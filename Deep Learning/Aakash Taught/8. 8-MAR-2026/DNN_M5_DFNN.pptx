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notesSlides/notesSlide11.xml" ContentType="application/vnd.openxmlformats-officedocument.presentationml.notesSlide+xml"/>
  <Override PartName="/ppt/ink/ink4.xml" ContentType="application/inkml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ink/ink6.xml" ContentType="application/inkml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6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7.xml" ContentType="application/inkml+xml"/>
  <Override PartName="/ppt/notesSlides/notesSlide26.xml" ContentType="application/vnd.openxmlformats-officedocument.presentationml.notesSlide+xml"/>
  <Override PartName="/ppt/ink/ink18.xml" ContentType="application/inkml+xml"/>
  <Override PartName="/ppt/notesSlides/notesSlide27.xml" ContentType="application/vnd.openxmlformats-officedocument.presentationml.notesSlide+xml"/>
  <Override PartName="/ppt/ink/ink19.xml" ContentType="application/inkml+xml"/>
  <Override PartName="/ppt/notesSlides/notesSlide28.xml" ContentType="application/vnd.openxmlformats-officedocument.presentationml.notesSlide+xml"/>
  <Override PartName="/ppt/ink/ink20.xml" ContentType="application/inkml+xml"/>
  <Override PartName="/ppt/notesSlides/notesSlide29.xml" ContentType="application/vnd.openxmlformats-officedocument.presentationml.notesSlide+xml"/>
  <Override PartName="/ppt/ink/ink21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22.xml" ContentType="application/inkml+xml"/>
  <Override PartName="/ppt/notesSlides/notesSlide32.xml" ContentType="application/vnd.openxmlformats-officedocument.presentationml.notesSlide+xml"/>
  <Override PartName="/ppt/ink/ink23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323" r:id="rId17"/>
    <p:sldId id="324" r:id="rId18"/>
    <p:sldId id="325" r:id="rId19"/>
    <p:sldId id="326" r:id="rId20"/>
    <p:sldId id="327" r:id="rId21"/>
    <p:sldId id="328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9" r:id="rId51"/>
    <p:sldId id="330" r:id="rId52"/>
    <p:sldId id="331" r:id="rId53"/>
    <p:sldId id="332" r:id="rId54"/>
    <p:sldId id="333" r:id="rId55"/>
  </p:sldIdLst>
  <p:sldSz cx="5765800" cy="3244850"/>
  <p:notesSz cx="5765800" cy="3244850"/>
  <p:embeddedFontLst>
    <p:embeddedFont>
      <p:font typeface="Cambria" panose="02040503050406030204" pitchFamily="18" charset="0"/>
      <p:regular r:id="rId57"/>
      <p:bold r:id="rId58"/>
      <p:italic r:id="rId59"/>
      <p:boldItalic r:id="rId60"/>
    </p:embeddedFont>
    <p:embeddedFont>
      <p:font typeface="Lucida Sans" panose="020B0602030504020204" pitchFamily="34" charset="0"/>
      <p:regular r:id="rId61"/>
      <p:bold r:id="rId62"/>
      <p:italic r:id="rId63"/>
      <p:boldItalic r:id="rId64"/>
    </p:embeddedFont>
    <p:embeddedFont>
      <p:font typeface="Quattrocento Sans" panose="020B0502050000020003" pitchFamily="34" charset="0"/>
      <p:regular r:id="rId65"/>
      <p:bold r:id="rId66"/>
    </p:embeddedFont>
    <p:embeddedFont>
      <p:font typeface="Tahoma" panose="020B0604030504040204" pitchFamily="34" charset="0"/>
      <p:regular r:id="rId67"/>
      <p:bold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hCDN2bvx9UKdUVco0lvKLMqNWY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3A80E9-8C9B-4F1C-9C85-0C3D0799B159}">
  <a:tblStyle styleId="{2B3A80E9-8C9B-4F1C-9C85-0C3D0799B1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784" autoAdjust="0"/>
  </p:normalViewPr>
  <p:slideViewPr>
    <p:cSldViewPr snapToGrid="0">
      <p:cViewPr varScale="1">
        <p:scale>
          <a:sx n="157" d="100"/>
          <a:sy n="157" d="100"/>
        </p:scale>
        <p:origin x="106" y="11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84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26:07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10943 2433 0,'0'0'0,"0"0"0,0 0 0,0 0 16,0 0-16,0 0 16,4 0-16,-4 0 15,15-4-15,1 0 16,3 2-16,1 0 16,-1 4-16,-1 0 15,-2 0 1,-5 1-16,-11-3 15,14 4-15,-14-4 16,8 7-16,-8-7 16,2 12-16,-3 0 15,-7 8-15,-5 8 16,-6 2-16,-3-2 16,2-3-16,0-4 15,3-3 1,1-3-16,2-1 15,4-4-15,2-2 16,0-2-16,8-6 16,-9 9-16,9-9 15,0 0-15,0 0 16,0 0-16,0 6 16,15 1-16,19-1 15,10-4-15,0-3 16,-3-3-1,-4 1-15,-5 1 16,-3 0-16,-5-1 16,-4 2-16,3-1 15</inkml:trace>
  <inkml:trace contextRef="#ctx0" brushRef="#br0" timeOffset="1727.33">11477 2532 0,'0'0'0,"0"0"0,0 0 0,0 0 0,0 0 15,0 0-15,3 0 16,-3 0-16,25 3 16,-2-1-16,1 1 15,-1-1-15,0 0 16,2 1-1,-2 0-15,0 1 16</inkml:trace>
  <inkml:trace contextRef="#ctx0" brushRef="#br0" timeOffset="1928.26">11522 2725 0,'0'0'16,"0"0"-16,0 0 16,0 0-16,0 0 15,0 0-15,0 0 16,0 0-16,11-1 16,11 0-16,12-3 15,7-7-15</inkml:trace>
  <inkml:trace contextRef="#ctx0" brushRef="#br0" timeOffset="2478.56">11938 2529 0,'0'0'0,"0"0"0,0 0 0,0 2 15,0-2-15,1 11 16,0 0-16,-1 4 16,-2 0-16,-1 0 15,0-3-15,2-2 16,-1-1-16,2-9 15,1 11-15,-1-11 16,25 7 15,-4-8-31,-1-3 16,-6-1-16,-14 5 16,14-4-16,-14 4 15,0 0-15,10-2 16,-10 2-16,0 0 15,5 7 1,-4 1-16,2 3 16,-2-2-16,2-2 15,-3-7-15,17 3 16,6 0-16,8-13 16,-1-14-16,-8 5 15,0-10-15,-7 9 16,-4 5-16,2-4 15,-4 5-15,0 0 16,-4 4 0,-1 3-16</inkml:trace>
  <inkml:trace contextRef="#ctx0" brushRef="#br0" timeOffset="2744.91">12394 2347 0,'0'0'0,"1"-2"0,-1 2 16,12-11-16,2-1 15,4 3-15,3 1 16,3 2 0,-4 2-16</inkml:trace>
  <inkml:trace contextRef="#ctx0" brushRef="#br0" timeOffset="2945.14">12420 2323 0,'0'0'0,"0"0"16,-1 2-1,1-2-15,-2 9 16,1 4-16,-3 16 16,2-2-16,-1 8 15,0 2-15,0-1 16,1-8-16,0 3 15</inkml:trace>
  <inkml:trace contextRef="#ctx0" brushRef="#br0" timeOffset="3261.24">12703 2557 0,'-2'-3'0,"2"3"0,0 0 16,0 0-16,0 0 16,0 0-16,0 0 15,6 8-15,5 7 16,-2-2-16,6 7 31,3 4-15,2 7-16,-2-2 15,-9-15-15,2-3 16</inkml:trace>
  <inkml:trace contextRef="#ctx0" brushRef="#br0" timeOffset="3461.35">12901 2573 0,'0'0'0,"-2"2"0,-6 6 15,-21 22 1,-20 22-16,-3 2 16,-9 9-1,8-8 1,16-17-16,13-14 15,10-12-15</inkml:trace>
  <inkml:trace contextRef="#ctx0" brushRef="#br0" timeOffset="3743.97">12208 2410 0,'0'0'0,"1"-1"0,-1 1 0,0 0 16,24-15-16,13-1 15,10 6-15,10 7 16,1-1-16,-5 6 16</inkml:trace>
  <inkml:trace contextRef="#ctx0" brushRef="#br0" timeOffset="4094.47">13178 2660 0,'-1'-3'0,"1"3"16,0 0-16,9-10 15,11 1-15,13-1 16,3 2-16,6-2 15,4-1-15,1 1 16,3-3-16</inkml:trace>
  <inkml:trace contextRef="#ctx0" brushRef="#br0" timeOffset="4327.14">13320 2456 0,'0'0'0,"0"3"0,0-3 15,0 15 1,0-4-16,0 5 16,0 9-16,-2 18 15,-5 10-15,-3-26 16,-1-4-16</inkml:trace>
  <inkml:trace contextRef="#ctx0" brushRef="#br0" timeOffset="4828.92">13785 2370 0,'0'0'0,"0"4"15,0-4-15,1 14 16,0-5 0,1 12-16,0 15 15,-4 20-15,-2-3 16,-3-17-16,-2-13 15,-5 2-15,3-7 32,1-8-32,10-10 15,0 0 1,0 0-16,-2-13 16,18-13-16,17-3 15,2 3-15,-3 7 16,-7 8-16,-6 4 15,-3 4-15,-2 3 16,0 4-16,0 6 16,-4 4-16,-6 5 15,-8 2-15,-6-1 16,-6 1 0,-7 3-16,-5-4 15,-2-6-15,1-3 16,7-7-16,3-3 15</inkml:trace>
  <inkml:trace contextRef="#ctx0" brushRef="#br0" timeOffset="6944.49">10878 3076 0,'0'0'0,"0"0"0,0 0 0,1 4 16,0 6-16,0 3 16,1 3-1,-1-1-15,3 1 16,3-2-16,5-1 15,3-4-15,4-5 16,4-4-16,2-6 16,-1-2-16,-4 0 15,-1-2-15,-4 1 16,-6 3-16,-9 6 16,0 0-16,11-7 15,-11 7 1,0 0-16,2 8 15,-2 9-15,-3 11 16,-6 10-16,-5 7 16,-6 7-16,-7 5 15,-1-3-15,-9 16 32,3-8-17,11-17-15,-2-7 16,6-21-16,-1-6 15,-1-4-15,3-5 16,3-8-16,2-4 16,5-6-16,5-7 15,1-4-15,8-5 16,7 3-16,4 0 16,2 3-1,-4 8-15,3-3 16,2 0-16,3-2 15</inkml:trace>
  <inkml:trace contextRef="#ctx0" brushRef="#br0" timeOffset="7361.37">11043 2921 0,'0'0'0,"0"0"0,0 0 0,-2 1 16,2-1-16,-15 5 15,3 1-15,1 2 16,1-2-1,10-6-15,-11 11 16,11-11-16,-3 8 16,3-8-16,11 6 15,12-5-15,11-4 16,0-4-16,-10 1 16,-9 2-16,-15 4 15,15-4 1,-15 4-16,12 0 15,-12 0-15,22 18 16,-7-1-16,1 6 16</inkml:trace>
  <inkml:trace contextRef="#ctx0" brushRef="#br0" timeOffset="8047.09">11278 3450 0,'0'0'0,"0"0"16,0 0-1,0 0-15,0 0 16,10-1-16,13 0 16,9-2-16,0 1 15,-5 0-15,2 0 16,-1-1-16,-3 1 16,-5 0-16,-9 1 15,-11 1-15</inkml:trace>
  <inkml:trace contextRef="#ctx0" brushRef="#br0" timeOffset="8244.18">11209 3566 0,'0'0'0,"0"0"0,0 0 16,0 0-16,4 1 15,-4-1-15,0 0 16,22 0-1,4-1-15,15-1 16,3-4-16,3-1 16,0-2-16,0 1 15</inkml:trace>
  <inkml:trace contextRef="#ctx0" brushRef="#br0" timeOffset="8894.25">12242 3464 0,'0'0'0,"3"-1"0,-3 1 16,31-4-16,-1 2 15,-9 2 1,-4 0-16,-5 0 16,-12 0-16,12 0 15,-12 0-15,0 0 16,0 0-16,-7-10 16,-11-3-16,-17 2 15,-11 7-15,-1 2 16,3 7-1,4 1-15,2 1 16,2 2-16,-4 4 16,7 1-16,2 2 15,1 0-15,6 2 16,5-2-16,4 3 16,4-2-16,4-1 15,2-3-15,4-2 16,2-1-16,5-1 15,5 1 1,5-1-16,4-3 16,3-4-16,0-4 15,-6 0-15,-5-3 16,-3-7-16,1-4 16,0-4-16,-2-1 15,-5 4-15,-2 2 16,-3 1-16,-2 3 15,-1 3 1,-3 0-16,8 8 16,-13-8-16,13 8 15</inkml:trace>
  <inkml:trace contextRef="#ctx0" brushRef="#br0" timeOffset="9212.29">12735 3186 0,'0'0'0,"0"0"0,-2 2 15,-3 5-15,-8 12 16,-5 8-16,-3 10 16,3 0-1,1 3-15,2 7 16,3-7-16,0 18 16,17-2-1,5-14 1,15 2-16,1-24 15,6-10 1,10-13-16</inkml:trace>
  <inkml:trace contextRef="#ctx0" brushRef="#br0" timeOffset="9694.06">12915 3399 0,'0'0'0,"0"0"0,0 0 0,2 0 16,-2 0-16,15-6 16,1-1-16,4 1 15,1 0-15,-3 3 16,-5 2-16,-2 1 15,-11 0 1,13 4-16,-13-4 16,4 16-16,-12 1 15,-6 6-15,-8 2 16,-6 3-16,-1-3 16,1-1-16,6-4 15,8-8-15,6-5 16,8-7-1,0 0-15,0 0 16,2 9-16,16-6 16,13-5-16,0-4 15,3-1-15,2-2 16,-2-1-16,-1-2 16,-5 2-16,-1-1 15</inkml:trace>
  <inkml:trace contextRef="#ctx0" brushRef="#br0" timeOffset="9928.35">13298 3264 0,'0'0'0,"0"0"0,0 0 15,0 0-15,3 2 16,7 6 0,8 11-16,1 9 15,-3 6-15,-10 6 16,-12 8-16,-18 14 16,-8-1-16,-15 8 15</inkml:trace>
  <inkml:trace contextRef="#ctx0" brushRef="#br0" timeOffset="11760.93">10709 4869 0,'0'0'0,"0"0"0,0 0 15,0 0-15,-2 2 16,2-2-16,-9 12 16,0 4-16,-4 8 15,-1 10-15,-2 4 16,1 1-16,-1-1 15,0-1-15,4-4 16,0-5-16,4-5 16,2-6-16,2-4 15,3-1 1,2-3-16,6 2 16,5-3-16,6 1 15,3-1-15,-1-4 16,1-4-16,2-2 15,0-2-15,-2 0 16,-1 0-16,2-1 16,2 2-16</inkml:trace>
  <inkml:trace contextRef="#ctx0" brushRef="#br0" timeOffset="11994.44">11074 5089 0,'0'0'0,"1"-3"16,-1 3-16,6-8 15,0 0-15,7 0 16,7 1-16,3 4 15,-1 2-15,1 4 16,-5 1-16,-3 2 16,-3 2-16</inkml:trace>
  <inkml:trace contextRef="#ctx0" brushRef="#br0" timeOffset="12162.54">11066 5253 0,'0'0'0,"0"0"0,0 0 16,0 0-16,0 0 15,2 0-15,10 0 16,17-3 0,10-7-16</inkml:trace>
  <inkml:trace contextRef="#ctx0" brushRef="#br0" timeOffset="13012.44">11501 5177 0,'0'0'0,"0"0"0,0 0 16,0 0-16,0 0 15,0 0-15,0 0 16,0 0-16,6-2 16,9-2-16,11 0 15,3 2-15,4-1 16</inkml:trace>
  <inkml:trace contextRef="#ctx0" brushRef="#br0" timeOffset="13511.31">12165 4886 0,'0'0'0,"0"0"0,0 0 16,-1-2-16,1 2 16,0 0-16,-16-2 15,3 2-15,-6 0 16,-3 4-16,-1 2 16,2 4-1,1 3-15,2 1 16,2 5-16,2 2 15,2 2-15,1 3 16,0 1-16,2 0 16,-1 5-16,-1 1 15,-1 5-15,0 1 16,-2 2-16,-18 12 31,0-3-15,3-8-16,6-10 15,13-19-15,3-4 16,7-9-16,-4 8 16,4-8-16,24 5 15,16-8-15,24-20 16</inkml:trace>
  <inkml:trace contextRef="#ctx0" brushRef="#br0" timeOffset="14110.73">12217 5167 0,'0'0'0,"0"0"15,0 0-15,0 0 16,0 0-16,6 2 16,-6-2-16,16 6 15,-2-4-15,-1-1 16,0-1-16,-2-1 16,2 1-1,-1-2-15,-3 1 16,-9 1-16,11-2 15,-11 2-15,5 7 16,0 5-16,-1 11 16,-7 7-16,-4 6 15,-9 2-15,-4 0 16,0 0-16,4-8 16,3-7-16,1 0 31,-1-1-16,3-1-15,1-6 16,5-6-16,4-9 16,-7 10-16,7-10 15,0 0-15,0 0 16,0 0-16,-10-11 16,9-3-1,2-5-15,3-1 16,1 2-16,3 5 15,0 2-15,9 0 16,4 0-16,6 0 16,-9 7-16</inkml:trace>
  <inkml:trace contextRef="#ctx0" brushRef="#br0" timeOffset="14528.11">12761 5041 0,'0'0'0,"0"0"0,-1 2 16,-5 7-16,-6 11 16,-6 10-16,-3 7 15,-3 5 1,1-2-16,2-5 15,5-6-15,6-8 32,8-2-32,9-3 15,10-5-15,12-5 16,10-8-16,5-10 16</inkml:trace>
  <inkml:trace contextRef="#ctx0" brushRef="#br0" timeOffset="15127.26">12914 5206 0,'0'0'0,"0"0"0,-2 1 16,2-1-16,-12 8 15,2-1 1,1 1-16,-1 2 15,1 2-15,3 1 16,2-2-16,4 0 16,6-1-16,5-3 15,15-7 1,5-9 0,-2-6-16,-7-1 15,-13 5-15,-4 2 16,-3 2-1,-2 7-15,1-7 16,-1 7-16,0 0 16,0 0-16,0 0 15,0 0-15,0 0 16,0 0-16,9-13 16,5 6-1,0-2-15,-4 4 16,-10 5-16,10-5 15,-10 5-15,0 0 16,6 13-16,-6 5 16,-7 12-16,-6 5 15,-3 1-15,-3 3 16,0-4-16,1-3 16,3-7-16,5-9 15,2-6 1,2-3-16,6-7 15,-4 7-15,4-7 16,0 0-16,10-11 16,7-9-16,8-7 15,-3 2-15</inkml:trace>
  <inkml:trace contextRef="#ctx0" brushRef="#br0" timeOffset="15610.94">13316 5169 0,'0'0'0,"0"0"0,0 0 16,0 2-16,0-2 15,0 14 1,0-4-16,0-1 15,2-1-15,-2-8 16,25 6-16,-3-8 16,4-4-16,-7-1 15,-7 2-15,-12 5 16,10-5-16,-10 5 16,0 0-16,0 0 15,0 23 1,-11 9-16,-6 8 15,-4 1-15,-4 2 16,-14 30 0,1-3-1,13-23-15,4-22 16,1-16-16,-5 1 16,7-3-16,5-3 15,13-4-15,-10-16 16,12-9-1,8-17-15,5 6 16,15-9-16,2 6 16,2-2-16</inkml:trace>
  <inkml:trace contextRef="#ctx0" brushRef="#br0" timeOffset="15977.79">13359 4957 0,'-2'4'0,"-2"3"0,-1 2 15,-5 5-15,-2-2 16,1-2-1,2-2-15,9-8 16,0 0-16,0 0 16,0 0-16,26-25 15,10 5-15,-5 8 16,-9 4-16,-6 3 16,-5 2-16,-1 0 15,2 6-15,0 11 16,4 7-1,-2 7-15,-3-3 16</inkml:trace>
  <inkml:trace contextRef="#ctx0" brushRef="#br0" timeOffset="16343.83">13653 5371 0,'0'0'0,"0"0"0,0 0 0,-1-1 0,1 1 16,0 0-16,-2-7 15,2 7-15,0 0 16,4-9-16,-4 9 16,23-11-16,-3 6 15,-1 2-15,1 0 16,-1 2-16,-1-1 15,-5 1 1</inkml:trace>
  <inkml:trace contextRef="#ctx0" brushRef="#br0" timeOffset="16510.75">13749 5235 0,'0'0'0,"0"0"0,0 0 16,0 0-16,-3 7 15,-5 7 1,-2 10-16,-2 7 16,-1 2-16,0 0 15</inkml:trace>
  <inkml:trace contextRef="#ctx0" brushRef="#br0" timeOffset="16960.66">14099 5138 0,'0'0'0,"0"0"0,0 3 15,-3 11-15,-11 16 16,-11 12 0,-3 1-16,2-6 15,5-6-15,8-6 16,10 7 0,8 3-1,5-6-15,12-12 16,9-7-16,-3-11 15,5-3-15</inkml:trace>
  <inkml:trace contextRef="#ctx0" brushRef="#br0" timeOffset="17178.75">14234 5274 0,'0'0'0,"0"0"0,0 0 16,0 3 0,-1 4-16,-1 6 15,-2 9-15,-1 3 16,-1 1-16,1-2 16,0-1-16,0-2 15</inkml:trace>
  <inkml:trace contextRef="#ctx0" brushRef="#br0" timeOffset="17344.39">14360 5358 0,'0'0'0,"5"-2"0,-5 2 0,0 0 0,20-6 16,-5 2-16,3-1 15,1 3-15,8-1 16</inkml:trace>
  <inkml:trace contextRef="#ctx0" brushRef="#br0" timeOffset="17677.4">14571 5271 0,'0'0'0,"0"0"16,0 0-16,0 4 15,-1 5-15,1 2 16,1 4 0,4 0-16,5 0 15,4-2-15,2-4 16,-1-3-16,0-4 16,-1-2-16,-3-2 15,-1 1-15,-10 1 16,11-2-16,-11 2 15,0 0-15,0 0 16,7 18 0,-5 13-16,-8 7 15,-4 0-15,-2-1 16,-5-1-16,-8 6 16,-6 14-1</inkml:trace>
  <inkml:trace contextRef="#ctx0" brushRef="#br0" timeOffset="17994.66">14925 5226 0,'0'0'0,"0"0"0,0 3 15,3 7-15,0 12 16,3 12-16,1 6 15,-7 9 1,-17 6-16,-22 20 31,1-9-31</inkml:trace>
  <inkml:trace contextRef="#ctx0" brushRef="#br0" timeOffset="18460.98">13689 5779 0,'0'0'0,"-1"4"0,1-4 0,0 0 0,0 0 15,0 0-15,-14 13 16,0 9-16,-2 3 16,2 1-1,-2 1-15,3 5 32,6-7-32,7-9 15,3-3-15,3-6 16,-6-7-16,22 13 15,7-7-15</inkml:trace>
  <inkml:trace contextRef="#ctx0" brushRef="#br0" timeOffset="18943.93">13914 5875 0,'0'0'0,"-2"2"16,2-2-16,0 0 15,-2 11-15,1-5 16,-1 3-16,0 4 16,0 0-1,-1-1-15,2-2 16,1-1-16,0-9 16,1 9-16,-1-9 15,0 0-15,14 5 16,-14-5-16,19-10 15,-9 0-15,-2 1 16,-2-1-16,-1 4 16,-5 6-16,5-10 15,-5 10 1,9-10-16,-2 3 16,-7 7-16,13-10 31,-13 10-31,0 0 15,14-2-15,-14 2 16,15 13-16,-8 4 16,-5 15-16,-8 8 15,-4 1 1,-6 3-16,6-13 16,-3-1-16,0 0 15,4-8-15,0-4 16,4-8-16</inkml:trace>
  <inkml:trace contextRef="#ctx0" brushRef="#br0" timeOffset="19294.32">14295 5834 0,'0'0'0,"0"0"0,0 0 16,-1 2-16,-3 7 15,-7 11-15,-6 13 16,-8 4-16,-3 3 15,-2 3-15,6-9 16,7-3-16,14-6 31,12-6-15,7-9-16,17-9 16,7-10-16,4-2 15</inkml:trace>
  <inkml:trace contextRef="#ctx0" brushRef="#br0" timeOffset="19494.03">14432 5918 0,'0'0'0,"0"0"0,0 0 15,-1 5-15,-2 3 16,-2 11-16,-3 8 15,1 0-15,-1 0 16,2-2-16,0 0 16</inkml:trace>
  <inkml:trace contextRef="#ctx0" brushRef="#br0" timeOffset="19644.14">14529 5986 0,'0'0'0,"0"0"0,0 0 16,7 0-16,6 2 15,7 0-15,3 1 16,-2-1 0</inkml:trace>
  <inkml:trace contextRef="#ctx0" brushRef="#br0" timeOffset="20110.82">14737 5945 0,'0'0'0,"0"0"0,0 0 16,4 0 0,-4 0-16,5 15 15,1 0-15,-2-1 16,0-3-16,1-1 15,-5-10-15,18 8 16,-6-8-16,1-3 16,-2 0-16,-11 3 15,16-6 1,-16 6-16,0 0 16,0 0-16,9 3 15,-5 13-15,-4 16 16,-2 5-16,-5 1 15,-9-2-15,-7-2 16,-2 0-16,2-9 16,5-8-16,4-4 31,2-4-15,12-9-16,-16 5 15,16-5-15,-9-11 16,5-5-16,6-9 15,8-5-15,0 2 16,4 7-16,1 1 16,-2 4-16</inkml:trace>
  <inkml:trace contextRef="#ctx0" brushRef="#br0" timeOffset="20444.47">14742 5859 0,'0'0'0,"-5"2"0,5-2 16,-18 6 0,7 0-16,11-6 15,-14 9-15,14-9 16,0 0-16,10-12 15,9-11-15,9-6 32,2 9-32,-2 8 15,-4 3-15,-10 7 16,1 4 0,2 7-16,1 3 15,0 8-15,0-1 16,-1 5-16,-7-10 15</inkml:trace>
  <inkml:trace contextRef="#ctx0" brushRef="#br0" timeOffset="21295.02">15183 5818 0,'0'0'0,"0"0"0,0 0 0,0 0 15,0 0-15,-3 3 16,4 4-16,0 10 15,1 11-15,0 6 16,1 1-16,-6 2 16,-11 1-16,-15 2 31,2 0-31,-6-16 16,3-7-1,12-10-15</inkml:trace>
  <inkml:trace contextRef="#ctx0" brushRef="#br0" timeOffset="21794.2">15436 5529 0,'0'0'0,"0"0"0,0 0 16,0 0-1,0 0-15,0 0 16,0 0-16,6 0 15,-6 0-15,15 3 16,-15-3-16,18 3 16,-18-3-16,15 16 15,-9 3-15,-2 9 16,-4 9 0,-2 3-16,-2 5 15,-1 6-15,-1 5 16,-1 3-16,-6 24 31,-1-11-31,-1-8 16,-7-12-16,-1-24 15,-4-4-15,-4-6 16,2-7-16,-11-4 16,-6-3-1,-4 0-15</inkml:trace>
  <inkml:trace contextRef="#ctx0" brushRef="#br0" timeOffset="25410.59">10001 6198 0,'0'0'0,"0"0"0,0 0 16,0-2-16,0 2 15,0 0-15,0 0 16,0 0 0,11-5-16,-11 5 15,22 4-15,-3 4 16,1 9-16,0 4 16,-5 3-16,-8 5 15,-4 2-15,-10 4 16,-25 28-1,-14 9 1,-9-1 0,12-22-16,8-20 15,-2 2-15,5-8 16,2-7-16,6-11 16,3-13-16,3-3 15,5-1-15,6-4 16,4-1-16,3-4 15,4-3-15,4-2 16,6 2-16,2 3 16,1 3-1,2 4-15,2 2 16,3 2-16,3 3 16,5 1-16,1 3 15</inkml:trace>
  <inkml:trace contextRef="#ctx0" brushRef="#br0" timeOffset="25828.46">10469 6285 0,'0'0'0,"0"0"0,0 0 0,0 0 15,0 0-15,0 0 16,0 0-16,0 0 16,-4 8-1,-2 9-15,-9 17 16,-2 8-16,-3 4 16,-1-2-16,-3 2 31,1-6-31,6-10 15,5-9-15,5-10 16,4-4-16,3-7 16,-3 7-1,3-7-15,0 0 16,21 9-16,9-7 16,9-5-16,-3-4 15,-5 1-15,-6 0 16,0 0-16,-3 2 15</inkml:trace>
  <inkml:trace contextRef="#ctx0" brushRef="#br0" timeOffset="26261.09">9716 6853 0,'0'0'0,"0"0"0,0 0 0,4-3 0,10-2 16,19-3-16,27 2 15,5 1-15,8 3 16,2 3 0,6 1-16,2 3 15,-2 0-15,-8-1 16,-8 0-16,-5-1 16,-7-2-16,-3-1 15,-7-2-15,-6-1 16,-8 0-16,-5-1 15,-9 3-15,-15 1 16,13-1-16,-13 1 16,-7 8-1,-20 17-15,-33 3 16</inkml:trace>
  <inkml:trace contextRef="#ctx0" brushRef="#br0" timeOffset="26726.88">9937 7008 0,'0'0'0,"0"0"15,3-3-15,-3 3 16,18-6-16,-6 4 15,4 5-15,5 4 16,4 9-16,-1 8 16,-5 9-1,-4 7-15,-7-4 16,-7 3-16,-10 14 31,-10-4-31,-7-2 16,2-17-16,2-15 15,7-8-15,1-2 16,2-4-16,-1-4 16,0-6-16,0-5 15,2-3 1,2-1-16,6 4 16,0-1-16,2 0 15,3 4-15,2 0 16,5-1-16,6 1 15,7-1-15,8 2 16,1 2-16,-1-1 16</inkml:trace>
  <inkml:trace contextRef="#ctx0" brushRef="#br0" timeOffset="27295.02">10385 7120 0,'0'0'0,"0"0"0,0 0 0,0-2 16,0 2-1,0 0-15,0 0 16,0 0-16,-5 7 15,2 10-15,-1 5 16,-1 3-16,-1-2 16,2 0-16,1-6 15,2-3 1,1-3-16,0-4 16,0-7-16,4 7 15,-4-7-15,18-5 16,-7-2-16,1-2 15,-3 1-15,-1 1 16,-8 7-16,7-8 16,-7 8-16,0 0 15,0 0 1,15 8-16,-7 5 16,0 3-16,1 2 15,-2-3-15,6-1 31,14-12-31,11-13 16,3-17-16,-11-1 16,-4-8-16,-7-4 15,-3 1 1,-7 3-16,-3 6 16,-3 7-16,-3 6 15</inkml:trace>
  <inkml:trace contextRef="#ctx0" brushRef="#br0" timeOffset="30928.18">10769 6325 0,'0'0'0,"0"0"0,0 0 0,0 0 0,0 0 15,0 2-15</inkml:trace>
  <inkml:trace contextRef="#ctx0" brushRef="#br0" timeOffset="35760.65">10310 7637 0,'0'0'0,"0"0"0,0 0 0,0 0 15,0 0-15,0 0 16,0 0-16,0 0 15,0 0-15,1 0 16,-1 0-16,0 0 16,0 0-16,0 0 15,0 0 1,21 0-16,-3 0 16,6 0-16,2 0 15,5 0-15,0 0 16,-2 0-16,-2 0 15,-4 0-15,-2 0 16,1-2-16,-2 0 16,-2 1-16,-3 0 15,-1 0 1,-14 1-16,15-2 16,-15 2-16,0 0 15,11-1-15,-11 1 16,0 0-16,0 0 15,0 0-15,0 0 16,0 0-16,0 0 16,0 0-16,-11 2 15,11-2 1,0 0-16,-14 2 16,14-2-16,-11 0 15,11 0-15,-12-2 16,12 2-16,-11-2 15,11 2-15,-19-2 16,-2-1-16,-10 0 16,-1 0-16,9 3 15,9 0 1,14 0-16,-16 0 16,16 0-16,-11 3 15,11-3-15,0 0 16,-12 2-16,12-2 15,0 0-15,0 0 16,0 0-16,-11 2 16,11-2-16,0 0 15,0 0-15,0 0 16,0 0 0,0 0-16,0 0 15,0 0-15,0 0 16,0 0-16,0 0 15,0 0-15,0 0 16,18-11-16,8 3 16,10 0-16,1 2 15,-8 2 1,-3 0-16,-1 1 16,-5 0-16,-3 1 15,-3 1-15,-3 0 16,-11 1-16,16 1 15,-16-1-15,0 0 16,10 2-16,-10-2 16,0 0-16,0 0 15,0 0-15,0 0 16,0 0 0,0 0-16,-20 10 15,-12-3-15,-13 1 16,1-4-16,10-1 15,3-3-15,7 1 16,0 0-16,1 0 16,3 0-16,4-1 15,1-1-15,2 0 16,1-1 0,12 2-16,-15-3 15,15 3-15,0 0 16,-12-3-16,12 3 15,0 0-15,0 0 16,0 0-16,0 0 16,0 0-16,-5-7 15,5 7-15,0 0 16,28-9 0,3 1-16,2 2 15,-3 2-15,3 1 16,-1 2-16,1 0 15,-3 0-15,-4 0 16,-5 1-16,-5-1 16,-5 1-16,-11 0 15,13 0-15,-13 0 16,0 0 0,0 0-16,0 0 15,0 0-15,0 0 16,-17 5-16,-34 3 15,-7-2-15,4-1 16,9-1-16,2-1 16,4 0-16,6 0 15,6-1 1,4 0-16,7-2 16,3 1-16,13-1 15,-14 0-15,14 0 16,0 0-16,0 0 15,0 0-15,0 0 16,0 0-16,11-9 16,26 0-16,13-1 15,-2 2-15,-1 1 16,-1 0-16,-5 2 16,-3 1-1,-10 0-15,-7 2 16,-7 0-16,-14 2 15,13-1-15,-13 1 16,0 0-16,0 0 16,0 0-16,0 0 15,0 0-15</inkml:trace>
  <inkml:trace contextRef="#ctx0" brushRef="#br0" timeOffset="37760.68">12033 5778 0,'0'0'0,"0"0"0,0 0 0,0 0 16,0 0-16,2 0 15,-2 0-15,0 0 16,0 0-16,12-1 16,-12 1-1,20-5-15,-1 2 16,7-3-16,4 1 15,5-2-15,-2 0 16,-1 3-16,-2-3 16,-1 3-16,-2-2 15,-1 2-15,-1 0 16,-1 1-16,-1 2 16,1 1-1,0 2-15,-3 0 16,3 0-16,-2 1 15,-2 0-15,-2 3 16,-4-2-16,-3 3 16,-1-3-16,-10-4 15,15 12-15,-15-12 16,12 11-16,-7-4 16,-1-1-16,2 2 15,-2 1 1,0 2-16,-1 2 15,1 1-15,1 1 16,-1 0-16,2-2 16,5 0-16,3-1 15,2 0-15,4-1 16,1-3-16,1 0 16,1-1-1,-2-1-15,0-1 16,0-3-16,-1 2 15,-2-2-15,0 1 16,-2-1-16,1 1 16,-1 1-16,-2 2 15,-3-2-15,-11-4 16,16 12-16,-8-6 16,-1 1-1,0 2-15,1 3 16,0 0-16,0 3 15,-2-1-15,-1-1 16,1 0-16,0 0 16,1-1-16,4 2 15,2-2-15,3-1 16,2 0-16,1-1 16,1-2-1,0-1-15,0 0 16,2-1-16,0 1 15,1-1-15,0 1 16,0-3-16,2 2 16,2-2-16,1 1 15,-2 0-15,-2 0 16,-3-2-16,-2 2 16,0 1-16,0 1 15,2 2-15,1 1 16,0 0-1,-4-2-15,1 0 16,0-1-16,0 0 16,1 0-16,2-1 15,1 0-15,2 0 16,3-1-16,0 0 16,3-1-16,2 0 15,-3-2 1,1-1-16,-3 0 15,1 0-15,2 0 16,1 0-16,0-1 16,-1 1-16,4 0 15,1 1-15,3 0 16,2 1-16,-2 1 16,1-1-16,-1 0 15,1 1 1,-4-2-16,-2 1 15,-2 0-15,1-1 16,0 0-16,0 1 16,-1-1-16,-1 1 15,-1-1-15,0 1 16,0 0-16,-1 0 16,-1 0-16,2 0 15,4 2-15,3 1 16,3 3-1,7 0-15,4 0 16,-6-1-16,-10-1 16,-14-3-16,-10-2 15,-11-2-15,17 3 16</inkml:trace>
  <inkml:trace contextRef="#ctx0" brushRef="#br0" timeOffset="38994.15">10813 6572 0,'0'0'0,"0"0"0,0 0 0,0 0 15,0 0 1,0 0-16,0 0 16,-1 1-16,1-1 15,0 0-15,12 6 16,1 0-16,5-1 16,7 1-16,3-5 15,2-1 1,-3-1-16,-2-1 15,-5 0-15,-2 0 16,-5 1-16,-3 0 16,-10 1-16,15-1 15,-15 1-15</inkml:trace>
  <inkml:trace contextRef="#ctx0" brushRef="#br0" timeOffset="39229.61">10754 6821 0,'0'0'0,"0"0"0,0 0 16,10-4-16,7-4 15,13-4 1,12-1-16,1 1 16,3 4-16</inkml:trace>
  <inkml:trace contextRef="#ctx0" brushRef="#br0" timeOffset="41060.18">11459 6407 0,'0'0'0,"0"0"0,0 0 0,0 0 16,0 0-16,4 2 15,-4-2-15,20 11 16,-6-3-16,2 2 16,1 2-16,-2 7 15,-5 2-15,-2 3 16,-4 1-16,-5 6 15,-3 3-15,-7 4 16,-5 1-16,-1-4 16,-4-5-1,2-7 1,2-6 0,-1-5-16,3-6 15,3-4-15,2-7 16,2-2-16,1-1 15,3-5-15,3-2 16,5-5-16,5-6 16,3 2-1,8 1-15,1 2 16,1 5-16,-2 3 16,-3 4-16,2 2 15,-2 3-15,-2 2 16,-15 2-16</inkml:trace>
  <inkml:trace contextRef="#ctx0" brushRef="#br0" timeOffset="41577.55">11967 6442 0,'0'0'0,"0"0"16,0 0-16,0 2 15,0-2-15,-1 19 16,-3 4-16,-7 10 16,0 0-1,-2 3-15,-2 2 16,-2 0-16,-3 1 16,3-4-16,2-7 15,3-5 1,2-4-1,4-5-15,3-4 16,5-3 0,-2-7-16,21 9 15,0-6-15,6-4 16,5-3-16,0-1 16,1 0-16,-1-1 15,-4 0-15,2-1 16,-3 1-16,1-2 15</inkml:trace>
  <inkml:trace contextRef="#ctx0" brushRef="#br0" timeOffset="43594.46">11382 7074 0,'0'0'0,"0"0"0,0-2 0,0 2 16,0 0-16,0 0 15,0 0-15,0 0 16,19-4 0,11 4-16,11 0 15,11 0-15,6 0 16,7 0-16,2 0 15,2 0-15,-2 0 16,-2-1-16,-2 0 16,-6-2-16,-5-1 15,-7 0-15,-4-1 16,-7 1 0,-5 1-16,-9 0 15,-4 2-15,-5 0 16,-11 1-16,10-1 15,-10 1-15,0 0 16</inkml:trace>
  <inkml:trace contextRef="#ctx0" brushRef="#br0" timeOffset="44093.82">11439 7173 0,'0'0'0,"0"0"0,0 0 16,0 0-16,0 0 15,3 4-15,4 3 16,7 7-16,4 6 16,2 5-16,-3 7 15,-4 4-15,-3-1 16,-6-3 0,-2-1-16,-3 1 15,-4-3-15,-2-4 16,-2-6-16,-2-5 15,-1-3-15,1-4 16,1-2-16,0-5 16,10 0-16,-18-7 15,9-4-15,2-6 16,0-1-16,4 2 16,1 2-1,3 0-15,2 1 16,3 0-16,4-1 15,6-2-15,1 0 16</inkml:trace>
  <inkml:trace contextRef="#ctx0" brushRef="#br0" timeOffset="44661.58">11774 7371 0,'0'0'0,"0"0"0,0 0 16,0 0-16,0 3 16,0-3-16,2 9 15,-1 0-15,2 1 16,0-2-16,1 0 16,12-4 15,17-7-31,2-2 15,-3-5-15,-12 3 16,-10 3-16,-10 4 16,10-4-16,-10 4 15,0 0-15,0 0 16,2 6-16,-2 12 16,-1 10-16,0 12 15,0 4 1,0-3-16,-1 6 15,-4-4-15,2 0 16,-2 0-16,-3-9 16,-7-2-16,-7-7 15,10-9-15,-1-1 16,1-2-16,-2-1 16,-4 0-16,0-3 15,-5-9 1,2-7-16,2-4 15,2-4-15,10 0 16,6-8-16,1-5 16,6-1-16,1 5 15,1 3-15,4-1 16,3-1-16,2-2 16</inkml:trace>
  <inkml:trace contextRef="#ctx0" brushRef="#br0" timeOffset="45061.28">11875 7218 0,'0'0'0,"0"0"0,0 0 16,0 0-16,0 0 16,-4 0-16,4 0 15,-15 4-15,15-4 16,-11 6-16,11-6 16,0 0-16,-7 8 15,7-8 1,0 0-16,11-1 15,2-6-15,5-3 16,1-2-16,-1 0 16,-5 2-16,-3 3 15,-10 7-15,13-8 16,-13 8-16,13 0 16,-3 5-16,0 4 15</inkml:trace>
  <inkml:trace contextRef="#ctx0" brushRef="#br0" timeOffset="45909.91">12630 6625 0,'0'0'0,"0"-2"0,0 2 0,0 0 15,2-7-15,-2 7 16,0-8-16,0 8 16,0 0-16,0 0 15,0-7-15,0 7 16,0 0-16</inkml:trace>
  <inkml:trace contextRef="#ctx0" brushRef="#br0" timeOffset="47061.7">12919 6558 0,'0'0'0,"0"0"0,0 0 0,0-2 16,0 2-16,0 0 15,0 0-15,0 0 16,0 0-1,17 13-15,-5 8 16,2 10-16,-5 7 16,-1-7-16,-6 1 15,-2-8-15,-15 9 32,-9 6-32,-6 0 15,-3-3-15,14-19 16,4-7-1,3-5-15,12-5 16,-16 0-16,9-7 16,1-6-16,1-4 15,4-1-15,2 0 16,2 1-16,4 1 16,2 2-16,1 2 15,2 0-15,6 2 16,3 0-16</inkml:trace>
  <inkml:trace contextRef="#ctx0" brushRef="#br0" timeOffset="47694.31">13248 6688 0,'0'0'0,"0"0"16,0 0-16,0 3 16,-1 3-16,0 7 15,-1 4-15,1 1 16,-1 0-16,1-1 16,1-1-16,3-3 15,7-2-15,5-5 16,15-3-1,8-11 1,0-11 0,-8 1-16,-10 2 15,-12 9-15,-8 7 16,0 0-16,0 0 16,10-2-16,-10 2 15,0 0-15,2 26 16,-8 12-16,-11 15 15,-1 5-15,0-7 16,3-5 0,0-10-16,-3 0 15,1-10-15,-1 4 16,4-10-16,1-2 16,-6-3-16,0-6 15,-2-5-15,4-6 16,2-3-16,-2-9 15,4 1-15,3-1 16,3 1 0,3 1-16,0-6 15,1-6-15,6-5 16,5-3-16,4-1 16,2 2-16,4-5 15,-4 15-15</inkml:trace>
  <inkml:trace contextRef="#ctx0" brushRef="#br0" timeOffset="48062.75">13354 6502 0,'0'0'0,"0"0"0,0 0 0,0 0 0,-1 3 16,1-3-16,-5 10 16,0-1-1,-1 1-15,-1 1 16,3-5-16,4-6 16,0 0-16,0 0 15,0 0 1,0 0-16,34-24 0,-1 1 15,-8 5-15,-10 7 16,-15 11 0,14-8-16,-14 8 15,0 0-15,15 10 16,-6 5-16,-2 10 16,-3 9-16,-1-4 15,-3-5-15</inkml:trace>
  <inkml:trace contextRef="#ctx0" brushRef="#br0" timeOffset="48527.78">12633 7289 0,'0'0'0,"0"-2"16,0 2-16,13-7 15,17 0-15,17-1 16,10 5 0,8 3-16,8 2 0,6 2 15,1-2 1,4 2-16,3-3 16,-11-2-16,-6-1 15,-12 0-15,-8 0 16,-8 2-16,-11-1 15,-8 1-15,-6 1 16,-3 0-16,-14-1 16,13 6-1,-13-6-15,-4 11 16</inkml:trace>
  <inkml:trace contextRef="#ctx0" brushRef="#br0" timeOffset="49427.78">12787 7531 0,'0'0'0,"0"0"0,0 0 16,0 0-16,1 2 15,-1-2-15,0 0 16,10 13-16,-1 4 15,-1 11-15,-4-3 16,-1-2-16,-3 3 16,-3-8-1,-4 9-15,-1-4 16,-1-9-16,-2 6 16,0-8-16,-1-5 15,1-4-15,-3-5 16,4 1-16,10 1 15,-13-3-15,13 3 16,-10-4-16,10 4 16,-6-11-1,7 1-15,4-2 16,5-2-16,4-4 16,1 0-16</inkml:trace>
  <inkml:trace contextRef="#ctx0" brushRef="#br0" timeOffset="49860.77">13015 7698 0,'0'-2'0,"0"2"0,-2-7 15,2 7-15,-1-9 16,1 9-16,8-12 15,1 4-15,2 0 16,3 3-16,3-1 16,3 3-16,-1 2 15,-1 1 1,-4 0-16,-14 0 16,15 1-16,-15-1 15,7 20-15,-5-4 16,-6 0-16,-7 5 15,-4 3-15,-4 2 16,2-6-16,1-4 16,1 0-16,0 2 15,5-6 1,5-4-16,5-8 16,0 0-16,0 0 15,8 8-15,21-7 16,10 0-16,1-7 15,3-15-15,-10 7 16,0-2-16,2-2 16,-5 1-16</inkml:trace>
  <inkml:trace contextRef="#ctx0" brushRef="#br0" timeOffset="50777.49">10811 4070 0,'0'0'0,"0"0"0,0 0 16,0 0-16,11 0 15,23 0-15,35 0 16,23 2 0,13-1-16</inkml:trace>
  <inkml:trace contextRef="#ctx0" brushRef="#br0" timeOffset="51510.67">12810 3966 0,'0'0'0,"0"0"15,0 0-15,9-5 16,15-5-16,21-2 16,12 4-16,2 3 15,-5 2-15,-4 3 16,-1 4 0,-7 0-16,-6-1 15,-11-1-15,-9 0 16,-6-1-16,-10-1 15,11 1-15,-11-1 16,0 0-16,0 0 16,0 0-16,10 3 15,-10-3-15,0 0 16,0 0-16,0 0 16,0 0-1,0 0-15,0 0 16,0 0-16,0 0 15,0 0-15,0 0 16,0 0-16,0 0 16,0 0-16,0 0 15,0 0-15,0 0 16,0 0-16,0 0 16,0 0-1,0 0-15,0 0 16,0 0-16,0 0 15,0 0-15,0 0 16,0 0-16,0 0 16,0 0-16,0 0 15,0 0-15,0 0 16</inkml:trace>
  <inkml:trace contextRef="#ctx0" brushRef="#br0" timeOffset="52844.65">13806 7007 0,'0'0'0,"0"0"0,0 0 0,0 0 0,0 0 15,0 2 1,0-2-16,2 11 15,1 4-15</inkml:trace>
  <inkml:trace contextRef="#ctx0" brushRef="#br0" timeOffset="53944.03">11889 3016 0,'0'0'0,"0"-3"0,0 3 15,3-8 1,4-2-16,16-3 15,20-2-15,6 0 16,4 6-16,0 7 16,-8 2-16,-5 1 15,-18-1-15,-12 0 16,-10 0-16,0 0 16,0 0-16,0 0 15,0 0-15,0 0 16,-22 8-16,-11 2 15,-1 0 1,11-5-16,8-2 16,15-3-16,-14 0 15,14 0-15,0 0 16,23-12-16,43-17 16,19 1-16,-5 3 15,-2 16-15,-5 7 16</inkml:trace>
  <inkml:trace contextRef="#ctx0" brushRef="#br0" timeOffset="55527.8">14146 6764 0,'1'-1'0,"-1"1"0,0 0 0,0 0 15,0 0-15,10-7 16,-10 7 0,18 2-16,-4 1 15,-1 2-15,2 0 16,0 9-16,-2 4 16,-3 5-16,-7 4 15,-2-1-15,-17 11 16,-2-4-16,-17-3 31,-5 0-15,5-8-16,-9-4 15,13-12-15,6-5 16,7-5-16,7 0 16,3-3-16,6-4 15,3-6-15,8-5 16,6-3-16,6 2 15,2 1-15,2 2 16,-4 5-16,0 2 16,-2 4-1,1 3-15,4 0 16,-1 2-16,2 3 16</inkml:trace>
  <inkml:trace contextRef="#ctx0" brushRef="#br0" timeOffset="56094.58">14457 6749 0,'0'0'15,"0"0"-15,0 0 0,0 0 16,0 0 0,0 0-16,2 1 15,8 3-15,13 3 16,7 3-16,7-3 16,-3-5-16,-4-1 15,-5-1-15,-4 1 16,-7-1-16,-3 0 15,-11 0-15,13 8 16,-10 0-16,-6 9 16,-6 3-1,-5 4-15,-5-1 16,-1-2-16,1-3 16,2-3-16,6-4 15,3-5-15,8-6 16,0 0-16,-6 7 15,6-7-15,25 8 16,14-2 0,2-1-16,1-2 15,-3-3-15,-3-1 16,0-1-16,-6 2 16,-4-1-16,-6 0 15,-5 1-15,-4 1 16,-11-1-16,11 3 15,-11-3-15</inkml:trace>
  <inkml:trace contextRef="#ctx0" brushRef="#br0" timeOffset="56511.04">13983 7166 0,'0'0'0,"0"0"16,0 0-16,0 0 16,0 0-16,10 0 15,13 0-15,19-2 16,16-1-16,6-1 15,12 0-15,9-1 16,9 0-16,7 2 16,5 2-1,4 5-15,-6-1 16,0 2-16,-15-1 16,-8-1-16,-13-1 15,-8-1-15,-12-1 16,-9-1-16,-11 1 15,-10 0-15,-7 0 16,-11 0-16,11 0 16,-11 0-1,0 0-15,0 0 16,-21 13-16</inkml:trace>
  <inkml:trace contextRef="#ctx0" brushRef="#br0" timeOffset="57143.78">14111 7489 0,'0'0'0,"0"0"0,0 0 16,6-1-16,-6 1 15,16 8-15,1 5 16,6 9-16,-2 7 16,1 7-1,-5 0-15,-5 3 16,-4-1-16,-10 0 16,-6 1-16,-3 0 15,-24 3 1,1-2-1,4-11-15,5-13 16,11-9-16,2-10 16,-4-4-1,16 7-15,-12-11 16,11 3-16,5-12 16,7-12-16,6 3 15,6 3-15,-3 6 16,1 3-16,4 2 15,4 5-15,-5 3 16,-8 0-16,-1 3 16,-3 0-16,5-2 15</inkml:trace>
  <inkml:trace contextRef="#ctx0" brushRef="#br0" timeOffset="57677.47">14530 7670 0,'0'0'0,"0"0"0,0 0 16,0 0-16,2 0 15,-2 0-15,0 0 16,4 19-16,-6 5 15,-3 9-15,-2-3 16,0 1-16,1-9 16,1-3-16,2-3 15,1-5 1,2-11-16,-1 7 16,1-7-16,17-3 15,8-9-15,-1-5 16,-4 2-16,-3 1 15,-6 4-15,-4 3 16,-7 7-16,9-9 16,-9 9-16,0 0 15,0 0 1,13 13-16,-7-1 16,1 2-16,1 2 15,0 1-15,2 2 16,4-4-16,5-6 15,5-8-15,4-7 16,2-9-16,1-1 16,-6-9-16,-3-4 15,-1-8 1,-2-3-16,-4 6 0,-6 6 16,-3 8-1,-3 7-15,-3 2 16</inkml:trace>
  <inkml:trace contextRef="#ctx0" brushRef="#br0" timeOffset="60780.03">10477 5815 0,'0'0'0,"-1"-4"0,1 4 0,-3-21 16,0-1-1,-3 0-15,-1 1 16,0 4-16,-9-1 31,-10-1-31,-6 2 16,-5 8-16,1 3 15,-3 4-15,-2 4 16,1 2-16,3 2 16,1 1-1,0 5-15,-1 0 16,1 1-16,4-1 15,1 1-15,2 3 16,2 3-16,0 5 16,2 0-16,1 0 15,1 3-15,3-4 16,0 3-16,-1-1 16,1 0-1,1-1-15,3 0 16,0 2-16,1 0 15,4 0-15,0-2 16,2-2-16,1 0 16,1 1-16,-1 0 15,0 2-15,1 1 16,3-1-16,-1 4 16,2 2-16,1 3 15,0-2-15,-1 1 16,2-3-1,-1 4-15,0 0 16,-1 5-16,2 2 16,1-3-16,1 0 15,2-1-15,-1 0 16,3 3-16,2 0 16,1 4-1,0-2-15,0-1 16,1 0-16,-1 3 15,1 2-15,-1-2 16,1-1-16,-2-2 16,-2-1-16,1 2 15,-1-3-15,0-1 16,0-1-16,0 1 16,2-6-16,0-1 15,0-5 1,3-5-16,2 0 15,0-4-15,4 2 16,6 1-16,4-2 16,-1-3-16,-2-4 15,-1 0-15,4 0 16,4 3-16,3 2 16,1 1-16,-3 0 15,-1-2 1,-6-4-16,-4-1 15,3-1-15,10 0 16,0-2-16,-2 0 16,-5-2-16,-6-2 15,0-1-15,0 0 16,9-1-16,6-1 16,0-1-16,-3-1 15,-9 0 1,-3-1-16,0-1 15,3-2-15,5-1 16,2-1-16,-4 1 16,-6 1-16,-3-3 15,2-1-15,1-1 16,-1-2-16,-4 2 16,-1 1-16,-1-1 15,0-2 1,0 0-16,-1-4 15,1-3-15,-2-3 16,-5-1-16,1-6 16,0-3-16,0-4 15,1-1-15,0 1 16,-2 3-16,1-4 16,-2 3-16,-1 1 15,-4 0 1,-3 3-16,-1 1 15,-2-3-15,-1-1 16,0-1-16,-2 1 16,1 5-16,-1-1 15,1-3-15,-2-2 16,0-1-16,1 1 16,1-1-16,2-2 15,-1-1 1,1-3-16,1 1 15,0 0-15,1-2 16,-1-2-16,3-3 16,2 1-16,1-4 15,3 0-15,1 1 16,0 2-16,1 6 16,0 2-16,-2 2 15,2-1 1,-4 3-16,-3 2 15,-6-3-15,-2 1 16,-6-2-16,-5 0 16,-5 0-16,-5 0 15,-4 0-15,-2 3 16,-5-1-16,-7 2 16,-9 6-16</inkml:trace>
  <inkml:trace contextRef="#ctx0" brushRef="#br0" timeOffset="66093.61">11484 7828 0,'0'0'0,"0"0"0,0-1 15,0 1 1,0 0-16,0 0 16,0 0-16,0 0 15,0 0-15,0 0 16,0 0-16,0 0 15,11 1-15,-11-1 16,13 9-16,-3 0 16,4 0-16,7-1 15,5 0-15,4 1 16,0-1 0,3-1-16,1 0 15,5 0-15,1-1 16,3-1-16,2-2 15,-1 0-15,-2 0 16,-5 0-16,-1 0 16,-4-2-1,-2 2-15,-2 4 16,-1-1-16,4 3 16,4 0-16,5 0 15,2 2-15,4-1 16,2-1-16,6-3 15,0-2-15,1-1 16,2-1-16,0-2 16,-2-1-16,-2-1 15,-2 0-15,-2 0 16,-1 1 0,-2 0-16,1 0 15,-2 0-15,5 1 16,-3 1-16,1 2 15,-5-1-15,-4-1 16,1 2-16,-3-1 16,5 0-16,-1 0 15,1-1 1,2 1-16,-4 0 16,2-1-16,-2 1 15,-3 0-15,-1-1 16,-3 1-16,2 0 15,0 1-15,5 1 16,2 0-16,-2 0 16,3 0-16,-3 0 15,-1 0 1,-3 0-16,-1-2 0,2 2 16,4-2-1,5 0-15,2 0 16,1-2-16,7 2 15,3-4-15,2 1 16,0 0-16,-2 0 16,2 0-16,-3 1 15,-4-1-15,-3 0 16,-3 0-16,-8 1 16,-6 0-1,-4 0-15,-9 1 16,-5 0-16,-5-1 15,-11 0-15,0 0 16,0 0-16</inkml:trace>
  <inkml:trace contextRef="#ctx0" brushRef="#br0" timeOffset="66760.5">13121 8262 0,'0'0'0,"0"-2"15,0 2-15,0-8 16,0-1-16,0-1 16,0 0-16,-1 1 15,-3 1-15,-2-1 16,-6 3-16,-4 2 16,-7 8-1,-4 5-15,2 2 16,-1 6-16,2 2 15,0 5-15,5 0 16,4-2-16,5-1 16,5 0-16,3-1 15,6 2-15,4-1 16,1-3-16,2-2 16,3-2-1,4-2-15,3 0 16,4-1-16,2-3 15,1-4-15,-3-4 16,-1-3-16,-2-3 16,4-11-16</inkml:trace>
  <inkml:trace contextRef="#ctx0" brushRef="#br0" timeOffset="67310.72">13355 8232 0,'0'0'0,"0"0"0,0 0 0,0 0 15,0 4-15,-1 4 16,0 10-16,0 7 16,-1 2-16,0 5 15,0 0 1,0-3-16,0-5 15,0-8-15,-1-4 16,1-3-16,2-9 16,0 0-16,0 0 15,-10 0-15,3-10 16,4-3-16,1-1 16,2-1-16,2 2 15,1 1 1,6-3-16,2-1 15,5-3-15,1 0 16,-2 4-16,-1 3 16,-3 3-16,-3 2 15,-8 7-15,10-8 16,-10 8-16,0 0 16,0 0-16,0 0 15,0 0 1,0 0-16,9 10 15,-9 10-15,0 8 16,-3 5-16,2-3 16,0-3-16,0-3 15,0-1-15,0-4 16,0-4-16,0-5 16,1-10 15</inkml:trace>
  <inkml:trace contextRef="#ctx0" brushRef="#br0" timeOffset="67810.63">13775 8183 0,'0'0'0,"0"0"16,0 1-16,0-1 15,-2 22-15,-2 6 16,-4 8-16,-6 4 16,-3-2-16,-1-3 15,1-4-15,2-5 16,3-6-16,4-5 16,2-6-16,6-9 15,0 0 1,0 0-16,5-21 15,3-9-15,5-9 16,-1 2-16,0 3 16,-1 3-16,-1 6 15,-2 4-15,-2 4 16,0 6-16,-3 4 16,-3 7-16,7-10 15,-7 10 1,0 0-16,13 5 15,-2 8-15,1 6 16,-1 9-16,0 8 16,-3 0-16,-2 1 15,0-6-15,-1-4 16,-1-1-16,-2-7 16,2-5-1,-4-14 1</inkml:trace>
  <inkml:trace contextRef="#ctx0" brushRef="#br0" timeOffset="67977.67">13658 8426 0,'0'0'0,"0"0"0,0 0 0,3-2 0,-3 2 16,23-7-1,2-1-15,5 1 16,3 1-16,2-1 16</inkml:trace>
  <inkml:trace contextRef="#ctx0" brushRef="#br0" timeOffset="68210.23">14105 8299 0,'0'0'0,"3"1"0,-3-1 15,14 3-15,4-1 16,7-2-16,6-2 16,2-1-16,-1-1 15,-6 1 1,-7 0-16,-8 2 15</inkml:trace>
  <inkml:trace contextRef="#ctx0" brushRef="#br0" timeOffset="68394.3">14182 8308 0,'0'0'0,"0"0"0,-2 3 16,-1 5-1,-4 8-15,-1 6 16,0 3-16,0 2 16,2-2-16,0-1 15,1-8-15,2-1 16,-1-2-16</inkml:trace>
  <inkml:trace contextRef="#ctx0" brushRef="#br0" timeOffset="68610.36">13990 8525 0,'0'0'0,"0"0"0,0 0 0,0 0 0,0 0 16,6 3-16,10 1 16,12-2-16,7-2 15,5 0 1,-1-3-16,-3-2 15,-3-2-15,-7 1 16</inkml:trace>
  <inkml:trace contextRef="#ctx0" brushRef="#br0" timeOffset="69129.25">14462 8380 0,'0'0'0,"0"0"0,0 0 15,0 0-15,0 0 16,0 0-16,0 3 15,-3 6 1,-3 8-16,-1 7 16,-2 1-16,1 2 15,0-2-15,1-3 16,1-7-16,4-4 16,0-5-16,2-6 15,0 0-15,0 0 16,12-16-1,5-10-15,1-5 16,-3 0-16,-5 4 16,-2 5-16,-1 7 15,-4 5-15,0 2 16,-3 8-16,0 0 16,0 0-1,10-1-15,1 11 0,4 7 16,0 5-1,1 1-15,-2-2 16,-2-3-16,0-3 16,1-5-16,3-6 15,1-6-15,6-4 16,4-7-16,3-9 16,-1-5-16,-8-1 15,-7 1-15,-4 4 16,-4 6-1,-4 3-15,1 4 16,-1 3-16,-2 7 16,1-11-16,-1 11 15</inkml:trace>
  <inkml:trace contextRef="#ctx0" brushRef="#br0" timeOffset="69760.48">15060 8345 0,'0'0'0,"0"0"0,0 0 15,0 0-15,0 0 16,-2 4-16,-4 6 16,-4 9-16,-3 8 15,-1 2-15,-1 1 16,2-3-16,4-5 15,3-4 1,3-4-16,3-5 16,0-9-16,8 7 15,3-11-15,0-2 16,-1-7-16,-4-1 16,-4-7-16,-3-6 15,-3-2-15,0 0 16,1 4-1,1 5-15,1 2 16,3 4-16,2 1 16,3 1-16,2 1 15,5 2-15,4 4 16,3 4-16,2 4 16,-3 7-16,-4 4 15,-3 1-15,-7-2 16,-4 3-16,-6 3 15,-7 4 1,-6 2-16,-2-6 16,0-3-16,1-3 15,-2-1-15,2-2 16,4-3-16,3-1 16,11-6-16,-9 6 15,9-6-15,0 0 16,1 12-16,7-1 15,4 0-15,6 0 16,2-3 0,2-2-16,7 1 15,-8-5-15</inkml:trace>
  <inkml:trace contextRef="#ctx0" brushRef="#br0" timeOffset="70077.5">15369 8360 0,'0'0'0,"0"4"0,-2 3 16,0 10-16,-1 6 16,0-1-16,0 0 15,1-3 1,2-5-1,9-4-15,7-6 16,6-5 0,-4-2-16,2-8 15,-1-4-15,0-6 16,-3 0-16,-5-1 16,-3 5-16,-4 1 15,-1 5-15,-2 1 16,-1 0-16,-3-2 15</inkml:trace>
  <inkml:trace contextRef="#ctx0" brushRef="#br0" timeOffset="70377.43">15662 8263 0,'0'0'0,"0"0"0,0 0 15,-2 7-15,-1 8 16,-3 10-16,-2 5 16,-5-2-1,-1 0-15,2-6 16,1-7-16,6-6 16,5-9-16,0 0 15,2 6-15,-2-6 16,27 0-16,-1-9 15,2-6-15,3-6 16,112-100 15</inkml:trace>
  <inkml:trace contextRef="#ctx0" brushRef="#br0" timeOffset="70777.72">15735 8221 0,'0'0'0,"0"0"0,-3 0 15,3 0-15,-21 2 16,2 2-16,1 1 16,4 0-16,3-1 15,11-4-15,-14 9 16,14-9-16,0 0 15,-2 8-15,2-8 16,14 8-16,-3-4 16,-1 0-1,-10-4-15,14 6 16,-14-6-16,-1 9 16,-6 4-16,-11 6 15,-4 3-15,0-4 16,6-4-16,5-7 15,9 0-15,5 2 16,10 1 0,9-4-16,10-6 15,12-5-15,12-5 16,-28 5-16,209-94 16</inkml:trace>
  <inkml:trace contextRef="#ctx0" brushRef="#br0" timeOffset="74010.95">10771 5547 0,'0'0'0,"0"0"0,0 0 0</inkml:trace>
  <inkml:trace contextRef="#ctx0" brushRef="#br0" timeOffset="77661.34">12393 6705 0,'0'0'0,"0"0"0,0 0 0,0 0 15,0 5-15,1 5 16,-1 7-16,2 9 16,-1 5-16</inkml:trace>
  <inkml:trace contextRef="#ctx0" brushRef="#br0" timeOffset="83511.89">6692 528 0,'0'0'0,"0"0"0,0 0 0,0 0 15,0 0-15,0 0 16,0 0-16,-1 3 16,1-3-16,-3 17 15,-1 1-15,1 3 16,-1 3-16,-1 2 16,0 1-16,-2 1 15,-2 0 1,0-1-16,1 0 15,0-2-15,-1 1 16,2-1-16,1-2 16,0-4-16,3-3 15,1-4-15,3-3 16,3 0-16,4-2 16,4-1-16,7-4 15,8-4-15,8-6 16,3-5-1,0 0-15,-7 0 16,-1 3-16,-5 0 16,0 1-16,-5 1 15</inkml:trace>
  <inkml:trace contextRef="#ctx0" brushRef="#br0" timeOffset="84693.4">7207 656 0,'0'0'0,"0"0"0,0 0 0,0 0 16,-2 3-1,2-3-15,-15 17 16,3 1-16,-1 3 16,2 0-16,4 2 15,1 0-15,2 1 16,5-1-16,2-4 16,4-2-16,0-4 15,3-2-15,1-5 16,5-6-1,7-6-15,0-9 16,-2-1-16,-6-1 16,-6-2-16,-5 1 15,-1-3-15,-6-1 16,-2 0-16,-2 2 16,-3 5-16,0 3 15,1 4 1,9 8-16,-13-10 15,13 10-15,0 0 16,-11-4-16,11 4 16,0 0-16,-7 10 15,8 0-15,11 3 16,9 1-16,19-4 16,11-7-16,5-13 15,3-7-15,-2-7 16,-8-2-16,-10 0 15,-10 4 1,-9 4-16,-6 4 16,-5 2-16,-4 4 15,-3 2-15,-2 6 16,2-8-16,-2 8 16,0 0-16,-7-6 15,7 6 1,-19 5-16,8 4 15,1 5-15,4 7 16,4 6-16,5 4 16,7 0-16,5 3 15,3-4-15,0-3 16,-1 0-16,-4-8 16,-8-1-16,-8 7 15,-7 1-15,-6 0 16,-2-2-16,-2-3 15,5-7 1,2-3-16,4-5 16,9-6-16,0 0 15,-10 5-15,10-5 16,17-28-16,22-25 16,8-2-16,3-2 15,-1 4-15,-2 0 16,-2 4-1,-12 12-15,-6 7 16,-8 8-16,-7 8 16,-7 5-16,-5 9 15,4-7-15,-4 7 16,0 0-16,-30 12 16,-2 9-16,2 5 15,5-1-15,6 0 16,6 2-1,4-1-15,8 0 16,9 2-16,11 6 16,6 3-16,7 0 15,-1-3-15,-7-7 16,-6-7-16,-7-4 16,-11 7-16,-14 10 15,-31 20-15,-32 23 16</inkml:trace>
  <inkml:trace contextRef="#ctx0" brushRef="#br0" timeOffset="85443.49">8154 844 0,'0'0'0,"0"0"0,3 1 16,-3-1-16,18 8 15,1 2-15,5 1 16,5 3-16,4 0 15,4-4-15,2-3 16,0-4 0,-1-1-16,-5-3 15,-4-1-15,-6-1 16,-4 1-16,-3 0 16,-2 0-16,-1 1 15,-3 0-15,-10 1 16,15-1-16</inkml:trace>
  <inkml:trace contextRef="#ctx0" brushRef="#br0" timeOffset="85793.57">8525 720 0,'0'0'0,"0"0"0,0 0 15,0 0-15,0 0 16,0 0 0,0 0-16,0 2 15,0-2-15,6 8 16,3 5-16,5 4 16,4 3-16,1 1 15,0 0-15,-3-2 16,-2-3-16,-1 0 15,-7 1 1,-7 7-16,-9 8 16,-14 9-16,-21 10 15,-12 1-15,-16 1 16,1-6-16,4-7 16</inkml:trace>
  <inkml:trace contextRef="#ctx0" brushRef="#br0" timeOffset="88094.29">8982 755 0,'0'0'0,"0"0"0,0 0 16,0 4-16,-2 8 15,-3 13-15,0 12 16,-1 4-16,2 4 16,0 0-16,0-2 15,1-2 1,0-1-16,1-2 16,-2-2-16,0 0 15,-2-1-15,1-3 16,1-7-16,1-10 15</inkml:trace>
  <inkml:trace contextRef="#ctx0" brushRef="#br0" timeOffset="88427.08">8962 774 0,'0'0'0,"0"0"0,0 0 0,0-4 16,0 4-16,8-13 16,6 0-1,6-3-15,1 3 0,-1 3 16,-2 3 0,-1 2-16,-2 3 15,-1 2-15,-14 0 16,17 7-16,-17-7 15,12 13-15,-8-1 16,-6 4-16,-5 6 16,-7 7-16,-6 1 15,2-5-15,2-5 16,5-8-16,4-5 16,7-7-1,0 0-15,0 0 16</inkml:trace>
  <inkml:trace contextRef="#ctx0" brushRef="#br0" timeOffset="88810.05">9461 598 0,'0'0'0,"0"0"0,3 3 15,1 3-15,2 7 16,3 3-16,4 7 15,0 7-15,3 7 16,-2-1-16,-2 6 16,-5-3-16,-4 1 15,-5-2-15,-9 5 32,-4-2-17,-1-7-15,4-11 16,4-14-16,8-9 15,0 0-15,-11-9 16,13-13-16,8-12 16,6-5-16,6-2 15,5-3-15,1 3 16,2 4-16,1 0 16,-2 8-1,-2 2-15,-2 3 16,-6 4-16</inkml:trace>
  <inkml:trace contextRef="#ctx0" brushRef="#br0" timeOffset="89259.88">9814 834 0,'0'0'0,"0"0"15,0 2-15,0-2 16,0 0-16,3 8 15,-3-8-15,24 3 16,5-10-16,9-6 16,5-5-16,0-5 15,-5 1-15,-8 0 16,-6 0 0,-7-4-16,-4 1 15,-4 0-15,-6 6 16,-4 7-16,-3 2 15,-7 3-15,-11 4 16,-13 6-16,-7 10 16,2 3-16,5 6 15,5 0-15,3 4 16,8 6-16,4 0 16,7 3-1,8 1-15,8 1 16,6-2-16,8-3 15,24-5 1,14-10 0,10-11-16,-9-8 15,-12-15-15</inkml:trace>
  <inkml:trace contextRef="#ctx0" brushRef="#br0" timeOffset="89910.13">10374 735 0,'0'0'0,"0"0"0,-4 1 16,4-1-16,-10 5 16,0 0-16,-5 3 15,-5 2-15,-3 0 16,0 3-16,0 0 16,4 1-16,5-2 15,0 1 1,2 3-16,2 2 15,4-2-15,6-1 16,4-1-16,5 1 16,3-4-16,5-5 15,6-9-15,4-15 16,-1-13-16,4-17 16,-1-8-1,-1-5-15,0-2 16,-4 4-16,0 1 15,-9 11-15,-4 10 16,-5 12-16,-3 11 16,-3 6-16,0 8 15,0 0-15,0 0 16,0 0-16,-23 19 16,3 16-1,1 13-15,4 6 16,2 3-16,4 3 15,5-6-15,6-4 16,7-3-16,3-12 16,3-7-16,0-10 15,2-9-15,11-9 16,8-15-16,4-7 16,-4-4-1,-13 5-15,-8 7 16,-8 7-16,-7 7 15,0 0-15,0 0 16,0 0-16,0 0 16,11 8-16,-12 20 15,-3 9-15,0-2 16,0-8-16,2-9 16</inkml:trace>
  <inkml:trace contextRef="#ctx0" brushRef="#br0" timeOffset="90093.87">10823 508 0,'0'0'0,"0"0"0,0 0 0,0 0 0,0 0 16,0 0-16,2 1 15,-2-1-15,19 13 16</inkml:trace>
  <inkml:trace contextRef="#ctx0" brushRef="#br0" timeOffset="90478.18">11285 768 0,'0'0'15,"0"0"-15,0 0 0,0 0 0,-3 0 16,3 0-16,-18 7 15,-10 11-15,-11 12 16,2 3-16,5 2 16,7-1-16,5 1 15,8 4-15,5-4 16,6-5-16,5-6 16,11-7-16,13-3 15,15-7-15,14-4 16,0-14-1,4-6-15</inkml:trace>
  <inkml:trace contextRef="#ctx0" brushRef="#br0" timeOffset="90943.95">11495 893 0,'0'0'0,"0"0"15,0 0-15,0 0 16,9 2-16,13 2 16,18 5-16,4 0 15,4-1-15,0-2 16,-1-3-16,-2-3 16,-5-3-16,-4-2 15,-6 0-15,-6 0 16,-7 0-1,-6 1-15,-11 4 16,0 0-16,10-8 16,-15 0-16,-10-3 15,-8-3-15,1 1 16,3 6-16,5 1 16,4 2-16,10 4 15,-11-4 1,11 4-16,0 0 15,0 0-15,0 0 16,0 0-16,15 14 16,11 5-16,-1-1 15,-5-3-15,-5-4 16,-6 1-16,-7 3 16,-10 5-16,-12 10 15,-12 7 1,-14 0-16</inkml:trace>
  <inkml:trace contextRef="#ctx0" brushRef="#br0" timeOffset="93711.46">12818 3851 0,'0'0'0,"0"0"0,0 0 0,0 0 0,3-3 0,-3 3 16,29-13 0,3 0-16,3 0 15,3 7-15,1 1 16,-5 3-16,-8-1 16,-9 3-16,-7 0 15,-10 0-15,0 0 16,0 0-16,0 0 15,-5 8-15,-21-4 16</inkml:trace>
  <inkml:trace contextRef="#ctx0" brushRef="#br0" timeOffset="94593.65">12223 860 0,'0'0'0,"0"0"0,0 0 16,0 0-16,-1 3 15,-2 6-15,-3 6 16,0 5-16,1 2 15,5 1 1,4 5-16,2 4 0,4-2 16,0-7-1,3-6-15,5-6 16,4-2-16,4-7 16,0-7-16,1-5 15,-3-6-15,-5-3 16,-5 0-16,-1-3 15,-1-5-15,-3-3 16,-3 0-16,-9 0 16,-9 0 15,-2 8-31,0 4 16,1 9-16,2 4 15,-1 1-15,0 5 16,1 1-16,-1 3 15,4 4-15,4-1 16</inkml:trace>
  <inkml:trace contextRef="#ctx0" brushRef="#br0" timeOffset="95043.49">12680 728 0,'0'-3'0,"0"3"0,0 0 0,0-10 15,0 10-15,0 0 16,0 0-16,0 25 16,0 3-16,2 5 15,2-1-15,0 0 16,1-8-16,3-2 15,2-6-15,8-7 32,8-8-17,5-9-15,-4-3 16,-10 2-16,-6 3 16,-11 6-16,13-6 15,-13 6-15,0 0 16,0 0-16,13 5 15,-6 5-15,2 4 16,1-1-16,-1 1 16,0-1-1,1-3-15,1-2 0,3-4 16,7-1 0,7-8-16,10-12 15,3-8-15</inkml:trace>
  <inkml:trace contextRef="#ctx0" brushRef="#br0" timeOffset="95243.66">13201 593 0,'0'0'0,"0"0"0,-1 3 15,-1 3-15,-3 11 16,-1 11-16,0 6 15,-2 10-15,-1 6 16,0 0-16,-2 11 31</inkml:trace>
  <inkml:trace contextRef="#ctx0" brushRef="#br0" timeOffset="95444.4">13079 808 0,'1'-3'0,"-1"3"16,2-8-16,-2 8 15,0 0 1,0 0-16,18-3 16,11 2-16,7 0 15,6 0-15,1-4 16,-1-3-16,1-3 15</inkml:trace>
  <inkml:trace contextRef="#ctx0" brushRef="#br0" timeOffset="96477.04">13580 912 0,'0'-1'0,"0"1"0,0 0 16,1-8 0,-1 8-16,22-2 15,12 3-15,13 8 16,4-2-16,3 1 15,5 1-15,2-8 16,-11-2-16,-2-5 16,-14 0-16,-10 0 15,-1-2-15,-9 3 16,-3 0 0,0 1-16,-11 4 15,0 0-15,5-6 16,-16 0-16,-7-5 15,-14 4-15,-2 2 16,7 1-16,7 1 16,7 2-16,13 1 15,-16-2-15,16 2 16,0 0-16,-10-8 16,10 2-1,0 6-15,12-7 16,6 5-16,12 4 15,6 2-15,-5 1 16,-5 3-16,-8 3 16,-6 3-16,-4 0 15,-9 3-15,-9 5 16,-7 2 0,-7 3-16,0-7 15,4-5-15,-2-2 16,5-4-16,6-6 15,11-3-15</inkml:trace>
  <inkml:trace contextRef="#ctx0" brushRef="#br0" timeOffset="96959.98">14399 768 0,'0'0'0,"0"0"0,0 2 16,0 5-16,2 9 15,1 9-15,-1 7 16,0 3-16,-1 1 16,1-6-1,-1-6-15,1-8 16,2-6-16,3-3 15,-7-7-15,25 8 16,-4-10-16,2-4 16,-2-4-16,0-1 15,-6 3-15,-2 2 16,-3 1-16,0 2 16,1 5-1,1 3-15,-1 2 16,2 3-16,0 2 15,0 0-15,0-2 16,-2 0-16,0-6 16,5-4-16,3-4 15,-3-9-15,0-10 16,-6-4-16,-4 1 16,-4 1-1,-2 4-15,-1 3 16,0 5-16,-1 2 15,0 3-15,1 0 16</inkml:trace>
  <inkml:trace contextRef="#ctx0" brushRef="#br0" timeOffset="97509.52">14850 936 0,'0'0'0,"0"0"16,3 3-16,5 6 15,5 5-15,9 5 16,7-5-16,3-4 16,0-4-16,-4-7 15,-3-6-15,-2-5 16,-4-4-16,-2-7 16,-5-3-1,-3-2-15,-8-1 31,-4 7-31,-2 9 16,-3 7-16,-1 5 16,-6 7-16,-5 7 15,2 6-15,4 3 16,3 2-16,8-1 16,2-3-16,3-4 15,3-3 1,4-4-16,11 0 15,9-5-15,9-4 16,-2-8-16,-8-3 16,-9 1-16,-6 3 15,-13 7-15,15-10 16,-15 10-16,0 0 16,0 0-16,10 3 15,-6 12 1,-1 12-16,-3 6 15,-3-2-15,0-2 16,-1-5-16,1-7 16,0-3-16,-1-4 15,4-10-15,-6 6 16</inkml:trace>
  <inkml:trace contextRef="#ctx0" brushRef="#br0" timeOffset="97660.35">15423 769 0,'0'0'0,"0"0"0,0 0 16,0 0-16,1 5 16</inkml:trace>
  <inkml:trace contextRef="#ctx0" brushRef="#br0" timeOffset="98543.42">15524 909 0,'0'0'0,"0"0"0,0 1 16,0-1-16,0 0 16,0 11-16,-1 1 15,-1 5 1,-1 4-16,-1 3 15,1-1-15,0-2 16,1-4-16,0-4 16,2-5-16,0-8 15,2 8-15,-2-8 16,15 4-16,-2-5 16,0-3-16,2 1 15,-6 1-15,-9 2 16,0 0-1,11-3-15,-11 3 16,-3 12-16,-6 15 16,-12 15-16,-6 11 15,1 2-15,-13 15 32,4-10-32,8-17 15,6-13 1,12-17-16,9-13 15,-8 7-15,8-7 16,0 0-16,5-35 16,22-43-16,19-18 15,2 13-15,-3 6 16,1 15-16,-6 12 16,-8 9-16,-10 11 15,-7 8-15,-6 7 16,-5 8-1,-4 7-15,0 0 16,0 0-16,0 0 16,4 11-16,-8 27 15,-4 17-15,-4 4 16,-4 2-16,-4-5 16,-2-6-16,2-10 15,6-12-15,4-9 16,4-9-1,6-10-15,3 10 16,17-12-16,20-14 16,12-14-16,-3 0 15,-14 8-15,-9 5 16,-26 17-16,0 0 16,10-5-1,-10 5-15,0 0 0,0 0 16,0 0-1,0 0-15,14 4 16,-5 9-16,-1 16 16,-3-1-16,-3-2 15,-1-6-15,-1-3 16,0 2-16,0 5 16,-1 11-16,0 4 15</inkml:trace>
  <inkml:trace contextRef="#ctx0" brushRef="#br0" timeOffset="133427.01">14446 3881 0,'0'0'0,"0"0"0,0 0 0,0 0 0,0 0 16,0 1-16,0-1 16,-1 10-16,0-1 15,-1 5-15,0 6 16</inkml:trace>
  <inkml:trace contextRef="#ctx0" brushRef="#br0" timeOffset="133809.47">14197 4190 0,'0'0'0,"3"-1"0,-3 1 16,13-5-16,3-1 15,8 1-15,4-2 16,7 0-16,-1 0 15,0-1-15,0 3 16,1 1-16,0-1 16,-3 1-16,-5 1 15,-3 0-15,-5 1 16,-2 0-16,-1 2 16,-4-1-1</inkml:trace>
  <inkml:trace contextRef="#ctx0" brushRef="#br0" timeOffset="134576.19">14380 4318 0,'0'0'0,"0"0"0,0 0 0,0 0 0,7-3 16,-7 3-16,21-12 15,-8 6-15,0-1 16,-2 2-16,-11 5 15,17-5-15,-17 5 16,11-2-16,-11 2 16,0 0-16,10 0 15,-10 0-15,6 9 16,-5 4-16,-4 7 16,-5 6-1,-3 2-15,0-3 16,0-2-16,4-7 15,1-4-15,2-2 16,4-10-16,-5 10 16,5-10-16,0 0 15,0 0 1,0 0-16,0 0 16,22 0-16,0-7 15,4-6-15,0-4 16,-3 0-16,-2 0 15,-6 3-15,-5 4 16,-1 2-16,-3 1 16,-6 7-16,7-10 15,-7 10-15,0 0 16,5-7 0,-5 7-16,0 0 15,0 0-15,0 0 16,0 0-16,0 0 15,0 0-15,-4 11 16,0 0-16,1 4 16,1 0-16,1 1 15,2-2-15,3-1 16,5-2 0,9 0-16,12-2 15,19-2-15,2-11 16</inkml:trace>
  <inkml:trace contextRef="#ctx0" brushRef="#br0" timeOffset="147959.54">11958 3860 0,'0'0'0,"0"0"0,0 0 0,0 0 0,0 0 15,1-2-15,-1 2 16,0 0-16,0 0 16,0 0-16,10-5 15,-10 5-15,21-6 16,-3 1-16,1 0 15,1-2 1,0 2-16,0 0 16,-3 0-16,2 0 15,0 0-15,1 1 16,-1-1-16,1 2 16,1-2-16,2 1 15,1 0-15,-4 0 16,-2 2-16,-3 0 15,-2 0 1,-1 0-16,0 0 16,-2 1-16,2 0 15,2-1-15,1 1 16,2-1-16,2 0 16,3 1-16,0-1 15,1 0-15,1 1 16,-2-1-16,-1 0 15,-2 1-15,-3 0 16,0 0 0,1 1-16,0-2 15,3 2-15,-4-1 16,2 0-16,1 0 16,3 0-16,-1 0 15,2 1-15,1-1 16,2 0-16,2 1 15,-1-1-15,0 0 16,-4 1-16,-1-2 16,-2 1-1,-1 0-15,-2 1 16,0-1-16,0 0 16,0 1-16,1 0 15,0 0-15,-2 0 16,-1 0-16,-1 0 15,-1 0 1,1 0-16,-1 0 16,1-1-16,2 1 15,-2 0-15,0-1 16,0 1-16,0-1 16,-1 0-16,-1 1 15,0-1-15,-12 1 16,16-2-16,-16 2 15,13-3-15,-13 3 16,0 0 0,13-1-16,-13 1 15,0 0-15,0 0 16,10-4-16,-10 4 16,0 0-16,0 0 15,0 0-15,0 0 16,0 0-16,0 0 15,0 0-15,0 0 16,0 0 0,0 0-16,0 0 15,0 0-15,0 0 16,0 0-16,0 0 16,0 0-16,0 0 15,10-3-15,-10 3 16,0 0-16,0 0 15,0 0-15,0 0 16,0 0 0,0 0-16,0 0 15,0 0-15,0 0 16,0 0-16,0 0 16,0 0-16,0 0 15,0 0-15,0 0 16,0 0-1,0 0-15,0 0 0,0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</inkml:trace>
  <inkml:trace contextRef="#ctx0" brushRef="#br0" timeOffset="154576.79">13910 3672 0,'0'0'0,"0"0"0,0 0 16,0 0-16,0 0 15,0 0-15,0 0 16,0 0 0,0 0-16,0 0 15,0 0-15,0 0 16,0 0-16,5-1 16,-5 1-16,13 0 15,-13 0-15,19 0 16,-9 0-1,0 0-15,0 0 0,-1 0 16,-9 0-16,15 0 16,-15 0-1,10 0-15,-10 0 16,11 0-16,-11 0 16,21-1-16,-9 0 15,-12 1 1,4-18-1</inkml:trace>
  <inkml:trace contextRef="#ctx0" brushRef="#br0" timeOffset="154976.23">13903 3698 0,'0'0'0,"0"0"0,0 0 0,0 0 16,0 2-16,-1 6 15,-2 13 1,-2 7-16,1 0 0,-1-5 16,0 0-1,-2 1-15,3-2 16,-2 3-16,-1-2 16,0 3-16,-1-1 15,-1-2-15,0-3 16,2-6-16,-1 1 15,0-3-15,-1 0 16,0-2 0,1-2-16,-2-1 15,10-7-15,-15 6 16,15-6-16,-14 2 16,14-2-16,-16-3 15,16 3-15,-12-9 16,6-1-16,-1-6 15</inkml:trace>
  <inkml:trace contextRef="#ctx0" brushRef="#br0" timeOffset="155276.87">13701 3899 0,'0'0'0,"0"0"0,0 0 15,0 0 1,0 0-16,0 0 16,8 3-16,3 0 15,6-1-15,4-4 16,3-1-16,2-2 15,2 1 1,-1 0-16,1 0 16,-3 0-16,-5 2 0,-2 1 15,-3 0 1,-1-2-16,-14 3 16</inkml:trace>
  <inkml:trace contextRef="#ctx0" brushRef="#br0" timeOffset="155826.47">14271 3683 0,'0'0'0,"2"-2"16,-2 2-16,0 0 16,0 0-16,0 0 15,0 0 1,0 0-16,-9 18 16,-8 12-16,-3 4 15,-6 3-15,5-8 16,7-10-16,-3 5 15,3-4-15,5-3 16,4 5-16,7-2 16,7-1-1,-3-2-15,3-2 16,3-4-16,-3-1 16,2 0-16,2-1 15,2 0-15,7-2 16</inkml:trace>
  <inkml:trace contextRef="#ctx0" brushRef="#br0" timeOffset="156442.97">14363 3856 0,'0'0'0,"0"0"0,0 0 16,0 0-16,4 0 16,-4 0-16,10 0 15,-10 0 1,11-2-16,-11 2 16,12-2-16,-12 2 15,11 0-15,-11 0 16,0 0-16,0 0 15,6 7-15,-8 3 16,-1 3-16,-1 4 16,-3-4-16,1 1 15,0-4-15,3-1 16,3-9 0,-4 9-16,4-9 15,0 0-15,0 0 16,4-8-16,2-4 15,3-4-15,1-1 16,0-2-16,-2 4 16,-1 2-16,1 2 15,-2 4-15,-2 0 16,-4 7 0,5-9-16,-5 9 15,0 0-15,0 0 16,0 0-16,13 6 15,-7 3-15,-1 1 16,1 4-16,-2-1 16,-1 1-16,1-1 15,-1-1 1,0-1-16,1 0 16,1-1-16,2-2 15,1-1-15,3-2 16,1-4-16</inkml:trace>
  <inkml:trace contextRef="#ctx0" brushRef="#br0" timeOffset="156742.93">14617 3696 0,'0'0'0,"0"0"16,0 0-16,0 0 15,0 0-15,0 2 16,0-2-16,9 12 16,0 2-16,4 4 15,1 6-15,-2 3 16,-4-5 0,-3 2-16,-2 1 15,-6 3-15,-6 4 16,-5 2-16,-10 0 15,-2-2-15,0-5 16,3-6-16</inkml:trace>
  <inkml:trace contextRef="#ctx0" brushRef="#br0" timeOffset="157809">14888 3918 0,'0'0'0,"0"0"0,0 0 15,0 0-15,0 0 16,0 0-16,0 0 16,0 0-1,0 0-15,0 0 16</inkml:trace>
  <inkml:trace contextRef="#ctx0" brushRef="#br0" timeOffset="158725.88">15150 3143 0,'0'468'0,"0"-468"0,0 0 0,0 0 16,0 0-16,0 0 15,-2 0-15,2 0 16,0 0-16,-13 6 16,3 0-16,-2 1 15,0 2-15,-3 3 16,3-1-16,0 3 16,1 0-1,2 1-15,2 0 16,2 2-16,1 3 15,3-1-15,0 1 16,2-3-16,0-2 16,1-1-16,-1-2 15,1 1-15,-1-2 16,1 1-16,0 4 16,0 3-16,-2 2 15,-1 1 1,0-3-16,0-2 15,1-3-15,-1-1 16,1-2-16,0 1 16,1 0-16,-1-2 15,2 1-15,0-1 16,1 0-16,0-1 16,1 1-1,0 0-15,1-1 16,-1-1-16,3-1 15,-7-7-15,15 10 16,-1-8-16</inkml:trace>
  <inkml:trace contextRef="#ctx0" brushRef="#br0" timeOffset="159176.94">15232 3830 0,'0'0'0,"0"0"0,0 0 0,0 0 0,0 2 15,0-2-15,0 0 16,0 10-16,0-10 16,0 12-16,0-3 15,0 2-15,0 2 16,0 3-16,0 0 16,0 1-16,0-1 15,0-6 1</inkml:trace>
  <inkml:trace contextRef="#ctx0" brushRef="#br0" timeOffset="159409.51">15313 3931 0,'0'0'0,"0"0"16,0 0-16,2-2 16,-2 2-16,11-4 15,0 0-15,1-1 16,3 0-16,-2 0 16</inkml:trace>
  <inkml:trace contextRef="#ctx0" brushRef="#br0" timeOffset="159859.57">15596 3786 0,'-2'0'0,"2"0"16,0 0-16,-10 1 16,10-1-16,0 0 15,-10 6-15,10-6 16,-11 15-1,3-1-15,0 5 16,0 5-16,2 0 16,1 2-16,0 1 15,2-4-15,-1 2 16,-1-1-16,-2 0 16,-3-2-16,2-4 15,-1-1-15,2-3 16,-1 0-1,0-2-15,0-4 16,-5-4-16</inkml:trace>
  <inkml:trace contextRef="#ctx0" brushRef="#br0" timeOffset="160076.22">15488 3712 0,'0'0'0,"0"0"0,0 0 15,0 0-15,0 0 16,5 2-16,-5-2 16,0 0-16,10 5 15,-10-5-15,0 0 16,13 4-1</inkml:trace>
  <inkml:trace contextRef="#ctx0" brushRef="#br0" timeOffset="160309.78">15460 3920 0,'0'0'0,"0"0"16,0 0-16,0 0 16,5 1-16,-5-1 15,0 0-15,15-3 16</inkml:trace>
  <inkml:trace contextRef="#ctx0" brushRef="#br0" timeOffset="160611.4">15627 3842 0,'0'0'0,"0"0"16,-1 4-16,-2 2 15,-2 9-15,-4 7 16,1 3-16,-1 2 15,2-4 1,3 0-16,-1 1 16,0-4-16</inkml:trace>
  <inkml:trace contextRef="#ctx0" brushRef="#br0" timeOffset="161559.73">15758 3815 0,'16'52'0,"-16"-52"0,0 0 0,0 0 15,0 0-15,0 0 16,0 0-16,2 7 16,-2 0-16,0 5 15,-1 1-15,-1 0 16,-1 1-16,-14 27 15,8-23-15,3-7 16,1-3 0,5-8-16,-6 8 15,6-8-15,0 0 16,0 0-16,0 0 16,0 0-16,-10-13 15,8 3-15,2 1 16,0 2-16,1 0 15,-1 7 1,3-11-16,-3 11 16,3-7-16,-3 7 15,0 0-15,0 0 16,0 0-16,0 0 16,0 0-16,7 12 15,-4 4 1,-3 1-16,-2-1 0,1-4 15,0-2-15,0-4 16,1-6 0,0 7-16,0-7 15,0 0-15,0 0 16,0 0-16,15-1 16,-15 1-16,0 0 15,13-6-15,-13 6 16</inkml:trace>
  <inkml:trace contextRef="#ctx0" brushRef="#br0" timeOffset="162076.13">15836 3573 0,'0'0'0,"0"0"0,0 0 0,0 0 0,0 0 0,0 4 0,0 2 0,0 6 0,0 7 0,0 11 0,0 5 0,0 2 0,0-6 0,0-2 0,0 0 0,-1 3 0,0 3 0,-2 4 0,-2-6 16,0-1-16,-1 0 16,-12 4-1,-26 46-15,25-43 16,-2 0-16,0-1 16,-2-2-16,4-6 15,3-5-15,1-2 16</inkml:trace>
  <inkml:trace contextRef="#ctx0" brushRef="#br0" timeOffset="164492.81">13774 4339 0,'0'0'0,"0"0"16,0 0-16,0-3 15,0 3-15,8-13 16,4-2-16,12-3 16,14-4-1,6 1-15,10 2 16,-2 2-16,-7 5 16,3 2-16,-16 5 15,-3 2-15,0 1 16,-3 2-16,0 2 15,-1-1-15,-1 1 16,2 1-16,6-1 16,8 2-1,2-1-15,3 2 16,-1-2-16,-4 0 16,-3-1-16,-5 1 15,1-1-15,2 1 16,5-1-16,3-2 15,3-1-15,2-3 16,-1-1-16,2 0 16,0 0-16,-3 0 15,-2 2 1,-2 1-16,-4 3 16,-2 2-16,1 3 15,-1 1-15,-3-1 16,0 1-16,-4-1 15,0 0-15,1 1 16,-1-1-16,0 0 16,0 0-1,0-1-15,-1-1 16,-1 0-16,-1-1 16,-2 1-16,1-2 15,-3 0-15,-1-2 16,-2-2-16,-19 2 15,0 0-15,14-2 16,-14 2-16,20-10 16,-8-3-1,-1-5-15,-2-7 0,-4 3 16,-1 1 0,-3-2-16,0 0 15,0-1-15,-1-1 16,0-2-16,0-5 15,0-1-15,0-1 16,0 6-16,0-3 16,0 3-16,0 0 15,0 3-15,0 0 16,0-1 0,0-2-16,0 3 15,0 0-15,0 1 16,0-1-16,0 0 15,-1-1-15,1 2 16,0-2-16,0 3 16,0 0-16,-1 1 15,0 3-15,1 1 16,-2 4 0,0 0-16,-1 1 15,1 0-15,-10-2 16,-1 0-16,-39-35 15,22 30-15,-3 4 16,-2 2-16,-6 2 16,-10 1-16,-7 1 15,-7 1 1,-6 4-16,-2 3 16,-2 1-16,0 3 15,-2 0-15,-3 1 16,-2 1-16,-4 0 15,2 1-15,-1-1 16,8 0-16,4-1 16,6 0-16,5 0 15,7-1 1,6 0-16,10-1 16,5 0-16,6-1 15,0 1-15,4 0 16,1 0-16,-3 0 15,3 0-15,-2-1 16,2 2-16,1 2 16,-1 4-16,-1 4 15,1 0-15,0-2 16,1-1 0,3 2-16,0-1 15,-2 5-15,0 4 16,-3 6-16,5-1 15,-1 5-15,3-4 16,0 2-16,3-3 16,1-2-16,0 2 15,1-4-15,-1 8 16,-2 5 0,2 2-16,1 3 15,3-3-15,1-4 16,-1 2-16,1 3 15,2-2-15,0-3 16,0-2-16,2-3 16,0 0-16,1 6 15,3 1-15,1 0 16,1 1-16,2-6 16,1-1-1,2-3-15,1 0 16,1-3-16,1-2 15,2-1-15,1-1 16,7-3-16,10-6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29:02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7500 3907 0,'0'0'0,"0"0"0,0 0 16,0 0-16,0 2 15,0-2-15,0 0 16,0 0-16,0 9 16,0-9-16,2 14 15,0-5-15,0 1 16,2 0-1,1 0-15,0-2 16,-1-2-16,-4-6 16,17 11-16,-5-8 15,9-3-15,9-5 16,9-10-16,6-9 16,6-6-16,3-9 15,2-6-15,-1-5 16,-3 1-16,-3 0 15,-2 0 1,-2 1-16,-3 6 16,-4 1-16,-2 4 15,-2 4-15,-1 3 16,-4 7-16,-4 3 16,-3 3-16,-6 6 15,-3 3-15,-13 8 16,14-9-16,-14 9 15,0 0 1,0 0-16,11-4 16,-11 4-16</inkml:trace>
  <inkml:trace contextRef="#ctx0" brushRef="#br0" timeOffset="2100.21">3662 4276 0,'0'0'0,"0"0"0,0 0 15,3-1-15,-3 1 16,0 0-16,0 0 16,0 0-16,0 0 15,0 0-15,0 0 16,10-6-16,-10 6 15,0 0 1,0 0-16,11-3 16,-11 3-16,25-5 15,-6 2-15,4-2 16,3 0-16,2-1 16,2 0-16,4 0 15,0-1-15,2 2 16,0 1-16,0 1 15,3 1-15,-4 2 16,-2 0 0,-2 0-16,-2 0 15,2 0-15,0 2 16,-1 0-16,0 0 16,-5 1-16,4 0 15,-1 2-15,2 1 16,0 1-16,0-1 15,3 2-15,1 0 16,2-1 0,-1-1-16,0-2 15,2-2-15,1-2 16,0 0-16,-3 0 16,0 0-16,-1-1 15,1 0-15,1-1 16,-1 0-16,0 0 15,-3 0-15,0 1 16,-1 0-16,0-1 16,-2 0-1,-1 1-15,-1-1 16,0 2-16,-1 0 16,3 0-16,0 2 15,1-1-15,1 1 16,-1 0-16,0-1 15,3 0-15,1 0 16,1-1 0,2-2-16,1-2 15,2-2-15,2-2 16,1 0-16,0 0 16,-4 1-16,-2 0 15,-6 1-15,-1 1 16,1 1-16,0 0 15,-5 3-15,0 1 16,-4 1-16,0 0 16,-3 2-1,-4-1-15,-4 0 16,1 1-16,-12-3 16,17 5-16,-17-5 15,12 3-15,-12-3 16,0 0-16,13 6 15,-13-6-15,21 8 16,-1-6-16</inkml:trace>
  <inkml:trace contextRef="#ctx0" brushRef="#br0" timeOffset="7066.67">13320 3961 0,'0'0'0,"0"1"0,0-1 0,0 0 16,0 0-1,0 0-15,0 0 16,-3 7-16,3-7 16,-1 14-16,-2 5 15,-2 4-15,1 8 16,-1 2-16,1 1 16,-1 3-16,1 0 15,-1 2 1,1 1-16,0 2 0,1 2 15,-1-1 1,0-1-16,1-1 16,1-10-16,-1 6 15,2-6-15,-1-6 16,1 4-16,0-8 16,0 1-16,1 2 15,-1 3-15,0 7 16,1-8-1,2-7-15,-1-3 16,0-2-16,1 5 16,-1-5-16,0-5 15,-1-2-15,0-7 16,2 10-16,-2-10 16,0 0-16,0 0 15</inkml:trace>
  <inkml:trace contextRef="#ctx0" brushRef="#br0" timeOffset="8250.01">13375 3944 0,'0'0'0,"0"0"0,0 0 0,0 0 0,0 0 16,0 0-16,0 0 16,0 0-16,0 0 15,0 0-15,0 0 16,3 1-16,-3-1 16,13 0-16,-1-1 15,7 0-15,4-1 16,3 0-16,2 0 15,-2 1 1,-4-1-16,1 1 16,-1-1-16,-2 0 15,-1 2-15,-1 0 16,-2 0-16,-1 0 16,-1 0-16,-1 0 15,-3 0-15,-10 0 16,17 0-1,-17 0-15,14 0 16,-14 0-16,11 3 16,-11-3-16,13 10 15,-7-2-15,2 4 16,-1 3-16,-2 6 16,-2 3-16,-4 7 15,-3 5-15,-1 1 16,-3 1-1,0 0-15,-2 5 16,0 1-16,2-2 16,-1-5-16,3-7 15,0 1-15,0-5 16,2-2-16,-2 8 16,1 1-16,-1 11 15,2-4-15,0-9 16,2-8-16,0-2 15,1-3-15,-1-2 16,0-1 0,1-7-16,1-8 15,0 7-15,1 0 16,1 10-16,0 12 16,-1-12-16,-1-17 15,0 9-15,0-9 16,-4 16-16,-2 1 15,-1-6 1,-3-6-16,-5 3 16,-5-4-16,-2 0 15,-1-1-15,-1-3 16,1 0-16,1-2 16,1 1-16,4 0 15,2 1-15,0 3 16,2-1-16,2 1 15,-1-1-15,-1 0 16,1 0 0,0 0-16,1 0 15,11-2-15,-17 2 16,17-2-16,-15 4 16,15-4-16,-10 2 15,10-2-15,0 0 16,0 0-16,-10 3 15,10-3 1,0 0-16</inkml:trace>
  <inkml:trace contextRef="#ctx0" brushRef="#br0" timeOffset="10749.62">13210 4272 0,'0'0'0,"0"0"16,-2-2-16,2 2 15,0 0-15,0 0 16,-7-6-16,7 6 15,0 0 1,-15-10-16,15 10 16,-20-11-16,5 4 15,-7 0-15,-3 1 16,-1 2-16,-1 1 16,0 2-16,0 3 15,3 2-15,0 3 16,3-1-16,2 2 15,0 1-15,3 3 16,-2 3-16,2 0 16,5-3-16,2-2 15,1 2 1,1-3-16,-2 4 16,3-2-16,1-3 15,5-8-15,-5 10 16,5-10-16,-3 7 15,3-7-15,0 0 16,0 0-16,0 0 16,0 0-1,0 0-15,0 0 16,0 0-16,0 0 16,0 0-16,-9-7 15,9 7-15,-7-11 16,1 2-16,2-6 15,-2-4-15,3 2 16,-1 1-16,2 3 16,1 3-16,-1 0 15,1 3 1,1 7-16,-1-11 16,1 11-16,-1-8 15,1 8-15,0 0 16,0 0-16,0-6 15,0 6-15,0 0 16,0 0-16,0 0 16,0 0-16,0 0 15,0 0 1,-4 9-16,-3 6 16,-2 3-16,0 2 15,1 1-15,1 0 16,3-2-16,2-8 15,0-2-15,2-9 16,-1 9-16,1-9 16,0 7-16,0-7 15,3 7 1,-3-7-16,17 9 16,-5-6-16,3-1 15,-2-2-15,1 0 16,-1 0-16,-2 0 15,-1 0-15,-10 0 16,20 3-16,-6-1 16</inkml:trace>
  <inkml:trace contextRef="#ctx0" brushRef="#br0" timeOffset="12699.74">12272 4033 0,'0'0'0,"0"0"0,-1-1 16,1 1-16,0 0 15,5-7 1,6-1-16,14-8 16,15-6-16,8-3 15,4 2-15,-3 1 16,-4 2-16,-8 3 15,-10 2-15,-11 6 16,-16 9 0,14-9-16,-14 9 15,0 0-15,0 0 16,10-5-16,-10 5 16,0 0-16,0 0 15,13 7-15,-9 0 16,-1 10-16,0 5 15,-2 7-15,-4 8 16,-3 1-16,-2 3 16,-2 7-16,0 2 15,-1-3-15,0 5 16,4-3 0,2 4-16,2-7 15,1 7-15,0 1 16,1-5-16,0-9 15,0-12-15,1 1 16,0 9-16,0 11 16,0-2-16,0-8 15,0-17 1,0 2-16,0-5 16,-1-1-16,-1 1 15,1-3-15,1 2 16,-1-5-16,1-3 15,0-10-15,0 6 16,0-6-16,0 0 16,-2 6-16,2-6 15,0 0-15,-16 5 16,3-5 0,-1 1-16,-1 0 15,-1 0-15,0-1 16,0-1-16,-2 1 15,-1 0-15,0 1 16,-2-1-16,2 0 16,0 0-16,3 0 15,-2 2-15,0 0 16,-1 1 0,0 1-16,3-1 15,2 2-15,2-2 16,1 0-16,-1 0 15,3 0-15,9-3 16,-18 5-16,18-5 16,-17 3-16,17-3 15,-20-3-15,8-2 16,2-3-16,-1-4 16,1-2-1,0-6-15,0-2 16,0-6-16,1 2 15,2 3-15,2 3 16,0-3-16,1 0 16,1-3-16,1-6 15,1 1-15,2 0 16,0 6-16,0 6 16,-1 1-1,1 0-15,0 1 16,0 1-16,-1-1 15,1 0-15,0-5 16,0 0-16,0 1 16,0 4-16,0 2 15,-1 0 1,-1 3-16,0-3 0,1 0 16,0-2-1,0-4-15,0 1 16,0 1-16,0 1 15,0 0-15,1 1 16,1 2-16,0 0 16,-1 3-16,0-2 15,1 2-15,-1-5 16,1-2 0,2-1-16,2 1 15,-1 1-15,-1 2 16,0 2-16,0 1 15,-1 2-15,0 1 16,-1 2-16,1 1 16,-3 7-16,6-11 15,-6 11-15,7-8 16,-7 8-16,0 0 16,11-8-1,-11 8-15,12-4 16,-12 4-16,12-3 15,-12 3-15,14-3 16,-14 3-16,16-4 16,-5 3-16,-11 1 15,22-3-15,-10 1 16,2 0-16,2 1 16,1-1-1,-1 1-15,-2-2 16,1-1-16,0 0 15,-2 0-15,3 0 16,-1 0-16,-2 0 16,-3 2-16,-10 2 15,14-3-15,-14 3 16,15 0-16,-15 0 16,14 1-1,-4 0-15</inkml:trace>
  <inkml:trace contextRef="#ctx0" brushRef="#br0" timeOffset="15200.14">12321 4411 0,'0'0'0,"0"0"16,0 0-16,0 0 15,0 0-15,-2 0 16,2 0-1,0 0-15,0 0 16,0 0-16,0 0 16,0 0-16,0 0 15,0 0-15,0 0 16,0 0-16,0 0 16,0 0-16,0 0 15,0 0-15,0 0 16</inkml:trace>
  <inkml:trace contextRef="#ctx0" brushRef="#br0" timeOffset="17499.52">13747 3504 0,'0'0'0,"0"0"0,0 2 15,0-2-15,7 19 16,-1-3 0,7-1-16,1-1 15,5 0-15,6 5 16,-2-1-16,3 3 16,-4-3-16,0 0 15,0 1-15,-2-2 16,-1 0-16,-4 0 15,-1-1-15,0 1 16,-4-5-16</inkml:trace>
  <inkml:trace contextRef="#ctx0" brushRef="#br0" timeOffset="17782.72">14048 3562 0,'0'0'0,"0"0"0,0 0 16,0 0-16,-4 1 16,4-1-16,0 0 15,-13 12-15,-2 4 16,-15 18-16,-11 13 15,-5 5-15,4-3 16,8-14-16,6-6 16,5-4-1,10-13-15,8-6 16</inkml:trace>
  <inkml:trace contextRef="#ctx0" brushRef="#br0" timeOffset="27365.75">12703 4418 0,'0'0'0,"0"0"0,0 0 0,1-2 0,-1 2 16,0 0-16,5-9 15,0 3-15,3-3 16,0-2-16,5-4 16,2-2-1,4 2-15,-2 0 16,1 4-16,-3 1 16,-3 2-16,0 1 15,-2 0-15,-10 7 16,18-10-16,-18 10 15,20-8-15,-5 3 16,3 0-16,2 1 16,1 3-1,-3 2-15,1 1 16,-3 0-16,-1 0 16,-2-1-16,0 1 15,-3-1-15,0 3 16,0 1-16,1 0 15,1 1-15,0 0 16,0-1-16,1 1 16,-3-1-16,0-1 15,-10-4 1,17 12-16,-17-12 16,15 8-16,-15-8 15,10 7-15,-10-7 16,0 0-16,10 5 15,-10-5-15,0 0 16,0 0-16,0 0 16,5 7-16,-5-7 15,0 0 1,2 6-16,-2-6 16,0 0-16,0 0 15,0 0-15,0 0 16,0 0-16,0 0 15,0 0-15,0 0 16,-12 0-16,1-1 16,-6-2-1,-6-2-15,-4-2 16,-4-1-16,0-1 16,0 1-16,2 1 15,3 0-15,2 1 16,2 2-16,1 2 15,0 2-15,3 3 16,1 4-16,2-2 16,4 0-16,0 0 15,1 1 1,0 2-16,1-1 16,9-7-16,-16 12 15,8-5-15,-2 4 16,0 0-16,3-1 15,0 1-15,2-2 16,0 2-16,-1-1 16,2 0-16,0 0 15,1-2 1,1-2-16,2-6 16,-3 7-16,3-7 15,0 0-15,0 0 16,0 0-16,0 0 15,0 0-15,0 0 16,0 0-16,0 0 16,8-8-1,5-6-15,7-7 0,8-6 16,3-2 0,0 4-16,1 1 15,-2 5-15,-2 1 16,0 4-16,-2 1 15,-3 4-15,-4 2 16,-1 0-16,0 2 16,1 0-16,1 1 15,-1 0-15,2 2 16,-3-1 0,-2 2-16,0 1 15,-4 1-15,0 1 16,-2-1-16,-10-1 15,19 4-15,-19-4 16,14 3-16,-14-3 16,0 0-1,11 4-15,-11-4 0,0 0 16,0 0 0,0 0-16,0 0 15,0 0-15,0 0 16,0 0-16,3 6 15,-3-6-15,-26 7 16,-6-1-16,-7 2 16,0-2-16,3-1 15,0 2-15,0 0 16,2 4 0,2 0-16,3 0 15,0 3-15,1 1 16,2-1-16,3 1 15,3-2-15,3-2 16,2-2-16,1 1 16,0-2-16,1 0 15,3 0 1,0-1-16,0 1 16,2 1-16,1-1 15,2-2-15,5-6 16,-7 9-16,7-9 15,-5 9-15,5-9 16,-4 9-16,4-9 16,0 0-16,0 0 15,0 0-15,0 0 16,0 0 0,0 0-16,10-8 15,-3 0-15,5-5 16,5-6-16,9-3 15,5-1-15,1 0 16,-2 3-16,1 1 16,1-1-16,8-1 15,10-4-15,10-1 16,5-1 0,3 7-16,-9 5 15,-18 8-15,-12 1 16,-7 4-16,-8 0 15,-3 2-15,-11 0 16,17 1-16,-17-1 16,0 0-16,12 3 15,-12-3-15,0 0 16,0 0 0,10 7-16,-10-7 15,-14 18-15,-13 5 16,-8 2-16,2-7 15,1-5-15,-3-3 16,-4-3-16,-1-3 16,3-3-16,2-1 15,4-1-15,0 0 16,6 0-16,1 0 16,3 1-1,2 2-15,-1 2 16,4 0-16,1 2 15,0 0-15,2 2 16,-2 1-16,0 0 16,-3 5-16,3 1 15,1 0-15,2-3 16,1 0 0,2 0-16,0 3 15,0 1-15,3-4 16,0-2-16,2-3 15,4-7-15,-7 14 16,3-6-16,4-8 16,-5 9-16,5-9 15,0 0-15,0 0 16,0 0 0,0 0-16,0 0 15,0 0-15,0 0 16,0 0-16,0 0 15,0 0-15,0 0 16,0 0-16,0 0 16,9 7-16</inkml:trace>
  <inkml:trace contextRef="#ctx0" brushRef="#br0" timeOffset="30816.27">12771 3768 0,'0'0'0,"0"0"0,0 3 16,-1 4-16,1 6 15,-1 4-15,0 2 16,0-1-16,0 0 15,0 0 1,1 0-16,0-1 16,2-3-16,0-2 15,0-3-15,0-2 16,1 2-16,-3-9 16,19 6-16,4-12 15,8-5 1,14-9-16,0-3 0,3-8 15,-1-14 1,-13-6-16,1-1 16,-9 12-16,-7 9 15,-2 8-15,-6 8 16,-2 4-16,-9 11 16,11-6-16,-11 6 15,0 0-15,0 0 16,10-4-16,-10 4 15,0 0 1,0 0-16,5-7 16,-5 7-16,0 0 15,0 0-15,0 0 16,0 0-16,0 0 16,0 0-16,0 0 15,5-7-15</inkml:trace>
  <inkml:trace contextRef="#ctx0" brushRef="#br0" timeOffset="32002.48">13259 3460 0,'0'0'0,"0"-2"0,0 2 16,-11-18-16,-2 3 15,-1 2-15,-2 3 16,-3 1-16,-2 0 15,-3 2 1,-4 3-16,-4 2 16,-1 0-16,2 3 15,-2 6-15,0 5 16,0 5-16,5-2 16,-2 5-16,0 4 15,2 0-15,-3 8 16,5-5-16,-2 14 15,2 8-15,3 3 16,6-5 0,4-8-16,1 11 15,4-5-15,2 8 16,5-2-16,3-9 16,3 5-16,4 2 15,3-2-15,1-3 16,1-1-16,1-6 15,2 6-15,3 3 16,-3-6-16,0-4 16,-2-12-1,2 3-15,1-1 16,3 2-16,-1-1 16,-6-13-16,0-7 15,0-5-15,2-3 16,1-1-16,3 0 15,-1 0-15,1-2 16,3-2 0,1-8-16,1-15 15,1 2-15,-1-10 16,-1 1-16,-1-8 16,-2-4-16,0-6 15,-4-1-15,-3 3 16,0-1-16,-2-7 15,-4-2-15,-1 6 16,-1 6-16,-3 1 16,-2 2-1,-2-3-15,-1 9 16,-4-9-16,-2 3 16,-1 2-16,-3 3 15,0 15-15,-3-2 16,-2 3-16,0 4 15,1 4-15,3 3 16,-1 3 0,1 3-16,1 1 15,-3 3-15</inkml:trace>
  <inkml:trace contextRef="#ctx0" brushRef="#br0" timeOffset="35982.72">12249 3962 0,'0'0'0,"5"3"0,-5-3 16</inkml:trace>
  <inkml:trace contextRef="#ctx0" brushRef="#br0" timeOffset="37949.74">12710 4404 0,'-1'2'0,"1"-2"0,0 0 0,-2 6 16,2-6-16,0 0 16,0 0-16,0 0 15,0 0-15,0 0 16,19-1-1,2-4-15,3-2 16,4-2-16,0 1 16,-4-1-16,3 0 15,0 1-15,0-1 16,1 3-16,-2 1 16,-1 3-16,1 0 15,-1 1 1,-1 0-16,-1 1 0,-4 1 15,-1 0 1,-5 0-16,-2-1 16,-11 0-16,16 0 15,-16 0-15,12 0 16,-12 0-16,0 0 16,11 0-16,-11 0 15,0 0-15,0 0 16,0 0-16,0 0 15,0 0 1,0 0-16,-22 7 16,-11-1-16,-7-1 15,-7 1-15,-3 0 16,1 1-16,1-1 16,9 0-16,4-2 15,1 0 1,5 0-16,2 1 15,5 2-15,6-3 16,3-1-16,3-1 16,10-2-16,-16 5 15,16-5-15,-12 7 16,12-7-16,0 0 16,0 0-16,-6 6 15,6-6-15,0 0 16,0 0-1,0 0-15,0 0 16,14-3-16,-1-4 16,14-5-16,9-4 15,7-5-15,12-4 16,1 1-16,2 2 16,-10 6-16,-10 5 15,-8 4-15,-1 2 16,-8 2-1,-4 3-15,-4 2 16,-13-2-16,17 4 16,-17-4-16,10 3 15,-10-3-15,0 0 16,0 0-16,10 4 16,-10-4-16,0 0 15,0 0-15,-17 14 16,-13 0-16,-5 1 15,-6 1 1,-3-1-16,-1 0 16,4-2-16,5-1 15,5-2-15,1-2 16,2 2-16,6-1 16,6-2-16,5-2 15,0-1-15,11-4 16,-16 9-16,16-9 15,-10 7-15,10-7 16,0 0 0,-7 7-16,7-7 15,0 0-15,0 0 16,0 0-16,0 0 16,0 0-16,0 0 15</inkml:trace>
  <inkml:trace contextRef="#ctx0" brushRef="#br0" timeOffset="39433.75">11159 4078 0,'0'0'0,"0"0"0,0 0 16,0-1-16,0 1 16,0 0-16,0 0 15,0 0-15,0 0 16,20-10-1,9 5-15,7 1 0,2 0 16,-5 2 0,-5 0-16,-2 0 15,-5 2-15,-1 0 16,-3 3-16,-1 2 16,-2 1-16,-4-1 15,-2 2-15,0 1 16,-2 0-16,-1 5 15,-1 7 1,-1 8-16,-2 7 16,-2 8-16,-3 4 15,-1 2-15,0 8 16,-1 1-16,1 0 16,1 2-16,3-10 15,4 1-15,0-3 16,0-8-16,0-3 15,0-6-15,-2-3 16,2-2 0,-2-5-16,1-4 15,-1-4-15,-1-4 16,0-9-16,-7 12 16,-9-6-16,-8-4 15,-6-8-15,-2-9 16,-1-2-16,1-2 15,4-1-15,4 4 16,3 2 0,3 3-16,3 0 15,1 0-15,0 1 16,2-2-16,1 1 16,2-4-16,0-3 15,1-4-15,1-4 16,-1-1-16,1-4 15,3-4-15,3-1 16,1-3 0,2 1-16,0 4 15,-1 3-15,1 1 16,0-1-16,1 0 16,0-1-16,2 3 15,-1 0-15,0 1 16,1 0-16,0-1 15,1 2-15,0 4 16,-1 2-16,0 3 16,-1 4-1,1 1-15,-2 0 16,3 3-16,-2 0 16,1 1-16,2 2 15,2-1-15,11-6 16</inkml:trace>
  <inkml:trace contextRef="#ctx0" brushRef="#br0" timeOffset="41048.91">11516 4518 0,'0'0'0,"0"0"0,0 0 16,0 0 0,4-3-16,-4 3 15,16-16-15,0 1 16,6-2-16,7-3 16,8 1-16,2 1 15,-6 5-15,-2 4 16,-9 4-16,-3 2 15,-2 1-15,-3 2 16,2 2-16,0 1 16,2 2-1,3 2-15,-2 0 16,-4 1-16,-4 0 16,-1-1-16,-2 1 15,2 2-15,-2-3 16,1 0-16,-9-7 15,11 10-15,-11-10 16,0 0 0,0 0-16,0 0 15,0 0-15,0 0 16,0 0-16,0 0 16,-29-4-16,1-6 15,-1-1-15,0-1 16,5 3-16,-1-1 15,1 2-15,1 1 16,-2 1-16,0 4 16,-5 2-1,-3 5-15,3 2 16,4 1-16,5 0 16,3 1-16,3-1 15,3 1-15,2-1 16,3 0-16,1-1 15,3 1-15,0-2 16,1 1 0,2-7-16,-2 9 0,2-9 15,0 6 1,0-6-16,0 0 16,2 7-16,-2-7 15,0 0-15,14-2 16,3-4-16,13-9 15,4-6-15,0 1 16,-4 2-16,-8 4 16,-1 1-1,0 0-15,-2 1 16,0 0-16,-3 3 16,-1 1-16,0 2 15,-1 1-15,0 1 16,-1 3-16,4 1 15,3 1-15,-2 2 16,-4 0-16,-1 3 16,0 1-16,1 2 15,-2 0 1,-2-1-16,-3-1 16,0 0-16,-7-7 15,11 10-15,-11-10 16,0 0-16,6 7 15,-6-7-15,0 0 16,0 0 0,-22 6-16,-9-10 0,0-5 15,3-1 1,4 1-16,3 0 16,1 1-16,0 0 15,2 0-15,4 2 16,0 2-16,2 2 15,-1 1-15,0 2 16,1 1-16,-1 2 16,-1 1-16,1 2 15,1 1 1,0 1-16,1 1 16,1 0-16,0 2 15,1-2-15,2 0 16,2-2-16,1-2 15,4-6-15,-5 8 16,5-8-16,0 0 16,0 0-1,-3 7-15,3-7 0,0 0 16,0 0 0,0 0-16,0 0 15,0 0-15</inkml:trace>
  <inkml:trace contextRef="#ctx0" brushRef="#br0" timeOffset="44316.01">12003 4510 0,'0'0'0,"0"0"0,-3 0 0,3 0 15,0 0-15,0 0 16,0 0-16,0 0 16,-10 0-1,10 0-15,0 0 16,0 0-16,0 0 15,-10 0-15,10 0 16,0 0-16,-10-5 16,10 5-16,-12-5 15,12 5-15,-16-8 16,16 8-16,-19-8 16,3 3-16,-4-2 15,-2 1 1,-1 4-16,3 2 15,0 2-15,1 1 16,0-1-16,1 0 16,2 1-16,0 0 15,0-2-15,1 3 16,-4 0-16,1 2 16,0 0-1,0 1-15,1 1 16,2 1-16,0 2 15,-1 2-15,0 1 16,0 0-16,5-2 16,2-3-16,3-1 15,6-8-15,-7 10 16,7-10-16,0 0 16,0 0-16,-5 7 15,5-7 1,0 0-16,0 0 15,0 0-15,0 0 16,7-7-16,3-6 16,3-3-16,-2 0 15,1 2-15,-1 0 16,2 1-16,2-1 16,4 0-16,5 1 15,2 4 1,0 3-16,0 1 15,1-1-15,2 0 16,0 0-16,1 2 16,-5 2-16,-6 2 15,-5 1-15,-1 1 16,0 0-16,-1-1 16,-12-1-16,14 3 15,-14-3-15,11 3 16,-11-3-1,0 0-15,0 0 16,11 7-16,-11-7 16,0 0-16,0 0 15,2 6-15,-2-6 16,0 0-16,0 0 16,0 0-1,0 0-15,0 0 16,0 0-16</inkml:trace>
  <inkml:trace contextRef="#ctx0" brushRef="#br0" timeOffset="46033.3">13275 4324 0,'0'0'0,"0"0"0,0 0 15,0 0-15,0 0 16,0 0-1,0 0-15,0 0 16,0 0-16,0 0 16,0 0-16,0 0 15,-5 0-15,5 0 16,-29-5-16,0 1 16,-4-2-16,-2 0 15,6 3-15,2 1 16,-2 2-1,-2 2-15,-3 5 16,2-1-16,5 0 16,2 2-16,0 4 15,0 3-15,0 0 16,2 1-16,4-2 16,-2 1-16,0 3 15,2 0-15,3-4 16,5-3-16,2-3 15,2-1 1,0 1-16,0 0 16,3-1-16,4-7 15,-6 9-15,6-9 16,0 0-16,0 0 16,0 0-16,0 0 15,14 7-15,15-20 16,10 0-16,2-2 15,0-1 1,-4 1-16,0 2 16,-3-1-16,-7 4 15,-4-1-15,-7 4 16,-16 7-16,14-7 16,-14 7-16,0 0 15,0 0-15,0 0 16,11-4-16,-11 4 15,0 0 1,0 0-16,0 0 16,10 3-16,-10-3 15,0 0-15,0 0 16,0 0-16,0 0 16,0 0-16,0 0 15,0 0-15,0 0 16,0 0-16,0 0 15,0 0 1,0 0-16,0 0 16,0 0-16,0 0 15,0 0-15,0 0 16,0 0-16,0 0 16,0 0-16,0 0 15,9 6-15,-9-6 16,0 0-16,0 0 15,0 0 1,0 0-16,0 0 16,0 0-16,0 0 15,0 0-15,0 0 16,0 0-16,0 0 16</inkml:trace>
  <inkml:trace contextRef="#ctx0" brushRef="#br0" timeOffset="49248.96">12732 4524 0,'0'0'0,"0"-2"0,0 2 0,0 0 0,5-8 15,0-2-15,4 0 16,4-4-16,2 2 16,1-2-16,0 3 15,1 0-15,1 1 16,5-3-16,4-1 15,1 2-15,-1 1 16,-4 2-16,1 3 16,-3 1-1,-2 2-15,-1 1 16,-3 1-16,-2 1 16,1 0-16,-1 1 15,0 1-15,-3-1 16,-10-1-16,15 5 15,-15-5-15,10 2 16,-10-2-16,0 0 16,10 2-1,-10-2-15,0 0 16,0 0-16,0 0 16,10 2-16,-10-2 15,0 0-15,0 0 16,0 0-16,0 0 15,0 0-15,0 0 16,0 0-16,0 0 16,0 0-1,0 0-15,0 0 16,10 3-16,-10-3 16,0 0-16,0 0 15,0 0-15,0 0 16,0 0-16,0 0 15,0 0-15,0 0 16,0 0-16,0 0 16,0 0-16,0 0 15,0 0 1,0 0-16,0 0 16,0 0-16,0 0 15,0 0-15,0 0 16,0 0-16,0 0 15,0 0-15,0 0 16,0 0-16,0 0 16,0 0-16,0 0 15,0 0 1,0 0-16,0 0 16,0 0-16,0 0 15,0 0-15,0 0 16,0 7-16,0-7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 1,0 0-16,0 0 16,0 0-16,0 0 15,0 0-15,0 6 16,0-6-16,0 0 15,0 0-15,0 0 16,0 0-16,0 0 16,0 0-16,0 0 15,0 0 1,0 0-16,0 0 16,0 0-16,0 0 15,0 0-15,0 0 16,0 0-16,0 0 15,0 0-15,0 0 16,0 0-16,0 0 16,0 0-16,0 0 15,0 0-15,0 0 16,0 0 0,0 0-16,0 0 15,0 0-15,0 0 16,0 0-16,0 0 15,0 0-15,0 0 16,0 0-16,0 0 16,0 0-16,0 0 15</inkml:trace>
  <inkml:trace contextRef="#ctx0" brushRef="#br0" timeOffset="50932.42">11568 3888 0,'0'0'0,"0"0"0,0 0 0,0 2 0,0-2 16,6 9-16,5 7 15,9 12-15,7 5 16,4 2-16,0 2 16,3-1-16,-1-3 15,-1-3-15,-1-5 16,-7-10-16,-1-2 16,-6-7-1,-1-8-15</inkml:trace>
  <inkml:trace contextRef="#ctx0" brushRef="#br0" timeOffset="51116.98">11824 4004 0,'0'0'0,"0"0"0,-1 2 16,1-2-16,-10 9 15,-8 7 1,-17 13-16,-10 12 15,-2 2-15,0 0 16,1-1-16,4-3 16</inkml:trace>
  <inkml:trace contextRef="#ctx0" brushRef="#br0" timeOffset="51516.5">10332 4343 0,'0'0'0,"0"0"0,0 0 16,0 3-16,4 5 15,5 10 1,4 7-16,5 3 15,3 0-15,1-2 16,-1-5-16,-4-4 16,-1-5-16</inkml:trace>
  <inkml:trace contextRef="#ctx0" brushRef="#br0" timeOffset="51682.59">10571 4343 0,'0'0'0,"0"0"0,0 0 16,-1 2-16,1-2 15,-18 22-15,-13 14 16,-13 6-16,-5-3 16,0-2-16,0-2 15</inkml:trace>
  <inkml:trace contextRef="#ctx0" brushRef="#br0" timeOffset="51916.97">9897 4703 0,'0'0'0,"-3"0"0,3 0 16</inkml:trace>
  <inkml:trace contextRef="#ctx0" brushRef="#br0" timeOffset="52332.97">9085 4521 0,'0'0'0,"0"0"16,0 0-16,4 3 15,5 6-15,6 5 16,5 3-16,0 2 16,2-1-16,-1-4 15,2 1-15,-9-8 16</inkml:trace>
  <inkml:trace contextRef="#ctx0" brushRef="#br0" timeOffset="52499.32">9264 4549 0,'0'0'0,"0"0"0,0 0 15,0 0-15,0 5 16,-3 4-1,-1 10-15,-5 15 16,-7 14-16,-7 13 16,-13 9-16</inkml:trace>
  <inkml:trace contextRef="#ctx0" brushRef="#br0" timeOffset="63149.25">12067 3617 0,'4'1'0,"-4"-1"0,0 0 0,0 0 16,0 0-16,0 0 15,0 0 1,0 0-16,0 0 16,0 0-16,0 0 15,0 0-15,0 0 16,0 0-16,0 0 15,0 0-15,0 0 16,-12-7 0,12 7-16,-16-5 15,5 1-15,-1-1 16,0 1-16,-1 1 16,1 2-16,-1 1 15,2 2-15,11-2 16,-10 2-16,10-2 15,0 0-15,0 0 16,-11 3 0,11-3-16,0 0 0,0 0 15,0 0 1,0 0-16,0 0 16</inkml:trace>
  <inkml:trace contextRef="#ctx0" brushRef="#br0" timeOffset="63683.2">11730 3608 0,'0'0'0,"0"0"0,0 0 0,0 0 0,0 0 0,0 0 15,0 0 1,0 0-16,0 0 16,2 3-16,-2-3 15,7 11-15,-3-4 16,-1-1-16,1 1 15,-4-7-15,6 11 16,-6-11 0,6 9-16,-6-9 15,0 0-15,15 7 16,2-7-16,19-8 16,12-8-16,4-8 15,-5-1-15,-5 0 16,-3-2-16,-9 6 15,-4 2-15,-9 6 16,-5 5-16,-12 8 16,14-8-1,-14 8-15,0 0 16,0 0-16,0 0 16</inkml:trace>
  <inkml:trace contextRef="#ctx0" brushRef="#br0" timeOffset="64399.49">10426 3736 0,'0'0'0,"0"0"16,0 0 0,-3-1-16,3 1 15,0 0-15,0 0 16,0 0-16,0 0 16,0 0-16,0 0 15,0 0-15,-9-2 16,9 2-16,0 0 15,0 0-15,0 0 16,0 0-16,0 0 16,0 0-16,0 0 15,13 4-15,2-1 16,8-5 0,7-8-16,7-8 15,6-6-15,-2-4 16,2-4-16,-2-1 15,-7 3-15,-5 4 16,-7 5-16,-9 8 16,-3 3-16,-3 4 15,-7 6-15,0 0 16,8-8 0,-8 8-16,0 0 15,0 0-15,0 0 16,0 0-16,0 0 15,0 0-15,0 0 16,0 0-16,0 0 16,0 0-16</inkml:trace>
  <inkml:trace contextRef="#ctx0" brushRef="#br0" timeOffset="65249.43">10260 3671 0,'0'0'0,"0"0"0,0 0 16,-2-2-16,2 2 15,0 0-15,-7-8 16,7 8-16,0 0 16,0 0-16,-5-7 15,5 7-15,0 0 16,0 0-16,0 0 16,0 0-1,0 0-15,0 0 16,9 7-16,-9-7 15,16 13-15,-5-4 16,1 1-16,1 1 16,-2-1-16,-1-1 15,-1-2-15,-1 0 16,-1 0 0,-7-7-16,8 10 15,-8-10-15,8 7 16,-8-7-16,0 0 15,0 0-15,0 0 16,8 7-16,-8-7 16</inkml:trace>
  <inkml:trace contextRef="#ctx0" brushRef="#br0" timeOffset="66216.35">8923 3793 0,'0'0'0,"0"0"0,0 0 16,0 0-16,0 2 15,0-2-15,2 17 16,1 0-16,1 1 16,1-3-1,1 0-15,0-2 16,1-1-16,2-1 15,1 0-15,3 1 16,0-2-16,1-2 16,0-1-16,3-5 15,1-3-15,3-6 16,3-3-16,1-7 16,5-8-16,5-9 15,2-10 1,-2-2-16,-1-3 15,-2 2-15,-2 2 16,-2 3-16,-7 9 16,-3 7-16,-4 6 15,-3 5-15,-2 4 16,-9 11-16,14-9 16,-14 9-1,0 0-15,0 0 16,11-2-16</inkml:trace>
  <inkml:trace contextRef="#ctx0" brushRef="#br0" timeOffset="66948.98">9129 4520 0,'0'0'0,"0"0"0,0 0 0,0 0 0,0 0 16,0 0-1,1 1-15,-1-1 16,6 8-16,1 1 16,4 2-16,2 3 15,3 1-15,3 0 16,3 1-16,0-1 16,-1 0-1,-2-1-15,0 0 16,1 0-16,0-2 15,-1-2-15,0-3 16,-1 0-16,-3 0 16,0-2-16,-1 1 15,0-1-15,-3-1 16,-1-1-16,-10-3 16,16 5-16,-16-5 15,12 2 1</inkml:trace>
  <inkml:trace contextRef="#ctx0" brushRef="#br0" timeOffset="87499.75">11560 5273 0,'0'0'0,"-1"1"0,1-1 0,-6 16 15,0 4 1,-1 6-16,2 3 16,3-1-16,1-2 15,1-2-15,2 0 16,0-3-16,0-5 15,2-2-15,2-3 16,1-2-16,4-2 31,2-2-31,1-1 16,-2 0 0,0-2-16,-2 0 15,3 1-15,2 2 16,1 1-16,3 2 15,-2-2-15,2-5 16,4-9-16,1-5 16,2-9-16,0-10 15,-3-5 1,-6-4-16,-5 3 16,-6 5-16,-4 2 15,-2 5-15,-2 8 16,0 5-16,0 4 15,2 9-15,-3-10 16,3 10-16,0 0 16,0 0-16,-8 11 15</inkml:trace>
  <inkml:trace contextRef="#ctx0" brushRef="#br0" timeOffset="87964.79">12040 5452 0,'0'0'0,"0"0"16,2 1 0,-2-1-16,0 0 15,9 9-15,-9-9 16,19 6-16,-3-7 15,6-3-15,2-3 16,5-5-16,-2 2 16,0-2-16,-1 1 15,1-1-15,-2-3 16,-7-4 0,-7-2-16,-6 1 15,-5 0-15,-3 4 16,-1 4-16,-10 7 31,-15 9-31,-9 16 16,-12 13-16,21-4 15,6 8-15,11 5 16,-1 1-16,9-8 16,9-2-1,2-14-15,15 3 16,-4-1-16,3-4 15,10-7-15,-4-4 16</inkml:trace>
  <inkml:trace contextRef="#ctx0" brushRef="#br0" timeOffset="88432.89">12582 5397 0,'0'0'0,"0"0"15,0 0-15,-1 2 16,0 8-16,-4 15 16,0 7-16,-4 9 15,0-9-15,-3 0 16,-3 7-16,1 3 31</inkml:trace>
  <inkml:trace contextRef="#ctx0" brushRef="#br0" timeOffset="88632.21">12596 5164 0,'0'0'0,"0"0"0,0 0 0,0-2 15,0 2-15,0 0 16,0 0-16,0 0 16,0 0-16,0 0 15,0 0-15</inkml:trace>
  <inkml:trace contextRef="#ctx0" brushRef="#br0" timeOffset="89083.35">13057 5224 0,'0'0'0,"0"0"16,0-2-16,0 2 16,0 0-16,0 0 15,-5-6 1,5 6-16,-18 1 15,-7 9-15,-7 8 16,-2 6-16,5 1 16,5 1-16,9 0 15,6-4-15,5-4 16,5-5-16,3-4 16,8-4-16,11-7 15,7-5 1,1-3-16,-7 0 15,-7 3-15,-7 2 16,-10 5-16,14-2 16,-5 10-16,1 10 15,-3 13-15,-9 13 16,-1 7-16,-8 14 16,-20 63 15,-2-20-31,-11 27 15</inkml:trace>
  <inkml:trace contextRef="#ctx0" brushRef="#br0" timeOffset="89615.22">13131 5587 0,'3'-1'0,"5"-11"16,9-12-16,24-31 16,-7-2-16,-8 12 15,-8 10-15,-7 13 16,-4 7-16,-4 9 16,-3 6-1,0 0-15,0 0 16,-4 9-16,-15 29 15,-9 22-15,3 8 16,9-17-16,0 17 16,11-21-1,8-11 1,2-6-16,3-20 16,-8-10-16,21 0 15,2-17-15,7-5 16,-1-2-1,-10 8-15,-3 3 16,-3 4-16,0 4 16,5 8-16,1 3 15,-2 0-15,-2 3 16,3 1-16,0 2 16,-1-1-16,-7-2 15,0-2 1,-10-7-16,15 8 15,-4-12-15,0-6 16,2-3-16,-1-6 16,1-1-16</inkml:trace>
  <inkml:trace contextRef="#ctx0" brushRef="#br0" timeOffset="89865.57">13631 5286 0,'0'0'0,"0"0"16,0 0-16,-1 5 16,-1 10-16,-3 13 15,-1 12-15,-1 10 16,-1-3-16,0-1 16,-2 10-1,1 8 1,5-4-1,4-28-15,0-32 16,0 0-16,12-14 16</inkml:trace>
  <inkml:trace contextRef="#ctx0" brushRef="#br0" timeOffset="89982.92">13540 5538 0,'0'0'0,"0"0"0,0 0 0,0 0 0,0 0 15,3 0-15,-3 0 16,33 0-16,10-3 16</inkml:trace>
  <inkml:trace contextRef="#ctx0" brushRef="#br0" timeOffset="90432.96">14135 5369 0,'0'0'0,"-1"4"16,-3 3-16,-3 15 15,-3 17-15,8 10 16,0-10-1,1-2-15,-1-4 32,1-10-32,1-4 15,0-9-15,0-10 16,0 0-16,1-10 16,4-38-16,-1-23 15,-1 5-15,-2 4 16,1 10-1,-1 1-15,3 4 16,4 9-16,-2 8 16,0 10-16,-2 7 15,0 4-15,1 2 16,4-1-16,11 0 16,5 3-16,0 3 15,-5 2-15</inkml:trace>
  <inkml:trace contextRef="#ctx0" brushRef="#br0" timeOffset="91015.53">13946 5397 0,'0'0'0,"0"0"15,0 0-15,0 0 16,5 3-1,11 2-15,15-3 16,8-7-16,7-3 16,8-2-16,-7-3 15,11-8-15,-15-2 32,-8-1-32,-10 5 15,-13 10-15,-12 9 16,10-9-1,-10 9-15,0 0 16,17-5-16,2 9 16,5 4-16,2 4 15,0 3-15,1 3 16,-1 2-16,1 3 16,-6-2-16,-3-2 15,-8 4-15,-6 3 16,-5 0-1,-8 5-15,-5-9 16,-15 4-16,2-5 16,-2-9-16,10-6 15,8-10-15,3-4 16,4-6-16,7-15 16,6-14-16,5-6 15,11 1-15,-1 10 16,1 2-16,7 6 31,-5 5-15,-5 7-16,-5 5 15,-8 6-15</inkml:trace>
  <inkml:trace contextRef="#ctx0" brushRef="#br0" timeOffset="91683.08">14863 5295 0,'3'-3'0,"3"-4"0,2-4 16,7-10-16,-1 1 15,-3 3 1,0 1-16,-4 2 16,-3 3-16,-4 1 15,-5 1-15,-3 3 16,-6 3-16,-3 3 16,-10 9-16,-4 6 15,-1 8-15,1 6 16,7-1-16,7-1 15,7-3-15,6-3 16,4-3 0,5-3-16,1-6 15,9 6-15,9 3 16,1 0-16,1-8 16,2-14-16,3-6 15,8-4-15,-4-1 16,-4 0-16,-3-7 15,-4-6 1,-3-4-16,-7 2 16,-6 8-16,-4 3 15,-4 4-15,0 3 16,-3 2-16,-5 3 16,-5 2-16,-6 5 15,-9 14 16,-1 16-31,8 2 16,9 6-16,12-8 16,6-4-16,6-3 15,5-1-15,0-3 16,6-5-16,4-8 16,0 0-16,7-3 15,0 0-15</inkml:trace>
  <inkml:trace contextRef="#ctx0" brushRef="#br0" timeOffset="92065.95">15264 5160 0,'0'0'0,"0"0"0,0 0 0,3-1 0,-3 1 16,18-2-16,2 5 15,4 6-15,-4 0 16,-2 2-16,-7 7 16,-3 3-16,-4 1 15,-6 0-15,-3-1 16,-6 3-16,0-2 15,2-5-15,2-5 16,3-5 0,1 0-16,4 2 15,11 7-15,3 4 16,2-4-16,-2 1 16,2-2-16,1 6 15,-7 10-15</inkml:trace>
  <inkml:trace contextRef="#ctx0" brushRef="#br0" timeOffset="92449.16">15577 5304 0,'0'0'0,"2"-3"0,2-5 32,-1-10-32,-4-1 15,-3 6-15,-6 6 16,-2 5-16,-7 5 15,-2 9-15,0 7 16,3 7-16,9 1 16,4 2-1,4 1-15,12 4 16,9-6-16,15 0 16,18-1-16,-4-10 15,-3-3-15,-1-3 16,-25-11-16</inkml:trace>
  <inkml:trace contextRef="#ctx0" brushRef="#br0" timeOffset="93532.54">12134 6133 0,'0'0'0,"0"0"0,0 0 0,0 0 0,-3 0 16,3 0-16,0 0 15,0 0 1,13 5-16,32-4 16,35-2-16,22-6 15,20-4-15,22-3 16,7 0-16,16-1 15,7-1-15,18-4 16,1 1-16,5-1 16,5 1-1,-7 0-15,-6 1 16,-19 2-16,-11 2 16,-13 1-16,-19 2 15,-15 1-15,-16 2 16,-13 0-16,-7 2 15,-14 3-15,-8 2 16,-10 2-16,-9 0 16,-6 0-16,-7 0 15,-6 0 1</inkml:trace>
  <inkml:trace contextRef="#ctx0" brushRef="#br0" timeOffset="97582.24">11610 4002 0,'0'0'0,"0"0"0,0 0 16,0 0-16,0 0 16,3 5-16,3 3 15,6 5 1,6 7-16,4-1 15,0 1-15,4-1 16,0 1-16,0-2 16,-3 0-16,-2-3 15,0 0-15,-2-1 16,-2 1-16,-2-2 16,-4-2-16,0 0 15,-4-4-15</inkml:trace>
  <inkml:trace contextRef="#ctx0" brushRef="#br0" timeOffset="97948.98">11910 3951 0,'0'0'0,"0"0"16,0 0-16,0 0 15,-1 3-15,1-3 16,-8 11-16,-4 6 16,-8 10-16,-7 6 15,-7 7 1,-7 2-16,1-3 15,-1 0-15,5-6 16,6-4-16,6-5 16,4-5-16,5-2 15,4-4-15,3-1 16,3 0-16,2-2 16,1-3-16,2-7 15,5 11-15,6-5 16,7-2-1</inkml:trace>
  <inkml:trace contextRef="#ctx0" brushRef="#br0" timeOffset="99583.17">11692 4292 0,'0'0'0,"0"0"16,0 0-16,2 0 15,-2 0-15,0 0 16,0 0-16,0 0 15,0 0-15,0 0 16,5-8 0,-5 8-16,2-6 15,-2 6-15,1-7 16,-1 7-16,-1-6 16,1 6-16,-3-9 15,3 3-15</inkml:trace>
  <inkml:trace contextRef="#ctx0" brushRef="#br0" timeOffset="99982.11">11592 3905 0,'0'0'0,"0"0"0,0 0 15,0 0-15,0 1 16,0-1-16,0 0 16,7 13-16,2 4 15,8 7-15,5 7 16,4 1-16,3 2 15,-1-2-15,0-1 16,-1-3 0,-2-4-16,-3-2 15,-1 0-15,-3-3 16,0-3-16,-5 0 16,0-3-16,-2-2 15,0-1-15,-2-1 16,-2 0-16,-1-3 15,-6-6-15</inkml:trace>
  <inkml:trace contextRef="#ctx0" brushRef="#br0" timeOffset="100200.7">11868 3973 0,'0'0'0,"0"0"0,0 0 16,0 0-1,0 0-15,0 0 16,-3 2-16,-7 5 16,-18 18-16,-25 22 15,-14 19-15,-12 10 16,-14 14-16,-11 10 15</inkml:trace>
  <inkml:trace contextRef="#ctx0" brushRef="#br0" timeOffset="101066.14">10254 4228 0,'0'0'0,"0"0"0,0 0 16,1 4-16,4 8 15,4 13-15,10 8 16,12 9 0,6 3-16,3-1 15,5 3-15,1-1 16,6 3-16,-3-4 16,16 13-1,0-7 1</inkml:trace>
  <inkml:trace contextRef="#ctx0" brushRef="#br0" timeOffset="101367.1">10605 4313 0,'0'0'0,"-1"2"16,-4 7-16,-25 30 15,-31 31-15,-19 16 16,-12 15-16,-14 14 15,-24 26-15,-3 11 16,2 20-16</inkml:trace>
  <inkml:trace contextRef="#ctx0" brushRef="#br0" timeOffset="107399">9085 4898 0,'0'0'0,"0"0"0,0 0 0,0 0 15,0 0-15,0 0 16,0 0-16,0 0 15,0 3 1,0-3-16,5 12 16,1-3-16,2 6 15,4 0-15,2 2 16,2-3-16,1-2 16,1-1-16,4-1 15,2-2-15,0-1 16,3 0-1,2 0-15,2 2 16,3-1-16,0 0 16,0-2-16,-1-1 15,0-1-15,-1 0 16,-1-1-16,0 1 16,-1 0-16,1-2 15,3 2-15,0-1 16,-1 0-1,0 1-15,3-1 16,6-2-16,1 0 16,-1-1-16,4 0 15,2-1-15,-2 0 16,-2 1-16,-2-3 16,2 3-16,1-2 15,-2 1-15,-3 0 16,-1 0-16,4-1 15,2 0 1,-4 1-16,3-1 16,2 0-16,1 1 15,2 0-15,-1 0 16,-1 0-16,2-1 16,-3 0-16,-1 0 15,-1 0-15,-3 1 16,1-1-1,-2 0-15,-2 1 16,2-1-16,-3 1 16,-3-1-16,1 0 15,-1 1-15,0-1 16,3 0-16,1 1 16,0 0-16,0-1 15,0 0-15,1 0 16,-1 0-16,2 1 15,0-2-15,-2 0 16,-6 0 0,3 0-16,2-1 15,4 2-15,-4-2 16,-4 1-16,-5 0 16,6 0-16,2 0 15,0 0-15,-2 0 16,-7 0-16,1-1 15,2 0 1,4 0-16,-1-1 16,-1 2-16,-5 1 15,0 0-15,1-1 16,-2 0-16,0 1 16,0 1-16,-2 0 15,-1 0-15,-1 0 16,-1 0-1,-3 0-15,-1 0 16,-2 1-16,-3-1 16,-2 0-16,-10 1 15,16 0-15,-16 0 16,10 0-16,-10 0 16,0 0-16,0 0 15,0 0-15,10 0 16,-10 0-16,0 0 15,0 0-15,0 0 16,0 0 0,0 0-16,0 0 15,0 0-15,0 0 16,10-9-16,-10 9 16,0 0-16,5-7 15,-5 7-15,0 0 16,8-12-1,-5 5-15,-3 7 0,4-9 16,-4 9 0,0 0-16,0 0 15,0 0-15,0 0 16,0 0-16,0 0 16,0 0-16,0 0 15,0 0-15,0 0 16,0 0-16,0 0 15,0 0-15,0 0 16,0 0 0,0 0-16,0 0 15,11-12-15,-5 0 16,-1 3-16,-1 1 16,-1-1-16,0-5 15,0-9-15,-3 6 16,-1 6-16,-1 2 15,2 9 1,-1-10-16,1 10 16,0 0-16,-2-10 15,2 10-15,-3-7 16,3 7-16,0 0 16,0 0-16,0 0 15,0 0 1,0 0-16,0 0 15,0 0-15,0 0 0,0 0 16,0 0 0,0 0-16,0 0 15,-11 3-15,11-3 16,0 0-16,0 0 16,-1 7-16,1-7 15,0 0-15,0 0 16,0 0-16,0 0 15,-3 12-15,3-12 16,-1 8 0,1-8-16,0 0 15,0 0-15,-1 11 16,-1-2-16,1-1 16,1-8-16,-1-461 15,1 930-15,0-469 16,0 0-16,0 0 15,0 0-15,0 0 16,10-3 0,2 10-16,9 5 15</inkml:trace>
  <inkml:trace contextRef="#ctx0" brushRef="#br0" timeOffset="108465.26">12791 3854 0,'0'0'0,"0"0"15,0 0-15,0 0 16,0 0-16,0 0 15,3 0-15,-3 0 16,0 0-16,0 0 16,4 8-1,-4-8-15,6 16 16,0-2-16,-1 0 16,0-2-16,1 0 15,0 2-15,0 0 16,-1-1-16,-1-2 15,1 0-15,0 0 16,-2 0 0,-1-5-16,-2-6 15,4 7-15,-4-7 16,20 0-16,1-5 16,7-7-16,3-8 15,3-10-15,2-5 16,-1 0-16,-1 1 15,7-6-15,0-1 16,-3 2 0,-1 1-16,-2 2 15,3-2-15,-3 2 16,-9 9-16,-2 5 16,-2 2-16,-1 2 15,-2 2-15,-3 1 16,0 2-16,-2 1 15,3-1-15,9-4 16</inkml:trace>
  <inkml:trace contextRef="#ctx0" brushRef="#br0" timeOffset="115633.73">14306 3912 0,'0'0'0,"0"0"0,0 0 15,0 0-15,0 0 16,1 2-16,-1-2 16,0 0-16,0 0 15,0 8-15,0-8 16,0 9-16,0-1 15,0 6-15,0 7 16,0 6 0,0 4-16,0 3 15,0-2-15,0 1 16,0 0-16,0-2 16,-1 1-16,-1-1 15,1-2-15,0-3 16,1-3-16,-1-5 15,1-5-15,0-4 16,0-2-16,0-7 16,0 7-1,0-7-15,0 0 16,0 0-16,0 0 16,15 3-16,5-8 15,10-4-15,3-3 16,-5 3-16,-5 0 15,-4 2-15,3 0 32,0-1-17,5-1-15,-6 3 16</inkml:trace>
  <inkml:trace contextRef="#ctx0" brushRef="#br0" timeOffset="116400.51">14661 4110 0,'0'0'0,"0"0"0,0 0 0,0 0 15,-7 5-15,-3 1 16,-6 6-16,2 3 16,0 2-1,3 2-15,3-1 16,3 1-16,5-6 16,4-4-16,2-2 15,7-6-15,7-5 16,5-5-16,-1-4 15,-6 2-15,-3-1 16,-3 2 0,-4 2-16,-2 1 15,-6 7-15,9-7 16,-9 7-16,0 0 16,0 0-16,7-8 31,-7 8-31,0 0 15,5-9-15,-2 1 16,1-1-16,2-4 16,2-4-1,-2 2-15,0 4 16,2 3-16,-8 8 16,19-6-16,-7 6 15,1 5-15,2 4 16,1 7-16,2 9 15,-3 2-15,-1 2 16,-5-3-16,-2-7 16,-4 2-1,-5 0-15,-2-3 16,-3-2-16,1-5 16,1-4-16,5-7 15,-11 8-15,11-8 16,0 0-16,-7-16 15,10-7-15,9-8 16,9-6-16,5 4 16,5 2-16,2 4 15,0 5 1,-5 9-16,-4 7 16</inkml:trace>
  <inkml:trace contextRef="#ctx0" brushRef="#br0" timeOffset="117099.28">15225 4155 0,'0'0'0,"0"0"0,0 0 0,0 0 0,-1 3 16,-5 4-16,-2 6 15,-5 5 1,-1 3-16,-2 2 16,1-2-16,3-3 15,3-4-15,4-2 16,4 1-16,4-1 15,2 0-15,0-2 16,0-2-16,1 0 16,-2-1-1,3 2-15,2 3 16,2 4-16,0 6 16,-6 8-16,-5-2 15,-3 4-15,-4-2 16,-2-3-16,1-3 15,-2-5 1,1-5 0,2-6-16,7-8 15,-16 6-15,16-6 16,-18-18 0,10-2-16,5-6 15,7-4-15,13-1 16,4-9-16,8-1 15,-2 6-15,-2 4 16,-1 3-16,-2 5 16,1 0-16,-2 3 15,-5 4 1,-3 4-16,-5 4 16,-8 8-16,8-10 15,-8 10-15,-1-7 16,-10 5-16,-8 0 15,-6 7-15,1 3 16,2 4-16,5 2 16,4 2-1,3 3-15,3 5 16,6 1-16,9 2 16,11 0-16,13-4 15,15-5-15,0-3 16,7-15-16,-13 2 15,1-5-15,-4-1 16,-4 2-16</inkml:trace>
  <inkml:trace contextRef="#ctx0" brushRef="#br0" timeOffset="117449.38">14137 4648 0,'0'0'0,"0"0"0,0 0 0,0 0 15,0 0-15,8 0 16,17 0-16,34 0 16,29 1-16,22 1 15,23 2 1,16 1-16,14 4 16,-8 1-16,11 3 15,-27-1-15,459 41 31</inkml:trace>
  <inkml:trace contextRef="#ctx0" brushRef="#br0" timeOffset="125632.22">12431 4510 0,'0'0'0,"0"0"0,0 0 0,0 0 15,-3-3-15,3 3 16,0 0-16,-11-6 15,11 6-15,-26-7 16,-5 4-16,-8 4 16,-2 2-16,-3 1 15</inkml:trace>
  <inkml:trace contextRef="#ctx0" brushRef="#br0" timeOffset="126333.01">11593 4480 0,'0'0'0,"-5"-1"0,5 1 0,0 0 0,-9-7 15,9 7-15,-11-10 16,11 10-16,-13-11 15,6 4-15,-6-3 16,-4 7 0,0 4-1,-6 3-15,10 1 16,13-5-16,-17 6 16,17-6-16,-11 4 15,11-4 1,-10 8-16,10-8 15,-8 7-15,8-7 16,-6 7-16,6-7 16,-5 6-16,5-6 15,0 0 1,-4 8-16,4-8 0,0 0 16,-2 8-1,2-8-15,0 0 16,0 8-16,0-8 15,0 0-15,0 0 16,0 0-16,4 7 16,-4-7-16,0 0 15,0 0-15,0 0 16,0 0-16,0 0 16,0 0-16,0 0 15,0 0 1,0 0-16,0 0 15,0 0-15,0 0 16,3 7-16,-3-7 16,0 0-16,0 0 15,0 0-15,0 0 16,0 0-16,0 0 16,0 0-1,0 0-15,0 0 16,0 0-16</inkml:trace>
  <inkml:trace contextRef="#ctx0" brushRef="#br0" timeOffset="142865.54">12627 6549 0,'0'0'0,"0"0"0,4-3 0,-4 3 16,19-16-16,-8 8 15,-3 1-15,-8 7 16,10-7-16,-10 7 16,0 0-16,2-6 15,-2 6 1,-34-10-16,-11 12 15,-7 14-15,13-4 16,8 0-16,9-3 16,5 1-16,2 0 15,5-1-15,-1 7 16,1 3-16,2 2 16,4 4-16,2-1 15,5 2-15,4 4 16,4 7-1,1-4-15,2 12 16,0 3-16,-15-9 16,-14 7-1,-11-9 1,-7-10-16,-10-7 16,9-8-16,0-5 15,0-3 1,2-3-16,0-4 15,0-8-15,7-4 16,8-5-16,9-5 16,8-16-16</inkml:trace>
  <inkml:trace contextRef="#ctx0" brushRef="#br0" timeOffset="143048.04">12260 6718 0,'0'0'0,"0"0"15,0 0-15,5 2 16,6 2-16,13 4 16,6 2-16,5 2 15,8-2-15,4-4 16,3-1-16,-3-1 16</inkml:trace>
  <inkml:trace contextRef="#ctx0" brushRef="#br0" timeOffset="143281.41">12859 6767 0,'0'0'0,"0"0"0,0 0 15,0 0-15,0 2 16,0-2-1,0 7-15,0 2 16,0 6-16,0 10 16,-1 8-16,-2 4 15,-4-3-15,2-8 16</inkml:trace>
  <inkml:trace contextRef="#ctx0" brushRef="#br0" timeOffset="143465.64">12886 6617 0,'0'0'0,"0"0"0,0 0 0,0-2 0,0 2 16,0 0-16,0 0 15,0 0-15,0 0 16,0 0-16,0 0 15</inkml:trace>
  <inkml:trace contextRef="#ctx0" brushRef="#br0" timeOffset="143881.54">13082 6736 0,'0'0'0,"0"0"16,0 0-1,0 0-15,0 0 16,2 6-16,2 4 16,4 7-16,0 6 15,6 22 1,-3 9 0,-3-4-16,-5-31 15,-3-19-15,2 8 16,-2-8-1,0 0-15,2-7 16,12-39-16,1-15 16,-6 31-16,-2 4 15,2 4-15,2 10 16,-2 4-16,-9 8 16,12-2-16,-12 2 15,12 2-15,-1 17 16,2 16-16,-3 6 15,-1 10 1,-6-25-16,-3 6 31</inkml:trace>
  <inkml:trace contextRef="#ctx0" brushRef="#br0" timeOffset="144297.81">13399 6821 0,'4'14'0,"-1"2"16,1-1-16,1 7 15,-2-11-15,-3-11 16,0 0-16,0 0 16,17 1-16,-5-2 15,1 0-15,8-9 16,-3 2-16,-3 0 15,-5 2 1,-10 6-16,8-21 16,-5 7-16,-3 14 15,-4-11-15,4 11 16,-15-15-16,0 10 16,-5 5-16,-1 16 15,-1 19-15,4 2 16,4 10-16,8-18 15,3 1 1,7-1-16,9 7 16,3 3-16,6-14 15,1-10-15,4-13 16,7-7-16,-3-1 16,6-1-16,-3 0 15</inkml:trace>
  <inkml:trace contextRef="#ctx0" brushRef="#br0" timeOffset="144664.75">13890 6749 0,'0'0'0,"0"0"0,0 0 16,0 0-16,-1 5 16,-1 5-16,-5 26 15,0-3-15,1 9 16,-2 25 15,8-21-31,10 9 16,0-27-16,10-11 15,-2-5-15,2-5 16,-1-3-16,-7-7 16</inkml:trace>
  <inkml:trace contextRef="#ctx0" brushRef="#br0" timeOffset="145116.96">13826 6871 0,'0'0'0,"0"0"0,0 0 16,0 0-16,0 0 16,0 0-16,3 0 15,-3 0-15,29-2 16,-5-2-16,-5 1 15,-3 0-15,-4 1 16,0 0 0,-2 2-16,4 6 15,-2 6-15,-1 3 16,2 11-16,2 5 16,-1 2-16,-3-9 15,-4-9-15,-1-5 31,6-6-15,13-10-16,8-15 16,1-4-16,-8-2 15,-13 12-15,-6 7 16,-7 8-16,5-8 16,-5 8-16,0 0 15,0 0-15,0 0 16,11 14-16,-5 4 15,-6 5-15,-13 4 16,9-12 0,-8 1-16,1-7 15</inkml:trace>
  <inkml:trace contextRef="#ctx0" brushRef="#br0" timeOffset="145498.24">14315 6850 0,'0'0'0,"0"0"0,0 0 0,2 5 0,1 9 16,4 11-1,3 6-15,-2-1 16,1 3-16,2-6 31,3-8-31,5-9 16,0-9-16,0-4 15,0-6-15,0-5 16,1-4 0,-3 0-16,-6 4 15,-2 3-15,-9 11 16,5-7-16,-5 7 16,0 0-16,0 0 15,11 15-15,-2 5 16,-4 3-16,2-2 15,-2-3-15,0-3 16,-2-2 0,0-4-16,2 0 15</inkml:trace>
  <inkml:trace contextRef="#ctx0" brushRef="#br0" timeOffset="145698.62">14755 6823 0,'0'0'0,"0"0"0,0 0 16,0 4-1,0 10-15,1 10 16,0 7-16,-1 3 16,1-3-16,0 6 31,0-4-31</inkml:trace>
  <inkml:trace contextRef="#ctx0" brushRef="#br0" timeOffset="145865.94">14838 6706 0,'0'0'0,"0"0"16,0 0-16,0 0 15,0 0-15,0 0 16,4 4 0,2 6-16</inkml:trace>
  <inkml:trace contextRef="#ctx0" brushRef="#br0" timeOffset="146385.72">15000 6867 0,'0'0'0,"0"0"0,0 0 16,3 5-16,3 4 16,5 11-1,4 4-15,2 1 16,0-5-16,12-7 31,3-9-31,2-12 16,-4-16-16,-11-6 15,-2 1-15,-8 5 16,-3 8 0,-3 6-16,-1 4 15,-2 6-15,3-8 16,-3 8-16,0 0 16,0 0-16,-2 11 15,-3 17-15,-2 14 16,0 9-16,-2 8 15,0 3-15,1-7 16,-1 0-16,1-11 16,1-8-16,-1 3 15,3-9 1,-1-3-16,3-6 16,2-12-16,1-9 15,0 0-15,-23-22 16,-3-16-16,12-6 15,7 8-15,7 0 16,4 2-16,4 5 16,1 4-1,6 0-15,1 0 16</inkml:trace>
  <inkml:trace contextRef="#ctx0" brushRef="#br0" timeOffset="146898.99">12472 7616 0,'0'0'0,"0"0"15,0 0-15,0 0 16,0 0-16,-3 3 15,-2 9-15,-8 19 16,-2 19-16,2 1 16,1 2-16,13-11 31,0 3-15</inkml:trace>
  <inkml:trace contextRef="#ctx0" brushRef="#br0" timeOffset="147101.66">12401 7593 0,'0'-1'0,"0"1"15,0 0 1,-1-10-16,1 10 16,0-9-16,9 1 15,15 3-15,16 1 16,12 20-16,-1 13 15,-4 24-15</inkml:trace>
  <inkml:trace contextRef="#ctx0" brushRef="#br0" timeOffset="147265.01">12489 8059 0,'0'0'0,"0"0"16,0 0-16,3-3 15,4-8-15</inkml:trace>
  <inkml:trace contextRef="#ctx0" brushRef="#br0" timeOffset="148115.71">12872 7871 0,'0'0'0,"0"2"0,0-2 0,0 0 16,-3 11-16,1-4 15,-1 11-15,-1 12 16,4-1-16,8 3 15,3-4-15,6 3 32,11-13-17,-3-12-15,6-7 16,-6-14-16,-9-6 16,-3-15-16,-9-8 15,-4 4-15,-4 7 16,-4 4-16,0 3 15,-1 6-15,0 3 16,1 5-16,3 5 16,5 7-16,-6-10 15,6 10 1,0 0-16,0 0 16,-2-7-16,2 7 15,23-6-15,-6 12 16,0 7-16,1 9 15,-2 7-15,0 6 16,-1 5-16,-3-2 16,-4-7-16,-2-8 15,-2-8-15,-1-4 16,-1-3 0,-2-8-16,0 0 15,0 0-15,0 0 16,23-35-16,-9-7 15,-1-1-15,-3 10 16,0 3-16,-4 7 16,1 8-16,-2 6 15,-5 9-15,17-3 16,-2 9 0,2 6-16,-1 2 15,-3 4-15,1-1 16,-4-2-16,0-1 15,-2-3-15,1-4 16,2-6-16,3-2 16,3-3-1,-3-2-15,-3 2 16,-11 4-16,12-5 16,-12 5-16,18 8 15,-3 4-15,2 7 16,-1 3-16,-2 2 15,-3-3-15,-3-4 16,0 0-16,1 0 16</inkml:trace>
  <inkml:trace contextRef="#ctx0" brushRef="#br0" timeOffset="148648.01">13743 7833 0,'0'0'0,"0"0"0,0 0 16,0-1-16,0 1 15,0 0-15,-10 4 16,-9 7 0,-6 13-16,3 2 15,6 2-15,9-6 16,5-4-16,4-4 15,1-8-15,-3-6 16,14 2-16,3-13 16,4-6-16,-1-3 15,-7 7-15,-4 5 16,-9 8 0,13-8-16,-2 11 31,6 5-31,2 6 15,-1 3-15,-4-2 16,1-1-16,-4-2 16,-4-4-16,-7-8 15,17 3-15,-6-4 16,0 0 0,-11 1-16,11-4 15,-11 4-15,0 0 16,0 0-16,10 6 15,-6 18-15,-3 5 16,-1 4-16,-2-14 16,0 0-16,0-6 15</inkml:trace>
  <inkml:trace contextRef="#ctx0" brushRef="#br0" timeOffset="148799.53">13946 7752 0,'0'0'0,"0"0"16,0 0-16,0 0 15,0 0-15,0 0 16,0 0-16,0 0 16</inkml:trace>
  <inkml:trace contextRef="#ctx0" brushRef="#br0" timeOffset="149148.74">14063 7949 0,'2'-2'0,"-2"2"0,0 0 16,0 0-16,8 10 16,0 8-1,-1 10-15,-3 8 16,0-5-16,-2-8 15,-2-8-15,1-5 16,-1-10-16,0 0 31,10-27-31,7-40 16,-5 10-16,-5 26 16,-3 10-1,-1 7-15,0 7 16,-3 7-16,0 0 15,12-2-15,-2 17 16,4 11-16,-1 9 16,-4-1-16,1-4 15,-2 1-15,-2-5 16</inkml:trace>
  <inkml:trace contextRef="#ctx0" brushRef="#br0" timeOffset="149581.71">14427 7875 0,'0'0'0,"0"0"0,0 0 0,0 0 0,1 5 16,1 9-16,3 17 16,-5 14-1,-5 8-15,0-5 16,-3-1-1,3-15 1,1-11-16,0-12 16,4-9-16,-5-7 15,4-23-15,2-32 16,15-14-16,4-6 16,2 8-16,4 11 15,-3 9 1,-6 18-16,-4 13 15,-6 11-15,-7 12 16,8-9-16,-8 9 16,23 19-16,4 23 15,3 21-15,-7 1 16,-5 7-16,-4-12 16,-4-2-1,0 3 1,-2-2-1,1-9-15</inkml:trace>
  <inkml:trace contextRef="#ctx0" brushRef="#br0" timeOffset="149748.57">14563 8094 0,'0'0'0,"0"0"0,0 0 0,0 0 15,1-3-15,-1 3 16,11-9-16,1 2 16,6 2-16</inkml:trace>
  <inkml:trace contextRef="#ctx0" brushRef="#br0" timeOffset="150232.37">14927 8071 0,'3'-1'0,"-3"1"0,0 0 0,11-3 0,1-2 16,-2 2-16,-10 3 15,12-6-15,-12 6 16,0 0-16,6-8 16,-6 8-16,-18-7 15,1 6 1,0 4-16,2 1 15,2 4-15,1 4 16,2 5-16,4-4 16,3-2-16,3-11 31,0 0-31,14-3 16,8-14-16,3-14 15,-3-12-15,-6 1 16,-3-8-1,-2 2-15,-4 11 16,-2 9-16,-2 9 16,-3 8-16,1 4 15,-1 7-15,0 0 16,0 0-16,-8 10 16,-4 27-16,9 20 15,8 5 1,9 12-1,17-11 1,-4-17-16</inkml:trace>
  <inkml:trace contextRef="#ctx0" brushRef="#br0" timeOffset="150981.38">15237 7961 0,'0'0'0,"-1"2"0,1-2 0,0 0 0,0 0 16,-19 14-16,3-1 16,-6 4-16,-2 2 15,4-4-15,4-3 16,8-4-16,3-1 16,5-7-16,3 11 15,12-9 1,11-6-16,4-3 15,-4-3-15,-5 0 16,-3 1-16,-1 0 16,1 7-16,3 10 15,0 6-15,1 4 16,-1 5-16,-2-2 16,-5-5-16,-4-5 15,-3-3 1,-7-8-16,15-1 15,-5-9-15,-1 0 16,-1-1-16,-2 0 16,-2 4-16,-4 7 15,4-8-15,-4 8 16,0 0-16,0 15 16,-2 17-16,-1 6 15,-4 0 1,0-6-16,-3 5 15,0-2-15,1-4 16,2-8-16,3-13 16,4-10-16,0 0 15,-9-7-15,-1-33 16,0-14-16,2-6 16,2 4-16,8 6 15,4 0 1,2 12-16,0 7 15,1 9-15,-2 6 16,0 2-16,2 4 16,2 2-16,5 5 15,3 7-15,0 3 16,-4 3-16,-5 2 16,-7 3-16,-5 5 15,-4 1-15,-5-3 16,-4-2-1,-12 7-15</inkml:trace>
  <inkml:trace contextRef="#ctx0" brushRef="#br0" timeOffset="200030.9">9127 4982 0,'0'0'0,"0"0"0,0 0 0,0 0 16,0 0-16,0 0 15,5 1-15,5 0 16,11 3-16,14 1 16,9 1-16,6 0 15,5-1 1,1-1-16,1 0 16,3-1-16,-5-2 15,-2 1-15,-4-1 16,-1 1-16,-3-1 15,-1-1-15,-3 0 16,0 0-16,1 0 16,1 0-16,-1 0 15,0 0 1,3 0-16,3-1 16,7-4-16,4-3 15,4-5-15,-1-3 16,4-1-16,-5 1 15,-2 1-15,-2 2 16,1-1-16,-7 2 16,-1 0-1,-5 1-15,-4 1 16,-1 3-16,-4 1 16,-7 2-16,-2 1 15,-4 1-15,-1 2 16,-2-1-16,-3 0 15,-1 0-15,-2 2 16,-1 2-16,2 2 16,-1 0-16,3 2 15,4 2 1</inkml:trace>
  <inkml:trace contextRef="#ctx0" brushRef="#br0" timeOffset="207448.18">9014 4996 0,'0'0'0,"0"0"0,0 0 0,0 0 15,6 2-15,4 0 16,8 4-16,7 4 16,1 2-16,4 1 15,2 1 1,3 1-16,3 1 16,4-2-16,7-5 15,2-2-15,-1-1 16,-2-2-16,-2 0 15,-6-1-15,0 0 16,-4 0-16,1 0 16,2 1-16,4-1 15,5 1 1,3 0-16,5-2 16,5-5-16,0 0 15,-2-2-15,0-2 16,-4 2-16,0 0 15,2 0-15,-5 0 16,-2 0-16,-4 0 16,-1 1-1,1 1-15,-1-1 16,-4 0-16,0 0 16,2 2-16,-2-2 15,0 2-15,1 0 16,4-1-16</inkml:trace>
  <inkml:trace contextRef="#ctx0" brushRef="#br0" timeOffset="-210732.8">14298 3748 0,'0'0'0,"0"0"0,0 0 0,0 0 16,0 0-16,0 0 16,5 0-16,9 0 15,10 0-15,13 0 16,6 0-16,2-1 16,2 0-16,1-3 15,-2-1 1,-3-1-16,-4 0 15,-7 0-15,-3 1 16,-3 1-16,-3 1 16,-4-1-16,-2 3 15,-2-2-15</inkml:trace>
  <inkml:trace contextRef="#ctx0" brushRef="#br0" timeOffset="-162532.81">12868 3879 0,'0'0'0,"0"0"0,0 0 0,0 0 16,1 2-16,-1-2 15,5 9-15,0-3 16,1 3-16,1 0 15,2 0-15,2 1 16,-1-3 0,-2-1-16,-8-6 15,16 9-15,-16-9 16,18 5-16,-6-7 16,6-3-16,7-6 15,14-14-15,12-13 16,5-9-16,-5 0 15,-4 3 1,-8 5-16,-2 2 16,-4 4-16,-4 5 15,-5 5-15,-4 3 16,-4 4-16,-1 3 16,-1 0-16,-2 2 15,3 0-15,13-5 16</inkml:trace>
  <inkml:trace contextRef="#ctx0" brushRef="#br0" timeOffset="-159616.16">9137 3658 0,'0'0'0,"0"0"0,0 0 0,7 0 16,9 0-16,10 0 15,9 0-15,4 0 16,6 0-16,2 0 16,3 0-16,5 0 15,-1 0-15,2 0 16,0 0 0,-1 0-16,0 0 15,-1 0-15,3 0 16,-3 0-16,2 0 15,0 0-15,0 0 16,2 0-16,0 0 16,0 0-16,3 0 15,2 0 1,5 0-16,4 0 16,6 0-16,2 0 15,-1-1-15,1-1 16,0-1-16,3 1 15,-4-1-15,1 1 16,-3-1-16,-4 2 16,3-1-16,-2 1 15,2 0-15,-3 2 16,-3-1 0,-2 2-16,-3 0 15,-2 1-15,-1 2 16,-5 0-16,-2-1 15,-3 0-15,-4 1 16,-1-2-16,-5 0 16,-7 0-1,-1 0-15,-1-1 16,1 1-16,-1-1 0,-3-1 16,-3 1-1,1 0-15,0-2 16,-2 0-16,1-1 15,-4 0-15,-2 0 16,-1 0-16,-4 1 16,-2-1-16,2 1 15,6-2-15</inkml:trace>
  <inkml:trace contextRef="#ctx0" brushRef="#br0" timeOffset="-156416.39">11616 3561 0,'0'0'0,"0"0"0,0 0 0,0 0 16,0 2-16,0-2 16,0 0-16,0 10 15,0-10 1,3 12-16,-1-3 15,1 1-15,1 1 16,1 1-16,1-2 16,-2-3-16,-4-7 15,9 10-15,-9-10 16,17 5-16,-1-6 16,12-10-1,17-10-15,13-13 0,2-4 16,0-2-1,-10 4-15,-5 3 16,-8 5-16,-8 5 16,-8 4-16,-7 6 15,-4 4-15,-4 2 16,-6 7-16,7-7 16,-7 7-16,0 0 15,0 0-15,1-6 16,-1 6-1,0 0-15</inkml:trace>
  <inkml:trace contextRef="#ctx0" brushRef="#br0" timeOffset="-155850.08">10362 3569 0,'0'0'0,"0"0"15,0 2-15,0-2 16,0 0-16,0 0 15,3 10-15,-1-2 16,0 2 0,4 3-16,1 0 15,6 0-15,6-3 16,11-4-16,20-11 16,15-14-16,18-18 15,-1-3-15,-3-2 16,-12 6-16,-16 9 15,-17 8 1,-15 9-16,-19 10 16,12-7-16,-12 7 15,0 0-15,0 0 16</inkml:trace>
  <inkml:trace contextRef="#ctx0" brushRef="#br0" timeOffset="-155031.08">8852 3855 0,'0'0'0,"0"0"0,0 0 15,0 0-15,0 0 16,0 0-16,0 0 15,5 1 1,10 0-16,26-8 16,29-18-16,16-14 15,3-10-15,0-7 16,-7 0-16,-8 5 16,-13 9-16,-16 12 15,-14 9-15,-11 8 16,-8 5-16,-12 8 15,11-7 1,-11 7-16,0 0 16,0 0-16,0 0 15,0 0-15,9-2 16,-9 2-16,0 0 16,0 0-16,0 0 15,0 0-15,0 0 16,0 0-16,0 0 15,0 0-15,0 0 16,0 0 0,0 0-16,2 7 15,-2-7-15,0 0 16,0 0-16,0 0 16,0 0-16,0 0 15,0 0-15,0 0 16,0 0-16,0 0 15,0 0 1,0 0-16,0 0 16,0 0-16,0 0 15,0 7-15,0-7 16,0 0-16,0 0 16,0 0-16,0 0 15,0 0-15,0 0 16,0 0-16,0 0 15,0 0-15</inkml:trace>
  <inkml:trace contextRef="#ctx0" brushRef="#br0" timeOffset="-152014.35">13273 3617 0,'0'0'0,"0"0"0,0 0 16,0 0-16,0 0 16,0 0-16,-5-2 15,5 2 1,-14-11-16,3 2 16,-1 1-16,1-2 15,-1 0-15,-3-2 16,-2-2-16,-3-1 15,0-2-15,2 3 16,0 0-16,0 0 16,-2 1-16,-2-1 15,-1 1-15,-2-2 16,-1 2 0,-3 2-16,-4 0 15,3 1-15,-2 1 16,0 0-16,-2 0 15,-2 0-15,1 0 16,1 0-16,3 2 16,1-1-16,-2 1 15,0 0-15,-2-1 16,0 1 0,-2-1-16,-1 0 15,0 0-15,-4 0 16,3 2-16,-1 2 15,4-1-15,2 1 16,2 0-16,2 0 16,1 1-16,-1 0 15,1 0 1,3 0-16,2-1 16,0 1-16,-1 0 15,3-1-15,1 1 16,3 1-16,1-1 15,2 1-15,-1-1 16,2 1-16,2 1 16,0-2-16,1 2 15,0-1-15,0 1 16,-3-1-16,0 1 16,-1-2-1,0 2-15,1 0 16,-1 0-16,0 1 15,-2 0-15,-1 1 16,-1 0-16,-3 1 16,-3 3-16,-1-1 15,-1 0 1,2 0-16,1 0 16,-3 0-16,-3 1 15,-4 1-15,-1 1 16,0-2-16,4 1 15,-1-1-15,2 0 16,0 2-16,-2 0 16,2 0-16,3-2 15,3 0-15,2 0 16,1-2 0,0 2-16,2-2 15,3-1-15,0 0 16,1 1-16,0 1 15,0-2-15,1 2 16,-1-1-16,4 1 16,10-4-16,-18 6 15,18-6-15,0 0 16,-10 5 0,10-5-16,0 0 15,0 0-15,0 0 16,-4-9-16,3 0 15,7-11-15,14-10 16,7-5-16,8 1 16,-4 5-16,-5 4 15,-3 6-15,-5 5 16,-5 5 0,-5 1-16,-8 8 15,9-7-15,-9 7 16,0 0-16,0 0 15,0 0-15,-24 26 16,-11 5-16,-8 7 16,0-5-16,-4 1 15,2-4-15,2-5 16,2 0-16,9-6 16,8-5-1,5-2-15,6-2 16,3-2-16,10-8 15,-10 10-15,10-10 16,0 0-16,0 0 16,-4 7-16,4-7 15,0 0-15,11 9 16,1 2-16,6 0 16,4 0-1,1 0-15,-1-1 16,1-2-16,-4-1 15,-2 0-15,-2-2 16</inkml:trace>
  <inkml:trace contextRef="#ctx0" brushRef="#br0" timeOffset="-151565.47">8257 3958 0,'0'0'0,"0"0"0,0 0 16,0 0-16,-3 2 15,3-2-15,0 0 16,0 0-16,0 0 16,0 0-16,0 0 15</inkml:trace>
  <inkml:trace contextRef="#ctx0" brushRef="#br0" timeOffset="-149133.3">13385 3039 0,'0'0'0,"0"0"0,0 0 16,6 1-16,-6-1 15,23 5-15,3 0 16,5-1-16,7-2 16,0-2-16,2-1 15,0-3-15,-7 1 16,-7-2-16,-5-1 16,-4 0-16,-4 0 15,-13 6 1,18-12-16,-18 12 15,9-12-15,-8 6 16,-1-3-16,-2-3 16,-5 1-16,-3-3 15,-6-2-15,-5-1 16,-2 2-16,-3 2 16,-2 3-16,2 1 15,0 2-15,0 2 16,0 1-1,2 1-15,-1 3 16,-1 2-16,-2 3 16,1 3-16,0 0 15,1 3-15,4 1 16,1 2-16,7 0 16,4-3-16,5 4 15,5 0-15,5 2 16,12 2-1,12-4-15,21-5 16,16-1-16,17-9 16,-1-5-16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33:54.5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8538 3877 0,'0'0'0,"0"0"0,0 0 0,0 0 15,6-5-15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34:11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6027 3296 0,'0'0'0,"0"-1"0,0 1 0,0 0 16,0 0-16,0 0 16,-10-7-1,10 7-15,0 0 0,0 0 16,-1 8-1</inkml:trace>
  <inkml:trace contextRef="#ctx0" brushRef="#br0" timeOffset="599.61">5904 4370 0,'0'0'0,"0"0"0,0 0 15,0 0-15,0 0 16,0 0-16,0 0 16,0 0-16,0 0 15,0 0-15,0 0 16,0 0-16,0 0 16,6 0-16,7 0 15</inkml:trace>
  <inkml:trace contextRef="#ctx0" brushRef="#br0" timeOffset="2916.7">5777 2906 0,'0'0'0,"-3"-3"0,3 3 16,-10-15-16,0 4 15,0-3-15,-3 1 16,-2 0-1,-3-1-15,-3 1 16,-5 0-16,0 3 16,-1 3-16,1 2 15,-1 1-15,-4 0 16,-2 2-16,-2 5 16,0 3-16,2 2 15,-1 3-15,-1 3 16,-2 2-16,1 2 15,4 4-15,3 3 16,-1 4 0,2 6-16,-2 0 15,1 4-15,1 3 16,1 4-16,4 2 16,0 4-16,3 2 15,0 5-15,1 3 16,2-1-16,3-1 15,4 1 1,3 0-16,4 0 16,4-3-16,5-4 15,5-2-15,4 0 16,3-4-16,3-4 16,3-3-16,2-6 15,6-1-15,4-2 16,3-3-16,2-6 15,6 1-15,-1-6 16,-1-4 0,1-4-16,3-5 15,4-3-15,1-3 16,-3-5-16,-2-5 16,2-8-16,-1 0 15,-2-1-15,4-4 16,-2 0-16,1-5 15,0-12 1,-1-3-16,1-5 16,-7-2-16,-5-2 15,-8-4-15,-1-6 16,-2-3-16,-6 4 16,-1 0-16,-11 5 15,-8-3-15,-6 0 16,-10-4-16,-4-3 15,-5 3-15,-2 5 16,-4 4 0,-5 4-16,-7-4 15,-2 6-15,0 6 16,-5 6-16,-1 3 16,-8 7-16,-3 6 15,-1 8-15,0 9 16,-2 4-16,1 12 15,6 3-15,9 4 16,6 6-16,7 3 16</inkml:trace>
  <inkml:trace contextRef="#ctx0" brushRef="#br0" timeOffset="4252.5">6064 4482 0,'-1'-2'0,"1"2"15,-12-13-15,-6-5 16,-5-5-16,-1 3 16,2 2-1,2 3-15,-1 2 16,-3 1-16,-7 0 16,-3 1-16,-2 3 15,5 1-15,-2 2 16,-7 0-16,-5 3 15,0 2-15,-1 3 16,-4 4-16,-4 4 16,-1 4-1,2 7-15,0 6 16,0 6-16,7-1 16,-2 5-16,3 3 15,1 4-15,0 2 16,7 0-16,2 2 15,2 3-15,1 3 16,4 1 0,4 0-16,4 5 15,7-5-15,5 6 16,3-3-16,4-2 16,3-3-16,3-3 15,4-1-15,5-1 16,6 0-16,2-6 15,6 5-15,1-2 16,1-4-16,7 1 16,0-4-1,4-6-15,1 0 16,6-1-16,1-5 16,1-2-16,-1-8 15,4-4-15,2-5 16,2-5-16,3-2 15,-5-4-15,4-2 16,-3-3-16,0-10 16,0-5-1,-3-6-15,5-7 16,-5 0-16,2-10 16,-2-5-16,-7-5 15,0-1-15,-5 1 16,-6 2-16,-5 3 15,-5-8-15,-6 0 16,-2-3-16,-3-1 16,-4 7-1,-3-4-15,-5 1 16,-8-4-16,-4 1 16,-4 5-16,-5-1 15,-4 5-15,-6 0 16,-5 1-16,-5 4 15,-4 3-15,-4 0 16,-5 5-16,0 5 16,-9 4-1,0 9-15,-6 0 16,-5 4-16,4 5 16,-3 4-16,-2 4 15,5 4-15,-11 5 16,4 5-16,3 9 15,-14 15-15</inkml:trace>
  <inkml:trace contextRef="#ctx0" brushRef="#br0" timeOffset="5818.1">7574 3332 0,'0'0'0,"0"0"16,0 0-16,0 0 15,0 0 1,2 2-16</inkml:trace>
  <inkml:trace contextRef="#ctx0" brushRef="#br0" timeOffset="6517.09">7191 4309 0,'0'0'0,"-2"-1"0,2 1 15,0 0-15,0 0 16,0 0-16</inkml:trace>
  <inkml:trace contextRef="#ctx0" brushRef="#br0" timeOffset="7300.29">8827 3503 0,'0'0'0,"0"0"0,0 0 0,0 0 16,0 0-16,0 0 16,4 2-16,6 5 15</inkml:trace>
  <inkml:trace contextRef="#ctx0" brushRef="#br0" timeOffset="7866.99">8562 4293 0,'0'0'0,"0"0"0,0 0 0,0 0 16</inkml:trace>
  <inkml:trace contextRef="#ctx0" brushRef="#br0" timeOffset="10484.01">7631 4856 0,'0'0'0,"0"0"16,0 0-16,0 0 15,0 0-15,0 2 16</inkml:trace>
  <inkml:trace contextRef="#ctx0" brushRef="#br0" timeOffset="11365.76">7194 5709 0,'0'0'0,"-2"-2"0,2 2 16,0 0-16,-11-10 15</inkml:trace>
  <inkml:trace contextRef="#ctx0" brushRef="#br0" timeOffset="11949.61">8994 4813 0,'0'0'0,"0"0"0,0 0 16,0 0-16,0 0 16</inkml:trace>
  <inkml:trace contextRef="#ctx0" brushRef="#br0" timeOffset="12667.98">8641 5570 0,'0'0'0,"-3"-2"0,3 2 16,0 0-16,-14-2 16,-7 20-16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34:37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3357 1016 0,'0'0'0,"0"0"0,0 0 0,0 0 16,0 0-16,0 0 15,0 0-15,0 0 16,0 0-16,0 0 16,3 1-16,13 5 15,18 6-15,17-2 16,13-3-1,13-1-15,7 0 16,11 0-16,5-1 16,11 0-16,6-4 15,5-5-15</inkml:trace>
  <inkml:trace contextRef="#ctx0" brushRef="#br0" timeOffset="4049.21">2241 5274 0,'0'0'0,"0"0"16,0-2-16,0 2 15,0-7-15,0 7 16,-1-9-16,1 9 16,-2-9-16,2 9 15,-1-8-15,1 8 16,0 0-16,-1-8 16,1 8-1,0 0-15,0 0 16,2-9-16,-2 9 15,7-11-15,-7 11 16,10-9-16,-10 9 16,11-6-16,-11 6 15,13-2-15,-13 2 16,18-2 0,-6 2-16,-2 1 15,-10-1-15,21 3 16,-9-2-16,1 0 15,0 2-15,0 0 16,-1 1-16,2 1 16,-2-2-16,0 2 15,-2-1-15,1 0 16,-1 0 0,0 0-16,1 0 15,2 0-15,0 0 16,2 0-16,1-2 15,-1-1-15,-1 0 16,1-1-16,0-1 16,-1 0-16,0-1 15,2 0-15,1-2 16,1 1-16,0-2 16,1-1-1,1 1-15,-2 0 16,-1 1-16,-1 0 15,-2 1-15,0-1 16,-1 2-16,0-2 16,-1 0-16,-2 2 15,-1 1 1,-9 1-16,17-3 16,-17 3-16,14-1 15,-14 1-15,13 0 16,-13 0-16,12 1 15,-12-1-15,10 2 16,-10-2-16,0 0 16,14 3-16,-14-3 15,13 4-15,-13-4 16,14 5 0,-14-5-16,15 5 0,-15-5 15,15 5 1,-15-5-16,20 2 15,-7-3-15,1-1 16,0-1-16,-1-1 16,-2 2-16,0-1 15,-11 3-15,17-5 16,-17 5-16,16-5 16,-5 1-1,1 1-15,4-1 16</inkml:trace>
  <inkml:trace contextRef="#ctx0" brushRef="#br0" timeOffset="5083.3">3488 5147 0,'0'0'0,"0"0"0,-2 0 16,2 0-16,0 0 15,0 0-15,0 0 16,0 0-16,0 0 16,0 0-16,0 0 15,0 0-15,0 0 16,20-6-16,-1 1 16,6 0-16,1 0 15,-2 1 1,3 1-16,0-1 15,1 1-15,-3 2 16,0 1-16</inkml:trace>
  <inkml:trace contextRef="#ctx0" brushRef="#br0" timeOffset="17798.7">6264 6604 0,'0'0'0,"0"0"0,0 0 16,0 0-16,0 0 15,-1 6-15,0 7 16,-2 11-16,0 5 16,0-1-16,1 1 15,-2-1 1,1-3-16,2-3 16,3-4-16,0-3 15,2-3-15,-1-3 16,0-2-16,-3-7 15,0 0-15,15-5 16,0-8-16,2-6 16,-1-3-1,-3 2-15,-2 1 16,-4 5-16,-1 3 16,-3 5-16,-3 6 15,4-9-15,-4 9 16,0 0-16,0 0 15,0 0-15,0 0 16,10 2-16,-4 4 16,2 2-16,1 0 15,-2 0 1,-7-8-16,11 8 16,-11-8-16,12 0 15,-4-7-15,2-5 16,0-5-16,0-1 15,-3-3-15,-3 3 16,0 3-16,-3 3 16,0 3-16,-1 3 15,0 6-15,0-9 16,0 9 0,3-12-16</inkml:trace>
  <inkml:trace contextRef="#ctx0" brushRef="#br0" timeOffset="18248.43">6692 6616 0,'0'0'0,"0"0"16,0 0-16,0 0 15,5 1-15,-5-1 16,26 3-16,-1-2 15,3-2-15,0-2 16,-1-1-16,-2-1 16,2 0-16,-1 0 15,-2 1-15,-4 0 16,-6 2-16,-14 2 16,12-1-1,-12 1-15,0 0 16,-13 17-16,-10 0 15,-1 3-15,6-5 16,3-4-16,5-2 16,10-9-16,-12 10 15,12-10-15,-7 7 16,7-7 0,0 0-16,0 0 15,-3 7-15,3-7 16,0 0-16,23 9 15,8-12-15,10-5 16,0-5-16,2-4 16,-5 0-16</inkml:trace>
  <inkml:trace contextRef="#ctx0" brushRef="#br0" timeOffset="18751.72">7306 6461 0,'0'0'0,"0"0"16,0 0-16,0 0 16,0 0-16,0 3 15,0-3-15,0 18 16,1-2 0,1 3-16,0 1 15,1-3-15,1 2 16,1-4-16,1-4 15,3-4-15,2-5 16,2-5-16,2-2 16,0-7-16,0-4 15,-1-2-15,-2 1 16,-5 4 0,-2 4-16,-5 9 15,0 0-15,0 0 16,0 0-16,0 0 15,10 15-15,-6-4 16,2 2-16,10-1 16,5-2-16,3-4 15,-1-7-15,-2-3 16,2-12-16,0-11 16,-2-5-1,-4-2-15,-4 3 16,-4 6-16,-3 3 15,-2 4-15,-3 5 16,-1 4-16,0 1 16,0 8-16,-1-9 15,1 9-15,0 0 16</inkml:trace>
  <inkml:trace contextRef="#ctx0" brushRef="#br0" timeOffset="18965.75">7831 6467 0,'0'0'0,"0"0"15,0 0-15,0 0 16,0 0-16,11-1 16,9-1-1,11-1-15,5-2 16,-1-4-16,-2 1 15,-2 1-15,2-1 16,-4 1-16,-1-1 16</inkml:trace>
  <inkml:trace contextRef="#ctx0" brushRef="#br0" timeOffset="19583.07">8763 6066 0,'0'0'0,"0"0"0,0 0 16,0 0-16,0 0 15,-2 2-15,-2 8 16,-7 16-16,-9 21 16,-9 17-1,-4-1-15,-4-1 0,1-7 16,-15 13 15,0-12-31,7-14 16,11-15-16,16-19 15,3-6-15,0-4 16,-2-9-16,3-8 16,3-5-16,6-3 15,4-2-15,3 1 16,-2 4 0,2 7-16,0 6 15,0 2-15,-3 9 16,4-9-16,-4 9 15,14-2-15,1 5 16,6 9-16,5 6 16,3 6-16,1 4 15,-4-2-15,0 1 16,-4-4-16,-1-1 16,2 1-16,4-2 15,1-5 1,-3-3-16,-5-7 15,1-6-15,3-1 16,7-6-16</inkml:trace>
  <inkml:trace contextRef="#ctx0" brushRef="#br0" timeOffset="20232.21">9411 6049 0,'0'0'0,"0"0"0,0 0 15,0-1-15,0 1 16,0 0-16,0 0 16,0 0-16,13 6 15,3 12-15,4 10 16,0 9-16,-4 7 16,-4 8-16,-10 13 31,-9 10-16,-9-5-15,-7-17 16,1-19-16,0-13 16,0-6-16,1-3 15,0-6-15,1-6 16,-1-7-16,1-7 16,5-1-1,3-9-15,8-4 16,4-5-16,5 2 15,4 3-15,4 2 16,1 4-16,6 0 16,4 3-16,12 4 15</inkml:trace>
  <inkml:trace contextRef="#ctx0" brushRef="#br0" timeOffset="20498.66">9883 6107 0,'0'0'0,"8"-6"0,3-2 16,16-11-16,12-1 15,6 5 1,1 4-16,-5 1 15,-1 5-15,-5 0 16,-8 2-16,-6 1 16,-9 1-16,-12 1 15</inkml:trace>
  <inkml:trace contextRef="#ctx0" brushRef="#br0" timeOffset="20832.97">10056 6035 0,'0'0'0,"0"0"0,0 0 16,0 3-16,0 4 16,-1 10-16,-1 11 15,1 11-15,-2 8 16,2 7-16,2-2 16,2 1-16,-2-6 15,0-2 1,1-2-16,-2-7 15,0-8-15,-2-8 16,-1-4-16,-3-5 16,-5-2-16,-2-4 15,-7-3-15,-5-5 16,-2-6-16,-1-3 16,1-1-16,-3-3 15,3 2 1,0 1-16,2-1 15,-1 4-15,-1 2 16</inkml:trace>
  <inkml:trace contextRef="#ctx0" brushRef="#br0" timeOffset="21215.8">9015 6840 0,'0'0'0,"0"0"15,0 0-15,6-4 16,13-7-16,23-5 16,18 0-16,7 1 15,10-2-15,5 3 16,8 0-1,0 2-15,0 0 16,2-1-16,-10 3 16,-5 0-16,-7 1 15,-8-1-15,-8-1 16,-8 1-16,-10 2 16,-7 3-16,-7 0 15,-7 3 1,-15 2-16,10-2 15,-10 2-15</inkml:trace>
  <inkml:trace contextRef="#ctx0" brushRef="#br0" timeOffset="21715.65">9273 6870 0,'0'0'0,"0"0"0,0 0 16,0 0-16,2 2 15,2 4-15,5 8 16,7 9-1,1 9-15,-1 9 16,-3 2-16,-4 7 16,-6 0-16,-6 22 31,-8 5-31,-6-11 16,-5-10-16,5-27 15,-2-8-15,3-8 16,1-5-16,2-3 15,1-4 1,-1-4-16,3-5 16,2-5-16,2-5 15,3-9-15,4-7 16,6 0-16,3 0 16,5 3-16,3 3 15,1 3-15,-1 4 16,-3 5-16,-1 2 15,-4 3 1,0 3-16,-3 1 16</inkml:trace>
  <inkml:trace contextRef="#ctx0" brushRef="#br0" timeOffset="23165.05">9712 7070 0,'0'0'0,"-1"-2"0,1 2 0,0 0 0,0 0 16,0 0-16,-5-6 15,5 6 1,0 0-16,-9 10 16,0 13-16,-2 13 15,2 5-15,1 3 16,4-1-16,4-3 16,3-6-16,2-8 15,3-9 16,1-9-31,8-9 0,7-12 16,1-13 0,0-7-16,-3-3 15,-2 1-15,-5 5 16,-6 6-16,-4 7 16,-2 6-16,-1 3 15,-2 8-15,0 0 16,0 0-16,0 0 15,0 0-15,14 21 16,-4-1-16,-1 2 16,1 3-1,0 1-15,2 0 16,5-4-16,2-8 16,1-6-16,7-11 15,3-6-15,5-9 16,0-15-16,-3-2 15,0-13 1,-7-3-16,-6 2 16,-6 6-16,-5 7 15,-2 6-15,-4 11 32,-1 2-32,-1 3 15,-2-2-15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35:08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4023 4081 0,'0'0'0,"0"0"0,0 0 15,0 0-15,3 0 16,-3 0-16,22 2 16,2 1-16,6 0 15,9 1-15,5 0 16,8-2-16,4-1 15,3-1-15,1-1 16,-2-1 0,5 1-16,-1-1 15,5 0-15,0 1 16,4 2-16,3 2 16,5-1-16,-1 1 15,2-1-15,0 0 16,1 1-16,3-1 15,-3 1 1,5 0-16,-3-2 16,2 2-16,-3 0 15,-5-1-15,4 0 16,4 1-16,0-2 16,-3-1-16,-4 0 15,-4-1-15,0-1 16,2-1-16,-6-1 15,-3-1-15,0-1 16,-7 0 0,-2 2-16,-3-1 15,-6 0-15,-2 2 16,-8-1-16,-3-1 16,-6 1-16,-1-1 15,-3 0-15,-6-1 16,-5 0-16,0-1 15,-1-2-15,-1-7 16,-1-6 0,-3-1-16,-3-5 15,-1-3-15,-4-8 16,-3-7-16,-2-6 16,-2-1-16,0-3 15,0-5-15,-1 0 16,0-6-16,4-1 15,3-1-15,1-4 16,0 2 0,2 3-16,-1 1 15,0 4-15,-1 3 16,-3 2-16,-5 4 16,-3 4-16,-5 1 15,-5 4-15,-3 6 16,-7 3-16,-10 3 15,-9-3-15,-9 3 16,-9 7-16,-3 5 16,-7 6-1,-8 3-15,-3 3 16,-5 2-16,-2 5 16,0 1-16,-1 4 15,-2-1-15,-4 1 16,6-1-16,-3 0 15,3 1-15,-7 0 16,5-2 0,-10 2-16,6-1 15,0 0-15,-1 0 16,8-1-16,2-1 16,-1 1-16,2 1 15,4 5-15,1 2 16,12-2-16,-2 0 15,7-1-15,3-1 16,5-2 0,9-1-16,2 1 15,6-3-15,3 0 16,3 0-16,5 0 16,5 2-16,1 6 15,0 4-15,5 2 16,-1 3-16,4 3 15,0 6-15,1 4 16,2 9-16,4 5 16,3 3-1,4 3-15,4-2 16,2 2-16,4 2 16,1-1-16,3 2 15,3-2-15,-1 0 16,4 2-16,-1-5 15,0 1-15,0 0 16,0 0 0,-1 0-16,0-2 15,-1-4-15,0 0 16,1 0-16,-2 1 16,2 3-16,-1-7 15,-2-3-15,-2-6 16,-1-5-16,-1-4 15,0-1-15,-1-4 16,0 1-16,-2-2 16,1-2-1,0-3-15,-2-2 16,1-2-16,-2-7 16,1 9-16,-1-9 15,0 0-15,0 0 16,0 0-16,0 0 15,19 7-15</inkml:trace>
  <inkml:trace contextRef="#ctx0" brushRef="#br0" timeOffset="3283.56">7572 2919 0,'0'0'0,"0"0"0,0 0 16,0 0-16,2 0 15,-2 0-15,28-5 16,6-1-16,9-1 15,6-1-15,5-1 16,4-1-16,0 1 16,8 0-16,2 3 15,2 0 1,1 1-16,0 0 16,0 2-16,2 0 15,0-1-15,0 1 16,2 0-16,1-1 15,1 1-15,1 0 16,4-2-16,-2-1 16,-1 1-16,1 1 15,-5-3 1,2 0-16,-4 2 16,-1-1-16,0 0 15,-2-1-15,1-1 16,0 1-16,0-3 15,3 1-15,0-1 16,-1-2-16,3 0 16,-5-1-16,-1 2 15,-1 0 1,0 0-16,1 0 16,-3 1-16,1-1 15,0 1-15,1-3 16,-2 3-16,4-2 15,-6 3-15,1 0 16,-1 0-16,-3 4 16,-1-1-16,1 1 15,-4 0 1,0 0-16,-4 2 16,-3-2-16,0 1 15,-5 1-15,2 0 16,-8 0-16,-5 1 15,-6 1-15,-4-2 16,-3 3-16,-3-1 16,-2 1-16,-3 0 15,0 0 1,-1 1-16,-1 0 16,-2 2-16,-10-3 15,16 7-15,-9-1 16,2 3-16,-1 2 15,1 4-15,-1 4 16,-2 4-16,1-2 16,0 9-16,2 5 15,-1 1-15,-1 4 16,-4-2 0,1 6-16,0 4 15,0 1-15,0-1 16,-1 1-16,1 0 15,1-1-15,3 2 16,-1 2-16,0 0 16,1 2-16,-2-7 15,0-1 1,1-2-16,-2 7 16,0 2-16,1-3 15,-2-6-15,0-7 16,0 3-16,-1-6 15,0-3-15,-1-8 16,-2-2-16,0 2 16,-1-3-16,1-1 15,-1-4-15,-4-2 16,2-2-16,-3-1 16,2 0-1,-1-3-15,0 0 16,-1 0-16,-2 0 15,-5 1-15,-7 0 16,-10 1-16,-14-1 16,-9-2-16,-11 0 15,2-2-15,-5-1 16,0-1 0,1 0-16,-7 1 15,-6 0-15,-10-1 16,-11 1-16,-3 0 15,6 1-15,6 0 16,11 1-16,2 0 16,4 0-16,1 0 15,7-1-15,0 0 16,5 1 0,-1-3-16,5-1 15,-1-2-15,1-1 16,2 2-16,0-1 15,2 0-15,0 0 16,-2 0-16,-3 0 16,0 0-16,0 0 15,1 0-15,3 1 16,1-1 0,1 0-16,0 1 15,-1-1-15,2 0 16,-3 0-16,4 0 15,1 0-15,-3 1 16,1 0-16,-2 2 16,-2 1-16,4 1 15,-1 1-15,2-1 16,3-1 0,-2 2-16,-1 2 15,0-2-15,1 1 16,3 1-16,0 0 15,4 1-15,2-2 16,2 0-16,1 1 16,1 0-16,0-2 15,3 1-15,0-1 16,1-1-16,3 0 16,-1 0-1,3-2-15,0 0 16,0 1-16,2-1 15,0 1-15,2-2 16,1 1-16,-1 0 16,0 0-16,1-2 15,3 2-15,3-1 16,2 0 0,0 0-16,0 0 15,3 0-15,-1 0 16,2-1-16,0 1 15,10-1-15,-17-1 16,17 1-16,-15-4 16,15 4-16,-13-8 15,6 1-15,1 0 16,0-2-16,-1-1 16,2-2-16,-1-1 15,1-1 1,-1-1-16,1-2 15,1-1-15,-1-2 16,1-2-16,0 0 16,0-2-16,0 0 15,0 1-15,0 0 16,-2 1 0,1 0-16,-2-1 15,-2 0-15,2-1 16,-1-1-16,0 0 15,0 1-15,1 1 16,1 0-16,2 0 16,0-3-16,0 1 15,2-1-15,2 0 16,0 0-16,1 0 16,5 0-16,-1-4 15,3 1 1,-1 0-16,0 1 15,-2 1-15,2 2 16,-2 2-16,-1 2 16,-1-2-16,-1 0 15,0-2-15,-1 4 16,0-1-16,-1-1 16,1 0-1,0 0-15,0 2 16,0 1-16,-1 0 15,1-1-15,-1 3 16,1 0-16,0 3 16,0 4-16,0 1 15,0-3-15</inkml:trace>
  <inkml:trace contextRef="#ctx0" brushRef="#br0" timeOffset="6949.55">3334 4683 0,'0'0'0,"0"0"16,0-2-16,0 2 15,0 0-15,0 0 16,21-9-16,3 6 16,6 0-16,10 1 15,4 2 1,3 0-16,3 2 15,0-4-15,4 1 16,-2-1-16,2-2 16,-1 1-16,-1-1 15,5 1-15,0 0 16,4 1-16,3 5 16,0 2-16,3 4 15,-2-1-15,1-1 16,8 1-1,-1-5-15,3 1 16,5-1-16,4 0 16,2 0-16,7 1 15,0-4-15,0 1 16,0-1-16,1-2 16,-1 1-16,2-1 15,0 1-15,0 0 16,-1-4-16,-3-2 15,-1 1 1,-2 0-16,-6 0 16,-3 0-16,-2 1 15,-3 0-15,-1 0 16,-5 2-16,-3 0 16,-1 1-16,-4 2 15,0-2 1,-6 1-16,0 1 15,-4 0-15,-7 0 16,-1-2-16,-3 1 16,-4 0-16,-3 1 15,-5-2-15,-4 1 16,-3-1-16,-3 0 16,-3 0-16,-5 1 15,-10 1-15,14-3 16,-14 3-1,0 0-15,0 0 16,10-2-16,-10 2 16,0 0-16,0 0 15,0 0-15,5 11 16,-3-3-16,1 6 16,-1 2-16,-1 4 15,-3 4-15,-2 3 16,-1 2-1,-2 3-15,2 1 16,-1-1-16,-2 5 16,2 0-16,0 1 15,-2 2-15,2-1 16,-1 3-16,-1 5 16,-1 3-16,1 1 15,-1-1-15,2 2 16,-1-1-16,-1 3 15,2-3 1,0-4-16,0 1 16,2-8-16,0 4 15,-2 8 1,1 1 0,-1 1-16,-1-12 15,0-13-15,1-6 16,3-5-16,-2-2 15,2-3 1,0-2-16,1-1 16,1-2-16,-1 0 15,2-1-15,1-7 16,-2 8-16,2-8 16,0 0-16,-4 8 15,4-8-15,-12 9 16,1-5-16,-2 0 15,-4-1 1,-6 0-16,-5-4 16,-3-4-16,-2-2 15,-2 1-15,-4-1 16,-4-1-16,-3-1 16,-1 1-16,-3 2 15,-2 0-15,0 3 16,-4 0-16,0 2 15,0-1 1,-3 2-16,-1-1 16,1 1-16,-6-1 15,0 0-15,4 0 16,-5 1-16,0 0 16,3 0-16,-5 0 15,0 0-15,5 0 16,-5 1-1,3 0-15,0 0 16,1 0-16,1-1 16,1 2-16,0-2 15,-1 1-15,2 0 16,0 0-16,-2-2 16,4 0-16,0-2 15,1 2-15,3-2 16,-3 0-16,3 0 15,0 0-15,5 0 16,-1-2 0,2 3-16,0-2 15,-1 1-15,3-2 16,0 1-16,2 0 16,1-1-16,1 2 15,1-2-15,2 1 16,1 1-16,0-1 15,2 0 1,0 1-16,4 0 16,-2 1-16,3 0 15,0 0-15,1-1 16,3 2-16,-1-1 16,0 0-16,-1 0 15,-1-1-15,3 0 16,2-1-16,0 0 15,0-1 1,-2 0-16,-1-1 16,0 1-16,3-1 15,4 2-15,1 0 16,2-1-16,2 0 16,1 0-16,4 0 15,12 5-15,-18-10 16,10 2-16,1-2 15,2-4-15,1-5 16,3-11 0,4-6-16,3-4 15,3 0-15,0 4 16,2 0-16,-1 4 16,-1 2-16,0 2 15,-1 1-15,1 2 16,-5 0-1,0 1-15,-2 0 16,0-1-16,0-2 16,1-2-16,-1-2 15,0-4-15,-1-2 16,2 2-16,0-3 16,1 3-16,1-2 15,-1 1-15,1 3 16,-2 2-16,2 3 15,-2 2-15,-1 0 16,1 0 0,0 5-16,0 2 15,0 2-15,1 0 16,0-1-16,1 0 16,1 0-16</inkml:trace>
  <inkml:trace contextRef="#ctx0" brushRef="#br0" timeOffset="10949.85">8478 4647 0,'0'0'0,"5"-1"0,-5 1 16,29-2-16,3 1 16,7 1-16,3 0 15,4 0 1,2 0-16,5 0 16,3 0-16,3 0 15,3-1-15,0 0 16,-1-2-16,1 0 15,-2 2-15,2-2 16,3 1-16,0-1 16,2 0-16,5 1 15,-2 1 1,6-2-16,0 1 16,-3-2-16,4 2 15,-4-1-15,1 0 16,1 0-16,-5-1 15,3-1-15,-3 1 16,-3 0-16,3-1 16,-1 5-16,-1 0 15,3 2-15,-3 1 16,1-1 0,-2 1-16,-3-2 15,0 3-15,2 0 16,-2 0-16,3 0 15,0 0-15,-5 0 16,3 0-16,-4 0 16,1 0-16,0 1 15,-1-1-15,2-1 16,2 1 0,-1-3-16,-1-1 15,-1 0-15,-2-2 16,-3-1-16,-3 1 15,-1 1-15,-4-1 16,-2 0-16,-7 2 16,-7-1-16,-5 0 15,-4 0 1,-3 0-16,-1 1 16,-1 2-16,-2 0 15,-4 0-15,-2 1 16,-1 4-16,-1 1 15,-2 5-15,0 3 16,0 6-16,-1 4 16,-1 2-16,-1 3 15,-2 4-15,-3 4 16,-1 2 0,0 3-16,-1-3 15,0 2-15,-2 2 16,-1 0-16,2-2 15,-1-1-15,1 0 16,0-3-16,0-3 16,0 0-16,1 0 15,-1-1 1,1-2-16,0-3 16,1-1-16,1-2 15,0 1-15,0 0 16,0-1-16,0-1 15,1-3-15,-1-2 16,0-1-16,0-3 16,0-1-16,1 0 15,-1-1-15,0 1 16,1 2 0,-2-1-16,-1 2 15,-5-1-15,-3 1 16,-8-1-16,-8 1 15,-10 1-15,-9-1 16,-9-3-16,-5-3 16,-4-1-16,-2-2 15,3-1-15,-2-2 16,2-3 0,3-2-16,-1-1 15,4-2-15,1-1 16,1-2-16,-2-2 15,0-1-15,1 0 16,-3-2-16,2 1 16,-1-2-16,1 0 15,1 0-15,1 1 16,-1 0 0,-2 0-16,0 0 15,-7 0-15,2-1 16,-1 2-16,-3 2 15,0 0-15,-3 3 16,-2 0-16,-1 1 16,-4 1-16,2 1 15,-6-1-15,1 2 16,2-1 0,-3 3-16,4-2 15,-5 1-15,3 0 16,3-1-16,-7 1 15,6 0-15,-5-1 16,6 1-16,0 0 16,-1-1-16,3 0 15,4 1-15,3-1 16,0-2 0,0-1-16,1 0 15,-1-1-15,2-1 16,2 1-16,5-1 15,0 1-15,2 0 16,0-1-16,1 1 16,1 0-16,3 0 15,1 0-15,6 0 16,3 1-16,2-1 16,3 0-1,3 1-15,6 0 16,3-1-16,4-1 15,-2-2-15,4-3 16,2-1-16,1 0 16,2-1-16,3 0 15,-1-4-15,0-3 16,1-5 0,2-5-16,2-3 15,5-3-15,1-1 16,2-2-16,0-2 15,3-2-15,-2 2 16,1 2-16,0 2 16,-1-2-16,1 1 15,0-3-15,-1 1 16,0 5 0,0 0-16,1 1 15,-1-4-15,1 1 16,-1 1-16,0 2 15,-1 1-15,2 1 16,0 2-16,0 2 16,2 1-16,-1 0 15,1 2-15,1 1 16,0 4-16,2 3 16,2 0-1,4 0-15,8 1 16,3 0-16,5 0 15,3 2-15,5 2 16,5 3-16,2 1 16,0 1-16,-1 3 15,3 0-15,2 1 16,0 1-16,4-1 16,-3 1-1,0 0-15,-1 0 16,-6 1-16,-3 0 15,-3 1-15,-3 0 16,-6 1-16,-4-1 16,-4 1-16,-1 0 15,-1 0-15,-1 1 16,1-1-16,0 1 16,1 0-16</inkml:trace>
  <inkml:trace contextRef="#ctx0" brushRef="#br0" timeOffset="15483.27">3281 7007 0,'0'0'0,"0"0"0,5 0 16,8 0-16,13 0 15,8 0 1,8 0-16,6 0 16,4 0-16,4 0 15,-1 0-15,2 0 16,7 0-16,-1 0 16,2 0-16,3 0 15,0 1-15,3 0 16,0 2-1,-4 0-15,-1 0 16,-1-1-16,2 3 16,0-1-16,2 0 15,4 1-15,0 0 16,1 0-16,0-3 16,1-3-16,2-2 15,2-2-15,-4 0 16,-2 0-1,-1 1-15,-1 0 16,1-1-16,-2 1 16,1-1-16,0 1 15,0 0-15,5 0 16,-3 1-16,0-4 16,-3-1-16,0-4 15,-2-1-15,-6 2 16,0 1-1,-6 0-15,-4 1 16,-3 1-16,-5 1 16,1-1-16,-4 2 15,-1 0-15,-6 1 16,-3 1-16,-1 0 16,-2 0-16,-2 1 15,-3-1-15,0 2 16,-4 0-16,0 0 15,-3 2 1,-2-1-16,-2 0 16,-12 1-16,15-1 15,-15 1-15,0 0 16,11 0-16,-11 0 16,0 0-16,0 0 15,0 0-15,0 0 16,0 0-16,9 6 15,-9-6 1,0 0-16,0 0 16,0 0-16,2 9 15,-2-9-15,2 9 16,-2-9-16,4 10 16,-4-10-16,2 13 15,0-5-15,-1 3 16,2 0-16,-1 1 15,1-1-15,-1 0 16,1 1 0,-1 1-16,0-1 15,0 1-15,0-1 16,1 0-16,-2 1 16,2 1-16,0 2 15,-1 0-15,0 0 16,0 1-16,1-1 15,0-1-15,0-1 16,0-1 0,0 1-16,0 0 15,0-2-15,1 1 16,0-1-16,-1-3 16,0 1-16,0 0 15,0-2-15,0 0 16,-1 0-16,0-1 15,1 1 1,-1-1-16,0 0 16,0 1-16,0 1 15,1 1-15,-1 0 16,0 2-16,0-1 16,1-1-16,-1 1 15,0-1-15,0 2 16,1-3-16,-2 0 15,1-1-15,-1 1 16,0 0-16,1 0 16,0 0-1,-1 0-15,1 2 16,-1-2-16,0 1 16,1 0-16,-1-1 15,1 1-15,0 2 16,-1-1-16,0 1 15,1-1 1,-1-2-16,1 1 16,0-2-16,-1-1 15,0 1-15,0-1 16,-1-7-16,2 11 16,-2-11-16,1 10 15,-1-10-15,0 9 16,0-9-16,0 9 15,0-9-15,-2 11 16,1-4-16,1-7 16,-1 12-1,1-12-15,-3 12 16,0-6-16,-1 1 16,-2 1-16,-3 4 15,-6 1-15,-6 0 16,-3-1-16,-3-2 15,-4-1-15,-5-3 16,-3 0 0,-1-3-16,0-1 15,-5-2-15,-2-2 16,3-3-16,-2 0 16,1 0-16,4 0 15,1-1-15,0 2 16,0-1-16,-2 0 15,-1 0-15,-3 1 16,0-2 0,-1 2-16,1-1 15,-1 0-15,3 1 16,-1 0-16,-1-2 16,0 1-16,-1 1 15,2-2-15,0 2 16,-4-1-16,-1 0 15,-2 0-15,-2 0 16,-3 2 0,-3 1-16,0 2 15,-4 2-15,3 0 16,0 2-16,0 1 16,0-1-16,0 1 15,-2-1-15,2-1 16,0 3-16,-1-2 15,2 0-15,1 2 16,2 0-16,2 0 16,0 0-1,0-1-15,3 1 16,-1-2-16,4 1 16,-1 0-16,3 0 15,-1-1-15,1 2 16,4-2-16,2 0 15,2 0-15,3-1 16,1 1 0,0-1-16,1 0 15,2-1-15,2-1 16,0-1-16,1-2 16,0-1-16,3-1 15,4 0-15,-1-1 16,3-1-16,1 0 15,-1-3-15,2 0 16,3 1 0,0 1-16,3 1 15,1-1-15,0 0 16,0 1-16,1-1 16,-2-3-16,0 1 15,-1-3-15,1 1 16,1 0-16,1-2 15,0 1-15,1 0 16,-1-3 0,0-2-16,-2-2 15,2-2-15,1 1 16,1-5-16,2-4 16,1-4-16,2-3 15,3 1-15,4-5 16,0 0-16,3-1 15,0 0-15,-1 4 16,-1 2-16,0 3 16,0 4-16,-2 2 15,1 4 1,-2 4-16,0 1 16,-1 3-16,2 1 15,0-1-15,2-3 16,8-8-16</inkml:trace>
  <inkml:trace contextRef="#ctx0" brushRef="#br0" timeOffset="18232.41">10492 6771 0,'0'0'0,"0"0"0,0 0 0,0 0 15,0 0-15,0 0 16,0 4-16,0-4 16,3 14-16,0-3 15,0 1-15,0 1 16,2-3-16,1-1 16,1-2-16,5-1 15,9-5 1,11-8-16,15-10 15,8-13-15,3-3 16,0-5-16,-8 1 16,-11 9-16,-9 4 15,-5 4-15,-6 6 16,-6 3 0,-4 3-16,-9 8 15,0 0-15</inkml:trace>
  <inkml:trace contextRef="#ctx0" brushRef="#br0" timeOffset="18933.96">10349 7970 0,'0'0'0,"0"0"0,0 0 0,0 0 15,0 1-15,0-1 16,0 0-16,0 0 16,0 8-16,0-8 15,11 6-15,5 0 16,13-5-16,9-5 16,4-4-1,-3-1-15,-4 2 16,-6 1-16,-5 1 15,-7 2-15,-4 0 16,-3 2-16,-10 1 16,15 0-16,-15 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37:10.4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11858 1996 0,'0'0'0,"0"0"0,0 0 0,0 0 0,0 0 15,0 0-15,0 0 16,0 0-16,-4 2 15,-6 3-15,-10 6 16,-1 3 0,-2 3-16,3 7 15,2 5-15,2 2 16,7 1-16,1 1 16,4 4-16,3 0 15,4 1-15,6-1 16,1-4-16,4-5 15,0-1 1,3-4-16,0-4 16,0-2-16,3-4 15,4-3-15,5-5 16,5-7-16,1-3 16,3-3-16,-1-2 15,-2-3-15,-5 0 16,-5 0-16,-4-2 15,-3-4-15,-4-2 16,-4 0-16,-4 1 16,-4-4-16,-3 1 15,-4-2 1,-4 2-16,-1 2 16,-3 2-16,0 3 15,-3 1-15,-3 1 16,-2 2-16,0 2 15,-2 2-15,0 2 16,-3 3 0,2 1-16,1 1 15,2 1-15,2 0 16,2 1-16,3 0 16,3 0-16,11-1 15,-16 2-15,16-2 16,0 0-16,-11 2 15,11-2-15</inkml:trace>
  <inkml:trace contextRef="#ctx0" brushRef="#br0" timeOffset="650.66">12106 2193 0,'0'0'0,"0"0"16,0 0-16,0 0 15,-4-4-15,4 4 16,-7-8-16,1 2 15,-2-2-15,-1-3 16,-3-2-16,-3 0 16,-4-3-1,-1 1-15,1 1 16,-1 2-16,4 0 16,1 1-16,1 1 15,-1 0-15,0 1 16,1-1-16,-1 1 15,3 1-15,0 2 16,1 1-16,-1 1 16</inkml:trace>
  <inkml:trace contextRef="#ctx0" brushRef="#br0" timeOffset="1266.9">12499 1722 0,'0'0'0,"0"0"16,0 0-16,0 0 15,-3 0-15,-2 9 16,-7 13 0,-5 13-16,0 4 15,0 7-15,1 5 16,3 5-16,1 2 15,4 5-15,3-1 16,5 3-16,1 1 16,4-2-16,0-3 15,5-1 1,3-5-16,5-1 16,1-7-16,0-6 15,2-2-15,-1-7 16,0-5-16,0-3 15,-2-6-15,2-3 16</inkml:trace>
  <inkml:trace contextRef="#ctx0" brushRef="#br0" timeOffset="2200">12948 2041 0,'0'0'16,"0"0"-16,-1-2 0,1 2 0,0 0 16,0 0-1,0 0-15,-1 9 16,11 31-16,4 21 15,3 6-15,0 4 16,0 0-16,-1-5 16,-1 0-16,1-10 15,0-10-15,-2-7 16,-2-5 0,0-3-1</inkml:trace>
  <inkml:trace contextRef="#ctx0" brushRef="#br0" timeOffset="2503.5">13251 1911 0,'0'0'0,"0"0"15,0 0-15,0 5 16,0 12-16,0 22 16,0 22-16,0 9 15,3 2-15,5-1 16,5-7 0,-1-5-16,2 0 15,1-8-15,-2-1 16,-1-10-16,-2-9 15,-1-6-15,-1-3 16,0-6-16,-2-5 16</inkml:trace>
  <inkml:trace contextRef="#ctx0" brushRef="#br0" timeOffset="2834.13">12846 2364 0,'0'0'0,"0"0"0,0 0 0,0 0 16,0 0-16,1-1 16,-1 1-1,10-10-15,19-6 16,31-9-16,18-1 15,2 2-15,0 4 16,-11 4-16,-12 5 16,-7 5-16,-14 4 15,-5 2-15,-6 0 16,-5 1 0,-4 0-16,-16-1 31</inkml:trace>
  <inkml:trace contextRef="#ctx0" brushRef="#br0" timeOffset="3119.83">12951 2483 0,'0'0'0,"0"0"16,0 0-16,0 0 16,0 0-16,6-3 15,7-2-15,10-3 16,14-5-16,11-2 16,4 1-16,5 1 15,-1 0 1,-6 1-16,-7 1 15,-6 4-15,-3 0 16,-1 3-16</inkml:trace>
  <inkml:trace contextRef="#ctx0" brushRef="#br0" timeOffset="3818.48">13753 2078 0,'0'0'0,"0"0"0,0 0 0,0 0 0,0 0 15,0 0 1,0 0-16,0 0 15,0 0-15,1 9 16,2 13-16,4 10 16,3 9-16,-2 2 15,1-5-15,-5-5 16,-1-6-16,-1-8 16,0-6-16,-2-5 15,0-8 1,1 9-16,-1-9 15,0 0-15,10-21 16,0-14-16,0-3 16,-2 8-16,-2 4 15,-1 5-15,-1 3 16,-2 7-16,0 3 16,-2 8-16,2-6 15,-2 6-15,0 0 16,19 12-1,0 11-15,1 9 16,1 0-16,0-1 16,-1 0-16,2-4 15,3-7-15,-1-5 16,0-16 15,-2-16-31,-1-23 16,-11-29-16,-12 1 15,0 9-15,-8 7 16,4 18-16,-2 11 16,3 8-16,-1 4 15,3 5-15,3 6 16,0 0-16,-5-7 16,5 7-16,0 0 15</inkml:trace>
  <inkml:trace contextRef="#ctx0" brushRef="#br0" timeOffset="4518.59">14337 2187 0,'0'0'0,"0"0"0,0 0 15,0 0-15,3 0 16,-3 0-16,20-5 16,-2-3-16,2-8 15,3-7-15,-2-4 16,-6 0-16,-6-3 16,-4 3-1,-5 0-15,-2 5 16,-1 7-16,0 5 15,3 10-15,-8-10 16,8 10-16,-10-2 16,10 2-16,-24 18 15,5 7-15,3 8 16,4 0-16,6-1 16,6 0-16,9-2 15,8-1-15,5-2 16,4-4-1,13-3 1,0-5 0,2-8-16,-3-11 15,-14-3-15,-2-8 16,-6-10-16,-4-4 16,-4-5-16,-4 1 15,-2 9-15,-1 6 16,-1 7-1,-1 4-15,1 7 16,-2-6-16,2 6 16,0 0-16,0 0 15,0 8-15,2 10 16,3 10-16,6 8 16,2 3-16,1-1 15,-2-6-15,-2-4 16,-3-8-16,-2-5 15,-1-5 1,-1-2-16,-3-8 16,3 9-16,-3-9 15</inkml:trace>
  <inkml:trace contextRef="#ctx0" brushRef="#br0" timeOffset="4700.89">14732 1872 0,'0'0'0,"0"0"16,0 0-16,0 0 16,0 0-16,0 0 15,0 0-15,0 0 16,0 0-16,0 0 16,0 0-16</inkml:trace>
  <inkml:trace contextRef="#ctx0" brushRef="#br0" timeOffset="5950.52">15193 2100 0,'0'0'0,"0"0"0,0 0 0,0-4 16,-4-4-16,-4-10 16,-3-4-16,-2 3 15,-3 5-15,-8 4 16,-4 1-16,-6 8 16,1 2-16,5 5 15,5 3-15,4 1 16,4 4-16,3-2 15,6-2 1,2-2-16,6 0 16,3 2-16,6-1 15,6-1-15,5-3 16,1-1-16,-3-3 16,-3 0-16,-3 0 15,0 1-15,-1 3 16,3 7-1,1 8-15,-1 15 16,-5 15-16,-11 13 16,-11 33-1,-2-2 1,2-23-16,2-8 16,4-32-16,3-11 15,0-9-15,2-11 16,0 0-16,0 0 15,-1-11 1,0-25-16,1-13 16,-1-3-16,0-9 15,0-6-15,4-4 16,6 3-16,4 5 16,3 10-16,-1 13 15,2 9-15,-3 10 16,2 3-16,3 3 15,2 4 1,-1 1-16,-5 4 16,-4 2-16,-11 4 15,17-4-15,-17 4 16,10-1-16,-10 1 16,0 0-16,14 13 15,-6 10-15,0 11 16,-4 4-16,1 0 15,-1-1 1,0-1-16,-1-5 16,-1-6-16,0-8 15,0-7-15,-2-10 16,0 0-16,16-5 16,-3-17-16,0-12 15,-3 3-15,-4 10 16,-2 8-1,-2 5-15,-2 8 0,0 0 16,0 0 0,17 6-16,6 17 15,3 6-15,-4-1 16,-4-5-16,-5-5 16,-5-6-16,-2-3 15,-6-9-15,0 0 16,11 0-16,-2-33 15,-2-31 1,-8-9-16,-3 10 16,-2 16-16,3 19 15,1 10-15,1 6 16,1 5-16,0 7 16,0-7-16,0 7 15,0 0-15,0 0 16,-3 24-1,15 20-15,5 8 0,0-2 16,-2-9 0,-2-10-16,-3-4 15,0-2-15,-3-7 16,-2-4-16,-2-7 16,-3-7-16</inkml:trace>
  <inkml:trace contextRef="#ctx0" brushRef="#br0" timeOffset="6117.36">15452 2147 0,'0'0'0,"0"0"0,0 0 0,3 0 16,11 0-16,15 0 15,6 0-15,-1 0 16,-6-2-1,-1-2-15,2-1 0</inkml:trace>
  <inkml:trace contextRef="#ctx0" brushRef="#br0" timeOffset="6433.18">15725 1645 0,'0'0'0,"0"0"0,3 4 16,5 4-16,-8-8 16,17 21-16,2 19 15,-1 19-15,-7-3 16,-6-2-16,-1 0 15,-1 6-15,1 5 16,-1 111 15,-3-120-31,-69 147 16,39-136-16,-26-5 16,5-13-16</inkml:trace>
  <inkml:trace contextRef="#ctx0" brushRef="#br0" timeOffset="9050.07">7617 1554 0,'0'0'0,"0"0"0,0 0 0,0 0 16,0 0-16,-2 0 15,2 0-15,-8 8 16,-2 3 0,-3 7-16,0 8 15,1 4-15,2 0 16,3-3-16,0-3 15,3-4-15,1-3 16,1-3-16,2-3 16,0-1-16,1-3 15,1 1 1,-1-2-16,-1-6 16</inkml:trace>
  <inkml:trace contextRef="#ctx0" brushRef="#br0" timeOffset="9883.77">7990 1617 0,'0'0'0,"0"0"0,0 0 16,0 0-16,0 0 16,1-2-16,-1 2 15,0 0-15,8-7 16,-8 7-16,11-11 16,-4 4-1,4 1-15,2 1 16,2 2-16,-1 2 15,-3 3-15,-3 6 16,-3 7-16,-1 7 16,-1 3-16,-5 3 15,1-2 1,0-5-16,-1-4 16,2-5-16,-1-4 0,1-8 15,-1 10 1,1-10-16,6 7 15,6-4-15,6-2 16,6-4-16,6-8 16,3-5-16,0-3 15,-5 3-15,-5 2 16,-5 1 0,-3 3-16,-4 4 15,-11 6-15,11-8 16,-11 8-16,0 0 15,4 11-15,-2 8 16,-5 5-16</inkml:trace>
  <inkml:trace contextRef="#ctx0" brushRef="#br0" timeOffset="10936.76">8695 1494 0,'0'0'0,"0"0"0,0 0 0,0 0 16,0 0-16,0 0 15,2 0-15,-2 0 16,20-3-16,-1-1 16,4-2-16,1-2 15,0 1 1,-3 0-16,-1 2 15,-6 0-15,-3 4 16,-11 1-16,17 6 16,-9 5-16,1 6 15,-6 5-15,-4 1 16,-5 1-16,-1-3 16,1-2-16,0-5 15,3-6 1,3-8-16,-4 10 15,4-10-15,0 0 16,4 7-16,-4-7 16,16 4-16,-3-3 15,-1-1-15,0-1 16,-1 0-16,0 1 16,-2-1-16,-9 1 15,18 4 1,-9 10-16,-2 10 15,-10 13-15,-8 2 16,-4-1-16,-4-2 16,-2-2-16,1-6 15,4-6-15,7-9 16,9-13-16,-6 9 16,6-9-16</inkml:trace>
  <inkml:trace contextRef="#ctx0" brushRef="#br0" timeOffset="11967.79">9473 1446 0,'0'0'0,"0"0"0,0 0 16,0 0-16,0 0 16,0 0-16,0 0 15,0 0 1,0 0-16,-1 2 15,0 5-15,0 6 16,2 9-16,5 4 16,0 0-16,2-2 15,3 1-15,4 1 16,3-1-16,0-5 16,-1-5-16,1-5 15,-1-3 1,1-5-16,1-8 15,1-5-15,2-4 16,-5-2-16,-3 1 16,-5 1-16,-3 1 15,0 2-15,-3 2 16,0 1-16,-2 4 16,-1 5-16,2-9 15,-2 9 1,0 0-16,0 0 15,0 0-15,0 0 16,2 14-16,4 16 16,1 11-16,4 7 15,2-3-15,0-5 16,3 5-16,2 1 16,0-4-16,-5-9 15,-1-7-15,-4-4 16,1-1-1</inkml:trace>
  <inkml:trace contextRef="#ctx0" brushRef="#br0" timeOffset="12784.26">8460 1287 0,'0'0'0,"0"2"0,0-2 16,3 21-16,0 12 16,1 21-16,-1 20 15,-6 12-15,0 6 16,0 1-16,2 1 16,7 3-16,10-1 15,0 2-15,2-6 16,-1-8-16,0-8 15,0-5 1,-3-11-16,-2-8 16,-2-10-16,-2-8 15,-1-3-15</inkml:trace>
  <inkml:trace contextRef="#ctx0" brushRef="#br0" timeOffset="13233.49">7626 1399 0,'0'0'0,"0"0"0,0 3 16,-2 6-16,-2 9 15,-2 15-15,-1 12 16,4 10-1,4 11-15,4 4 16,6 0-16,4 1 16,4-2-16,3 1 15,3-5-15,1 0 16,1 0-16,2 1 16,2-2-16,1 2 15,3-1-15,0-5 16</inkml:trace>
  <inkml:trace contextRef="#ctx0" brushRef="#br0" timeOffset="13885.14">9258 1253 0,'0'0'0,"0"0"0,1 3 16,2 10-16,3 15 15,6 19-15,-3 16 16,-1 3 0,-2 6-16,1 2 15,0-1-15,5 15 16,7-1-16,0 4 16,0 4-16,-1-9 15,1 4-15,-3-13 16,-1 10-16,-2 2 15,-6-12-15,-4 8 16,-7-17 0</inkml:trace>
  <inkml:trace contextRef="#ctx0" brushRef="#br0" timeOffset="15551.38">7437 1570 0,'0'0'0,"0"0"0,0 0 15,0 0-15,0 0 16,0 0-16,-1-2 16,1 2-1,0 0-15,0 0 16,0 0-16,-10-8 16,10 8-16,-24-4 15,0 5-15,-9 8 16,0 2-16,3 4 15,2 1-15,2 4 16,3-1 0,3-1-16,5-2 15,3-3-15,5-3 16,3-3-16,4-7 16,-5 7-16,5-7 15,0 0-15,0 0 16,0 7-16,0-7 15,14-4-15,6-9 16,4-8-16,1-1 16,-3 0-1,0 2-15,-4 3 16,-4 4-16,-5 3 16,-2 3-16,-7 7 15,11-8-15,-11 8 16,13-2-16,-13 2 15,21 6-15,-6 4 16,-1 6 0,2 6-16,-3 3 15,0 2-15,1 1 16,-2 0-16,2-3 16,-3-1-16,-1-4 15,-2-2-15,-3-5 16,1-2-16,-3-3 15,-3-8-15,5 11 16,-5-11-16,-1 9 16,-8-3-1,-7 3-15,-8-1 16,-5-1-16,-5 1 16,-1-2-16,4 1 15,5-3-15,7-1 16,5 0-16,14-3 15,-16 2-15,16-2 16,0 0-16,0 0 16,0 0-1,0 0-15,13 0 16,17-7-16,10-8 16,6-6-16,-3-2 15,-1 0-15,-5 1 16,-6 5-16,-4 2 15,-2 1-15,-1 2 16,0 1-16,0 4 16,-1 3-16,0 2 15,-1 3 1,1 1-16</inkml:trace>
  <inkml:trace contextRef="#ctx0" brushRef="#br0" timeOffset="16300.83">7131 2187 0,'0'0'0,"0"0"16,2-1-16,-2 1 16,28-12-16,3-1 15,7-3-15,4 0 16,1 2-16,3 3 15,0-1-15,0 3 16,0-1-16,5 3 16,0 2-1,5-1-15,1 1 16,3 2-16,2 0 16,-3 1-16,-1-1 15,2 1-15,-7 1 16,0 0-16,-4 1 15,-1 1-15,0-1 16,-4 0-16,-1 0 16,3 0-16,2 0 15,3-2 1,10-4-16,3-3 0,6-3 16,4-1-1,-7 1-15,7 0 16,2 2-16,0 5 15,0 0-15,-6 4 16,-8 0-16,-7 3 16,0 0-16,-8 4 15,-3-1-15,-5-1 16,-4-1 0,1 0-16,0 1 15,-2-1-15,0 0 16,-1-1-16,-5-1 15,-5-1-15,-4 0 16,-6 0-16,0-1 16,1 1-16,2-1 15,-1 1 1,1 3-16,2 3 16</inkml:trace>
  <inkml:trace contextRef="#ctx0" brushRef="#br0" timeOffset="23300.66">11424 3005 0,'0'0'0,"0"0"0,0 0 16,0 0-1,11-2-15,14-3 16,22-2-16,10 2 16,8 0-16,4 0 15,14 1-15,4 0 16,5 0-16,-1 0 15,-1 0-15,-3 0 16,2 0-16,0 0 16,-4 1-1,4-3-15,-2 3 16,7-2-16,-3 2 16,5 0-16,-2 3 15,1-1-15,-1 0 16,-2 0-16,0 2 15,2-1-15,0 0 16,4 0-16,2-1 16,-2-1-1,4-2-15,-2 0 16,1 1-16,0-2 16,2 1-16,0 2 15,1-2-15,-4 1 16,-4 0-16,-5 1 15,-9 1-15,-4 0 16,-8 2-16,-6-1 16,-6 0-1,-5 1-15,-7-1 16,-6 0-16,-5 0 16,-7 0-16,-5 0 15,-2 0-15,-4-1 16,-1 0-16,6 1 15,3-2-15,4 1 16,1-2-16,-1 0 16,1 0-16,5 0 15,-3 3 1,223 49-16</inkml:trace>
  <inkml:trace contextRef="#ctx0" brushRef="#br0" timeOffset="29150.6">12444 4089 0,'0'0'0,"0"0"0,0 0 0,0 0 16,-2-3-16,-3-5 16,-5-4-16,-4-2 15,-6 2-15,-6 4 16,-5 1-16,-2 4 15,-1 5 1,1 5-16,3 6 16,1 3-16,6 4 15,4 3-15,4 3 16,5 4-16,4 4 16,6 2-16,8 1 15,6-1-15,5-2 16,7-2-16,2-2 15,3-4-15,5-6 16,1-6 0,1-4-16,3-5 15,3-5-15,5-10 16,5-9-16,0-7 16,-3-6-16,-9-1 15,-10-6-15,-13-2 16,-12-4-16,-9-6 15,-15 0-15,-5-1 16,-7 4 0,-1 8-16,4 11 15,3 7-15,2 4 16,2 6-16,0 2 16,0 2-16,-4 5 15,-7 5-15,-7 5 16,-3 6-16,0 6 15,4 4 1,4 5-16,7 0 16</inkml:trace>
  <inkml:trace contextRef="#ctx0" brushRef="#br0" timeOffset="29600.28">13070 3679 0,'0'0'0,"0"0"16,0 0-16,0 0 15,-2 6-15,-4 9 16,-2 18-16,-6 21 16,-1 13-16,0 9 15,-1 9-15,6 1 16,5-1-16,7 0 15,4-3-15,7-5 16,8-2-16,5-10 16,25 22 15,-5-34-31,15-9 16,-7 1-16,-13-31 15,1 0-15,-1-1 16,-3-4-16</inkml:trace>
  <inkml:trace contextRef="#ctx0" brushRef="#br0" timeOffset="29934.12">13465 4038 0,'0'0'0,"0"0"16,-2 1-16,2-1 15,-1 20-15,8 10 16,4 12-16,9 13 15,0 2-15,5 12 16,-1-2-16,-6-16 16,6 9-1,-3-26-15,2-7 16,-3-5-16</inkml:trace>
  <inkml:trace contextRef="#ctx0" brushRef="#br0" timeOffset="30233.14">13716 4030 0,'0'0'0,"1"3"0,-1-3 0,3 9 0,5 15 16,6 11-16,3 9 16,0 3-1,3 1-15,2 4 0,1 0 16,-5-10 0,-1-6-16,-5-9 15,2 1-15,4 8 16,-7-13-16,3 3 15</inkml:trace>
  <inkml:trace contextRef="#ctx0" brushRef="#br0" timeOffset="30566.62">13243 4236 0,'0'0'0,"0"0"0,0 0 0,0 0 15,0 0-15,0 0 16,7 0 0,16-3-16,25-2 15,18-2-15,6-2 16,2 1-16,-9 0 15,-6 2-15,-12 1 16,-7 1-16,-5 0 16,-4 2-16,-5 1 15,-4 0 1,-7 0-16,-2 1 16</inkml:trace>
  <inkml:trace contextRef="#ctx0" brushRef="#br0" timeOffset="30849.71">13428 4354 0,'0'0'0,"0"0"15,0 0-15,5-3 16,10-2-16,9-2 16,13-2-16,10 2 15,7 3 1,8 2-16,3 1 16,1 1-16,-4 1 15,2 1-15,-9-1 16</inkml:trace>
  <inkml:trace contextRef="#ctx0" brushRef="#br0" timeOffset="31467.08">14158 4098 0,'0'0'0,"2"1"0,-2-1 0,0 0 15,15 9 1,1 6-16,9 12 16,2 5-16,-3 3 15,-1-2-15,-8-9 16,-1-4-16,-3-2 15,-3-6-15,-3-4 16,-5-8-16,6 9 16,-6-9-16,0 0 15,8-17-15,-1-9 16,-3 2 0,-3 6-16,-1 6 15,0 5-15,0 7 16,0-8-16,0 8 15,0 0-15,12-7 16,9 12-16,9 4 16,6 4-1,-2-2-15,0 0 16,-1 0-16,-7-4 16,-7-4-16,-6-5 15,-3-8-15,-1-12 16,-8-15-16,-11-11 15,-9-1-15,-6 4 16,3 9-16,5 11 16,4 9-16,7 7 15,6 9-15,-9-9 16,9 9 0,0 0-16,0 0 15,0 0-15,0 0 16</inkml:trace>
  <inkml:trace contextRef="#ctx0" brushRef="#br0" timeOffset="32033.1">14812 4148 0,'0'0'0,"0"0"0,2-3 16,-2 3-16,9-14 15,-3 3-15,1-3 16,-2-3-16,-2 0 16,-2-1-16,-2 6 15,-1 2 1,-1 2-16,0 2 16,3 6-16,-6-9 15,6 9-15,-11 0 16,1 9-16,0 6 15,2 4-15,4 1 16,4 1-16,4 1 16,4-4-16,2-1 15,4-2-15,5 0 16,2-6 0,-1-5-16,0-10 15,-1-6-15,-3-1 16,-3-1-16,-4 2 15,-2 3-15,-3 3 16,-4 6-16,6-8 16,-6 8-16,0 0 15,0 0 1,0 0-16,14 10 16,-4 9-16,3 9 15,-2-2-15,-1-3 16,-4-7-16,-2-5 15,0-3-15,-4-8 16,3 9-16,-3-9 16,0 0-16</inkml:trace>
  <inkml:trace contextRef="#ctx0" brushRef="#br0" timeOffset="32184.33">15073 3987 0,'0'0'0,"0"0"0,0 0 16,0 0-16,0 0 16,0 0-16,0 0 15,0 0-15,0 3 16,0-3 0</inkml:trace>
  <inkml:trace contextRef="#ctx0" brushRef="#br0" timeOffset="33399.67">15224 4099 0,'0'0'0,"0"0"16,0 0-16,0 0 15,0 0-15,0 0 16,0 0-16,0 0 15,-3 1-15,3-1 16,0 0-16,-2 13 16,0-2-16,1 1 15,0-3-15,1 1 16,1 0 0,0 0-16,3 2 15,0 4-15,1 2 16,3 3-16,0 4 15,2 2-15,0 8 16,-6 5-16,-9 11 31,-2-5-15,0-7-16,1-7 0,2-13 16,3-9-1,1-10-15,0 0 16,0 0-16,-1-12 15,1-26-15,1-19 16,0 0-16,1 0 16,0 13-16,2 6 15,1 5-15,0 7 16,1 6-16,0 5 16,-2 5-1,-1 4-15,-3 6 16,5-9-16,-5 9 15,0 0-15,0 0 16,12 0-16,1 10 16,7 10-16,2 2 15,-3 1-15,-3-4 16,-5-4-16,-2-3 16,-3-3-1,-1-3-15,-5-6 16,6 9-16,-6-9 15,0 0-15,0 0 16,15-20-16,-4-15 16,-1-9-16,-2 7 15,-4 7-15,-1 9 16,-1 7 0,-1 4-16,-1 10 15,0-10-15,0 10 16,0 0-16,0 0 15,0 0-15,13 25 16,4 12-16,2 10 16,-1-3-16,-1-7 15,-4-7-15,-2-11 16,-3-5-16,1-3 16,-3-4-1,-6-7-15,0 0 16,13-14-16,-11-25 15,-3-16-15,-9 1 16,0 9-16,3 13 16,1 9-16,2 6 15,1 7-15,2 2 16,1 8 0,-3-9-16,3 9 15,0 0-15,0 0 16,-3-6-16,3 6 15,0 0-15,0 0 16,0 0-16,0 0 16,3 19-16,4 1 15,4 5-15,1 4 16,3 3-16,-2-3 16,-2-6-16,-5-6 15,1-7 1,-1-2-16,-6-8 15,11 5-15,-11-5 16,20-4-16,-8-1 16,-1 0-16,-1 0 15</inkml:trace>
  <inkml:trace contextRef="#ctx0" brushRef="#br0" timeOffset="33666.78">15528 4071 0,'0'0'0,"0"0"15,0 0-15,3 0 16,8 1-16,20-1 16,14 2-16,5 0 15,179 13-15</inkml:trace>
  <inkml:trace contextRef="#ctx0" brushRef="#br0" timeOffset="34017.08">15773 3863 0,'0'0'0,"2"3"0,-2-3 0,3 8 0,-1 2 0,2 12 0,1 12 0,1 6 0,0 12 0,-2 6 0,0 10 0,-3 4 15,-1-7-15,-2 8 16,-64 42-1,-31-21 1,-45 15 0,24-15-16,-7-8 15</inkml:trace>
  <inkml:trace contextRef="#ctx0" brushRef="#br0" timeOffset="39832.68">11275 5316 0,'2'-1'0,"-2"1"0,22-10 15,4-3 1,3 1-16,-2 0 16,1 5-16,0 6 15,-2 4-15,-2 5 16,-4 1-16,-3 3 15,-3 6-15,-1 7 16,-6 10-16,-6 7 16,-12 9-16,-15 2 15,-5 1 1,-11 2-16,2-4 16,-1-9-16,5-6 15,6-9-15,5-5 16,9-7-16,6-6 15,10-10-15,-9 8 16,9-8-16,0 0 16,0 0-16,0 0 15,0 0-15,12 3 16,23-9 0,14-7-16,2-2 15,1-1-15,0 1 16,0-1-16,-1 2 15,-7 4-15,-7 3 16,-3 1-16,-7 1 16,-5 3-16,-5 1 15,-7 1-15,-10 0 16,13 0 0,-13 0-16,0 0 15</inkml:trace>
  <inkml:trace contextRef="#ctx0" brushRef="#br0" timeOffset="40316.31">11889 5433 0,'0'0'0,"0"0"0,0 0 0,0 0 0,0 0 15,3 1-15,14 10 16,18 8-16,4 1 16,8 3-1,-2-2-15,-1-2 16,1 0-16,-3-1 15,-3-1-15,2 8 16,-7-6-16,-8 0 16,-8-8-16,-4-3 15,-5-1-15,-9-7 16</inkml:trace>
  <inkml:trace contextRef="#ctx0" brushRef="#br0" timeOffset="40599.5">12322 5416 0,'0'0'0,"-3"0"0,3 0 0,0 0 0,0 0 15,-8-7 1,8 7-16,0 0 15,0 0-15,-17 1 16,1 8-16,-4 13 16,-9 8-16,2 5 15,-9 9-15,1 1 16,4-1-16,0 0 16,5-6-1,-3 4-15,0 2 16</inkml:trace>
  <inkml:trace contextRef="#ctx0" brushRef="#br0" timeOffset="43099.54">13054 5361 0,'0'0'0,"0"0"0,0 0 0,0 0 16,0 0-16,-5 1 16,-2 7-16,-6 8 15,-1 12-15,5 6 16,3-1-16,4 0 16,5-3-16,5 2 15,4-3-15,4 0 16,5-2-1,3-3-15,3-10 16,5-12-16,0-6 16,7-14-16,-2-4 15,-7-3-15,-6-4 16,-7 2-16,-7 3 16,-5-1-16,-5-3 15,-5 0-15,-7-2 16,-5 2-16,-3 6 15,-2 4 1,-3 3-16,0 4 16,7 3-16,3 3 15,5 2-15,10 3 16,-10-3-16,10 3 16,0 0-16,0 0 15</inkml:trace>
  <inkml:trace contextRef="#ctx0" brushRef="#br0" timeOffset="43366.68">13705 5210 0,'0'0'0,"0"0"0,0 0 15,-4 6-15,-6 9 16,-8 13-16,-5 12 16,-2 9-16,4 10 15,2-1-15,2 7 16,5-1-16,3-2 16,7-7-16,9 0 15,17 10-15,27-4 31,17-13-15</inkml:trace>
  <inkml:trace contextRef="#ctx0" brushRef="#br0" timeOffset="43667.18">14105 5330 0,'0'0'0,"0"0"0,0 0 16,0 0-16,-2 3 16,1 9-16,-4 12 15,-1 15-15,-1 6 16,3 7-1,-1 5-15,5-2 0,2-3 16,1-9 15,2-3-31,7-6 16,-6-12-16</inkml:trace>
  <inkml:trace contextRef="#ctx0" brushRef="#br0" timeOffset="43918.09">14374 5400 0,'0'0'0,"0"0"16,0 0-16,0 0 16,0 0-16,0 0 15,-1 5-15,-1 7 16,-1 12-16,-4 9 15,0 6 1,0 1-16,-3 14 31,10-3-31,4-9 16,1-14-16</inkml:trace>
  <inkml:trace contextRef="#ctx0" brushRef="#br0" timeOffset="44216.78">14029 5651 0,'0'0'0,"0"0"16,0 0-16,0 0 15,1-2-15,-1 2 16,23-15-16,13 0 15,13 1 1,2 0-16,7 3 16,2 4-16,-6 1 15,-7 2-15,-9 2 16,-10 0-16,-6 2 16,-5 1-16,-17-1 15,13 4-15</inkml:trace>
  <inkml:trace contextRef="#ctx0" brushRef="#br0" timeOffset="44416.77">14088 5727 0,'0'0'0,"0"-2"0,0 2 0,0 0 0,8-11 15,11-4 1,25-5-16,9 0 16,0 5-16,4 1 15,-5 1-15,-9 4 16,0 2-16</inkml:trace>
  <inkml:trace contextRef="#ctx0" brushRef="#br0" timeOffset="44932.8">14705 5595 0,'0'0'0,"0"0"0,0 0 15,2 6-15,1 3 16,1 5-16,1 3 15,0-2-15,1-2 16,-2-4 0,1-3-16,-5-6 15,16 5-15,-16-5 16,17-6-16,-8-1 16,-1-1-16,-2-2 15,-1 4-15,-5 6 16,3-8-16,-3 8 15,0 0-15,0 0 16,0 0-16,0 0 16,17 11-1,-10-5-15,3 1 16,1-9-16,3-4 16,-1-4-16,-2-5 15,-2 1-15,-1-3 16,-3-3-16,-2 0 15,-2 1-15,0 6 16,-2 1-16,0 3 16,1 2-1,0 7-15,0 0 16</inkml:trace>
  <inkml:trace contextRef="#ctx0" brushRef="#br0" timeOffset="45416.85">15112 5626 0,'0'0'0,"0"0"15,0 0-15,0 0 16,5 0-16,5-2 16,6-5-16,4-2 15,0-4-15,-6 0 16,-1 1-16,-2 0 15,-4 1 1,-2 1-16,-2-1 0,-3-1 16,-6 1-1,-2 1-15,-3 3 16,-1 4-16,-1 3 16,1 5-16,1 6 15,3 1-15,4 6 16,4 1-16,5 1 15,10-1-15,2-5 16,7-4 0,0-1-16,-2-4 15,1-3-15,-6-3 16,-1-1-16,-4-1 16,-2-1-16,-10 4 15,13-7-15,-13 7 16,0 0-16,0 0 15,11 0-15,-5 11 16,3 7-16,0 5 16,-2 0-1,0-1-15,-3-4 16</inkml:trace>
  <inkml:trace contextRef="#ctx0" brushRef="#br0" timeOffset="45583.38">15379 5377 0,'0'0'0,"0"0"16,0 0-16,0 0 15,3 0-15</inkml:trace>
  <inkml:trace contextRef="#ctx0" brushRef="#br0" timeOffset="45883.53">15578 5276 0,'0'0'0,"0"0"0,3-1 15,-3 1-15,0 0 16,21 5-16,0 10 16,6 11-16,0 15 15,2 9 1,-6 11-16,1 0 16,-20-32-16,-1 52 15,-19 49 1,-13-59-1,-22 7-15,-9-12 16,9-26-16</inkml:trace>
  <inkml:trace contextRef="#ctx0" brushRef="#br0" timeOffset="72849.13">10584 5831 0,'0'0'0,"0"0"0,0 0 16,0-2-16,0 2 16,0 0-16,0 0 15,0 0-15,0 0 16,0 0-16,0 0 16,0 0-1,0 0-15,0 0 16,0 0-16,0 0 15,0 0-15,0 0 16,0 0-16,0 0 16,-10-4-16,10 4 15,0 0-15,0 0 16,-12 9-16,12-9 16,-6 6-16,6-6 15,-4 7 1,4-7-16,-1 8 15,4 0-15,-1 0 16,1 2-16,2-2 16,-1-1-16,0 0 15,-4-7-15,7 8 16,-7-8-16,0 0 16,7 7-16,-7-7 15,0 0 1,0 0-16,0 0 15,0 0-15,6 7 16,-6-7-16,0 0 16,0 0-16,0 0 15,0 0-15,3 6 16,-3-6-16,0 11 16,1 1-16,0 3 15,0 8-15,0 7 16,1 3-1,0 1-15,-1-3 16,1 2-16,-1 3 16,1 0-16,-1-1 15,1-4-15,-2-5 16,0-4-16,-1-3 16,0-4-16,0-2 15,1-3-15,-1-4 16,1-6-1,-1 10-15,1-10 16,0 0-16,0 7 16,0-7-16,0 0 15,0 0-15,0 0 16,0 0-16,0 0 16,0 0-16,0 0 15</inkml:trace>
  <inkml:trace contextRef="#ctx0" brushRef="#br0" timeOffset="74183.31">10492 6576 0,'0'0'0,"0"0"0,0 0 0,0 0 16,0 0-1,5 0-15,8 0 16,17 0-16,12 0 16,7-2-16,6-1 15,4-4-15,5-1 16,-4-1-16,-2 0 16,-8 1-16,-5 2 15,-10 1-15,-3 1 16,-6 1-16,-8 0 15,-4 2 1,-2 3-16,-3 1 16,1 3-16,1 4 15,1 4-15,0 6 16,0 5-16,-2 5 16,-1 2-16,-2-2 15,-1-1 1,-2-2-1,0-3-15,-2-4 16,-3-7 0,-3-1-16,-10 2 15,-13 0-15,-12 0 16,-9-5-16,-10-3 16,-6 1-16,-6 0 15,3-1-15,11 0 16,7-2-16,5-2 15,2-3 1,4-3-16,7 0 16,6-2-16,4-1 15,2-4-15,2-1 16,4 0-16,3-2 16,2-5-16,3-4 15,5-4-15,4-3 16,2 0-16,3 2 15,-2 6 1,0 4-16,-2 5 16,-1 4-16,-4 9 15,3-8-15,-3 8 16,0 0-16,0 0 16</inkml:trace>
  <inkml:trace contextRef="#ctx0" brushRef="#br0" timeOffset="76265.88">11060 7271 0,'0'0'0,"0"0"0,0 0 16,0 0-16,0 0 16,0 0-16,3-3 15,-3 3-15,17-8 16,-2 0-16,2-1 15,1-1-15,1-2 16,-2-1-16,-3-2 16,0-1-16,-4 0 15,-2-5 1,-1-2-16,-4 0 16,-2-1-16,-4 2 15,-2 0-15,-2 0 16,0 2-16,-3 2 15,1 2-15,-1 0 16,1 3-16,2 2 16,0 1-1,1 3-15,2 0 16,4 7-16,-6-9 16,6 9-16,0 0 15,-6-7-15,6 7 16,0 0-16,0 0 15,0 0-15,0 0 16</inkml:trace>
  <inkml:trace contextRef="#ctx0" brushRef="#br0" timeOffset="77416.67">10901 7405 0,'3'-1'0,"12"-1"0,8-2 16,27-3-16,5-2 15,-2 2-15,-5 1 16,-7 0-16,-6 1 16,-8 3-16,-4 4 15,-4 3-15,-3 2 16,-3 5 0,-3 2-16,-4 9 15,-2 3-15,-4 5 16,-6 4-16,0-5 15,-2-3-15,1-5 16,4-5 0,-1-5-1,1-2-15,2-2 16,1-8 0,-7 8-16,7-8 15,-22 8-15,-7-5 16,-15-1-16,-5-2 15,-8-2-15,6 1 16,1-2-16,7 1 16,11 0-16,8-3 15,4-1-15,3-4 16,3-4 0,2-5-16,7-4 15,4-6-15,4 0 16,3 3-16,-1 6 15,1 2-15,-1 5 16,-2 3-16,-1 3 16,-2 7-16,4-10 15,-4 10-15</inkml:trace>
  <inkml:trace contextRef="#ctx0" brushRef="#br0" timeOffset="79049.38">11089 8256 0,'0'0'16,"0"0"-16,0 0 0,0 0 15,0 0-15,0 0 16,0 0-16,4 0 15,-4 0-15,17-6 16,-3 2-16,0-5 16,-1-5-16,1-2 15,1-5-15,0-2 16,-1-4-16,-3 1 16,-3-1-1,-2-2-15,-2 0 16,-3-2-16,1 1 15,-2 3-15,-2 1 16,0 3-16,-2 3 16,0 4-16,1 2 15,0 4-15,0 2 16,3 8-16,-2-10 16,2 10-1,0 0-15,-4-6 16,4 6-16,0 0 15,0 0-15,0 0 16,0 0-16,0 0 16,0 0-16,0 0 15,0 0-15,0 0 16,0 0-16,-14-1 16,2 6-16,-8 5 15,1 1 1,2 0-16,3-2 15,4-1-15,2-1 16,2 0-16,6-7 16,-7 7-16,7-7 15,0 0-15,0 0 16,0 0-16,0 0 16,18-20-1,0 2-15,-3 2 16,-4 5-16,-3 4 15,-8 7-15,8-9 16,-8 9-16,0 0 16,17 0-16,-4 9 15</inkml:trace>
  <inkml:trace contextRef="#ctx0" brushRef="#br0" timeOffset="81333.55">11989 6702 0,'0'0'0,"-1"-3"0,1 3 0,-2-9 16,2 9-16,-1-12 16,1 12-16,-6-12 15,0 3-15,-4-1 16,-7-3-1,-7-3-15,-2 3 16,2 3-16,-2 0 16,-7 0-16,-10 3 15,-1 2-15,1 2 16,3 3-16,0 1 16,-1 1-16,4 2 15,6 0 1,5 0-16,1 2 0,2-2 15,2 1 1,6-1-16,6-1 16,9-3-16,-12 4 15,12-4-15,0 0 16,0 0-16,0 0 16,0 0-16,-9 5 15,9-5-15,0 0 16,0 0-16,0 0 15,0 0 1,14-18-16,0-2 16,3 0-16,-3-1 15,0 1-15,-4 1 16,-4 4-16,-2 4 16,-2 4-16,-2 7 15,2-8-15,-2 8 16,0 0-1,0 0-15,0 0 16,0 0-16,0 0 16,-18 16-16,5-3 15,-3 3-15,1-1 16,2-2-16,0-1 16,2-3-16,2 1 15,1-3-15,3-1 16,5-6-16,-10 12 15,10-12-15,-7 12 16,6-5 0,1 2-16,4 4 15,9 3-15,8 2 16,7-3-16,7 0 16,-2-3-16,2 2 15</inkml:trace>
  <inkml:trace contextRef="#ctx0" brushRef="#br0" timeOffset="84582.96">14320 6566 0,'0'0'0,"0"0"0,0 0 15,0 0-15,0 0 16,0 0-16,0 0 16,0 0-16,0 0 15,-2 2 1,2-2-16,-8 18 16,0 3-16,2 5 15,0 4-15,-1-2 16,0 1-16,1-4 15,1-3-15,2 1 16,1-3-16,1 0 16,1-1-16,0-3 15,0-2 1,0-2-16,0-2 16,0-10-16,0 10 15,0-10-15,0 0 16,2 6-16,-2-6 15,0 0-15,5 7 16,-5-7 0,0 0-16,18 10 0,-7-6 15,5 1 1,1-1-16,0-1 16,-1-1-16,-5 0 15,-11-2-15,14 1 16,-14-1-16,11 1 15,-11-1-15,0 0 16,11 0-16,-11 0 16,0 0-16,11 0 15,-11 0 1,18 0-16,-3 0 16,6-1-16,2 0 15</inkml:trace>
  <inkml:trace contextRef="#ctx0" brushRef="#br0" timeOffset="85632.97">14655 6919 0,'0'0'0,"0"0"0,0 0 16,0 0-16,1-2 16,-1 2-16,0 0 15,0 0 1,0 0-16,0 0 16,13-6-16,-13 6 15,16-6-15,-3 3 16,0 0-16,-2 1 15,0 1-15,1 1 16,-1 2-16,-11-2 16,18 8-16,-18-8 15,12 9-15,-12-9 16,6 11 0,-4-4-16,-1 0 15,-1 0-15,-1 2 16,-2 2-16,-2 0 15,-1-1-15,0 0 16,-2 1-16,1-2 16,1-1-16,6-8 15,-8 8-15,8-8 16,0 0 0,0 0-16,0 0 15,-8 6-15,8-6 16,0 0-16,0 0 15,2 7-15,-2-7 16,9 10-16,-1-3 16,0 1-16,-1-1 15,0 0-15,-7-7 16,11 11-16,-8-4 16,-2 6-1,-3 3-15,-4 2 16,-5 1-16,-5 0 15,-3 0-15,-2-2 16,1-4-16,3-3 16,3-4-16,2-3 15,1-2-15,-1-2 16,3-3 0,9 4-16,-15-6 15,15 6-15,0 0 16,-9-9-16,9 9 15,-2-12-15</inkml:trace>
  <inkml:trace contextRef="#ctx0" brushRef="#br0" timeOffset="86500.54">13305 6666 0,'-2'-3'0,"2"3"0,0 0 0,-5-9 15,5 9-15,0 0 16,0 0-16,0 0 16,-8 9-16,0 7 15,-3 20-15,2-4 16,3-9 0,1-4-16,0 0 15,-2 7-15,-2 4 16,2-3-16,3-3 15,1-1-15,1-7 16,1-1-16,1-2 16,0-6-16,1-1 15,-1-6-15,2 10 16,1-3-16,-3-7 16,7 9-16,-7-9 15,18 4 1,-2-7-16,5-4 15,2-1-15,-6 2 16,-2 1-16,-3 3 16,1 2-16,-2 0 15,-11 0-15,14 0 16,-14 0-16,12 0 16,-12 0-1,10 1-15,-10-1 16,14 5-16,-14-5 15</inkml:trace>
  <inkml:trace contextRef="#ctx0" brushRef="#br0" timeOffset="87250.23">13571 6940 0,'1'2'0,"-1"-2"0,0 0 0,0 0 0,0 0 16,0 0-16,0 0 16,0 0-1,0 0-15,0 0 16,0 0-16,0 0 15,0 0-15,0 0 16,11-4-16,-11 4 16,0 0-16,14-2 15,-14 2-15,16-1 16,-16 1-16,17 4 16,-17-4-16,15 4 15,-15-4 1,15 6-16,-15-6 15,0 0-15,10 5 16,-10-5-16,0 0 16,0 0-16,2 20 15,-8 0-15,-6 4 16,-5 5-16,-3-1 16,-1 3-16,3-9 15,3-4-15,4-6 16,4-3-1,1-3-15,6-6 16,-5 8-16,5-8 16,0 0-16,0 0 15,0 0-15,0 0 16,-6 7-16,6-7 16,0 0-16,11 3 15,4 0 1,5-4-16,0-3 15,-1 2-15,-3-1 16,0 1-16,0-1 16,0 1-16,-1-2 15,0 1-15,-2 0 16,-1 1-16,-1 1 16,0 1-1,-1 1-15,3 2 16,6 1-16,0 5 15</inkml:trace>
  <inkml:trace contextRef="#ctx0" brushRef="#br0" timeOffset="88499.15">14890 6422 0,'0'0'0,"0"0"0,0 0 16,0 0-1,-5-3-15,5 3 0,-22-8 16,0-1-1,-6 0-15,-8 0 16,-6 0-16,-2 0 16,-3-1-16,2 1 15,1 1-15,1-2 16,0 2-16,0-1 16,-3 0-16,-10-2 15,3 0-15,-3-1 16,-3 3-1,8 4-15,-3 3 16,4 4-16,6-1 16,6 3-16,10-1 15,10-3-15,8 2 16,10-2-16,-14 1 16,14-1-16,0 0 15,0 0-15,-10-3 16,10 3-1,0 0-15,-4-10 16,7 1-16,3-5 16,10-8-16,10-5 15,2 3-15,-2 5 16,-8 8-16,-4 2 16,-14 9-16,14-9 15,-14 9-15,0 0 16,0 0-16,11-7 15,-11 7 1,0 0-16,0 0 16,0 0-16,0 0 15,0 0-15,0 0 16,-14 15-16,-15 8 16,-9 5-16,2-6 15,10-4-15,6-4 16,4-3-1,5-5-15,11-6 16,-11 10-16,11-10 16,0 0-16,-7 8 15,7-8-15,0 0 16,6 12-16,6-1 16,10 2-16,2-2 15,2-2-15,0 0 16,-2 0-16,4 0 15,-3 5 1,-7 4-16</inkml:trace>
  <inkml:trace contextRef="#ctx0" brushRef="#br0" timeOffset="90000.02">14283 7488 0,'0'0'0,"0"0"0,0 0 16,0 0-16,0 0 15,2-1-15,-2 1 16,15-6-16,7 0 16,27-3-16,16-1 15,3 2-15,-1 0 16,-10 3-1,-7 1-15,-14 2 16,-11 2-16,-7 0 16,-6 1-16,-12-1 15,14 3-15,-14-3 16,0 0-16,12 5 16,-12-5-16,0 0 15,0 0-15,8 9 16,-4-2-16,1 5 15,-1 11 1,-5 13-16,-7 14 16,-7 7-16,-2 2 15,-1-3-15,1-2 16,-1 2-16,3-2 16,-1 16-1,7-1 1,2-4-16,2-14 15,3-22 1,0-4-16,2-8 16,-1 1-16,0-1 15,-2 0-15,1-4 16,-1-2-16,-1-2 16,-4 0-16,-4 0 15,-6 0-15,-4-3 16,-1-2-16,-1-2 15,3-3 1,0-1-16,1 1 16,0-1-16,-3 0 15,-5 1-15,-2-1 16,0 0-16,4 1 16,4-2-16,2-1 15,5 1-15,1 0 16,2-2-16,1 2 15,-1-5-15,-4-9 16,-1-13 0,-1-15-16,5-14 15,3-4-15,4-1 16,0 4-16,1 6 16,0 6-16,1 3 15,-1 5-15,1 5 16,1 2-16,0-1 15,0 5-15,1 5 16,0 2 0,2 2-16,2-1 15,0 5-15,1 3 16,0 5-16,-3 8 16,3-11-16,-3 11 15,0 0-15,5-6 16,-5 6-16,0 0 15,15-1-15</inkml:trace>
  <inkml:trace contextRef="#ctx0" brushRef="#br0" timeOffset="92849.33">13431 6345 0,'0'0'0,"0"0"0,0 0 15,2 3-15,6 3 16,7 9-16,9 10 15,6 5-15,3 4 16,-2 0-16,-3-4 16,-4-1-16,-3-4 15,-6-4-15,-2-4 16,-4-4 0,-4-3-16,0-3 15,-5-7-15,0 0 31</inkml:trace>
  <inkml:trace contextRef="#ctx0" brushRef="#br0" timeOffset="93099.74">13579 6302 0,'0'0'0,"0"0"0,0 0 15,0 0-15,-2-1 16,2 1-16,0 0 15,0 0-15,0 0 16,-5 20-16,-2 7 16,-2 13-16,-5 5 15,-5 3-15,-2-4 16,1-2 0,4-9-16,3-9 15,3-3-15,1-3 16,3-3-16,0-3 15</inkml:trace>
  <inkml:trace contextRef="#ctx0" brushRef="#br0" timeOffset="93916.25">13910 6399 0,'0'0'0,"0"0"0,0 0 15,0 0-15,-3 3 16,3-3 0,-14 15-16,4 0 15,-2 8-15,3 3 16,0 0-16,7-1 15,4-3-15,6 1 16,7 0-16,8-2 16,9-3-16,9 0 15,5-5-15,11-4 16,5-4-16,3-5 16,-4-3-1,-15 0-15,-10 1 16,-10-5-16,-8-1 15,-3-6-15,-4-1 16,-1-7-16,-2-6 16,-3-2-16,-3 0 15,-5 6 1,-2 2-16,-2 4 16,-3 2-16,-4-2 15,-8 1-15,-10-2 16,-10 6-16,-3 3 15,-4 3-15,-1 5 16,1 2-16,5 3 16,3 5-16,5 2 15,3 1-15,6-1 16,6 1-16,3-1 16,6 0-1,1 0-15,4-1 16,0-1-16,3-2 15,4-6-15,-6 9 16,6-9-16,-2 7 16,2-7-16,0 7 15</inkml:trace>
  <inkml:trace contextRef="#ctx0" brushRef="#br0" timeOffset="96199.27">14136 7563 0,'0'0'0,"0"0"16,0 0-16,0 0 16,0 0-16,0 0 15,0 0-15,0-1 16,0 1-1,0 0-15,0 0 16,12-14-16,7 3 16,6-1-16,0 1 15,1 1-15,-4 3 16,-3 2-16,-4 1 16,-4 3-16,-11 1 15,12-1 1,-12 1-16,0 0 15,0 0-15,11 0 16,-11 0-16,0 0 16,0 0-16,0 0 15,0 0-15,0 0 16,0 0-16</inkml:trace>
  <inkml:trace contextRef="#ctx0" brushRef="#br0" timeOffset="97015.79">14364 7887 0,'0'0'0,"0"0"16,0 0-16,0 0 15,0 0-15,0 0 16,0 0-16,0 0 16,0 0-16,0 0 15,0 0-15,0 0 16,0 0-1,0 0-15,0 0 16,0 0-16,0 2 16,0-2-16,0 0 15,0 6-15,1 0 16,2 8-16,2 6 16,0 1-16,0 0 15,-2-6-15,0-3 16,0-3-16,-2-2 15,-1-7-15,4 7 16,-4-7 0,24-12-16,12-18 15,8-16-15,-6 1 16,-3 0-16,-5 6 16,-2 2-16,-1 2 15,-5 7-15,-3 4 16,-6 8-1,-5 5-15,-2 3 16,-6 8-16,7-9 16,-7 9-16,0 0 15,0 0-15,0 0 16,7-5-16,-7 5 16,0 0-16,0 0 15,0 0-15,0 0 16,0 0-16,0 0 15,0 0-15,0 0 16</inkml:trace>
  <inkml:trace contextRef="#ctx0" brushRef="#br0" timeOffset="100315.85">14299 7799 0,'0'0'0,"0"0"15,0-2-15,0 2 16,0 0-16,0 0 16,0 0-16,0 0 15,0 0-15,0 0 16,0 0-16,0 0 15,0 0-15,13 9 16,-5 1-16,1 4 16,-1-2-1,0 2-15,-3-3 16,1 2-16,-1 2 16,-1-3-16,-1 1 15,1-1-15,0-2 16,2-2-16,2-1 15,4 0-15,1-1 16,2-3-16,1-1 16,1-3-16,2-4 15,5-9 1,3-6-16,1-6 16,-2-3-16,0-1 15,-2-1-15,-3 2 16,0 1-16,-2 3 15,-2 2-15,-1 3 16,-4 4-16,1 2 16,-1 1-16,-1 3 15,-1 0 1,1 2-16,-2 1 16,-9 7-16,13-9 15,-13 9-15,0 0 16,11-6-16,-11 6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0-1,0 0-15,0 0 0,0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</inkml:trace>
  <inkml:trace contextRef="#ctx0" brushRef="#br0" timeOffset="101382.28">13949 7937 0,'0'0'0,"0"0"0,0 0 16,0 0-16,0 0 16,0 0-16,0 0 15,-3-2-15,3 2 16,-10-11-16,3 2 16,-2 0-1,-2-3-15,-2-1 16,-1 1-16,-1 2 15,-1 0-15,-2 3 16,-3 2-16,-2 4 16,-1 2-16,1 4 15,5 0-15,4 0 16,3-1 0,1 1-16,10-5 15,-19 10-15,19-10 16,-13 9-16,13-9 15,-9 7-15,9-7 16,0 0-16,-6 7 16,6-7-16,0 0 15,0 0-15,0 0 16,0 0-16,0 0 16,-4-13-1,5-6-15,4-7 16,3-3-16,1 5 15,-3 5-15,-1 5 16,0 4-16,-3 3 16,-2 7-16,2-6 15,-2 6-15,0 0 16,0 0-16,0 0 16,0 0-1,0 0-15,-2 6 16,-4 9-16,-1 7 15,-2 3-15,-1-1 16,2-2-16,2-6 16,2-5-16,0-2 15,4-9-15,-3 10 16,3-10-16,1 8 16,-1-8-1,22 12-15,1-4 16,5-2-16,1-3 15,-1-8 1</inkml:trace>
  <inkml:trace contextRef="#ctx0" brushRef="#br0" timeOffset="110016.17">3465 8326 0,'0'0'0,"0"0"0,0 0 0,0 0 0,0 0 15,2 2-15,-2-2 16,11 1-16,1 1 16,5-1-16,4-1 15,0-1-15,3-3 16,5-1-16,5-1 16,2-2-1,-1 2-15,-6 0 16,-1 1-16,-3 1 15,-1-1-15,0 1 16,-3 2-16,0 0 16,-2 1-16,1 1 15,-1 1-15,0 0 16,1 1-16,-1-1 16,-1 1-16,1 0 15,-2 0 1,1 0-16,-1-1 15,0 1-15,2-1 16,3 1-16,0-1 16,4 1-16,1-1 15,0-2-15,1-1 16,4-1-16,1 0 16,1-3-16,-2 2 15,0-1 1,-1 0-16,-3 0 15,2 0-15,0 0 16,-2 0-16,1 2 16,1 0-16,-2 2 15,0 0-15,3 1 16,-1 1-16,1 0 16,-2-1-16,0 1 15,-2 0 1,-1 0-16,0 1 15,-1-1-15,0-1 16,-1 1-16,0 0 16,1 0-16,-1-1 15,-1 1-15,0 0 16,-2 0-16,1 0 16,-2 0-16,-1 0 15,-2-1-15,3 1 16,1 0-1,-1-1-15,3-1 16,4-4-16</inkml:trace>
  <inkml:trace contextRef="#ctx0" brushRef="#br0" timeOffset="117416.19">14083 7542 0,'0'0'0,"0"0"0,0 0 0,0 0 15,0 0-15,0 0 16,0 0-16,0 0 16,0 0-16,0 0 15,0 0-15,0 0 16,0 0-16,4-1 16,-4 1-16,20-6 15,3-1 1,8 0-16,4-1 15,-1 2-15,-1 0 16,-3 1-16,-4 1 16,-4-1-16,1 3 15,-4-1-15,-3 1 16,-1 2 0,-2 0-16,0 0 15,-1 0-15,0 0 16,-2 0-16,2 0 15,-2 1-15,2 0 16,0 0-16,0 1 16,1-1-16,1 0 15,3 1-15,0 1 16,-2-1-16,1-1 16,-3 1-16,-2-1 15,-1-1 1,-10 0-16,18 2 15,-18-2-15,15 1 16,-15-1-16,0 0 16,13 3-16,-13-3 15,0 0-15,0 0 16,13 3-16,-13-3 16,0 0-1,0 0-15,11 4 16,-11-4-16,0 0 15,0 0-15,11 3 16,-11-3-16,0 0 16,0 0-16,12 3 15,-12-3-15,0 0 16,0 0-16,0 0 16,9 5-1,-9-5-15,0 0 16,5 8-16,-5-8 15,3 11-15,-2-3 16,1 1-16,0 3 16,0 1-16,-2 3 15,0 2-15,-2 4 16,-1 0-16,-2 5 16,-1 1-16,2-1 15,-1-1 1,0-2-16,0-1 15,0 1-15,0-3 16,-1-2-16,1-1 16,0-2-16,2-1 15,-2 1-15,0 0 16,0 2-16,0 1 16,-1-1-16,2-2 15,-1-4 1,2-1-16,0 0 15,1-3-15,2-8 16,-3 10-16,3-10 16,0 0-16</inkml:trace>
  <inkml:trace contextRef="#ctx0" brushRef="#br0" timeOffset="119083.2">9436 4582 0,'0'0'0,"0"0"0,0-2 15,0 2-15,-5-10 16,0-2-16,-1 0 16,1 0-16,0 0 15,1 3-15,-1 1 16,5 8-1,-11-10-15,1 9 16,-5 2-16,-4 5 16,-2 7-16,1 2 15,3 3-15,5 0 16,3 2-16,3-1 16,6 3-16,4-1 15,2-5-15,5-3 16,1-6-16,6-7 15,5-5 1,6-9-16,0-5 16,-3-3-16,-7 3 15,-7 3-15,-4 3 16,-3 4-16,-2 1 16,-3 8-16,2-9 15,-2 9-15,0 0 16,0 0-16,-2 8 15,-4 15 1,5 12-16,8 2 16,10 3-1,2-10 1,7-8-16,6-7 16,-4-15-16,1-2 15,-4-9-15</inkml:trace>
  <inkml:trace contextRef="#ctx0" brushRef="#br0" timeOffset="119300.04">9782 4546 0,'0'0'0,"4"3"0,-4-3 0,0 0 0,31 17 15,0 0-15,-2 1 16,0-2 0,-4-1-16,2 2 15,-8-3-15</inkml:trace>
  <inkml:trace contextRef="#ctx0" brushRef="#br0" timeOffset="119515.84">9932 4480 0,'0'0'0,"0"0"0,0 0 0,0 0 0,-1 3 16,0 4-16,-3 14 15,-4 19-15,-3 10 16,1-2-1,3-14-15,0-2 0,2-7 16,1-8 0,1-2-16</inkml:trace>
  <inkml:trace contextRef="#ctx0" brushRef="#br0" timeOffset="119982.76">10192 4494 0,'0'0'0,"0"0"0,0 0 15,1 1-15,3 6 16,4 9-16,2 15 16,0 17-16,-1-1 15,-4-10-15,-4-10 31,-1-14-31,-2-6 16,2-7 0,0 0-16,0 0 15,1-8-15,3-11 16,6-8-16,8-1 16,2 4-16,-1 7 15,1 8-15,-2 4 16,-1 3-1,0 6-15,-1 8 0,0 6 16,-10 6 0,-9 3-16,-10 3 15,-5-2-15,-8-3 16,1-7-16,-4-5 16,-3-4-16,5-3 15,4-2-15,5-2 16,9-2-16,9 0 15</inkml:trace>
  <inkml:trace contextRef="#ctx0" brushRef="#br0" timeOffset="120216.02">10478 4550 0,'0'0'0,"0"0"0,2 1 0,-2-1 0,24 15 16,5 4 0,7 7-16,-6-2 15,-3 0-15,2-2 16,-2 0 0,5 2-1,-3-5-15,-15-11 16,-14-8-16</inkml:trace>
  <inkml:trace contextRef="#ctx0" brushRef="#br0" timeOffset="120432.37">10764 4517 0,'0'0'0,"0"0"0,0 0 16,-6 7-16,-7 8 15,-13 12-15,-4 8 16,-3 10 0,2 0-16,5-7 31,11-7-31,7-11 16</inkml:trace>
  <inkml:trace contextRef="#ctx0" brushRef="#br0" timeOffset="120732.69">11130 4524 0,'0'0'0,"0"0"0,0 0 15,0 0-15,0 0 16,-5 3-16,-6 1 15,-12 6-15,-5 6 16,1 3 0,1 3-16,6 0 15,4 2-15,7 1 16,7-3-16,9-3 16,9-3-16,7-6 15,20-6-15,9-4 16,4-8-16,2-4 15</inkml:trace>
  <inkml:trace contextRef="#ctx0" brushRef="#br0" timeOffset="121949.88">14405 8013 0,'0'0'0,"0"0"0,0 0 16,-1 2-16,1-2 15,0 0 1,0 0-16,0 0 16,0 0-16,-5 6 15,5-6-15,0 0 16,0 0-16,0 0 15,0 0-15,0 0 16,0 0-16,-6 7 16,6-7-16,0 0 15,0 0 1,0 0-16,0 0 16,0 0-16,0 0 15</inkml:trace>
  <inkml:trace contextRef="#ctx0" brushRef="#br0" timeOffset="123716.35">11279 4544 0,'0'0'0,"0"0"0,0 0 16,3-1-1,-3 1-15,26-3 16,1 5-16,6 4 15,-1 3-15,4 7 16,2 5-16,0 2 16,-2 0-16,-4-1 15,-8-5-15,-5-3 16,-5-4 0,-1-2-16,0 0 15</inkml:trace>
  <inkml:trace contextRef="#ctx0" brushRef="#br0" timeOffset="123916.23">11548 4524 0,'0'0'0,"0"0"0,-1 0 15,-5 9-15,-10 15 16,-10 14-16,2 1 16,0 0-16,7-4 15,6-3-15,1-3 16</inkml:trace>
  <inkml:trace contextRef="#ctx0" brushRef="#br0" timeOffset="124465.23">11888 4647 0,'-2'-3'0,"2"3"0,-1-13 16,-3 0-16,-2 1 16,-4 2-16,-1 2 15,-3 3-15,-3 7 16,0 6-16,1 5 16,0 6-1,1 3-15,5-1 16,2-4-16,6 0 15,2-5-15,3-1 16,4-1-16,4-5 16,8-3-16,6-11 15,5-11-15,4-10 16,-1-9-16,-5-1 16,-8 0-1,-1-9 1,-9 9-1,-3 9-15,-4 11 16,-2 10-16,0 3 16,-1 7-16,0 0 15,0 0-15,-23 34 16,-6 35-16,8 1 16,13 4-16,20-11 15,12-11 1,7-20-16</inkml:trace>
  <inkml:trace contextRef="#ctx0" brushRef="#br0" timeOffset="126349.11">12962 7507 0,'0'0'0,"2"-1"0,-2 1 15,26-10-15,16-2 16,14 1-1,2 6-15,4 1 16,-4 0-16,-8 2 16,-7 2-16,-8 2 15,-8 4-15,-3 5 16,-2 7-16,-7 4 16,-4 11-16,-3 4 15,-2 17 1,-4 7-16,-4-1 15,-1 5-15,-1-16 16,-1 11-16,-1 25 31,6 0-31,9-13 16,1-27-16,-7-27 16,0-3-16,-1-3 15,-6-2-15,-11 3 16,-7-2-1,-10-5-15,-5 2 16,-9-5-16,-10-4 16,5 0-16,8-3 15,13-2-15,2-2 16,-4-1-16,2-8 16,7-6-16,7-12 15,8-15-15,2-9 16,7-19-16,9-7 15,0-2 1,3 0-16,-4 9 16,-1 11-16,0 7 31,-4 17-31,-3 15 16,-2 9-16,1 9 15,-1 3-15,1 7 16,-2-11-1</inkml:trace>
  <inkml:trace contextRef="#ctx0" brushRef="#br0" timeOffset="127165.89">9429 4998 0,'0'0'0,"0"0"16,0 0-16,0 0 16,0 0-16,0 0 15,10 3-15,12 6 16,18 7-16,10 1 15,14-2 1,17-10-16,8-4 16,13-4-16,-2-2 15,7-1-15,7-1 16,-2 0-16,14 0 16,-7 1-16,6-1 15,5 1-15,-11 0 16,-2 0-16,-8 2 15,-6-1 1,-5 2-16,-5 1 16,-10 2-16,-10 0 15,-3 0-15,-5 0 16,-10 0 0,-13 0-16,-15 0 0,-6 0 15,-7 0-15,-1 0 16,-3 0-16,-10 0 15,12 0 1,-12 0-16,0 0 16,0 0-16,0 0 15,0 0-15,0 0 16,0 0-16</inkml:trace>
  <inkml:trace contextRef="#ctx0" brushRef="#br0" timeOffset="128448.85">12219 6872 0,'0'0'0,"-1"-3"0,1 3 16,0 0-16,0 0 16,0 0-16,-5 9 15,3 9-15,0-1 16,-1 2-16,1 9 15,0-8-15,1 0 16,3 3-16,4-2 16,9 2-1,8-2-15,10-12 16,18-6-16,11 2 16</inkml:trace>
  <inkml:trace contextRef="#ctx0" brushRef="#br0" timeOffset="128599.92">12586 7000 0,'0'0'0,"0"2"0,0-2 16,0 0-16,0 12 16,2 5-16,0 11 15,3 4-15,2-2 16,-1-2-16,0-2 15</inkml:trace>
  <inkml:trace contextRef="#ctx0" brushRef="#br0" timeOffset="129232.77">12167 4629 0,'-1'1'0,"1"-1"0,0 0 0,0 0 16,0 0-1,4 11-15,3 2 16,8 5-16,7 1 16,2-3-16,2-2 15,0-7-15,0 2 16</inkml:trace>
  <inkml:trace contextRef="#ctx0" brushRef="#br0" timeOffset="129382.54">12387 4676 0,'0'-2'0,"0"2"15,0 0-15,0 0 16,-9 7-16,-9 15 15,-3 12-15,-1-2 16,-2 8 0,3-6-16</inkml:trace>
  <inkml:trace contextRef="#ctx0" brushRef="#br0" timeOffset="129849.68">12673 4809 0,'0'0'0,"0"-3"0,0-4 16,0-5-16,1 5 16,-1 7-16,21-11 15,4-2-15,7-1 16,2-2-16,1 0 15,-4 0-15,-5-14 16,-9 12-16,-8 3 16,-4 6-1,-5 9-15,-7-10 16,-10 3-16,-11-5 16,-1 12-16,-1 16 15,3 4-15,3 8 16,9-11-16,1 9 15,10 17-15,6-8 16,9-2-16,4-8 16,18-1-1,13-3 1,2 2 0,-3-16-16,-20-3 15,-2-3-15,1-2 16,-1-6-16</inkml:trace>
  <inkml:trace contextRef="#ctx0" brushRef="#br0" timeOffset="132198.78">9334 5006 0,'0'0'0,"0"0"0,0 0 16,0 0-16,0 0 15,4 1-15,7 1 16,11-1-16,8-1 16,3 0-16,2 0 15,0 0-15,0 0 16,2 0 0,1 0-16,-1 0 15,0 0-15,-1 0 16,3 1-16,1 1 15,-1 0-15,-2 2 16,3-2-16,1 1 16,0 0-16,-1-1 15,-5 1-15,4-1 16,0 0 0,-2 0-16,-2-1 15,-1-1-15,-1-1 16,4-1-16,0 2 15,-1-1-15,0 0 16,-3 0-16,3-1 16,1 0-16,-2 1 15,-1-1-15,-4 0 16,1 1-16,1-1 16,1 1-1,-2-1-15,1 0 16,-4 0-16,-1 1 15,1-1-15,3 1 16,0 1-16,-1 3 16,0-2-16,0 3 15,5-1-15,2 0 16,0 1-16,-4-2 16,-4 1-1,0-2-15,1 1 16,4-1-16,-1 1 15,0 0-15,-2 0 16,0-2-16,3 2 16,3 0-16,-1-2 15,1 1-15,-2 0 16,2 0-16,2-1 16,-1 1-1,-3 0-15,-1 0 16,-4 0-16,2 0 15,-1-1-15,-3 1 16,-4 0-16,-4 0 16,-3-1-16,-2 2 15,-1-2-15,-3 1 16,1 0 0,-2-1-16,1 1 15,0 0-15,1 0 16,1 0-16,0 0 15,1 0-15,0-1 16,-1-1-16,1 0 16,0-1-16,1 0 15,-2 1-15,-2 0 16,-11 1-16,15-2 16,-15 2-1,0 0-15,0 0 16,10 0-16,-10 0 15,0 0-15,0 0 16,0 0-16,0 0 16,0 0-16,0 0 15,0 0-15,0 0 16,0 0-16,0 0 16,10 4-1,-10-4-15,0 0 16,0 0-16,0 0 15,0 0-15,0 0 16,0 0-16,6 8 16,-6-8-16,0 0 15,0 0-15,0 0 16,0 0-16,0 0 16,2 6-16,-2-6 15,0 0 1,0 0-16,0 0 15,0 0-15,0 0 16,0 0-16,0 6 16,0-6-16,0 0 15,0 0-15,0 0 16,0 0-16,0 0 16,0 0-1</inkml:trace>
  <inkml:trace contextRef="#ctx0" brushRef="#br0" timeOffset="136815.79">9383 4271 0,'0'0'0,"0"0"0,0 0 16,0 0-16,3 0 16,12 0-16,42-1 15,58-6-15,28-6 16,18-3-16,14-4 15,-1 0-15,-2 2 16,-5 0 0,-1 3-16,-6 2 15,-7 6-15,-15 3 16,-7 4-16,-13 4 16,-6 1-16,-12 3 15,-3 1-15,-11 1 16,-10 0-16,-10 0 15,-17-3-15,-13-1 16,-10 0 0,-8-1-16,-8 0 15,-10-5-15,11 10 16,-8-2-16,1 8 16,-1 7-16,-1 6 15,-2 8-15,-2 5 16,-2 7-16,-1 3 15,1 7-15,0 0 16,6 5-16,13 7 16,2-6-1,15 24 1,3-6 0,-8-20-16,-6-12 15,-9-24-15,-5-7 16,-4 0-16,-9 0 15,-13 4-15,-16-2 16,-20 1-16,-26-4 16,-22-4-1,-8-5-15,-7-8 16,2-4-16,-13 0 16,0-2-16,-4 1 15,-5 1-15,7 1 16,-9-2-16,7-1 15,-1 2-15,3-1 16,6 1-16,6 1 16,4-3-1,8-4-15,12-5 16,7-5-16,12 1 16,8-1-16,5-1 15,6 1-15,5-3 16,1 0-16,6-1 15,3-1-15,4 3 16,2 0-16,1-1 16,5-5-16,4-3 15,5-5 1,3-8-16,8-12 16,10-12-16,6-3 15,8-1-15,1 7 16,3 2-16,-1 4 15,-1 8-15,-3 6 16,1 4-16,-3 6 16,-1 3-1,-3 6-15,-2 8 0,-1 4 16,-1 4 0,-2 2-16,-1 6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40:31.8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10531 4334 0,'0'0'0,"0"0"0,0 0 15,0 0-15,3-3 16,-3 3-16,20-10 15,4 1-15,4 0 16,3 1-16,1 3 16,-1 0-16,-4 3 15,-3 0-15,-1 1 16,-3 1-16,-4 1 16,-3 1-1,-2 1-15,-11-3 16,19 9-16,-11-1 15,-1 4-15,-1 4 16,-2 2-16,-1 0 16,-3 5-16,0 5 15,-3-2-15,0 5 16,-2-2-16,-1 2 16,-2 0-16,3-3 15,-1 0-15,0 0 16,1 0-1,0 0-15,0 1 16,1 2-16,1-1 16,2 1-16,0-2 15,0-2-15,1 1 16,0 1-16,0 2 16,1 1-16,0-5 15,0-3 1,-1-4-16,1 0 15,-1-2-15,1 0 16,-1-3-16,-1-1 16,1-1-16,-1-2 15,-2 1-15,1-1 16,0-2-16,0 0 16,0-2-16,-1 0 15,-2 0-15,0 1 16,-2-1-1,-3 0-15,0 0 16,-2 1-16,-1-1 16,-4 1-16,1-2 15,-3 1-15,-1 0 16,-3 0-16,3 0 16,0 1-16,0-1 15,-1 0 1,-1 1-16,-1 0 15,-3 1-15,-4 1 16,-2-1-16,-3 2 16,0 0-16,2-1 15,0-1-15,1 0 16,3 0-16,2-2 16,5 0-1,4-3-15,2-1 16,2 1-16,2-2 15,2 0-15,10-2 16,-16 4-16,16-4 16,-11 1-16,11-1 15,0 0-15,0 0 16,-10 1-16,10-1 16,0 0-16,0 0 15,0 0 1,0 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41:21.52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1197 1494 0,'0'0'0,"0"0"0,0 0 0,12-6 15,17-5-15,18-6 16,3 0-16,2 1 16,3 0-16,-4 4 15,-3 2 1,-3 2-16,-4 2 16,-5 0-16,-4 2 15,-6 0-15,-5 4 16</inkml:trace>
  <inkml:trace contextRef="#ctx0" brushRef="#br0" timeOffset="316.7">1513 1460 0,'0'0'0,"0"0"16,0 0-16,0 0 16,0 0-16,0 0 15,-1 4 1,1 6-16,0 10 0,-1 6 16,0 8-1,0 3-15,1 3 16,-1 1-16,0-5 15,0-4-15,-2-5 16,-2-2-16,-1-4 16,-1-1-16,0-1 15,-5 2 1,1-5-16</inkml:trace>
  <inkml:trace contextRef="#ctx0" brushRef="#br0" timeOffset="601.29">1253 1889 0,'0'0'0,"0"0"0,0 0 0,0 0 0,0 0 16,0 0 0,0 0-16,3-1 15,8-2-15,14 0 16,7-1-16,5 0 15,4 0-15,-3 1 16,-2 0-16,-7 1 16,-5 1-16,-1-2 15,-2 2 1,3-1-16,1 1 16</inkml:trace>
  <inkml:trace contextRef="#ctx0" brushRef="#br0" timeOffset="1033.53">1917 1582 0,'0'0'0,"0"0"16,0 0 0,0 0-16,0 0 15,0 0-15,4 0 16,9 0-16,12 0 15,7 0-15,1-1 16,4 0-16,0-1 16,2-1-16,-1-1 15,-5 1-15,-4 0 16,-5 0 0,-1 0-16,-2 2 15,-2 0-15,-3 0 16,-2 1-16,-3 0 15,-11 0-15,18 0 16,-7 0-16</inkml:trace>
  <inkml:trace contextRef="#ctx0" brushRef="#br0" timeOffset="1466.94">2355 1389 0,'0'0'0,"0"0"0,0 0 0,0 0 0,0 0 16,0 0-16,0 0 15,0 0-15,0 0 16,0 0 0,0 0-16,0 0 15,7 1-15,5 0 16,8 3-16,6 2 15,0 1-15,0 3 16,-2 4-16,-5-1 16,-4 0-16,-2 3 15,-5 2-15,-6 2 16,-8 3-16,-6-1 16,-10 6-1,-7 3-15,-5-4 16,-4-1-16,3-7 15,6-3-15,5-3 16,7-5-16,4-2 16,13-6-16,-14 6 15,14-6-15,0 0 16</inkml:trace>
  <inkml:trace contextRef="#ctx0" brushRef="#br0" timeOffset="1866.58">3035 1311 0,'0'0'0,"0"0"0,0 0 0,0 0 0,0 0 15,0 0 1,0 3-16,1 8 15,2 15-15,2 9 16,0 8-16,-2 5 16,-8 3-16,-6 11 15,-3 8 17,-1-9-32,3-20 15,3-16-15,4-15 16,5-10-16</inkml:trace>
  <inkml:trace contextRef="#ctx0" brushRef="#br0" timeOffset="2150.1">3068 1502 0,'0'0'0,"0"0"16,0 0-16,0 0 15,5 0-15,5 0 16,13 0-16,10 0 16,4 0-16,0 1 15,-2-1-15,-1 0 16,-5-1-16,-2-4 16,0-2-16,-4-3 15,-3 0 1,-8 2-16,-2 1 15</inkml:trace>
  <inkml:trace contextRef="#ctx0" brushRef="#br0" timeOffset="2416.66">3439 1260 0,'0'0'0,"0"0"0,0 0 16,0 0-16,0 0 16,0 0-16,-1 6 15,0 9-15,-1 13 16,0 6-16,0 5 16,1 6-16,-1-1 15,1-2 1,-2 6-16,-4 9 15,-2-1-15,1-8 16,3-9-16,-1-10 16,4-1-16</inkml:trace>
  <inkml:trace contextRef="#ctx0" brushRef="#br0" timeOffset="2933.3">3754 1655 0,'0'0'0,"0"0"0,0 0 15,0 0-15,0 0 16,0 0-1,12 1-15,13 0 16,16 2-16,9 0 16,3-2-16,7-7 15,1-3-15,-9 0 16,3-1-16,-12 3 16,0 0-16,-6 0 15,-7 3 1,-7-1-16,-6 3 15,-4 0-15,-3 2 16,-10 0-16,12 0 16</inkml:trace>
  <inkml:trace contextRef="#ctx0" brushRef="#br0" timeOffset="3334">4220 1486 0,'0'0'0,"0"0"15,0 0-15,0 0 16,0 0-16,0 0 16,0 0-16,0-2 15,0 2 1,0 0-16,0 0 15,17-4-15,6 12 16,6 4-16,-1 4 16,-6 0-16,-6-2 15,-5 0-15,-1 1 16,-3 8-16,-6 12 16,-1 4-16,-9 3 15,-11-6-15,-10-2 16,-6 5-1,-1-4-15,7-5 16,5-5-16,5-6 16,4-6-16,5-6 15,11-7-15,-11 8 16,11-8-16</inkml:trace>
  <inkml:trace contextRef="#ctx0" brushRef="#br0" timeOffset="3967.15">4823 1554 0,'0'0'0,"-1"2"15,1-2-15,0 0 16,-2 6-16,-2 1 16,-2 8-16,-7 14 15,-4 13-15,4 7 16,2 0-1,7 0 1,16 10 0,3-7-16,6-13 15,-3-17-15,2-15 16,4-9-16,8-8 16,9-7-16,-6 2 15,0-4-15,-5 0 16,-8-1-1,-3-2-15,-5-2 16,-6-5-16,-6-1 16,-5 0-16,-5-3 15,-2 3-15,-2 3 16,-2 3-16,-2 4 16,-2 2-16,-2 3 15,1 4-15,-2 2 16,-3 3-1,-3 4-15,-3 4 16,1 1-16,3 4 16,4 0-16,6 1 15,5-1-15,11-7 16,-5 7-16</inkml:trace>
  <inkml:trace contextRef="#ctx0" brushRef="#br0" timeOffset="4283.96">5393 1265 0,'0'0'0,"0"0"0,0 0 0,0 1 0,0-1 15,-2 21-15,-1 5 16,-1 10-1,-4 9-15,-1 6 16,-2 0-16,-1 0 16,0 0-16,0-1 15,1-2-15,-1-2 16,2-3-16,-2 8 16,-4 7-16,-6 10 15,0-2-15,3-5 16,4-11-1,2-5-15,7-4 32</inkml:trace>
  <inkml:trace contextRef="#ctx0" brushRef="#br0" timeOffset="4901.34">5635 1618 0,'0'0'0,"0"0"0,0 0 0,0 0 0,0 0 16,0 0-16,1 2 15,-1 7-15,0 17 16,-10 27-1,-11 13-15,1 0 0,-4-6 16,-6 7 15,5-15-31,4-11 16,9-19-16,9-15 16,3-7-16,0 0 15,-1-6-15,3-30 16,5-24-16,2 0 15,1 6 1,1 5-16,-1-2 16,1 5-16,3-7 15,0 3-15,1 8 16,3-1-16,-2 11 16,4 6-16,2 3 15,1 2-15,6 2 16,3 4-1,-1 4-15,-2 7 16,-8 8-16,-6 3 16,-2 7-16,-2 3 15,-8 8-15,-10 4 16,-14 1-16,-9 0 16,-6-6-16,-5 4 15,-4-2-15,-2-8 16,1-1-16,3-3 15,9-4-15,5-1 16,7-3-16</inkml:trace>
  <inkml:trace contextRef="#ctx0" brushRef="#br0" timeOffset="7183.92">946 2577 0,'0'0'0,"-1"-3"0,1 3 16,0 0-16,-5-7 15,5 7-15,0 0 16,-2-7 0,7-1-16,2-10 15,10-6-15,6 0 16,4 2-16,0 3 16,-2 7-16,-4 4 15,-5 5-15,-3 2 16,-2 3-16,-2 6 15,0 11-15,-4 15 16,-4 11 0,-6 4-16,-6-4 15,-2-1-15,-2-3 16,0-4-16,2-8 16,5-9-16,1-7 15,3-6-15,4-7 16,0 0-16,0 0 15,4-27-15,11-16 16,7-7-16,4-1 16,-2 4-16,-1 2 15,-4 7 1,-4 8-16,-4 6 16,-3 8-16,-2 4 15,-1 5-15,-5 7 16,0 0-16,5-6 15,-5 6-15,0 0 16,0 0 0,-3 24-16,-4 13 0,-5 14 15,0-2 1,0 1-16,-1 7 16,8-5-16,18 6 31,1-16-31,9-7 15,1-11-15,-7-9 16,1-3-16,2-7 16,12-3-16,0-4 15</inkml:trace>
  <inkml:trace contextRef="#ctx0" brushRef="#br0" timeOffset="7600.07">1591 2594 0,'0'0'0,"0"0"0,0 0 0,0 0 0,4 0 16,-4 0-16,26 0 15,-3 0-15,1 0 16,2-5-16,2-2 16,-2-1-16,-2-1 15,-7 2 1,-1 2-16,-5 1 16,-1 0-16,-10 4 15,12-1-15</inkml:trace>
  <inkml:trace contextRef="#ctx0" brushRef="#br0" timeOffset="7883.08">1614 2756 0,'0'0'0,"0"0"0,0 0 0,0 0 0,0 0 16,0 0-16,0 0 15,2 1-15,-2-1 16,14 6-16,3-5 16,6-9-16,6-4 15,3-4 1,1-2-16,-2 0 16,-3 2-16,-5 3 15,-6 3-15,-5 2 16,-1 1-16</inkml:trace>
  <inkml:trace contextRef="#ctx0" brushRef="#br0" timeOffset="8150.06">2345 2217 0,'0'0'0,"0"0"0,0 0 0,0 0 0,0 0 0,0 4 16,-1 7 0,-1 16-16,0 18 15,-5 19-15,-8 15 16,-6 4-16,0 4 15,1-12-15</inkml:trace>
  <inkml:trace contextRef="#ctx0" brushRef="#br0" timeOffset="13667.77">3141 2400 0,'0'0'0,"0"0"0,0 0 0,-3-5 16,3 5-16,-8-8 15,8 8-15,0 0 16,-10-8 0,10 8-16,0 0 15,0 0-15,0 0 16,0 0-16,-9 5 16,6 3-16,-2 4 15,1 2-15,0 2 16,2 2-16,1 3 15,1 4-15,1 1 16,-1 0 0,2-8-16,3-8 31,7-4-31,4-9 16,2-5-16,-4-6 15,1-3-15,-3-3 16,-2 2-16,-1-1 15,-4 5-15,-2 5 16,-1 2 0,-2 7-16,1-9 15,-1 9-15,0 0 16,0 0-16,0 0 16,0 0-16,0 0 15,0 0-15,7 10 16,-4-1-16,3 2 15,-1-4-15,2 0 16,-7-7-16,13 0 16,-1-4-1,1-3-15,3-4 16,-1-6-16,0-1 16,-5 1-16,-4 1 15,0 1-15,-4 0 16,-1 3-16,-1 1 15,0 3-15,0 8 16,-2-10 0,2 10-16,-1-7 15</inkml:trace>
  <inkml:trace contextRef="#ctx0" brushRef="#br0" timeOffset="14000.11">3468 2388 0,'0'0'0,"0"0"0,0 0 0,0 0 0,0 0 16,0 2-16,1 6 15,0 5-15,1 7 16,-1 5-16,1 10 15,-3 6-15,-5 2 16,0-8-16,-3 5 16,-2 6-1,-1-1-15,0-2 16,2-11-16,0-6 16,0-6-16,1-5 15,3-6-15,6-9 16,-3 7-16</inkml:trace>
  <inkml:trace contextRef="#ctx0" brushRef="#br0" timeOffset="14500.07">3641 2616 0,'0'0'0,"0"0"15,0 0-15,0 0 16,0 0-16,0 0 15,0 0-15,4-2 16,6 0-16,9-1 16,5-1-1,1 1-15,-5-1 16,-4 2-16,-2 0 16,0 2-16,-2 0 15,-1 0-15,0 1 16,-11-1-16</inkml:trace>
  <inkml:trace contextRef="#ctx0" brushRef="#br0" timeOffset="14733.04">3681 2786 0,'0'0'0,"0"0"15,0 0-15,0 0 16,0 0-16,-3 0 15,3 0-15,0 0 16,0 0-16,0 0 16,8-7-16,7-8 15,6-4 1,0 1-16,-1 4 16,-4 4-16,0 7 15,0 1-15,2 4 16</inkml:trace>
  <inkml:trace contextRef="#ctx0" brushRef="#br0" timeOffset="15150.84">3993 2688 0,'0'0'0,"0"2"0,0-2 0,0 0 0,0 0 16,-6 13-16,-2 6 16,2 6-16,1 6 15,0-4-15,2 1 16,1-4 0,2-5-16,3-2 15,-1-6-15,2-2 16,-4-9-16,9 5 15,1-13-15,5-9 16,3-11-16,-4 2 16,-3 4-16,-8-3 31,-5-1-15,-3 2-16,-2 4 15,4 8-15,0 5 16,3 7-16,-5-9 15,5 9-15,0 0 16</inkml:trace>
  <inkml:trace contextRef="#ctx0" brushRef="#br0" timeOffset="15317.84">4184 2757 0,'0'0'0,"0"0"16,0 0-16,1 2 16,-1-2-16,5 6 15,-5-6-15</inkml:trace>
  <inkml:trace contextRef="#ctx0" brushRef="#br0" timeOffset="15716.8">4499 2578 0,'0'0'0,"0"0"15,0 0-15,0 0 16,-2 2-16,2-2 15,0 0-15,-9 10 16,2-2-16,0 1 16,-1 3-16,-4 7 15,2 11-15,1 8 16,10 19 15,3-3-31,4-6 16,0-13-16,-4-17 15,-1 2-15,-7 8 16,-15 7-16,-2-3 16,-6-10-16,9-8 15,5-6-15,13-8 16,-16 4 0,16-4-16</inkml:trace>
  <inkml:trace contextRef="#ctx0" brushRef="#br0" timeOffset="15899.9">4505 2668 0,'0'0'0,"0"0"0,0 0 16,4 0 0,8 0-16,5 0 15,7-4-15,9-5 16,1 1-16,-1-1 15,-6 3-15,-10 2 16,-2-1-16</inkml:trace>
  <inkml:trace contextRef="#ctx0" brushRef="#br0" timeOffset="18783.18">5280 2687 0,'0'0'0,"0"2"16,0-2-16,0 0 16,-2 8-16,1 2 15,0 7-15,0 7 16,-2 5-1,1 1-15,0 3 16,0 5-16,4-3 16,5-4-1,0-10 1,2-9-16,-9-12 16,15 0-16,-3-12 15,0-5-15,-1-3 16,-2 3-1,-3 2-15,-1 4 16,-4 3-16,0 0 16,-1 8-16,2-8 15,-2 8-15,0 0 16,0 0-16,1 6 16,0 10-16,3 11 15,4-6-15,6 1 16,-1-8-1,1-9-15,6-3 16,6-12-16,2-4 16,-4-5-16,-3-9 15,-1 1-15,-3-2 16,-4 2-16,-5 4 16,-4 6 15,-2 5-31,-2 0 0,0 5 15,0 7 1,0 0-16,0 0 16</inkml:trace>
  <inkml:trace contextRef="#ctx0" brushRef="#br0" timeOffset="19284.57">5677 2927 0,'0'0'0,"0"0"16,3 0-16,-3 0 16,25 5-16,-3-2 15,1 0-15,2 0 16,3 0-16,0-1 16,-1 1-16,-1 0 15,-7 4 1,-2 3-16,-4 3 15,-4 4-15,-4 5 16,-10 12-16,-5 1 16,-6 6-16,-7 0 15,0-5-15,-2-2 16,2-9-16,6-4 16,4-6-16,5-7 15,8-8-15,0 0 16,-6 7-1,6-7-15,0 0 16,20 1-16,4-6 16,0-2-16,4-4 15,1-1-15,-2-1 16,6-2-16,-2 0 16,4 1-16,-3 1 15,-8 4-15,-6 2 16,-3 1-1,4-2-15,8-2 16,5-3-16</inkml:trace>
  <inkml:trace contextRef="#ctx0" brushRef="#br0" timeOffset="19567.06">6316 2884 0,'0'0'0,"0"0"0,0 0 16,0-2-16,0 2 16,13-7-16,15-3 15,6 2-15,-1 3 16,-6 2-16,-2 0 15,0 2 1,2 1-16,-3 1 16,-5 1-16,-7 1 15,-12-3-15,6 11 16</inkml:trace>
  <inkml:trace contextRef="#ctx0" brushRef="#br0" timeOffset="19767.07">6332 3114 0,'0'0'0,"0"0"0,1-3 15,10-1-15,20-7 16,8-2-16,2 0 16,4-2-16,-4 3 15,-1-1-15,-4 2 16,-5 0-1,-2-4-15</inkml:trace>
  <inkml:trace contextRef="#ctx0" brushRef="#br0" timeOffset="20183.18">6903 2763 0,'0'0'0,"0"0"0,0 0 16,0 0-16,-1 1 15,1-1 1,-15 19-16,1-1 16,-3 3-16,0 1 15,-4 6-15,2 4 16,5-1-16,3-2 16,5-9-16,2-3 15,4-1 1,4-2-1,7-1 1,7-5-16,1-4 16,-2-5-16,1-7 15,0-5-15,-1-6 16,-4-4-16,-7 0 16,-3 1-16,-5 4 15,0 5-15,0 1 16,-4 3-16,2 0 15,4 9-15,-13-10 16,13 10 0,-14-7-16,14 7 15,-15 0-15</inkml:trace>
  <inkml:trace contextRef="#ctx0" brushRef="#br0" timeOffset="20350.04">7073 2847 0,'0'0'0,"0"0"16,3 0-16</inkml:trace>
  <inkml:trace contextRef="#ctx0" brushRef="#br0" timeOffset="20832.84">7362 2580 0,'0'0'0,"0"0"0,0 0 0,0 2 15,-1 5-15,0 10 16,-2 12 0,0 4-16,0 5 15,0-7-15,2-1 16,3-1-16,9-9 31,5-7-31,7-9 16,9-10-16,-1-5 15,0-8 1,-4 0-16,-3-3 16,-4-1-16,-4 0 15,-5 4-15,-3 2 16,-2 2-16,-4 5 16,1 1-16,-3 9 15,0-9-15,0 9 16,0 0-16,0-6 15,0 6-15,0 0 16,-16 9-16,-8 16 16,-4 13-1,8 7-15,9 4 16</inkml:trace>
  <inkml:trace contextRef="#ctx0" brushRef="#br0" timeOffset="21950.04">7606 2659 0,'0'0'0,"0"0"0,0 0 15,-4 0-15,4 0 16,0 0-16,0 0 15,0 0-15,-11 3 16,11-3-16,0 0 16,0 0-1,-6 7-15,6-7 16,-2 8-16,1 1 16,0 8-16,-1 8 15,-1 6-15,-1 7 16,2 1-16,1 0 15,1 2-15,0-3 16,0 0-16,0 0 16,0-2-1,0-1-15,0-1 16,0-6-16,0-4 16,0-5-16,0-5 15,0-3-15,0-2 16,0-3-16,0-6 15,0 9-15,0-9 16,0 0-16,0 0 16,0 0-16,5 7 15</inkml:trace>
  <inkml:trace contextRef="#ctx0" brushRef="#br0" timeOffset="26451.09">9325 2510 0,'0'0'0,"0"0"15,0 0 1,0 1-16,0-1 15,0 0-15,0 0 16,-5 15-16,1 1 16,2 4-16,1 6 15,3-1-15,2 3 16,3-4-16,2-3 16,4-4-16,4-5 15,3-5 1,6-9-16,4-8 15,0-2-15,-3-6 16,-5 3-16,-5-2 16,-2 2-16,-4 1 15,-2 2-15,-3 2 16,-2 3-16,-4 7 16,3-8-16,-3 8 15,0 0-15,0 0 16,0 0-1,0 0-15,0 0 16,8 34-16,-3 9 16,-3 8-16,-4 28 31,0 4-31,1-2 16,-2-11-16,-1-30 15,-6-6-15,0-8 16,-3-2-1,-5 1-15,-3-1 16,-5-4-16,0-9 16,2-6-16,1-3 15,1-5-15,3-10 16,5-10-16,2-2 16,8-5-16,7-1 15,10-7 1,8-3-16,11-6 15,6 3-15,-3 8 16,5 1-16,1 9 16,0 5-16,-1 0 15,-5 3-15,-1 0 16</inkml:trace>
  <inkml:trace contextRef="#ctx0" brushRef="#br0" timeOffset="26932.71">9949 2676 0,'0'0'0,"0"0"15,5 0 1,9 0-16,19 0 15,7 0-15,7-1 16,3-1-16,2-4 16,-4-2-16,-8 2 15,-5-2-15,-3 2 16,-8 2-16,-8 0 16,-16 4-16,0 0 15,0 0-15,-25 12 16,-28 10-1,-6 7-15,3 0 16,2-2-16,8-3 16,4-1-16,9-6 15,8-4-15,10-5 16,15-8-16,-16 8 16,16-8-16,0 0 15,5 7-15,18 0 16,15-3-16,5-6 15,6-4 1,3-3-16,0-3 16,-6 1-16,-1-1 15,2-5-15</inkml:trace>
  <inkml:trace contextRef="#ctx0" brushRef="#br0" timeOffset="27218.8">10811 2423 0,'0'0'0,"0"0"0,0 0 16,1 2-16,-1-2 15,10 17-15,1 7 16,-1 11 0,-3 5-16,-4 0 15,-3 2-15,0 2 16,0-1-16,0-5 16</inkml:trace>
  <inkml:trace contextRef="#ctx0" brushRef="#br0" timeOffset="32083.89">3538 4068 0,'0'0'0,"0"0"15,0 0-15,0 0 16,-3 0-16,3 0 15,0 0-15,-15 0 16,4 0-16,-4 0 16,1-1-16,-3 0 15,-2-5-15,-2 0 16,-2 1 0,0-2-16,0 2 15,1-1-15,2 2 16,1 1-16,1 3 15,0 2-15,2 3 16,1-1-16,0 4 16,2 2-16,-1 3 15,1 3-15,3 1 16,2 2-16,4 1 16,3 1-1,3-1-15,2-2 16,2-3-16,3 0 15,2-3-15,1-3 16,3-4-16,2-7 16,2-3-16,1-7 15,-3-3-15,-3-2 16,-3-3-16,-3 2 16,-3-1-1,-4 1-15,-2 0 16,-4 1-16,0 2 15,-2 1-15,1 4 16,1 2-16,5 8 16,-10-10-16,10 10 15,0 0-15</inkml:trace>
  <inkml:trace contextRef="#ctx0" brushRef="#br0" timeOffset="32816.61">3928 3692 0,'0'0'0,"0"0"0,0 0 0,0 0 16,-3 5-16,-6 10 16,-7 15-16,-4 13 15,4 4-15,3 0 16,0 6-16,3-2 16,2 4-16,3-2 15,3 1 1,2-5-16,6 3 31,12-7-31,4-9 16,5-13-16,2-15 15,8-11-15</inkml:trace>
  <inkml:trace contextRef="#ctx0" brushRef="#br0" timeOffset="33282.98">4059 3962 0,'0'0'0,"0"0"0,0 0 0,0 0 0,-1-2 16,1 2-1,0 0-15,0 0 16,10-12-16,10 0 15,8-2-15,-1 2 16,-1 3-16,-3 2 16,-3 4-16,-1 1 15,-6 2-15,-13 0 16,16 5-16,-10 5 16,-4 9-16,-8 14 15,-5 5 1,-6 1-16,1-6 15,1-5-15,-1-3 16,3-5-16,2-4 16,3-6-16,8-10 15,-6 9-15,6-9 16,0 0-16,0 0 16,0 0-16,14 2 15,5-8 1,5-2-16,6-2 15,3-2-15,-3 0 16</inkml:trace>
  <inkml:trace contextRef="#ctx0" brushRef="#br0" timeOffset="33599.94">4394 3812 0,'0'0'0,"0"0"0,0 0 0,0 0 0,4 2 15,4 6-15,9 7 16,6 3-16,2 4 16,3 0-1,-1 2-15,-8 11 0,-7 1 16,-3-2-1,-5-3-15,-12 4 16,-4 1-16,-10 6 16,-3-5-16,2-8 15,3-7-15,7-7 16,4-6-16,9-9 16,0 0-16</inkml:trace>
  <inkml:trace contextRef="#ctx0" brushRef="#br0" timeOffset="33816.65">4773 4005 0,'0'0'0,"0"0"0,2-2 0,-2 2 16,37-12-1,1 5-15,3 0 16,0 2-16,-7 2 16,-2 1-16,-6 2 15,-5 0-15,-10 0 16</inkml:trace>
  <inkml:trace contextRef="#ctx0" brushRef="#br0" timeOffset="34016.33">4869 4170 0,'0'0'0,"0"0"16,0 0-16,0 0 15,0 2-15,0-2 16,0 0-16,12 2 16,8-1-16,14-4 15,13-7-15,3-5 16,5-6-1</inkml:trace>
  <inkml:trace contextRef="#ctx0" brushRef="#br0" timeOffset="34283.86">5801 3659 0,'0'0'0,"0"0"16,0 0-16,0 0 16,0 0-16,0 4 15,2 5-15,2 10 16,2 13-16,1 3 16,-2 3-16,-1 3 15,-3 3-15,-4 4 16,-3-7-1,-2-3-15,-1-7 16</inkml:trace>
  <inkml:trace contextRef="#ctx0" brushRef="#br0" timeOffset="34649.75">5436 4211 0,'0'0'0,"0"0"0,0 0 0,0 0 0,-5 2 16,5-2 0,0 0-16,0 0 15,0 0-15,0 0 16,0 0-16,20 8 16,22-5-16,19-2 15,11-5 1,13-5-16,0 0 15,10-3-15,-4-1 16,5 1-16,0 0 16,-5 1-16,2-2 15,-14 2-15,-2 0 16,-15 3-16,-4 1 16,-12 1-16,-8 2 15,-9 1-15,-8 1 16,-6 2-16,-15 0 15,0 0 1,-5 18-16</inkml:trace>
  <inkml:trace contextRef="#ctx0" brushRef="#br0" timeOffset="34983.21">5639 4517 0,'0'0'0,"0"0"0,0 0 0,0 0 15,0 4-15,-1 6 16,-1 15-16,-1 14 15,-1 8 1,0 2-16,1 3 16,1 0-16,1 1 15,1-4-15,0-4 16,0-5-16,0-8 16</inkml:trace>
  <inkml:trace contextRef="#ctx0" brushRef="#br0" timeOffset="35265.28">5792 4776 0,'0'0'0,"0"-2"0,0 2 16,0 0-16,0 0 15,6-6 1,7 0-16,9-1 16,5 3-16,1 3 15,4 3-15,4-2 16,1 1-16,-3-2 16,-2 0-16,-6-1 15,-3 1-15,-3 0 16,-3 1-16,-6-1 15</inkml:trace>
  <inkml:trace contextRef="#ctx0" brushRef="#br0" timeOffset="35532.74">6108 4612 0,'0'0'0,"0"0"15,0 2 1,0-2-16,0 8 16,-1 5-16,-3 19 15,-6 12-15,-2 5 16,-1-1-16,-1-5 16,2-3-16,1-1 15,0-2-15,3-9 16,2-6-16,3-11 31</inkml:trace>
  <inkml:trace contextRef="#ctx0" brushRef="#br0" timeOffset="36034.42">6314 4939 0,'0'0'0,"0"0"15,0 0-15,10-2 16,10 2-16,12-4 16,-1-3-16,-4-5 15,0-4-15,-5-3 16,-3-2-16,-4-1 15,-5 2 1,-4-1-16,-3 2 16,-3 4-16,-4 2 15,-2 2-15,-3 4 16,-6 2-16,-5 5 16,-6 8-16,-2 6 15,2 5-15,4 3 16,5 2-16,1 2 15,4 0-15,3 3 16,6 0 0,7 1-16,6 2 15,2-6-15,5-2 16,1-8-16,1-6 16,3-1-16,4-5 15,1-2-15,5-10 16,-2-2-16,1-2 15,-5 0-15,-5 1 16,3-3 0</inkml:trace>
  <inkml:trace contextRef="#ctx0" brushRef="#br0" timeOffset="36267.01">6654 4603 0,'0'0'0,"0"0"0,0 0 0,2-2 0,-2 2 15,18-9-15,1 4 16,6 0-16,3 0 15,-3 0-15</inkml:trace>
  <inkml:trace contextRef="#ctx0" brushRef="#br0" timeOffset="36884.25">6931 4401 0,'0'0'0,"0"0"0,0 0 0,0 0 15,0 0-15,1-2 16,-1 2-16,18-8 16,2-1-16,6-2 15,1 0-15,2 2 16,2 1-16,2 0 15,-3 0-15,-6 3 16,-4 0-16,-5 2 16,-4 1-1,-11 2-15,14-3 16,-14 3-16,0 0 16,13 8-16,-10 4 15,-4 11-15,-3 7 16,-5 0-16,-1-2 15,-1 0-15,-1-4 16,0 0 0,0-4-16,2-4 15,0-1-15,2-1 16,1-2-16,1-4 16,6-8-16,-6 11 15,6-11-15,0 0 16,-5 8-16,5-8 15,0 0-15,11 4 16,11 2 0,11-6-16,7-6 15,2-3-15,-3-3 16,-4-1-16,-3 1 16,-8 2-16,-3 3 15,-4 0-15</inkml:trace>
  <inkml:trace contextRef="#ctx0" brushRef="#br0" timeOffset="37333.18">6695 4138 0,'0'0'0,"0"0"15,-1-2-15,1 2 16,0 0-16,0 0 16,0 0-16,-4-6 15,4 6 1,0 0-16,12-4 16,16 0-16,10-2 15,10 0-15,8 1 16,1 1-16,5 1 15,3 0-15,-5 0 16,3 0-16,-4 1 16,-4 1-1,-4-1-15,-6 1 16,-5 0-16,-4-1 16,-3 0-16</inkml:trace>
  <inkml:trace contextRef="#ctx0" brushRef="#br0" timeOffset="39983.01">9164 3571 0,'0'0'0,"0"0"0,0 0 16,-1 3-16,0 4 16,-3 8-1,-1 12-15,-4 9 16,0 4-16,0 3 15,-1-1-15,2-2 16,-3 1-16,1-5 16,-1-6-16,1-3 15,-2-1-15,1-3 16,1-5-16,3-3 16,2-4-16,2-5 15,3-6 1,-3 7-16,3-7 15,27 8-15,6-4 16,3-8-16,5-4 16,-4-3-16,1-2 15,-4 0-15,-7 3 16,-2-2-16,-4 1 16,0-1-16</inkml:trace>
  <inkml:trace contextRef="#ctx0" brushRef="#br0" timeOffset="40250.35">9513 3858 0,'0'0'0,"0"0"15,0 0-15,0 0 16,0 0-16,7-2 15,9-3-15,12 0 16,9 1-16,0 4 16,-4 0-16,-1 0 15,0 0-15,-3 0 16,-4 0-16,-7-1 16,-4 0-16,-14 1 15,0 0 1,0 0-16</inkml:trace>
  <inkml:trace contextRef="#ctx0" brushRef="#br0" timeOffset="40451.28">9557 4022 0,'0'0'0,"-2"2"0,2-2 16,-5 7-16,5-7 16,-6 8-16,6-8 15,0 0 1,-3 9-16,3-9 15,31 9-15,3-7 16,5-4-16,-1-4 16,1-2-16,-1-2 15,-1 1-15,1-2 16,4 0-16</inkml:trace>
  <inkml:trace contextRef="#ctx0" brushRef="#br0" timeOffset="40766.93">10429 3673 0,'0'0'0,"0"0"0,-1 2 16,1-2-16,-3 13 16,-3 11-16,-4 17 15,-2 8-15,0 1 16,1-3-16,-3-1 16,2-6-16,0-4 15,4-10 1,-1-4-1,0-2 1</inkml:trace>
  <inkml:trace contextRef="#ctx0" brushRef="#br0" timeOffset="41083.33">9928 4298 0,'0'0'0,"6"0"0,-6 0 15,35 0-15,5 0 16,7 0-16,7 0 16,2 0-16,6 0 15,-2 0 1,0 0-16,-6 0 15,-3 0-15,-2-2 16,-5 0-16,-6 1 16,-8 1-16,-10 0 15,-8 0-15,-12 0 16,0 0-16</inkml:trace>
  <inkml:trace contextRef="#ctx0" brushRef="#br0" timeOffset="41516.3">10128 4507 0,'0'0'0,"0"0"16,0 0-16,0 0 16,9-3-16,4 0 15,5 1-15,-1 2 16,-1 3-1,0 5-15,-2 2 16,-3 5-16,-6 5 16,-6 6-16,-7 6 15,-12 4-15,-5-1 16,-5 1-16,0-4 16,4-2-1,3-6-15,8-5 16,5-4-16,4-5 0,6-1 15,5 0 1,6-1-16,13-5 16,18-5-16,10-6 15,6-7-15,-2-1 16,-1-4-16,-4-1 16,-5 2-16,0 0 15,-3 0 1,2 2-16,-1-5 15,-1-7-15,-2-9 16</inkml:trace>
  <inkml:trace contextRef="#ctx0" brushRef="#br0" timeOffset="41967.42">11315 3519 0,'0'0'0,"0"0"0,0 0 0,-2 3 0,-3 4 15,-6 10-15,-5 19 16,-1 11-16,1 5 16,0 6-16,2 1 15,1 1-15,2 5 16,1-1-16,1 0 15,1 1 1,2-6-16,4-5 16,3-5-16,2-10 15,14 5 1,8-9 0,16-12-16,0-15 15</inkml:trace>
  <inkml:trace contextRef="#ctx0" brushRef="#br0" timeOffset="42634.58">11629 3827 0,'0'0'0,"0"0"0,0 0 16,0 0-16,-2 5 15,-1 9-15,0 10 16,2 2-16,3 1 16,2-3-16,9-4 15,1-5-15,6-4 16,3-7-1,1-3-15,-1-5 16,-3-6-16,-2-2 16,-5-2-16,-2 2 15,-2 2-15,-3 3 16,-6 7-16,8-8 16,-8 8-16,0 0 15,0 0-15,0 0 16,0 0-16,8 15 15,-7 7 1,-3 12-16,-4 9 16,-4 4-16,-1 3 15,0 2-15,1-3 16,-2 2-16,0 11 31,-1-2-31,1-6 16,0-17-16,1-16 15,-1-7-15,1-7 16,-2-3 0,0-4-16,0-4 15,1-2-15,2-3 16,2-6-16,1-10 16,3-5-16,6-2 15,7-1-15,8 2 16,12 0-16,6 3 15,1-1 1</inkml:trace>
  <inkml:trace contextRef="#ctx0" brushRef="#br0" timeOffset="42866.23">12007 4129 0,'0'0'0,"0"0"0,0 0 0,0 0 0,3 1 15,7 1-15,10 3 16,11 2-16,2-4 16,-2-5-16,-3-2 15,1-2-15,1-13 16</inkml:trace>
  <inkml:trace contextRef="#ctx0" brushRef="#br0" timeOffset="43516.75">12401 3865 0,'0'0'0,"0"0"16,0 0-16,0 0 15,0 2 1,0 7-16,0 7 16,0 10-16,0 4 15,0 2-15,1-4 16,0-5-16,6-6 16,6-5-16,10-2 15,6-4-15,3-8 16,-3-6-16,-5-5 15,-2-3 1,-4 0-16,-3 1 16,-4 3-16,-4 3 15,-7 9-15,7-9 16,-7 9-16,0 0 16,0 0-1,0 0 1,0 0-16,-3 30 15,-4 1 1,-2 8-16,-2 9 16,-1 2-16,-1 0 15,0-3-15,-2-5 16,-4 11-16,0-4 16,3-4-16,1-2 15,2-25-15,-3-9 16,-1 4-16,3-8 15,2 0-15,-5-1 16,-4-10 0,-4 5-16,2-2 15,10-1-15,2-5 16,5-7-16,3 2 16,5-4-16,13-13 15,3-1-15,3-2 16,5 6-16,5-2 15,10-6-15</inkml:trace>
  <inkml:trace contextRef="#ctx0" brushRef="#br0" timeOffset="44000.25">12461 3689 0,'0'0'0,"0"0"0,-1-2 15,1 2-15,0 0 16,-14 8-16,1 6 15,2 1-15,5-8 16,6-7-16,-6 7 16,6-7-1,0 0-15,14-1 16,9-17-16,4 1 16,-1-6-16,-8 8 15,-4 3-15,-3 3 16,-2 3-16,-9 6 15,14-8-15,-14 8 16,22 2 0,-7 5-16,4 14 15,-1-4-15,0 5 16,1 3-16,1 2 16,0 1-16,-6-8 15</inkml:trace>
  <inkml:trace contextRef="#ctx0" brushRef="#br0" timeOffset="44383.45">13072 3439 0,'0'0'0,"0"4"0,0-4 16,1 9-1,0 4-15,2 15 16,5 17-16,3 5 16,0 13-16,3 6 15,-7 4-15,-12 16 16,-3-18-16,-20 19 31,-1 1-31,-2-21 16,-2-7-1,9-30-15,-10 6 16,0-2-16,0-1 16,6-5-16,10-12 15,6-5-15,12-14 16,0 0-16,-11-4 15</inkml:trace>
  <inkml:trace contextRef="#ctx0" brushRef="#br0" timeOffset="44966.71">13113 3251 0,'0'0'0,"1"-3"0,-1 3 15,10-16-15,0 3 16,8 1-16,9 1 15,6 4-15,3 1 16,-4 6-16,-2 5 16,-4 2-1,-4 4-15,-4-1 16,-4 1-16,-4 0 16,-3 3-16,-2 3 15,-5 4-15,-4 4 16,-2 2-16,-3-3 15,-2 0-15,-1-2 16,1-3-16,2-4 16,3-4-1,1-5-15,5-6 16,0 0-16,-2 8 16,18-3-16,26 1 15,25-8-15,-6-4 16,-4-5-16,-6-1 15,-10 0-15,-8 2 16,-9 2-16,-6 2 16,-8 3-1,-10 3-15,11-4 16,-11 4-16</inkml:trace>
  <inkml:trace contextRef="#ctx0" brushRef="#br0" timeOffset="47333.64">1049 5552 0,'0'0'0,"0"0"0,-1-1 15,1 1-15,0 0 16,-6-9-16,6 9 16</inkml:trace>
  <inkml:trace contextRef="#ctx0" brushRef="#br0" timeOffset="48467.21">1171 5607 0,'0'0'0,"0"0"0,0 0 15,0-2-15,0 2 16,0 0-16,-5-8 16,5 8-16,-10-4 15,1 1 1,-8 4-16,-6 6 15,-4 4-15,0 1 16,5 1-16,3-2 16,4 0-16,3-1 15,3 1-15,1 0 16,4 1-16,3 1 16,4 4-16,6 2 15,7 6 1,6 2-16,3 1 15,1 0-15,-2-4 16,-4-4-16,-4-4 16,-5-4-16,-1 0 15,-6 3-15,-2 8 16,-8 6-16,-6 8 16,-9-1-16,-4-4 15,-2-6 1,2-8-16,3-6 15,4-4-15,2-4 16,1-3-16,1-1 16,2-4-16,2-1 15,2-2-15,6-9 16</inkml:trace>
  <inkml:trace contextRef="#ctx0" brushRef="#br0" timeOffset="48665.28">1332 5901 0,'0'0'0,"0"0"16,0 0-16,0 0 16,5 2-16,-5-2 15,25 6-15,-4-2 16,3-2-1,2-4-15,0-8 16,1-10-16,6-21 16</inkml:trace>
  <inkml:trace contextRef="#ctx0" brushRef="#br0" timeOffset="48883.13">1618 5580 0,'0'0'0,"0"0"0,0 0 0,0 0 15,0 0-15,-2 3 16,2-3-16,-9 22 16,-1 11-16,0 15 15,-2 10-15,1 0 16,0 1-16,2-5 16,-2 17 15,3-4-31,1-3 15</inkml:trace>
  <inkml:trace contextRef="#ctx0" brushRef="#br0" timeOffset="49499.82">959 6421 0,'0'0'0,"0"0"0,0 0 0,0 0 16,0 0-16,-1-2 15,1 2-15,22-10 16,18 0-16,12 1 16,8 3-1,3 2-15,6-2 0,6 0 16,-6 0-1,5 1-15,-7-1 16,-5 0-16,0 0 16,-9-2-16,-5 1 15,-7 1-15,-8 1 16,-8 1-16,-7 2 16,-7 0-16,-11 2 15,11 1-15,-11-1 16,0 0-16,0 0 15,0 0 1,-18 2-16,0-3 16,1-2-16,5 0 15,-1-2-15,3 2 16,10 3-16,-12-7 16,12 7-16,0 0 15,0 0-15,1-8 16,-1 8-1,25 0-15,-9 11 32,-3 9-32,-6 3 15,-7 4-15,-7-1 16,-3-2-16,-2-2 16,-1-8-16,3-6 15,10-8-15,-15 4 16</inkml:trace>
  <inkml:trace contextRef="#ctx0" brushRef="#br0" timeOffset="49783.89">2447 5585 0,'0'0'0,"0"0"0,0 0 0,-1 2 16,1-2-16,-3 17 15,1 9-15,-4 15 16,1 17-16,-3 6 16,1 8-16,-1-1 15,-3-8-15,0-4 31,4-20-15,4-23-16</inkml:trace>
  <inkml:trace contextRef="#ctx0" brushRef="#br0" timeOffset="50033.02">2435 5591 0,'0'0'0,"0"0"0,0-1 0,0 1 16,0 0-16,6-8 15,5-2-15,11-3 16,12 1-16,4 1 16,-3 4-16,-2 6 15,-3 5-15,-5 2 16,-2 5-16,-8 2 15</inkml:trace>
  <inkml:trace contextRef="#ctx0" brushRef="#br0" timeOffset="50251.78">2359 5926 0,'0'0'0,"0"0"0,0 0 15,0 0 1,0 1-16,0-1 16,0 0-16,0 0 15,15 8-15,6-5 16,15-6-16,8-6 16,8-13-16,2-2 15,5-2-15,-13 5 16</inkml:trace>
  <inkml:trace contextRef="#ctx0" brushRef="#br0" timeOffset="50750.82">2960 5770 0,'0'0'0,"0"0"15,0 0-15,3 6 16,3 8-16,4 10 15,-1 6 1,-2 10-16,-5 6 16,-3 0-16,-3-4 15,-1-9-15,2-8 16,-1-7-16,1-8 16,0-3-16,3-7 15,-17-1-15,0-14 16,-2-13-1,8-21-15,8-14 16,9-23-16,10-9 16,8 4-16,4 9 15,-3 20-15,-5 19 16,-5 15-16,-5 10 16,-4 6-16,1 5 15,2 2-15,9 3 16,5 4-16,1 5 15,-2 3-15,-4 3 16,-6 5 0,-5 4-16,-8 7 15,-17 13-15,-18 4 16,0-1-16,0-8 16,4-9-16,8-9 15,6-7-15,6-6 16,2-4-16,10-2 15</inkml:trace>
  <inkml:trace contextRef="#ctx0" brushRef="#br0" timeOffset="52099.74">4234 5861 0,'0'0'0,"-3"-1"15,3 1-15,0 0 16,-17-6-16,17 6 16,-14-4-16,14 4 15,0 0 1,-10-2-16,10 2 16,0 0-16,16 0 15,24-2 1,17-7-16,-7-1 0,-6 1 15,-9 0-15,-6 3 16,-4 1 0,-8 0-16,-3 2 15,-14 3-15,16 8 16,-13 13-16,-11 23 16,-17 9-16,-7 10 15,-3-3-15,5-9 16,-1-2-16,5-11 15,2-6-15,1-5 16,4-6-16,3-4 16,4-5-1,4-3-15,8-9 16,-9 9-16,9-9 16,0 0-16,0 0 15,-1 8-15,1-8 16,25 10-16,0-6 15,1-4-15,3-2 16,4-4-16,-2 0 16,-3-1-1,-5 3-15,-3-1 16,-3 2-16,0 4 16</inkml:trace>
  <inkml:trace contextRef="#ctx0" brushRef="#br0" timeOffset="52666.15">4779 6153 0,'0'0'0,"0"0"0,0 0 16,0 0-16,0 0 15,-2 4-15,0 7 16,-1 11-16,-3 15 16,0 8-16,-1 3 15,2 0 1,-1-1-16,0-2 16,0-3-16,2-5 15,0-6-15,-2-4 16,-2-3-16,2-7 15,1-7-15,5-10 16</inkml:trace>
  <inkml:trace contextRef="#ctx0" brushRef="#br0" timeOffset="53015.9">5194 6147 0,'0'0'0,"0"0"0,0 0 15,2 0-15,-2 0 16,18-3-16,3 1 16,9-2-16,5 0 15,5-2 1,4-1-16,-2-3 0,-2 1 16,-10-1-1,-4-1-15,-6 2 16,-9 5-16</inkml:trace>
  <inkml:trace contextRef="#ctx0" brushRef="#br0" timeOffset="53233.42">5264 6399 0,'0'0'0,"0"0"0,0 0 16,4 0-16,7-2 16,20-5-16,17-5 15,6-7 1,4-3-16,0-2 16,-4-3-16,-3 0 15,-10 2-15,-1 0 16</inkml:trace>
  <inkml:trace contextRef="#ctx0" brushRef="#br0" timeOffset="53866.64">6121 5733 0,'0'0'0,"0"0"0,0 0 16,2 5-16,2 6 16,0 14-16,-4 17 15,-4 7-15,-3 5 16,-1-5 0,3-5-16,-1-9 15,4-14 1,4-11-1,-2-10-15,13-7 16,9-19-16,1-8 16,-2 1-16,-6 2 15,-4 7 1,-3 4-16,-1 6 16,-2 5-16,-2 1 15,-3 8-15,0 0 16,0 0-16,14 11 15,-4 15-15,-2 13 16,-1 7-16,-3 0 16,0-6-16,-2-12 15,0-8-15,1-5 16,3-7-16,-6-8 16,24 0-1,1-18-15,8-13 16,-2-6-16,-9-3 15,-3 2-15,-7 2 16,-3 4-16,-3 9 16,-2 5-16,-2 6 15,-2 4 1,2 2-16,-2 6 16,0-7-16,0 7 15,0 0-15,-4 9 16</inkml:trace>
  <inkml:trace contextRef="#ctx0" brushRef="#br0" timeOffset="54149.8">6518 6163 0,'0'0'0,"0"0"0,0 0 16,1 2-16,-1-2 16,4 15-16,-3 7 15,-2 10-15,-2 7 16,0-3 0,-2-4-16,0-5 15,0-6-15,1-3 16,1-6-16,2-3 15,1-9 1</inkml:trace>
  <inkml:trace contextRef="#ctx0" brushRef="#br0" timeOffset="54817.91">6745 6066 0,'0'-1'0,"0"1"16,2-11 0,1-1-16,3-4 15,6-2-15,5 3 16,1 2-16,0 5 15,-2 5-15,1 5 16,1 7-16,0 7 16,-3 8-16,-6 7 15,-4 4-15,-9 1 16,-1-1-16,-5 1 16,-1-3-1,-1-5-15,2-5 16,3-7-16,2-7 15,5-9-15,0 0 16,0 0-16,9-18 16,15-29-16,7-7 15,2 2-15,-4 5 16,-5 10-16,-4 4 16,-3 5-1,-4 7-15,-4 4 16,-5 5-1,0 6 1,-4 6-16,0 0 16,0 0-16,0 0 15,-7 26-15,2 5 16,0 6-16,2-1 16,3-4-16,1-5 15,3-7 1,1-4-16,3-2 15,2-2-15,4-3 16,5-2-16,1-5 16,1-5-16,1-5 15,1-8-15</inkml:trace>
  <inkml:trace contextRef="#ctx0" brushRef="#br0" timeOffset="55616.13">7576 5957 0,'0'0'0,"0"0"0,0 0 0,3 0 15,-3 0-15,34-2 16,15-1-16,8-2 16,5-2-16,-9-2 15,-4 1-15,-9-1 16,-11 4-16,-11 1 16,-9 2-1,-9 2-15</inkml:trace>
  <inkml:trace contextRef="#ctx0" brushRef="#br0" timeOffset="55833.05">7578 6150 0,'0'0'0,"0"0"0,0 0 15,0 0 1,0 0-16,0 0 15,5 3-15,6 4 16,10-1-16,13 0 16,10-2-16,2-4 15,6-4-15,0-2 16,2-3-16,6-3 16</inkml:trace>
  <inkml:trace contextRef="#ctx0" brushRef="#br0" timeOffset="56299.49">8523 5933 0,'0'0'0,"0"0"15,0 0-15,-2 0 16,2 0-16,-15 7 16,-5 9-16,-9 9 15,-2 9-15,2 6 16,4 2-16,4-3 16,5-3-16,6-5 31,6-8-16,7-9-15,-3-14 16,21 4-16,4-15 16,5-9-16,-2-4 15,-7-2-15,-6 2 16,-7 4-16,-3 0 16,-4 2-16,-4 0 15,0 3 1,-1 4-16,0 2 0,-1 3 15,5 6 1,-9-9-16,9 9 16,-10-5-16</inkml:trace>
  <inkml:trace contextRef="#ctx0" brushRef="#br0" timeOffset="56466.13">8648 6033 0,'0'0'0,"0"0"16,0 0-16,0 0 15,3 0-15,-3 0 16,13 0-16,-13 0 16</inkml:trace>
  <inkml:trace contextRef="#ctx0" brushRef="#br0" timeOffset="56933.02">9187 5747 0,'0'0'0,"0"0"0,0 0 16,0 0-1,0 0-15,-7 4 16,-5 4-16,-5 4 16,-4 3-16,4-2 15,3 3-15,1 2 16,2 1-16,2-1 16,2 3-16,4-1 15,5 3-15,5 1 16,4 4-16,9 9 31,1 5-15,-2-6-16,-4-9 15,-9-10-15,-5 0 16,-4 3-16,-6 2 16,-9 4-16,-7 0 15,-8 1-15,0-2 16,1-6-1,2-6-15,-2-7 16,-1-2-16,0-6 16,6-5-16,7-10 15,12-9-15</inkml:trace>
  <inkml:trace contextRef="#ctx0" brushRef="#br0" timeOffset="57202.17">9170 5809 0,'0'0'0,"0"0"0,0 0 0,0 0 0,0 0 16,0 0-16,2 2 16,-2-2-16,26 7 15,8-1-15,12-9 16,7-4-1,3-4-15,-5-1 0,-11 1 16,-9 1 0,-6 2-16,-6 2 15,-7 1-15,-12 5 16,14-4-16,-14 4 16</inkml:trace>
  <inkml:trace contextRef="#ctx0" brushRef="#br0" timeOffset="57766.6">9740 5796 0,'0'0'0,"0"2"0,0-2 16,0 0-16,0 0 15,4 13 1,4 8-16,7 8 16,10 1-16,4 0 15,-1-3-15,0 1 16,0 0-16,-3-3 16,-2-3-16,-7-5 15,-1-4-15,-5-5 31</inkml:trace>
  <inkml:trace contextRef="#ctx0" brushRef="#br0" timeOffset="58066.06">9948 5839 0,'0'0'0,"0"0"0,-3 4 16,-5 5-16,-11 11 15,-7 10-15,0 3 16,1 1-16,1-1 16,3 2-16,1-2 15,3-2-15,3-5 16,4-3-16,1-4 15,5-3 1,1-3-16,4-5 16,-1-8-16</inkml:trace>
  <inkml:trace contextRef="#ctx0" brushRef="#br0" timeOffset="58332.42">10257 5854 0,'0'0'0,"0"0"0,0 0 0,0 0 0,0 0 16,-1 3-16,-2 9 16,-3 15-16,-1 7 15,-2 4-15,0 1 16,0 1-16,0-4 15,2-5 1,1-2-16,1-8 16,2-4-16,4-6 15,4-4-15</inkml:trace>
  <inkml:trace contextRef="#ctx0" brushRef="#br0" timeOffset="58550.63">10487 5948 0,'0'0'0,"0"0"0,0 0 0,7-1 0,15-1 16,14-1-16,10 0 15,0-1-15,-1 1 16,2 0-16,-7 1 15,-2-1-15,-5 1 16,-5 0 0,-5 0-16,-7 2 15</inkml:trace>
  <inkml:trace contextRef="#ctx0" brushRef="#br0" timeOffset="58800.7">10528 6262 0,'0'0'0,"0"0"0,0 0 0,0 0 0,0 0 16,8 1-16,10-1 16,22 0-16,19-10 15,6-5 1,-4-3-16,-6 0 0,-1 3 15,-5 0-15,-6 3 16,-1 0-16,-6-3 16</inkml:trace>
  <inkml:trace contextRef="#ctx0" brushRef="#br0" timeOffset="59283">11443 5986 0,'0'0'0,"-3"1"0,3-1 16,-19 15-16,-1 4 15,1 5-15,1 3 16,2 3 0,3-1-16,7-3 15,7-6-15,6-6 16,8-4-16,5-7 16,1-4-16,2-4 15,5-9-15,0-4 16,-3-1-16,0-5 15,-8 4-15,-4 1 16,-5 1-16,-4 6 16,-4 0-1,-1 3-15,-3 2 16,4 7-16,-14-10 16,3 9-16,-2 1 15,2 3-15,11-3 16,-14 4-16,14-4 15</inkml:trace>
  <inkml:trace contextRef="#ctx0" brushRef="#br0" timeOffset="59417.98">11735 6005 0,'0'0'0,"0"0"0,0 0 0,0 0 16,0 0-16,0 0 15,0 0-15,4 0 16,-4 0-16,0 0 16</inkml:trace>
  <inkml:trace contextRef="#ctx0" brushRef="#br0" timeOffset="59849.61">12225 5749 0,'0'0'0,"0"0"16,0 0-16,0 0 16,0 0-16,-8 4 15,-6 3-15,-8 4 16,-2 3-16,1-1 15,1 7 1,5 4-16,3-1 0,4-1 16,5-1-16,6 1 15,8 8 1,2 0-16,-1-6 16,-2-2-16,4-1 15,0 2-15,0-4 16,-5-5-16,-3-7 15,-5 0-15,-3 4 16,-7 4-16,-8 1 16,-5 0-16,-7-5 15,6-5 1,2-2-16,1-6 16</inkml:trace>
  <inkml:trace contextRef="#ctx0" brushRef="#br0" timeOffset="60099.68">12055 5806 0,'0'0'0,"7"-1"16,-7 1-16,25-5 15,4 0-15,15-3 16,7 2-16,2 1 15,-1 4 1,-7 1-16,-4 2 0,-6-1 16,-8 0-16,-5 0 15,-7-1 1,-4-1-16,-11 1 16,11 0-16,-11 0 15</inkml:trace>
  <inkml:trace contextRef="#ctx0" brushRef="#br0" timeOffset="66649.57">6523 6992 0,'0'0'0,"1"-2"0,-1 2 0,3-7 16,-3 7-16,2-9 16,-2 9-16,1-9 15,-1 9 1,0-10-16,0 10 0,-1-10 15,0 3-15,1-1 16,-2-2 0,0 0-16,0 1 15,-1 2-15,2 1 16,1 6-16,-5-12 16,5 12-16,-5-7 15,5 7-15,-11-10 16,-4 10-16,-12 5 15,-16 7-15,-5 12 16,-7 6 0,1 4-16,6 2 15,6 0-15,11 3 16,6 1-16,7-5 16,8-6-16,6-8 15,3-2-15,4-3 16,0-4-16,8-1 15,4-2 1,15-4-16,8-2 16,-1-9-16,-3-4 15,-8 1-15,-1-3 16,-4-1-16,-2 2 16,-2 0-16,-5 2 15,0-1-15,-1 2 16,2-3-16,-1-4 15,4-2-15,-2-2 16,-2 0-16,-2 3 16,-1 0-1,-2 2-15,0 1 16,-1 0-16,-1 2 16,-1 1-16,0 2 15,-4 8-15,3-9 16,-3 9-16,0 0 15,0 0-15,0 0 16,0 0 0,0 0-16,6 14 15,-2 14-15,-1 11 16,-1 0-16,0-2 16,-1-7-16,5-3 15,10-7-15,9-6 16,39-12-1,22-28 1</inkml:trace>
  <inkml:trace contextRef="#ctx0" brushRef="#br0" timeOffset="67116.03">7083 7117 0,'0'0'0,"0"0"0,-2 2 0,2-2 15,0 0 1,-14 14-16,-5 12 16,-18 30-16,-11 20 15,-1 7-15,0 2 16</inkml:trace>
  <inkml:trace contextRef="#ctx0" brushRef="#br0" timeOffset="67650.05">7331 7109 0,'0'0'0,"0"-2"15,0 2-15,0 0 16,21-17-16,18 0 16,14 1-16,5 4 15,-2 6 1,-4 3-16,0 2 16,-7 2-16,-5 0 15,-10 1-15,-10 0 16,-6 2-16</inkml:trace>
  <inkml:trace contextRef="#ctx0" brushRef="#br0" timeOffset="67866.84">7276 7274 0,'0'0'0,"0"0"0,0 0 16,0 0-16,0 1 16,0-1-1,0 0-15,17 5 16,20-6-16,21-5 16,6-5-16,-3-1 15,-3 0-15,-1-1 16,-15-1-16</inkml:trace>
  <inkml:trace contextRef="#ctx0" brushRef="#br0" timeOffset="68833.13">8562 6994 0,'0'0'0,"0"-3"15,0 3-15,-2-10 16,-2 1-16,-5-2 15,-8-1-15,-10-1 16,-13 5-16,-9 3 16,-3 6-16,-1 7 15,4 1 1,0 4-16,4 3 16,1 2-16,7 3 15,6 4-15,6 3 16,5 4-16,5-2 15,5 1-15,6-5 16,4-3-16,3-2 16,7-3-16,7-1 15,7-3 1,9-8-16,1-7 16,-4-5-16,-2-5 15,-4-2-15,-3-3 16,1-6-16,-4 0 15,-2-3-15,-8-1 16,-5 3-16,-4-1 16,-5 2-16,-2 2 15,-3 2-15,0 3 16,-1 1 0,1 3-16,0 1 15,11 10-15,-12-10 16,12 10-16,0 0 15,0 0-15,-9-7 16,9 7-16,21-7 16,21 0-16,13 3 15,-1 1 1,0 3-16,-2 2 16,-3-1-16,-5 0 15,-8 2-15,-6-1 16,-7-1-16,-5 1 15,-4 0-15,-14-2 16,16 4-16,-16-4 16,0 0-16,10 4 15,-10-4-15,0 0 16</inkml:trace>
  <inkml:trace contextRef="#ctx0" brushRef="#br0" timeOffset="69282.67">9190 6626 0,'0'0'0,"0"0"15,0 0-15,0 0 16,0 0-16,-3 3 15,3-3-15,-12 18 16,-4 7-16,-7 14 16,-1 11-16,1 9 15,1 5-15,-1 7 16,-1 8-16,2-1 16,4-2-1,9-5-15,25 2 31,14-10-31,16-15 16,15-11-16</inkml:trace>
  <inkml:trace contextRef="#ctx0" brushRef="#br0" timeOffset="70651.06">11121 6502 0,'0'0'0,"0"0"15,0 0-15,9-1 16,8-2-16,17-4 16,14-2-16,15 0 15,11 2 1,7 3-16,6 0 15,8 2-15,-2 1 16,3-1-16,1 1 16,-12 0-16,-2-2 15,-18 0-15,-12-1 16,-9-2-16,-13 3 16,-6-1-1,-9 3-15,-5 0 16,-11 1-16,0 0 15,0 0-15,0 0 16</inkml:trace>
  <inkml:trace contextRef="#ctx0" brushRef="#br0" timeOffset="71349.83">9386 7014 0,'0'0'0,"0"-3"16,0 3-16,0 0 16,0 0-16,0 0 15,-14-4-15,14 4 16,-21 8-16,-1 5 16,-1 9-16,0 7 15,4 1 1,3 3-16,4-2 15,5-1-15,6-5 16,3-5-16,5-5 16,4-7-16,8-6 15,8-8-15,6-7 16,-1-9-16,0-4 16,-5-2-16,-6-2 15,-7 4 1,-7 1-16,-5 6 15,-3 4-15,-1 1 16,-3 4-16,0 2 16,5 8-16,-18-9 15,7 5-15,-1 2 16,1 1-16</inkml:trace>
  <inkml:trace contextRef="#ctx0" brushRef="#br0" timeOffset="71499.32">9679 7026 0,'0'0'0,"0"0"15,0 0-15,0 0 16,0 0-16,0 0 16,0 0-16,0 0 15,0 1 1,0-1-16</inkml:trace>
  <inkml:trace contextRef="#ctx0" brushRef="#br0" timeOffset="71935.64">10099 6796 0,'0'0'0,"0"0"0,0 0 0,0 0 0,0 0 16,-5 1-16,5-1 16,-26 9-16,-8 5 15,-5 6-15,2 2 16,8 1-16,6 2 16,6-4-16,4 1 15,6-3-15,6 0 16,6 8-16,5 4 15,9 7 17,1-2-32,-2-8 15,-2-4-15,-7-10 16,-3-2-16,-5-2 16,-5 0-16,-7 4 15,-8 0 1,-8 3-16,-7-4 15,0-4-15,1-7 16,5-5-16,6-2 16,5-6-16,1-7 15,8-10-15</inkml:trace>
  <inkml:trace contextRef="#ctx0" brushRef="#br0" timeOffset="72150.47">9989 6792 0,'0'0'0,"0"0"0,0 0 15,7-1-15,10 0 16,18-3-16,7 0 16,-4 2-16,1 0 15,-5 2-15,-4-2 16,-6 1-1,-7 1-15,-4-1 16,3 0-16</inkml:trace>
  <inkml:trace contextRef="#ctx0" brushRef="#br0" timeOffset="72515.09">10532 6532 0,'0'0'0,"0"0"16,0 0-16,0 2 16,0-2-16,5 10 15,-1 6-15,5 12 16,-2 11-16,0 9 16,-1 6-16,-1-1 15,-5 2-15,-4 4 16,-19 29 15,-3-5-31,-15-4 16,-1-24-16,9-25 15,-1-1-15,7-8 16,0-3-16,2-5 16,3-6-16,1-3 15,4-3-15,0-4 16,1-4-1,0-3-15,8-3 16</inkml:trace>
  <inkml:trace contextRef="#ctx0" brushRef="#br0" timeOffset="73733.35">10803 7057 0,'0'0'0,"1"-1"0,-1 1 0,0 0 0,17-11 0,10-3 15,19 1-15,8 4 16,6 3 0,-2 2-16,-7 0 15,-6 3-15,-10-1 16,-8 1-16,-6 1 16,-5-1-16,-16 1 15,11 2-15</inkml:trace>
  <inkml:trace contextRef="#ctx0" brushRef="#br0" timeOffset="73950.5">10961 7229 0,'0'0'0,"0"0"0,0 0 16,0 0-16,0 0 15,0 0-15,0 0 16,0 0-16,9-1 15,11 0-15,15-3 16,6-3 0,10-9-16,12-7 15,9-8-15,-6-3 16</inkml:trace>
  <inkml:trace contextRef="#ctx0" brushRef="#br0" timeOffset="74233.67">11809 6782 0,'0'0'0,"0"0"0,0 0 16,0 0-16,-2 3 15,2-3-15,0 12 16,-1 2-16,0 5 15,0 3-15,1 2 16,-1 3-16,-1 0 16,0 1-1,0-1-15,0-3 16,1-4-16,-1-4 16,-3-3-16</inkml:trace>
  <inkml:trace contextRef="#ctx0" brushRef="#br0" timeOffset="74566.64">11302 7283 0,'0'0'0,"0"0"0,0 0 0,0 0 15,6-1-15,21-3 16,30-4-16,10-3 15,9-2-15,11-2 16,5 0 0,14 2-16,-9 5 15,8 2-15,-6 3 16,-17 0-16,-3 0 16,-22 2-16,-4-1 15,-10 2-15,-11-1 16,-9 1-16,-10 0 15,-13 0-15,0 0 16,0 0-16,-10 8 16,-37 11-1</inkml:trace>
  <inkml:trace contextRef="#ctx0" brushRef="#br0" timeOffset="74900.57">11453 7415 0,'0'0'0,"0"0"0,0-2 15,0 2-15,0 0 16,0 0-16,0 0 15,-6 9-15,-1 16 16,0 9 0,1 3-16,0 1 15,1 4-15,2-2 16,0-2-16,1-7 16,1-4-16,0-5 15,1-5-15,1-4 16,0-5-16</inkml:trace>
  <inkml:trace contextRef="#ctx0" brushRef="#br0" timeOffset="75150.45">11513 7629 0,'0'0'0,"0"0"15,0 0-15,0 0 16,0 0-16,0 0 16,0 0-1,9-1-15,10 0 16,10-2-16,5 1 16,1-1-16,2 0 15,-3 1-15,-4 0 16,-3 1-16,-2-2 15,0-1-15,-6-4 16,-8 1-16</inkml:trace>
  <inkml:trace contextRef="#ctx0" brushRef="#br0" timeOffset="75416.89">11734 7475 0,'0'0'0,"0"0"16,0 0-16,0 4 16,-2 5-1,0 10-15,-1 8 16,-1 2-16,-2 2 16,-2 4-16,-1 1 15,1-2-15,-1-1 16,2-1-16,1-3 31,1-8-31,2-8 16,4-7-16</inkml:trace>
  <inkml:trace contextRef="#ctx0" brushRef="#br0" timeOffset="75964.84">11857 7713 0,'0'0'0,"0"0"0,0 0 0,0 0 16,5 0-16,-5 0 16,20 4-16,-2 0 15,5-2-15,3-2 16,1-4-16,-1-2 15,-2-4-15,-2-3 16,-2-1-16,-2-1 16,-4 0-16,-5 0 15,-4-2 1,-3 2-16,-4 2 16,-2 2-16,-6 4 15,-6 0-15,-6 4 16,-3 5-16,-2 6 15,3 6-15,2 2 16,0 3-16,6 4 16,4 1-1,4 0-15,4-3 16,5-1-16,2-1 16,7 3-16,2-2 15,1-3-15,11-5 31,8 0-31,4 0 16,-5-2-16,-6-3 16,-4-2-16,1-3 15,-4-2-15,-7-6 16,2-14 0,0-7-16</inkml:trace>
  <inkml:trace contextRef="#ctx0" brushRef="#br0" timeOffset="76332.69">12219 7529 0,'0'0'0,"0"-2"0,0 2 0,0 0 0,0 0 16,0 0-16,0 0 15,6-8-15,-6 8 16,20-12-16,-5 6 16,2 0-16,1-2 15,-2 5 1,-2-1-16</inkml:trace>
  <inkml:trace contextRef="#ctx0" brushRef="#br0" timeOffset="76815.59">12593 7409 0,'0'0'0,"0"-1"0,0 1 16,0 0-16,0 0 15,2-7-15,-2 7 16,0 0-16,0 0 15,0 0-15,-15 4 16,2 0-16,0 2 16,1 1-16,2 0 15,1 0-15,2 7 16,3 1 0,3 0-16,1-2 15,2-1-15,4-1 16,4 2-16,6-3 15,3-6-15,-2-1 16,1-6-16,-3-3 16,0-2-16,-2-2 15,-5-1-15,-2 1 16,-3 3 0,-1-1-16,-2 1 15,-1 0-15,1 7 16,-2-8-16,2 8 15,-2-7-15,2 7 16,0 0-16,-6-7 16,6 7-16,0 0 15</inkml:trace>
  <inkml:trace contextRef="#ctx0" brushRef="#br0" timeOffset="76984.22">12790 7455 0,'0'0'0,"0"0"0,0 0 0,0 0 16,0 0-16,0 0 15,0 0-15,0 0 16,1 2 0,-1-2-16,0 0 15,0 0-15</inkml:trace>
  <inkml:trace contextRef="#ctx0" brushRef="#br0" timeOffset="77414.6">13021 7389 0,'0'0'0,"0"0"0,0 0 15,0 0-15,0 0 16,3 0-16,-3 0 15,0 0-15,-11 3 16,-5 2-16,0 0 16,3 0-16,2-1 15,0 1-15,11-5 16,-14 7-16,14-7 16,-1 8-16,3 1 15,10 5 1,5 7-16,2 0 15,2-1-15,-2-3 16,-3-3-16,3 2 16,-7-2-16,-1 9 15,-5-6-15,-5-1 16,-1-6 0,0-10-16,-18 21 15,-3-7-15,-3-2 16,3-7-16,2-13 15,5 7-15,14 1 16,-12-4-16</inkml:trace>
  <inkml:trace contextRef="#ctx0" brushRef="#br0" timeOffset="77632.59">12987 7422 0,'0'0'0,"0"0"0,6 0 16,7 0-16,12 0 15,3 0-15,5 0 16,3 0 0,-6 0-16,-3 0 15,-4 0-15,-1 0 16,-2-3-16,1 3 15,-4-4-15</inkml:trace>
  <inkml:trace contextRef="#ctx0" brushRef="#br0" timeOffset="78264.66">12301 7122 0,'0'0'0,"2"2"0,-2-2 16,0 0-16,0 0 16,0 0-16,0 0 15,0 0-15,0 0 16,0 0-16,26 12 16,1-9-16,11 0 15,11-3 1,3 0-16,4-5 15,-7-4-15,0 0 16,-3-4-16,-5 4 16,-5 0-16,-4 2 15,-5 1-15,-6 3 16,-4 0-16,-4 3 16,0 4-16,-4 2 15,-9-6 1,11 9-16,-11-9 15</inkml:trace>
  <inkml:trace contextRef="#ctx0" brushRef="#br0" timeOffset="78866.11">13149 6906 0,'0'-7'0,"0"7"0,0 0 16,0 0-16,0-8 15,2 2-15,3-10 16,6-3-16,7 6 16,6 9-16,1 8 15,8 5 1,-1-1-16,2-5 15,-1-14-15,-5 8 16,-3-3-16,1 4 16,5 11-16,-2-4 15,-8 1-15,-5-3 16,-16-3-16,12-1 16,-10-11-16</inkml:trace>
  <inkml:trace contextRef="#ctx0" brushRef="#br0" timeOffset="79115.88">13151 7033 0,'0'0'0,"0"0"0,0 2 16,0-2-16,0 0 15,-4 9 1,4-9-16,4 10 15,9-1-15,21-6 16,13 1-16,6-7 16,0-1-16,0-1 15,7-2-15,-8 1 16,-3 1-16,-15 1 16,-8 0-16,-1 1 15,-5 1-15,-3 2 16</inkml:trace>
  <inkml:trace contextRef="#ctx0" brushRef="#br0" timeOffset="82517.4">14168 6771 0,'0'-3'0,"1"-4"0,-1 7 16,1-12-1,-1 12-15,0 0 16,0 0-16,-21-4 16,-3 13-16,-3 6 15,-2 10-15,8 4 16,1 2-16,2 10 15,4-13-15,6 2 16,11-14 0,2-3-16,9-1 15,6-2-15,4-4 16,19-14-16,0 0 16,-5-5-16,-12 3 15,-5 0-15,-4-8 16,-4 1-16,-2-5 15,-6-3-15,-3 1 16,-2-1-16,-7 1 16,-2 8-1,-6-3 1,-6 0 0,1 3-16,3 4 15,5 6-15,2 3 16,10 3-16,-14 6 15,10 4-15</inkml:trace>
  <inkml:trace contextRef="#ctx0" brushRef="#br0" timeOffset="82699.17">14599 6874 0,'0'0'0,"0"0"0,0-1 16,0 1-16,0 0 16,0 0-16,0 0 15,0 0 1,0 0-16</inkml:trace>
  <inkml:trace contextRef="#ctx0" brushRef="#br0" timeOffset="83149.35">15049 6597 0,'0'0'0,"0"0"0,0 0 15,-3 0-15,3 0 16,0 0-16,-15 6 15,-7 4-15,-9 5 16,-3 8 0,-1 4-16,9 2 0,-1 8 15,4 1 1,6 1-16,6-1 16,8-5-16,7-3 15,10 2 1,5-6-1,7-5-15,-1-4 16,-4-8-16,-5-3 16,-6-3-16,-10-3 15,13 0-15,-13 0 16,0 0 0,-6-11-16,-8-5 15,-10 1-15,-1 1 16,4 5-16,3 2 15,6 3-15,12 4 16,0 0-16</inkml:trace>
  <inkml:trace contextRef="#ctx0" brushRef="#br0" timeOffset="84099.32">14931 6971 0,'0'0'0,"1"-2"0,-1 2 15,7-13-15,3 2 16,4-4-16,5-4 16,0 2-16,-1 0 15,-6 6-15,-3 2 16,-1 1 0,-8 8-16,9-9 15,-9 9-15,1-11 16,-10 1-16,-15 0 15,-9 0-15,-6 7 16,-1 6-16,5 1 16,1 3-16,3 1 15,7-1 1,6 2-16,8-4 16,10-5-16</inkml:trace>
  <inkml:trace contextRef="#ctx0" brushRef="#br0" timeOffset="84615.71">15305 6669 0,'0'0'0,"0"0"0,0 0 15,0 0-15,0 0 16,0-3-16,0 3 15,0 0-15,14-5 16,-14 5-16,21 1 16,-8 9-16,-1 2 15,-3 2-15,-4 8 16,-6 3-16,-6 6 16,-6 1-1,-2-3-15,-3-1 16,1-4-16,1 0 15,4-7-15,3-4 16,2-3-16,4-3 16,6 1-16,14 2 15,23-1-15,18 1 16,6-11 0,-1-1-16,2-3 15,2-3-15,228-38 16</inkml:trace>
  <inkml:trace contextRef="#ctx0" brushRef="#br0" timeOffset="99882.46">5598 3480 0,'0'0'0,"2"0"16,-2 0-16,26 0 15,21 0-15,18 0 16,18 0-16,9 0 16,8 0-16,8 0 15,-3-3-15,11-3 16,-3-4-16,3-1 16,6 0-1,-3 0-15,2 0 16,1-1-16,-4 2 15,-5 1-15,1 3 16,-12 3-16,2-1 16,-6 3-16,-3-1 15,-4 0 1,-7-1-16,-6-1 16,-8-5-16,-8 1 15,-10-2-15,-6 2 16,-6 2-16,3-3 15</inkml:trace>
  <inkml:trace contextRef="#ctx0" brushRef="#br1" timeOffset="-92449.19">14030 7279 0,'0'0'0,"0"0"0,0 0 0,0 0 16,2 2-16,-2-2 15,0 0-15,20 10 16,33-4-16,71 5 16,31-10-16,17-2 15,24-1-15,5 0 16,10 1-1,-2-1-15,-11-2 16,-43-3-16,8 6 16,-34-16-16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50:13.37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5241 2398 0,'0'0'0,"0"0"16,-1 3-16,-2 6 16,-5 15-16,-4 18 15,3 9-15,2 3 16,0 4-16,1 3 16,3 3-1,1 2-15,0-1 16,2-1-16,-1-5 15,0 0-15,0-4 16,1-7-16,-1-3 16,-1-8-16,1-6 15,0-8-15,0-6 16,1-7-16,0-10 16</inkml:trace>
  <inkml:trace contextRef="#ctx0" brushRef="#br0" timeOffset="1417.33">5132 2417 0,'0'0'0,"0"0"16,0 0-16,5-1 16,10-1-16,27-5 15,28-1 1,16-1-16,11 1 16,11-2-16,10-1 15,15 0-15,6-5 16,9-6-16,1-5 15,8-3-15,5-2 16,0 0-16,-1 1 16,-7 0-16,-8 4 15,-11 2-15,-12 10 16,-11 6-16,-5 2 16,-6 4-1,-6 2-15,-8 2 16,-13 4-16,-15 2 15,-13 2-15,-12 2 16,-6 2-16,-5 1 16,-4 4-16,-2 3 15,-4 2-15,-2 5 16,-2 4-16,-3 5 16,-2 5-1,-2 5-15,-3 1 16,-2 4-16,0 3 15,-2 0-15,-1 0 16,2-1-16,-2 0 16,1-2-16,1-4 15,-1-2-15,0-2 16,2 1-16,1 0 16,1-3-16,0-1 15,0-2 1,1-2-16,0 0 15,0-2-15,0-5 16,0-4-16,0-4 16,0-5-16,0-2 15,-1-6-15,1 0 16,0-9 0,-2 11-16,2-11 0,-3 7 15,3-7 1,-5 6-16,5-6 15,-15 9-15,-21-3 16,-47 5-16,-19-4 16,13-2-16,15-2 15,9 0-15,-7 1 16,-8 0-16,-1 2 16,-4 3-16,11 0 15,-8 2 1,5-1-16,-3-1 15,-2 1-15,3-2 16,-2-2-16,8-3 16,-1-1-16,5 0 15,4-1 1,-1 1-16,7-1 0,2 0 16,2-2-1,2 0-15,3-2 16,4 0-16,1-1 15,1 0-15,3-1 16,2 1-16,2 0 16,-3 0-16,3-1 15,2 3-15,3-2 16,1 1-16,0 0 16,0 0-16,1-1 15,1 1-15,1 1 16,2 0-1,-1 0-15,1 1 16,-1 0-16,3 0 16,2 0-16,1 0 15,2 1-15,0-1 16,1 0-16,-3 0 16,-2 0-16,-3 0 15,-1 0 1,3 1-16,2-1 15,2 0-15,0 1 16,2-1-16,1 0 16,-1 0-16,1 0 15,2 0-15,4 1 16,1 0-16,10 0 16,-14 0-16,14 0 15,0 0-15,-10-1 16,10 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42:49.8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2834 1615 0,'0'0'0,"0"-2"0,0 2 16,0 0 0,2-8-16,-2 8 15,1-8-15,-1 1 16,-3-7-16</inkml:trace>
  <inkml:trace contextRef="#ctx0" brushRef="#br0" timeOffset="1433.54">1708 1539 0,'0'0'0,"0"0"0,0 0 16,0-2-16,0 2 16,0 0-1,0 0-15,-13 2 16,0 6-16,-7 11 16,-3 7-16,1 8 15,6 3-15,6 1 16,5-3-16,3-4 15,4-6-15,4-3 16,7-3 0,5-2-16,6-4 15,6-10-15,7-11 16,10-4-16,-2-8 16,-6-4-16,-10-1 15,-8-1-15,-8-2 16,-5 4-16,-4-2 15,-5 3-15,-5 1 16,-7 1-16,-4 2 16,-3 2-1,-4 4-15,-3 2 16,-3 3-16,-2 4 16,-1 6-16,3 8 15,7 0-15,4 1 16,9-3-16</inkml:trace>
  <inkml:trace contextRef="#ctx0" brushRef="#br0" timeOffset="1883.78">2149 1291 0,'0'0'0,"0"0"16,0 3-1,-3 7-15,-2 15 16,-3 15-16,-1 4 16,-1 9-16,-1 5 15,1 3-15,2 3 16,1-4-16,1-2 15,0-5-15,1-4 16,-1-3-16,2-6 16,0-3-1,0 0-15,1-6 16,2-8-16,2-6 16,3-9-16</inkml:trace>
  <inkml:trace contextRef="#ctx0" brushRef="#br0" timeOffset="2483.36">2441 1510 0,'0'0'0,"0"0"15,0 0-15,0 0 16,0 2-16,-3 6 15,-4 11-15,-3 16 16,3 16-16,2 1 16,0 1-16,2-6 15,0-5 1,0 1-16,1-6 16,1-6-16,-1-6 15,1-9-15,0-6 16,1-10-1,0 0 1,-1-11-16,-3-28 16,1-9-1,6-3-15,1-5 16,0 3-16,-1 8 16,0 5-16,-1 9 15,-1 6-15,1 3 16,-1 4-16,0 3 15,3 1-15,2 1 16,4 1-16,7 0 16,6 1-16,4 4 15,2 6 1,-3 6-16,-5 4 16,-5 2-16,-6 2 15,-5 2-15,-3 2 16,-5 3-16,-7 1 15,-10 5-15,-11 3 16,-12 0-16,-5-6 16,0-2-16,-1-3 15,-4-2 1</inkml:trace>
  <inkml:trace contextRef="#ctx0" brushRef="#br0" timeOffset="2949.75">1565 2124 0,'0'0'0,"0"0"0,0 0 0,0 0 15,8 0-15,15 2 16,18 1-16,16 2 16,10-3-16,11-3 15,9-3 1,1-5-16,0-4 16,-4 0-16,-5-2 15,-4 0-15,-3 0 16,-5 1-16,0 1 15,-3-1-15,-9 6 16,-2 3-16,-11 4 16,-3 2-16,-4 3 15,-7 0 1,-5 1-16,-5-1 16,-5 0-16,-13-4 15,15 3-15,-15-3 16,0 0-16,0 0 15,10 0-15,-10 0 16</inkml:trace>
  <inkml:trace contextRef="#ctx0" brushRef="#br0" timeOffset="3236.71">2726 1802 0,'0'0'0,"0"0"16,0 0-16,0 0 15,0 0-15,0 0 16,0 0-16,0 0 16,2 1-16,-2-1 15,18 17-15,2 3 16,6 5 0,4 4-16,0-2 15,-6-5-15,-5-4 16,-5-6-16,-3-2 15,-3 0-15,-4 0 16,-3 6-16,-9 9 16,-18 19-16,-21 21 15,-14 1 1</inkml:trace>
  <inkml:trace contextRef="#ctx0" brushRef="#br0" timeOffset="5315.99">3729 1557 0,'0'0'0,"0"0"0,0 0 0,0 0 0,3 0 16,-3 0-1,19 2-15,6 0 16,11 2-16,6-1 16,-1 1-16,-2 0 15,-6 0-15,-8-2 16,-7 0-16,-7 0 16,-11-2-16,15 5 15,-11 2 1,0 5-16,-8 12 15,-10 17-15,-15 15 16,-10 6-16,-2-7 16,2-8-16,2-5 15,8-9-15,4-7 16,7-6-16,5-7 16,5-3-16,1-2 15,7-8 1,-7 7-16,7-7 15,6 10-15,7-3 16,15-3-16,14-6 16,8-7-16,1-1 15,-5-2-15,-7 2 16,-8 2-16,-5 0 16,-5 2-16,-3 1 15,-3 1 1,-2 2-16,-3 2 15</inkml:trace>
  <inkml:trace contextRef="#ctx0" brushRef="#br0" timeOffset="5799.08">4390 1973 0,'0'0'0,"4"-3"0,4-3 16,9-9-16,10-2 16,0 4-16,-3 5 15,-3 5-15,-4 1 16,-2 5-16,-4 6 16,-2 3-16,-3 8 15,-9 11-15,-8 9 16,-10 8-1,-8 2-15,0-6 16,-2-8-16,4-3 16,2-3-16,3-4 15,3-4-15,6-7 16,4-4-16,3-2 16,1-1-16,5-8 15,-3 10 1,3-10-16,7 8 15,5-3-15,10-5 16,8-7-16,8-3 16,4-6-16,-6-2 15,0 2-15,-6 0 16,-3 3-16,-2 1 16,-2 0-16,-3 2 15,-1 1 1,-2 2-16,-4 2 15,0-1-15</inkml:trace>
  <inkml:trace contextRef="#ctx0" brushRef="#br0" timeOffset="6081.59">4986 1777 0,'0'0'0,"0"0"0,0 0 0,0 0 0,9-5 16,8-2-16,13-3 16,3 2-16,0 3 15,1 2 1,-2-1-16,-2 0 15,-3 1-15,-5 3 16,-5 0-16,-4 4 16,-13-4-16</inkml:trace>
  <inkml:trace contextRef="#ctx0" brushRef="#br0" timeOffset="6350.24">4950 2003 0,'0'0'0,"0"0"16,3 0-16,-3 0 16,30 3-16,2-1 15,6-2-15,-1-3 16,4-2-16,0-1 15,-1-1 1,-1 0-16,-6-1 16,0-1-16,-2-2 15</inkml:trace>
  <inkml:trace contextRef="#ctx0" brushRef="#br0" timeOffset="7316.57">5984 1407 0,'0'0'0,"0"0"16,0 1-16,0-1 15,-4 13 1,-3 5-16,-6 15 16,-2 10-16,0-4 15,1 7-15,2 3 16,3-1-16,2 6 16,4-8-16,2-14 15,2-6-15,3-8 16,4-3-16,7-7 15,8-9 1,8-12-16,6-11 16,-7-4-16,-4-2 15,-6 0-15,-5 2 16,-2 3-16,-3 1 16,-6 9-16,-1 4 15,-2 4-15,-1 7 16,1-8-1,-1 8-15,0 0 16,0 0-16,0 0 16,0 0-16,11 22 15,-1 7-15,1 0 16,-1-4-16,-1-3 16,2-1-16,4-5 15,0-4-15,-2-5 16,4-10-1,9-14 1,6-21 0,4-9-16,-11 0 15,-5 2-15,-3 3 16,-6 8-16,-2 8 16,-4 7-16,-2 7 15,-2 3-15,-1 9 16,1-9-16,-1 9 15,0 0 1,0 0-16</inkml:trace>
  <inkml:trace contextRef="#ctx0" brushRef="#br0" timeOffset="7815.94">6437 1782 0,'0'0'0,"0"0"0,3 0 15,-3 0 1,21 0-16,-3 0 16,3 0-16,1 1 15,-2 1-15,-2 2 16,-1 3-16,-4 2 16,0 4-16,-4 4 15,-6 5-15,-6 7 16,-13 6-16,-6 1 15,-9 2-15,-3-1 16,-3 0 0,-2-2-16,4-3 15,8-8-15,7-5 16,6-7 0,14-12-1,-8 7-15,8-7 16,16-1-16,15-3 15,6-4-15,-2 0 16,2-2 0,1 0-16,0-1 15,0 0-15,-3 2 16,-5 2-16,-2 2 16,-4 3-16,-4 2 15,-1 1-15,-3 0 16,0 1-16,-3 0 15,-1-1-15,-1 0 16</inkml:trace>
  <inkml:trace contextRef="#ctx0" brushRef="#br0" timeOffset="8450.25">7258 1558 0,'0'0'0,"-1"-1"0,1 1 16,-3-8-16,3 8 15,-13-10-15,-6 10 16,-11 0-16,-4 8 15,4 3 1,4 2-16,1 6 16,0 8-16,1 9 15,4 2-15,9-3 16,5-8-16,5-1 16,2-8-16,4-3 15,2-5-15,5-4 16,2-3-16,6-7 15,5-8 1,4-9-16,-2-6 16,-1-9-16,-6 3 15,-5 3-15,-6 7 16,-3 6-16,-3 5 16,-2 4-16,-1 8 15,1-10-15,-1 10 16,0 0-16,0 0 15,0 0-15,0 0 16,-14 12 0,2 16-16,3 16 15,1 4-15,3-5 16,5-8-16,5 3 31,4-3-31,3-7 16,1-6-16,1-13 15,4-7-15,0-4 16,5-6 0,-3-1-16</inkml:trace>
  <inkml:trace contextRef="#ctx0" brushRef="#br0" timeOffset="8749.26">7473 1770 0,'0'0'0,"0"0"0,0 0 0,0 0 0,0 0 16,0 0-16,0 0 16,0 0-1,0 6-15,-1 2 16,0 8-16,-3 8 16,-1 5-16,-3 5 15,-3 4-15,0 2 16,-2 0-16,0-2 15,-1-3-15,4-5 16,2-8-16,2-3 16,2-5-1,3-1-15,1-13 32</inkml:trace>
  <inkml:trace contextRef="#ctx0" brushRef="#br0" timeOffset="9066.76">7709 1711 0,'0'0'0,"0"0"0,2 0 15,-2 0-15,30-7 16,6 1-16,5-1 16,3 2-1,0 1-15,0 0 16,-2 1-16,-3 0 16,0 0-16,-5 1 15,-8 1-15,-5 2 16,-6 1-16,-6 0 15</inkml:trace>
  <inkml:trace contextRef="#ctx0" brushRef="#br0" timeOffset="9317.06">7839 1993 0,'0'0'0,"0"0"15,0 0-15,0 0 16,0 0-16,0 0 16,10 0-1,14 0-15,15-2 16,5-5-16,4-5 16,-1-2-16,-1-3 15,-7 2-15,-7 0 16,-8 4-16,-3 1 15,-7 2-15,-3 2 16,-11 6-16</inkml:trace>
  <inkml:trace contextRef="#ctx0" brushRef="#br0" timeOffset="13566.26">8762 1670 0,'0'0'0,"-4"-4"0,4 4 0,0 0 16,-21-12-16,0 3 16,-3 2-16,0 2 15,-2 2-15,-1 3 16,0 3-16,2 2 16,0 0-16,3 4 15,2 3-15,3 2 16,4 2-1,3 3-15,4 0 16,5 4-16,7 1 16,11 5-16,9 5 15,9-4-15,7-7 16,3 0-16,4-9 16,0-8-16,0-9 15,-2-12-15,-4-2 16,-7-3-1,-7-2-15,-10 3 16,-5-4-16,-7 1 16,-4-1-16,-6-1 15,-5 4-15,-5 1 16,-6 1 0,-3 5-1,-1 5 1,1 5-16,0 4 15,-1 3-15,4 2 16</inkml:trace>
  <inkml:trace contextRef="#ctx0" brushRef="#br0" timeOffset="13766.05">9329 1818 0,'0'0'0,"0"0"0,0 0 0,0 0 0,0 2 15,0-2-15,0 0 16,0 7-16,0-7 16,3 6-16</inkml:trace>
  <inkml:trace contextRef="#ctx0" brushRef="#br0" timeOffset="14382.3">9746 1504 0,'0'0'0,"0"0"15,0 0-15,0 0 16,-1 3-16,1 7 16,-1 9-16,0 11 15,1 4-15,2-1 16,0 3-16,4-4 16,3-4-16,1-1 15,8-4-15,5-3 16,6-4-1,28-12 1,13-17 0,2-18-16,-9-4 15,-17-5-15,-5-3 16,-9 4-16,-11 6 16,-8 7-16,-6 9 15,-3 3-15,-1 6 16,-3 8-1,1-8-15,-1 8 16,0 0-16,0 0 16,0 0-16,0 0 15,-15 12-15,4 9 16,1 9-16,2 6 16,2 6-16,0 9 15,1 5 1,1 3-16,1 2 15,0-1-15,0-4 16,1-6-16,2-5 16,4-4-16,2-5 15,3-6-15,4-10 32,9-18-32</inkml:trace>
  <inkml:trace contextRef="#ctx0" brushRef="#br0" timeOffset="14667.12">10582 1586 0,'0'0'0,"0"0"0,0 0 0,0 0 16,0 0-16,0 0 15,3 5 1,6 11-16,9 10 16,6 10-16,4 2 15,6 2-15,4-2 16,-5-8-16,5 4 31,-2-4-31,-4-8 16</inkml:trace>
  <inkml:trace contextRef="#ctx0" brushRef="#br0" timeOffset="14966.16">10845 1506 0,'0'0'0,"0"0"16,0 0-16,-2 1 16,-7 7-16,-8 7 15,-12 12-15,-3 4 16,-2 4-16,-8 8 16,-9 9-16,-10 12 15,-3-3-15,4-4 16,3-2 15,15-10-31,10 2 16,20-21-16</inkml:trace>
  <inkml:trace contextRef="#ctx0" brushRef="#br0" timeOffset="16016.21">11643 1519 0,'0'0'0,"0"0"15,-3 0-15,3 0 16,-14 1-16,2 2 15,-4 3-15,-2 7 16,-4 6 0,-2 6-16,-1 6 15,0 7-15,5-2 16,3-3-16,4-2 16,3-3-16,0 1 15,2 0-15,3-3 16,4-2-16,2-6 15,3-5-15,0-5 16,-4-8-16,24 0 16,3-12-1,6-14-15,-1-5 16,-2-10-16,-4-1 16,-8 4-16,-7-2 15,-6 7-15,-5 7 16,-2 7-16,-2 5 15,-2 3-15,1 2 16,5 9 15,-11-7-31,11 7 16,-20 0-16,8 4 16,12-4-16,-12 10 15</inkml:trace>
  <inkml:trace contextRef="#ctx0" brushRef="#br0" timeOffset="16199.93">11828 1626 0,'0'0'0,"0"0"0,1 2 16,-1-2-16,2 6 16,-2-6-16,1 13 15,1-6-15,-1 1 16,1-2-16,3 0 15</inkml:trace>
  <inkml:trace contextRef="#ctx0" brushRef="#br0" timeOffset="16648.91">12221 1435 0,'0'0'0,"0"0"16,0 0-16,-2 3 16,-3 4-16,-3 4 15,-4 9-15,-4 5 16,-3 4-16,-5 8 16,0 1-16,-4 4 15,1 0-15,1-2 16,2-3-16,4-3 15,4-6-15,9 2 16,8-1 0,5-5-16,4-5 15,5-6-15,8-6 16,11-2-16,2-5 16,-4-5-16,-7-3 15,-5-3-15,-4-4 16,-5 0-16,-3 0 15,-6 2-15,-3 1 16,-7 0-16,-4-1 16,-4 1-1,-1 3-15,2 1 16,0 1-16,3 2 16,12 5-16,-17-7 15,17 7-15</inkml:trace>
  <inkml:trace contextRef="#ctx0" brushRef="#br0" timeOffset="17136.08">12601 1496 0,'0'0'0,"3"0"16,-3 0-16,30-4 16,5 0-16,0 6 15,-4 2 1,-5 5-16,-5 6 16,-5 4-16,-7 9 15,-7 7-15,-9 7 16,-5 4-16,-8-2 15,-3-4-15,0-6 16,0-5 0,6-7-16,4-6 15,3-5-15,2-1 16,2-3-16,6-7 16,-6 8-16,6-8 15,0 0-15,14 7 16,6-2-16,8-5 15,2-3-15,1-2 16,-3 0-16,-1-3 16,-4 2-1,-1-1-15,-3 0 16,-2 0-16,-1-2 16</inkml:trace>
  <inkml:trace contextRef="#ctx0" brushRef="#br0" timeOffset="17632.3">13113 1647 0,'0'0'0,"0"0"0,0 0 15,0 0-15,0 0 16,0 0 0,3 2-16,8 1 15,16-3-15,15-5 16,5-1-16,-4-2 15,-5 1-15,-5 2 16,-7 0-16,-6 2 16,-6 0-16,-3 1 15,-11 2 1,10-1-16,-10 1 16</inkml:trace>
  <inkml:trace contextRef="#ctx0" brushRef="#br0" timeOffset="17866.29">12964 1849 0,'0'0'0,"0"0"0,0 0 16,0 0-16,0 0 15,7 3-15,8 0 16,16-4-16,6-5 15,1-2-15,-1 0 16,-1-1-16,2 0 16,0 0-16,-4 1 15,-6 1-15,2-3 16</inkml:trace>
  <inkml:trace contextRef="#ctx0" brushRef="#br0" timeOffset="18449.07">13981 1497 0,'0'0'0,"0"0"0,0 0 0,0 0 0,-4 1 16,4-1 0,-29 12-16,-2 2 15,-2 6-15,2 4 16,1 3-16,4 1 15,2 2-15,5 0 16,4 0-16,4-3 16,5-3-16,5 1 15,5 0-15,5-4 16,5 0 0,5-5-16,5-4 15,3-3-15,1-6 16,2-6-16,-3-5 15,-2-4-15,-3-3 16,-5-2-16,-5-5 16,-4-1-16,-6-6 15,-4-1-15,-4 0 16,0 6 0,-2 3-16,-1 2 15,-1 3-15,-2 2 16,0 3-16,2 3 15,10 8-15,-15-10 16,15 10-16,-10-5 16</inkml:trace>
  <inkml:trace contextRef="#ctx0" brushRef="#br0" timeOffset="18666.2">14264 1674 0,'0'0'0,"0"0"0,0 0 15,0 3-15,0-3 16,0 0 0,0 0-16,0 7 15,0-7-15,0 0 16</inkml:trace>
  <inkml:trace contextRef="#ctx0" brushRef="#br0" timeOffset="19249.29">14501 1427 0,'0'0'0,"0"0"0,0 0 0,0 0 0,5-1 16,6-1-16,9-1 16,4 0-16,-1 0 15,1-1-15,1 3 16,-3 2-16,-1 1 16,-1 3-1,-3 4-15,1 8 16,-2 4-16,-3 4 15,-2 0-15,-6 2 16,-5 4-16,-7 4 16,-5 4-16,-7 4 15,-6-3 1,-4-2-16,-3-4 16,1-4-16,3-4 15,5-6-15,5-5 16,7-5-16,11-10 15,-11 9-15,11-9 16,0 0-16,0 0 16,0 0-16,0 0 15,0 0-15,0 0 16,30-8-16,2-2 16,2-2-1,1 1-15,-1-1 16,-5 2-16,-4 3 15,-3-1-15,-2 2 16,-2 0-16,-2 1 16,-3 1-16,-1 0 15,1 0-15</inkml:trace>
  <inkml:trace contextRef="#ctx0" brushRef="#br0" timeOffset="19949.18">15101 1320 0,'0'0'0,"0"0"15,0 0-15,0 0 16,-1 3-16,-2 6 16,-4 12-16,-1 8 15,-3 5-15,1-3 16,0 4-16,1 2 16,4 1-1,3-1-15,5-5 16,3-1-16,3-3 15,3-4-15,4-4 16,3-5-16,8-7 16,2-3-16,1-9 15,-1-5-15,-2-7 16,1-6-16,-1-5 16,-4 0-1,-5-2-15,-3-1 16,-3 3-16,-3 0 15,-3 4-15,-3 5 16,-1 6-16,-2 3 16,0 9-16,-1-10 15,1 10-15,0 0 16,-3-7 0,3 7-16,0 0 15,0 0-15,-10 0 16,10 0-16,-21 16 15,6 3-15,-2 9 16,-1 8-16,0 5 16,1 4-16,0 1 15,0 4-15,2 0 16,4-3-16,2-4 16,3-8-16,2-6 15,1-7 1,1-6-16,2-3 15,2-4-15</inkml:trace>
  <inkml:trace contextRef="#ctx0" brushRef="#br0" timeOffset="21232.87">3928 2518 0,'0'0'0,"0"0"0,0 0 0,0 0 16,-2 4-16,1 4 16,-1 7-16,-3 11 15,3 4-15,3 2 16,2 1-16,1-1 16,2-5-16,-1-3 15,2-6 1,-1-5-16,4-2 15,0-2-15,7-5 16,9-7-16,7-9 16,2-9-16,1-7 15,-10 2-15,-8 6 16,-8 5-16,-5 6 16,-5 9-16,6-8 15,-6 8 1,0 0-16,0 0 15,0 0-15,-3 7 16,-3 13-16,-2 14 16,-2 9-16,2 10 15,2 9-15,-1 5 16,0 3-16,-1 4 16,1-1-16,0 5 15,-20 23 16,-9-16-31,-12-6 16,4-23-16,11-27 16,-1-9-16,10-10 15,-1-10-15,2-12 16,0-8-16,6-7 16,7-3-16,3-5 15,5-4-15,8-5 16,5-1-16,3 3 15,11-5 1,4 1-16,7-3 16,5-2-16,0 4 15,6-3-15</inkml:trace>
  <inkml:trace contextRef="#ctx0" brushRef="#br0" timeOffset="21716.16">4023 2269 0,'0'0'0,"0"0"0,0 0 0,0 0 16,0 0-16,-2 4 15,-1 2-15,-2 3 16,1 1-16,1-4 16,3-6-16,-4 7 15,4-7-15,0 0 16,0 0-1,21-23-15,14-14 16,-2 1-16,-8 9 16,-11 11-16,-5 7 15,-4 2-15,-5 7 16,15-4-16,-2 12 16,5 6-16,3 9 15,0 4-15,0 3 16,-1 3-1,-2-2-15,0 2 16,-2-6-16,-2-1 16</inkml:trace>
  <inkml:trace contextRef="#ctx0" brushRef="#br0" timeOffset="22116.15">4637 2902 0,'0'0'0,"0"0"15,0 0-15,0 0 16,0 0-16,6 1 16,9 0-16,13-2 15,10-3-15,4-2 16,5-1-16,0 0 16,-3-1-16,-3 2 15,-3 0-15,-3 0 16,-6 2-1,-6 1-15,-7 2 16,-5 2-16,-11-1 16,13 3-16,-13-3 15</inkml:trace>
  <inkml:trace contextRef="#ctx0" brushRef="#br0" timeOffset="22316.09">4713 3090 0,'0'0'0,"0"0"0,0 0 0,4-1 16,7-3-16,12-6 16,10-2-16,7-1 15,3 4 1,-3 2-16,3 0 15,3 2-15,-1 2 16,-2 1-16</inkml:trace>
  <inkml:trace contextRef="#ctx0" brushRef="#br0" timeOffset="22965.83">6021 2906 0,'2'-2'0,"-2"2"16,2-7-16,0 0 15,-3-3-15,-2-5 16,-3 0-16,-1 1 15,-7 4 1,-5 1-16,-2 3 16,-8 3-16,-6 0 15,-5 3-15,-5 4 16,3 1-16,4 6 16,5 1-16,2 1 15,4 0-15,3 2 16,3 3-1,1 6-15,3 2 0,5 2 16,5 1 0,6 1-16,4 0 15,6 1-15,3-4 16,2-5-16,5-4 16,2-3-16,3-4 15,2-9-15,-2-8 16,0-5-16,-1-3 15,-3-1-15,-5 0 16,-3 0 0,-4 0-16,-3 2 15,-4-3-15,-3-1 16,-4-1-16,-3 0 16,-1 3-16,-2 3 15,2 2-15,0 3 16,10 7-16,-16-8 15,16 8 1,0 0-16,-11-8 16</inkml:trace>
  <inkml:trace contextRef="#ctx0" brushRef="#br0" timeOffset="23350.27">6450 2508 0,'0'0'0,"0"0"16,0 0-16,0 0 15,-2 5-15,-2 7 16,-5 11-16,-3 10 15,-5 11 1,-1 2-16,-2 3 16,0 2-16,-1 4 15,0 4-15,3 1 16,3 0-16,7 3 16,3-4-16,6-3 15,11-3 1,14-9-1,3-8-15,7-10 16,-4-13 0,-1-8-16,8-10 15,-3-6-15</inkml:trace>
  <inkml:trace contextRef="#ctx0" brushRef="#br0" timeOffset="23849.06">6844 2872 0,'0'0'0,"0"0"0,0 0 0,0 0 15,0 0-15,-3 0 16,3 0-16,0 0 15,-16 7 1,5-2-16,-4 6 16,-1 5-16,-3 8 15,1 6-15,2 0 16,5-3-16,7 1 16,5 0-16,5-1 15,7-5-15,11-9 31,21-14-15,10-15-16,-4-10 16,-18 5-16,-6-7 15,-8-3-15,-5 3 16,-4-2-16,-4 9 16,-4 4-16,-4 4 15,-1 1-15,-2 2 16,0 3-16,5 7 15,-10-11-15,10 11 16,-10-6-16,10 6 16,0 0-1,0 0-15</inkml:trace>
  <inkml:trace contextRef="#ctx0" brushRef="#br0" timeOffset="24033.22">7270 2898 0,'0'0'0,"0"2"0,0-2 0,0 0 0,0 0 16,0 0-16,0 0 16,4 7-16,-4-7 15,9 9-15</inkml:trace>
  <inkml:trace contextRef="#ctx0" brushRef="#br0" timeOffset="24517.12">7466 2723 0,'0'0'0,"0"0"0,0 0 0,7-5 16,2-1-16,8-4 15,6-1-15,4 0 16,-2 2-16,-5 3 16,-3 4-1,-2 3-15,-3 2 16,-1 3-16,-2 4 16,-3 8-16,-3 7 15,-6 6-15,-6 7 16,-6 3-16,-4 3 15,-4 0-15,-1-4 16,0-6-16,3-6 16,4-5-16,4-7 15,5-4 1,2-4-16,6-8 16,-7 11-16,7-11 15,0 0-15,7 8 16,7-5-16,9-3 15,4-4-15,-4-1 16,-4-1-16,0 1 16,0-2-16,-2 2 15,4-1 1,0-3-16,5-3 16</inkml:trace>
  <inkml:trace contextRef="#ctx0" brushRef="#br0" timeOffset="24982.33">7867 2665 0,'0'0'0,"0"0"0,0 0 16,0 0-16,0 1 15,0-1-15,-2 13 16,-1 4-16,-1 10 15,1 2-15,1 1 16,3-3 0,4-1-16,4-4 0,5-2 15,5-10 1,6-7-16,4-6 16,3-7-16,2-6 15,-2-2-15,-5-5 16,-6 1-16,-4-2 15,-5 3-15,-5 5 16,0 3-16,-4 3 16,0 4-1,-3 6-15,2-8 16,-2 8-16,0 0 16,-13 3-16,-5 10 15,-13 16-15,-3 8 16,-2 7-16,1 2 15,3 0-15,-1 4 16,7-5-16,4-3 16,2 1 15</inkml:trace>
  <inkml:trace contextRef="#ctx0" brushRef="#br0" timeOffset="25282.28">8316 2263 0,'0'0'0,"0"0"0,2 2 16,-2-2-1,19 18-15,0 5 16,0 10-16,-2 12 16,-3 12-16,-5 5 15</inkml:trace>
  <inkml:trace contextRef="#ctx0" brushRef="#br0" timeOffset="26032.27">9244 2823 0,'0'0'0,"0"0"16,0 0-16,0 0 15,0 0-15,3 0 16,-3 0-16,34 3 15,6-1-15,6 0 16,2-2-16,1-4 16,1-3-16,-4 2 15,-1 1 1,-6-1-16,-5 3 0,-5 0 16,-6 2-1,-5 2-15,-7 2 16</inkml:trace>
  <inkml:trace contextRef="#ctx0" brushRef="#br0" timeOffset="26332.53">9056 3266 0,'0'0'0,"0"0"15,-4 1-15,4-1 16,0 0-16,-10 4 16,10-4-16,0 0 15,16 0 1,29 0-16,20-4 16,1-1-16,8-4 15,-2-1-15,-3-1 16,-1 2-16,-8 0 15,-6 1-15,-4 3 16,-3 3-16,-11-2 16</inkml:trace>
  <inkml:trace contextRef="#ctx0" brushRef="#br0" timeOffset="26932.84">8378 2542 0,'0'0'0,"0"0"0,0 0 15,0 0-15,4 2 16,6 7-16,8 11 16,-1 11-1,-2 4-15,-3 9 16,-3 8-16,-6 6 15,-6-1-15,-3-1 16,-4-7-16,-5 2 16,-6-2-16,-5 1 15,-4-1-15,1-4 16,-3-2 0,1-5-16,3-6 15,3-5-15,5-5 16,5-6-16,4-5 15,3-3-15</inkml:trace>
  <inkml:trace contextRef="#ctx0" brushRef="#br0" timeOffset="27866.12">5894 3519 0,'0'0'0,"0"-2"0,0 2 16,0 0-16,0 0 16,23-12-1,17 5-15,20 0 16,10 4-16,7 3 15,-4-1-15,9 0 16,4 1-16,-1-2 16,0 1-16,-8 1 15,-8-1-15,-3 0 16,-5 0-16,-6 0 16,-3 3-16,-3 3 15,-5 2 1,-3 4-16,-2 1 15,-2 0-15,-2 2 16,2 0-16,3 1 16,5 2-16,8-1 15,5-6-15,11-11 16,2 0-16,7-5 16,-1-4-1,1 0-15,-3-1 16,-1 1-16,-2 0 15,-7 0-15,-5 2 16,-9 1-16,-7 1 16,-7 1-16,-3 3 15,-7 1-15,-5 1 16,-1 1-16</inkml:trace>
  <inkml:trace contextRef="#ctx0" brushRef="#br0" timeOffset="28783.25">6069 2859 0,'0'0'0,"0"0"0,0 0 16,-3-1-16,3 1 15,0 0-15,-5-6 16,5 6-1,0 0-15,0 0 16,0 0-16,8-9 16,14-3-16,14-5 15,1 1-15,-5 3 16,-6 5-16,0 2 16,1 1-16,-3 2 15,-3 2-15</inkml:trace>
  <inkml:trace contextRef="#ctx0" brushRef="#br0" timeOffset="29199.88">5743 3067 0,'0'0'0,"0"0"15,-3-2-15,3 2 16,-10-9-16,10 9 16,-18-12-16,9 4 15,0 2-15,1-2 16,-1-5-16,5-7 15</inkml:trace>
  <inkml:trace contextRef="#ctx0" brushRef="#br0" timeOffset="30749.4">10653 2809 0,'0'0'0,"0"0"0,-3 0 16,3 0-16,-12-2 15,12 2-15,-23 1 16,2 7-16,-12 5 15,-4 8 1,2 6-16,3 5 16,6-2-16,4-1 15,7 1-15,4-2 16,5 2-16,6 2 16,7 0-16,9 1 15,4-5-15,4-3 16,10-8-16,3-6 15,5-9-15,0-7 16,1-8 0,-6-6-16,-6-6 15,-7-5-15,-6 0 16,-3-4-16,-7 2 16,-4-2-16,-6 1 15,-4 5-15,-1 6 16,-1 5-16,-2 4 15,0 0-15,0 3 16,-3 0 0,-2 0-16,-3 3 15,-3 2-15,7 1 16</inkml:trace>
  <inkml:trace contextRef="#ctx0" brushRef="#br0" timeOffset="30932.5">11010 2942 0,'0'0'0,"0"0"16,0 0-16,0 0 15,0 0-15,0 0 16,0 0-16,0 1 15,0-1-15</inkml:trace>
  <inkml:trace contextRef="#ctx0" brushRef="#br0" timeOffset="31449.49">11710 2676 0,'0'0'0,"0"0"16,0 0-16,-5 1 16,-8 2-16,-17 3 15,-17 3-15,-2 1 16,8 0-16,10 2 15,8 0 1,6 0-16,3 1 16,5 1-16,6 2 15,6 7-15,7 3 16,13 6-16,11-1 16,8 5-16,1-1 15,-2-5-15,-5-4 16,-7-5-16,-6-4 15,-8-3-15,-5-3 16,-2 2 0,-4-1-16,-7 3 0,-11 0 15,-17 2 1,-11 5-16,-7-9 16,-2-6-16,7-5 15,6-5-15,5-3 16,7-5-16,5-5 15,6-15-15</inkml:trace>
  <inkml:trace contextRef="#ctx0" brushRef="#br0" timeOffset="31665.7">11538 2755 0,'0'0'0,"0"0"0,0 0 16,1-2-16,-1 2 15,16-6-15,11 0 16,9 3-16,5 1 16,-1 1-1,0 1-15,-6-1 16,-2-1-16,-2-3 16,-7-1-16,-5-1 15,-8 3-15,-10 4 16,12-4-16,-12 4 15</inkml:trace>
  <inkml:trace contextRef="#ctx0" brushRef="#br0" timeOffset="32165.71">12540 2511 0,'0'2'0,"0"-2"15,0 0-15,-13 16 16,-19 4-16,-17 12 16,-3 0-16,1 1 15,-2 3-15,8 7 16,9-2-16,9 9 15,3-8-15,7 4 16,7 0-16,4-2 16,18 3-16,-3 0 15,25 1 17,12-11-32,5-15 15,4-14-15,-22-8 16,-3-11-16,-8-1 15,-3-5-15,-7 0 16,-4 0-16,-6 1 16,-8-2-1,-7-1-15,-9 1 16,-5 1-16,-4 5 16,-4 2-16,0 2 15,0 1-15,0 4 16,-3 3-16</inkml:trace>
  <inkml:trace contextRef="#ctx0" brushRef="#br0" timeOffset="34282.25">1351 3892 0,'0'0'0,"-1"1"16,-2 5-16,-8 18 15,-11 27-15,-5 11 16,-1 7 0,0 1-16,-1 0 15,1 0-15,1-8 16,0-6-16,4-10 15,3-11-15,5-10 16,4-8-16,6-7 16,1-3-16,4-7 15,0 0-15,0 0 16,0 0 0,0 0-16,10-3 15,9-6-15,3-3 16,2 0-16,0 3 15,-3 2-15,-2 4 16,-2 3-16,-2 3 16,1 6-16,-1 5 15,3 3-15,-3 3 16,-1 3-16,0 1 16,-2-2-1</inkml:trace>
  <inkml:trace contextRef="#ctx0" brushRef="#br0" timeOffset="35565.61">1587 4349 0,'0'0'0,"0"0"16,0 0-16,0 0 15,0 0-15,-1 6 16,-2 4 0,-1 8-16,2 5 15,4 0-15,2-2 16,2-3-16,2-6 15,2-1-15,3-4 16,3-6-16,3-8 16,0-7-16,2-9 15,-2-4-15,-7 0 16,-4 3-16,-4 5 16,-4 6-16,-2 2 15,-5-1 1,-1 2-16,-5 0 15,1 4-15,0 3 16,2 1-16,10 2 16,-15 0-16,15 0 15,0 0-15,-10 12 16,12 0 0,10 2-16,10 1 15,15-4-15,11-10 16,5-8-16,3-8 15,-2-7-15,-3-6 16,-4-6-16,-6 0 16,-7 2-16,-10 5 15,-8 7-15,-7 6 16,-4 4-16,-5 10 16,3-10-16,-3 10 15,0 0 1,-1-6-16,1 6 15,0 0-15,0 0 16,-10 0-16,10 0 16,-5 13-16,4 3 15,9 9-15,5 6 16,7 3-16,1-2 16,-3-5-1,3 5 1,-9 11-1,-11 12-15,-10 0 16,-2-20-16,-5-2 16,1-13-16,2-10 15,0-2-15,13-8 16,-14 5-16,14-5 16,0 0-16,0 0 15,8-20 1,19-18-16,11-14 15,-1 1-15,2-2 16,-6 6-16,-1 4 16,-3 0-16,-6 7 15,-8 7-15,-5 8 16,-5 8-16,-2 3 16,-1 3-1,-2 7-15,-1-8 16,1 8-16,-12-3 15,-2 5-15,-6 5 16,2 3-16,1 4 16,3 1-16,2 4 15,5 1-15,6 2 16,11 3-16,2 4 16,10 1-16,1-1 15,2 1 1,2 0-16,1-1 15,-4-5-15,-4-7 16,-8-7-16,-2-4 16,-10-6-16,0 0 15,6 9-15,-14-1 16,-8 4-16,-7-3 16,-2-1-16,-2-2 15,3-2 1,0-1-16,3-3 15,6-3-15,15 3 16</inkml:trace>
  <inkml:trace contextRef="#ctx0" brushRef="#br0" timeOffset="35867">2867 4163 0,'0'0'0,"0"0"0,0 0 16,0 0-16,2 2 16,-2-2-1,21 7-15,8-1 0,9 0 16,5-5-1,3-2-15,1-5 16,-2-2-16,-7 0 16,-10 3-16,-12 1 15</inkml:trace>
  <inkml:trace contextRef="#ctx0" brushRef="#br0" timeOffset="36081.99">2894 4512 0,'0'0'0,"0"0"0,0 0 15,0 0-15,1 2 16,-1-2-16,0 0 16,19 0-16,14-6 15,10-5 1,9-4-16,1-1 15,2-1-15,0-1 16,5-3-16,-1-1 16,-3-3-16</inkml:trace>
  <inkml:trace contextRef="#ctx0" brushRef="#br0" timeOffset="36382.05">3968 3976 0,'0'0'0,"0"0"15,0 0-15,0 0 16,0 3-16,0-3 16,0 12-16,0 4 15,0 8 1,0 8-16,0 5 15,0 3-15,-5 7 16,-5 0-16,-4 0 16,-2-1-16,-2-2 15,2-5-15,1-2 16,1-8-16</inkml:trace>
  <inkml:trace contextRef="#ctx0" brushRef="#br0" timeOffset="36716.03">3442 4745 0,'0'0'0,"0"0"0,0 0 0,0 0 0,0 0 15,7-3 1,15-4-16,20-3 15,11 2-15,3-1 16,3 0-16,6-1 16,2 0-16,-3 2 15,4-1-15,-5 1 16,-5 1-16,-5 3 16,-5-1-16,-1 1 15,-3 0-15,-4 1 16,-8 1-1,-5 6-15,-6 5 16,-6-1-16,-5 8 16,-9-2-16</inkml:trace>
  <inkml:trace contextRef="#ctx0" brushRef="#br0" timeOffset="37299.15">3686 5021 0,'0'0'0,"0"0"0,0-4 0,0-3 16,5-7-16,13-12 16,6-7-16,5 5 15,-1 10-15,-2 8 16,-1 4-16,-1 7 15,-4 3 1,-4 3-16,-4 6 16,-3 9-16,-7 11 15,-4 13-15,-12 2 16,-5-1-16,-3-1 16,-7-1-16,2-1 15,0-7-15,5-7 16,3-7-16,5-5 15,3-5 1,4-3-16,7-10 16,-7 9-16,7-9 15,0 0-15,0 0 16,0 0-16,0 0 16,12 4-16,11-5 15,9-3-15,1-1 16,1-2-16,1 1 15,-4 0 1,0 0-16,-1 0 16,-1 1-16,-1 0 15,-1 1-15,-1 1 16,-3 1-16,0 0 16,-1 0-16,0 1 15,6-2-15</inkml:trace>
  <inkml:trace contextRef="#ctx0" brushRef="#br0" timeOffset="37765.94">5036 3805 0,'0'0'0,"0"0"0,0 0 0,0 0 16,0 0-16,-9 6 16,-13 9-16,-15 14 15,-1 21-15,7-1 16,3 8-1,1 8-15,4-1 16,4 6-16,3 4 16,5 0-16,3 6 15,4-9-15,3 5 16,2-5-16,5-2 16,5 1-16,2-5 15,7 1-15,4-9 16,3-7-16,4-10 15,-2-8 1,0-6-16,1-10 16,3-7-16,6-5 15,0-4-15,-2-7 16,-3-1-16</inkml:trace>
  <inkml:trace contextRef="#ctx0" brushRef="#br0" timeOffset="38318.15">5385 4215 0,'0'0'0,"0"0"16,0 0-16,0 0 15,0 0-15,0 2 16,-1 4-16,0 12 15,-3 12 1,-1 14-16,-2 6 16,1 0-16,-2 4 15,0 3-15,2-4 16,3-2-16,0-8 16,2-8-16,0 0 15,0-3-15,0-10 16,1-6-16,0-4 15,0 1-15</inkml:trace>
  <inkml:trace contextRef="#ctx0" brushRef="#br0" timeOffset="38750.08">5563 4663 0,'0'0'0,"0"0"0,0 0 0,0 0 0,-4 0 16,4 0-16</inkml:trace>
  <inkml:trace contextRef="#ctx0" brushRef="#br0" timeOffset="39815.85">5540 4691 0,'0'0'0,"0"0"0,0 0 15,0 0-15,0 0 16,0 0-16,0 0 16,0 0-16,7 0 15,10-5-15,13-2 16,5 0-16,4 1 15,4 1-15,-1-1 16,-1 1-16,-4 0 16,-3 1-1,-5 0-15,-2 5 16,-3 3-16,-6-2 16,-5-1-16,-1 1 15,-12-2-15,15 2 16,-15-2-16,0 0 15,11 1-15</inkml:trace>
  <inkml:trace contextRef="#ctx0" brushRef="#br0" timeOffset="41432.75">6864 4337 0,'0'0'0,"0"0"0,-3-1 0,3 1 15,0 0-15,-18-4 16,1 6 0,-6 10-16,-13 18 31,-5 15-31,3 3 15,9 3-15,15-17 16,6-2-16,5-3 16,5-9-16,3-2 15,2-5-15,5-3 16,9-7 0,7-1-16,5-7 15,-1-4-15,-7-5 16,-3-5-16,-2-6 15,-6 1-15,-4-4 16,-6 0-16,-6-1 16,-4-1-16,-6 3 15,-5 2-15,-1 4 16,1 5 0,0 5-16,5 4 15,0 2-15,2 3 16,-1 2-16,0 2 15,1 3-15</inkml:trace>
  <inkml:trace contextRef="#ctx0" brushRef="#br0" timeOffset="41599.18">7075 4341 0,'0'0'0,"0"0"0,0 0 16,0 0-16,0 0 16,2 2-16,-2-2 15,8 9-15</inkml:trace>
  <inkml:trace contextRef="#ctx0" brushRef="#br0" timeOffset="42065.59">7616 4178 0,'0'0'0,"0"0"0,0 0 16,0 0-1,0 0-15,-3 0 16,3 0-16,-14 2 15,-2 0-15,0 3 16,2 0-16,3 1 16,1 0-16,1 0 15,2 3-15,0 1 16,3 4-16,2 7 16,5 7-1,7 7-15,8 6 16,11 10-1,2-1 1,-6-9-16,-8-13 16,-7-11-16,-2-4 15,-4-3-15,-4 6 16,-9 5-16,-12-2 16,-14 1-1,-5-4-15,0-5 16,7-3-16,3-8 15,2-8-15,3-4 16,5-15-16</inkml:trace>
  <inkml:trace contextRef="#ctx0" brushRef="#br0" timeOffset="42298.57">7584 4202 0,'0'0'0,"0"0"16,0 0-16,5 0 16,7-3-16,15-3 15,14 0-15,4 1 16,-7 2-16,-4 1 16,-5 1-1,-4 0-15,-3 1 16,-6 1-16,-3 0 15</inkml:trace>
  <inkml:trace contextRef="#ctx0" brushRef="#br0" timeOffset="42783.32">8345 4031 0,'0'0'0,"0"0"15,0 0-15,0 0 16,-2 2-16,-3 4 16,-7 8-16,-10 11 15,-6 8-15,-2 4 16,0 3-16,0 2 16,1 1-16,2 2 15,4-4 1,3 0-16,3-4 15,9-7-15,10-1 32,6-3-32,9-7 15,7-6-15,0-10 16,0-3-16,-2-3 16,-3-2-1,-3-5-15,-4-1 16,-3-2-16,-6-3 15,-4-1-15,-5-1 16,-8 0-16,-9-1 16,-7 2-16,-7 5 15,3 3-15,5 5 16,6 3-16,6-1 16,3 2-16,14 0 15,-11-1 1</inkml:trace>
  <inkml:trace contextRef="#ctx0" brushRef="#br0" timeOffset="43181.04">8588 3774 0,'0'0'0,"0"0"0,0 0 0,0 0 0,0 0 15,0 1-15,0-1 16,0 21-16,1 12 16,4 14-1,1 9-15,2 3 0,0 8 16,0 1-1,-5 0-15,-14 31 32,-4-11-32,-13 4 15,-9-18-15,0-26 16,-5 2-16,-1-6 16,-1-3-16,1 0 15,10-13 1,9-10-16,3-10 15,4-8-15</inkml:trace>
  <inkml:trace contextRef="#ctx0" brushRef="#br0" timeOffset="43699.2">8853 3679 0,'0'0'0,"0"0"16,2-3-16,-2 3 15,17-15 1,2 1-16,7 6 15,0 5-15,-3 7 16,-4 4-16,-3 4 16,-5 8-16,-5 0 15,-6 11-15,-5 3 16,-6 2-16,-6-1 16,-4-4-1,0-5-15,3-4 16,6-8-16,3-6 15,9-8-15,-10 10 16,10-10-16,0 0 16,0 0-16,13 7 15,21-6-15,10-8 16,3-2-16,-3-1 16,-4-1-16,-3 2 15,-10 2-15,-6 0 16,-6 2-1,-5 1-15,-10 4 16,12-5-16,-12 5 16</inkml:trace>
  <inkml:trace contextRef="#ctx0" brushRef="#br0" timeOffset="45282.27">9283 4447 0,'0'0'0,"0"0"16,3-3-16,3-4 15,7-6-15,5-1 16,7 0-1,9 3-15,7 5 16,6 2-16,5 6 16,2 2-16,0 0 15,-6-1-15,-9-1 16,-4 0-16,-6-4 16,-4-1-16,-7 0 15,-8 1-15,-10 2 16</inkml:trace>
  <inkml:trace contextRef="#ctx0" brushRef="#br0" timeOffset="45499.3">9191 4707 0,'0'0'0,"0"0"0,0 0 15,0 0-15,0 0 16,4 1-16,-4-1 15,33 7 1,23-1-16,21-8 16,2-5-16,4-3 15,-6-4-15</inkml:trace>
  <inkml:trace contextRef="#ctx0" brushRef="#br0" timeOffset="47749.75">10576 4015 0,'0'0'0,"0"0"0,0 2 0,-2 5 16,-3 13-16,-5 16 16,-2 8-16,-3 6 15,1 3-15,-1 0 16,2-4-16,1-5 15,1-3-15,3-1 16,0-6-16,2-1 16,4-4-1,1-3-15,2 1 16</inkml:trace>
  <inkml:trace contextRef="#ctx0" brushRef="#br0" timeOffset="48048.64">9930 4718 0,'4'0'0,"6"-1"0,11 0 16,31-1-16,15 1 15,6 1-15,8 1 16,1 0-16,2 0 16,-5 2-16,-10-1 15,-2-1-15,-7 1 16,0-3 0,-8-1-16,-4-1 15,-9 0-15,-11 1 16,-11 1-16,-17 1 15</inkml:trace>
  <inkml:trace contextRef="#ctx0" brushRef="#br0" timeOffset="48449.71">10340 4958 0,'0'0'0,"0"-2"15,0 2-15,10-7 16,5 2-16,9 6 16,7 6-16,-1 6 15,-5 6 1,-3 3-16,-10 8 16,-9 2-16,-8 9 15,-15 3-15,-8 1 16,-9 1-16,-2-8 15,5-7 1,8-8 0,10-9-16,7-6 15,9-8-15,0 0 16,28 0 0,33-4-16,20-9 15,-2-6-15,1-1 16,4-7-16,-11 2 15,8-6-15,-8 3 16,1-9-16</inkml:trace>
  <inkml:trace contextRef="#ctx0" brushRef="#br0" timeOffset="48815.68">11555 3976 0,'0'0'0,"0"0"0,0 0 0,0 0 15,-1 4-15,-1 3 16,-3 13-16,-6 18 15,-4 18-15,-3 11 16,-1 8-16,0 9 16,1 5-16,4-1 15,4 5-15,6-6 16,5-4 0,3-4-16,8-8 15,7-5-15,4-11 16,10-10-16,9-2 31,2-4-31</inkml:trace>
  <inkml:trace contextRef="#ctx0" brushRef="#br0" timeOffset="50498.99">11975 4340 0,'0'0'0,"0"0"0,1-1 15,-1 1-15,0 0 16,0-8-16,0 8 16,-6-7-16,6 7 15,0 0 1,-8-6-16,8 6 15,-12-1-15,-2 2 16,-12 4-16,-6 6 16,1 4-16,5 1 15,3 2-15,1 1 16,0 3 0,4-1-16,4 1 15,3 0-15,7 2 16,4-2-16,2-3 15,4-7-15,3-5 16,6-4-16,6-2 16,3-5-16,0-3 15,4-5-15,-2-5 16,-4-4-16,-5-1 16,-9-3-16,-5 1 15,-2 2-15,-5 1 16,0 4-1,0 5-15,1 2 16,0 3-16,3 7 16,-5-9-16,5 9 15,-3-6-15,3 6 16</inkml:trace>
  <inkml:trace contextRef="#ctx0" brushRef="#br0" timeOffset="50649.4">12147 4327 0,'0'0'0,"0"0"0,0 0 16,0 0-16,0 0 16,0 0-16,0 0 15,0 0 1</inkml:trace>
  <inkml:trace contextRef="#ctx0" brushRef="#br0" timeOffset="51215.82">12490 4140 0,'0'0'0,"0"0"0,0 0 0,-1 4 15,-1 3-15,-2 8 16,-3 7-16,0 5 16,1 1-1,2 4-15,3 1 16,5-1-16,4 0 15,5-10-15,5-10 16,19-8 0,24-18-1,-1-3-15,-10-6 16,-18 1-16,-6 1 16,-2-2-16,-4-1 15,-4 2-15,-5 5 16,-3 4-1,-4 3-15,-4 10 16,5-9-16,-5 9 16,0 0-16,0 0 15,0 0-15,0 0 16,-12 11-16,3 7 16,-3 11-16,-1 7 15,-1 2-15,1 6 16,2 0-1,2-1-15,0 8 16,-6 29 0</inkml:trace>
  <inkml:trace contextRef="#ctx0" brushRef="#br0" timeOffset="52065.65">13201 4170 0,'0'0'0,"0"0"16,0 0-16,0 0 16,0 2-16,0-2 15,0 0-15,-3 12 16,-1-1-16,-1 8 16,-2 3-16,-1 6 15,2 1-15,3-3 16,1-4-1,3-5-15,2-6 16,8-3-16,7-4 16,14-10-16,1-4 15,6-20 1,-2 1 0,-7-1-16,-10 5 15,-8 13 1,-6 3-16,-6 9 0,7-9 15,-7 9 1,0 0-16,0 0 16,0 0-16,-10 20 15,-6 10-15,0 11 16,-1 0-16,-1 6 16,2-8-16,3-4 15,2-3-15,-3 14 16,8-11-16,4-12 15,2 7 1,-1-6-16</inkml:trace>
  <inkml:trace contextRef="#ctx0" brushRef="#br0" timeOffset="52565.64">13472 3737 0,'0'0'0,"0"2"0,0-2 16,0 0-16,1 9 16,-1 2-16,4 5 15,5 14-15,5 5 16,3 12-16,3 5 16,0-2-16,-1-3 15,-3 3-15,-5 3 16,-1-1-16,-6 0 15,-2 2-15,-7-3 16,0 3 0,-7 10-16,-7 4 15,-11 3-15,-2-4 16,1-28-16,-1-7 16,0 1-16,2-3 15,7-6-15,3-6 31,1-16-15</inkml:trace>
  <inkml:trace contextRef="#ctx0" brushRef="#br0" timeOffset="53649.06">13572 3573 0,'0'0'0,"0"0"16,1-2-16,-1 2 15,6-15-15,-1 3 16,2 0-16,1 2 16,3 0-16,1 1 15,1 2-15,4 0 16,3 1-16,0 2 15,-3 2 1,-4 1-16,-3 1 16,-10 0-16,12 2 15,-12-2-15,6 8 16,-3-3-16,-2 7 16,-1 3-16,-5 5 15,-1 2-15,-6 1 16,0 1-16,-3-1 15,0-2-15,3-4 16,2-4 0,1-4-16,2-1 15,1-1-15,6-7 16,-8 10-16,8-10 16,-5 8-16,5-8 15,0 0-15,0 0 16,0 0-16,0 0 15,0 0-15,0 0 16,0 0 0,0 0-16,12 5 15,22-8-15,8-5 16,-6 0-16,-5 1 16,-3-2-16,-1 2 15,-1-1-15,-5 2 16,-3 4-16,-5 1 15,-4 1-15,-9 0 16,14 2 0,-14-2-16,0 0 15,11 2-15,-11-2 16,0 0-16,15 3 16,-3-7-16</inkml:trace>
  <inkml:trace contextRef="#ctx0" brushRef="#br0" timeOffset="54415.6">13833 4476 0,'0'0'0,"0"0"16,0 0-16,5-3 15,-5 3-15,29-12 16,3 7-16,5 4 16,2 1-1,-1 1-15,-2 1 16,-4 0-16,-4-1 16,-6 0-16,-4 0 15,-7 0-15,-11-1 16,0 0-16</inkml:trace>
  <inkml:trace contextRef="#ctx0" brushRef="#br0" timeOffset="54648.81">13731 4691 0,'0'0'0,"0"0"0,0 0 16,0 0-16,4 0 15,15 3-15,26 1 16,18-5-16,-2-4 16,-3-3-16,-2 0 15,-8 0 1,-6 0-16,-6 2 16,-6-1-16,-7 2 15,-4-3-15</inkml:trace>
  <inkml:trace contextRef="#ctx0" brushRef="#br0" timeOffset="55281.08">14558 4420 0,'0'0'0,"0"0"0,-2-2 16,2 2-1,0 0-15,-11 0 0,11 0 16,-21 4-16,5 4 16,-3 5-1,-4 3-15,4 5 16,2 1-16,2 2 16,3 1-16,2-1 15,3-1-15,4-1 16,3-4-16,2-1 15,2-3-15,6-2 16,4-1-16,5-1 16,2-4-1,3-7-15,3-7 16,0-3-16,-1-7 16,-5-2-16,-4-1 15,-5-6-15,-3 2 16,-5 1-16,-3 2 15,-4 5 1,-1-1-16,-3 2 0,-1 2 16,-4-1-16,0 3 15,1 3-15,-1 1 16,1 1 0,11 7-16,-19-9 15</inkml:trace>
  <inkml:trace contextRef="#ctx0" brushRef="#br0" timeOffset="55449.68">14785 4504 0,'0'0'0,"0"0"16,0 0-16,0 0 15,0 0-15,0-1 16,0 1-16</inkml:trace>
  <inkml:trace contextRef="#ctx0" brushRef="#br0" timeOffset="56032.64">15200 4339 0,'0'0'0,"0"-2"0,0 2 16,0 0-16,0 0 15,0 0-15,0 0 16,0 0-16,0 0 15,0 0-15,-10-1 16,0 7-16,-2 8 16,-1 6-16,3 7 15,4-2-15,5 0 16,2 1 0,4-1-16,4 0 15,5 2-15,5 0 16,2-5-16,0-3 15,1-5-15,0-6 16,3-3-16,3-3 16,-1-6-16,-4-3 15,-2-4 1,-4-6-16,-3-3 16,-5-3-16,-2-1 15,-7-2-15,-4 1 16,-4 2-16,-6 0 15,-2 2-15,-4 1 16,-1 5-16,1 3 16,4 3-16,2 3 15,4 2-15,10 4 16,-15-4 0,15 4-16,0 0 15,-11-1-15</inkml:trace>
  <inkml:trace contextRef="#ctx0" brushRef="#br0" timeOffset="56715.83">15796 4253 0,'0'0'0,"0"-2"0,0 2 0,0 0 0,-3-10 0,-6 2 0,-27-23 0,15 18 0,2 6 0,2 2 0,1 4 0,1 1 0,3 1 0,0 2 0,3 2 0,-3 3 0,2 5 0,3 2 0,2 0 0,6-1 0,6 2 0,3-2 0,3-1 0,6-2 0,0-3 0,1-5 0,0-4 0,-2-1 0,0-3 0,-18 5 0,0 0 0,15-10 0,-15 10 0,11-13 0,-11 13 0,8-10 0,-8 10 0,4-9 0,-4 9 0,2-7 0,-2 7 16,0 0-16,0 0 0,0 0 0,0 0 0,0 0 0,0 0 0,0 0 0,0 27 0,-1 19 0,-3 10 0,-19 42 0,14-43 0,-4 8 0,0 1 16,1-3-16,3-5 15,0-6-15,3-10 16,1-7-16,2-11 15,0-7-15,3-7 16,0-8-16,-1 7 16,1-7-16</inkml:trace>
  <inkml:trace contextRef="#ctx0" brushRef="#br1" timeOffset="63815.58">1304 5615 0,'0'0'0,"-2"-5"0,2 5 15,-13-15 1,0 0-16,-3 1 16,-2-1-16,-3-1 15,-2 3-15,1 3 16,-3 2-16,-6 6 15,-8 5-15,-6 5 16,3 5-16,6 0 16,7 1-16,2 3 15,5 4-15,5 3 16,4 1 0,5 0-16,6 0 15,5-2-15,10-1 16,7 2-16,8 3 15,6 3-15,7-1 16,2 0-16,-2-2 16,-5-5-16,-1-3 15,0-1-15,-2-1 16,-4-2 0,-6-4-16,-4-1 15,-5 3-15,-4 5 16,-2 4-16,-6-1 15,-7 1-15,-9 2 16,-8 0-16,-8-1 16,-6-2-1,-5-4-15,0-4 0,-3-5 16,4-6 0,1-5-16,4-2 15,3-4-15,3 0 16,8 0-16,4 0 15,4 0-15,4-1 16,8 0-16</inkml:trace>
  <inkml:trace contextRef="#ctx0" brushRef="#br1" timeOffset="64065.59">1508 6017 0,'0'0'0,"0"0"0,0 0 0,0 0 16,0 0-16,0 0 15,4-2-15,8-2 16,12-5-16,8-3 15,4-3-15,-3-4 16</inkml:trace>
  <inkml:trace contextRef="#ctx0" brushRef="#br1" timeOffset="64681.94">1672 5591 0,'0'0'0,"-2"-2"16,2 2-16,0 0 16,-7-9-16,7 9 15,1-12-15,5 0 16,8-5-16,9 1 16,6 3-1,3 6-15,4 4 16,-4 6-16,1 7 15,-2 5-15,-4 6 16,-3 8-16,-6 7 16,-5 5-16,-7 7 15,-10 6 1,-6 7-16,-7 3 16,-6 1-16,-1-7 15,-1-6-15,1-7 16,3-11-16,5-10 15,4-7-15,4-7 16,3-3-16,5-7 16,-5 7-16,5-7 15,0 0-15,0 0 16,0 0-16,0 0 16,0 0-1,18 1-15,5-4 16,3-1-16,0 1 15,2 0-15,0 1 16,1 2-16,-1 2 16,-2 1-16,-3 1 15,-1 1-15,-3 2 16,0 0 0,-2 1-16,-1-2 15,-3-1-15,-13-5 16,10 4-16</inkml:trace>
  <inkml:trace contextRef="#ctx0" brushRef="#br1" timeOffset="65365.58">932 6610 0,'0'0'0,"0"0"0,0 0 15,0 0-15,0 0 16,8 0-16,16 0 16,25 0-16,16-2 15,12 0 1,6-2-16,5-1 15,3-1-15,-1 0 16,3-1-16,-2-1 16,-5-1-16,0 0 15,-5 0 1,1 1-16,-5 0 16,-6 0-16,-6 1 15,-8-1-15,-7 2 16,-8 2-16,-8 0 15,-8 1-15,-8 1 16,-4 2-16,-14 0 16,16-4-16,-16 4 15,5-16-15,-7 1 16,-7-5-16,-5 1 16,-6 0-16,-3 3 15,-1 2 1,0 2-16,3 2 15,3 1-15,5 4 16,13 5-16,-14-7 16,14 7-16,0 0 15,0 0-15,0 0 16,0 0-16,0 0 16,2 18-1,12 4-15,2 1 16,1 4-16,-2-3 15,-3 0-15,-8 2 16,-5 0-16,-5 4 16,-7-2-16,-2-2 15,-3-2-15</inkml:trace>
  <inkml:trace contextRef="#ctx0" brushRef="#br1" timeOffset="66415.61">3141 5644 0,'0'0'0,"-2"-3"16,2 3-16,-8-9 16,8 9-16,-8-8 15,8 8 1,0 0-16,0 0 15,-20 0-15,0 15 16,-8 12-16,1 11 16,5 7-16,4 4 15,5 5-15,4 0 16,4-3-16,7 0 16,3-5-16,6-5 15,2-8 1,1-7-16,7-11 31,5-9-31,8-12 16,1-12-16,-9 2 15,-7-1-15,-7 4 16,-5 3-16,-7 10 16,8-9-16,-8 9 15,0 0-15,0 0 16,0 0-1,0 0-15,1 7 16,-5 14-16,-1 15 16,-1 9-16,-1 9 15,0-1-15,-1 2 16,1-5-16,2-4 16,-2-1-16,-1-5 31,3-14-16</inkml:trace>
  <inkml:trace contextRef="#ctx0" brushRef="#br1" timeOffset="66866.6">3280 5972 0,'0'0'0,"0"0"0,0 0 16,0-1-16,0 1 15,0 0-15,0 0 16,15 4-16,4 10 16,8 13-16,0 10 15,-4 4 1,-6 3-16,-9 22 31,-2-3-31,-7-4 16,-3-16-16,0-24 15,-1-5-15,3-7 16,2-7-16,0 0 16,-7-12-16,0-22 15,5-17-15,7-6 16,5 5-1,2 6-15,1 5 16,3 7-16,-3 8 16,-1 6-16,0 2 15,2 2-15,3 4 16</inkml:trace>
  <inkml:trace contextRef="#ctx0" brushRef="#br1" timeOffset="67382">3754 6163 0,'-2'-2'0,"2"2"0,-6-13 0,1 3 16,0 3-1,5 7-15,-4-8 16,4 8-16,0 0 16,0 0-16,0 0 15,-8-6-15,8 6 16,-10 6-16,2 2 16,-2 5-16,2 3 15,4 0-15,1-2 16,4-1-16,1-3 15,0-3 1,-2-7-16,19 3 16,-1-10-16,2-6 15,-4-2-15,-5 1 16,-3 2-16,-3 4 16,-5 8-16,5-10 15,-5 10-15,0 0 16,0 0-1,0 0-15,0 0 16,11 13-16,-3 6 16,3 4-16,1 4 15,1-1-15,10-4 32</inkml:trace>
  <inkml:trace contextRef="#ctx0" brushRef="#br1" timeOffset="67938.53">4148 6138 0,'0'-3'0,"0"3"0,-3-12 15,1 0-15,-2-1 16,1 2-16,-3 1 16,-1-1-16,-2 3 15,-4 2-15,-4 5 16,-6 4-16,-2 7 15,1 7 1,4 4-16,-1 6 16,1 4-16,8-4 15,4 1-15,8-2 16,3-4-16,8-8 31,8-12-31,16-13 16,12-17-16,-10-3 15,-4-21 1,-4-7-16,-4 0 16,-7 3-16,-4 6 15,-6 4-15,-4 9 16,-1 8-16,-3 8 16,0 9-16,0 4 15,0 8-15,-2-9 16,2 9-16,0 0 15,-4-7 1,4 7-16,-4 8 16,-2 12-16,2 20 15,1 10-15,6 10 16,0 4-16,1-6 16,0-6-16,1-3 15,7 5 1,4-2-1,0-11 1,-6-24-16</inkml:trace>
  <inkml:trace contextRef="#ctx0" brushRef="#br1" timeOffset="68169.19">4451 6016 0,'0'0'0,"0"0"15,0-1 1,0 1-16,0 0 16,0 0-16,0 0 15,0 0-15,4 7 16,2 18-16,0 13 16,-5 5-16,-1-2 31,0-8-31,0-11 15</inkml:trace>
  <inkml:trace contextRef="#ctx0" brushRef="#br1" timeOffset="68349.11">4468 5776 0,'0'0'0,"0"0"0,0 0 0,0 0 16,0 0-16,0 0 16,0 0-16,1 3 15,4 13-15</inkml:trace>
  <inkml:trace contextRef="#ctx0" brushRef="#br1" timeOffset="69899.07">4728 6110 0,'0'0'0,"0"0"15,0 0-15,0 0 16,2 1-16,-2-1 16,13 6-1,-2-2-15,5-2 16,6-11-16,0-4 16,1-4-16,-4-4 15,-5-1-15,-7-3 16,-9 1-16,-8 3 15,-4 6-15,-4 4 16,-3 6-16,-3 5 16,-1 11-1,-2 7-15,1 12 16,6 6-16,9 10 16,6 1-16,12 1 15,8 2-15,23-8 31,17-14-31,8-24 16,-1-26-16,-16-12 16,-5-2-1,-7 2-15,-7 4 16,-11 10-16,-6 7 16,-4 6-16,-6 7 15,0 0-15,0 0 16,13 5-16,-3 16 15,-1 18-15,-1 8 16,-5 2-16,-1-7 16,-2-10-16,-1-14 15,0-7 1,1-11-16,0 0 16,0 0-16,0-18 15,6-30-15,2-3 16,0 13-16,1 7 15,0 9-15,0 6 16,0 6-16,3 7 16,7 8-1,5 4-15,2 8 16,1 4-16,0 2 16,-1-1-16,-1-2 15,-3-5-15,3-13 16,2-9-16,0-7 15,0-10-15,-1-16 16,0-12-16,-6-7 16,-6-1-1,-6 7-15,-4 8 16,-3 10-16,-2 11 16,0 9-16,1 7 15,0 8-15,-2-7 16,2 7-16,0 0 15,0 0-15,-12 23 16,6 12-16,2 15 16,4 10-1,0 4-15,3-1 16,0-9-16,1-2 31,6-10-31,-2-22 16</inkml:trace>
  <inkml:trace contextRef="#ctx0" brushRef="#br1" timeOffset="70099.48">5482 6047 0,'0'0'0,"0"0"15,-1-2-15,1 2 16,0 0-16,6-10 15,10-5-15,26-6 16,7 1-16,-1 8 16,0 2-16</inkml:trace>
  <inkml:trace contextRef="#ctx0" brushRef="#br1" timeOffset="70899.42">6949 5562 0,'0'0'0,"0"0"0,-1-1 15,1 1 1,0 0-16,0 0 16,-10-5-16,10 5 15,-14 7-15,2 2 16,-2 4-16,-1 3 15,1 0-15,-2 2 16,-1 3-16,-1 3 16,1 0-16,0 2 15,1 4 1,3 8-16,3 6 16,5 3-16,8-3 15,5-4-15,5-4 16,17-6-1,8-12 1,11-16-16,0-18 16,-12-11-16,-4-10 15,-7-11 1,-5-3-16,-8-10 16,-3-1-16,-8 4 15,-7 1-15,-5 10 16,-6 8-16,-8 5 15,-2 6-15,-4 5 16,0 8-16,0 9 16,-5 8-16,-2 4 15,1 9 1,5 1-16,11 0 16,10-2-16</inkml:trace>
  <inkml:trace contextRef="#ctx0" brushRef="#br1" timeOffset="71215.7">7452 5244 0,'0'0'0,"0"0"0,0 0 0,0 0 0,-1 5 15,-1 14-15,-3 21 16,-2 14-16,-1 10 16,-3 5-16,-6 13 15,-10 9 1,-3 4-16,-4-4 16,1-6-16,3-5 15,5-9-15,0-2 16,-1-4-1,8-14 1,6-17-16,7-21 16,5-13-16</inkml:trace>
  <inkml:trace contextRef="#ctx0" brushRef="#br1" timeOffset="71748.98">7598 5615 0,'0'0'0,"0"0"16,0 0-16,0 0 16,1 4-16,4 11 15,4 16-15,1 19 16,-7 15 0,-5 2-16,-7 8 15,-10 15 1,-4-13-1,0-12-15,7-23 16,8-23-16,3-8 16,5-11-16,-7 8 15,7-8-15,-12-19 16,8-20 0,7-20-16,8-11 15,5-2-15,2 0 16,3 1-16,-1 7 15,3 4-15,-3 11 16,0 10-16,-3 9 16,-6 10-16,-1 6 15,-1 5-15,2 2 16,3 4-16,2 4 16,0 6-1,0 9-15,-5 3 16,-6 10-16,-10 3 15,-8 5-15,-9 3 16,-5-2-16,-1-6 16,4-6-16,4-8 15,6-6-15,3-4 16,11-8 0,-16 9-16</inkml:trace>
  <inkml:trace contextRef="#ctx0" brushRef="#br1" timeOffset="73148.56">4261 6795 0,'0'0'0,"0"-3"0,0 3 0,0 0 0,5-11 15,4-2-15,10 0 16,11 3-16,4 8 16,2 11-1,1 8-15,-5 7 16,-5 10-16,-8 8 15,-7 8-15,-11 7 16,-8 2-16,-11 4 16,-16 28-1,1-15 1,0-10-16,5-24 16,9-25-1,-4-5-15,0-5 16,3-5-16,2-9 15,3-10-15,6-10 16,4-8-16,7 0 16,3 2-16,2 5 15,0 5-15,0 5 16,0 2-16,1 4 16,7 0-16,5 1 15,4-3-15</inkml:trace>
  <inkml:trace contextRef="#ctx0" brushRef="#br1" timeOffset="73565.61">4853 6809 0,'0'0'0,"0"0"0,0 0 0,0 2 0,0-2 16,2 16-16,0 3 16,0 12-16,-1 7 15,-5 11-15,-11 3 16,-2 4-16,-3-4 16,-7 7 15,2-8-31,2-14 15,5-11-15,10-14 16,3-5-16,5-7 16,-5 7-16,5-7 15,2 6-15,8 0 16,7 4-16,11-2 16,4-5-16,3 0 15,-1-3 1,-5-1-16,0-1 15,-4 0-15,-4-1 16,-4 0-16</inkml:trace>
  <inkml:trace contextRef="#ctx0" brushRef="#br1" timeOffset="73948.38">3958 7632 0,'0'0'0,"0"0"0,0 0 0,-3 0 16,3 0-16,0 0 15,0 0-15,8-7 16,23-7-1,24-3-15,15 0 16,6 0-16,7 0 16,7 0-16,-3 0 15,-3 2-15,-4 0 16,-5 2-16,-3-1 16,-6 2-16,-7-2 15,-1-1 1,-6 0-16,-4 0 15,-6 2-15,-13 4 16</inkml:trace>
  <inkml:trace contextRef="#ctx0" brushRef="#br1" timeOffset="74415.39">4200 7812 0,'0'0'0,"0"0"16,0 0-16,-3 6 16,-3 8-16,-2 18 15,5 11-15,3 5 16,2-4-1,3 1-15,2 4 16,0-4-16,-1-4 16,-1-6-16,-1-11 15,-1-6-15,-1-5 16,-1-5-16,-1-1 16,0-7-16,-5 9 15,5-9-15,-11 2 16,11-2-1,-19-11-15,9-3 16,1-6-16,5-9 16,4-3-16,3 0 15,4 1-15,3 7 16,3 1-16,3 0 16,2 3-16,2 6 15,1 6-15,-7 2 16</inkml:trace>
  <inkml:trace contextRef="#ctx0" brushRef="#br1" timeOffset="74999.45">4564 7903 0,'0'0'0,"0"0"16,0 0-1,1 5-15,3 5 16,2 7-16,3 8 16,2 3-16,1-3 15,2-4-15,3-6 16,1-5-16,1-7 16,1-6-16,-1-10 15,0-5-15,-4-1 16,-5 0-1,-3 6-15,-3 3 16,-4 10-16,3-9 16,-3 9-16,0 0 15,0 0-15,-3 12 16,-1 19-16,-1 17 16,0 7-16,2-1 15,2-5-15,-2 21 31,2-4-15,0-4-16,-10-5 16,-5-26-16,-7-5 15,0-6-15,0-5 16,-3-3-16,3-2 16,2-5-16,1-2 15,2-6-15,2-4 16,2-4-1,5-7-15,5-8 16,8-5-16,7-11 16,5-3-16,4-1 15,6-1-15,1 7 16,5-5-16,-5 6 16</inkml:trace>
  <inkml:trace contextRef="#ctx0" brushRef="#br1" timeOffset="75382.5">4592 7847 0,'0'0'0,"0"0"0,0 0 0,0 0 15,0 0-15,0 0 16,0 0-16,0 0 16,0 0-16,0 0 15,0 0-15,2-3 16,5-13-16,13-24 16,8-11-16,-2 11 15,-7 11-15,-4 12 16,-5 6-16,0 4 15,-1 2 1,5 4-16,3 8 16,5 7-16,3 10 15,1 2-15,2 3 16</inkml:trace>
  <inkml:trace contextRef="#ctx0" brushRef="#br1" timeOffset="75849.2">5379 6933 0,'0'0'0,"0"0"0,0 0 0,0 0 0,0 0 15,0 0-15,-2-2 16,2 2-16,0 0 16,21 4-16,9 2 15,1 0-15,4-1 16,2-3-1,-1-1-15,-5-1 16,-6 0-16,-5 0 16,-4 0-16</inkml:trace>
  <inkml:trace contextRef="#ctx0" brushRef="#br1" timeOffset="76049.43">5370 7210 0,'0'0'0,"0"0"0,0 0 16,0 0-1,0 0-15,0 0 16,0 0-16,6 0 16,12-1-16,21-11 15,13-10-15,2-4 16,-1 0-16,-6 1 15</inkml:trace>
  <inkml:trace contextRef="#ctx0" brushRef="#br1" timeOffset="81583.78">6501 6770 0,'0'0'0,"0"0"16,0 0-16,-1-2 0,1 2 0,0 0 15,0 0-15,-6 11 16,-3 10-1,-1 18-15,1 10 16,3-1-16,1 0 16,2-2-16,3-5 15,4-4-15,2-8 16,2-7-16,0-8 16,5-7-16,7-7 15,8-10 1,7-10-16,-3-7 15,-4-1-15,-5 0 16,-6 0-16,0-1 16,-5 1-16,-2 6 15,-4 5-15,-4 5 16,0 6-16,-2 6 31,0 0-15,0 0-16,-3 7 15,-1 15-15,-2 18 16,-1 11-16,1 4 16,-1 6-16,0 7 15,0 0-15,1-1 16,-2 0-16,0-3 16,0-2-16,-2-14 15,-1-16-15,-6-9 16,3-9-1,1-3-15,1-5 16,-1-10-16,0-13 16,0-24-16,4-13 15,7-3-15,6 7 16,8 1-16,18-9 31,2-2-31,8 7 16,2 8-1,-12 15-15,4 1 16,-1 5-16,-5 4 16</inkml:trace>
  <inkml:trace contextRef="#ctx0" brushRef="#br1" timeOffset="82482.69">6655 6439 0,'0'0'0,"0"0"0,-2 2 15,2-2-15,-27 19 16,3 7-16,-6 9 16,3-2-16,1 3 15,4-1-15,3-3 16,3-5-16,6-8 16,3-8-16,2-4 15,5-7-15,0 0 16,-12-13-1,17-23-15,14-26 16,3-1-16,0 12 16,-2 12-16,-6 14 15,-1 7-15,-1 6 16,0 3-16,3 5 16,5 5-16,3 6 15,-2 5-15,2 7 16,-2 3-1,1 6-15,0 2 16,-1 0-16,-1 1 16,1 2-16</inkml:trace>
  <inkml:trace contextRef="#ctx0" brushRef="#br1" timeOffset="82849.48">6909 7013 0,'0'0'0,"0"0"0,0 0 0,0 0 15,0 0-15,0 0 16,0 0-16,0 0 16,1 2-16,-1-2 15,22 8-15,2-3 16,5-2-1,1-3-15,0-1 16,5-2-16,-4-6 16</inkml:trace>
  <inkml:trace contextRef="#ctx0" brushRef="#br1" timeOffset="83531.03">7534 6782 0,'0'0'0,"0"0"0,0 0 0,0 0 16,0 0-16,0 0 16,-2 7-16,-5 4 15,-2 13-15,-4 8 16,1 4-16,1-1 15,5-6 1,4-5-16,6-5 16,7-6-16,9-6 15,11-10-15,13-18 16,1-13-16,0-6 16,-7-2-16,-10 10 15,-8 10-15,-5 3 16,-6 6-1,-3 3-15,-6 10 16,7-8-16,-7 8 16,0 0-16,0 0 15,0 0-15,0 0 16,-2 19-16,-2 12 16,-2 12-16,1 3 15,-2 9-15,-2 5 16,-2 0-16,1 2 15,0-5-15,0 16 32,2 27-17,2-13-15,1-13 16,-3-26-16,-9-12 16,-3-6-16,4-8 15,1-8-15,-3-4 16,-3-2-16,-2-5 15,0-9 1,2-8-16,7-5 16,9-15-16,11-8 15,16-10-15,0-1 16,9 0-16,2 2 16,7-1-16,1 2 15,-2 9-15,-3 3 16</inkml:trace>
  <inkml:trace contextRef="#ctx0" brushRef="#br1" timeOffset="87082.12">8153 6946 0,'0'0'0,"0"-3"15,0 3-15,9-9 16,10-5-16,18-2 16,6 0-16,5 5 15,7 2-15,-3 3 16,1 2 0,-3 1-16,-3 0 15,1 0-15,-8 2 16,-7-1-16,-11 0 15,-6 1-15,-3 1 16,-13 0-16,0 0 16</inkml:trace>
  <inkml:trace contextRef="#ctx0" brushRef="#br1" timeOffset="87348.68">8233 7193 0,'0'0'0,"0"0"0,0 0 0,0 0 15,0 0-15,0 0 16,7 2 0,10 1-16,14 0 15,16-1-15,5-1 16,-2-2-16,-2 0 15,-4-1-15,-3 0 16,-3-1-16,-2-1 16,-6 0-16,-2 1 15</inkml:trace>
  <inkml:trace contextRef="#ctx0" brushRef="#br1" timeOffset="89715.78">9507 6800 0,'0'0'0,"0"0"0,0 0 0,0 0 15,-3 0-15,3 0 16,-13 8-16,-3 0 16,-7 9-16,-3 8 15,3 5 1,2-2-16,6 1 15,3-5-15,5 3 32,6 6-32,5-3 15,4-4-15,4-11 16,5-8-16,5-3 16,4-5-16,2-8 15,-1-3-15,-2-5 16,-4-3-1,-2-2-15,-3-3 16,-5 1-16,-3-3 16,-5 3-16,-4 0 15,-1 6-15,-2 3 16,0 2-16,-1 2 16,0 3-16,5 8 15,-9-10-15,9 10 16,0 0-1,-11-5-15,11 5 16,0 0-16,-10 10 16,8 0-16</inkml:trace>
  <inkml:trace contextRef="#ctx0" brushRef="#br1" timeOffset="89881.67">9868 6945 0,'0'0'0,"0"0"16,0 0-16,0 0 15,0 0-15,0 0 16,0 0-16,0 0 16,0-4-16</inkml:trace>
  <inkml:trace contextRef="#ctx0" brushRef="#br1" timeOffset="90365.43">10278 6684 0,'0'0'0,"0"0"15,0-2-15,0 2 16,0 0-1,0 0-15,0 0 16,0 0-16,0 0 16,-16 6-16,-4 5 15,-4 1-15,4-1 16,3 0-16,3-1 16,2 1-16,2 2 15,3 0 1,4 1-16,4 1 15,4 6-15,4 2 16,6 3-16,4 3 16,1-2-16,-2-2 15,0 2 1,-14 8 0,-8-2-16,-5 0 15,-5-10-15,-7-2 16,-1-3-16,-2-3 15,3-6 1,-1-7-16,-2-6 16,2-3-16,3-5 15,6-8-15,2-19 16</inkml:trace>
  <inkml:trace contextRef="#ctx0" brushRef="#br1" timeOffset="90599.38">10202 6759 0,'0'0'0,"0"0"15,0 0-15,7-3 16,6-1-16,4-2 16,6 1-16,3 3 15,-1 2-15,0 3 16,-6-2-1,-4 0-15,-5 0 16,-10-1-16,13 1 16,-13-1-16,0 0 15</inkml:trace>
  <inkml:trace contextRef="#ctx0" brushRef="#br1" timeOffset="91332.42">11131 6592 0,'0'0'0,"0"0"0,0 0 0,0 0 16,0-2 0,0 2-16,0 0 15,0 0-15,-26 10 16,-6 4-16,-4 9 16,4 2-16,2 2 15,-2 5-15,6 0 16,-1 0-16,2 1 15,6-1 1,1 0-16,3-2 16,3-2-16,4-5 15,4-1-15,5-1 16,4-1-16,4-2 16,4-4-16,3-3 15,1-5-15,0-3 16,-1-5-16,-2-2 15,-1-2-15,-3-2 16,-4 1 0,-1 0-16,-5-1 15,-4-1-15,-6-1 16,-6-1-16,-3 2 16,-1 3-16,2 2 15,2 3-15,5 1 16,11 0-16,-16 1 15,16-1 1,0 0-16</inkml:trace>
  <inkml:trace contextRef="#ctx0" brushRef="#br1" timeOffset="92165.68">10565 3594 0,'0'0'0,"0"0"0,0 0 0,0 0 15,4-1-15,11-2 16,27-6 0,33-5-16,13 4 15,11 4-15,5 0 16,14 0-16,-2-1 16,5 1-16,-5-2 15,-5-1-15,1-1 16,-6-1-16,5 1 15,-4 0-15,-9 1 16,-2 0-16,-12 5 16,-8 3-1,-11 2-15,-6 1 16,-10-1-16,-9 0 16,-9 0-16,-10 0 15,-6 0-15,-15-1 16,16 0-16,-16 0 15</inkml:trace>
  <inkml:trace contextRef="#ctx0" brushRef="#br1" timeOffset="92982.33">11404 6934 0,'0'0'0,"0"0"0,1-2 16,-1 2-1,0 0-15,0 0 16,22-3-16,2 2 16,6 1-16,5 0 15,2 0-15,-4-2 16,-1-3-16,-5-2 15,-6-1-15,-4 2 16,-4 2-16,-13 4 16,14-7-1,-14 7-15,0 0 16</inkml:trace>
  <inkml:trace contextRef="#ctx0" brushRef="#br1" timeOffset="94981.83">12091 6513 0,'0'0'0,"0"2"0,0-2 15,-2 23 1,-1 11-16,-1 11 0,0 7 16,-1 3-1,1 2-15,-1 2 16,0 0-16,-2 2 15,-1-7-15,0-5 16,0-7-16,1-10 16,2-7-16,1-8 15,2-7-15,2-10 16</inkml:trace>
  <inkml:trace contextRef="#ctx0" brushRef="#br1" timeOffset="95282.49">12237 6890 0,'0'0'0,"0"0"0,0 0 0,0 0 0,0 0 15,0 0-15,0 0 16,7 2-16,5 2 15,12-1-15,8 2 16,3 1-16,2-2 16,4 0-16,-2-1 15,-4-2-15,-5 0 16,-4 0-16,-7 0 16,-3-1-1,-4 1-15,-12-1 16</inkml:trace>
  <inkml:trace contextRef="#ctx0" brushRef="#br1" timeOffset="95532.2">12199 7121 0,'0'0'0,"0"0"0,0 0 15,-2 2 1,2-2-16,0 0 15,0 0-15,0 0 16,0 0-16,11 2 16,21-4-16,15-4 15,3-1-15,-1 0 16,3-5 0,-5 0-16,-6 0 15,-4 2-15</inkml:trace>
  <inkml:trace contextRef="#ctx0" brushRef="#br1" timeOffset="95815.16">12932 6937 0,'0'0'0,"0"0"15,0 0-15,0 0 16,0 0-16,4 0 16,-4 0-1,21-2-15,-2 1 16,4-1-16,-1 1 15,3 0-15,0 1 16,12-2-16</inkml:trace>
  <inkml:trace contextRef="#ctx0" brushRef="#br1" timeOffset="96265.18">13403 6801 0,'0'0'0,"0"0"0,0 0 0,0 0 0,0 0 16,-3 2-16,3-2 15,-14 15-15,0 1 16,-4 4-16,0 0 16,0 3-16,3 0 15,2 0 1,4-4-16,5-2 15,4-5-15,9-3 32,12-7-32,15-13 15,1-10-15,-10 8 16,-6 2-16,-4-6 16,-4-2-16,-4-7 15,-4-2 1,-4 6-16,-3-3 15,-1 9-15,-3 4 16,6 12-16,-19-10 16,5 6-16,-3 5 15,1-1-15,4 3 16,12-3-16,-12 5 16</inkml:trace>
  <inkml:trace contextRef="#ctx0" brushRef="#br1" timeOffset="96430.87">13645 6791 0,'0'0'0,"0"0"0,0 0 0,0 0 0,2 3 16,-2-3-16,1 13 15,-1-13-15,2 8 16,-2-8-1,0 0-15,10-13 16</inkml:trace>
  <inkml:trace contextRef="#ctx0" brushRef="#br1" timeOffset="97030.56">13926 6542 0,'0'0'0,"0"0"0,0 0 0,0 0 0,0 3 15,0-3-15,1 8 16,-1 2-16,-1 10 16,0 9-16,-2 8 15,1 5 1,1-6-16,0-9 15,1-11-15,3-4 16,10 0-16,7 4 16,8 1-16,6-13 15,0-6-15,1-15 16,1-10-16,-9 3 16,-3-2-16,-7 2 15,-6 7 1,-4 4-16,-3 1 15,-2 5-15,-2 7 16,2-8-16,-2 8 16,0 0-16,0 0 15,0 0-15,0 0 16,0 0-16,-15 3 16,4 12-16,-1 8 15,2 15-15,-1-3 16,1 10-1,2 1-15,1-4 16,3-1-16,2 8 31,2 3-31,3-8 16,-1-7-16,0-17 16,0-6-16,1-6 15,-3-8-15</inkml:trace>
  <inkml:trace contextRef="#ctx0" brushRef="#br1" timeOffset="97581.57">14348 6700 0,'0'0'0,"0"0"0,1-2 15,-1 2 1,8-8-16,1 0 16,8 0-16,8 3 15,3 1-15,2 3 16,-3 2-16,1 3 16,-1 3-16,-4 2 15,-3 1-15,-7 1 16,-5 3-1,-3 2-15,-4 5 16,-3 2-16,-8 1 16,-7 5-16,-3-2 15,-1-3-15,3-6 16,2-5-16,3-2 16,4-3-16,9-8 15,-10 6-15,10-6 16,0 0-1,0 0-15,0 0 0,12-4 16,2 0 0,8 2-16,3 7 15,-1 3-15,-2 4 16,-6 1-16,-3 0 16,-7 0-16,-7 6 15,-6-1-15,-7 6 16,-2-4-1,-6-1-15,-3-7 32,5-9-32</inkml:trace>
  <inkml:trace contextRef="#ctx0" brushRef="#br1" timeOffset="98215.26">14971 6703 0,'0'0'0,"0"0"16,0 0-16,-2 2 16,2-2-16,-10 12 15,1 0-15,-3 5 16,3 8-1,3 3-15,4 8 16,5-4-16,5 3 16,6-2-16,6 2 31,1 0-31,-3-4 16,-3-7-16,-10 0 15,-11-2-15,-5-4 16,-5-4-16,-9-1 15,-3-2 1,-2-9-16,1-5 16,6-8-16,4 1 15,7-4-15,8-5 16,1-1-16,10-7 16,11-5-16,8-6 15,15-9-15,1 6 16,-10 9-16,-3 5 15,-7 7 1,-3 2-16,-3 3 16,-4 0-16,-6 4 15,-3 1-15,-3 2 32,-6-2-32,-4-1 15,-4 0-15,1 1 16,-1 1-16,1 0 15,0 0 1,0 0-16,-1 0 16,3 2-16,11 7 15</inkml:trace>
  <inkml:trace contextRef="#ctx0" brushRef="#br1" timeOffset="167847.76">13300 7535 0,'0'0'0,"0"2"0,0-2 15,0 0-15,0 0 16,0 0-16,10 6 16,23-1-16,42-1 15,19-3-15,16-2 16,11-1-16,12-3 15,21-2-15,4 0 16,6-2-16,-15 0 16,-18 2-1,-10 0-15,-12 2 16,-5-2-16,-13 2 16,-12 1-16,-15-1 15,-14 0-15,-10 1 16,-15-2-16,-10 3 15,-15 3-15,14-3 16,-14 3-16,14-1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44:36.92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3474 1488 0,'0'0'0,"0"-3"0,0 3 0,0 0 15,-7-11-15,2 3 16,-4-1-1,-5 4-15,-6 1 16,-4 1-16,-7 2 16,1 0-16,-1 2 15,-4 3-15,0 6 16,-7 6-16,0 4 16,-1 3-16,2 5 15,4-1-15,6 3 16,5 3-16,8 4 15,7-5-15,5-4 16,6-4 0,3-5-16,6-2 15,3-3-15,4-3 16,0-4-16,1-4 16,2-6-16,4-3 15,-1-6-15,0-6 16,-4-2-16,-7-1 15,-3 3 1,-4 0-16,-3-6 0,-1 1 16,-2 6-1,0 5-15,0 5 16,2 7-16,-6-11 16,6 11-16,-8-6 15,8 6-15,-13-2 16,13 2-16,0 0 15</inkml:trace>
  <inkml:trace contextRef="#ctx0" brushRef="#br0" timeOffset="252.37">3517 1193 0,'0'0'0,"0"0"0,0 0 0,0 0 0,0 0 15,0 0-15,0 2 16,4 5-16,1 8 16,4 9-16,2 8 15,0-3-15,0 0 16,-2-3-16,1-1 15,-1 0-15,-3-4 16,0-5-16</inkml:trace>
  <inkml:trace contextRef="#ctx0" brushRef="#br0" timeOffset="600.25">3933 1232 0,'0'0'0,"0"0"0,0 0 0,0 0 16,0 0-16,-1 4 15,-1 10-15,-4 11 16,-4 9-16,-2 5 15,-2 4-15,-1 6 16,0 2-16,-2 2 16,5 8-1,4-2-15,6-6 16,19-2 0,6-11-1,7-8-15,7-8 16,-4-19-16</inkml:trace>
  <inkml:trace contextRef="#ctx0" brushRef="#br0" timeOffset="1101.35">4113 1525 0,'0'0'0,"0"0"0,0 0 16,0 0-1,0 0-15,4 0 16,-4 0-16,28 2 16,-1 1-16,5-1 15,1 1-15,-1-1 16,-6 0-16,-5 0 15,-4 0-15,-5 2 16,-2 2-16,-3 0 16,-2 4-1,-3 6-15,-3 4 16,-4 4-16,-2-1 16,-2-3-16,1-2 15,0-4-15,1-1 16,1-4-16,6-9 15,-4 10-15,4-10 16,0 0-16,0 0 16,0 0-1,11 8-15,15-10 16,11-7-16,2-3 16,-3-5-16,-5-1 15,2-4 1,-5-17-1</inkml:trace>
  <inkml:trace contextRef="#ctx0" brushRef="#br0" timeOffset="1483.15">4576 1159 0,'0'0'0,"0"0"16,0 0-16,0 0 16,0 0-16,4 6 15,5 7 1,9 15-16,8 11 16,6 9-16,3 8 15,-4 6-15,-10 0 16,-14 44-1,-14-11 1,-13 0-16,-7-13 16,3-37-16,-2-3 15,3-11 1,5-7-16,3-8 16,5-5-16,10-11 15,-10 8-15,10-8 16,0 0-16,7-19 15</inkml:trace>
  <inkml:trace contextRef="#ctx0" brushRef="#br0" timeOffset="1817.53">5160 1596 0,'0'0'0,"3"0"15,-3 0-15,24 4 16,10-2-16,7 1 15,4-3-15,2-5 16,4 0-16,-6-2 16,-7 0-16,-3 0 15,-6 0-15,-2 0 16,-5 3 0,-10 0-16,-12 4 15</inkml:trace>
  <inkml:trace contextRef="#ctx0" brushRef="#br0" timeOffset="2066.52">5178 1818 0,'0'0'0,"0"0"0,0 0 15,0 0-15,0 0 16,0 0-16,6 1 15,11 2-15,19-2 16,9-6-16,7-6 16,1-3-16,1-2 15,-4-1-15,-11 1 16,-4-2 0,-6 1-16</inkml:trace>
  <inkml:trace contextRef="#ctx0" brushRef="#br0" timeOffset="14382.71">6143 1406 0,'0'0'0,"0"0"0,0 0 0,0 0 16,0 0-16,0 0 15,0 0-15,0 2 16,0-2-16,-2 7 16,1 0-16,-1 5 15,-2 7-15,0 4 16,2 4-16,5-1 15,3 1 1,3-5-16,3-2 16,5-4-16,7-6 15,4-7-15,8-7 16,4-10-16,-2-5 16,-3-5-16,-7-3 15,-4-2-15,-5 3 16,-5 4-16,-7 8 15,-3 4 1,-4 10-16,4-9 16,-4 9-16,0 0 15,0 0-15,2 24 16,-2 17-16,-3 22 16,-2 13-16,-11 21 31,-3 25-31,4-30 15,2-15 1,5-34-16,4-20 16</inkml:trace>
  <inkml:trace contextRef="#ctx0" brushRef="#br0" timeOffset="14535.47">6185 2042 0,'0'-2'0,"0"2"0,9-20 16,11-20-16,10-8 16,16-6-1,5-3-15,8-1 16</inkml:trace>
  <inkml:trace contextRef="#ctx0" brushRef="#br0" timeOffset="15049.91">6438 956 0,'0'0'0,"0"0"16,0 0-16,-3 0 16,3 0-16,0 0 15,-17 10-15,6 1 16,-1 6-16,3-1 15,2-2-15,3-4 16,2-3-16,2-7 16,0 0-1,0 0-15,16-2 16,14-14-16,-1-3 16,-11 6-16,-8 5 15,-10 8-15,12-8 16,-12 8-16,14-1 15,1 11-15,3 7 16,5 13 0,2 8-16,-2 1 15,2 4-15</inkml:trace>
  <inkml:trace contextRef="#ctx0" brushRef="#br0" timeOffset="15533.33">7078 1073 0,'0'0'0,"0"0"0,-3 5 0,-5 9 16,-11 20-16,-9 20 15,-6 13-15,-2 18 16,9 11-16,6-8 15,22 37 1,0-36 0,12-11-16,3-23 15</inkml:trace>
  <inkml:trace contextRef="#ctx0" brushRef="#br0" timeOffset="16066.5">7402 1265 0,'0'0'0,"0"0"0,0 0 0,0 0 0,0 4 16,-3 8-16,-4 14 15,-2 16-15,-2 7 16,-1 7-16,-1 0 16,3-7-1,0-7-15,6-11 32,4-6-32</inkml:trace>
  <inkml:trace contextRef="#ctx0" brushRef="#br0" timeOffset="16267.05">7505 1476 0,'0'0'0,"0"0"0,2 0 15,-2 0-15,14 1 16,-1 0-16,5-3 15,2 1-15,2-2 16,0 1-16,1-1 16</inkml:trace>
  <inkml:trace contextRef="#ctx0" brushRef="#br0" timeOffset="16700.16">8055 1203 0,'0'0'0,"0"0"0,0 0 15,0 0-15,1 4 16,1 9-16,1 11 16,2 10-16,1 8 15,0-4-15,0 4 16,-1-6-16,-1-9 15,11-10 1,8-13 0,11-16-16,0-14 15,-7 1-15,-2-4 16,-5 4 0,-7 6-16,-4 6 15,-5 6-15,-4 7 16,0 0-16,0 0 15,0 0-15,0 0 16,-7 26-16,-9 26 16,-3 12-1,-3 8-15,-2 4 16,-6 22 0,4-14-1</inkml:trace>
  <inkml:trace contextRef="#ctx0" brushRef="#br0" timeOffset="16884">7955 1886 0,'1'-4'0,"1"-5"16,4-8-16,8-17 15,8-9-15,3-6 16,7 2-16,3-5 16</inkml:trace>
  <inkml:trace contextRef="#ctx0" brushRef="#br0" timeOffset="17332.59">8166 994 0,'0'0'0,"0"0"0,0 0 15,-4 6-15,-4 5 16,-1 4-16,3 0 16,3-4-16,3-2 15,5-3-15,5-4 16,8-10 0,12-12-16,7-6 15,-4 1-15,-5 3 16,-6 4-16,-3 4 15,-5 1-15,-1 5 16,3 5-16,1 8 16,3 7-16,1 10 15,-1 8-15,-5 9 16,-3 6 0,-3-1-16</inkml:trace>
  <inkml:trace contextRef="#ctx0" brushRef="#br0" timeOffset="17615.54">8827 852 0,'0'0'0,"0"0"16,0 0-16,0 3 15,0-3-15,0 17 16,2 12 0,3 18-16,2 17 15,1 6-15,-1 17 16,-5-9-16</inkml:trace>
  <inkml:trace contextRef="#ctx0" brushRef="#br0" timeOffset="21899.84">9308 1692 0,'0'0'0,"0"0"0,0 0 0,0-1 0,0 1 16,0 0-16,0 0 16,0 0-16,19-6 15,7 3-15,12 2 16,4 2-16,2 0 16,-1 1-16,0 0 15,-8-1-15,-2 2 16,-5-1-16,-8 1 15,-2 0-15,-6 2 16,-3 2 0,-4 5-16,-9 6 15</inkml:trace>
  <inkml:trace contextRef="#ctx0" brushRef="#br0" timeOffset="22100.25">9319 2021 0,'0'0'0,"0"0"0,0 0 0,0 0 0,0 0 16,0 0-16,0 0 15,9-3-15,14-5 16,21-6-16,9-2 16,-3 0-16,0 0 15,2-1-15,-3 1 16,-2 2-16</inkml:trace>
  <inkml:trace contextRef="#ctx0" brushRef="#br0" timeOffset="22533.02">10212 1718 0,'0'0'0,"0"0"15,0-1-15,0 1 16,0 0 0,0 0-16,0 0 15,-16 13-15,-3 7 16,0 8-16,-1 9 16,4 3-16,4 1 15,6-6 1,12-6-1,4-7-15,10-5 16,6-8 0,1-12-16,3-5 15,-1-12-15,-3-9 16,-3-1-16,-7-4 16,-8 9-16,-3 6 15,-5 3-15,-2 4 16,-4 0-16,-4 2 15,-2-1-15,-5 2 16,0 4-16,-3 5 16,-2 2-1,3 2-15</inkml:trace>
  <inkml:trace contextRef="#ctx0" brushRef="#br0" timeOffset="22716.1">10633 1768 0,'0'0'0,"0"0"16,0 0-16,0 0 16,0 0-16,0 0 15,-2 5-15</inkml:trace>
  <inkml:trace contextRef="#ctx0" brushRef="#br0" timeOffset="23118.48">11020 1590 0,'0'0'0,"-2"-2"0,2 2 15,0 0-15,-15-2 16,4 0-16,-3 2 16,-6 4-1,-5 6-15,0 6 16,2 0-16,4 5 16,6-3-16,2 2 15,6 5-15,5 1 16,4 5-16,8 15 31,8 12-15,0-6-16,-5-9 15,-8-17-15,-10-1 16,-8 2-16,-6-5 16,-7-4-16,-2-3 15,-10-1-15,4-4 16,-1-3-16,6-5 15,10-4-15,1-10 16</inkml:trace>
  <inkml:trace contextRef="#ctx0" brushRef="#br0" timeOffset="23319.98">10821 1678 0,'0'0'0,"0"0"16,0 0-16,4-4 15,-4 4-15,17-11 16,-3 4 0,4 3-16,0-1 15,3 3-15,0-1 16,2 1-16,-2 0 16,-3-1-16,-1 1 15</inkml:trace>
  <inkml:trace contextRef="#ctx0" brushRef="#br0" timeOffset="23782.79">11480 1590 0,'0'0'0,"0"0"15,0 0-15,0 0 16,0 2-16,0-2 15,-2 8-15,0 2 16,-8 9-16,-10 9 16,-6 5-1,-8 5-15,-5 3 16,-4 3-16,0-2 16,4-3-16,4-3 15,11-8 1,18 3-1,9-9-15,6-8 16,4-9-16,6-4 16,7-6-1,6-9-15,1-6 16,-7-1-16,-7 2 16,-7 6-16,-6 4 15,-3 1-15,-2 1 16,-3 0-16,-3-1 15,-4-1-15,-4 0 16,1 3-16,0 3 16,2 0-16,10 3 15</inkml:trace>
  <inkml:trace contextRef="#ctx0" brushRef="#br0" timeOffset="24149.79">11881 1210 0,'0'0'0,"0"0"0,-5 2 15,5-2-15,-21 18 16,1 11-16,-5 12 16,-3 10-1,0 8-15,-3 3 16,-4 15-16,4-3 16,9-7-16,9 10 31,5-5-31,7-5 15,18-12-15,-1-26 16,6-4-16,15 0 16,9-10-16</inkml:trace>
  <inkml:trace contextRef="#ctx0" brushRef="#br0" timeOffset="24515.77">12330 1357 0,'0'0'0,"0"0"0,0 0 0,0 0 0,0 4 15,-3 7 1,-1 12-16,-3 15 16,-3 5-16,1 8 15,-2 1-15,1-2 16,-1 8-1,2-4 1,7-20-16,7-12 16</inkml:trace>
  <inkml:trace contextRef="#ctx0" brushRef="#br0" timeOffset="24684.71">12564 1587 0,'0'0'0,"0"0"0,3 0 16,-3 0-1,16 5-15,6-1 16,13 0-16,4-2 16,11 8-16</inkml:trace>
  <inkml:trace contextRef="#ctx0" brushRef="#br0" timeOffset="25116.99">13118 1542 0,'-1'-9'0,"1"9"0,0 0 0,0 0 0,0-6 16,0 6-16,0 0 15,-12 3-15,-4 6 16,-4 2-16,-6 7 16,0 9-16,1 9 15,7 2-15,4-6 16,5-3 0,4-8-1,5-5 1,5-7-16,10-5 15,10-6-15,8-9 16,0-8-16,-5-6 16,-6-4-16,-4 5 15,-7 1-15,-3 7 16,-6 4 0,-2 3-16,0 1 15,-2 2-15,2 6 16,-10-10-16,0 8 15,-3 0-15,2 2 16</inkml:trace>
  <inkml:trace contextRef="#ctx0" brushRef="#br0" timeOffset="25300.23">13348 1616 0,'0'0'0,"0"0"0,0 0 0,0 0 0,0 0 15,2 1-15,-2-1 16</inkml:trace>
  <inkml:trace contextRef="#ctx0" brushRef="#br0" timeOffset="25666.78">13683 1491 0,'0'0'0,"0"0"16,0 0 0,0 0-16,-2 2 15,2-2-15,-7 7 16,-3 3-16,-3 2 15,1 1-15,-2 1 16,0 3-16,1 3 16,4 5-16,3 6 15,10 15 17,-1-1-32,3 5 15,-1-18-15,-3-11 16,-1-8-16,0-6 15,-2 4-15,-6 0 16,-3 1-16,-1-5 16,-2-5-1,2-5-15,1-7 0</inkml:trace>
  <inkml:trace contextRef="#ctx0" brushRef="#br0" timeOffset="25817">13624 1517 0,'0'7'0,"1"1"16,-1-8-16,5 7 15,-5-7-15,20-4 16,-3-1-16,12 10 16</inkml:trace>
  <inkml:trace contextRef="#ctx0" brushRef="#br0" timeOffset="26249.94">14134 1371 0,'0'0'0,"0"0"16,0 1-16,0-1 15,-1 8-15,-1 6 16,-3 17-16,-10 5 16,-4 6-16,-1-1 15,-4 3-15,-2 2 16,1-1-16,5-8 16,5-9-16,4-10 31,8-10-16,3-8-15,0 0 16,0 0-16,22-3 16,-9-6-16,-2-1 15,-1-2-15,-4 2 16,-1 1 0,-3 0-16,-1 0 15,-3-3-15,-4-1 16,-3-1-16,-1-1 15,1 3-15,4 5 16</inkml:trace>
  <inkml:trace contextRef="#ctx0" brushRef="#br0" timeOffset="26616.93">14373 1120 0,'0'0'0,"0"0"15,0 0-15,0 0 16,2 4-16,5 9 16,4 10-16,-1 14 15,-5 11 1,-5 7-16,-7-5 15,-11 15 1,-2-4 0,-2-14-16,3-11 15,7-14-15,1-5 16,0 0-16,-6 2 16,4-4-16,0 0 15,2-1 1,3-5-16,2-3 15,6-6-15</inkml:trace>
  <inkml:trace contextRef="#ctx0" brushRef="#br0" timeOffset="26865.49">14553 1483 0,'0'0'0,"0"0"16,0 0-16,0 0 15,0 0-15,4 1 16,-4-1-16,25 3 16,1 0-16,7 1 15,2 0 1,0-1-16,-3-3 15,1-2-15,-7-1 16</inkml:trace>
  <inkml:trace contextRef="#ctx0" brushRef="#br0" timeOffset="27049.75">14645 1591 0,'0'0'0,"0"0"0,-1 3 15,1-3-15,-6 8 16,6-8-16,-2 12 16,6-4-16,10 0 15,15 0-15,9-3 16</inkml:trace>
  <inkml:trace contextRef="#ctx0" brushRef="#br0" timeOffset="28483.27">9480 2631 0,'0'0'0,"0"-2"0,0 2 0,0 0 15,-7-6-15,7 6 16,0 0-16,-13-7 16,13 7-16,-10-11 15,10 11-15,-10-11 16,10 11-16,-12-5 16,2 4-16,-2 1 15,-3 2-15,-1 2 16,-3 4-1,-3 5-15,-1 4 16,-1 7-16,5 3 16,2 4-16,5-4 15,5-2-15,6 1 16,9-7-16,7-3 16,29-8-1,19-21 1,-4-16-16,-11-1 15,-26 2 1,-5 4-16,-6 3 16,-6 1-16,-6 1 15,-4 3-15,-3 1 16,-1 5-16,-1 2 16,10 8-16,-16-10 15,16 10 1,-17-1-16,2 5 15</inkml:trace>
  <inkml:trace contextRef="#ctx0" brushRef="#br0" timeOffset="28616.82">9662 2656 0,'0'0'0,"0"0"0,0 0 15,0 0-15,3 1 16,-3-1-16,13 8 15,3 1-15</inkml:trace>
  <inkml:trace contextRef="#ctx0" brushRef="#br0" timeOffset="28966.36">10024 2554 0,'0'0'0,"0"0"0,0 0 0,0 0 0,0 0 16,-4 3-16,4-3 15,-17 12-15,-3 3 16,-3 3-16,0 6 16,2 0-16,7 2 15,8 1-15,8 7 31,10-6-15,3 4-16,0-6 16,-5-10-16,-2-2 15,-4-7-15,-3 1 16,-8 5-16,-6 8 16,-5 1-16,0-3 15,0-7-15</inkml:trace>
  <inkml:trace contextRef="#ctx0" brushRef="#br0" timeOffset="29150.17">10012 2549 0,'0'-2'0,"0"2"15,13-5-15,8-5 16,7 2-16,5 2 15,-2 3 1,-1 1-16,-3 3 16,-2-1-16,-3-1 15</inkml:trace>
  <inkml:trace contextRef="#ctx0" brushRef="#br0" timeOffset="29583.32">10476 2532 0,'0'0'0,"0"0"0,0 0 15,0 0-15,0 0 16,-1 4-16,1-4 16,-4 15-16,-3 5 15,-4 10-15,-5 6 16,-5 10-1,-3 1-15,-2 0 16,1-6-16,1-1 16,2-3-16,5-1 15,6-8-15,8-9 16,4-11 0,-1-8-1,24 0-15,2-16 16,0 1-16,1-6 15,-7 3-15,-5 3 16,-9 4 0,-3 4-16,-3 7 15,1-8-15,-1 8 16,0 0-16,-7-8 16,7 8-16,-11-4 15</inkml:trace>
  <inkml:trace contextRef="#ctx0" brushRef="#br0" timeOffset="29849.74">10707 2534 0,'0'0'0,"0"0"0,5 2 15,7 2-15,12 7 16,4 9-16,0 5 15,-4 0 1,11 17 0,1 5-1,-4-4-15,-10-10 16,-11-18-16,-4-5 16,2 1-16,3 0 15,15-10-15,-3-10 16</inkml:trace>
  <inkml:trace contextRef="#ctx0" brushRef="#br0" timeOffset="30099.86">11089 2513 0,'0'0'0,"0"0"0,0 0 16,-9 7-16,-5 4 15,-10 9-15,-8 6 16,2-1 0,-2 2-16,3 0 15,-1 6 1,5 4 0,5-4-16,5-11 15,9-9-15,6-3 16,9-3-16</inkml:trace>
  <inkml:trace contextRef="#ctx0" brushRef="#br0" timeOffset="30500.12">11428 2544 0,'0'0'0,"0"0"15,-1 4-15,-1 3 16,-3 9-16,-2 10 16,-5 5-1,0 9-15,-1 0 16,1-7-16,5-8 16,7-16-1,9 2 1,11-4-16,5-9 15,1 0-15,2-14 16,-4-1-16,-2-1 16,-7-4-1,-4 2-15,-5 3 16,-3 4-16,-2 5 16,-1 8-16,-1-11 15,1 11-15,-5-7 16,5 7-16,-17-3 15,7 4-15</inkml:trace>
  <inkml:trace contextRef="#ctx0" brushRef="#br0" timeOffset="30650.03">11631 2654 0,'0'0'0,"0"0"0,0 0 15,0 0-15,0 0 16,0 0-16,0 0 16,0 0-1</inkml:trace>
  <inkml:trace contextRef="#ctx0" brushRef="#br0" timeOffset="31099.8">11953 2443 0,'0'0'0,"-1"1"16,1-1-16,0 0 16,-2 8-16,1 5 15,2 5-15,2 8 16,1 2-16,2-3 15,2-2-15,4-6 32,8-9-17,7-8-15,4-10 16,-3-1-16,-3-2 16,-5-1-16,-5 3 15,-4-2-15,-6 4 16,-1 2-16,-4 7 15,0 0-15,0 0 16,0 0-16,-1 8 16,-8 16-1,-5 16-15,-3 2 16,0 1-16,2-6 16,0-3-16,4-7 15,4-6-15,0 4 16,1-1-16</inkml:trace>
  <inkml:trace contextRef="#ctx0" brushRef="#br0" timeOffset="31767.18">12481 2533 0,'0'0'0,"0"0"0,0 0 0,0 0 16,-1 3-16,-1 4 16,-1 8-1,-1 7-15,-1 2 16,0 0-16,2-4 16,4-4-1,16-1 1,13-8-16,6-10 15,-8-12 1,-5 1-16,-5 3 0,-7 4 16,-11 7-1,13-9-15,-13 9 16,0 0-16,0 0 16,8 12-16,-7 4 15,-4 5-15,-4 11 16,-5 25-16,3-8 15,-1 0-15,5-17 16,-1-3 0</inkml:trace>
  <inkml:trace contextRef="#ctx0" brushRef="#br0" timeOffset="32149.99">13099 2738 0,'1'4'0,"-1"3"0,0-7 15,7 16-15,4-4 16,12 1 0,10 1-16,12-13 15,2 1-15,1-8 16,-4 5-16,-4-2 15,-6 3-15,-6 8 16,-17-6-16</inkml:trace>
  <inkml:trace contextRef="#ctx0" brushRef="#br0" timeOffset="32333.9">13100 2986 0,'0'0'0,"0"0"0,0 0 16,0 0-16,0 0 16,0 0-1,4 0-15,11 0 16,19-3-16,16-5 16,4 1-16,4-4 15,-1-1-15,-4 0 16</inkml:trace>
  <inkml:trace contextRef="#ctx0" brushRef="#br0" timeOffset="33998.71">14086 2696 0,'0'0'0,"0"0"0,-4-5 16,-6-6-1,-6-4-15,-2 1 16,-4 10-16,-1 4 15,-3 17-15,2 1 16,2 3-16,4 12 16,5-8-16,4 14 15,4-7-15,2-9 16,2-2-16,5-4 16,4-3-16,6 1 15,4-3 1,1-2-16,3-7 15,13-13-15,-4-1 16,3-12-16,-10 2 16,-13 6-16,-2 0 15,-7-5-15,0 5 16,-2-5-16,-3 2 31,-1 7-15,-5 2-16,-1 2 15,0 2-15,10 5 16</inkml:trace>
  <inkml:trace contextRef="#ctx0" brushRef="#br0" timeOffset="34133.1">14239 2759 0,'0'0'0,"0"0"15,0 0-15,0 0 16,4 2-16,-4-2 16</inkml:trace>
  <inkml:trace contextRef="#ctx0" brushRef="#br0" timeOffset="34566.36">14454 2589 0,'0'0'0,"0"0"0,0 0 15,0 0-15,5-3 16,-5 3-16,24-5 16,-4 5-16,2 4 15,-2 2-15,-4 3 16,-4 5-1,-2 6-15,-5 3 16,-5 7-16,-7 3 16,-5-1-16,-1-5 15,-3-2 1,3-5 0,2-4-16,3-3 15,3-7 1,5-6-16,1 8 15,12-4-15,10 1 16,8-4-16,1-3 16,-3-2-16,-5-2 15,-4 0-15,-3-2 16,-1-3-16,-2-1 16</inkml:trace>
  <inkml:trace contextRef="#ctx0" brushRef="#br0" timeOffset="34983.61">14836 2548 0,'0'0'0,"0"3"0,0-3 0,0 0 0,-2 13 0,1 5 16,-2 8-1,2 12-15,2 2 16,5 4-16,1-6 16,2-9-16,13-6 31,11-7-31,7-11 16,3-12-16,-14-5 15,-1-10-15,-4-1 16,-6 2-1,-5 5-15,-4 4 16,-3 5-16,-6 7 16,0 0-16,5-7 15,-5 7-15,0 0 16,-6 15-16,-8 24 16,-5 26-16,-1 5 15,-1 3-15</inkml:trace>
  <inkml:trace contextRef="#ctx0" brushRef="#br0" timeOffset="42682.64">1374 3429 0,'0'0'0,"0"0"0,-2 0 0,2 0 15,-8-7-15,8 7 16,-15-12-16,15 12 16,-16-12-16,16 12 15,-13-9-15,13 9 16,0 0-16,-10-8 16,10 8-16,0 0 15,0 0 1,0 0-16,10-1 15,10 4-15,8 10 16,1 8-16,-1 9 16,-3 10-16,-5 6 15,-7 11-15,-4 4 16,-12 5-16,-11 10 16,-10 2-1,-9 2-15,-6-3 16,-1-10-16,-1-9 15,1-10-15,5-13 16,5-8-16,5-12 16,5-9-16,1-5 15,2-6-15,4-11 16,3-13-16,8-18 16,9-9-16,8-1 15,6 3 1,1 8-16,-1 9 15,-2 9-15,-2 5 16,-3 6-16,-2 4 16,-1 4-16,0 3 15,-1 4-15,2 1 16</inkml:trace>
  <inkml:trace contextRef="#ctx0" brushRef="#br0" timeOffset="43167.01">1956 3300 0,'0'0'0,"0"0"0,0 0 16,-1 2-16,-2 5 15,-6 17-15,-7 26 16,-3 11-16,-1 10 16,-1 0-16,-1 8 15,-4 0-15,-1-8 16,4-9-1,6-14-15,5-13 16,2-8-16,3-9 16,5-6-16,2-3 15,4-2-15,11-1 16,12-4-16,12-4 16,7-6-16,1-3 15,5-2-15,0-1 16,-5 0-16,0 1 15,-5 1 1,-7 3-16,-8 0 16,-12 5-16</inkml:trace>
  <inkml:trace contextRef="#ctx0" brushRef="#br0" timeOffset="43549.65">848 4526 0,'0'0'0,"0"0"0,0 0 16,2 0-16,11 0 15,24 0 1,29-4-16,16-3 16,8-3-16,7-1 15,5-1-15,3-1 16,-3 0-16,0-1 16,-3-1-16,-5 0 15,-5 2-15,-10 0 16,-5 2-1,-11 1-15,-9 2 16,-5 0-16,-8 3 16,-6 2-16,-6 5 15,-8 1-15,-9 2 16,-7 3-16</inkml:trace>
  <inkml:trace contextRef="#ctx0" brushRef="#br0" timeOffset="44065.07">1298 4607 0,'0'0'0,"0"0"0,0 0 0,0 0 16,0 0-16,0 0 15,10 2-15,8 2 16,9 10-16,6 8 16,1 13-16,-3 11 15,-2 9-15,-7 2 16,-8 3-16,-4 2 15,-16 17 17,-5-9-32,-3-12 15,-1-18-15,5-20 16,2-10-16,8-10 16,-16 7-16,7-9 15,-4-7-15,-1-6 16,1-3-1,3 0-15,4 1 16,2 2-16,1-1 16,4 0-16,4-5 15,3-1-15,8-7 16,2 0-16,5 0 16,0 3-16</inkml:trace>
  <inkml:trace contextRef="#ctx0" brushRef="#br0" timeOffset="44732.68">1746 4763 0,'0'0'0,"0"0"16,0 0 0,0 0-16,0 0 15,0 0-15,9-3 16,4-1-16,8-1 16,5-2-16,2 0 15,4 1-15,-4 1 16,-4 0-16,-2 1 15,-6 2 1,-2 0-16,-4 1 16,-10 1-16,14 1 15,-14-1-15,9 7 16,-4-1-16,-1 5 16,-2 8-16,-2 6 15,-5 3-15,-5 2 16,-2 0-16,-2 1 15,-3-1 1,1 0-16,0-2 16,0-2-16,2-4 15,3-2-15,1-4 16,3-3-16,1-3 16,1-3-16,5-7 15,-5 9-15,5-9 16,0 0-16,0 0 15,0 0-15,5 8 16,-5-8 0,23 2-16,-2-6 15,5-3-15,-1-2 16,-2 0-16,-1-1 16,-3 0-16,-1 0 15,-3 2-15</inkml:trace>
  <inkml:trace contextRef="#ctx0" brushRef="#br0" timeOffset="45217.31">2187 4793 0,'0'0'0,"1"-4"0,-1 4 16,5-12-16,1 1 15,4-2-15,5 0 16,4 2-16,-3 3 16,-1 3-1,2 4-15,-2 1 16,-2 6-16,-1 8 16,-3 7-16,-3 9 15,-6 4-15,-8 4 16,0-4-16,-4 2 15,1-6-15,0-2 16,2-5-16,1-6 16,1-2-1,3-4-15,0-3 16,1-1-16,3-7 16,-4 6-16,4-6 15,0 0-15,0 0 16,0 0-16,16 4 15,2-5-15,5-4 16,1-2 0,-2 0-16,-1 0 15,-3 0-15,-2 2 16,-4 1-16,-1 3 16,-11 1-16</inkml:trace>
  <inkml:trace contextRef="#ctx0" brushRef="#br0" timeOffset="46299.93">2654 3800 0,'0'0'0,"0"0"0,0 0 15,0 0 1,0 0-16,0 0 16,8 1-16,15 3 15,14 3-15,5 0 16,5-1-16,3-4 15,1-1-15,-3-2 16,-7 0-16,-6-2 16,-7 1-1,-8 0-15,-6 1 16</inkml:trace>
  <inkml:trace contextRef="#ctx0" brushRef="#br0" timeOffset="46549.75">2752 4108 0,'0'0'0,"0"0"0,0 0 16,0 0-16,0 0 16,0 0-16,7 0 15,14 0-15,23-3 16,13-8-16,3-3 15,-1-2-15,-7 0 16,-5 1-16,-8 3 16,-10 3-16,-7 3 15,-4 1-15,-2 0 16</inkml:trace>
  <inkml:trace contextRef="#ctx0" brushRef="#br0" timeOffset="48315.9">3899 3292 0,'0'0'0,"0"0"0,0 0 0,9 3 16,7 2-16,8 12 15,1 13-15,3 9 16,-4 14-16,-6 6 16,-8-2-1,-4 8-15,-8 6 16,-3-5-16,-2-5 15,-8-2-15,0-8 16,-2-2-16,-10-3 16,-4-12-16,-1-6 15,2-7-15,10-8 16,1-5 0,4-5-16,-1-5 15,0-6-15,1-5 16,3-7-16,5-5 15,3-5-15,6-3 16,5 2-16,2 5 16,7-1-16,7-2 15,9-4-15,9-1 16,-1 1-16</inkml:trace>
  <inkml:trace contextRef="#ctx0" brushRef="#br0" timeOffset="48816.82">4507 3469 0,'0'0'0,"0"0"15,0 0-15,0 0 16,0 0-16,1 5 16,2 11-16,1 21 15,-8 17-15,-12 5 16,-6 10-16,-5-2 16,-2 2-1,1-4-15,3-13 16,0 0-16,3-15 15,4-7-15,4-8 16,5-9-16,3-3 16,3-2-16,3-1 15,5 1-15,9 0 16,11-3-16,10-1 16,6-3-1,3-4-15,-1-3 16,-3-1-16,-2-1 15,-4 1-15,2-1 16,-2 1-16,-3-1 16,-6 3-16,-6 0 15,-2 0-15,-5 2 16,-12 3-16,14-9 16</inkml:trace>
  <inkml:trace contextRef="#ctx0" brushRef="#br0" timeOffset="49232.88">3502 4503 0,'0'0'0,"0"0"0,0 0 16,0 0-16,2 1 16,-2-1-16,39 13 15,14-6 1,13-3-16,4-5 15,10-4-15,-2-1 16,4-3-16,-4-1 16,-3 0-16,-4 0 15,-8 0-15,-6 0 16,-5 2-16,-4-1 16,-3 2-16,-5 0 15,-7 3 1,-2-2-16,-5 2 15,4-1-15</inkml:trace>
  <inkml:trace contextRef="#ctx0" brushRef="#br0" timeOffset="51416.15">3783 4840 0,'0'0'0,"0"-2"0,0 2 15,0 0-15,0 0 16,0 0 0,0 0-16,10-2 15,5 10-15,5 15 16,1 14-16,-4 5 16,-7 8-16,-5 2 15,-9 4-15,-9 0 16,-6 0-1,-7-2-15,-2-7 16,1-11-16,5-10 16,3-9-16,5-7 15,1-7-15,1-5 16,0-5-16,3-8 16,4-9-16,4-8 15,6-4-15,4 2 16,3 3-16,2 3 15,5 4 1,1 4-16,6 0 16,7-3-16</inkml:trace>
  <inkml:trace contextRef="#ctx0" brushRef="#br0" timeOffset="51932.32">4130 4882 0,'0'0'0,"0"0"15,0 2 1,0-2-16,0 14 16,0 8-16,0 15 15,2 9-15,2 1 16,2-6-16,2-6 16,3-8-16,3-7 15,9-7-15,9-10 16,7-13-16,1-11 15,-6-5 1,-8-1-16,-6 2 16,-7 5-16,-5 7 15,-4 5-15,-4 8 16,0 0-16,0 0 16,3 8-16,-1 25 15,-5 25-15,-4 10 16,-1-1-16,-1 5 15,0-3-15,-5 40 32,-5-13-17,-1-10-15,1-17 16,4-37-16,-7-4 16,2-12-16,0-6 15,6-7-15,-3-10 16,2-7-16,0-14 15,5-12 1,4-9-16,4 0 16,6 4-16,2 4 15,3-5-15,2 0 16,1-1-16,2-7 16</inkml:trace>
  <inkml:trace contextRef="#ctx0" brushRef="#br0" timeOffset="52299.58">4235 4742 0,'0'0'0,"0"0"0,0 0 0,0 0 15,-1 2 1,1-2-16,-3 10 16,3-10-16,-1 11 15,1-11-15,0 0 16,15-4-16,16-15 16,7-10-16,-8 4 15,-9 6-15,-5 5 16,-3 3-16,1 2 15,3 8-15,3 5 16,0 4 0,1 5-16,0 6 15,0-1-15</inkml:trace>
  <inkml:trace contextRef="#ctx0" brushRef="#br0" timeOffset="52535.71">5123 4040 0,'0'0'0,"0"-2"0,0 2 15,0 0 1,0 0-16,0 0 16,-3-6-16,3 6 15,0 0-15</inkml:trace>
  <inkml:trace contextRef="#ctx0" brushRef="#br0" timeOffset="53049.52">5633 3441 0,'0'0'0,"0"0"16,0 0-16,0 0 15,3 0-15,-3 0 16,22 7-16,3 5 16,7 12-16,0 9 15,-5 10-15,-7 5 16,-6 1-16,-8-2 15,-6 0-15,-9-5 16,-21 17 15,-7 0-31,-5-8 16,4-11-16,15-21 16,5-9-16,4-6 15,5-6-15,-1-10 16,4-8-16,4-12 15,5-1-15,8-1 16,-1 3 0,0 5-16,3 4 15,2-2-15,6 1 16,9-4-16</inkml:trace>
  <inkml:trace contextRef="#ctx0" brushRef="#br0" timeOffset="53632.75">6144 3495 0,'0'0'0,"0"0"0,0 3 16,1 6-16,0 12 15,1 10-15,2 6 16,2 1-16,2-6 15,1-4-15,2-6 16,6-8-16,6-8 16,9-9-1,8-14-15,2-8 16,-3-4-16,-10 1 16,-9 5-16,-7 5 15,-6 7-15,-3 4 16,-4 7-16,3-6 15,-3 6-15,0 0 16,0 0-16,-4 20 16,-4 21-1,-4 21-15,-1 10 16,-1 5-16,-5 2 16,-15 42-1,1-20 1,2-7-16,5-25 15,11-37-15,-4-5 16,-4-9-16,6-9 16,0-7-1,5-7-15,2-9 16,2-8-16,7-12 16,6-10-16,6-5 15,5 0-15,2 6 16,4 0-16,-1 1 15,0 3-15,-1 1 16,2-4-16</inkml:trace>
  <inkml:trace contextRef="#ctx0" brushRef="#br0" timeOffset="54049.57">6177 3099 0,'0'0'0,"0"0"0,0 0 15,0 0-15,0 0 16,0 0-16,0 0 15,0 0-15,0 0 16,1-3-16,7-8 16,14-20-1,15-12-15,-3 4 16,-9 12-16,-8 9 16,-8 10-16,-9 8 15,12-9-15,-12 9 16,15 12-16,-4 7 15,1 12-15,0 8 16,-3 5-16,-2 5 16,0-2-16,-1-4 15</inkml:trace>
  <inkml:trace contextRef="#ctx0" brushRef="#br0" timeOffset="54549.52">5183 4539 0,'0'0'0,"0"0"15,0 0 1,0 0-16,6 0 16,12 3-16,20 1 15,16-1-15,10-2 16,7-2-16,10-1 15,-5-1-15,7-3 16,2-3-16,5-2 16,3-1-16,-2 0 15,-3-2 1,-4 1-16,-5 1 16,-5 2-16,-6 0 15,-6 2-15,-5 3 16,-6 3-16,-6 1 15,-6 0-15,-9 1 16,-6 0-16,-6 0 16,-6 0-16,-12 0 15</inkml:trace>
  <inkml:trace contextRef="#ctx0" brushRef="#br0" timeOffset="56283.39">5548 4892 0,'0'0'0,"0"0"15,0 0-15,0 2 16,2 4-16,2 12 15,3 16-15,3 10 16,0 5-16,0 5 16,-5 1-16,-4 2 15,-4-6-15,-10 21 32,-3-2-17,-2-13-15,-4-11 16,1-21-16,-7-8 15,1-1-15,0-9 16,5-4-16,5-5 16,1-3-16,4-3 15,0-5-15,4-12 16,5-9-16,6-6 16,6 0-1,9 2-15,4 2 16,1 4-16,1 0 15,-3 7-15,-2 5 16,-3 3-16,-5 7 16,-2 1-16,-9 9 15,12-8-15</inkml:trace>
  <inkml:trace contextRef="#ctx0" brushRef="#br0" timeOffset="57315.82">5744 5121 0,'0'0'0,"0"0"15,0 0-15,0 0 16,0 0-16,4 0 16,6-1-1,8 0-15,6-2 16,6-1-16,1-1 15,1-1-15,4 0 16,-1 0-16,-2-1 16,-3 1-16,-7 0 15,0 0-15,-8 2 16,-2 1-16,-13 3 16,16-4-1,-16 4-15,13-3 16,-13 3-16,0 0 15,0 0-15,11 0 16,-11 0-16,0 0 16,0 0-16,0 0 15,0 0-15,0 0 16,0 0-16,4 7 16,-4-7-16,0 0 15,0 0 1,-4 9-16,0-3 15,-2 6-15,-2 3 16,-5 5-16,-1 3 16,-3 4-16,-2 2 15,0 1-15,-1 1 16,3-2-16,2-1 16,2-3-16,0 1 15,3-6 1,3-5-16,1-3 15,2-4-15,4-8 16,-3 10-16,3-10 16,0 0-16,-2 7 15,2-7-15,33 2 16,9-9-16,4-4 16,0-2-16,1-2 15,-4 1 1,-5 1-16,-5 3 15,-9 2-15,-3 1 16,-5 2-16,-5 2 16,-11 3-16,0 0 15,10-3-15,-10 3 16</inkml:trace>
  <inkml:trace contextRef="#ctx0" brushRef="#br0" timeOffset="57782.58">6975 4002 0,'0'0'0,"0"-2"0,0 2 15,0 0-15,2-9 16,11-2-16,20-9 16,9 2-16,4 2 15,-3 5 1,0 2-16,-3 5 15,-2 1-15,-2 0 16,-5 3-16,-7 1 16</inkml:trace>
  <inkml:trace contextRef="#ctx0" brushRef="#br0" timeOffset="57949.68">7116 4224 0,'0'0'0,"0"0"0,0 0 0,0 0 16,8-1-16,16-1 15,26-3-15,14-4 16,-2-4-16,-3-3 16,-7 2-16,-6 1 15</inkml:trace>
  <inkml:trace contextRef="#ctx0" brushRef="#br0" timeOffset="63332.23">8007 3930 0,'0'0'0,"0"0"15,0 0-15,0 0 16,0-1-16,0 1 15,0 0-15,0 0 16,0 0-16,0 0 16,0 0-16,5-7 15,5 3-15,8-1 16,6-1 0,3 2-16,0-2 15,0 2-15,-3 1 16,0 0-16,-1 3 15,0-1-15,-2 1 16,-1 0-16,-2 1 16,-2-1-16,-2 1 15,-2 0-15,-1 0 16,2 0 0,4-2-16</inkml:trace>
  <inkml:trace contextRef="#ctx0" brushRef="#br0" timeOffset="63949.45">8745 3810 0,'0'0'0,"0"0"16,0 0-16,-1 3 16,1-3-16,-8 17 15,-1 1-15,-3 8 16,-1 4 0,2 2-16,3-1 15,1 1-15,3-3 16,1-4-16,2-5 15,3-4-15,6-5 32,8-7-32,9-8 15,6-10-15,-5-5 16,-3-6-16,-3-4 16,-6-3-1,-5-1-15,-7 3 16,-3 4-16,-5 4 15,-1 4-15,-1 4 16,0 3-16,2 5 16,6 6-16,-8-8 15,8 8-15,0 0 16,0 0-16,0 0 16,0 0-1</inkml:trace>
  <inkml:trace contextRef="#ctx0" brushRef="#br0" timeOffset="64115.54">9168 3838 0,'0'0'0,"0"0"0,0 0 16,0 0-1,0 0-15,0 2 16,0-2-16,0 0 15,-1 7-15</inkml:trace>
  <inkml:trace contextRef="#ctx0" brushRef="#br0" timeOffset="64616.16">9356 3636 0,'0'0'0,"0"0"0,0 0 0,0 0 16,0 2-16,0 5 16,0 12-16,0 13 15,0 9-15,0-2 16,0-3-16,0-7 16,9-3 15,12-7-31,11-9 15,7-11-15,-7-10 16,-2-6-16,-2-4 16,-6 1-16,-7 2 15,-4 3-15,-4 6 16,-4 3-16,-3 6 16,0 0-16,0 0 15,0 0-15,-5 10 16,-5 15-1,-5 7-15,2 4 16,-1 4-16,1 2 16,3-1-16,1-6 15,0-2-15,2 3 16,-2-2-16,3-1 16,2-4-1,4-5-15,1-6 0,3-4 16</inkml:trace>
  <inkml:trace contextRef="#ctx0" brushRef="#br0" timeOffset="65133.07">9747 3816 0,'0'0'0,"0"-3"0,0 3 0,0 0 0,7-15 16,4-1-16,11-2 16,7 0-16,5 2 15,-2 6-15,-2 6 16,-3 4-16,-5 4 16,-5 5-16,-6 1 15,-4 3 1,-8 6-16,-9 8 15,-4 5-15,-8 1 16,4-4-16,0-3 16,3-5-16,5-4 15,3-3-15,7 0 16,9 1-16,7 0 16,9 2-16,9-1 15,2 0 1,-1-1-16,-3-1 15,-8-3-15,-5 2 16,-7 3-16,-5-3 16,-3 2-16,-4-3 15,-10 1-15,-11 8 16,-7 6-16,-10 1 16,6-6-16,-9-7 15,-2-5-15,11-5 16,6-3-1,12-2-15,14 0 16,-16-3-16,12-6 16</inkml:trace>
  <inkml:trace contextRef="#ctx0" brushRef="#br0" timeOffset="66032.48">8192 3205 0,'0'0'0,"0"0"0,0 0 0,0 0 15,-3 1-15,3-1 16,-7 16-16,-8 15 16,-12 23-16,-12 22 15,-4-2-15,-3 6 16,-3 5-16,0 0 16,7 1-16,13 0 15,10 0-15,6-1 16,11 2-1,12-1-15,15 6 16,14-1-16,11-7 16,31 4-16</inkml:trace>
  <inkml:trace contextRef="#ctx0" brushRef="#br0" timeOffset="66533.92">10474 3378 0,'0'0'0,"0"0"0,0 0 15,1 2-15,7 6 16,13 16-1,11 27-15,-3 19 16,-4 11-16,-8 9 16,-12 11-16,-13 0 15,-6 1-15,-32 28 32,5-24-32,-15-1 15,4-28 1,21-34-16,-2-4 0,4-8 15,1-5 1,5-6-16,5-8 16,3-8-16,5-5 15</inkml:trace>
  <inkml:trace contextRef="#ctx0" brushRef="#br0" timeOffset="67099.95">11292 3462 0,'0'0'0,"0"0"16,-3 4-16,-10 7 15,-17 19-15,-12 17 16,-2 10-16,0 8 15,0 9 1,6 10-16,8 6 16,5 10-16,13 2 15,13 3-15,12 4 16,15 0-16,12-1 16,14 3-16,55 31 31,-18-44-31</inkml:trace>
  <inkml:trace contextRef="#ctx0" brushRef="#br0" timeOffset="68717.5">13664 3299 0,'0'0'0,"0"0"0,0 0 16,0 0-16,0 0 15,3 1-15,8 2 16,21-2-16,22-6 15,15-3-15,9-3 16,9 0-16,9-1 16,-6 1-1,4-1-15,-1 1 16,2 0-16,-2 1 16,1-1-16,-2 3 15,2 1-15,-6 2 16,0 2-16,-7-2 15,-6 3-15,-2 0 16,-9 1-16,-6-2 16,-11 2-1,-7 0-15,-8 1 16,-7 0-16,-10 0 16,-4 0-16,-11 0 15,0 0-15,9-2 16</inkml:trace>
  <inkml:trace contextRef="#ctx0" brushRef="#br0" timeOffset="69566.35">11410 3969 0,'0'0'0,"0"0"0,0 0 0,0 0 0,0 0 15,0 0-15,-3 2 16,3-2-16,-13 9 16,-5 6-16,-8 11 15,-2 4 1,3 1-16,5 0 16,4 4-16,5-2 15,6-2-15,4-7 16,11-2-1,11 0 1,9-4-16,7-8 16,-6-10-1,-2-9-15,3-7 16,-1-7-16,-7-4 16,-4-3-16,-8 2 15,-7 2-15,-4 3 16,-6 1-16,-5 3 15,-1 2-15,-3 5 16,1 2-16,2 3 16,-1 3-16,1 2 15,-4 2-15,1 2 16,14-2 0,-15 7-16</inkml:trace>
  <inkml:trace contextRef="#ctx0" brushRef="#br0" timeOffset="69717.06">11621 4110 0,'0'0'0,"0"0"16,0 0-16,2 3 15,-2-3-15</inkml:trace>
  <inkml:trace contextRef="#ctx0" brushRef="#br0" timeOffset="70216.97">11834 3902 0,'0'0'0,"0"0"0,4-3 16,-4 3-16,24-12 15,-4 6-15,5 3 16,0 3-16,-1 3 16,-2 3-16,-4 6 15,-5 6 1,-4 3-16,-5 5 16,-6 4-16,-8 4 15,-7 4-15,-4-2 16,-5-2-16,2-5 15,0-2-15,4-5 16,2-4-16,6-5 16,3-4-16,9-9 15,-8 10 1,8-10-16,0 0 16,7 7-16,13-3 15,14-4-15,3-5 16,-1-2-16,-2-3 15,-3 0-15,-5 0 16,-2 1-16,-5 2 16,-5 2-16,-14 5 15,14-6 1,-14 6-16,0 0 0,0 0 16</inkml:trace>
  <inkml:trace contextRef="#ctx0" brushRef="#br0" timeOffset="70699.67">12262 3922 0,'0'0'0,"0"0"0,0 0 0,0 0 0,0 0 16,-1 4-16,0 6 15,-1 8-15,-1 10 16,0 5-16,1 0 16,3-4-16,3-5 15,2-4-15,3-6 16,4-6-16,6-6 16,3-3-1,3-6-15,-3-4 16,1-6-16,1-4 15,-1-1-15,-3-1 16,-6 5-16,-4 6 16,-4 3-16,-6 9 15,6-8 1,-6 8-16,0 0 16,0 0-16,0 0 15,-1 17-15,-4 7 16,-3 5-16,-2 3 15,-3 4-15,-1 2 16,-1-1-16,2-2 16,2-1-16,0-5 15,-1 1 1,2-1 0,2-7-1</inkml:trace>
  <inkml:trace contextRef="#ctx0" brushRef="#br0" timeOffset="71214.97">12728 3333 0,'0'0'0,"0"0"0,0 0 16,0 0-16,2 2 15,6 8-15,9 19 16,3 23-16,3 12 16,-3 12-1,-3 20-15,-4 7 16,-9-6-16,-3 2 15,-11 10 1,-1-4 0,-2-7-16,-4-17 15,1-31-15,-16 1 16,-1-6-16,-5-5 16,0-4-1,7-9-15,6-6 16,6-4-16,3-6 15,3-2-15,13-9 16,-13 9-16,13-9 16,0 0-16,0 0 15,-13-7-15,8-6 16,2-5 0,2-1-16,1-1 15</inkml:trace>
  <inkml:trace contextRef="#ctx0" brushRef="#br0" timeOffset="73051">12956 4253 0,'0'0'0,"0"0"0,0 0 0,6 0 16,9 0-16,12 0 16,5 0-1,-1 0-15,-2 0 0,-3 2 16,0 0-1,2 0-15,-1 2 16,0 0-16,-4 0 16,-5 1-16,-3 1 15</inkml:trace>
  <inkml:trace contextRef="#ctx0" brushRef="#br0" timeOffset="73351.55">12801 4567 0,'0'0'0,"0"0"16,0 0-1,0 0-15,6 1 16,14 1-16,17-2 16,4-5-16,2 1 15,1 0-15,1-1 16,-3 1-16,-6-1 16,-8 1-16,-5 1 15,1 0-15,-1-1 16,-3 3-1</inkml:trace>
  <inkml:trace contextRef="#ctx0" brushRef="#br0" timeOffset="74182.86">13645 4184 0,'0'0'0,"2"-4"16,-2 4-1,11-20-15,1 4 16,1 0-16,0 4 16,-2 4-16,-11 8 15,18-8-15,-8 6 16,1 1-16,-1 1 16,0 1-16,-10-1 15,19 4-15,-19-4 16,19 9-16,-9-2 15,1 2 1,0 2-16,-2-1 16,-1-1-16,1-1 15,-2 0-15,0-1 16,-2 0-16,1-1 16,-6-6-16,11 11 15,-11-11-15,10 9 16,-10-9-1,11 6-15,-11-6 16,11 2-16,-11-2 16,11 0-16,-11 0 15,0 0-15,10 0 16,-10 0-16,0 0 16,0 0-16,0 0 15,0 0-15,0 0 16,12-7-16,-12 7 15,0 0 1,6-10-16,-6 10 16,8-13-16,-1 2 15,2 0-15,-1 0 16</inkml:trace>
  <inkml:trace contextRef="#ctx0" brushRef="#br0" timeOffset="75914.89">14094 4490 0,'0'0'0,"0"0"0,0 0 0,0 0 16,0 0-1,0 0-15,0 0 16,0 0-16,7 4 16,8 0-16,13 1 15,6-3-15,1-2 16,-5-1-1,-6-2-15,-6 1 0,-4-1 16,-14 3-16,16-4 16,-16 4-1,0 0-15,0 0 16</inkml:trace>
  <inkml:trace contextRef="#ctx0" brushRef="#br0" timeOffset="84350.37">9535 3301 0,'0'2'0,"0"-2"0</inkml:trace>
  <inkml:trace contextRef="#ctx0" brushRef="#br0" timeOffset="91332.17">14847 4473 0,'0'0'0,"0"0"15,-2-1-15,2 1 16,-12-12-16,5 5 0,7 7 16,0 0-1,0 0-15,-16-2 16,7 8-16,-4 6 16,0 6-16,0 4 15,3 2-15,1 4 16,2 2-16,5-3 15,4-1-15,4-3 16,9-6-16,3-2 16,2-6-1,4-5-15,-1-3 16,3-9-16,0-6 16,-5-5-16,-2-5 15,-6-1-15,-4-1 16,-4-3-16,-4 3 15,-4 1-15,-3 3 16,-3 3 0,-1 4-16,0 3 0,0 2 15,-1 4 1,-2 2-16,1 4 16,-3 1-16</inkml:trace>
  <inkml:trace contextRef="#ctx0" brushRef="#br0" timeOffset="91482.14">15149 4470 0,'0'0'0,"0"0"16,0 0-16,0 0 15,0 0-15,1 3 16,-1-3-16,13 7 15</inkml:trace>
  <inkml:trace contextRef="#ctx0" brushRef="#br0" timeOffset="91852.27">15396 4190 0,'0'0'0,"0"0"0,0 0 0,0 0 15,0 2-15,0 7 16,-2 11-16,0 10 15,-1 14-15,-1 4 16,-2 3-16,-4-1 16,2-2-1,-1-1-15,1 2 16,-4 16 0,4-11-1,5-7-15,10-2 16,0-25-16</inkml:trace>
  <inkml:trace contextRef="#ctx0" brushRef="#br0" timeOffset="92382.17">15463 4544 0,'0'0'0,"0"0"15,0 0-15,0 0 16,-1 1-16,1-1 16,-10 16-16,-1 9 15,3 5 1,4 2-16,4-9 16,1-5-16,5 3 15,6-3-15,10 2 16,7 1-16,5-12 15,7-9-15,-1-9 16,-3-8-16,-6-2 16,-3-6-16,-7-4 15,-14-13 17,-18-4-32,-16-1 15,-15 3-15,-2 17 16,-7 5-16,5 8 15,5 6-15,0 5 16,9 3-16</inkml:trace>
  <inkml:trace contextRef="#ctx0" brushRef="#br0" timeOffset="93234.68">15874 4312 0,'0'0'0,"0"0"0,0 0 0,0 0 0,0 0 0,-3 0 0,3 0 0,0 0 0,-17 3 0,6 1 0,-1 6 0,1 8 0,4 13 0,4 11 0,3 0 0,2 8 0,3-4 0,2 3 16,1-9-16,3-8 15,0 4-15,-5-5 16,-2-6 0,-4 2-1,0-7-15,-2-7 16,-2-7-16,4-6 16,-7 7-1,7-7-15,0 0 16,-14-1-16,4-10 15,-4-28-15,8-26 16,6 11-16,3-11 16,0 13-1,4 0-15,-2 7 16,1 7-16,-3 8 16,-1 7-16,0 3 15,-1 5-15,-1 1 16,0 3-16,-4 2 15,-28 2-15</inkml:trace>
  <inkml:trace contextRef="#ctx0" brushRef="#br0" timeOffset="98148.11">423 7036 0,'0'0'0,"0"0"0,0 1 0,0-1 16,0 0-16,0 0 15,0 7 1,0-7-16,-1 9 16,0 2-16,-1 10 15,-4 14-15,-3 7 16,-1 6-16,-2 3 16,-1 2-16,0 1 15,2 0-15,2-1 16,4-3-16,2 1 15,3-2-15,0 2 16,2-2-16</inkml:trace>
  <inkml:trace contextRef="#ctx0" brushRef="#br0" timeOffset="99081.99">1128 7151 0,'0'0'0,"0"0"0,0 0 0,0 0 15,0 3-15,-2 4 16,-3 12-16,-2 17 15,-3 12-15,0 9 16,0 5-16,-2 3 16,2-2-1,-1-2-15,3-6 16,-1-5-16,2-2 16</inkml:trace>
  <inkml:trace contextRef="#ctx0" brushRef="#br0" timeOffset="99549.73">1130 6753 0,'0'0'0,"0"0"0,0 0 0,0 0 16,0 0-16,-2 0 15,2 0-15,0 0 16,0 0-16,-6 11 16,-1 3-16,-1 5 15,-1 4 1,1 0-16,2-2 16,3-3-16,1-3 15,2-6-15,2 0 16,2-3-16,-4-6 15,13 11-15,-13-11 16,19 6 0,-6-4-16,-1-2 0,-2 1 15</inkml:trace>
  <inkml:trace contextRef="#ctx0" brushRef="#br0" timeOffset="99699.38">1228 6929 0,'0'0'0,"0"0"16,0 0-16,0 0 16,0 4-1,-1 3-15,0 3 16,0 6-16,0 7 16,1 5-16,1 1 15</inkml:trace>
  <inkml:trace contextRef="#ctx0" brushRef="#br0" timeOffset="100314.7">1687 7277 0,'0'0'0,"0"0"15,0 0 1,0 0-16,0 0 16,0 3-16,0-3 15,-4 19-15,-1 8 16,-3 11-16,1 6 15,1 0-15,2-1 16,0-4-16,1-5 16,1-9-16,1-5 15,1-5 1,1-4-16,-1-3 0,2-2 16,-2-6-1,4 8-15,-4-8 16,10 9-16,-10-9 15,19 7-15,-7-4 16,2-2-16,2 3 16,1-1-16,0 0 15,-3 0 1</inkml:trace>
  <inkml:trace contextRef="#ctx0" brushRef="#br0" timeOffset="101481.68">1809 6758 0,'0'0'0,"0"0"16,0 0-16,0 0 15,0 0-15,0 0 16,0 0-16,0 0 16,0 0-16,0 0 15,0 0-15,0 0 16,0 0 0,0 0-16,0 0 15,0-2-15,0 2 16,0 0-16,0 0 15,0 0-15,0 0 16,0 0-16,0 0 16,0 0-16,0 0 15,3 8-15,-3-8 16,0 0-16,0 0 16,0 7-1,0-7-15,0 0 16,0 0-16,0 0 15,0 8-15,0-8 16,0 10-16,-2-4 16,1 3-16,0 2 15,-1 1-15,0 2 16,0-1-16,-1 0 16,1-1-1,0-1-15,0-1 16,1 0-16,-1-3 15,1 0-15,1-7 16,1 11-16,-1-11 16,5 10-16,-5-10 15,11 8-15,-11-8 16,18 8-16,-7-5 16,2 1-1,-2-1-15,2 0 16,-3 0-16</inkml:trace>
  <inkml:trace contextRef="#ctx0" brushRef="#br0" timeOffset="101799.28">1977 6994 0,'0'0'0,"0"0"16,0 0-16,0 0 15,0 0-15,0 0 16,0 0-16,2 2 16,-2-2-16,5 8 15,-1 0-15,2 3 16,-2 1-16,0 2 16,-1 0-1,-1-5-15,-1-1 16,1-1-16,-1 0 15,-1-7-15,9 12 16,0-6-16,6-1 16,7-3-16,5-6 15</inkml:trace>
  <inkml:trace contextRef="#ctx0" brushRef="#br0" timeOffset="104899.33">2585 7489 0,'0'0'0,"0"0"0,-2-2 0,2 2 15,0 0-15,-13-5 16,13 5-16,-11-2 16,11 2-16,-18 0 15,2 8-15,-5 7 16,-1 3-16,3 1 16,5-1-16,1 0 15,3 2-15,4-4 16,1 2-16,4-5 15,2-1 1,1-1-16,2-3 16,3 2-16,2-3 15,1-3-15,3-5 16,0-5-16,3-5 16,-2-4-16,-1-3 15,-6 3-15,-4-1 16,-6 0-16,-6 1 15,-11 0 1,-22 3-16</inkml:trace>
  <inkml:trace contextRef="#ctx0" brushRef="#br0" timeOffset="107432.35">1859 7530 0,'0'0'0,"0"0"0,0 0 15,2-1-15,-2 1 16,20-8-16,1 2 16,6 2-16,4 4 15,3 4-15,-2 2 16,0 1-16,-3 1 15,-5-2-15,-1-1 16,-3 0-16,-2-1 16,-3 0-1,-3-2-15,-12-2 16,13 3-16,-13-3 16,0 0-16,0 0 15,0 0-15,-23 14 16,-11-3-16,-9 1 15,-8-2-15,-4-3 16,0 0-16,4-4 16,5-1-1,6-2-15,5 0 16,7 0-16,7-2 16,4 0-16,5-1 15,12 3-15,-14-5 16,14 5-16,0 0 15,7-10-15,14 0 16,16-2-16,8 4 16,4 2-16,4 3 15,1-1 1,0 1-16,-3 0 16,-3 1-16,-6 1 15,-5 1-15,-9 1 16,-8 0-16,-7 0 15,-13-1-15,15 0 16,-15 0-16,0 0 16,0 0-16,0 0 15,0 0 1,-30 6-16,-17 1 16,-7-2-16,-1-1 15,1-1-15,0 0 16,5-1-16,4 0 15,5-1-15,8 0 16,4 1-16,9-2 16,6 0-16,13 0 15,-15 0 1,15 0-16,0 0 16,0 0-16,0 0 15,12 0-15,18 4 16,12 1-16,6 1 15,4 0-15,-2 0 16,-2-1-16,-2-2 16,-7-1-1,-7 0-15,-6 0 16,-8-2-16,-5 1 16,-13-1-16,12 0 15,-12 0-15,0 0 16,0 0-16,0 0 15,-14 0-15,-18 0 16,-14 1-16,2-1 16,0 1-16,5-1 15,4 0 1,5 0-16,7 0 16,6 0-16,6 0 15,11 0-15,-11 0 16,11 0-16,0 0 15,0 0-15,0 0 16,11-13-16,17-2 16,12 0-16,9 2 15,9 0 1</inkml:trace>
  <inkml:trace contextRef="#ctx0" brushRef="#br0" timeOffset="108815.74">1618 2668 0,'-5'-1'0,"-7"3"0,-7 0 15,-24 3-15,-4 5 16,-1 10-16,2 5 15,2 6-15,0 5 16,-4 10-16,1 6 16,2 8-16,3 7 15,2 2 1,1 1-16,3 4 16,0 4-16,2 10 15,1 8-15,4-2 16,3 4-16,4 0 15,6 5-15,3 8 16,4-5-16,5 7 16,3 0-16,5 2 15,3 1-15,3 2 16,4 1 0,5-8-16,6-3 15,4-4-15,3-12 16,9 1-16,3-8 15,8-6-15,9-2 16,0-9-16,8-7 16,3-8-1,2-8-15,1-7 0,1-4 16,-2-9 0,2-7-16,-3-5 15,-1-10-15,0-9 16,-5-11-16,2-13 15,-5-3-15,-1-19 16,-1-4-16,-3-15 16,-7-8-16,-1-3 15,-3-20-15,-5-4 16,-3-9-16,-5-4 16,-3-1-1,-6-3-15,-8-3 16,-7 0-16,-8 5 15,-6 4-15,-3 3 16,-8 4-16,-6 0 16,-8 5-16,-4 0 15,-2 8-15,-4 0 16,-5 4 0,-4 5-16,-3 7 15,-6 5-15,-1 9 16,-2 6-16,-1 12 15,2 11-15,6 9 16,6 6-16,7 7 16,7 4-16,5 2 15,2 4-15,-6 11 16,-6 17 0</inkml:trace>
  <inkml:trace contextRef="#ctx0" brushRef="#br0" timeOffset="113482.15">1272 7647 0,'0'0'0,"0"0"0,0 0 15,0 0-15,0 0 16,4 1-16,-4-1 16,20 2-16,-3-1 15,5 2-15,7-1 16,2-1-16,0 0 15,-3-1-15,-8-1 16,-2 0-16,-4-1 16,-2 0-1,-12 2-15,10-1 16,-10 1-16,0 0 16,0 0-16,1-10 15,-5 2-15,-9-3 16,-6-3-16,-7 3 15,-10 1 17,-2 5-32,2 3 15,6 3-15,11 1 16,3 1-16,4 1 16,12-4-16,-16 10 15,16-10-15,-7 13 16,9-3-16,3 1 15,7 2-15,4-3 16,5-1 0,3-1-16,7-2 15,1-5-15,-3-2 16,-5-1-16,-5-2 16,-6 1-16,-13 3 15,16-5-15,-16 5 16,0 0-16,0 0 15,8-9 1,-9 2-16,-5-4 16,-6-4-16,-9-1 15,-4 2-15,-4 4 16,1 3-16,0 3 16,4 4-16,0 0 15,4 2-15,1 0 16,4 2-16,4-2 15,11-2 1,-11 4-16,11-4 16,0 0-16,0 11 15,9-3-15,7 2 16,7-2-16,4-2 16,3-4-16,1-3 15,0-3-15,-4-2 16,-6 0-16,-6 1 15,-4 2-15,-11 3 16,11-5 0,-11 5-16,0 0 15,0 0-15,8-6 16,-8 6-16,-4-11 16,-2 1-16,-4-2 15,-3 0-15,-1-2 16,1 4-16,2 4 15,1 0-15,10 6 16,-17-9-16,17 9 16,-10-6-1,10 6-15,0 0 16,0 0-16,-13-6 16,13 6-16,0 0 15,0 0-15,0 0 16,18-9-16</inkml:trace>
  <inkml:trace contextRef="#ctx0" brushRef="#br0" timeOffset="115065.93">2096 7535 0,'0'0'0,"-4"0"0,4 0 16,-19 0-16,4 0 16,2 0-16,1 1 15,0 6-15,-4 10 16,1 5-16,4 3 15,8-2-15,9-2 16,4 0-16,11-5 16,7-4-16,4-7 15,5-9 1,-1-4-16,-3-5 16,-5-2-16,-7 2 15,-7 2-15,-6 4 16,-3 1-16,-1 0 15,-4-2-15,-8-4 16,-6-2-16,-13-2 16,-10 2-1,-7 6-15,2 4 16,-1 4-16,4 0 16,6 0-16,8 1 15,7 1-15,6-1 16,12-1-16,-12 1 15,12-1-15,0 0 16,-4 8-16,14 1 16,9 4-1,13-8-15,1-4 16,-2-6-16,-8-2 16,-4-1-16,-8 1 15,-11 7-15,12-10 16,-12 10-16,3-9 15,-3 9-15,-9-13 16,-4 4-16,-9 0 16,-8 5-16,-5 5 15,-6 5 1</inkml:trace>
  <inkml:trace contextRef="#ctx0" brushRef="#br0" timeOffset="116132.73">3490 6267 0,'0'0'0,"-3"-1"0,3 1 15,-9-6-15,9 6 16,-11-9-16,11 9 16,0 0-16,-7-7 15,7 7-15,0 0 16,0 0 0,0 0-16,0 0 15,19 2-15,4 10 16,-1 8-16,2 4 15,-5 1-15,-4 4 16,-5 6-16,-4 2 16,-8 4-16,-5 2 15,-8 1-15,-2-5 16,-1-6 0,-1-5-16,2-7 15,0-5-15,2-4 16,1-6-16,1-5 15,0-8-15,1-7 16,1-7-16,3-6 16,5-8-16,3 0 15,3 0 1,3 3-16,1 5 16,-1 4-16,0 7 15,-1 4-15,2 3 16,-7 9-16,15-10 15</inkml:trace>
  <inkml:trace contextRef="#ctx0" brushRef="#br0" timeOffset="116615.49">3873 6230 0,'0'0'0,"0"0"0,0 0 0,0 0 15,0 0-15,0 0 16,0 3 0,0-3-16,0 5 15,-2 7-15,-1 9 16,-1 9-16,-1 5 15,0 7-15,-4 3 16,-1-2-16,0-6 16,2-6-16,1-8 15,3-5-15,0-5 16,2-3 0,1-3-16,1-7 15,-2 9-15,2-9 16,0 0-16,0 0 15,12 5-15,8-4 16,9-4-16,4-4 16,0-1-16,2-1 15,-4 0-15,1-1 16,-3 0-16,-5 2 16,-5 2-1,-6 1-15,-2 1 16,-11 4-16,15-3 15,-15 3-15</inkml:trace>
  <inkml:trace contextRef="#ctx0" brushRef="#br0" timeOffset="117099.49">3129 6982 0,'0'0'0,"0"0"0,0 0 16,2 0-16,8 1 16,15 1-16,17 0 15,13-2-15,4-5 16,7-3 0,-1-1-16,-1 0 15,4 0-15,-4 0 16,0-3-16,-4 1 15,-3-1-15,-4 3 16,-8 1-16,-6-1 16,-4 3-16,-5 0 15,2 0-15,-4 2 16,-5-1-16,-6 2 16,-6 1-1,-11 2-15</inkml:trace>
  <inkml:trace contextRef="#ctx0" brushRef="#br0" timeOffset="117732.2">3423 7129 0,'0'0'0,"0"0"15,0 0-15,0 0 16,0 0-16,0 2 16,0 4-16,0 10 15,2 12 1,0 10-16,2 7 15,0 4-15,0-3 16,-1-5-16,-1-3 16,-3-3-16,-5 0 15,-4-1-15,-6-4 16,-3-4-16,-4-7 16,-1-5-1,6-6-15,3-6 16,1-2-16,3-2 15,0-5-15,2-4 16,3-5-16,2-4 16,5-4-16,5-1 15,4 0-15,6-1 16,6 0-16,1 3 16,2 4-16,1 3 15,3-1 1</inkml:trace>
  <inkml:trace contextRef="#ctx0" brushRef="#br0" timeOffset="118266.14">3665 7236 0,'0'0'0,"0"0"16,0 0-16,0 0 15,0 0-15,1 2 16,-1-2-16,3 17 16,-1 10-16,-4 6 15,-1 2-15,1-4 16,0-7-16,0-6 16,0-5-16,2-3 15,0-10 1,-1 6-16,1-6 15,0 0-15,2-10 16,2-7-16,1-1 16,1 2-16,-3 5 15,1 4-15,-4 7 16,4-9-16,-4 9 16,13 1-16,1 7 15,3 2 1,-1 6-16,-1-1 15,-2-1-15,0-2 16,-3-3-16,0-2 16,1-4-16,1-3 15,2-5-15,1-7 16,1-5-16,-4-3 16,-4 3-16,-3 2 15,-2 3 1,-3 2-16,0 1 15,0 1-15,0 8 16,-2-9-16,2 9 16</inkml:trace>
  <inkml:trace contextRef="#ctx0" brushRef="#br0" timeOffset="118732">3991 7441 0,'0'0'0,"0"0"0,0 0 15,0 0-15,5-1 16,-5 1-16,17 0 16,-2 0-16,0 1 15,1 6 1,0 3-16,-3 6 15,-4 3-15,-3 5 16,-3 5-16,-8 7 16,-3-3-16,-3-2 15,-1-1-15,1-7 16,2-1-16,2-4 16,2-5-16,1-5 15,4-8-15,-4 9 16,4-9-1,0 0-15,0 0 16,18 2-16,4-9 16,6-7-16,3-3 15,-2-1-15,-5 3 16,1-2-16,4-1 16,1-1-1,-1 3-15,-4 2 0</inkml:trace>
  <inkml:trace contextRef="#ctx0" brushRef="#br0" timeOffset="120348.4">4362 6549 0,'0'0'0,"0"0"0,-2-1 15,2 1-15,0 0 16,0 0-16,0 0 15,0 0 1,18-7-16,17 0 16,12-3-16,5 0 15,0 0-15,0 0 16,-5 2-16,-10 2 16,-6 1-16,-9 2 15,-9 2-15</inkml:trace>
  <inkml:trace contextRef="#ctx0" brushRef="#br0" timeOffset="120532.13">4564 6709 0,'0'0'0,"0"0"0,0 0 0,0 0 0,0 0 15,0 0-15,0 0 16,0 0-1,0 0-15,0 0 16,7 0-16,8 2 16,14-2-16,13-6 15,8-2-15</inkml:trace>
  <inkml:trace contextRef="#ctx0" brushRef="#br0" timeOffset="121115.98">5207 6239 0,'0'0'0,"0"0"16,0-2-16,0 2 16,-1-7-16,1 7 15,0 0-15,0 0 16,5-6-16,-5 6 16,26 6-16,-1 7 15,2 9-15,-1 5 16,-1 5-1,-4 2-15,-3 5 0,-7 4 16,-6 0 0,-6-1-16,-6-1 15,-5 0-15,-11 8 32,-6-2-32,1-15 15,1-12-15,10-11 16,4-9-16,13 0 15,-17-12-15,11-7 16,1-3 0,4-9-16,7-2 15,3 3-15,3 3 16,4 0-16,1 0 16,-1 2-16,0 2 15,-3 5-15,-1 4 16,-2 4-16,1 0 15</inkml:trace>
  <inkml:trace contextRef="#ctx0" brushRef="#br0" timeOffset="121715.52">5749 6168 0,'0'0'0,"0"0"0,0 0 16,0 0-16,0 0 15,0 4-15,-1 4 16,0 9 0,-3 10-16,-2 7 15,-2 5-15,-3 3 16,-1 1-16,2-1 16,0-6-16,1-6 15,2-3-15,2-5 16,0-5-16,2-2 15,0-5-15,2-2 16,1-8-16,-1 9 16,1-9-1,6 9-15,-6-9 16,16 10-16,-1-6 16,3-2-16,3-4 15,1-1-15,2-2 16,-1-2-16,0 0 15,-1 0-15,-3 2 16,-3-1 0,-2 3-16,-2-1 15,-2 1-15,-10 3 16,15-5-16,-15 5 16,0 0-16,0 0 15,0 0-15,0 0 16</inkml:trace>
  <inkml:trace contextRef="#ctx0" brushRef="#br0" timeOffset="122398.13">5073 6896 0,'0'0'0,"0"0"0,0 0 0,0 0 15,0 0-15,0 0 16,3 2-16,-3-2 15,0 0-15,13 0 16,0-2-16,7-1 16,7-2-16,5-1 15,4 0 1,9 0-16,2 0 16,2-1-16,2 0 15,4 0-15,-1 0 16,3-2-16,-4 1 15,-1-2-15,2-3 16,-3-1-16,1 1 16,-4 1-1,-3 0-15,-3 2 16,-6 1-16,-4 1 16,-6 2-16,-4 2 15,-4 1-15,-3 1 16,-4 0-16,-11 2 15,14-2-15,-14 2 16,0 0-16</inkml:trace>
  <inkml:trace contextRef="#ctx0" brushRef="#br0" timeOffset="123183.14">5225 7066 0,'0'0'0,"0"0"16,0 0-16,0 0 15,0 0 1,0-2-16,0 2 16,0 0-16,0 0 15,0 0-15,0 0 16,0 0-16,16 10 15,-4 3-15,3 3 16,-2 2-16,0 3 16,-2 1-1,-1 8-15,-5 1 16,-2 5-16,-6 3 16,-6-5-16,-5 5 15,-1-5-15,-4-5 16,1-3-16,1-4 15,-1-3-15,3-5 16,2-4-16,2-5 16,0-4-16,-1-5 15,1-1-15,1-4 16,3-5 0,0-2-16,3-4 15,3-3-15,3-2 16,5 2-16,2-1 15,3 2-15,1 1 16,3 2-16,2 2 16,3 3-16,1 4 15</inkml:trace>
  <inkml:trace contextRef="#ctx0" brushRef="#br0" timeOffset="123782.29">5514 7155 0,'0'0'0,"0"0"0,0 0 0,0 0 16,0-1-16,0 1 16,0 0-16,0 0 15,0 0-15,0 0 16,9-8 0,-9 8-16,20-9 15,-6 5-15,1 2 16,-2 2-16,-2 1 15,-11-1-15,16 5 16,-16-5-16,12 9 16,-10 0-16,0 8 15,-6 6 1,-5 7-16,-4 2 16,-3-3-16,1-2 15,1-6-15,2-4 16,5-5-16,2-4 15,5-8-15,-5 10 16,5-10-16,0 0 16,-3 8-16,3-8 15,0 0-15,0 0 16,14 2 0,6-5-16,5-3 15,1-1-15,-2 0 16,-2 0-16,-5 2 15,-1 0-15,-5 2 16,-1 1-16</inkml:trace>
  <inkml:trace contextRef="#ctx0" brushRef="#br0" timeOffset="124249.18">5826 7431 0,'0'0'0,"0"0"16,0 0-16,0 0 16,0 0-16,0 0 15,4 0-15,-4 0 16,14 1 0,-14-1-16,17 0 15,-17 0-15,9 2 16,-9-2-16,8 6 15,-4 3-15,-4 7 16,-3 6-16,-3-1 16,-1-2-16,0-5 15,2-5-15,0-2 16,5-7-16,-5 8 16,5-8-1,0 0-15,0 0 16,0 0-16,0 0 15,0 0-15,23 3 16,2-7-16,5-4 16,0-2-16,2-3 15,-3 0 1,-5 0-16,-5 3 16,-8 3-16,-11 7 15,13-8-15,-13 8 16,0 0-16</inkml:trace>
  <inkml:trace contextRef="#ctx0" brushRef="#br0" timeOffset="125015.76">6347 6458 0,'0'0'0,"0"0"0,0 0 16,0 0-16,0 0 15,0 0 1,0 0-16,-2 0 15,2 0-15,0 0 16,0 0-16,0 0 16,0 0-16,0 0 15,0 0-15,0 0 16,0 0-16,0 0 16,0 0-1,0 0-15,0 0 16,0 0-16,0 0 15,-5-6-15,5 6 16,0 0-16</inkml:trace>
  <inkml:trace contextRef="#ctx0" brushRef="#br0" timeOffset="128414.86">6853 6314 0,'0'0'0,"-1"-1"15,1 1-15,-7-10 16,3 2-16,-1 0 15,0 1-15,5 7 16,-10-9 0,10 9-16,-15-4 15,-1 12-15,-6 4 16,-2 6-16,3 4 16,5 5-16,3 1 15,5 4-15,4 1 16,5-1-16,6-2 15,5-3-15,6-6 16,3-5 0,5-7-16,1-5 15,4-12-15,1-6 16,2-7-16,-3-5 16,-3-2-16,-5 0 15,-7 3-15,-5 4 16,-3 2-16,-2 1 15,-2 3-15,-2 4 16,-1 2 0,-1 2-16,0 7 15,0-7-15,0 7 16,0 0 0,0 0-1,-14 25-15,5 9 16,6 2-16,2-2 15,4 0-15,3-4 16,4-2-16,2-5 16,1-5-1,11-1-15</inkml:trace>
  <inkml:trace contextRef="#ctx0" brushRef="#br0" timeOffset="128649.25">7343 6440 0,'0'0'0,"0"0"0,0 0 0,0 0 16,0 2-16,0 4 15,-2 13-15,-1 15 16,-1 13-16,0 9 15,-3 7-15,-6 0 16,4-4 0</inkml:trace>
  <inkml:trace contextRef="#ctx0" brushRef="#br0" timeOffset="129081.4">7762 6517 0,'0'0'0,"2"-2"0,-2 2 15,12-7-15,4 0 16,12 1-16,10 3 16,4 1-1,-1 3-15,0 2 16,2 1-16,-4 0 16,-6 2-16,-6 0 15,-6 1-15</inkml:trace>
  <inkml:trace contextRef="#ctx0" brushRef="#br0" timeOffset="129332.35">7643 6833 0,'0'0'0,"0"0"15,0 0-15,0 0 16,0 0-16,5-2 16,14-7-1,26-9-15,13-2 16,4 3-16,-1 2 16,6-1-16,-1 9 15,-6 1-15</inkml:trace>
  <inkml:trace contextRef="#ctx0" brushRef="#br0" timeOffset="130400.3">8807 6582 0,'0'0'0,"0"0"0,0 0 16,0 0-16,0 0 15,3 1-15,-3-1 16,0 0-16,0 0 16,0 0-1,17 7-15,5-2 16,16-3-16,9-4 16,-1-2-16,-2 0 15,-5-2-15,-4 2 16,-4-1-16,-4 1 15,-3 0-15,-3 1 16</inkml:trace>
  <inkml:trace contextRef="#ctx0" brushRef="#br0" timeOffset="130947.45">9759 6405 0,'0'0'0,"0"-2"0,0 2 15,0 0-15,-1-8 16,1 8-16,0 0 15,0 0-15,-23-7 16,-3 12-16,-4 5 16,3 5-16,2 6 15,4 3-15,2 4 16,5 1 0,5 2-16,4-1 15,6 0-15,6-2 16,4-4-16,8-3 15,5-5-15,7-9 16,6-5-16,0-8 16,-3-9-16,-5-1 15,-6-8 1,-6 1-16,-6 0 16,-3 2-16,-5-2 15,-5-1-15,-5 2 16,-3 1-16,1 5 15,0 5-15,1 3 16,8 8-16,-10-10 16,10 10-16,0 0 15,0 0-15,0 0 16,-10-3 0</inkml:trace>
  <inkml:trace contextRef="#ctx0" brushRef="#br0" timeOffset="131114.67">10173 6566 0,'0'0'0,"0"0"0,0 0 0,0-3 16,0 3 0,0 0-16,0 0 15,0 0-15,0 0 16,2-7-16,-2 7 15,1-15-15</inkml:trace>
  <inkml:trace contextRef="#ctx0" brushRef="#br0" timeOffset="131414.81">10379 6149 0,'0'0'0,"0"0"16,0 0-16,0 0 16,0 1-1,0-1-15,-1 12 0,0 9 16,-1 19 0,-1 9-16,0 6 15,2 2-15,-2 1 16,1-2-16,-1 2 15,1-4-15,1-5 16,0-5-16,1-7 16,4-7-16</inkml:trace>
  <inkml:trace contextRef="#ctx0" brushRef="#br0" timeOffset="131816.6">10659 6495 0,'0'0'0,"0"0"16,0 0 0,0 0-16,-6 5 15,-8 5-15,-7 8 16,0 6-16,3 7 15,6 0-15,6-2 16,6-3-16,6-4 16,8-1-16,4-3 15,8-7-15,3-10 16,-1-8-16,1-5 16,-3-5-16,-4-1 15,-2-4 1,-5 1-16,-6-1 15,-5 0-15,-5 0 16,-7-3-16,-6 0 16,-6 2-16,-4 3 15,1 3-15,0 4 16,3 3-16,4 2 16,3 3-1</inkml:trace>
  <inkml:trace contextRef="#ctx0" brushRef="#br0" timeOffset="132366.18">11111 6177 0,'0'0'0,"0"0"0,0 0 15,-1 3 1,0 4-16,-3 6 15,0 9-15,-2 4 16,4 8-16,2 3 16,5 3-16,5 2 15,4 0-15,4 0 16,2-3 0,-1 0-1,-4-9 1,-5-9-16,-6-7 15,-6-3-15,-8-3 16,-9 0-16,-8-1 16,1-8-16,7-4 15,3-6 1,7-4-16,5-12 0,14-15 16,17-10-1,5-2-15,2 8 16,-3 2-16,-5 8 15,-1 2-15,-8 6 16,-4 7-16,-5 6 16,-3 6-16,-5 9 15,2-9-15,-2 9 16,0 0-16,-29 3 16,-5 11-1,-1 6-15,9 1 16,6-1-16,12 0 15</inkml:trace>
  <inkml:trace contextRef="#ctx0" brushRef="#br0" timeOffset="132648.81">11516 6251 0,'0'0'0,"0"0"15,0 0-15,0 0 16,0 0-16,5 3 16,3 5-16,5 3 15,4 6-15,3 5 16,-1 3-16,2 5 16,3 4-16,2 2 15,-1 1 1,-2-3-16,0-2 15,1-2-15,2-4 16,1-8-16</inkml:trace>
  <inkml:trace contextRef="#ctx0" brushRef="#br0" timeOffset="132898.91">11835 6277 0,'0'0'0,"0"0"0,0 0 0,-2 1 16,-6 5-16,-11 11 16,-13 14-1,-9 17-15,-4 7 16,0 4-16,-1 1 15,7-4-15,10-9 16</inkml:trace>
  <inkml:trace contextRef="#ctx0" brushRef="#br0" timeOffset="133349.18">12394 6414 0,'-2'3'0,"-6"3"15,-6 6 1,-13 14-16,-5 8 15,3 1-15,6 3 16,5 11-16,10-27 16,2 6-16,8-12 31,11-9-31,17-4 16,15-20-16,-13-2 15,-4 0-15,-4-5 16,-2-2-1,-5-1-15,-7 3 16,-5 5-16,-4 3 16,-2 6-16,-2 3 15,3 7-15,-9-11 16,9 11-16,-22-6 16,5 7-16,-3 3 15,0 1-15,8 1 16,12-6-1</inkml:trace>
  <inkml:trace contextRef="#ctx0" brushRef="#br0" timeOffset="133514.34">12744 6424 0,'0'0'0,"0"0"0,0 0 0,0 0 16,0 0-16,0 0 15,0 0-15,0 0 16,0 0-16,4 2 16,8-1-16</inkml:trace>
  <inkml:trace contextRef="#ctx0" brushRef="#br0" timeOffset="133965.49">13110 6230 0,'0'0'0,"0"0"0,0 0 0,0 0 15,-1 4-15,-4 8 16,-5 13-16,-6 11 16,-6 7-16,-5 1 15,0 1-15,-1 0 16,2-5-1,4-3-15,0-4 16,5-3-16,7-1 16,9-6-1,12 7 1,9-11-16,12-1 16,-2-13-16,2-9 15,-6 4-15,-2-4 16,-4-6-1,-3-3-15,-4-1 16,-2-3-16,-8 7 16,-4-8-16,-11 2 15,-11 2-15,-5 2 16,1 3-16,3 3 16,5 7-16,5-1 15,4 1-15</inkml:trace>
  <inkml:trace contextRef="#ctx0" brushRef="#br0" timeOffset="134365.41">13356 6374 0,'0'0'0,"6"-5"0,5-1 16,20-6-1,10 1-15,2 3 16,-4 5-16,-1 6 16,0 5-16,-3 2 15,-6 3-15,-6 4 16,-3 8-16,-6 7 16,-7-2-16,-8 5 15,-9-7-15,-12 12 16,-9-3-1,0-12-15,-3 10 16,8-12-16,5-3 16,2 0-16,9-8 15,3 1-15,5-5 16,2-8-16,20 3 16,25-8-16,14 3 15,3-2-15,0 1 16,0 0-16,5-2 15</inkml:trace>
  <inkml:trace contextRef="#ctx0" brushRef="#br0" timeOffset="145965.65">10614 7448 0,'0'0'0,"0"0"0,3-1 16,-3 1-16,0 0 16,16-1-16,-16 1 15,10 2 1,-10-2-16,0 0 16,8 9-16,-8-9 15,-4 15-15,-3-2 16</inkml:trace>
  <inkml:trace contextRef="#ctx0" brushRef="#br0" timeOffset="150098.6">12588 5530 0,'-2'-3'0,"-2"-11"16,-6-3-16,-18-14 16,-11 1-16,-17 2 15,-13-1 1,-11 1-16,-8 2 15,-5 3-15,-6 0 16,-5 0-16,-4 2 16,3 1-16,1 2 15,1 0-15,-5 0 16,0-1-16,-5 3 16,-6 0-16,-2 3 15,-6 3-15,-4 3 16,-6 4-16,-1 3 15,-3 5 1,-5 3-16,4 4 16,-3 3-16,2 4 15,0 7-15,-9 4 16,-2 5-16,-1 8 16,0 3-16,8 4 15,7 8-15,9 2 16,9 7-1,9 2-15,15 3 16,18-4-16,12 4 16,13-1-16,11-2 15,11 5-15,10 3 16,9 3-16,11 6 16,9 2-16,15 4 15,5 3-15,17 4 16,8 5-16,13 2 15,10-6 1,12-1-16,16-8 16,14 4-16,8-4 15,13-5-15,9 0 16,14-8-16,20-4 16,8-8-16,15-8 15,12-10-15,7-6 16,7-8-1,1-8-15,2-6 16,6-6-16,2-4 16,7-3-16,2-3 15,0-4-15,1-10 16,-8-4-16,-2-3 16,-11-6-16,-12-5 15,-14-10-15,-15-5 16,-32 1-16,-5-8 15,-18-8-15,-7-4 16,-18-3 0,-11-6-16,-15 5 15,-4-9-15,-11-3 16,-6-7-16,-9-5 16,-10 14-16,-4-6 15,-8 7-15,-6-7 16,-8 7-1,-10 9-15,-5 9 16,-5 13-16,-6-2 16,-7 5-16,-9-2 15,-13-10-15,-20-11 16,-18-11-16,-12-3 16,-12 0-16,-5 7 15,-17-7-15,1 7 16,-9 11-16,-3 8 15,4 4 1,-10 3-16,4-2 16,-3 1-16,1-1 15,0 2-15,3-1 16,0 3-16,7 6 16,3 6-16,7 3 15,-5 3-15,13 4 16,7 2-16,19 4 15,18 3 1,7 1-16,12 2 16,4 1-16,12 3 15,8 2-15,6 1 16,6 1-16,11 1 16,-12-2-16,12 2 15,0 0-15,-15-26 16,-21-38-16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49:45.32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14494 5069 0,'0'0'0,"0"0"0,0 0 0,0 0 16,1 0-16,-1 0 15,0 0-15,11 0 16,-11 0-16,33 0 16,13 0-16,22 0 15,8 0-15,1 0 16,3 0-1,-1 0-15,-2 2 16,4 3-16,-1 2 16,-2 1-16,5 1 15,-6 2-15,3 1 16,6 1-16,-8-1 16,-15-4-16,-48-7 15,12 1-15,0-1 16,3 0-16,2 1 15,38 2 17,-11 2-32,-49-5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47:27.63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959 1574 0,'0'0'0,"-1"-3"0,1 3 0,-3-10 15,0 1 1,-1 0-16,2 1 15,-3 1-15,-4 1 16,-8 1-16,-12 5 16,-8 6-16,-1 8 15,2 0-15,9 0 16,0-1-16,4 2 16,4 3-16,6 2 15,4 4 1,5 4-16,7 1 15,7-2-15,5-3 16,5 1-16,7 4 16,5 1-16,3 3 15,2 2-15,-7-7 16,-6-1 0,-14 2-1,-11 0 1,-8-2-16,-6-3 15,-8 1-15,-2-5 16,-4-5-16,-3-5 16,-3-4-16,1-1 15,3-4-15,5-2 16,6-1-16,4-2 16,5 2-1,11 2-15,-10-6 16</inkml:trace>
  <inkml:trace contextRef="#ctx0" brushRef="#br0" timeOffset="334.64">1125 1929 0,'0'0'0,"0"0"15,0 0-15,0 0 16,0 0-16,3-3 16,-3 3-16,27-17 15,7-1-15,2 0 16</inkml:trace>
  <inkml:trace contextRef="#ctx0" brushRef="#br0" timeOffset="1233.84">1487 1549 0,'0'0'0,"-1"-3"16,1 3-16,-1-14 15,2 2-15,4-1 16,5-2-1,4-1-15,6 0 16,1 3-16,2 5 16,0 3-16,-2 6 15,-2 3-15,-4 2 16,-4 1-16,-1 1 16,-4 3-16,-1 3 15,-1 3 1,-2 1-16,0 1 15,1-1-15,-2 1 16,2 1-16,-1 3 16,2 0-16,4 3 15,5-1-15,3 0 16,0-1-16,-4-6 16,-3-4-16,-3-4 15,-1-1-15,-2 0 16,-8 4-1,-5 5-15,-7 2 16,-6-1-16,-6-1 16,-6-4-16,-5-2 15,-6 1-15,0-2 16,-8 1-16,6 0 16</inkml:trace>
  <inkml:trace contextRef="#ctx0" brushRef="#br0" timeOffset="1450.81">772 2294 0,'0'0'0,"0"0"0,0 0 0,0 0 16,5 0-1,17 0-15,31 0 16,30-4-16,11-5 16,10-4-16,12-1 15,-11 1-15,3 0 16</inkml:trace>
  <inkml:trace contextRef="#ctx0" brushRef="#br0" timeOffset="2100.94">2668 1249 0,'0'0'0,"0"0"15,0 0-15,-1 2 16,-2 4-16,-7 15 16,-9 20-16,-9 12 15,2 2-15,4-5 16,11 1-16,6-6 16,5-7-16,7-4 15,8-6-15,1-8 16,6-9-16,8-11 15,9-14 1,10-8-16,-6-1 16,-10 4-16,-10 5 15,-9 4-15,-4 5 16,-10 5-16,13-7 16,-13 7-16,16 8 15,-6 6-15,0 12 16,0 12-1,-3 7-15,-6 6 16,-4 5-16,-5 0 16,-1 5-16,-2 1 15,-1-4-15,2-6 16,2 3 0</inkml:trace>
  <inkml:trace contextRef="#ctx0" brushRef="#br0" timeOffset="2768.25">3100 1686 0,'0'0'0,"0"0"15,0 0-15,0 0 16,0 0-16,3 1 15,10 1-15,11 8 16,11 13 0,-2 7-16,1 11 15,-7 10-15,-4 27 32,-5 5-32,-15-12 15,-6-20-15,-7-21 16,-2-13-16,2-5 15,3-5 1,7-7-16,-9-14 16,8-25-16,14-28 15,11-8-15,8 0 16,3 5-16,-2 8 16,-4 9-16,-2 7 15,-3 11-15,-1 6 16,0 7-1,-1 6-15</inkml:trace>
  <inkml:trace contextRef="#ctx0" brushRef="#br0" timeOffset="3818.07">3783 1764 0,'0'0'0,"0"0"15,-2-2-15,2 2 16,-7-7 0,7 7-16,0 0 15,-12-2-15,12 2 16,-11 4-16,11-4 16,-13 10-16,3-2 15,-1 3-15,1 5 16,2 1-16,1 4 15,3 1 1,2-2-16,5-1 16,3-5-16,0-1 15,4-3-15,0-6 16,5-5-16,3-8 16,2-15-1,0 0 1,-5-2-16,-7 10 15,-4 6-15,-4 10 16,5-9-16,-5 9 16,0 0-1,0 0-15,0 0 16,17 12-16,1 11 16,5 5-16,1 2 15,-1-2-15,-3-2 16,3-7-16,5-5 15,0-5-15,-3-3 16,3-6 0,4-11-16,10-9 15,4-7-15,-12-4 16,-9 6-16,-9 4 16,-6 0-16,-1 4 15,-1 0-15,-1 1 16,-2 1-16,0 3 15,-4 2-15,-2 1 16,-3-1-16,-1-2 16,-4 1-1,-2 3-15,-5 4 16,-3 7-16,-4 4 16,3 6-16,0 5 15,-4 8-15,0 7 16,3 12-16,7-1 15,5 3-15,4-1 16,4-15 0,1-8-16,6-7 15,7-4-15,4-4 16,9-9-16,2-14 16,7-16-16,7-17 15,-8-11-15,-1-10 16,-5-6-16,-6 8 15,-2 2-15,-5 10 16,-1 4 15,-3 11-31,-4 11 16,-3 12-16,-2 8 16,-2 9-16,1-7 15,-1 7-15,0 0 16,-5 10-16,-5 17 15,0 20-15,2 15 16,2 3-16,0 5 16,9-7-1</inkml:trace>
  <inkml:trace contextRef="#ctx0" brushRef="#br0" timeOffset="4000.91">4689 1762 0,'0'0'0,"0"0"16,0 0-16,0 0 16,0 0-16,2 1 15,-2-1-15</inkml:trace>
  <inkml:trace contextRef="#ctx0" brushRef="#br0" timeOffset="5601.12">6216 1496 0,'0'0'0,"-1"4"0,-1 4 0,-5 19 16,-6 24-16,-3 18 15,-2 4-15,0 1 16,2-5-16,-1-2 16,-1-6-1,-3-3-15,1-13 16</inkml:trace>
  <inkml:trace contextRef="#ctx0" brushRef="#br0" timeOffset="6000.17">6129 1785 0,'0'0'0,"0"0"15,0 0-15,0 0 16,0 0 0,11-2-16,14-3 15,17-1-15,9 1 16,3-2-16,4 0 15,-2-7-15,-12-11 16,-9-4-16,-9-1 16,-6-9-16,-4-9 15,-6 7-15,-3 2 16,-4 13 0,-1 11-16,-1 3 15,-2 4-15,1 8 16,-2-6-16,2 6 15,0 0-15,-12 22 32,-11 44-32,3 22 15,5-7 1,3-18-16,-1 10 16,1-3-16,1-6 15,2-10-15,1-13 16</inkml:trace>
  <inkml:trace contextRef="#ctx0" brushRef="#br0" timeOffset="6218.86">6692 1711 0,'0'0'0,"0"0"15,0 0-15,0 2 16,0 8-16,-2 16 16,-1 20-16,-1 12 15,1 3-15,-2 0 16</inkml:trace>
  <inkml:trace contextRef="#ctx0" brushRef="#br0" timeOffset="6418.02">6896 1390 0,'0'0'0,"0"0"16,0 0-16,0 0 15,0 0-15,4 4 16,7 9-16</inkml:trace>
  <inkml:trace contextRef="#ctx0" brushRef="#br0" timeOffset="6700.69">7245 1631 0,'0'0'0,"0"0"0,0 0 0,0 0 15,0 0-15,0 0 16,-4 0-16,4 0 16,-24 2-1,-1 1-15,-15 15 31,-4 13-31,0 14 16,8 10-16,16-7 16,6 2-16,6-7 15,3 1 1</inkml:trace>
  <inkml:trace contextRef="#ctx0" brushRef="#br0" timeOffset="6951.42">7372 1598 0,'2'-8'0,"4"-21"16,2-6-16,5-36 16,-3 15-16,-5 13 15,-3 10-15,-1 11 16,-2 8 0,1 6-16,0 8 15,-3-7-15,3 7 16,-14 6-16,-3 13 15,-6 19-15,-4 22 16,-1 12-16,2 21 16,9-1-16,9-4 15</inkml:trace>
  <inkml:trace contextRef="#ctx0" brushRef="#br0" timeOffset="7233.88">7781 1704 0,'0'0'0,"-1"2"16,1-2-16,0 0 15,-11 9 1,-4 4-16,-15 8 15,-3 4-15,0-2 16,6-2-16,2 1 16,0 5-16,6 2 15,2 0-15,8-5 16,5-9-16,3-5 16,1-3-1</inkml:trace>
  <inkml:trace contextRef="#ctx0" brushRef="#br0" timeOffset="7467.32">7801 1626 0,'1'-5'0,"7"-20"0,3-12 15,13-44-15,-4 18 16,-4 14-16,-5 16 16,-5 14 15,-3 9-31,-3 10 15,0 0-15,3 9 16,-1 28-16,-5 24 16,-8 12-16,0 8 15,-1-3-15,3 0 16,13-11-16,3-20 16</inkml:trace>
  <inkml:trace contextRef="#ctx0" brushRef="#br0" timeOffset="7816.78">8247 1660 0,'0'0'0,"0"0"16,0 2-16,0-2 15,12 20 1,2-4-16,8-3 15,2-6-15,-1-6 16,7-11-16,0-6 16,0-11-16,-2-9 15,-7-3-15,-9-2 16,-6 3-16,-9 9 16,-13 12-1,-12 13 1,-16 18-1,-6 24-15,16 6 16,4 12-16,12 3 16,12 6-16,6-10 15,7-14-15</inkml:trace>
  <inkml:trace contextRef="#ctx0" brushRef="#br0" timeOffset="8167.59">8688 1638 0,'3'-2'0,"-3"2"0,13-13 16,-2 2-16,-4 2 16,-7 9-16,11-5 15,-2 14-15,4 15 16,0 16-16,-6 11 16,-6 6-1,-3-3-15,0-8 16,-1-14-16,2-11 15,0-11-15,1-10 16,0 0-16,3-10 16,8-33-16,13-14 15,3 6-15,1 10 16,-4 10-16,-4 13 16,4 10-16,4 11 15,11 12-15,8 6 16,5 8-1,5 4-15,-1-1 16,14-13-16,15-13 16</inkml:trace>
  <inkml:trace contextRef="#ctx0" brushRef="#br0" timeOffset="11584.64">981 2697 0,'0'0'0,"0"0"16,0 0-16,0 0 15,5 1-15,6 2 16,12 8-16,5 13 16,0 8-1,-6 11-15,-8 18 16,-11 8-16,-12 8 16,-16 4-16,-4-9 15,-35 28 1,11-25-1,-4-14-15,13-22 16,22-27-16,3-5 16,1-4-16,0-5 15,2-4 1,3-3-16,4-2 16,5-4-16,5-10 15,6-7-15,8-5 16,7 3-16,3 6 15,3 2-15,0 4 16,-4 3-16,-5 7 16,-3 1-16,0 2 15,-4 4 1</inkml:trace>
  <inkml:trace contextRef="#ctx0" brushRef="#br0" timeOffset="12034.78">1531 2658 0,'0'0'0,"0"0"0,0 0 0,0 0 15,0 4-15,0 8 16,-1 19-16,-5 23 16,-12 18-1,-12 13-15,-6 2 16,-2-1-16,0-5 16,3-9-16,2-7 15,4-10-15,6-12 31,8-13-31,6-12 16,5-5-16,10-3 16,7-2-16,6-2 15,14-3 1,15-3-16,11-5 16,0-5-16,6 0 15,-9-1-15,0 1 16,-6-2-16,-11 4 15,-3-2-15,-13 3 16</inkml:trace>
  <inkml:trace contextRef="#ctx0" brushRef="#br0" timeOffset="12468.04">630 3717 0,'0'0'0,"0"0"0,0 0 0,0 0 15,0 0-15,0 0 16,2 2-16,12 2 15,16 2-15,21 7 16,13-4-16,11-6 16,11-4-1,2-5-15,4-3 16,-3 0-16,0-3 16,-6 3-16,-7-1 15,1 1-15,-12 2 16,4-1-16,-7 1 15,-5 0-15,-1 1 16,-6 0-16,-5 2 16,-4 2-16,-8 1 15,-8 2 1,-9 0-16</inkml:trace>
  <inkml:trace contextRef="#ctx0" brushRef="#br0" timeOffset="12970.74">1039 3929 0,'0'0'0,"0"0"0,0 0 16,3 3-1,5 4-15,7 11 16,4 7-16,0 5 16,-2 6-16,-3 16 15,-3 8-15,-12 45 31,-5 0-31,-9-9 16,-8-11-16,4-39 16,-6-1-1,3-11-15,3-10 0,3-5 16,0-6 0,0-5-16,-3-4 15,-1-5-15,-1-6 16,2-8-16,6-3 15,3-4-15,4-2 16,6-3-16,9-8 16,3-2-16,3 0 15,3 3 1,1 2-16,5 3 16,4 2-16</inkml:trace>
  <inkml:trace contextRef="#ctx0" brushRef="#br0" timeOffset="13617.32">1596 4199 0,'0'0'0,"-5"-3"15,5 3-15,-13-4 16,2 3-16,-6 8 15,-8 9-15,-13 19 16,-5 23-16,0 6 16,8 11-16,9-1 15,9-11-15,11-7 32,7-19-17,5-15-15,4-12 16,7-10-16,15-23 15,10-27-15,-5-5 16,-8-4-16,-6 8 16,-8 5-16,-2 11 15,-6 9-15,-2 9 16,-2 7 0,-3 10-16,2-9 15,-2 9-15,0 0 16,10 12-16,-2 12 15,-2 19-15,-3 8 16,0-4-16,-1 0 16,4-12-16,8-5 15,2-4-15,-1-14 16,1-5-16,11-8 16</inkml:trace>
  <inkml:trace contextRef="#ctx0" brushRef="#br0" timeOffset="13800.48">1899 4492 0,'0'0'0,"0"0"15,0 0-15,0 6 16,0 16-16,0 34 15,-3 38-15,-4 10 16,-5-3-16,-5 23 16</inkml:trace>
  <inkml:trace contextRef="#ctx0" brushRef="#br0" timeOffset="20201.14">1563 4109 0,'0'0'0,"0"0"0,0 0 0,0 0 16,0 2-16,0-2 15,0 18-15,-1 10 16,-2 17-16,-1 10 15,-2 2-15,-1 2 16,0 1-16,0-3 16,1-5-1,2-9-15,0-9 16,1-7-16,2-4 16,1-8-16,1-3 15,0-5-15,-1-7 16,3 9-16,-3-9 15,0 0-15,18-7 16,10-20-16,5-25 16,-4 4-16,-9 6 15,-5 9-15,-6 7 16,-2 6 0,-4 7-16,-2 5 15,-1 8-15,1-8 16,-1 8-16,0 0 15,0 0-15,-2 8 16,-2 18-16,2 13 16,4 5-16,3-1 15,2-5 1,9-1 0,6-6-1,7-12-15,1-7 16,-4-13-16,2-13 15,-4-7-15,2-13 16,0-6-16,-4-8 16,-3-7-16,-5-2 15,-2 1 1,-5 3-16,-2 5 16,-3 3-16,-2 6 15,-1 7-15,0 7 16,-1 6-16,1 5 15,-1 3-15,1 2 16,1 9-16,-1-10 16,1 10-16,1-11 15,14 0-15</inkml:trace>
  <inkml:trace contextRef="#ctx0" brushRef="#br0" timeOffset="20801.32">2249 4561 0,'0'0'0,"-3"-3"0,3 3 15,0 0-15,0 0 16,0 0-16,0 0 16,-12 4-16,12-4 15,-7 17-15,1 6 16,0 10 0,2 8-16,3-2 15,1 1-15,1-1 16,-1-4-16,0 0 15,0-2-15,0 7 16,0 8-16,-2 14 16</inkml:trace>
  <inkml:trace contextRef="#ctx0" brushRef="#br0" timeOffset="22268.31">2349 3339 0,'0'0'0,"0"0"0,0 0 0,0 0 15,4 0-15,12 0 16,23 0-16,18 0 16,6 0-1,6 0-15,4 0 0,-4-1 16,1 0-16,-4-2 16,-8 1-1,-5 1-15,-9-1 16,-3 2-16,-8 0 15,-7 0-15</inkml:trace>
  <inkml:trace contextRef="#ctx0" brushRef="#br0" timeOffset="22584.34">2551 3623 0,'0'0'0,"0"0"15,0 0-15,0 0 16,0 0-16,9-1 16,19-5-1,26-3-15,13-2 16,9-2-16,0 1 15,-1 0-15,-2 1 16,-2 1-16,-7 2 16,-4 2-16,-7 3 15</inkml:trace>
  <inkml:trace contextRef="#ctx0" brushRef="#br0" timeOffset="23150.67">4070 2706 0,'0'0'0,"0"0"15,0 0-15,0 0 16,3 0-16,-3 0 16,31 10-16,1 9 15,1 12 1,4 11-16,-1 15 15,-3 12-15,-6 13 16,-15 52 0,-9-13-1,-6-19-15,-7-16 16,-5-41-16,-8 9 16,-8 2-16,-5-18 15,1-7-15,-7-14 16,3-5-1,4-4-15,5-9 16,1-3-16,1-7 16,1-6-16,7-2 15,7-12-15,7-6 16,7-9-16,7-6 16,11-4-16,2 5 15,2 7 1,3 4-16,9 9 15,4 5-15,1-1 16</inkml:trace>
  <inkml:trace contextRef="#ctx0" brushRef="#br0" timeOffset="23667.7">4730 2831 0,'0'0'0,"0"0"0,0 0 0,0 0 0,0 0 16,0 0-16,3 7 15,4 10-15,1 20 16,-4 15-1,-9 15-15,-9 10 16,-6 1-16,-10 12 16,0-18-16,-3 2 15,-2-3-15,4-12 16,-1 1-16,5-9 31,9-10-31,11-6 16,10-9-1,5-9-15,13-3 16,15-4-16,12 0 16,9-11-16,2-3 15,4-3-15,-3-3 16,-5-3-16,-7 2 16,1 0-16,-2 1 15,-5 3-15,-8 0 16,-10 3-1,-6 1-15,-6 1 16,-12 2-16</inkml:trace>
  <inkml:trace contextRef="#ctx0" brushRef="#br0" timeOffset="24051.14">3647 4101 0,'0'0'0,"10"2"15,6 1 1,30 3-16,22-2 16,11-4-16,10-1 15,10-4-15,3 0 16,-5 1-16,0 0 16,-7-4-16,-3 1 15,4-4-15,-14-1 16,1-2-1,-17 2-15,-7 3 16,-14 2-16,-13 1 16,-11 4-16</inkml:trace>
  <inkml:trace contextRef="#ctx0" brushRef="#br0" timeOffset="24601.06">3827 4369 0,'0'0'0,"0"0"0,0 0 0,0 0 16,3 5-16,6 7 16,10 14-16,7 8 15,3 10-15,-2 10 16,-4 8-16,-5 10 16,-7-7-16,-7-2 15,-18 17 1,-8-11-1,-14-2 1,1-16-16,11-24 16,0-11-16,3-9 15,0-6-15,-4-6 16,3-7-16,2-3 16,4-7-16,4-3 15,5-5-15,7-1 16,8-2-1,7-4-15,5-3 16,4 0-16,3 4 16,1 4-16,1 6 15,4 5-15,-1 4 16,-1 4-16,3 0 16</inkml:trace>
  <inkml:trace contextRef="#ctx0" brushRef="#br0" timeOffset="25200.85">4314 4607 0,'0'0'0,"0"0"0,0 0 16,0 0-1,0 0-15,0 0 16,3-2-16,8-2 16,13-4-16,8-5 15,6-1-15,0-1 16,-1 0-16,-5 3 16,-1-1-16,-8 5 15,-3 4-15,-2 2 16,-6 3-16,-2 1 15,-10-2 1,16 6-16,-10 2 16,-3 6-16,-2 10 15,-8 14-15,-6 6 16,-6 0-16,-2 3 16,0-3-16,-1 0 15,0-5-15,1-2 16,-1-5-16,2-3 15,6-6-15,3-6 16,2-3 0,5-4-16,2-3 15,2-7-15,0 11 16,0-11-16,14 8 16,5-5-16,10-3 15,1-6-15,-2-1 16,-3 0-16,-1-1 15,1 0-15,-2 0 16,-2 2 0,-4-1-16,-2 1 15</inkml:trace>
  <inkml:trace contextRef="#ctx0" brushRef="#br0" timeOffset="25952.05">4981 4928 0,'0'0'0,"0"0"0,0 0 0,0 1 0,0-1 16,1 8-16,1 0 16,0 8-16,1 7 15,0 11-15,0 4 16,-1 6-16,-1 2 15,-1-1 1,-1-1-16,0-5 16,0-4-16,-1-5 15,-1-4-15,0-6 16,1-6-16,0-3 16,1-4-16,1 0 15,0-7-15,-2 10 16,2-10-1,0 0-15,-2 7 0,2-7 16,0 0 0,0 0-16,0 0 15,0 0-15,0 0 16,-2 6-16,2-6 16,0 0-16,0 0 15,0 0-15,0 0 16,0 0-16,0 0 15,0 0-15,0 0 16,0 0 0,0 0-16,0 0 15,-4 7-15,4-7 16,0 0-16,0 0 16,0 0-16,0 0 15,0 0-15,0 0 16,0 7-16,0-7 15,0 0 1,0 0-16,0 0 16,0 0-16,1 6 15,-1-6-15,0 0 16,0 0-16,0 0 16,0 0-16,0 0 15,0 0-15,0 0 16,0 0-16,0 0 15,0 0-15,0 0 16,0 0 0,0 0-16,0 0 15,0-17-15</inkml:trace>
  <inkml:trace contextRef="#ctx0" brushRef="#br0" timeOffset="26568.41">5440 3688 0,'0'0'0,"0"0"16,0 0-16,0 0 16,0 0-16,0 0 15,1 2-15,-1-2 16,0 0-16,0 0 15,0 0-15,0 0 16,0 0-16,0 0 16,0 0-1</inkml:trace>
  <inkml:trace contextRef="#ctx0" brushRef="#br0" timeOffset="27784.34">5782 3435 0,'-1'-3'0,"2"-4"0,-1 7 0,1-15 0,2-18 16,9-5-16,8 5 15,5 1-15,5 6 16,1 5-16,0 5 15,2 4-15,-4 3 16,1 2-16,-3 4 16,-6 4-16,0 3 15,-5 2 1,-2 2-16,-1 3 16,-1 4-16,0 5 15,-2 10-15,-8 10 16,-7 11-16,-8 10 15,-6 0-15,-2 5 16,-4-3-16,2-6 16,3-3-1,-2-3-15,5-8 16,1-10-16,6-9 16,2-7-16,2-2 15,2-4-15,2-2 16,2-2-16,0-7 15,-2 9-15,2-9 16,0 0-16,0 0 16,27-9-1,0-15-15,6-9 16,-2-8-16,1-11 16,2-5-16,-5-2 15,-1-1-15,-4 4 16,-1 2-16,-1 1 15,2 3-15,5 2 16,2 5-16,-1 5 16,-4 6-16,-4 7 15,-3 4 1,-2 4-16,-3 2 16,-3 4-16,-3 3 15,-8 8-15,11-10 16,-11 10-16,0 0 15,7-8-15,-7 8 16,0 0-16,0 0 16,0 0-16,0 0 15,0 0 1,0 0-16,0 0 16,-9 19-16,-4 4 15,-6 11-15,0-2 16,-1 1-16,0 2 15,1 1-15,3 1 16,3 0-16,3 2 16,3 7-16,7 9 15,6 3 1,9-1-16,7-2 16,34-3-1,26-22 1,25-34-16,5-36 15,-32-20-15</inkml:trace>
  <inkml:trace contextRef="#ctx0" brushRef="#br0" timeOffset="32233.18">4841 2291 0,'0'0'0,"-7"-6"0,-2 0 15,-10-7-15,-9 0 16,-10 3-16,-6 2 16,-5 3-1,-3 4-15,-3 4 16,-7 4-16,-5 5 15,-2 5-15,-6 10 16,-5 6-16,-4 7 16,-4 6-16,-1 7 15,-1 8-15,2 7 16,2 10-16,5-1 16,4 12-16,6 6 15,3 5-15,13-2 16,5 0-1,15-2-15,4 3 16,4 4-16,4-3 16,8 6-16,3-3 15,6 0-15,5 1 16,7 2-16,8 1 16,5 0-16,4 2 15,1-6-15,3 2 16,4-5-1,6 4-15,5 0 16,4-2-16,0-5 16,4-9-16,10 0 15,4-9-15,9-1 16,4-4-16,3-9 16,-1-16-16,5 0 15,-7-11 1,9 1-16,0-4 15,-1-7-15,-2-8 16,-9-12-16,7-9 16,4-17-16,7-14 15,2-13-15,-1-17 16,-9 1-16,-5-12 16,-6-3-16,-3-6 15,-2-15 1,-4-2-16,-5-6 15,-9 3-15,-8-3 16,-10 3-16,-6-1 16,-9-2-16,-6 3 15,-8-3-15,-6-4 16,-5 3-16,-6-5 16,-7-1-16,-1 1 15,-4-3-15,-4 6 16,-1-2-1,-2 0-15,0 4 16,0 1-16,-2 5 16,-3 2-16,-3 9 15,3 8-15,-1 3 16,0 4-16,-2 1 16,-2 5-16,-1 11 15,-5 3-15,-1 7 16,-4 8-16,-1 5 15,-2 5 1,-2 6-16,5 4 16,7 5-16,6 4 15,7 2-15,8 4 16,4 1-16,6 3 16,2 0-16,2 0 15,12 0-15,-16 0 16,16 0-16,-10 0 15,10 0 1,0 0-16,0 0 16,0 0-16,0 0 15,-10 4-15,10-4 16,0 0-16,0 0 16,0 0-16,0 0 15,0 0 1,0 0-16,0 0 15,0 0-15,-2 6 16,2-6-16,0 0 16,0 0-16,0 0 15,0 0-15,0 0 16,0 0-16,0 0 16,0 0-16,0 0 15,0 0-15,0 0 16,0 0-16,0 0 15,0 0-15,0 0 16,0 0 0,0 0-16,0 0 15,0 0-15,0 0 16,0 0-16,0 0 16</inkml:trace>
  <inkml:trace contextRef="#ctx0" brushRef="#br0" timeOffset="37500.43">5510 5114 0,'0'0'0,"0"0"0,0 0 0,0 0 16,-2 3-16,0 6 16,-3 8-16,0 10 15,4 7-15,4 4 16,1 0 0,3 3-16,1-3 15,1-1-15,2-5 16,2-4-16,3-4 15,4-4-15,4 0 16,2-5-16,5-3 16,3-1-16,6-3 15,4-1 1,6-2-16,2 0 0,6-3 16,-4-1-1,4-2-15,-7 0 16,-1 1-16,-3 0 15,-6-1-15,-4 1 16,-5 0-16,-4 0 16,-5 0-16,-4 0 15,-3 0-15,-3 0 16,-13 0-16,14 0 16,-14 0-1,0 0-15,10 0 16,-10 0-16,0 0 15,0 0-15,0 0 16,0 0-16,-9-13 16,-5-1-16,-6-7 15,-2-1-15,-4 2 16,2 2-16,0 2 16,-1 0-1,2 2-15,3 3 16,2 1-16,4 3 15,5 2-15,9 5 16,-13-6-16,13 6 16,0 0-16,0 0 15,0 0-15,0 0 16,0 0-16,0 0 16,19 15-16,3 1 15,1 2 1,-5 3-16,-1 2 15,-5 14 1,-8 4 0,-7 4-16,-7-1 15,-3-11-15,-4-1 16,-6-1-16,-9-3 16,-4 3-1,-1-5-15,4-5 16</inkml:trace>
  <inkml:trace contextRef="#ctx0" brushRef="#br0" timeOffset="41750.72">7064 4908 0,'0'0'0,"0"0"0,0 0 0,0 0 15,-2-3-15,2 3 16,0 0 0,0 0-16,0 0 15,0 0-15,0 0 16,0 0-16,0 0 16,0 0-16,0 0 15,0 0-15,6 13 16,7 2-16,1 4 15,3 3-15,-1 7 16,-2 3 0,-2 5-16,-4 3 15,-2 8-15,-8 4 16,-7 7-16,-8 1 16,-5 3-16,-5-3 15,-17 16 1,0-5-1,4-18-15,10-17 16,16-21-16,5-8 16,9-7-1,-17 5-15,17-5 16,-13-14-16,6-3 16,3-9-16,6-5 15,4-2-15,6 1 16,5 0-16,5-2 15,0 3-15,3 3 16,-4 5-16,-1 3 16,-3 4-1,-3 4-15,0 2 16,-1 2-16,-3 2 16,1 1-16,-11 5 15,15-8-15</inkml:trace>
  <inkml:trace contextRef="#ctx0" brushRef="#br0" timeOffset="51034.61">7582 5050 0,'0'0'0,"0"0"0,0 0 16,0 4-16,-1 5 15,-1 13 1,0 12-16,-3 8 16,-1 7-16,-8 0 15,-4 4-15,-1 5 16,-2-4-16,0-1 15,-5 10 1,3-8 0,3-9-16,6-13 15,7-17 1,4-6-16,1-3 16,2-7-16,1 9 15,-1-9-15,21 4 16,9-8-16,11-7 15,4-6-15,-1 0 16,-5 0-16,1 1 16,-2 1-16,-1 2 15,-3 4-15,-4 1 16,-5 4 0,0 2-16,0 2 15,-4 1-15,-4 1 16,-4-1-16,-13-1 15,13 4-15</inkml:trace>
  <inkml:trace contextRef="#ctx0" brushRef="#br0" timeOffset="51517.32">6634 5946 0,'0'0'0,"0"0"15,0 0-15,0 0 16,12 4-16,16 3 15,22 4-15,17-2 16,11-3-16,5 0 16,6-3-16,1-2 15,6-2-15,-5-1 16,2-1-16,-3-1 16,0-1-1,0-2-15,-8 0 16,2-2-16,-9 0 15,3 1-15,-11 0 16,-7 3-16,-7-1 16,-8 0-16,-7-2 15,-7 2 1,-9 1-16,-8 2 16,-14 3-16,13-7 15,-13 7-15,2-7 16</inkml:trace>
  <inkml:trace contextRef="#ctx0" brushRef="#br0" timeOffset="54117.49">6975 6247 0,'0'0'0,"0"0"0,0 0 16,0 0-16,2-3 16,-2 3-16,7-7 15,-7 7-15,12-4 16,-12 4-1,14-3-15,-5 7 16,4 4-16,-1 3 16,0 3-16,0 3 15,0 4-15,-1 4 16,-2 2-16,-1 4 16,-3 8-16,-4 4 15,-5 1 1,-6 3-16,-4-1 15,-9 14 1,-10-3 0,0-9-16,3-14 15,9-17-15,6-7 16,1-4-16,0-4 16,2-4-16,-1-4 15,1-4 1,2-5-16,-1-5 15,5-7-15,2-2 16,5-1-16,5 3 16,0 5-16,2 2 15,1 3-15,3-1 16,3 1-16,-1 2 16,1 2-1,-3 5-15,-2 2 16,-10 6-16,16-7 15,-16 7-15,11-4 16,-11 4-16,0 0 16,0 0-16,11-2 15,-11 2-15,0 0 16,0 0-16,0 0 16,14 0-16,-14 0 15,9 0-15</inkml:trace>
  <inkml:trace contextRef="#ctx0" brushRef="#br0" timeOffset="65634.07">5926 4131 0,'0'0'0,"0"0"0,0 0 0,0 0 15,0 0-15,0 0 16,0 0-16,9 4 15,13 2-15,26-2 16,19-7 0,9-5-16,10-6 15,6-5-15,1-6 16,5-9-16,-3-1 16,2-6-16,-1-2 15,-8-1-15,-4-4 16,-8-3-16,-14 6 15,-9-2-15,-13-2 16,-11 4-16,-7-6 16,-5 3-1,-9-4-15,-7-4 16,-10 1-16,-14-2 16,-6 0-16,-12-2 15,-7 4-15,-4 4 16,-8 4-16,-6 3 15,-5 3-15,-6 6 16,1 5-16,-5 4 16,5 4-1,-2 3-15,6 4 16,3 5-16,2 5 16,6 1-16,6 3 15,7 4-15,9 3 16,3 3-16,0 4 15,-7 8-15,-7 9 16,-2 11-16,4 6 16,5 7-1,1 6-15,2 10 16,2 2-16,2 4 16,3-1-16,4 2 15,7-2-15,5-4 16,4-1-16,3 2 15,6-4-15,4 3 16,6-2-16,5-6 16,5-2-16,6-5 15,6-3 1,5-4-16,1-7 16,-2-9-16,2-1 15,5-8-15,1-5 16,0-6-16,-2-4 15,-4 0-15,-2-3 16,-4-1-16,-1-2 16,-4-4-16,-4-2 15,-3 1 1,-4 0-16,-2-1 16,-10 3-16,15-5 15,-15 5-15,14-7 16,-14 7-16,12-11 15,-5 5-15,-3-1 16,1 0-16,-2 1 16,-3 6-16,6-9 15,-6 9 1,3-7-16,-3 7 16,0 0-16,1-7 15,-1 7-15,0 0 16,0 0-16,0 0 15,0 0-15,0-6 16,0 6-16,0 0 16,0 0-16,0 0 15,0 0 1,0 0-16,0 0 16,0 0-16,0 0 15,0 0-15,0 0 16,0 0-16,0 0 15,0 0-15,0 0 16,0 0-16,0 0 16,0 0-16,0 0 15,0 0 1,0 0-16,0 0 16,0 0-16,0 0 15,0 0-15,5-9 16,9-13-16</inkml:trace>
  <inkml:trace contextRef="#ctx0" brushRef="#br0" timeOffset="66967.38">7261 3419 0,'0'0'0,"-3"-1"16,3 1-16,-6-6 15,2-4 1,8-8-16,16-15 0,26-13 16,17-13-1,18 0-15,-5 7 16,8 3-16,-11 11 15,0 7-15,-9 3 16,-5 5-16,-3 2 16,-9 9-16,-5 5 15,-10 3-15,-7 3 16,-7 0 0,-5 1-16,-13 0 15,12 0-15,-12 0 16,0 0-16,0 0 15,-11 4-15,-16-4 16,-10-7-16,-3-3 16,6-1-16,4 1 15,4 1-15,3-1 16,6 2-16,2 2 16,6 0-1,9 6-15,-9-7 16,9 7-16,4-8 15,10-1-15,16-2 16,10 3-16,2 5 16,-1 3-16,-5 2 15,-6 3-15,-7 1 16,-8 2-16,-5 0 16,-6 7-1,-11 9-15,-21 17 16,-9 8-16,-3-9 15,2-4-15,6-9 16,7-7-16,8-6 16,7-6-16,10-8 15,0 0-15</inkml:trace>
  <inkml:trace contextRef="#ctx0" brushRef="#br0" timeOffset="67450.28">8731 2449 0,'0'0'0,"0"0"0,0 1 16,0-1-1,0 0-15,0 14 16,-2 7-16,-1 16 15,0 14-15,1 10 16,-1 3-16,-1 2 16,0-1-16,0-4 15,0-5-15,-1-1 16,0 2 0,1-5-16,-1-1 15,1-8-15,1-8 16,1-7-16,1-3 15,-1-6-15,2-4 16,-1-4-16,0-3 16,0-2-16,1-6 15,-1 9-15,1-9 16,0 0-16,-3 7 16,3-7-1,0 0-15,0 0 16,0 0-16,0 0 15,0 0-15,0 0 16,0 0-16,-14-11 16,0-1-16</inkml:trace>
  <inkml:trace contextRef="#ctx0" brushRef="#br0" timeOffset="77750.64">8957 5535 0,'0'0'0,"0"0"0,0 0 0,1 3 15,5 9-15</inkml:trace>
  <inkml:trace contextRef="#ctx0" brushRef="#br0" timeOffset="80516.89">9810 5070 0,'0'0'0,"0"0"16,0 0-1,5 1-15,10 0 16,8 5-16,11 6 16,5 7-16,0 4 15,0 9-15,-5 5 16,-4 2-16,-8 1 15,-2 4-15,-9 2 16,-7 5-16,-16 11 31,-17 2-15,-5-8-16,-4-7 16,5-22-16,8-9 15,-1-7-15,4-7 16,0-4-16,2-6 15,4-4-15,1-5 16,5-6-16,4-5 16,8-7-1,6 0-15,5 0 16,-1 3-16,3 4 16,-3 3-16,-1 8 15,-1 3-15,1 2 16,5 3-16,1 0 15</inkml:trace>
  <inkml:trace contextRef="#ctx0" brushRef="#br0" timeOffset="81150.73">10366 5244 0,'0'0'0,"0"0"0,0 0 0,2-2 0,-2 2 16,21-12-16,6 4 15,8 1-15,3 2 16,1 1-16,-3 2 15,-3 2-15,-5 3 16,-7 0-16,-4-1 16,-5 0-16,-12-2 15,17 6 1,-17-6-16,10 11 16,-9 3-16,-2 6 15,-12 10-15,-10 6 16,-7 2-16,-5 0 15,3-4-15,3-4 16,6-6-16,3-5 16,4-3-16,3-3 15,2-3 1,4-2-16,7-8 16,-8 9-16,8-9 15,0 0-15,-1 7 16,1-7-16,21 7 15,7-6-15,8-2 16,3-3-16,-3-2 16,-6 0-16,-6 0 15,-2 2 1,-3-1-16,-3 2 16,-5 0-16,-11 3 15,13-2-15,-13 2 16,0 0-16</inkml:trace>
  <inkml:trace contextRef="#ctx0" brushRef="#br0" timeOffset="81486.61">11003 5456 0,'0'0'0,"0"0"16,0 0-16,0 0 15,-1 0-15,-1 9 16,-1 9 0,-4 13-16,2 6 15,-3 2-15,0 3 16,1-2-16,0-2 15,1-5-15,2-4 16,2-5-16,1-7 16,1-4-16,1-4 15,-1-2 1,0-7-16,2 7 16,-2-7-16</inkml:trace>
  <inkml:trace contextRef="#ctx0" brushRef="#br0" timeOffset="82051.16">9631 6092 0,'0'0'0,"0"0"15,4-2-15,11 0 16,17-3-16,16-1 16,8 5-16,9-1 15,6 2-15,4-1 16,7 1 0,0 0-16,3-2 15,7-3-15,-4 2 16,7-2-16,-1 1 15,1 1-15,1-1 16,-5 0-16,-4 0 16,-3 2-16,-8 0 15,-2 0-15,-6 1 16,-10 0 0,-4 0-16,-12 1 15,-8-1-15,-8 0 16,-8 0-16,-7 0 15,-11 1-15,11-2 16,-11 2-16,0 0 16,0 0-16</inkml:trace>
  <inkml:trace contextRef="#ctx0" brushRef="#br0" timeOffset="93232.31">7705 6508 0,'0'0'0,"-1"-4"0,1 4 0,-5-10 15,0 0-15,-1-1 16,-1 0-16,0-1 15,1 0 1,0 2-16,1 0 16,0 3-16,0-2 15,-1 0-15,0 1 16,0 2-16,6 6 16,-13-11-16,13 11 15,-17-6-15,5 7 16,-4 4-16,-3 6 15,-10 21 17,-5 10-32,3 8 15,9-2-15,9-12 16,3 0-16,5 3 16,3-5-16,3-5 15,3-6-15,0-4 16,2-4-16,1-3 15,0-1 1,2-3-16,-9-8 16,21 8-16,-7-9 15,4-4-15,0-4 16,-1-3-16,-2-3 16,0-5-16,0-7 15,-1-5-15,-3 1 16,-3 6-16,-2 4 15,-3 2-15,-1 3 16,-2-1 0,1 4-16,-1 1 15,0 3-15,0 2 16,0 0-16,0 7 16,0-8-16,0 8 15,0 0-15,0-8 16,0 8-16,0 0 15,0 0 1,0 0-16,0 0 16,-2-7-16,2 7 15,0 0-15,0 0 16,0 0-16,0 0 16,0 0-16,0 0 15,0 0-15,0 0 16,0 0-16,0 0 15,0 0 1,0 0-16,0 0 16,0 0-16,0 0 15,0 0-15,0 0 16,0 0-16,0 0 16,0 0-16</inkml:trace>
  <inkml:trace contextRef="#ctx0" brushRef="#br0" timeOffset="94283.87">7121 6426 0,'0'0'0,"0"0"0,0 0 16,0 0-16,0 0 16,0 0-16,4 0 15,7 0-15,15 0 16,18 0-16,5 0 15,-1-2 1,-1 1-16,-6-1 16,-5 0-16,-9 1 15,-4 1-15,-5-1 16,-4 1-16,-2 0 16,-1 1-16,-11-1 15,15 8-15,-15-8 16,11 9-16,-11-9 15,5 13 1,-2-4-16,-2 4 16,-2 5-16,-4 5 15,-3 4-15,-2 1 16,-4 3-16,-2 1 16,-2 1-16,-2-1 15,0 0-15,1-2 16,3-5-16,4-6 15,1-2 1,4-4-16,1-4 16,2-1-16,1-1 15,3-7-15,-5 10 16,5-10-16,0 6 16,0-6-16,0 0 15,3 8-15,-3-8 16,10 6-16,9-4 15,15 0-15,16-4 16,-3-3 0,-2-1-16,-5 0 15,-6 1-15,-3 0 16,-4 1-16,-5 0 16,-4 2-16,-4 1 15,-3 1-15,-11 0 16,13 0-16,-13 0 15,0 0-15,0 0 16,11 2 0,-11-2-16,0 0 15,0 0-15,0 0 16,0 0-16,0 0 16,0 0-16,0 0 15,0 0-15,0 0 16,0 0-16</inkml:trace>
  <inkml:trace contextRef="#ctx0" brushRef="#br0" timeOffset="97733.74">7876 6886 0,'0'0'0,"0"0"0,3-4 15,4-3-15,7-8 16,4-2-16,5 1 16,6 4-16,0 6 15,0 3-15,1 4 16,-1 2-16,-2 7 16,-2 3-1,-5 3-15,-5 4 16,-3 3-16,-5 6 15,-8 4-15,-8 9 16,-10 3-16,-10 5 16,-2-4-16,-1-6 15,5-8-15,3-6 16,4-2 0,3-6-16,3-2 15,6-7-15,3-2 16,5-7-16,-6 7 15,6-7-15,0 0 16,0 0-16,-4 7 16,4-7-16,0 0 15,0 0-15,30 0 16,5-5-16,11-4 16,-1-3-1,-3 0-15,-4 2 16,-5 1-16,-1 1 15,-2 2-15,-3 0 16,-5 3-16,-4 0 16,-5 3-16,-2 0 15,-11 0-15,16 0 16,-16 0 0,0 0-16,13 3 15,-13-3-15,0 0 16,0 0-16,0 0 15,10 6-15,-10-6 16,0 0-16,0 0 16,0 0-16,0 0 15,0 0-15,0 0 16,3 8-16,-3-8 16,0 0-1,0 0-15,0 0 16,0 0-16,0 6 15,0-6-15,0 0 16,0 0-16,0 0 16,0 0-16,0 0 15,0 0-15,0 0 16</inkml:trace>
  <inkml:trace contextRef="#ctx0" brushRef="#br0" timeOffset="99032.73">10828 5576 0,'0'0'0,"0"0"16,0 0-16,0 0 16,0 0-16,0 0 15,0 0-15,-1-2 16,1 2-16,0 0 16,19-14-1,1 4-15,6 2 16,1 2-16,-4 4 15,-4 1-15,-4 2 16,-2 1-16,-1 3 16,-1 1-16,-3 3 15,0 3-15,-3 2 16,-2 4-16,-3 6 16,-7 6-16,-4 5 15,-4-1-15,-2-2 16,1-4-1,1-3-15,2-4 16,2-4-16,2-4 16,4-3-16,0-3 15,1 0-15,4-7 16,-5 9-16,5-9 16,0 0-16,-4 6 15,4-6 1,0 0-16,0 0 15,0 0-15,3 6 16,-3-6-16,22 10 16,4-4-16,2-3 15,-2-2-15,-4 0 16,-1 0-16,-1 0 16,-1-1-16,0 1 15,0 0 1,0-1-16,3-1 15,4-1-15,-3-1 16,1-1-16,-6 2 16,-3 0-16,-4 1 15,-11 1-15,14-1 16,-14 1-16,0 0 16,0 0-16,10-1 15,-10 1 1,0 0-16,3-9 15</inkml:trace>
  <inkml:trace contextRef="#ctx0" brushRef="#br0" timeOffset="99865.87">9952 6402 0,'0'0'0,"0"-3"0,0 3 16,0 0-16,0-8 15,0 8-15,0 0 16,3-7-1,-3 7-15,0 0 16,18-5-16,0 6 16,7 5-16,4 5 15,-2 6-15,0 3 16,-5 4-16,-2 4 16,-4 5-16,-5 4 15,-11 8-15,-8 6 16,-7 1-1,-28 17 1,-3-7 0,-4-11-16,10-17 15,18-22-15,4-7 16,0-6-16,1-4 16,2-3-16,2-5 15,5-6-15,4-3 16,4-4-16,8-4 15,5-1 1,7-2-16,6 4 16,2 0-16,3 3 15,-2 5-15,1 3 16,-3 5-16,-2 2 16,4-2-16</inkml:trace>
  <inkml:trace contextRef="#ctx0" brushRef="#br0" timeOffset="100400.01">10477 6489 0,'0'0'0,"0"0"15,0 0-15,0 0 16,0 0-16,0 0 15,5-1 1,7-2-16,14-1 16,6-3-16,3 1 15,-4-1-15,-1 2 16,-3-1-16,-4 2 16,-7 1-16,-3 1 15,-13 2-15,15-3 16,-15 3-16,0 0 15,10 3 1,-10-3-16,4 17 16,-5 2-16,-5 9 15,-5 3-15,-4 5 16,-4 0-16,-1 1 16,-5 0-16,2-5 15,1-5-15,2-4 16,5-6-16,5-3 15,1-4 1,3-4-16,6-6 16,-5 9-16,5-9 15,2 7-15,13-3 16,9-1-16,7-4 16,-1-2-16,-1-1 15,-5 0-15,1 0 16,-4 0-1,-3 0-15</inkml:trace>
  <inkml:trace contextRef="#ctx0" brushRef="#br0" timeOffset="100699.71">11114 6771 0,'0'0'0,"0"0"0,0 0 16,0 0-16,0 3 15,0-3-15,0 8 16,0 2-16,0 8 16,0 15-16,0 9 15,0 0-15,0-2 16,0-2-16,0-3 15,-1-8 1,1 0-16,0-6 16,0-1-16,0-3 15,1-1-15,1-3 16</inkml:trace>
  <inkml:trace contextRef="#ctx0" brushRef="#br0" timeOffset="103332.83">2141 6573 0,'0'0'0,"0"0"0,0 0 0,0 1 16,0-1-16,0 0 16,-1 9-16,0 0 15,0 7-15,-1 8 16,0 7-16,0 6 15,2 2-15,0 3 16,0 1-16,0-2 16,1 0-1,-1 0-15,0-3 16,0-2-16,0-2 16,0-2-16,-1-2 15,-2-3-15,0-3 16,0-6-16,0-2 15,1-2-15,0-2 16,0-1-16,0-1 16,1-1-16,0-2 15</inkml:trace>
  <inkml:trace contextRef="#ctx0" brushRef="#br0" timeOffset="104566.61">1922 6165 0,'0'0'0,"0"0"16,0 0-16,0 0 15,0 0-15,0 0 16,0 0-16,0 0 15,0 0-15,0 0 16,0 0-16,0 0 16,0 0-1,0 0-15,3-1 0,-3 1 16,11-4 0,0 1-16,4-4 15,1 2-15,0-1 16,-4 1-16,0 1 15,-1 1-15,-11 3 16,16-7-16,-16 7 16,12-6-16,-12 6 15,10-4 1,-10 4-16,10-5 16,-10 5-16,11-5 15,-11 5-15,0 0 16,12-6-16,-12 6 15,0 0-15,0 0 16,12-6-16,-12 6 16,0 0-16,0 0 15,0 0-15,0 0 16,0 0-16,8-7 16,-8 7-1,0 0-15,0 0 16,0 0-16,0 0 15,0 0-15,0 0 16,0 0-16,0 0 16,0 0-16,0 0 15,0 0-15,0 0 16,0 0 0,0 0-16,0 0 15,0 0-15,0 0 16,0 0-16,0 0 15,0 0-15,0 0 16,0 0-16,0 0 16</inkml:trace>
  <inkml:trace contextRef="#ctx0" brushRef="#br0" timeOffset="105232.4">2012 5992 0,'0'0'0,"0"0"0,0 0 0,0 0 0,0 0 15,0 0-15,0 0 16,0 3-16,1 6 15,0 11-15,2 11 16,0 6-16,-3-1 16,-5 1-16,1 0 15,-1-1-15,1-6 16,1-4-16,1-9 16,0-4-16,1-4 15,1-9 1,0 10-16,0-10 15,0 0-15,0 0 16,0 0-16,0 0 16,20 5-16,-1-8 15,3-2-15,3-2 16,1 0 0,-1-1-16,3-2 15</inkml:trace>
  <inkml:trace contextRef="#ctx0" brushRef="#br0" timeOffset="105651.12">2346 6233 0,'0'0'0,"0"0"16,1-3-16,-1 3 15,0 0-15,11-8 16,-11 8-16,17-6 16,-7 8-16,2 6 15,-1 4-15,-4 8 16,-3 4-16,-5 4 16,-5 2-1,-1-3-15,-1-5 16,2-6-16,1-4 15,2-5-15,3-7 16,-3 7-16,3-7 16,0 0-16,11-3 15,19-9-15,14-11 16,1-2-16,-1 1 16,-2 1-1,-2 1-15,-3 1 16</inkml:trace>
  <inkml:trace contextRef="#ctx0" brushRef="#br0" timeOffset="109599.47">8209 4642 0,'0'-2'0,"0"-8"0,0-5 15,-3-12-15,-2-4 16,-4 3 0,-3 0-16,-6 0 15,-3 1-15,-5 3 16,-2 1-16,-3 4 16,0 2-16,-1 5 15,-4 2-15,-11 3 16,-33 5-16,-35 4 15,-13 7 1,13 7-16,25 2 16,18 4-16,2 8 15,-3 5-15,-9 11 16,0 5-16,10 3 16,3 5-16,7 3 15,6 4-15,5 3 16,4 8-16,5-1 15,0 5-15,6 0 16,2 5-16,2 7 16,-1 9-1,4 5-15,0 4 16,6 9-16,3 5 16,4 4-16,4 14 15,1-6-15,4 14 16,6 6-16,2-2 15,5 11-15,8-7 16,14-14-16,12-7 16,56 43 15,-6-54-31,27 14 16,-26-61-16,-7-35 15,17-8-15,-2-6 16,10-16-16,-6-5 15,6-8-15,-1-8 16,2-6-16,-2-7 16,0-8-1,-2-7-15,-2-7 16,-9-7-16,-7-5 16,-11-5-16,-6-4 15,-7-9-15,-10-2 16,-2-7-16,-7-13 15,-5-6 1,-6-6-16,-10-2 16,-11-2-16,-6-5 15,-8-2-15,-7-8 16,-8 0-16,-9-2 16,-3 1-16,-5 4 15,-4 0-15,-2 4 16,-6 1-16,-1 9 15,-3 5-15,-1 4 16,-1 7-16,-1 3 16,-3 9-16,2 7 15,-4 6 1,5 10-16,-2 4 16,6 7-16,2 5 15,4 7-15,6 6 16,4 4-16,6 8 15,6 2-15,3 3 16,5 3 0,12 7-16,-14-8 15,14 8-15,0 0 16</inkml:trace>
  <inkml:trace contextRef="#ctx0" brushRef="#br0" timeOffset="112117.05">2149 6921 0,'0'0'0,"0"0"0,-1-3 16,1 3-16,-4-8 15,4 8-15,-6-14 16,3 4-16,-2-2 15,0-3-15,-2-1 16,0-3-16,-4-3 16,-1-2-16,-5-7 15,-2-3 1,0-2-16,-3-2 16,-1 2-16,-1-1 15,0-1-15,-1 0 16,-1-2-16,-1-1 15,-2 1-15,0 4 16,-3-1-16,0 4 16,-3 4-16,0 3 15,-2 3-15,-3 6 16,0 2 0,-1 5-16,-2 3 15,0 4-15,-2 4 16,3 3-16,0 6 15,-1 2-15,5 4 16,1 3-16,3 0 16,1 4-16,2-2 15,4-2 1,5-2-16,4-2 16,3 2-16,2 1 15,1 2-15,2 2 16,2 3-16,-1 0 15,4-1-15,0-2 16,2-1-16,0-2 16,1-2-16,1-5 15,1-1-15,0-3 16,0-8 0,0 11-16,0-11 15,0 0-15,0 0 16,2 6-16,-2-6 15,0 0-15,-4-13 16,-5-10-16,-3-8 16,-1-6-16,0 2 15,2 3-15,-2 1 16,2 4 0,0 5-16,1 5 15,3 4-15,1 5 16,6 8-16,-7-8 15,7 8-15,0 0 16,-12 0-16,5 13 16,-4 14-16,1 12 15,3 3-15,4 0 16,1-3-16,1-2 16,2-2-1,0-3-15,1-8 16,1-6-16,1-5 15,2-3-15,4-3 16,7-3-16,8-6 16,7-5-16,4-5 15,0-2-15,-1-2 16,0 2 0,-3 0-16</inkml:trace>
  <inkml:trace contextRef="#ctx0" brushRef="#br0" timeOffset="113349.06">811 6754 0,'0'0'0,"6"-5"16,7-3-16,28-18 15,16-12-15,-1 3 16,-3 5-16,-6 7 16,-8 7-16,-7 5 15,-3 5-15,-7 4 16,-3 4 0,-3 1-16,-3 4 15,2 6-15,0 8 16,0 8-16,-4 8 15,-1 11-15,-1 9 16,-5 7-16,-1 11 16,-3 3-16,-2 4 15,0 3-15,0-11 16,1 0-16,-1-3 16,0-5-1,-2-2-15,-3-6 16,-3-8-16,-2-7 15,-1-6-15,-2-2 16,-5-4-16,-2-1 16,-3-2-16,-4-4 15,-6-1-15,-5-1 16,-2-4-16,2-2 16,-1-4-1,1-4-15,1-3 16,3-2-16,4-3 15,3-2-15,1-7 16,0-5-16,4-6 16,1-4-16,4-9 15,3-11-15,4-13 16,5-9-16,4-4 16,4-1-1,0 1-15,-1 1 16,1 6-16,0 3 15,-4 3-15,-3 7 16,-4-1-16,1 2 16,0 4-16,0-1 15,2 0-15,4-5 16,7-5-16,4 0 16,6 4-1,0 10-15,-2 7 16,-1 11-16,-3 6 15,0 4-15,-1 4 16,-1 3-16,-6 7 16,14-9-16,-3 10 15,5 4-15</inkml:trace>
  <inkml:trace contextRef="#ctx0" brushRef="#br0" timeOffset="127550.26">946 6888 0,'0'0'0,"5"0"0,-5 0 0,28 0 16,8 0-16,11 0 16,5 0-16,5 0 15,1 0 1,4 0-16,1 0 16,-3 0-16,-2-2 15,-5-2-15,-4 0 16,-2-2-16,-6-1 15,-6 1-15,-4 2 16,-2-1-16,-5 2 16,-3 1-16,-7 0 15,-2 2 1,-12 0-16,11-2 16,-11 2-16,0 0 15,0 0-15,0 0 16,0 0-16,-20-7 15,-10 4-15,-12 3 16,-5 4-16,-7 4 16,-6 6-16,3 2 15,0 0-15,4 1 16,3-2 0,1-1-16,1 1 15,3-3-15,2 0 16,6-4-16,2-3 15,5-1-15,5-1 16,6-3-16,5 0 16,14 0-16,-13 0 15,13 0-15,0 0 16,0 0 0,0 0-16,0 0 15,35-2-15,5 2 16,7 0-16,5 0 15,5 0-15,-2 0 16,2 0-16,-4 0 16,2-1-16,1-2 15,-4 0 1,-2 0-16,-8 0 16,-4 1-16,-2-1 15,-4 2-15,-6-1 16,-6 1-16,-5 0 15,-4 1-15,-11 0 16,14 0-16,-14 0 16,0 0-16,0 0 15,0 0-15,0 0 16,1-9 0,-14-4-16,-10 0 15,-11-2-15,-4 1 16,-4 2-16,-2 1 15,-5 3-15,-2 3 16,1 1-16,-1 5 16,1 2-16,-1 1 15,3 1-15,2 1 16,6-2 0,6 1-16,3 1 15,6-1-15,5 1 16,6-3-16,3-1 15,11-2-15,-13 5 16,13-5-16,0 0 16,0 0-16,0 0 15,0 0-15,0 0 16,-3 8 0,3-8-16,26 13 15,-3-7-15,3 1 16,2-1-16,-3-2 15,-3-1-15,-3-1 16,-1 0-16,-5 0 16,-2-1-16,-11-1 15,14 1-15,-14-1 16,0 0 0,0 0-16,11 0 15,-11 0-15,0 0 16,0 0-16,0 0 15,0 0-15,0 0 16,4-10-16</inkml:trace>
  <inkml:trace contextRef="#ctx0" brushRef="#br0" timeOffset="142782.47">11051 4831 0,'-3'-6'0,"-4"-12"16,-5-5-16,-17-21 15,-2 6-15,-2 3 16,-5 2-16,-6 1 16,-3 7-16,-7 3 15,3 7-15,-1 6 16,5 6 0,5 3-16,7 3 15,2 2-15,-6 6 16,-18 10-16,-30 16 15,-5 11-15,5 3 16,9 3-16,8 8 16,1 13-16,3 7 15,5 8-15,10 0 16,4 6 0,6 7-16,3 4 15,4 7-15,5 3 16,2 9-16,7 2 15,6-4-15,7 3 16,8-8-16,6-1 16,8-3-16,8 0 15,6-3-15,9-4 16,6-6 0,8-4-16,5-7 15,10-5-15,3-6 16,6-6-16,3-9 15,1-11-15,5-6 16,-5-13-16,10-7 16,1-12-16,10-19 15,7-14-15,3-19 16,6-18 0,-7-12-16,0-26 15,-6 1-15,-6-24 16,-7-4-16,-1-12 15,-7-10-15,-13 5 16,-13 1-16,-19 4 16,-15 13-16,-13-3 15,-7 2-15,-10 1 16,-9 0-16,-5 6 16,-14 5-1,-6 3-15,-6 3 16,-7 7-16,-4 5 15,-5 8-15,-7 7 16,-2 8-16,-5 5 16,-2 8-16,-2 3 15,-7 4-15,-4 6 16,-5 8-16,-11 4 16,-14 7-1,-14 9-15,-17 6 16,1 15-16</inkml:trace>
  <inkml:trace contextRef="#ctx0" brushRef="#br0" timeOffset="146348.88">11425 5292 0,'0'-2'0,"7"-7"0,5-8 15,25-25-15,17-3 16,7 2-16,5 1 16,6 2-16,-2 3 15,-5 6-15,-6 9 16,-10 6-16,-9 4 15,-9 2 1,-7 3-16,-8 3 16,-5 1-16,-11 3 15,12-1-15,-12 1 16,0 0-16,10 2 16,-10-2-16,0 0 15,0 0-15,0 0 16,0 0-16,-10-1 15,-5-2 1,-7-1-16,-2-4 16,-3-7-16,4-1 15,4 2-15,4 1 16,2 1-16,2 1 16,3 2-16,8 9 15,-9-10-15,9 10 16,0 0-16,-7-7 15,7 7-15,0 0 16,0 0 0,10 5-16,7 5 15,3 3-15,2 0 16,1 4-16,-2 5 16,-4 2-16,-8 3 15,-6-1-15,-8 1 16,-11 6-16,-7 2 15,-7 0-15,-5-4 16,6-6 0,6-8-16,4-5 15,9-7-15,10-5 16,0-7 0</inkml:trace>
  <inkml:trace contextRef="#ctx0" brushRef="#br0" timeOffset="147016.34">12476 4505 0,'0'0'0,"0"0"16,0 0-16,0 4 15,0-4-15,-1 8 16,1-8-16,-6 23 15,-1 9 1,-1 18-16,3-8 16,2 4-16,2 3 15,4-10-15,4 13 16,2-13-16,3-3 16,4-3-16,0-14 15,2-10-15,6 1 16,10-18-16,12-1 15,3-6-15,-6-22 16,-11 5 0,-4-8-16,-5 0 15,-10 21-15,-3 3 16,-4 4-16,-6 12 16,6-13-16,-6 13 15,3-8-15,-1 1 16,-2 7-16,0 0 15,0 0-15,-26 24 16,9 8 0,6 3-16,5-7 15,7-6 1,12 2 0,10 4-16,5-6 15,1-20-15,-3-10 16,3-11-16,0-9 15,-1-10-15,-5-2 16,-5 1 0,-6 6-16,-4 4 15,-3 4-15,-4 5 16,1 3-16,-1 4 16,-1 3-16,0 2 15,0 0-15,0 8 16,-2-10-16,2 10 15</inkml:trace>
  <inkml:trace contextRef="#ctx0" brushRef="#br0" timeOffset="147915.78">13029 4840 0,'0'0'0,"0"0"15,2-1-15,-2 1 16,21-8-16,1 1 16,2-1-1,0 3-15,0 1 16,1 3-16,0 4 16,-1 4-16,-1 4 15,-3 3-15,-5 4 16,-5 5-16,-8 7 15,-7 5-15,-14 9 16,-8 4-16,-6-3 16,-25 17 15,4-7-31,4-6 16,15-13-16,20-21 15,7-6-15,8-9 16,-5 10-16,5-10 15,36 9-15,26-7 16,15-8-16,0-6 16,0-2-1,-7-1-15,-2 0 16,-7 1-16,-7 1 16,-8 2-16,-10 2 15,-9 3-15,-8 3 16,-7 2-16,-12 1 15,13-1-15,-13 1 16,0 0-16,0 0 16,10 1-1,-10-1-15,0 0 16,0 0-16,2 6 16,-2-6-16,0 0 15,0 0-15,0 0 16,0 0-16,0 7 15,0-7-15,0 0 16,0 0-16,0 0 16,0 0-1,0 0-15,0 0 16,0 6-16,0-6 16,0 0-16,0 0 15,0 0-15,0 0 16,0 0-16,0 0 15,0 7-15,0-7 16,0 0-16,0 0 16,0 0-16,0 0 15,0 0 1,0 0-16,0 0 16,0 0-16,0 0 15,0 0-15,0 0 16,0 0-16,0 0 15,0 0-15,0 0 16,0 0-16</inkml:trace>
  <inkml:trace contextRef="#ctx0" brushRef="#br0" timeOffset="150699.76">7791 8057 0,'0'0'0,"0"0"16,0 0-16,0 0 16,-3 2-16,3-2 15,0 0-15,1 9 16,2 5 0,5 7-16,6 7 15,5 2-15,6 0 16,6-1-16,6-3 15,7-3-15,6-1 16,2-5-16,3-6 16,1-3-16,-2-3 15,-3-2-15,-5-2 16,-7-1-16,-3-1 16,-5 1-1,-5 0-15,-6 0 16,-6 0-16,-4 0 15,-10 0-15,12 0 16,-12 0-16,0 0 16,0 0-16,0 0 15,0 0-15,-2-17 16,-9 4-16,-6-2 16,0 1-1,-1 4-15,4 3 16,4 4-16,10 3 15,-14-5-15,14 5 16,0 0-16,0 0 16,-10-1-16,10 1 15,6 10-15,4 5 16,5 3 0,2 0-16,-1-2 15,0 0-15,-4-4 16,-3-2-16,-1-3 15,-8-7-15,4 12 16,-10 0-16,-9 5 16,-7 4-16</inkml:trace>
  <inkml:trace contextRef="#ctx0" brushRef="#br0" timeOffset="151516.34">9026 8301 0,'0'0'0,"0"0"16,0 0-16,0 0 15,0-2-15,0 2 16,0 0-16,0 0 16,13-3-16,3 2 15,5-1 1,2 0-16,2 1 15,0-1-15,-1 1 16,-1-1-16,-2-1 16,-4-1-16,-1 0 15,-3 0 1,-4 1-16,-9 3 0,13-5 16,-13 5-16,0 0 15,9-2 1,-9 2-16,10-2 15</inkml:trace>
  <inkml:trace contextRef="#ctx0" brushRef="#br0" timeOffset="152716.07">9814 8178 0,'0'0'0,"0"0"0,0 0 16,0 0 0,0 0-16,0 0 0,0 0 15,-2 0-15,2 0 16,0 0-1,0 0-15,0 0 16,0 0-16,0 0 16,0 0-16,-15 11 15,6-4-15,1 2 16,-1 1-16,1 3 16,0 5-1,0 5 1,4 1-1,4 0-15,0-6 16,2-1-16,2-5 16,2-3-16,1-2 15,3-3-15,1 0 16,3-3-16,4-7 16,3-4-16,0-4 15,-4-2-15,-5 1 16,-2 0-1,-4-3-15,-1-1 16,-3-2-16,-1 1 16,-2 3-16,0 2 15,-2 1-15,-1 3 16,-1 0-16,0 3 16,0 2-16,5 6 15,-11-8-15,11 8 16,-11-3-1,11 3-15,0 0 16,-12 1-16,12-1 16,0 0-16,0 9 15,0-9-15</inkml:trace>
  <inkml:trace contextRef="#ctx0" brushRef="#br0" timeOffset="152950.67">10103 8172 0,'0'0'0,"0"0"0,0 0 16,0 0-1,0-1-15,0 1 16,0 0-16,0 0 16,0 0-16,0 0 15,0 0-15</inkml:trace>
  <inkml:trace contextRef="#ctx0" brushRef="#br0" timeOffset="153548.94">10443 7960 0,'0'0'0,"0"0"0,0 0 15,0 3 1,0 5-16,0 15 16,0 12-16,0 8 15,0 2-15,0 1 16,-3-3-16,-2-2 16,0-3-16,0-7 15,2-5-15,0-6 16,0-4-16,3 0 15,4-2 17,3-6-32</inkml:trace>
  <inkml:trace contextRef="#ctx0" brushRef="#br0" timeOffset="153999.87">10685 8217 0,'0'0'0,"0"0"0,0 0 0,0 0 15,0 0-15,0 0 16,-1 5-16,-2 8 16,-4 10-16,-3 9 15,3 3-15,4-2 16,3-2-16,2-9 15,4-5 1,8-8 0,10-5-1,5-8-15,1-7 16,-6-6-16,-6-5 16,-2 0-16,-2 0 15,-7 2-15,-2 2 16,-4 0-16,-4 0 15,-4 2-15,0 3 16,-3 3 0,-6 3-16,-2 4 15,-3 3-15,4 2 16,5 2-16,12-4 16,-10 5-16</inkml:trace>
  <inkml:trace contextRef="#ctx0" brushRef="#br0" timeOffset="154532.41">11091 8061 0,'0'0'0,"0"0"0,0 0 0,0 0 0,0 0 15,-6 5-15,-5 2 16,-6 6-16,1 6 15,3 4-15,7 2 16,4-1 0,7 1-16,0-4 15,7 3-15,2 0 16,4-4-16,3 2 16,3 0-16,-2 0 15,-2-2-15,-7-7 16,-5-5-16,-5-1 15,-3 2-15,-3 3 16,-8 3 0,-4-2-16,-5-1 15,0-3-15,4-4 16,3-2-16,1-4 16,2-2-16,1-4 15,3-14-15,7-13 16,8-11-16,17-3 15,0 6-15,5 1 16,2-1 0,-7 10-16,-3 5 15,-5 5-15,-6 8 16,-4 4-16,-3 3 16,-5 7-16,0 0 15,0 0-15,0 0 16,-23-2-16,6 8 15,0 4-15,4-1 16</inkml:trace>
  <inkml:trace contextRef="#ctx0" brushRef="#br0" timeOffset="154866.64">11477 7725 0,'0'0'0,"0"0"0,1-3 0,-1 3 16,0 0-1,23 3-15,5 16 16,4 14-16,-4 13 16,-3 15-16,-9 50 31,-7-3-31,-24 1 15,0-14-15,-5-34 16,-19 11-16,4-2 16,-13-7-1,1-13-15,0-1 16,-10-9-16,2-4 16,-34-6-16,24-12 15</inkml:trace>
  <inkml:trace contextRef="#ctx0" brushRef="#br0" timeOffset="155349.78">9072 7823 0,'0'0'0,"-2"-2"16,2 2-16,0 0 15,0 0-15,0 0 16,-12 0-16,1 15 16,-8 26-1,-5 24-15,2 12 16,6 4-16,10 40 31,5-19-31,9 0 16,5-23-16,3-29 15,15 0-15,1-8 16,5-9-16,2-10 16,0-4-1,6-1-15,-5-3 16,-4-4-16,1-7 16,3-6-16</inkml:trace>
  <inkml:trace contextRef="#ctx0" brushRef="#br0" timeOffset="158717.14">8770 8605 0,'0'0'0,"0"0"0,0 0 15,0 0-15,0 0 16,2 3-16,-2-3 16,14 13-16,1 0 15,3 0-15,4-3 16,4-1-16,1-3 15,1-2-15,1-4 16,4-4-16,4-2 16,1-1-16,-7 1 15,-1 0 1,-1 0-16,1 0 16,1 0-16,-1 4 15,0 3-15,-2 2 16,1 2-16,0 1 15,3 0-15,0-1 16,-1 0-16,0 0 16,2-1-1,0-1-15,2-1 16,-2 0-16,-2 0 16,-1-1-16,-7 0 15,3-1-15,3 1 16,3 0-16,0 0 15,-5 0-15,-5-1 16,-2 1-16,0 1 16,0 0-16,4 2 15,-1 2 1,3-2-16,-3 1 16,-1 0-16,2 0 15,3 0-15,10 3 16,5-3-16,-1-5 15,-4-5-15,-4 0 16,3-1-16,1 0 16,-1 0-16,-6 1 15,-5 1 1,-3-1-16,0 1 16,4-1-16,3 2 15,-2 2-15,-3 3 16,-3 0-16,-1 1 15,1-1-15,9 1 16,5-3-16,3-4 16,-3-1-1,-9-1-15,-5 0 16,-4 1-16,2 0 16,-2 0-16,1-1 15,1 2-15,1 5 16,-1 2-16,0-1 15,0 1-15,1 0 16,5-1-16,8-3 16,1-2-16,-3-1 15,-7 2-15,-4 1 16,-3-1 0,-2 1-16,2-1 15,4 1-15,7 0 16,2 2-16,-2 0 15,-4 2-15,-1 0 16,-1-1-16,2 0 16,3 0-16,2-1 15,-1 1 1,-7-1-16,-4 0 16,0 0-16,0 1 15,0 1-15,5 0 16,5 1-16,3 0 15,-3-2-15,-7-1 16,-6 0-16,-4-1 16,-10 0-16,15 0 15,-15 0-15,0 0 16,0 0 0,0 0-16,0 0 15,-4 8-15,-20 2 16,-11-3-16,-2-1 15,0 0-15,-10-1 16,-2 0-16,2-3 16,-5-3-16,1-1 15,-2 2 1,2-2-16,-1-2 16,3 1-16,-2-2 15,4-1-15,1 0 16,-1 1-16,-1-1 15,3 1-15,3-1 16,-4 1-16,-2 0 16,5-1-16,-1 2 15,1 0-15,0 2 16,1 2 0,5 3-16,-5 1 15,-1 2-15,2 0 16,2 1-16,8-2 15,0 0-15,-4 1 16,2-1-16,1-3 16,7-4-1,4-2-15,1-2 0,-1-1 16,0 0 0,-3-1-16,-4-1 15,-1 3-15,-1 3 16,3 4-16,2 1 15,0 0-15,-4 0 16,-3 0-16,3-1 16,3 0-16,4 0 15,0-1 1,-5-2-16,-6-2 0,-4 1 16,0 0-1,3 3-15,0 3 16,-4 2-16,0 2 15,2-1-15,7-1 16,7-1-16,0-1 16,-2 1-16,-4-1 15,-5-4 1,1-1-16,4-1 16,4 1-16,1 0 15,-4 0-15,-4 0 16,0 2-16,1 2 15,6-1-15,4 2 16,3-2-16,2 1 16,1 0-16,-2-1 15,-2-1-15,-3-2 16,-5-3 0,4 0-16,0 1 15,3 0-15,0 1 16,-1-2-16,0 2 15,-3 0-15,-1 2 16,0 3-16,3 1 16,6 0-16,3-1 15,2 1-15,10-3 16,-16 4 0,16-4-16,-12 3 15,12-3-15,0 0 16,-11 5-16,11-5 15,0 0-15,0 0 16,0 0-16,0 0 16,-8 7-16,8-7 15,0 0-15,0 0 16,0 0-16,0 0 16,0 0-1,0 0-15,0 0 16,0 0-16,-2 6 15,2-6-15,0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 0</inkml:trace>
  <inkml:trace contextRef="#ctx0" brushRef="#br0" timeOffset="161766.06">11781 8070 0,'0'0'0,"0"0"0,0 0 0,1 4 16,4 5-16,9 15 15,16 13-15,12 8 16,12 9-16,9 4 15,1 1-15,-7-7 16,-5-4 0,-8-6-16,-1-1 15,-6-5-15,-7-6 16,-6-3-16,-8-8 16,-5-5-16,-5-4 15,-2-2-15</inkml:trace>
  <inkml:trace contextRef="#ctx0" brushRef="#br0" timeOffset="162182.38">12256 7898 0,'0'0'0,"0"0"0,0 0 0,0 1 0,0-1 15,-11 14-15,-5 9 16,-8 15-16,-4 12 16,0 5-16,2 4 15,1 0-15,0-2 16,1-1-16,0-1 15,2-6-15,2-3 16,3-6 0,2-5-16,3-5 15,2-8-15,3-4 16,2-7-16,2-3 16,3-8-16,-4 10 15,4-10-15,0 0 16,-2 6-16,2-6 15,0 0-15,0 0 16,0 0 0,0 0-16</inkml:trace>
  <inkml:trace contextRef="#ctx0" brushRef="#br0" timeOffset="169899.1">12964 8135 0,'0'0'0,"-2"0"0,2 0 16,-17-2-16,-1-1 15,-8 4-15,-9 11 16,-8 12-16,0 3 16,2 7-16,6 1 15,6 1-15,6 2 16,6-4-16,5-2 15,7-6-15,5-6 16,5 0 0,12-3-16,8-5 15,9-9-15,38-23 32,13-18-32,1-11 15,-16 3-15,-34 12 16,-6 3-16,-10 6 15,-7 3-15,-5 4 16,-4 2-16,-3 3 16,-4-1-1,-1 2-15,-1 4 16,-2 1-16,7 7 16,-14-7-16,14 7 15,-20-3-15,9 0 16,11 3-16,-16-1 15</inkml:trace>
  <inkml:trace contextRef="#ctx0" brushRef="#br0" timeOffset="170083.29">13313 8117 0,'0'0'0,"0"2"0,0-2 0,0 0 0,0 0 16,0 0-16,0 0 16,0 0-1,0 0-15,4-8 16</inkml:trace>
  <inkml:trace contextRef="#ctx0" brushRef="#br0" timeOffset="170748.87">13600 7806 0,'0'0'0,"0"0"0,0 0 0,0 0 0,0 0 15,-1 3-15,-1 11 16,-3 15-16,0-1 15,1 7-15,1-3 16,3-2-16,3 5 16,1-10-1,11 0 1,10-7 0,11-8-16,10-6 15,-11-9-15,-3-9 16,-2-2-16,-5-3 15,-5 0-15,-6 4 16,-3 3 0,-4 3-16,-3 3 15,-4 6-15,4-8 16,-4 8-16,0 0 16,0 0-16,0 0 15,0 0-15,0 0 16,-8 15-16,-3 5 15,0 8-15,-1 11 16,-1 5-16,-1 6 16,1-2-1,0 0-15,1 2 16,-1-1-16,-4 19 31,0 0-31,2-9 16,5-20-16,6-20 15,1-7-15,1-5 16,0 0-16,2-7 16,0 0-16,-2 8 15,2-8 1,0 0-16,0 0 16,0 0-16,2-7 15,2-7-15,-1-1 16</inkml:trace>
  <inkml:trace contextRef="#ctx0" brushRef="#br0" timeOffset="174232.34">13918 8376 0,'0'0'0,"0"0"16,0 0-16,0 0 15,0 0-15,2 1 16,-2-1-16,23 3 16,-3 0-16,9 1 15,-3-2 1,-3-1-16,0-2 15,-5 0-15,-2 0 16,-3-2-16,-13 3 16,19-3-16,-9 0 15,3 0-15,-1 0 16</inkml:trace>
  <inkml:trace contextRef="#ctx0" brushRef="#br0" timeOffset="174532.23">13879 8591 0,'0'0'0,"0"0"15,0 0-15,0 0 16,0 0-16,3 3 15,7 1-15,11 0 16,10-4-16,1-4 16,-2-3-16,5-1 15,1 0-15,0-1 16,-5 6-16,-9 1 16,-6 1-16,-3 0 15,-1 0-15,1 1 16,-13 0-1</inkml:trace>
  <inkml:trace contextRef="#ctx0" brushRef="#br0" timeOffset="174933.16">14479 8452 0,'0'0'0,"0"0"0,0 0 16,0 0-16,0 0 15,5 0-15,5 0 16,12-1-16,6-1 16,2 1-16,-4 0 15,-3 0 1,-2 0-16,-1 1 15,0-2-15,-2 2 16,0-1-16,1 0 16</inkml:trace>
  <inkml:trace contextRef="#ctx0" brushRef="#br0" timeOffset="175383.37">14948 8321 0,'0'0'0,"0"0"16,0 0-16,0 0 15,0 0-15,-2 0 16,2 0-16,-11 6 16,-2 2-16,-3 2 15,1 5 1,1 7-16,1 2 15,3 1-15,4-4 16,2 0-16,4-2 16,2-2-16,2-6 15,2-2-15,4-1 16,1-2-16,6-3 16,-2-4-16,-1-8 15,-2 0-15,-2-5 16,-2-4-1,-3-1-15,-2-1 16,-1 1-16,-3 5 16,-1 4-16,-2 2 15,4 8 1,-12-11 0,12 11-16,-11-5 15,11 5 1,0 0-16,0 0 15</inkml:trace>
  <inkml:trace contextRef="#ctx0" brushRef="#br0" timeOffset="175566.34">15180 8436 0,'0'0'0,"0"0"0,0 0 0,0 0 16,0 0-1,0-2-15,0 2 16,0 0-16,0 0 16,0 0-16,0 0 15</inkml:trace>
  <inkml:trace contextRef="#ctx0" brushRef="#br0" timeOffset="176033.11">15297 8393 0,'0'0'0,"0"0"16,0 0-16,0 0 16,0 0-16,-3 1 15,3-1-15,-15 11 16,5-1-1,1 0-15,2 0 16,1 1-16,3 1 31,2-2-31,3-1 16,3-1-16,4 1 16,6 0-16,2-4 15,2-8-15,-4-4 16,-2-3-1,-5-5-15,-4 0 16,-3-3-16,-2 1 16,-2 3-16,-2 2 15,-1 1-15,-2 2 16,0 2-16,8 7 16,-18-7-16,18 7 15,-11-1-15,11 1 16,0 0-16</inkml:trace>
  <inkml:trace contextRef="#ctx0" brushRef="#br0" timeOffset="176565.55">15511 8176 0,'0'0'0,"0"0"0,0 0 15,0 0-15,0 0 16,-2 0 0,2 0-16,0 0 15,-10 15-15,1-1 16,0 4-16,2 2 16,2 1-16,3 2 15,4-3-15,2-4 16,0-3-1,5-4-15,-1-2 16,2-4-16,2-3 16,2-5-16,2-6 15,4-3-15,-5 0 16,-4 1-16,-2 2 16,-4 0-16,-3 1 15,0 2-15,-2 8 16,2-10-16,-2 10 15,0 0-15,0 0 16,0 0 0,0 0-16,0 14 15,0 6-15,0 7 16,0 2-16,0 1 16,0-4-16,0-2 15,0-5-15,0-3 16,0-3-16,0-2 15,0 0-15,0-1 16,0 0 0,0-3-16</inkml:trace>
  <inkml:trace contextRef="#ctx0" brushRef="#br0" timeOffset="177115.6">15758 8184 0,'2'49'0,"-2"-49"0,0 0 16,0 0-16,0 0 15,0 0-15,0 0 16,13 6-16,-13-6 15,21 5 1,-10-2-16,-1 1 16,0 3-16,-1 2 15,1 4-15,-4 5 16,-2 0-16,-4 0 16,0 0-16,-1-2 15,-2-2-15,0 0 16,-4-2-16,-8-2 15,5-2-15,10-8 16,-12 9 0,12-9-16,0 0 15,0 0-15,0 0 16,-10 7-16,10-7 16,0 0-16,0 11 15,0-5-15,1 4 16,0 5-16,0 5 15,-1 2-15,0-6 16,0-5 0,-1-1-16,-4 0 15,-3-2-15,-26 27 16,16-22-16,3-4 16,2-3-16,0-3 15,3-6-15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0:50:36.35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3178 1819 0,'-1'-1'0,"1"1"0,-17-12 0,-7-4 15,-6-5-15,-5 1 16,-10 0-16,-4 4 16,-7 3-1,0 4-15,-4 8 16,-3 5-16,-8 18 15,3 5-15,1 11 16,9 5-16,6 6 16,9 1-16,10 4 15,9 5-15,11-2 16,10-3-16,13-4 16,11-5-1,12-2-15,11-9 16,4-15-16,9-14 15,3-16-15,2-7 16,0-7-16,-12-9 16,-7-1-16,-11-8 15,-11 0-15,-3 1 16,-9 0-16,-7 4 16,-3 5-1,-3 3-15,-3 8 16,-4 1-16,-1 4 15,-3 1-15,1 5 16,3 4-16,0 2 16,-3 4-16,-5 6 15,-4 2-15</inkml:trace>
  <inkml:trace contextRef="#ctx0" brushRef="#br0" timeOffset="500.51">3706 1351 0,'0'0'0,"0"2"15,0-2-15,-5 25 16,-11 28-16,-12 31 16,-5 7-1,0 4-15,2 0 16,8-1-16,13-5 15,6-3-15,9-11 16,9-8-16,25 6 31,6-19-31,22-17 16,3-27-16</inkml:trace>
  <inkml:trace contextRef="#ctx0" brushRef="#br0" timeOffset="983.6">3989 1688 0,'0'0'0,"0"0"16,0 0-1,0 0-15,0 0 16,0 0-16,0 0 15,12-6-15,21-8 16,25-3-16,0 0 16,-5 6-16,-7 2 15,-7 3-15,-7 6 16,-6 4-16,-7 6 16,-4 6-16,-6 10 15,-7 14-15,-15 16 16,-13 16-1,-10-1-15,-5 0 16,3-6-16,1-10 16,4-4-16,6-14 15,6-9-15,7-10 16,6-9-16,4-2 16,4-7-1,0 0-15,0 0 16,23 3-16,16-13 15,8-6-15,2-3 16,6-4-16,-2-2 16,-3 0-16,1-2 15</inkml:trace>
  <inkml:trace contextRef="#ctx0" brushRef="#br0" timeOffset="1284.77">4780 1588 0,'0'0'0,"0"0"0,0 0 15,0 3-15,0 8 16,-2 16-16,0 18 16,-1 16-16,-1 12 15,1 3-15,-1 4 16,-1-9-16,0-10 16,-1-2-1,3-11 1</inkml:trace>
  <inkml:trace contextRef="#ctx0" brushRef="#br0" timeOffset="1734.77">5080 1325 0,'0'0'0,"0"0"0,0 0 16,0 0-16,0 2 16,0 4-16,2 15 15,7 23-15,8 24 16,3 15-16,2 6 16,-8 17-16,-15 0 15,-24 54 16,-3-29-31,-29 7 16,13-29-16,-5-33 16,-7 3-16,5-13 15,-6-10-15</inkml:trace>
  <inkml:trace contextRef="#ctx0" brushRef="#br0" timeOffset="2467.03">3106 1229 0,'0'0'0,"0"0"0,0 0 0,0 1 15,0-1-15,-1 6 16,1 5-16,6 12 16,6 12-16,5 10 15,4 3-15,4 6 16,-3-2-1,2 1-15,-1 0 16,3 3-16</inkml:trace>
  <inkml:trace contextRef="#ctx0" brushRef="#br0" timeOffset="3600.82">5458 1732 0,'0'0'0,"0"0"0,0 0 16,0 0-16,0 0 15,5 3-15,10 4 16,20 6-16,21 1 16,11-1-16,4-6 15,0-3-15,-4-3 16,-3-2-16,-6-1 15,-7-1-15,-5 1 16,-7 0 0,-3 1-16,-10 0 15</inkml:trace>
  <inkml:trace contextRef="#ctx0" brushRef="#br0" timeOffset="3918.28">5335 2182 0,'0'0'0,"0"0"0,0 0 15,0 0-15,2 0 16,8 1-16,24 4 15,30-3-15,15-6 16,1-3-16,2 0 16,-6-1-1,-5 0-15,-5-1 16,-11 3-16,-3-1 16,-12 2-16,-4 2 15,-7 2-15,-4 3 16</inkml:trace>
  <inkml:trace contextRef="#ctx0" brushRef="#br0" timeOffset="5550.64">6902 1598 0,'0'0'0,"0"0"0,-3-2 16,3 2-16,0 0 16,-13-4-16,1 3 15,-6 5 1,-6 6-16,-1 4 16,2 6-16,0 9 15,1 5-15,6 7 16,2 9-16,5 2 15,4 2-15,7-3 16,2-7-16,8-7 16,4-3-16,2-7 15,2-10 1,-3-7-16,0-11 16,0-8-16,3-8 15,-2-10-15,0-12 16,-6-12-16,-5-1 15,-7 4-15,-4 7 16,-4 6-16,-8-2 31,-3 5-15,0 6-16,2 9 16,6 8-16,11 9 15,-17-8-15,17 8 16,-16-3-16</inkml:trace>
  <inkml:trace contextRef="#ctx0" brushRef="#br0" timeOffset="5733.95">7128 1789 0,'0'0'0,"0"0"0,0 0 16,3 4-16,-3-4 16,11 13-16,-1-6 15,6-8 1</inkml:trace>
  <inkml:trace contextRef="#ctx0" brushRef="#br0" timeOffset="6183.71">7562 1427 0,'0'0'0,"0"0"16,0 0-16,0 0 16,-2 3-16,-1 3 15,-4 7-15,-2 10 16,-5 9-16,-3 8 15,-6 13-15,-3 10 16,-3 7-16,-2 2 16,7 4 15,23 3-31,6-22 16,6-18-16,-1-22 15,6-11-15,6-9 16,6-9-16,4-11 15,-6-6-15,-2-8 16,-5 1-16,-9 6 16,-6 7-1,-4 6-15,-5 4 16,-7 2-16,-5 2 16,-6 3-16,-4 4 15,-1 4-15,4 2 16,6-1-16,7-1 15</inkml:trace>
  <inkml:trace contextRef="#ctx0" brushRef="#br0" timeOffset="6684.03">7793 1557 0,'0'0'0,"2"-3"0,-2 3 0,0 0 15,13-17-15,8 2 16,6 3-16,3 7 16,0 7-16,-2 7 15,-3 3-15,-6 7 16,-4 4 0,-7 15-16,-11 11 15,-15 8-15,-15 0 16,-8 1-16,-2-3 15,3-13-15,6-7 16,5-9-16,3-4 16,10-7-16,4-4 15,12-11-15,-9 7 16,9-7-16,14 1 16,16-4-1,12-11-15,5-2 16,-1-3-16,-2 1 15,-6 2-15,-6 1 16,-5 3-16,-9 2 16,-6 4-1,-12 6 1,10-5 0,-10 5-16,0 0 15,0 0-15,0 0 16,0 0-16,7-8 15,-7 8-15</inkml:trace>
  <inkml:trace contextRef="#ctx0" brushRef="#br0" timeOffset="7417.26">8664 1083 0,'0'0'0,"0"0"0,0 0 16,-3 7-16,-6 11 15,-13 23-15,-9 17 16,-3 6 0,-4 7-16,-1 4 15,1 1-15,2 7 16,6 6-16,2 2 15,8-3-15,8-10 16,22 33 0,7-23-1,18-16-15,13-13 16,-6-33-16,13-15 16,3-3-1,-1-16-15,5-8 16,-9-5-16</inkml:trace>
  <inkml:trace contextRef="#ctx0" brushRef="#br0" timeOffset="7868.55">9035 1303 0,'0'0'0,"0"0"0,0 0 15,-1 3-15,-1 7 16,-3 16-16,-4 23 16,0 13-1,1 6-15,2 3 16,0 1-16,-1-2 15,2-5-15,0-3 16,1-7-16,-1 3 31,2-11-31</inkml:trace>
  <inkml:trace contextRef="#ctx0" brushRef="#br0" timeOffset="8101.04">9261 1698 0,'0'0'0,"0"0"16,0 0-16,4 1 16,7 1-1,17 5-15,11 2 16,7 0-16,-1-3 15,1-2-15,-1-2 16,2-4-16,-4-4 16</inkml:trace>
  <inkml:trace contextRef="#ctx0" brushRef="#br0" timeOffset="8500.85">9883 1639 0,'0'0'0,"0"0"16,0 0-16,0 0 16,0 0-16,-3 2 15,3-2-15,-21 18 16,-3 2 0,0 4-16,0 3 15,3 2-15,5-3 16,2 3-16,4 5 15,6-1-15,5-6 16,5-4-16,3-8 16,3-7-16,3-7 15,9-9-15,4-6 16,-1-3-16,2-10 16,-8-6-1,-2-1-15,-6-5 16,-7 4-16,-2 8 15,-3 8-15,-1 9 16,-1 4-16,1 6 16,-2-10-16,2 10 15,0 0-15,0 0 16,0 0-16</inkml:trace>
  <inkml:trace contextRef="#ctx0" brushRef="#br0" timeOffset="8651.44">10166 1654 0,'0'0'0,"0"2"15,0-2-15,3 8 16,1 2-16,2 3 16,7 1-16</inkml:trace>
  <inkml:trace contextRef="#ctx0" brushRef="#br0" timeOffset="9068.29">10597 1431 0,'0'0'0,"0"0"16,0-2-16,0 2 15,0 0-15,0 0 16,0 0-1,-9 14-15,-4 9 16,-6 12-16,-4 3 16,-2 7-16,0 2 15,-3 4-15,2-1 16,0 15 0,8-1-1,10-7 1,11-17-16,0-21 15,9-6-15,9-4 16,15-7-16,-4-3 16,-6-6-16,-3-7 15,-2-6-15,-3-1 16,-7 4-16,-7 7 16,-4 10-16,0-10 15,0 10-15,-9-9 16,-3 1-1,-6 1-15,-2 3 16,4 2-16</inkml:trace>
  <inkml:trace contextRef="#ctx0" brushRef="#br0" timeOffset="9518.16">10870 1510 0,'0'0'0,"5"-3"0,-5 3 0,0 0 0,33-9 16,-1 8-16,-1 10 16,-1 5-1,-4 3-15,-5 5 0,-6 9 16,-8 9-1,-8 6-15,-11 4 16,-9-1-16,-5-6 16,-5 3-16,4-11 15,5-8-15,6-7 32,8-10-32,8-10 15,5 14-15,19-6 16,16-1-1,11-8-15,-1-5 16,4-3-16,-2-4 16,-2 0-16,-5-4 15,-3-3-15,-10 4 16,-6-1-16,-7 3 16,-2-3-16</inkml:trace>
  <inkml:trace contextRef="#ctx0" brushRef="#br0" timeOffset="10118.25">11353 1203 0,'0'0'0,"0"0"16,0 0-16,0 0 16,0 0-16,0 0 15,0 0-15,0 0 16,0 0-16,0 0 16,0 0-16,0 0 15,0 0 1,0 0-16,1 2 15,-1-2-15,0 0 16,0 0-16,0 0 16,0 0-16,0 0 15,0 0-15,4 7 16,-4-7-16,0 0 16,0 0-16,0 0 15,0 0-15,0 0 16,0 0-16,0 0 15,0 0 1,0 0-16,0 0 16,15 10-16,4 12 15,10 17-15,1 11 16,-3 13-16,-2 3 16,-7 9-16,-7 1 15,-11 7-15,-8 1 16,-6-5-16,-11 0 15,-9 1 1,-16-2-16,-70 51 31,2-26-31,-23 4 16</inkml:trace>
  <inkml:trace contextRef="#ctx0" brushRef="#br0" timeOffset="11016.85">6000 2774 0,'0'0'0,"0"0"0,0 0 0,0 0 0,-3-1 16,3 1-16,0 0 16,0 0-16,0 0 15,13 4-15,16 5 16,19-1-1,12-4-15,-1-5 0,0-5 16,-6 0 0,-4-2-16,-8 0 15,-2-2-15,-5 3 16,-7 1-16,-6 1 16,-7 3-16</inkml:trace>
  <inkml:trace contextRef="#ctx0" brushRef="#br0" timeOffset="11318.13">6154 3103 0,'0'0'0,"0"0"0,0 0 15,0 0-15,2 0 16,-2 0-16,31 2 15,11-2-15,10-6 16,4-6 0,-5 0-16,-6 0 15,-6 0-15,-9 2 16,-5 3-16,-7 0 16,-5 1-16,-13 6 15,15-7-15,-15 7 16,0 0-16</inkml:trace>
  <inkml:trace contextRef="#ctx0" brushRef="#br0" timeOffset="12600.3">7078 2798 0,'0'0'0,"0"-4"16,0-2-16,0-8 15,4-6-15,2 0 16,3-1 0,0 3-16,-1 3 15,0 3-15,-2 2 16,-2 2-16,-4 8 16,7-10-16,-7 10 15,5-8-15,-5 8 16,0 0-16,0 0 15,0 0-15,0 0 16,0 0 0,0 0-16,9-5 15,-9 5-15,0 0 16,0 0-16,0 0 16,0 0-16,0 0 15,0 0-15,0 0 16,0 0-16,0 0 15,0 0-15,0 0 16,0 0 0,0 0-16,0 0 15,0 0-15,0 0 16,0 0-16,0 0 16,0 0-16,0 0 15,0 0-15,0 0 16,0 0-16,0 0 15,0 0-15,0 0 16,0 0 0,0 0-16,0 0 15,0 0-15,10 0 16,-10 0-16,0 0 16,0 0-16,7-7 15,-7 7-15,0 0 16,8-7-16,-8 7 15,0 0-15,0 0 16,0 0-16,0 0 16,0 0-1,0 0-15,0 0 16,0 0-16,0 0 16,0 0-16,0 0 15,0 0-15,0 0 16,-3 11-16,-1-1 15,1 6-15,-2 8 16,7 8 0,1 3-16,5 0 15,7 1-15,4 0 16,5-4-16,0-6 16,2-5-16,3-7 15,4-12-15,1-12 16,4-13-16,0-11 15,-6-6-15,-8 1 16,-12-2-16,-7 8 16,-8 4-16,-6 0 15,-6 3 1,-5 4-16,-1 3 16,-1 7-16,2 5 15,1 3-15,3 2 16,3 2-16,4 0 15,9 0-15,-13 0 16,13 0 0,-11 0-16</inkml:trace>
  <inkml:trace contextRef="#ctx0" brushRef="#br0" timeOffset="12784.06">7695 2713 0,'0'0'0,"0"0"0,0 0 0,0 0 15,0 0 1,0 0-16,0 0 16,0 0-16,0 0 15,7 0-15</inkml:trace>
  <inkml:trace contextRef="#ctx0" brushRef="#br0" timeOffset="13916.84">8185 2551 0,'0'0'0,"0"0"0,0 0 0,-5 0 16,5 0 0,-13 5-16,-7 10 15,-13 18-15,-3 6 16,4 4-16,4 1 15,6-1-15,7 0 16,5-3-16,4-1 16,6-6-16,5-6 15,3-6 1,1-5-16,1-5 16,0-5-16,2-2 15,-1-4-15,1-2 16,-2-3-16,-1-2 15,-2-1-15,-3 0 16,-4-1-16,-4 2 16,-3-1-16,-6 1 15,0 2 1,0 2-16,3 1 16,10 2-16,-12-3 15</inkml:trace>
  <inkml:trace contextRef="#ctx0" brushRef="#br0" timeOffset="14201.17">8362 2605 0,'0'0'0,"0"0"0,5-3 16,-5 3 0,23-10-16,-3 8 15,1 7-15,0 5 16,-2 9-16,-4 8 15,-5 9-15,-7 10 16,-10 0-16,-6 2 16,-5 0-16,1-7 15,4-8-15,3-11 16,5-9 0,2-6-16,3-7 15,18 12-15,22-11 16,19-8-16,8-17 15,3-4-15,13-10 16,-10-4-16</inkml:trace>
  <inkml:trace contextRef="#ctx0" brushRef="#br0" timeOffset="14451.66">9050 2463 0,'0'0'0,"0"0"0,0 0 16,-4 4-16,-5 11 16,-12 14-16,-3 14 15,3 5 1,2 0-16,2 4 16,1 2-16,1 3 15,3 2-15,7 0 16,8-1-16,10-3 15</inkml:trace>
  <inkml:trace contextRef="#ctx0" brushRef="#br0" timeOffset="15284.34">9394 2672 0,'0'0'0,"0"0"16,0 0-16,-1-2 16,1 2-1,0 0-15,0 0 16,0 0-16,0 0 15,0 0-15,0 0 16,0 0-16,0 0 16,0 0-16,0 0 15,0 0-15,0 0 16,0 0-16,0 0 16,0 0-1,0 0-15,-3 6 16,3-6-16,0 0 15,-4 7-15,4-7 16,-5 9-16,5-9 16,-10 14-16,2-7 15,1 4-15,0 2 16,1 2-16,2 4 16,1-1-1,6 0 1,4 0-1,9 0-15,10-6 16,3-8-16,2-8 16,-4-9-16,-6-4 15,-5-7-15,-3-3 16,-7 1-16,-3 7 16,-4 3-1,-4 1-15,0 4 16,-3 1-16,-2 4 15,10 6-15,-20-6 16,9 6-16,-1 0 16,-2 2-16,-1-1 15,2 1-15,13-2 16,-14 4 0,14-4-16</inkml:trace>
  <inkml:trace contextRef="#ctx0" brushRef="#br0" timeOffset="15467.97">9779 2782 0,'0'0'0,"0"0"0,0 0 0,0-1 0,0 1 16,0 0-16,0 0 15,-3-10-15,3 10 16,0-8-16,0 8 16</inkml:trace>
  <inkml:trace contextRef="#ctx0" brushRef="#br0" timeOffset="21600.34">9888 2637 0,'0'0'0,"0"0"0,0 0 16,0 0-16,0-2 16,0 2-16,0 0 15,0 0-15,0-7 16,0 7-16,0 0 15,0 0-15,6-11 16,2 1-16,9-5 16,10-4-16,3 0 15,0 6 1,-2 4-16,-3 4 16,-3 3-16,-3 4 15,-3 3-15,0 4 16,-3 0-16,-2 4 15,-8 4-15,-3 2 16,-4 5-16,-8 1 16,-2 1-16,-1-2 15,2-4-15,4-5 16,2-4 0,2-4-16,5-7 15,-1 8-15,1-8 16,12 10-16,6 0 15,10 2-15,5 3 16,0 0-16,-6-2 16,-11 3-1,-7 7 1,-8 6 0,-12 0-16,-11-5 15,-12-5-15,-5-4 16,0-8-16,2-7 15,6-4-15,10-2 16,5-2-16,6-2 16,5-8-16</inkml:trace>
  <inkml:trace contextRef="#ctx0" brushRef="#br0" timeOffset="21833.71">10532 2510 0,'0'0'0,"0"0"0,0 0 0,-2 0 0,2 0 16,-21 12-16,4 8 16,1 2-1,5 2-15,7-1 16,6 3-16,7 5 15,7 4-15,11 7 32</inkml:trace>
  <inkml:trace contextRef="#ctx0" brushRef="#br0" timeOffset="22083.77">10546 2690 0,'3'-4'0,"6"-12"0,4-4 16,8-15 0,-6-1-16,-6 8 15,-3 9-15,-3 5 16,-3 6-16,0 8 15,-7-9-15,7 9 16,-19-7-16,19 7 16</inkml:trace>
  <inkml:trace contextRef="#ctx0" brushRef="#br0" timeOffset="22384.54">10865 2258 0,'0'0'0,"3"0"0,-3 0 0,0 0 0,26 8 16,6 12-16,7 12 15,-5 1 1,-3 8-16,-4 5 16,-8 6-16,-1 9 15,-17 28 1,-3 1-1,-24-4-15,-2-24 16,2-16-16,0-8 16,-4 8-16,1-4 15,7-12-15,7-9 16,8-13 0</inkml:trace>
  <inkml:trace contextRef="#ctx0" brushRef="#br0" timeOffset="22652.01">11349 2740 0,'0'0'0,"0"0"0,0 0 16,0 0-1,0 0-15,0 1 16,0-1-16,8 9 15,3 3-15,9 2 16,9-4-16,5-3 16,6-2-16,-4-3 15,-5-1-15,-6-1 16,-6 0-16,-3 0 16</inkml:trace>
  <inkml:trace contextRef="#ctx0" brushRef="#br0" timeOffset="22866.7">11293 3020 0,'0'0'0,"0"0"0,0 0 0,0 0 0,0 0 16,3 1-1,7 4-15,22-1 16,28-2-16,4-4 15,-2-2-15,-1-5 16,-10-1-16,-5-2 16,-2 1-16,-12 3 15,-9 3-15</inkml:trace>
  <inkml:trace contextRef="#ctx0" brushRef="#br0" timeOffset="23734.54">10659 2544 0,'0'0'0,"-4"-2"0,4 2 0,-27-5 16,0 3-16,-3 4 15,0 3-15,6 1 16,1 2-16,3 2 16,5 0-16,2 2 15,4-1-15,7 4 16,5 6-16,12 3 16,6 8-16,16 3 15,2 0 1,2-1-16,7 7 31,-5 4-31,-10 6 16,-11-10-16,-17-10 15,-8-5-15,-10 4 16,-7 2-16,-15 2 16,-8 3-16,-1-8 15,-2-8 1,10-11-16,4-6 15,9-15-15,8-10 16,7-13-16,11-23 16,7-4-16,16-8 15,3-1-15,12 2 16,6 3-16,4 1 16,-5 5-16,-6 10 15,-5 4 1,-8 11-16,-12 5 15,-9 8-15,-7 5 16,-10 1-16,-21 0 16,-39 10-16,-17 19 15,-7 9-15</inkml:trace>
  <inkml:trace contextRef="#ctx0" brushRef="#br0" timeOffset="24984.03">12428 2444 0,'0'0'0,"1"2"15,-1-2-15,0 0 16,-5 10-1,-2-3-15,-9 9 16,-15 15-16,-2-9 16,-4 8-16,5-10 15,2 2-15,0 6 16,12 7-16,7 3 16,7-7-16,4-8 15,5-3 1,8-3-16,8-7 15,11-6-15,4-3 16,2-20-16,-5 9 16,-4-3-16,-3-4 15,-6-3-15,-6-17 16,-4 1-16,-8 14 16,-4 13-16,-2-1 15,-3-1-15,0-1 16,1 6-1,6 6-15,-11-4 0,11 4 16,-11-4 0</inkml:trace>
  <inkml:trace contextRef="#ctx0" brushRef="#br0" timeOffset="25118.34">12726 2574 0,'0'-4'0,"-1"-3"16,1 7-16,0 0 16,3-6-16,8-5 15,12-9-15</inkml:trace>
  <inkml:trace contextRef="#ctx0" brushRef="#br0" timeOffset="25451.1">12966 2400 0,'0'0'0,"0"0"16,2-2-16,-2 2 16,19-4-16,3 3 15,4 2-15,1 5 16,-5 3-16,-5 7 16,-3-2-16,-6 1 15,-6 11-15,-7 10 16,-15 8-16,-2-7 15,-6-11 1,-1 8-16,-2 1 16,7 5-16,7-3 15,10-22-15,2-3 16,11-4 0,23 2-1,40-2-15,11-8 16,-21-21-1,8-5-15,-1-5 16,-17-15-16</inkml:trace>
  <inkml:trace contextRef="#ctx0" brushRef="#br0" timeOffset="25834.68">13344 2443 0,'0'0'0,"7"0"16,6 0-16,20 0 15,11 0-15,-8 1 16,-8 4-16,-6 2 16,-6 3-16,-4 1 15,-7 5-15,-5 6 16,-6 4-1,-6 2-15,-4-1 16,0-1-16,2-4 16,5-7-16,2-2 15,8 3-15,7 6 16,3 3-16,5-3 16,-2-5-16,-1-2 15,-4-6-15,-3-3 16,-6-6-16,5 8 15,-11 1-15,-21 6 16,-24 6 0,-28-1-16</inkml:trace>
  <inkml:trace contextRef="#ctx0" brushRef="#br0" timeOffset="29233.71">12087 2105 0,'0'0'0,"0"0"16,0-1-16,0 1 15,0 0-15,0 0 16,14-10-16,46-4 16,66-11-1,20 6-15,20-2 16,1 3-16,0 2 16,-6 4-16,-13 2 15,-12 3-15,-13 5 16,-17 7-16,-22 5 15,-15 6-15,-18 5 16,-13 5 0,-8 0-16,-10 3 0,-6 8 15,-5 5 1,-5 3-16,-6 4 16,-5-1-16,-1 3 15,-1-1-15,1 1 16,4 6-16,9 3 15,12 10-15,9 2 16,10 5-16,7 4 16,-6-13-16,-3-6 15,-5-10 1,-10-6-16,-14 3 16,-42 14-1,-72 9 1,-58-6-16,2-15 15,21-15-15,-43 3 16,28-15-16,-33-2 16,26-1-16,-7 1 15,14-3 1,17-1-16,14-14 16,15-10-16,18-10 15,7-3-15,22-12 16,12-15-16,17-8 15,15-11-15,9-20 16,18-7-16,6-2 16,18-10-16,3 5 15,3 0-15,4 2 16,-4 10 0,-3 6-16,-2 5 15,0 4-15,-4 7 16,-3 10-16,-4 2 15,-9 9-15,0 6 16,-5 8-16,-2 9 16,-3 7-16,-1 3 15,-2 2-15</inkml:trace>
  <inkml:trace contextRef="#ctx0" brushRef="#br0" timeOffset="30083.66">5494 4524 0,'0'0'0,"0"0"16,-4-2-16,4 2 15,-13 6-15,-6 10 16,-14 26-16,-5 18 16,4 9-16,9-1 15,8-3-15,8-1 16,7-9-16,8-8 16,5-8-1,18-10 1,15-17-1,15-18-15,3-20 16,-24-7-16,1-3 16,-10-2-16,-8 1 15,-11 1-15,-8 3 16,-7 1-16,-7 4 16,-2 7-1,-2 4-15,-3 2 16,2 4-16,2 4 15,4 2-15,11 5 16,-13-5-16,13 5 16</inkml:trace>
  <inkml:trace contextRef="#ctx0" brushRef="#br0" timeOffset="30250.51">5855 4754 0,'0'0'0,"0"0"0,0 0 0,0 0 0,0 0 15,0 0-15,0 0 16</inkml:trace>
  <inkml:trace contextRef="#ctx0" brushRef="#br0" timeOffset="30668.15">6078 4427 0,'0'0'0,"0"-2"0,0 2 16,0 0-16,4-7 15,-4 7 1,18-6-16,-1 9 15,2 7-15,2 8 16,-4 5-16,-7 11 16,-9 12-16,-10 14 15,-15 13-15,-4 0 16,-4-9-16,5-11 16,6-12-16,6-10 15,3-7 1,8-5-16,5 0 15,6-5-15,8-2 16,11-4-16,12-3 16,11-8-16,3-6 15,-4-4-15,-1-4 16,-3-1-16,-4 0 16,-2-1-1,-4-1-15</inkml:trace>
  <inkml:trace contextRef="#ctx0" brushRef="#br0" timeOffset="31183.55">6588 4496 0,'0'0'0,"1"-2"0,-1 2 15,4-10 1,1-1-16,6-2 15,8-1-15,6 1 16,4 6-16,0 5 16,0 4-16,-3 5 15,-6 3-15,-5 3 16,-6 10 0,-8 7-16,-14 12 15,-11 9-15,-2-5 16,2-10-16,9-10 15,3-6-15,4-6 16,3-3-16,5 3 16,7 2-16,6 2 15,14 4-15,6 2 16,3-3-16,-2 0 16,-4-4-1,1 0-15,-4-2 16,-6-3-16,-10-6 15,-11-6-15,6 9 16,-12 1-16,-14 7 16,-14 3-16,-10-2 15,1-7-15,0-3 16,4-4-16,3-2 16,6-4-16,4-1 15,5-1 1,8-1-16,3-4 15</inkml:trace>
  <inkml:trace contextRef="#ctx0" brushRef="#br0" timeOffset="31467.3">7086 4434 0,'0'0'0,"0"0"0,0 0 16,2 2-16,-2-2 16,14 15-16,2 3 15,8 8-15,7 8 16,5 5-16,5 6 16,0 0-16,2 3 15,0-2-15,-2-3 16,-4-7-1,2-1 1,-2-7 0,-6-10-16</inkml:trace>
  <inkml:trace contextRef="#ctx0" brushRef="#br0" timeOffset="31700.76">7611 4313 0,'0'0'0,"0"2"0,0-2 15,0 0-15,-11 14 16,-5 7-16,-13 18 16,-11 17-1,-6 6-15,0 3 0,-14 17 16,-11 18-1,-8 6-15</inkml:trace>
  <inkml:trace contextRef="#ctx0" brushRef="#br0" timeOffset="35383.67">8474 4601 0,'0'0'0,"-3"-4"0,3 4 0,-15-12 16,2 6-16,-2 4 15,-2 5 1,-4 10-16,-4 9 16,-6 12-16,2 11 15,4 7-15,8-5 16,10-9-16,11-8 15,19-5 1,25-8 0,24-13-1,-12-14-15,-14-5 16,-10-7-16,-7-4 16,-6-3-16,-9 1 15,-4 5-15,-9 2 16,-4 2-16,-6 2 15,-5 2-15,-2 5 16,-4 4 0,3 3-16,2 3 15,3 0-15,0 3 16,-3 3-16,-2 1 16</inkml:trace>
  <inkml:trace contextRef="#ctx0" brushRef="#br0" timeOffset="35535.15">8849 4694 0,'0'0'0,"0"0"0,0 0 0,2 3 0,5 3 15,1 2-15</inkml:trace>
  <inkml:trace contextRef="#ctx0" brushRef="#br0" timeOffset="36002.28">9288 4534 0,'0'0'0,"0"0"0,0 0 16,-2 0-16,2 0 15,-19 14-15,-6 15 16,-7 14-16,5 0 16,1 6-16,8 0 15,7-3-15,12-7 32,13-11-17,10-11-15,18-11 16,3-19-16,-1-13 15,-7-4-15,-1-9 16,-8-5-16,-5 1 16,-6 2-16,-7 6 15,-8 7 1,-3 7-16,-2 7 16,-3 5-16,1 2 15,5 7-15,-8-8 16,8 8-16,0 0 15,0 0-15,-11-4 16,11 4-16,0 0 16,0 0-16,0 0 15</inkml:trace>
  <inkml:trace contextRef="#ctx0" brushRef="#br0" timeOffset="36483.33">9887 4259 0,'0'0'0,"0"0"0,0 0 0,0 0 0,-1 6 0,-3 7 16,0 7 0,0 11-16,3 3 15,2 3-15,2-2 16,4-3-16,7-5 15,8-4-15,14-8 16,13-11-16,14-18 16,6-13-16,-7-8 15,-9-4 1,-14 4-16,-11 5 16,-8 8-16,-7 3 15,-5 7-15,-3 5 16,-5 7-16,3-7 15,-3 7-15,0 0 16,0 0-16,0 0 16,-16 23-16,0 7 15,-2 9 1,-1 4-16,-3 11 16,-4 7-16,-2 6 15,2 3-15,6-2 16,4-4-16,5-3 15,6 6 1,8-7 0,6-9-16,0-20 15</inkml:trace>
  <inkml:trace contextRef="#ctx0" brushRef="#br0" timeOffset="36983.43">10548 4396 0,'0'0'0,"2"-4"0,-2 4 15,12-20-15,10-2 16,10 2-16,7 2 15,0 6-15,-4 5 16,-4 6-16,-6 3 16,-4 8-16,-6 9 15,-7 7 1,-10 16-16,-17 7 16,-6 7-16,-6 0 15,5-1 1,4-9-1,14-7-15,14-7 16,6-11-16,8-1 16,5 2-1,4-5-15,-4 1 16,-4-6-16,-7-2 16,-3-3-16,-11-7 15,9 7-15,-9-7 16,-4 8-16,-16 2 15,-18 5-15,-2-6 16,3-1-16,6-4 16,5-1-16,5-4 15,4-5-15</inkml:trace>
  <inkml:trace contextRef="#ctx0" brushRef="#br0" timeOffset="37267.25">11075 4693 0,'0'0'0,"0"0"15,6-1-15,15-2 16,20 0-16,10 0 16,4 2-16,1 0 15,-3-1-15,-10 2 16,-12 0-16,-4 0 16</inkml:trace>
  <inkml:trace contextRef="#ctx0" brushRef="#br0" timeOffset="37517.31">10873 5049 0,'0'0'0,"0"0"0,0 0 16,0 0-16,0 0 15,11 0-15,20 0 16,25-4-16,11-12 16,0 0-16,-8-3 15,-3-1-15,-1 2 16</inkml:trace>
  <inkml:trace contextRef="#ctx0" brushRef="#br0" timeOffset="38867.75">2493 4187 0,'0'0'0,"0"0"16,0 0-16,5 4 15,5 6-15,14 11 16,9 13-16,1 8 16,-5 7-16,-7 11 15,-11 12-15,-10 6 16,-19 14-16,-10 2 16,-10-6-16,-2-9 15,6-18 1,4-15-16,6-13 15,5-13-15,1-8 16,1-5-16,0-7 16,2-8-16,0-11 15,3-6-15,2-7 16,4-3-16,5 1 16,4 0-16,6 0 15,1 1 1,3 1-16,3 3 15,-2 3-15,0 2 16,0 3-16,-1 6 16,2 1-16</inkml:trace>
  <inkml:trace contextRef="#ctx0" brushRef="#br0" timeOffset="39416.85">3126 4145 0,'0'0'0,"0"0"0,0 3 16,0-3-16,-6 16 15,-1 11-15,-3 18 16,-1 12-1,0 0-15,0 3 16,-2 3-16,3-6 16,-3 6-16,1-4 15,-1-8-15,4-9 16,3-11-16,4-6 16,9-6-1,3-2-15,9-5 16,10-4-16,11-5 15,7-7-15,-1-6 16,1-3-16,-1-3 16,-7 2-16,-6 2 15,-8 4-15,-5 1 16,-5 2-16,-4 2 16,-11 3-16,11-4 15</inkml:trace>
  <inkml:trace contextRef="#ctx0" brushRef="#br0" timeOffset="39768.21">2072 5287 0,'0'0'0,"0"0"0,0 0 16,0 0-16,10 0 15,15 0-15,28 0 16,22 0-16,8 0 16,14-1-16,7-3 15,5-5-15,2-3 16,-7-2-1,-4 3-15,-12 0 16,-6 1-16,-12 2 16,-6 1-16,-8 3 15,-6 1-15,-7 3 16,-7 3-16,-7 3 16,-10 4-16</inkml:trace>
  <inkml:trace contextRef="#ctx0" brushRef="#br0" timeOffset="40217.81">2466 5619 0,'0'0'0,"0"0"15,0 0-15,0 0 16,0 0-16,2 6 16,3 10-16,6 24 15,5 19 1,4 13-16,-2 8 0,-11 3 16,-6-10-16,-20 24 31,-5-12-31,-8-15 15,-4-16 1,12-31-16,-4-11 16,5-4-16,1-8 15,1-5-15,1-6 16,2-3-16,2-3 16,5-1-16,4-4 15,5-3-15,5-4 16,10-4-16,6-5 15,10-4 1,11-4-16,5 4 16,3 4-16,1 4 15</inkml:trace>
  <inkml:trace contextRef="#ctx0" brushRef="#br0" timeOffset="40716.71">2727 5829 0,'0'0'0,"0"0"16,0 0-16,0 0 15,0 0-15,0 0 16,2 0-16,-2 0 16,21 5-16,8-3 15,6-2-15,4-3 16,-3-2-1,0 0-15,-2 0 16,-6 1-16,-4 2 16,-7 1-16,-4 3 15,-3 3-15,-3 3 16,-2 5-16,-2 10 16,-7 7-16,-7 11 15,-6 6-15,-5 3 16,-1-3-1,1-6-15,3-6 16,2-6-16,3-4 16,1-5-16,5-3 15,1-6-15,2-3 16,5-8-16,-3 12 16,3-12-16,10 8 15,10-3-15,17-8 16,10-10-16,-1-6 15,-3 0-15,-6 1 16</inkml:trace>
  <inkml:trace contextRef="#ctx0" brushRef="#br0" timeOffset="41000.75">3288 6120 0,'0'0'0,"0"0"16,0 1-16,0-1 16,0 0-16,2 11 15,-1 0-15,1 5 16,1 8-16,2 7 16,-2 4-16,1 2 15,0-2-15,0-4 16,2-3-16,0-2 15,0-2-15,1-1 16,0-4 0,-2-3-16,0-5 15,-5-11-15</inkml:trace>
  <inkml:trace contextRef="#ctx0" brushRef="#br0" timeOffset="41349.92">3860 4823 0,'0'0'0,"0"0"0,0-2 16,0 2-16,0 0 15,0 0-15,-1-7 16,1 7-16,12-7 16,14-5-16,21-5 15,10 0-15,0 1 16,-6 3-16,-5 2 15,-4 3-15,-7 3 16,0 2 0,-8 2-16</inkml:trace>
  <inkml:trace contextRef="#ctx0" brushRef="#br0" timeOffset="41600.75">3908 5116 0,'0'0'0,"0"0"15,0 0-15,0 0 16,4-1-16,8-3 16,23-7-16,14-9 15,4-8-15,-3 0 16,-7 2-16,-5 2 15,-3 1-15,-2 0 16,-4 3-16,-2 1 16,-2 1-1,-1 2-15</inkml:trace>
  <inkml:trace contextRef="#ctx0" brushRef="#br0" timeOffset="46618.01">5183 5583 0,'0'0'0,"2"0"0,-2 0 0,30-4 16,20-1-16,14-1 16,14 1-1,8 1-15,12 1 16,11-2-16,7 1 15,7 1-15,-4-2 16,2 1-16,4 1 16,1-2-16,5 1 15,3 0-15,-4 1 16,3 0-16,-7 2 16,-2 2-1,-2 5-15,-1 2 16,-8 0-16,8 2 15,-1 1-15,-2-1 16,8 0-16,-8 0 16,-2-4-16,2-2 15,-9-1-15,1-1 16,-4-1-16,1-1 16,1 1-16,1-1 15,3 0 1,-4-2-16,3 0 15,-10-2-15,1 0 16,-8 1-16,-1 0 16,-4 1-16,-5-1 15,1-1-15,-8 0 16,3-2-16,-11-1 16,-6 0-1,-7 2-15,-9 0 16,-3 1-16,-5 0 15,-2 0-15,-3 1 16,-3-2-16,-3-1 16,-5 1-16,-4 1 15,-4 0-15,-4 2 16,-11 2 0,12-2-16,-12 2 15,0 0-15,0 0 16,10-3-16,-10 3 15,0 0-15,0 0 16,0 0-16,0 0 16,0 0-16,0 0 15,0 0-15,0 0 16,0 0-16,0 0 16,0 0-1,0 0-15,0 0 16,0 0-16,0 0 15,0 0-15,0 0 16,0 0-16,0 0 16,0 0-16,0 0 15,0 0-15,0 0 16,0 0-16,0 0 16,0 0-1,0 0-15,0 0 16,0 0-16,0 0 15,0 0-15,0 0 16,0 0-16,0 0 16,0 0-16,0 0 15,0 0-15,0 0 16,10 6-16,-10-6 16,0 0-1,0 0-15,0 0 16,0 0-16,0 0 15,0 0-15,0 0 16,0 0-16,0 0 16,0 0-16,0 0 15,-3-10-15</inkml:trace>
  <inkml:trace contextRef="#ctx0" brushRef="#br0" timeOffset="47617.71">11188 4324 0,'0'0'0,"0"0"0,0 0 0,0 0 0,0 3 16,0-3-16,1 7 16,1 1-16,2 9 15,3 9-15,7 13 16,5 6-1,7 8-15,4 3 16,2 0-16,6 3 16,2-3-16,-1-3 15,-2-3-15,-1-2 16,-1-2-16,-1 1 16,-2-4-16,-3-3 15,-2-1 1,-4-7-16,-2-4 15,-3-3-15,-4-6 16,-3-4-16,-4-5 16,-3-4-16,-4-6 15,0 0-15</inkml:trace>
  <inkml:trace contextRef="#ctx0" brushRef="#br0" timeOffset="48032.93">11693 4357 0,'0'0'0,"0"0"0,0 0 0,0 0 0,0 0 15,-3 3-15,-2 4 16,-7 9-1,-11 15-15,-9 13 16,-3 8-16,3 6 16,1 5-16,1 1 15,1 3-15,2-2 16,3-3-16,1-1 16,4-2-16,1-6 15,2-3-15,1-4 16,2-7-16,3-5 15,1-8-15,3-3 16,0-6 0,3-4-16,0-3 15,3-10-15,-2 8 16,2-8-16,0 0 16,0 0-16,0 0 15,4-11-15,0-4 16</inkml:trace>
  <inkml:trace contextRef="#ctx0" brushRef="#br0" timeOffset="49483.37">12385 4283 0,'0'0'0,"-1"2"0,1-2 15,0 0-15,-2 10 16,1-4-16,0 6 16,-1 9-16,-2 12 15,-2 18-15,-1 6 16,-1 7-16,-1-1 15,1 5 1,-1 2-16,0-4 16,2 2-16,-1-5 15,1-5-15,1-2 16,0-1-16,2-1 16,3-4-16,1-5 15,1-8-15,1-5 16,-1-3-16,0-5 15,0-6 1,0-2-16,-1-5 16,0-4-16,1 0 15,-1-7-15,2 7 16,-2-7-16,0 0 16,0 0-16,0 0 15,3 7-15,-3-7 16,0 0-16,0 0 15,0 0 1,0 0-16,0 0 16,0 0-16,0 0 15,0 0-15,0 0 16,0 0-16,0 0 16,0 0-16,0 0 15,0 0-15,0 0 16,0 0-16,0 0 15,0 0-15,0 0 16,0 0 0,0 0-16,0 0 15,-6 6-15,6-6 16,0 0-16,0 0 16,0 0-16,0 7 15,0-7-15,0 0 16,0 0-16,0 0 15,0 7 1,0-7-16,0 0 16,0 0-16,0 0 15,0 0-15,0 0 16,0 0-16,0 5 16,0-5-16,0 0 15,0 0-15,0 0 16,0 0-16,0 0 15,0 0-15,0 0 16,0 0 0,0 0-16,0 0 15,0 0-15,0 0 16,0 0-16,0 0 16,0 0-16,0 0 15,0 0-15,0 0 16,0 0-16,0 0 15,0 0 1,0 0-16,0 0 16,0 0-16,0 0 15,0 0-15,0 0 16,0 0-16,0 0 16,0 0-16,0 0 15,0 0 1,0 0-16,0 0 0,0 0 15,0 0-15,0 0 16,0 0 0,0 0-16,0 0 15,0 0-15,0 0 16,0 0-16,0 0 16,0 0-16,0 0 15,0 0-15,0 0 16,0 0-16,0 0 15,0 0-15,0 0 16,0 0-16,0 0 16,0 0-1,9-11-15,-6-1 16</inkml:trace>
  <inkml:trace contextRef="#ctx0" brushRef="#br0" timeOffset="50850.1">12349 4979 0,'0'0'0,"0"0"0,0 2 16,0-2-16,1 15 16,-1-1-1,2 7-15,-1 4 16,2 2-16,3 1 16,5-1-16,1-4 15,2-3-15,0-4 16,2-3-16,3-4 15,2-3-15,9-9 16,16-13-16,27-22 16,20-28-16,8-12 15,5-10 1,-7 3-16,-13 9 16,-10 10-16,-20 16 15,-9 14-15,-12 13 16,-12 8-16,-7 5 15,-5 3-15,-11 7 16,11-6-16,-11 6 16,0 0-1,0 0-15</inkml:trace>
  <inkml:trace contextRef="#ctx0" brushRef="#br0" timeOffset="51200.18">12413 5510 0,'0'0'0,"0"0"0,0 0 0,0 0 15,7-8-15,32-31 16,65-52-16,28-13 15,10-4-15,1 4 16,-7 12-16,-6 5 16,-18 15-16,-12 13 15,-18 11 1,-15 14-16,-17 11 16,-18 7-16,-11 8 15,-9 3-15,-12 5 16,11-4-16,-11 4 15,0 0-15</inkml:trace>
  <inkml:trace contextRef="#ctx0" brushRef="#br0" timeOffset="51501.16">13845 4630 0,'0'0'0,"0"0"0,0 0 0,0 0 0,0 0 16,0 2-16,0-2 15,0 0-15,0 0 16,0 0-16,0 0 15,0 0-15,0 0 16,0 0-16,0 0 16,0 0-1,0 0-15,0 0 16,0 0-16,0 0 16</inkml:trace>
  <inkml:trace contextRef="#ctx0" brushRef="#br0" timeOffset="54202.77">7831 4840 0,'0'0'0,"0"0"16,0 0-16,0-2 15,0 2-15,0 0 16,18-11-16,21-3 16,13-1-16,3 2 15,-2 2-15,-5 0 16,-5 1-16,-5 2 16,-9 3-16,-6 0 15,-7 3 1,-5 1-16,-11 1 15,13-2-15,-13 2 16</inkml:trace>
  <inkml:trace contextRef="#ctx0" brushRef="#br0" timeOffset="54583.36">7933 4304 0,'0'0'0,"0"0"0,0 0 16,0 0-16,0 0 15,-4 0 1,4 0-16,0 0 15,-6 6-15,-4 5 16,-10 11-16,-11 11 16,-3 5-16,4 2 15,3 8-15,4 7 16,6 8-16,2 8 16,6 2-1,4 7-15,4 9 0,6-1 16,10 6-1,9-8-15,44 18 32</inkml:trace>
  <inkml:trace contextRef="#ctx0" brushRef="#br0" timeOffset="55317.93">10769 3805 0,'0'0'0,"0"0"0,0 0 0,0 0 0,0 0 16,0 0-16,2 4 15,7 8-15,9 14 16,10 12-16,2 9 16,-1 6-16,-3 13 15,-3 10-15,-8 6 16,-6 13-1,-9 1-15,-13 12 16,-7 1-16,-50 87 31,17-27-31,-25 23 16,4-56-16,27-52 16,-15-1-16,13-18 15,9-17-15,2-6 16,4-10-1,10-13-15,-2-9 16,-2-10-16</inkml:trace>
  <inkml:trace contextRef="#ctx0" brushRef="#br0" timeOffset="64317.08">1414 4774 0,'0'0'0,"2"2"0,1 6 0,10 12 15,10 19-15,9 8 16,7-1-16,4-2 15,0-3 1,-5-9-16,-4-4 16,-4-8-16,-3 0 15,-2-5-15,-2-3 16,-5-3-16,-5-2 16,-3-4-16,-10-3 15,12 7-15,-12-7 16,0 0-16,0 0 15,0 0-15,0 0 16,0 0 0,0 0-16,0 0 15,-11-8-15,11 8 16,-12-6-16,12 6 16,-12-7-16,12 7 15,-10-5-15,10 5 16,0 0-16,0 0 15,-11-7-15,11 7 16,0 0 0,0 0-16,0 0 15,0 0-15,0 0 16,0 0-16,0 0 16,0 0-16,0 0 15,0 0-15,-1 14 16,3-3-16,3 0 15,-1 0-15</inkml:trace>
  <inkml:trace contextRef="#ctx0" brushRef="#br0" timeOffset="64966.12">1752 4731 0,'0'0'0,"0"0"15,0 0-15,0 0 16,-4 3-16,0 3 15,-9 13-15,-10 19 16,-4 14 0,0 0-16,2 2 15,-1 1-15,0 2 16,-1 2-16,2-3 16,3-7-16,1-5 15,4-9-15,3-9 16,2-8-16,4-7 15,8-11-15,-14 7 16</inkml:trace>
  <inkml:trace contextRef="#ctx0" brushRef="#br0" timeOffset="65716.03">954 4895 0,'0'0'0,"0"0"16,0 0-16,0-2 15,0 2-15,0 0 16,0 0-16,13 4 15,0 2-15,2 7 16,-1 14-16,-3 11 16,-6 9-1,-6 1-15,-5-4 16,-2-8-16,1-7 16,1-6-16,2-7 15,1-7-15,3-9 16,0 0-16,0 0 15,-4-18-15,8-18 16,9-11-16,5-1 16,1 3-16,-1 4 15,-2 5 1,-2 5-16,-4 8 16,-1 4-16,-4 4 15,0 5-15,-2 4 16,-3 6-16,2-7 15,-2 7-15,0 0 16,-1 7-16,-1 14 16,-2 14-1,-1 8-15,0 1 16,1-2-16,0-9 16,2-2-1,5-5 1,3-6-16,0-7 15,-1-4-15,-5-9 16,12 7-16,-12-7 16</inkml:trace>
  <inkml:trace contextRef="#ctx0" brushRef="#br0" timeOffset="66050.62">586 5125 0,'0'0'0,"0"0"0,0 0 16,0 0-16,7 1 15,8 0 1,11 3-16,2-1 16,1 0-16,-2-1 15,-4 0-15,-1 0 16,-5 0-16,-8 0 15</inkml:trace>
  <inkml:trace contextRef="#ctx0" brushRef="#br0" timeOffset="66266.39">490 5350 0,'0'0'0,"0"0"0,0 0 16,5-2-16,5-5 16,8-5-1,5-4-15,5-3 16,0 1-16,2 2 16,-3 3-16,-3 4 15</inkml:trace>
  <inkml:trace contextRef="#ctx0" brushRef="#br0" timeOffset="67399.95">579 3515 0,'0'0'0,"0"0"0,0 0 16,0 0-16,0 0 16,0 0-16,5 0 15,-5 0 1,22 2-16,-1 1 16,3 5-16,0 8 15,-1 4-15,-4 4 16,-3 2-16,-5 7 15,-4 6-15,-7 4 16,-10 7-16,-7-2 16,-4-4-16,-4-5 15,1-8-15,2-5 16,0-7 0,4-5-16,2-6 15,3-6-15,0-5 16,0-10-16,2-8 15,6-7-15,2-7 16,6-1-16,2-1 16,6-1-16,2 0 15,2 6-15,2 5 16,0 4 0,1 3-16,0 4 15</inkml:trace>
  <inkml:trace contextRef="#ctx0" brushRef="#br0" timeOffset="67901.25">1030 3180 0,'0'0'0,"0"0"0,0 0 16,0 0-16,0 0 16,0 3-16,2 6 15,1 7-15,1 6 16,-1 5-16,-1 5 16,-2 2-1,-1-1-15,-2-5 16,0-3-16,0-7 15,0-2-15,1-4 16,0-1-16,0-2 16,1-3-16,1-6 15,-1 9 1,1-9-16,0 0 16,12 7-16,5-5 15,8-3-15,6-6 16,0-1-16,5-4 15,-3-1-15,-2-1 16,-6 1-16,-3 3 16,-7 1-16,-5 3 15,-10 6-15,12-6 16,-12 6-16</inkml:trace>
  <inkml:trace contextRef="#ctx0" brushRef="#br0" timeOffset="68467.58">438 4130 0,'0'0'0,"0"0"16,0 0-16,0 0 16,0 0-16,2 0 15,-2 0-15,27-5 16,1-1-16,9-1 16,5-2-1,4-2-15,4-3 16,4-3-16,3-2 15,-2-1-15,0-1 16,-8 2-16,-2-1 16,-1 2-16,-2 0 15,0 0-15,2-1 16,-2 1-16,3 0 16,-4 1-1,-3-1-15,4-2 16,-1 0-16,-1-1 15,-3 3-15,-4 2 16,-3 1-16,-1 0 16,-1 2-16,-3 1 15,-3-1-15,-2 2 16,-1 0-16,-3 1 16,-2 3-1,-4 1-15,0 0 16,-10 6-16,15-9 15,-15 9-15,0 0 16,11-6-16,-11 6 16</inkml:trace>
  <inkml:trace contextRef="#ctx0" brushRef="#br0" timeOffset="69233.6">738 4336 0,'0'0'0,"0"0"0,0 0 15,-3-2 1,3 2-16,0 0 15,2-7-15,-2 7 16,18-10-16,3 8 16,8 4-16,1 5 15,0 5-15,-2 6 16,-6 0-16,-5 4 16,-6-1-1,-4 5-15,-5 0 16,-7 5-16,-6 0 15,-6 1-15,-1-5 16,-1-6-16,-2-6 16,1-5-16,1-5 15,2-4-15,5-4 16,-1-6-16,1-6 16,2-5-16,4-3 15,2-1-15,4-2 16,4-3-1,5-1-15,5-3 16,6 0-16,6-2 16,-2 0-16</inkml:trace>
  <inkml:trace contextRef="#ctx0" brushRef="#br0" timeOffset="69767.86">1048 4177 0,'0'0'0,"0"0"0,0 0 15,1 1-15,-1-1 16,8 17-16,1 4 16,1 4-16,1 2 15,0 1 1,0-3-16,-3-5 15,-1-5-15,0-7 16,-7-8-16,11 3 16,-11-3-16,15-16 15,-4 0-15,-2-6 16,1-1-16,-2 3 16,-4 3-1,-3 7-15,-1 4 16,0 6-16,0 0 15,0 0-15,0 0 16,7 10-16,2 7 16,6 1-16,4-2 15,2-2-15,-2-7 16,-1-5-16,0-4 16,3-8-16,1-6 15,0-7 1,-4-4-16,-9 2 15,-3-1-15,-4-1 16,-2 5-16,-1 2 16,-1 5-16,-1 4 15,1 1-15,0 4 16,2 6-16,-2-8 16,2 8-16,0 0 15</inkml:trace>
  <inkml:trace contextRef="#ctx0" brushRef="#br0" timeOffset="70034.73">1552 4122 0,'0'0'0,"0"0"0,0 0 0,0 0 0,2 3 15,-2-3 1,5 17-16,2 4 15,2 9-15,0 4 16,0 0-16,0-1 16,-1 0-16,-1-1 15,2-1-15,0-3 16,1-7-16,-1-4 31,-4-9-31,-5-8 16</inkml:trace>
  <inkml:trace contextRef="#ctx0" brushRef="#br0" timeOffset="71268.69">1546 2738 0,'0'0'0,"-8"-4"0,-4-4 0,-13-8 15,-2 0 1,1-2-16,1 3 16,-3 4-16,-2 4 15,-5 3-15,-8 4 16,-2 6-16,-1 6 16,1 3-16,4 1 15,-2 3-15,0 2 16,0 5-16,-1 4 15,0 4 1,-1 1-16,4 4 16,0 3-16,3 2 15,1 1-15,-1 2 16,4-1-16,3-1 16,2-1-1,3-1-15,0 2 0,2 1 16,0-2-16,6-3 15,1-3 1,1 4-16,1 2 16,5 0-16,3 5 15,4-2-15,3 5 16,0 6-16,3 1 16,0 6-16,1 0 15,2 2-15,2 5 16,3-3-16,3 3 15,3-3 1,3-3-16,5-1 16,-2-3-16,2-6 15,3-4-15,3-7 16,7-2-16,0-4 16,2-1-16,1-5 15,9-2-15,-2-8 16,6-4-16,3-7 15,4-6 1,3-6-16,2-5 16,-1-4-16,5-6 15,-2-6-15,-1-7 16,3-7-16,-1-3 16,-2-7-16,-1-3 15,-1-5-15,-10-1 16,3-5-16,-7-4 15,0-5-15,-1-11 16,-3-4 0,-3-4-16,-7-2 15,-6 5-15,-5 1 16,-7 1-16,-3-3 16,-6-1-16,-5-1 15,-5 6-15,-5 3 16,-7 8-16,-7 0 15,-7 1 1,-6-1-16,-6-1 16,-3 4-16,-8 7 15,-4 7-15,-8 3 16,-5 6-16,-7 6 16,-8 2-16,-6 12 15,-4 3-15,-5 12 16,2 6-16,2 6 15,2 5 1,-5 10-16,-39 33 16,-32 26-16,-7 28 15,2 3-15,36-58 16,-140 180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01:09.33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10671 5263 0,'0'0'0,"0"0"0,0 0 0,-1 4 15,0 6 1,-3 8-16,1 7 16,-1 5-16,1 3 15,-1 2-15,2-2 16,0-3-16,1-4 16,1-1-16,0-4 15,0 0-15,0-3 16,1-3-16,0-5 15,0-2-15,-1-8 16,2 10 0,-2-10-16,4 9 15,-4-9-15,6 7 16,-6-7-16,23 7 16,-3-4-16,2-2 15,0-1-15,-2-1 16,-2-1-16,-5 1 15,-3 0 1,-10 1-16,12-1 16</inkml:trace>
  <inkml:trace contextRef="#ctx0" brushRef="#br0" timeOffset="300.05">11016 5532 0,'0'0'0,"0"0"0,0 0 0,0 0 16,0 0-16,-2 2 15,2-2-15,-1 7 16,1 4-16,1 7 15,1 2-15,1 1 16,1 0 0,0-3-16,-1 3 15,1-2-15,0 1 16,0-1-16,2 4 16</inkml:trace>
  <inkml:trace contextRef="#ctx0" brushRef="#br0" timeOffset="899.95">12106 5192 0,'0'0'0,"0"0"15,0 0-15,0 0 16,0 0-16,0 0 16,0 0-1,-1 4-15,0 4 16,-1 10-16,0 7 16,0 2-16,1 2 15,0 3-15,-1 1 16,1-1-16,-1-2 15,-1-2 1,-1-3 0,1-9-1,2-7-15,2-2 16,5 0-16,-6-7 16,11 10-16,-1-4 15,9 1-15,6-1 16,6-2-16,-4-3 15,1-2-15,0-1 16,-7 1-16,1 0 16,-7 1-1,-2 0-15,-1 3 16,-12-3-16,16 8 16</inkml:trace>
  <inkml:trace contextRef="#ctx0" brushRef="#br0" timeOffset="1299.73">12630 5568 0,'0'0'0,"0"0"15,1 2-15,-1-2 16,0 0-16,16 4 15,-16-4-15,18 3 16,-7 4 0,1 2-16,-3 2 15,-1 7-15,-3 6 16,-3-2-16,-5 4 16,-1-7-16,-1-2 15,-1 2-15,5-12 16,1-7-16,-4 10 15,4-10-15,0 0 16,15 8-16,9-8 31,10-2-15,6 1-16,-1-2 16,-10-2-16,-3 1 15,5-7-15</inkml:trace>
  <inkml:trace contextRef="#ctx0" brushRef="#br0" timeOffset="1866.2">13866 5139 0,'0'0'0,"0"0"0,0 0 0,0 0 0,0 0 15,0 0-15,0 0 16,0 0-16,-2 5 16,0 6-16,-2 8 15,-2 7 1,1 2-16,0 1 16,-1 1-16,1-4 15,-3 2 1,4-4-1,0-5-15,5-5 16,1-5-16,-2-9 16,9 10-1,2-4-15,4-1 16,3-2-16,0-1 16,0-3-16,2 0 15,0 0-15,-3 0 16,-3 1-16,1-1 15,0 1-15,3 1 16,-3 0-16,-3 2 16,2-1-16</inkml:trace>
  <inkml:trace contextRef="#ctx0" brushRef="#br0" timeOffset="2299.75">14174 5491 0,'0'0'0,"0"0"16,0 0-16,0 0 16,0 0-1,0 0-15,0 0 16,4-2-16,6-2 16,5-1-16,-1 2 15,1 1-15,-2 2 16,2 2-16,-5 1 15,-10-3-15,13 8 16,-13-8-16,9 12 16,-7-4-16,-1 3 15,-2 4 17,0 1-32,-2 2 15,0 1-15,1-1 16,7 3-16,4 1 15,0-4-15,1-4 16,-2-4-16,-1-3 16,-7-7-16,8 9 15,-8-9-15,0 0 16,-3 6 0,-8 2-16,-13 4 15,-16 0-15</inkml:trace>
  <inkml:trace contextRef="#ctx0" brushRef="#br0" timeOffset="3966.44">11023 6226 0,'0'0'0,"0"0"16,0 0 0,7 0-16,6-2 15,10 1-15,8 1 16,10 0-16,6 2 15,3-1-15,5 1 16,-1 0-16,1-1 16,2 1-16,-3-4 15,2 1-15,-3 0 16,0-1-16,-2 0 16,-1 0-1,-5-2-15,0 1 16,-3 0-16,-5 0 15,-6 2-15,-6-1 16,-3 1-16,-4 0 16,-2 0-16,-5 1 15,-11 0-15,12 0 16,-12 0-16,0 0 16,0 0-1,0 0-15,10 0 16,-10 0-16,0 0 15,0 0-15,-12-7 16,-6-2-16,-3 0 16,-4 1-16,0 0 15,-3 2-15,3-1 16,4 2-16,1 0 16,5 1-1,1 1-15,4 0 16,10 3-16,-13-2 15,13 2-15,0 0 16,0 0-16,-10-4 16,10 4-16,0 0 15,0 0-15,0 0 16,13-1-16,12 11 16,4 1-1,-3 2-15,-2-2 16,-3 0-16,-3 0 15,-5 3-15,-3 3 16,-2 1-16,-6 5 16,-4 0-16,-6 2 15,-11 4-15,-6-3 16,-8-2-16,0-1 16,2-6-16,-3-1 15,-4-3 1,-1-6-16,-11 0 15</inkml:trace>
  <inkml:trace contextRef="#ctx0" brushRef="#br0" timeOffset="4416.18">11052 6127 0,'0'0'0,"0"0"16,0 0-16,0 0 15,0 0-15,0 0 16,0 0-16,0 0 16,0 0-1,-1 1-15,1-1 16,-7 14-16,-1 1 15,0 0-15,0-1 16,1-1-16,2-1 16,0 1-16,2-1 15,2 0-15,1-3 16,0 1-16,2 1 16,3 2-16,3 1 15,7 5 1,8-1-16,5 0 15,-2-3-15,0-5 16,-2-2-16,-3-2 16,-4-1-16,-6-2 15,-11-3-15,15 4 16,-15-4-16,8 7 16,-8 2-1</inkml:trace>
  <inkml:trace contextRef="#ctx0" brushRef="#br0" timeOffset="5816.65">12958 6346 0,'0'0'0,"0"0"0,0 0 0,0 0 15,11 2-15,10 4 16,13 2-1,9 1-15,4 2 16,6 0-16,3 0 16,3 0-16,-2 0 15,-5-2-15,-1 1 16,-5-2-16,-6-1 16,1 1-16,-5-2 15,-7-1 1,-5-1-16,-8-2 15,-3 0-15,-3 0 16,-10-2-16,12 2 16,-12-2-16,0 0 15,0 0-15,9 3 16,-9-3-16,0 0 16,0 0-16,0 0 15,0 0-15,-24-15 16,-3-1-1,0-1-15,3 4 16,5 0-16,2 2 16,3-1-16,2 0 15,0-1-15,3 0 16,1 2-16,3 2 16,1 1-16,4 8 15,-6-11-15,6 11 16,-2-6-1,2 6-15,0 0 16,0 0-16,0 0 16,18-6-16,-4 10 15,7 5-15,2 1 16,2 3-16,-2 1 16,-5-3-16,-5 0 15,-5-3-15,-3 3 16,-4 2-16,-5 4 15,-8 5 1,-9 0-16,-9 1 16,-7-1-16,-3-4 15,-1-2-15,2-2 16,6-4-16,6-2 16,-2 0-1,-2-8 1,-4-10-16</inkml:trace>
  <inkml:trace contextRef="#ctx0" brushRef="#br0" timeOffset="6283.33">12896 6195 0,'0'0'0,"0"0"0,0 0 0,0 0 16,0 1-16,0-1 15,0 0-15,0 0 16,0 0-16,-8 13 15,-1 1 1,-5 5-16,0 2 16,1-2-16,0 1 15,3-5-15,0-1 16,3-3-16,2-3 16,3 3-1,9 9 1,10 8-1,11 8-15,1-8 16,2-3-16,0-3 16,-1-8-16,3-1 15,1-2-15,-5 0 16,-4-3-16,-8-2 16</inkml:trace>
  <inkml:trace contextRef="#ctx0" brushRef="#br0" timeOffset="8583.36">10894 5096 0,'0'0'0,"0"0"0,0 0 16,0 0-16,0 0 15,0 0-15,-1-4 16,1 4-16,-5-13 15,1-1-15,-3-6 16,-1-4-16,-1-3 16,0-2-1,1-5-15,0-5 16,1-4-16,2-3 16,1 5-16,2 2 15,2 2-15,-1 1 16,0 1-16,0 3 15,1 5-15,-1 4 16,0 4-16,0 1 16,1 2-1,-1 4-15,0 0 16,1 3-16,0 1 16,1-1-16,3 1 15,9-5-15,13-5 16,15 0-16,8 3 15,12 3 1,8 2-16,5 1 16,4 3-16,5 2 15,2 2-15,8 1 16,1 2-16,0-1 16,2 1-16,0 0 15,1 0-15,-3 0 16,1-1-16,-7 1 15,2 2-15,1 1 16,-2 1-16,4 2 16,-5-3-1,2 2-15,-5-1 16,1-1-16,-2 1 16,-2-2-16,-1-1 15,-4-1-15,-4-2 16,-4 0-16,-8-2 15,-5 1-15,-8 0 16,-3 0 0,-5 2-16,-2-1 15,-6 0-15,-3 1 16,-3-1-16,-5 0 16,-3 0-16,-6 0 15,-12 1-15,17 0 16,-17 0-16,0 0 15,12 0-15,-12 0 16,0 0-16,0 0 16,11 4-16,-11-4 15,0 0 1,0 0-16,9 9 16,-5-1-16,0 5 15,2 7-15,-2 5 16,1 4-16,-2 7 15,0 5-15,0 5 16,0 31 15,-2-2-31,1-26 16,-1-10-16,2-17 16,-1 0-16,1 9 15,0-7-15,-2-9 16,1-5-16,-1 0 15,0-3-15</inkml:trace>
  <inkml:trace contextRef="#ctx0" brushRef="#br0" timeOffset="26499.2">12456 3963 0,'0'-1'0,"0"1"0,-1-8 16,1 8-16,0 0 15,0 0-15,0 0 16,0 0-16,18 18 16,-1 4-16,5 0 15,-1-1-15,-2-5 16,0-2-16,-1-2 16,-5-4-1,-2-2-15,-11-6 16,13 7-16,-13-7 15,11 4-15,-11-4 16,0 0-16,11 1 16,-11-1-16,0 0 15,11-8-15,-11 8 16,5-10-16,-5 10 16,3-9 15,-3 9-31,4-7 15,-4 7-15,0 0 16,0 0-16,0 0 16,22-5-16,-1 6 15,3 4-15,0 0 16,-2 1-16,-2 0 16,-4 2-1,-4-4-15,-1 0 16,-11-4-16,17 6 15,-17-6-15,12 1 16,-5-10-16,0-6 16,1-9-16,-4-7 15,-3 0-15,-1 1 16,-3 3-16,2 4 16,-3 0-16,2 5 15,-1 2 1,2 3-16,0 3 15,0 3-15,0 0 16,1 7-16,0-7 16,0 7-16,0 0 15,0 0-15</inkml:trace>
  <inkml:trace contextRef="#ctx0" brushRef="#br0" timeOffset="29799.62">14118 4974 0,'0'0'0,"0"0"0,0 0 0,0 0 0,0 0 16,0 0-16,0 0 16,0 0-16,0 0 15,0 0-15,0 0 16,0 0-16,4 3 15,-4-3 1,12 7-16,-12-7 16,16 12-16,-16-12 15,13 10-15,-13-10 16,10 7-16,-10-7 16,15 4-16,4-11 15,8-7-15,6-6 16,1-7-16,-2 0 15,2-3 1,-2-2-16,-4 5 16,-3 3-16,-4 3 15,-5 7-15,-4 2 16,-2 2-16,-2 2 16,-2 1-16,-6 7 15,7-8-15,-7 8 16,0 0-16,7-6 15,-7 6 1,0 0-16,0 0 16,0 0-16,0 0 15,0 0-15,2-7 16,-2 7-16,0 0 16,0 0-16,0 0 15</inkml:trace>
  <inkml:trace contextRef="#ctx0" brushRef="#br0" timeOffset="33232.6">13886 4335 0,'0'0'0,"0"0"15,0 0-15,0 0 0,0 0 16,0 0-16,-3 0 16,3 0-1,0 0-15,0 0 16,0 0-16,0 0 16,0 0-16,0 0 15,0 0-15,0 0 16,0 0-16,-10-5 15,10 5-15,-3-7 16,3 7-16,-7-11 16,4 5-1,-2-2-15,0 0 16,-1-2-16,0-2 16,-3-2-16,1 1 15,0 0-15,1 1 16,0 0-16,2 2 15,-3 0-15,1 1 16,1-1 0,-3 0-16,0-1 15,-1 0-15,0 1 16,-1 0-16,1 1 16,1 1-16,-2-1 15,1-1-15,1 2 16,0 0-16,0 0 15,-1-1-15,0 0 16,-2-2-16,2 1 16,-1 0-1,2 1-15,-1 0 16,0 0-16,-2 0 16,-2 1-16,1-1 15,-1 1-15,1-1 16,0 2-16,2-1 15,-3 1-15,2 0 16,-3-2-16,0 1 16,-2-1-16,1 0 15,0 1 1,-1-2-16,0 0 16,2 2-16,-1-1 15,-2-1-15,0 0 16,-1 0-16,2-1 15,-2 1-15,0-2 16,-1 1-16,-2-2 16,0 1-1,0 0-15,-1 0 16,0-2-16,1 2 16,-1-2-16,-1 3 15,1 1-15,1 1 16,1 3-16,1 0 15,-2 0-15,1 3 16,-1-1-16,1 3 16,1 0-1,-1 1-15,0 1 16,-1 0-16,1 2 16,-3 0-16,-1 1 15,-2 1-15,-1 1 16,-2 1-16,-2 2 15,0 2-15,-3 2 16,0 1-16,-3 2 16,-4 1-1,-2 1-15,-5 1 16,-1 2-16,-2-1 16,-1-1-16,0-1 15,0-2-15,4 0 16,0-1-16,4 0 15,5-2-15,2-1 16,1 0-16,4-2 16,2-1-16,3 1 15,2-1 1,0 0-16,-1 2 16,-1 0-16,-2 2 15,3-1-15,-2 2 16,1 1-16,-1 3 15,1 1-15,2 0 16,1 0-16,1 1 16,1-3-16,3-1 15,0 1 1,-1 2-16,0 1 16,0 0-16,2-1 15,2-1-15,-2 3 16,2-1-16,-1-2 15,4 0-15,0-2 16,2 0-16,-1 1 16,0-1-16,1 1 15,2-1 1,1-2-16,0 1 16,1 0-16,2-3 15,0 2-15,1-1 16,0-1-16,0 0 15,1-1-15,-1-1 16,1-2 0,1-2-16,3-6 0,-4 11 15,4-11-15,-3 8 16,3-8 0,0 0-16,-4 8 15,4-8-15,0 0 16,0 0-16,-7 7 15,7-7-15,0 0 16,0 0-16,-6 6 16,6-6-16,0 0 15,0 0-15,0 0 16,-10 4 0,10-4-16,0 0 15,0 0-15,-12-4 16,12 4-16,0 0 15,-9-9-15,7 2 16,1-2-16,0-2 16,1-1-16,1 0 15,-1 0-15,1 2 16,0-1 0,0 1-16,-1 0 15,1 1-15,-1-2 16,1 3-16,0-1 15,0 3-15,0-1 16,-1 7-16,1-11 16,-1 11-16,1-7 15,-1 7 1,0 0-16,0 0 16,0 0-16,0 0 15,0 0-15,0 0 16,0 0-16,0 0 15,0 0-15,0 0 16,7 8-16,-7-8 16,5 11-16,-1-3 15,0 6-15,-1 3 16,1 1-16,-2 0 16,-1-2-1,0-2-15,1-1 16,-1-3-16,0-1 15,0-2-15,-1-7 16,1 10-16,-1-10 16,2 6-16,-2-6 15,0 0-15,2 6 16,-2-6 0,0 0-16,0 0 15,0 0-15,11 5 16,-11-5-16,10 1 15,-10-1-15,15 0 16,-15 0-16,21 0 16,-7 0-16,1 0 15,-1 0 1,0 0-16,1 0 16,-3 0-16,0 0 15,-3 1-15,-9-1 16,16 2-16,-16-2 15,13 3-15,-13-3 16,18 4-16</inkml:trace>
  <inkml:trace contextRef="#ctx0" brushRef="#br0" timeOffset="35315.58">11895 4821 0,'0'0'15,"0"0"-15,0 0 16,0 0-16,0 0 15,0 0-15,0 0 16,1-2-16,-1 2 16,0 0-16,26-9 15,5-2-15,13-3 16,6-1 0,5-1-16,-2 2 15,-10 5-15,-6 2 16,-9 1-16,-5 1 15,-2 1-15,0 0 16,-2 1-16,-1-1 16,-2 2-16,-2 0 15,1 0-15,0 1 16,1-1-16,1 0 16,2 0-16,2 0 15,0 1 1,-1 0-16,-3-1 15,-1 1-15,-2 1 16,-1 0-16,0 0 16,-2 1-16,-1 1 15,-10-2-15,17 5 16,-17-5-16,17 7 16,-17-7-16,16 8 15,-16-8 1,15 9-16,-15-9 15,15 10-15,-15-10 16,10 7-16,-10-7 16,8 7-16,-8-7 15,7 6-15,-7-6 16,6 7-16,-6-7 16,6 7-16,-6-7 15,4 6-15,-4-6 16,3 8-1,-3-8-15,3 11 16,-2-5-16,-1 1 16,0 0-16,0 2 15,0-1-15,-1 1 16,1 0-16,-2 1 16,2-1-16,-1-1 15,0-1-15,1-7 16,-1 10-1,1-10-15,-2 8 16,2-8-16,-1 6 16,1-6-16,0 0 15,0 0-15,-4 7 16,4-7-16,0 0 16,0 0-16,0 0 15,0 0-15,0 0 16</inkml:trace>
  <inkml:trace contextRef="#ctx0" brushRef="#br0" timeOffset="35865.8">12104 4449 0,'0'0'0,"0"0"16,0 0-16,0 0 15,-2-2 1,2 2-16,0 0 15,0 0-15,6 6 16,5 8-16,6 8 16,5 6-16,4 4 15,0 1-15,2 1 16,0 1-16,-1 0 16,-2-3-16,0-1 15,-3 0-15,0-1 16,-2 0-16,-1-3 15,-3-3 1,0-2-16,-1-1 16,-3-4-16,-2-1 15,0-3-15,-2-1 16,1-1-16,0 0 16,-2-1-16,1-1 15,-1 0-15,-2-3 16,-5-6-1,8 10-15,-8-10 16,6 6-16</inkml:trace>
  <inkml:trace contextRef="#ctx0" brushRef="#br0" timeOffset="37515.49">12446 4703 0,'0'0'0,"0"0"0,0 0 16,0 0-16,0 0 16,0 0-16,0 0 15,4-1-15,-4 1 16,18-4-16,2 1 16,10-1-16,4-3 15,0 2-15,-2 0 16,-4 1-16,-3 0 15,-1 1-15,-2-1 16,-3 2 0,-3-1-16,0 2 15,-3-1-15,-2 1 16,-11 1-16,17-1 16,-17 1-16,16-2 15,-16 2-15,12-2 16,-12 2-16,9-1 15,-9 1-15,0 0 16,12-2 0,-12 2-16,0 0 15,18-4-15,1 1 16,5 0-16</inkml:trace>
  <inkml:trace contextRef="#ctx0" brushRef="#br0" timeOffset="41215.91">13170 1873 0,'0'0'0,"0"0"0,0 0 16,0 0-16,0 0 15,0 0-15,0 0 16,0-2-16,0 2 16,0 0-16,0 0 15,0 0-15,0 0 16,0 0 0,0 0-16,0 0 15,12-2-15,-12 2 16,19 3-16,-7 0 15,4 4-15,-2 1 16,0 1-16,-2-2 16,-2 2-16,0 1 15,-1 2-15,0 0 16,0-1 0,-4 0-16,0 0 15,-1 1-15,-1 0 16,-1-1-16,-2-2 15,1-3-15,-1-6 16,1 11-16,-1-11 16,2 9-1,-2-9-15,0 0 0,1 6 16,-1-6-16,0 0 16,0 0-1,0 0-15,0 0 16,0 0-16,0 0 15</inkml:trace>
  <inkml:trace contextRef="#ctx0" brushRef="#br0" timeOffset="42199.46">13357 1884 0,'0'0'0,"0"0"15,0 0-15,0 0 16,0 0-16,0 0 16,0 0-1,0 0-15,-2 2 16,2-2-16</inkml:trace>
  <inkml:trace contextRef="#ctx0" brushRef="#br0" timeOffset="44749.7">12363 4263 0,'0'0'16,"0"0"-16,0 0 16,0 0-16,0 0 15,0 0-15,0 0 16,0 0-16,1 3 16,-1-3-16,4 12 15,-2 0-15,2 4 16,0 2-16,-1 7 15,0 4 1,-2 8-16,-2 13 16,-1-10-16,0 1 15,-2 2-15,-2 2 16,0 12-16,-2 2 16,1 2-16,-5 18 15,3-5-15,1-7 16,1-13-16,1-2 15,2-3-15,1-4 16,0-5 0,2-9-16,0-7 15,0-4-15,1-4 16,0-4-16,0-5 16,0-7-16,2 9 15,-2-9-15,0 0 16,0 0-16,0 0 15,0 0 1,0 0-16,0 0 16</inkml:trace>
  <inkml:trace contextRef="#ctx0" brushRef="#br0" timeOffset="47266.14">14081 4993 0,'0'0'0,"0"0"0,0 0 0,-3-2 15,3 2-15,0 0 16,0 0 0,0 0-16,-9-7 0,9 7 15,0 0 1,-5-10-16,0 3 16,-6-9-16,0-5 15,2 4-15,2 1 16,-1-7-16,0 2 15,4 2-15,-1 5 16,4 6-16,-2-13 16,-2-4-1,1 2-15,0 2 16,0-3-16,-4-11 16,-1-1-16,-3-6 15,-3 5-15,-4-6 16,3 7-16,3 8 15,-1-1 1,-3-1 0,-3-3-1,-1 3-15,4 4 16,-2 1-16,0-1 16,-1 0-16,1 0 15,-1-1-15,1 2 16,1 2-16,0-2 15,-1 1-15,1 0 16,0 1-16,1-2 16,-3 1-1,0-1-15,0 2 16,0 0-16,-1-4 16,-3 1-16,-1-2 15,-3 0-15,0 2 16,0 1-16,0 3 15,-1 1-15,0 1 16,-3 2-16,-3 2 16,1 3-16,0 0 15,-1 3 1,-4 0-16,-2 2 16,-3 2-16,0 1 15,1 2-15,1 1 16,1 2-16,2 1 15,-1 1-15,0 2 16,0 0-16,-4 5 16,-2 1-1,-3 0-15,-4 3 16,-3 4-16,-4 4 16,-4 4-16,-3 3 15,4-3-15,5-2 16,5-1-16,5 0 15,6-2-15,3 2 16,2-2-16,2 2 16,-1 1-1,2-1-15,-2 1 16,3-2-16,1 0 16,2 2-16,0 2 15,-1 2-15,1 1 16,-1 2-16,0 0 15,0 1-15,0 2 16,0-1 0,1 0-16,3-1 15,2-3-15,2-2 16,0 0-16,1 1 16,0-1-16,1 1 15,1-1-15,0 1 16,0-2-16,2-2 15,3-2-15,0 0 16,1-2-16,3-1 16,2-1-1,2-4-15,2-3 16,0-3-16,5-7 16,-5 10-16,5-10 15,0 0-15,0 0 16,0 0-16,0 0 15,0 0-15,0 0 16,0 0-16,-10-9 16,8 3-16,1-1 15,0-1 1,-1 0-16,0-1 16,1-1-16,0 1 15,-1-2-15,1-1 16,0-2-16,-1-3 15,1-1-15,1 0 16,1 1 0,1 0-16,0 3 15,0 1-15,0 4 16,0 0-16,0 2 16,-2 7-16,2-10 15,-2 10-15,0 0 16,2-8-16,-2 8 15,0 0-15,0 0 16,0 0-16,0 0 16,0 0-16,0 0 15,0 0 1,0 0-16,10 6 16,-10-6-16,4 9 15,-1 0-15,1 7 16,3 9-16,-1 2 15,-1-2-15,-1-2 16,0-2-16,-1-4 16,-1-2-16,1-3 15,0-2 1,2 0-16,-1-2 16,2-2-16,-6-6 15,14 10-15,-5-7 16,4-1-16,-1-1 15,-1-2-15,-1 1 16,-10 0-16,16-4 16,-16 4-16,11-3 15,-11 3-15,0 0 16,10-3 0,-10 3-16,0 0 15,0 0-15,0 0 16,0 0-16,13-3 15,-13 3-15,11 0 16,-11 0 0,11 3-1,-11-3-15,11 5 16</inkml:trace>
  <inkml:trace contextRef="#ctx0" brushRef="#br0" timeOffset="49866.5">12598 5221 0,'0'0'0,"0"0"0,0 0 16,0-8-16,0-13 16,0-22-16,-2-4 15,-1-13 1,-5 8-16,-2-8 15,-2 7-15,1 5 16,-2-8-16,3 12 16,3 9-16,3 12 15,1-2-15,1 1 16,2-1-16,2-2 16,1 8-16,2 2 15,0 4 1,1 2-16,2 0 15,4-2-15,9-5 16,21 3-16,21-6 16,24 0-16,13 3 15,14-4 1,-8 2-16,-6 2 16,-14 2-16,-23 5 0,-7 1 15,-10 2 1,-4 0-16,2 1 15,-3 0-15,4-1 16,3 0-16,5-1 16,7 2-16,7 3 15,-2 3-15,5-1 16,-2 0-16,-7 0 16,4 0-16,-5 0 15,0-3-15,5-3 16,-5 0-1,-6 1-15,-5 0 16,-8 1-16,-7 2 16,-5 0-16,0 0 15,-2 3-15,-1 0 16,0 1 0,-1 1-16,1 0 15,-3 2-15,-2 0 16,-3-1-16,-3-1 15,-3 1-15,-1-2 16,-11 0-16,16 2 16,-16-2-16,14 3 15,-14-3-15,16 5 16,-16-5-16,19 10 16,-9-3-16,2 0 15,-1 1-15,0-1 16,-1 0-1,-1 1-15,0 1 16,1 2-16,1 4 16,2 2-16,0 3 15,1 3-15,-3 3 16,3 5-16,-2 1 16,0 5-16,-2 2 15,-2-1 1,-2 6-16,-1-1 15,1 1-15,-3 3 16,0-7-16,-2-2 16,0-2-16,0-8 15,-1 2-15,1-5 16,0-4-16,-1-4 16,1-2-16,0-3 15,0-3 1,-1-2-16,0-7 15,3 11-15,-3-11 16,7 10-16</inkml:trace>
  <inkml:trace contextRef="#ctx0" brushRef="#br0" timeOffset="50382.53">14872 5339 0,'0'0'0,"0"0"16,0 0-16,0 0 15,0 0-15,0 0 16,0 0-16,1 2 16,1 5-16,3 7 15,3 11-15,2 4 16,0 1-16,-3-6 16,-1-4-16,-3 2 15,0-2 1,-3-5-16,1-2 15,0-3-15,0-3 16,-1-7-16,1 10 16,-1-10-16,0 0 15,3 8-15,-3-8 16,17 10-16,9-8 16,11-2-16,2-5 15,-6 1 1,-6-1-16,-8 1 15,-6 1-15,-4 0 16,-9 3-16,14-6 16,-14 6-16</inkml:trace>
  <inkml:trace contextRef="#ctx0" brushRef="#br0" timeOffset="50966.57">15163 5305 0,'0'0'0,"0"0"0,0 0 0,0 0 15,0 0-15,0 0 16,2 4-1,2 3-15,3 3 16,2 4-16,2 2 16,0 0-16,-1 1 15,2-2-15,0 0 16,2-2-16,2-4 16,1-6-16,3-4 15,-2-4 1,0-7-16,-4 0 15,-3-2-15,-3 1 16,-3 1-16,-2 4 16,-1 0-16,-2 8 15,1-9-15,-1 9 16,0-7-16,0 7 16,0 0-16,0 0 15,0 0-15,0 0 16,0 0-1,-3 9-15,3 7 16,0 8-16,3 6 16,1 4-16,1-2 15,1-1-15,1 0 16,0 5-16,1-1 16,-1-4-16,-3-9 15,-1-6-15,-1-1 16,-1 1-16</inkml:trace>
  <inkml:trace contextRef="#ctx0" brushRef="#br0" timeOffset="63299.23">10978 6752 0,'0'0'0,"0"0"0,0 0 0,0 0 15,1-3-15,-1 3 16,0 0-16,16-14 16,8 4-16,17-2 15,11 0 1,3 2-16,6 1 16,3 3-16,4-1 15,-4 0-15,-3 2 16,-3-1-16,-6 1 15,-7 1-15,-11 1 16,-10 0-16,-8 0 16,-5 0-1,-11 3-15,10-3 0,-10 3 16,0 0 0,0 0-16</inkml:trace>
  <inkml:trace contextRef="#ctx0" brushRef="#br0" timeOffset="63932.77">10837 6726 0,'0'0'0,"0"0"0,0 0 0,0 1 15,0-1-15,0 0 16,-3 11-16,2-1 16,-1 5-1,-1 3-15,2 0 16,2 3-16,4 0 15,0 0-15,5-1 16,4 1-16,5-3 16,9-3-16,8-4 15,11-5-15,9-5 16,1-4-16,-2-1 16,-7 0-1,-7 2-15,-2 4 16,-2 7-16,-5 4 15,-4 7-15,-6 10 16,-8 18 0,-13 14-1,-19 4-15,-13-3 16,-3-13 0,-5-2-16,-4-5 15,-8-12-15,6-11 16,3-10-16,6-8 15,-3-6-15,0-4 16,2-5-16,9-3 16,8-4-16,4-2 15,6-2-15,2 0 16,7-2-16,11 0 16,12-1-16,14 1 15,16-5 1</inkml:trace>
  <inkml:trace contextRef="#ctx0" brushRef="#br0" timeOffset="64416.12">11818 7027 0,'0'0'0,"0"0"15,0 0-15,-3 3 16,3-3-16,-8 16 16,1 0-1,2 5-15,2 4 16,6 2-16,10 1 15,17 0 1,14-4 0,13-13-16,7-10 15,-23-7-15,2-7 16,-11-4-16,-11-1 16,-3-4-1,-7 0-15,-7 1 16,-8-3-16,-10-2 15,-16-1-15,-9 3 16,-6 6-16,-9 9 16,-1 3-16,-9 8 15,-9 5-15,3 8 16,-3 8 0,6 4-16,15-3 15</inkml:trace>
  <inkml:trace contextRef="#ctx0" brushRef="#br0" timeOffset="65899.48">8590 8253 0,'0'0'0,"0"0"0,0-2 16,0 2-16,2-13 15,3-4 1,12-13-16,13-6 15,6 0-15,8-3 16,5 2-16,5 1 16,3-1-16,0 2 15,3 1-15,-2 1 16,2 1-16,1 0 16,0 0-16,3 0 15,-4 1 1,1 2-16,3-1 15,-1 3-15,-6 4 16,2-3-16,-8 5 16,2-1-16,-4 2 15,-4 1-15,-1 1 16,-3 2-16,0 2 16,-4 0-1,-2 2-15,-2-1 16,-3 0-16,-3-1 15,-6 2-15,-7 4 16,-2 0-16,-2 1 16,-10 7-16,15-11 15,-8 5-15,-1-1 16,-3 1-16,-3-1 16,-8-2-16,-3-2 15,-8 0-15,-5 1 16,0 3-1,0 2-15,1 2 16,1 2-16,4 0 16,2 0-16,5 0 15,11 1-15,-16 1 16,16-1-16,0 0 16,-9 0-16,9 0 15,0 0 1,0 0-16,0 0 0,0 0 15,23 0 1,4 0-16,-1 0 16,1 0-16,1 1 15,-3 3-15,-3 1 16,-4 0-16,-5 1 16,-1 3-16,-4 0 15,-1 0-15,-3 5 16,-6 5-16,-10 9 15,-11 8 1,-12 5-16,-4 0 16,1-9-16,1-2 15,2-3-15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09:03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11006 1455 0,'0'0'0,"0"0"15,0 4-15,1 7 16,0 10-16,-1 5 16,2-1-1,1 1-15,2 2 16,-1 1-16,2 2 15,-2-2-15,0-2 16,-1-3-16,0-1 16,1-1-16,-2 1 15</inkml:trace>
  <inkml:trace contextRef="#ctx0" brushRef="#br0" timeOffset="298.31">11120 1523 0,'0'0'0,"0"0"0,0 0 15,0 0 1,0 0-16,2 4 15,1 6-15,2 5 16,1 3-16,1 3 16,1 3-16,-1 3 15,-2 3-15,1-1 16,-3 0-16,-1-3 16,-2-4-1,-2-4-15,1 1 16</inkml:trace>
  <inkml:trace contextRef="#ctx0" brushRef="#br0" timeOffset="582.38">10814 1691 0,'0'0'0,"0"0"15,0 0-15,11 0 16,12-2-16,14 0 16,5-2-16,0-1 15,-2-2 1,3-2-16,1-1 15,-2 0-15,-3 1 16,-5 2-16</inkml:trace>
  <inkml:trace contextRef="#ctx0" brushRef="#br0" timeOffset="915.57">10884 1769 0,'0'0'0,"0"0"0,0 0 16,0 0-1,0 0-15,11 0 16,11 2-16,13 0 16,2-2-16,3-6 15,4-8-15,6-4 16,0-5-16,-4 2 16,0 1-16,-9 3 15</inkml:trace>
  <inkml:trace contextRef="#ctx0" brushRef="#br0" timeOffset="1248.9">11491 1473 0,'0'0'0,"0"0"16,0 0-16,0 2 16,0-2-16,0 19 15,0 0-15,0 3 16,0-3-16,0 2 16,0-2-16,0 0 15,0-1-15,0-2 16,0-5-1,0-3-15,0-1 16,1-1-16,2 1 16,6 1-16,11 1 15,8-3-15</inkml:trace>
  <inkml:trace contextRef="#ctx0" brushRef="#br0" timeOffset="2199.02">11548 1408 0,'0'0'0,"0"0"0,0 0 15,0 0 1,0 0-16,0 0 16,0 3-16,0-3 15,2 12-15,0 1 16,0-1-16,0 2 16,0 0-16,1 0 15,-1 2-15,-1 2 16,-3 3-1,0 2-15,-2 1 16,0 0-16,-1 0 16,0-4-16,1-2 15,-1-4-15,2-2 16,-1-3-16,1-1 16,3-8-16,-4 9 15,4-9-15,0 0 16,-3 7-16,3-7 15,0 0 1,0 0-16,0 0 16,0 0-16,0 0 15,0 0-15,25-2 16,2-4-16,2 0 16,2 0-16,-2-2 15,-3 1-15,-1-1 16,-1 0-16,-2-1 15,-5 3 1</inkml:trace>
  <inkml:trace contextRef="#ctx0" brushRef="#br0" timeOffset="3017.93">11531 1380 0,'0'0'0,"0"0"16,0 0-16,0 0 15,0 0 1,0 0-16,0 4 16,0-4-16,1 13 15,0-4-15,0 2 16,0 2-16,-1 2 16,1 3-16,0 4 15,0 2-15,-1 0 16,0 3-16,0 4 15,-2 3-15,0 1 16,0-5 0,-1-5-16,0-6 15,2-6-15,0-4 16,1-3-16,0-6 16,0 7-16,0-7 15,0 0-15,11 8 16,9-3-16,6-3 15,-3-2 1,3-4-16,4 0 16,3-3-16,-1 1 15,-6 1-15,-3 2 16,-1-3-16,-3-3 16,1-1-16</inkml:trace>
  <inkml:trace contextRef="#ctx0" brushRef="#br0" timeOffset="8366.19">11582 1732 0,'0'0'0,"0"0"16,0 0-16,0 0 15,1-2-15,-1 2 16,0 0-16,13-3 16,1 0-16,2 0 15,4-3-15,-1 0 16,3-1-16,1-1 16,-1-1-1,-3 1-15,-3 1 16,-2 1-16,-14 6 15,16-7-15,-16 7 16,0 0-16,12-5 16,-12 5-16,0 0 15,0 0-15,0 0 16,0 0-16,0 0 16,0 0-16,-17 8 15,2 0 1,5-2-16,0-2 15,10-4-15,-15 8 16,15-8-16,0 0 16,-12 5-16,12-5 15,0 0-15,0 0 16,0 0-16,0 0 16,0 0-1,0 0-15,0 0 0,0 0 16,0 0-1,12-4-15,11-2 16,2-1-16,-4 2 16,-6 0-16,-3 3 15,-12 2-15,13-4 16,-13 4-16,0 0 16,0 0-16,10-1 15,-10 1 1,-11 5-16,-13 3 15,-5 0-15,3-2 16,4-3-16,3-3 16,0 0-16,2 0 15,4 0-15,2 0 16,11 0-16,-11 0 16,11 0-16,0 0 15,0 0-15,0 0 16,0 0-1,-9-6-15,9 6 16,9-16-16,14 3 16,4-4-16,1 5 15,-1 2-15</inkml:trace>
  <inkml:trace contextRef="#ctx0" brushRef="#br0" timeOffset="9334.45">11508 1758 0,'0'0'0,"0"0"16,0 0-16,0 0 15,-1 2-15,1-2 16,14 4-1,2 1-15,4 0 16,0-2-16,4-4 16,3-5-16,4 0 15,-2-1-15,-3 0 16,-3 1-16,-3 2 16,-4 0-16,-2 0 15,-4 2-15,-10 2 16,14 0-1,-14 0-15,10 4 16,-10-4-16,7 6 16,-7-6-16,6 7 15,-6-7-15,0 0 16,3 6-16,-3-6 16,0 0-16,2 10 15,-2-10-15,0 8 16,0-8-1,0 0-15,0 8 16,0-8-16,0 0 16</inkml:trace>
  <inkml:trace contextRef="#ctx0" brushRef="#br0" timeOffset="10348.23">12139 1779 0,'-2'2'0,"-5"7"0,-6 10 16,-17 30-16,-2 4 15,5-2-15,0-4 16,4-5 0,4-8-16</inkml:trace>
  <inkml:trace contextRef="#ctx0" brushRef="#br0" timeOffset="11566.17">12498 1482 0,'0'0'0,"0"0"0,0 0 16,0 4-16,0 7 15,0 12-15,0 13 16,0 4 0,0 2-16,0 3 15,-1-2-15,1-4 16,0-8-16,2-3 16,1-6-16,-1 3 15,0 1-15</inkml:trace>
  <inkml:trace contextRef="#ctx0" brushRef="#br0" timeOffset="12015.34">12619 1571 0,'0'0'0,"0"0"16,0 0-16,0 2 15,0 8-15,-1 13 16,1 16-16,1 4 15,1-2 1,0-3-16,3-5 0,4-2 16,-1-7-16,-2-7 15,0-7 1</inkml:trace>
  <inkml:trace contextRef="#ctx0" brushRef="#br0" timeOffset="12298.93">12379 1746 0,'0'0'0,"0"0"0,0 0 15,2-1-15,-2 1 16,33-4-16,5 2 16,5 0-16,0 1 15,-1-1-15,4 0 16,-7-2 0,-4-3-16,-6-3 15,-6 1-15,-2 1 16</inkml:trace>
  <inkml:trace contextRef="#ctx0" brushRef="#br0" timeOffset="12548.89">12339 1840 0,'0'0'0,"0"0"0,0 0 16,2-2-16,-2 2 16,13-2-16,4 1 15,14-1 1,10 0-16,4-1 16,1-4-16,-3-5 15,1-3-15,1-2 16</inkml:trace>
  <inkml:trace contextRef="#ctx0" brushRef="#br0" timeOffset="13265.25">12965 1638 0,'-1'2'0,"-1"9"0,0 5 15,-2 16-15,2 1 16,0-4-16,-1-3 15,2-1-15,-1-5 16,2-6-16,0-5 16,0-9-16,0 0 15,0 0-15,0 0 16,-16-17-16,16-6 16,3-4-1,4 0-15,-3 6 16,1-1-16,0-3 15,1 0-15,-2 2 16,-1 8-16,0 5 16,-2 3-16,-1 7 15,3-8 1,-3 8-16,0 0 16,21 2-16,1 6 15,5 7-15,0 2 16,-3-2-16,-3 1 15,-2 0-15,-2-1 16,-3-1-16,-4-5 16,-3-2-16,-7-7 15,10 10-15,-10-10 16,12 4 0,-4-13-16,5-13 15,-4-4-15,-4 4 16,-2 0-16,0-3 15,-1 0-15,-1 4 16,0 6-16,-1 3 16,1 0-1,-1 12 1,0-10 0</inkml:trace>
  <inkml:trace contextRef="#ctx0" brushRef="#br0" timeOffset="13631.95">13432 1266 0,'0'0'0,"0"3"0,-2 4 16,-3 14-16,-7 25 15,3-2-15,0 11 16,2 12-16,2-4 15,-3 18-15,3-17 16,-1-7-16,-1 3 16,0 0-16,-7 11 31,-2-11-15</inkml:trace>
  <inkml:trace contextRef="#ctx0" brushRef="#br0" timeOffset="14047.91">13637 1551 0,'0'0'0,"-1"2"0,1-2 0,0 0 16,-6 20-16,-4 14 16,-3 12-1,3-1-15,-1-4 16,2-5-16,0-1 15,0 1-15,2-6 16,2-7-16,2-9 16,1-6-16,2-8 15,0 0-15,10 2 16,18-6 0,13-10-16,2-3 15,2-1-15,1-1 16,-7-1-16</inkml:trace>
  <inkml:trace contextRef="#ctx0" brushRef="#br0" timeOffset="17566.43">13918 1839 0,'0'0'0,"0"0"16,0 0-16,-1 2 16,1-2-16,-4 20 15,0 4-15,-2 3 16,2 1-16,-2 2 16,0 2-16,-2 0 15,-2 0-15,3-5 16,-1-3-16,3-4 15,2-10 1</inkml:trace>
  <inkml:trace contextRef="#ctx0" brushRef="#br0" timeOffset="18198.8">14103 1779 0,'0'0'0,"0"0"0,0 0 0,0 0 0,-1 4 16,0 5-16,-4 8 15,-2 11 1,0 3-16,0-3 16,3-9-16,1-4 15,-1-7-15,4-8 16,-4 11-16,4-11 16,0 0-16,0 0 15,-10-9-15,5-5 16,2-3-16,2-3 15,2-5-15,5-1 16,0-3 0,3-4-16,3-3 15,1-1-15,0 4 16,-1 8-16,3 4 16,1 5-16,1 2 15,2 5-15,3 2 16,0 5-16,-2 5 15,-1 6 1,5 10-16,-1 7 16,-2 6-16,-4-1 15,-3-4-15,-3-3 16,-2-2-16,-2-1 16,-1-5-16,-2 2 15,-1-3-15,-6-2 16,-1 1-1,-5-5-15,-2-2 16,1-2-16</inkml:trace>
  <inkml:trace contextRef="#ctx0" brushRef="#br0" timeOffset="18400.24">14127 1790 0,'0'0'0,"0"0"0,5-2 16,7-3-1,9-2-15,6-1 16,1 4-16,-5-1 16</inkml:trace>
  <inkml:trace contextRef="#ctx0" brushRef="#br0" timeOffset="18732.02">14582 1647 0,'0'0'0,"0"0"15,0 0-15,0 0 16,-3 2 0,-3 5-16,-6 4 15,1 8-15,0 1 16,1 0-16,5-4 16,2-1-16,2-2 15,3 1-15,8 0 16,8 1-16,8-2 15,3-6-15,0-4 16,4-4 0,1-3-16,-2-11 15</inkml:trace>
  <inkml:trace contextRef="#ctx0" brushRef="#br0" timeOffset="19031.46">14837 1568 0,'0'0'0,"0"0"16,0 0-16,-1 7 16,-3 8-16,-3 11 15,-1 7-15,3 4 16,3-2-16,5-5 15,0-4-15,-1-4 16,0-6-16,2-6 16,1-3-1,6-3-15,3 1 16,2-4-16,-3-2 16,-13 1-16,13-20 15</inkml:trace>
  <inkml:trace contextRef="#ctx0" brushRef="#br0" timeOffset="19181.77">14759 1749 0,'0'0'0,"0"0"0,0 0 0,0 0 0,0-2 16,0 2-16,14-7 16,-1 1-16,7-3 15,4-3-15,3-2 16</inkml:trace>
  <inkml:trace contextRef="#ctx0" brushRef="#br0" timeOffset="21565.16">15150 1921 0,'0'0'0,"0"0"0,0 0 15,0 0-15,0 2 16,0-2-16,-1 10 16,-2 2-16,0 3 15,-4 4-15,-2 1 16,-4 3 0,-5 3-16,-3 1 15,-5 5-15,0-1 16</inkml:trace>
  <inkml:trace contextRef="#ctx0" brushRef="#br0" timeOffset="22498.24">11530 2342 0,'0'0'0,"0"0"0,0 0 0,-1 5 15,-1 7-15,-1 11 16,0 6-16,-2 2 16,2 0-16,-1 3 15,1-4-15,0-5 16,0-3-16,1-8 16,1 0-1,1-1-15,4-1 16,4 1-16,4-1 15,5 0-15,1-4 16,5-1-16,4 0 16,2-5-16,-1 2 15,-1-3-15,1 2 16</inkml:trace>
  <inkml:trace contextRef="#ctx0" brushRef="#br0" timeOffset="23264.76">11962 2556 0,'0'0'0,"-3"-2"0,3 2 0,0 0 0,0 0 16,-11 4-16,11-4 16,-22 15-16,10 1 15,4-1-15,2 1 16,6-3-16,2-2 16,5 0-1,0-2-15,-7-9 16,16 10-16,-2-10 15,4-3-15,1-3 16,-4 0-16,-1 0 16,-1-5-16,-3-1 15,-2 1-15,-2 0 16,-5 0-16,-4-5 16,-4 0-16,-3 1 15,2 3-15,0 6 16,8 6-1,-15-1-15,15 1 16,-12 11-16,8-3 16,4 1-16,2 3 15,2-2-15,7-1 16,12-2-16,13 0 16,6-7-1,2-6-15,-8-9 16,-6-6-16,1 0 15,-7 1-15,-7 7 16,-6 3-16,-3 2 16,-8 8-16,4-8 15,-4 8-15,-14-14 16,-1 8-16,3 3 16,0 4-16,1 5 15,2 3 1,1 11-16,3 2 15,4-1-15,9 6 16,3-3-16,4 9 16,1-2-16,-3-7 15,-3-3-15,-5-9 16,1-2-16</inkml:trace>
  <inkml:trace contextRef="#ctx0" brushRef="#br0" timeOffset="23598.46">12543 2571 0,'0'0'0,"2"-1"15,-2 1-15,5-12 16,-3 1-16,-2 2 16,0 9-16,-7-8 15,7 8-15,-22 5 32,22-5-32,-13 8 15,14 7 1,2-3-16,6 6 15,3 11-15,-2-10 16,5 13-16,0 17 16,-10-10-16</inkml:trace>
  <inkml:trace contextRef="#ctx0" brushRef="#br0" timeOffset="24417.88">13010 2456 0,'0'-2'0,"0"2"0,0-17 15,-1-4-15,1-6 16,-2-1-16,-1 5 16,0 4-16,0 11 15,3 8-15,-5-7 16,5 7-1,0 0-15,-16 14 16,3 9-16,3 3 16,4-6-16,1 17 15,-1 3-15,1 4 16,-1 16-16,4-30 16,-5 12-16,-4 4 15,1-14 1,-4 20-16,4-21 31,7-14-31,3-17 16,0 0-16,22-21 15,2-5-15,1-1 16,-8 0-16,0-4 16,-1 1-16,-5 9 15,-2 3-15,1 8 16,4 3-1,3 4-15,0 2 16,-1 6-16,-2 2 16,-1 4-16,-3-1 15,-1 2-15,-2-2 16,-1-2-16,-3 0 16,-3-8-16,7 9 15,-7-9-15,0 0 16,20 3-1,8-8-15,5-9 16,-5 2-16,-7 3 16,-7 4-16,-14 5 15,16-7-15,-16 7 16,17 8-16,-6 1 16,1 4-16,-1 2 15,-2-1-15,0-2 16</inkml:trace>
  <inkml:trace contextRef="#ctx0" brushRef="#br0" timeOffset="24566">13556 2644 0,'0'0'0,"0"0"15,0 0-15</inkml:trace>
  <inkml:trace contextRef="#ctx0" brushRef="#br0" timeOffset="26032.38">13603 2731 0,'0'0'0,"-1"-2"16,1 2-16,0 0 15,0 0 1,-10-4-16,10 4 16,-8 7-16,-3 9 15,-5 14-15,-4 10 16,-1 4-16</inkml:trace>
  <inkml:trace contextRef="#ctx0" brushRef="#br0" timeOffset="27049.24">11575 3218 0,'0'0'0,"0"0"0,-3-2 16,3 2-16,-24 0 16,4 5-16,1 5 15,0 3-15,6 0 16,3 4-16,3 8 15,5 5-15,3 2 16,4-8-16,4-3 16,3-3-1,2-5-15,5-3 16,1-6-16,6-7 16,-1-8-16,-7-4 15,-3-5-15,-5-2 16,-2 2-16,-3 0 15,-4 4-15,-1 4 16,-2 3-16,-1 1 16,0 2-1,3 6-15,-9-9 16,9 9-16,-14 1 16,14-1-16,-17 11 15,12-2-15,4 3 16</inkml:trace>
  <inkml:trace contextRef="#ctx0" brushRef="#br0" timeOffset="27281.87">11826 3307 0,'0'0'0,"0"0"0,0 0 0,0 0 0,0 0 16,0 4-16,0 12 16,0 14-1,0 11-15,-1-6 16,-1 3-16,-3 2 16,-1-2-16,-3-2 15,-2-6-15</inkml:trace>
  <inkml:trace contextRef="#ctx0" brushRef="#br0" timeOffset="27648.55">11768 3268 0,'0'0'0,"1"-3"16,-1 3-16,2-12 16,5 0-16,9-2 15,7-3 1,3 3-16,2 7 16,-4 6-16,-1 5 15,-4 2-15,-6-1 16,-4 2-16,-3 0 15,-4 5-15,-7 7 16,-4 4-16,-6 2 16,0-4-1,4-3-15,0-2 16,2-5-16,3-2 16,2-3-16,4-6 15</inkml:trace>
  <inkml:trace contextRef="#ctx0" brushRef="#br0" timeOffset="27949.49">12240 3165 0,'0'0'0,"-1"3"0,1-3 16,-7 15-16,0 8 16,0 8-16,-1 15 15,2 4 1,0-2-16,2-11 16,1-6-16,0-4 15,1-5-15,0-5 16,2-6-16,0-11 15,-1 7-15</inkml:trace>
  <inkml:trace contextRef="#ctx0" brushRef="#br0" timeOffset="28248.6">12147 3410 0,'0'0'0,"0"0"0,4-4 16,6-4-16,8-7 16,4-5-1,-4 6-15,1 2 0,-1 1 16,0 3 0,-2 2-16,-6 4 15,-10 2-15,15 3 16,-7 8-16,5 9 15,-3 6-15,-1 0 16,-5 0-16,-3 1 16,-2-5-1,1-2-15,-2-3 0,-2-4 16</inkml:trace>
  <inkml:trace contextRef="#ctx0" brushRef="#br0" timeOffset="28432.57">12368 3249 0,'0'0'0,"0"0"0,0 0 15,0 0-15,0 0 16,5 3-16</inkml:trace>
  <inkml:trace contextRef="#ctx0" brushRef="#br0" timeOffset="29047.6">12455 3420 0,'0'0'0,"0"2"0,0-2 0,0 0 16,3 14-16,0 3 16,1 7-16,0-8 15,0-1-15,-1-1 16,2-4 0,1-1-16,-6-9 15,7 7-15,-7-7 16,10-7-16,5-9 15,0-4-15,1-9 16,-4-6-16,-3 4 16,-2 2-16,-4 13 15,-1 6-15,0 4 16,-2 6 0,0 0-16,13 6 15,-2 9-15,-2 5 16,-1 2-16,-1 1 15,-1-7-15,-2-3 16,0-6-16,8-3 16,2-2-16,6-4 15,0-7-15,-3-7 16,0-5-16,0 0 16,-5 3-16,-3 8 15,-9 10 1,8-8-16,-8 8 15,14 9-15,-8 6 16,3 6-16,-1 5 16,1 3-16,0-1 15,0 2-15,-1-1 16,-2-5 0,-2-12-16,-4-12 15,0 0-15,0 0 16</inkml:trace>
  <inkml:trace contextRef="#ctx0" brushRef="#br0" timeOffset="29250.25">13005 3544 0,'0'1'0,"0"-1"15,0 12-15,0 2 16,0 0-16,0-4 16,0-10-16,0 0 15,0 0-15</inkml:trace>
  <inkml:trace contextRef="#ctx0" brushRef="#br0" timeOffset="29432.05">12987 3276 0,'0'0'0,"0"0"16,0 0-16,0 0 15,0 0-15,0 0 16,4 4-16</inkml:trace>
  <inkml:trace contextRef="#ctx0" brushRef="#br0" timeOffset="29782.33">13183 3343 0,'0'0'0,"0"0"0,0 0 0,0 0 16,8-2-16,-8 2 16,22-2-16,-3 8 15,3 4-15,0 5 16,-4-1-16,-5-1 16,-4-1-16,-2 0 15,-3 1 1,-2 3-16,-3 1 15,-2-1-15,-2 2 16,1-8-16,-5 1 16,-1 1-16,-1 5 15,-3 6-15,8 5 16,2 9-16,2-2 16,3-4-1</inkml:trace>
  <inkml:trace contextRef="#ctx0" brushRef="#br0" timeOffset="30965.07">13638 3522 0,'0'0'0,"0"0"0,4 1 16,-4-1-16,0 0 15,15 5-15,-15-5 16,21 13-16,-8 1 16,0-1-1,-2-1-15,0-3 16,-1-6-16,9-9 15,5-5-15,7-10 16,-3-1-16,-8-4 16,-2-16-16,-2-1 15,-5 3-15,-4 6 16,-5 14-16,0 7 16,-1 5-1,-1 8-15,0-8 16,0 8-16,0 0 15,-9 19-15,0 34 32,-1 4-32,4 16 15,3-12-15,1-16 16,-1-11-16,3-17 16,-1-6-16,1-11 15,-11 1 1,-12-16-16,1 2 15,22 13-15,-15-9 16,15 9-16,-16-29 16,7 11-16,9 18 15,-3-7-15,3 7 16,0 0-16,0 0 16,0 0-16,16 8 15,3-16 1,3 5-16,6-8 15,-4-2-15,2-4 16,-3-24-16,-6 21 16,-3-2-16,-5 10 15,-4 4-15,-5 8 16,0 0-16,16 8 16,-2 13-16,5 22 15,-9-2-15,-3 3 16,-5-10-1,-2-17-15,0-11 16,0-6-16,0 0 16</inkml:trace>
  <inkml:trace contextRef="#ctx0" brushRef="#br0" timeOffset="31165.52">14154 3342 0,'0'0'0,"0"0"0,0 0 0,0 0 16,4 2-16,-4-2 16,8 12-16,-5-5 15,-3-7 1</inkml:trace>
  <inkml:trace contextRef="#ctx0" brushRef="#br0" timeOffset="31814.66">14191 3411 0,'2'1'0,"-2"-1"0,11 11 16,-2-1-16,-5-1 16,-3 6-16,1 4 15,-2 3-15,0 0 16,0-3-1,0-2-15,1 0 16,3-2-16,-1-5 16,1 0-16,-4-10 15,6 10-15,-6-10 16,0 0-16,13 1 16,-11-9-16,-4-7 15,-6-7-15,1 2 16,0 0-1,1 4-15,1 6 16,1 0-16,2-2 16,3-3-16,2-3 15,4 4-15,5 1 16,6 0-16,2 4 16,-6 4-1,0 6-15,0 8 0,3 4 16,5 8-16,-2 5 15,-6-2 1,-4-3-16,-4-8 16,-2-1-16,0-2 15,-1-1-15,0-2 16,-3-7-16,17 1 16,0-12-16,4-5 15,-2-4-15,-5 4 16,-3 3-16,-4 5 15,-7 8 1,13-7-16,0 10 16,4 7-16,2 5 15,1 10-15,0 1 16,-2-6-16,-2 0 16,9-11-16,16-13 15,13-18-15,13-15 16,4-14-1,5-21-15</inkml:trace>
  <inkml:trace contextRef="#ctx0" brushRef="#br0" timeOffset="33114.46">10729 1438 0,'0'0'0,"0"0"0,0-2 16,0 2-16,-6-11 15,3 4-15,-1-1 16,0 0-1,0-2-15,-2 0 16,-3-3-16,-3-2 16,-3 0-16,-2 4 15,-3 0-15,0 3 16,4 2-16,-2 3 16,-3 5-16,-15 12 15,-10 9-15,0 9 16,10 2-16,5 2 15,4-1-15,5 1 16,0 2 0,5-1-16,2 4 15,3 4-15,2-2 16,4 7-16,3 1 16,6 6-16,3 5 15,2-1-15,2 4 16,2 2-16,-1-3 15,1 1-15,-2-4 16,0-1 0,0-2-16,2 3 15,-1-1-15,3 2 16,0 2-16,-3-6 16,2 4-16,0-1 15,0 7-15,1 3 16,0 0-16,-1-6 15,0-1-15,-4-4 16,-3-5 0,-1-1-16,-2-2 15,0-3-15,-1-3 16,-1-4-16,0-11 16,-1-8-16,1-7 15,1-3-15,3-3 16,4-1-16,12-2 15,13-2 1,18-7-16,18-5 16,0-12-16,18-5 15,3 0-15</inkml:trace>
  <inkml:trace contextRef="#ctx0" brushRef="#br0" timeOffset="41731.48">6239 2479 0,'0'0'0,"-3"-1"0,3 1 0,0 0 16,0 0-16,0 0 16</inkml:trace>
  <inkml:trace contextRef="#ctx0" brushRef="#br0" timeOffset="42664.85">7355 3562 0,'0'0'0,"0"0"0,0 0 16,-3 1-16,3-1 16,0 0-16,0 0 15,-5 7-15</inkml:trace>
  <inkml:trace contextRef="#ctx0" brushRef="#br0" timeOffset="44382.4">7404 4698 0,'-4'-1'0,"4"1"0,0 0 0,-16-9 16,1 2-16,4 4 16,11 3-16,-13 1 15,13-1-15,-13 4 16</inkml:trace>
  <inkml:trace contextRef="#ctx0" brushRef="#br0" timeOffset="47464.95">7516 5837 0,'0'0'0,"0"0"0,0 0 16,0 0-16</inkml:trace>
  <inkml:trace contextRef="#ctx0" brushRef="#br0" timeOffset="52949.17">6235 6913 0,'0'0'0,"-5"-1"0,5 1 16,-13-1-16,13 1 15,-11 4 1,11-4-16,-5 8 15,5 9-15</inkml:trace>
  <inkml:trace contextRef="#ctx0" brushRef="#br0" timeOffset="64464.64">10968 4221 0,'0'0'0,"0"0"0,0 0 0,-7 3 16,7-3-16,-20 7 15,6 0-15,-1 1 16,0 2-16,1 1 16,0 0-1,0 1-15,0 0 16,1 1-16,1-1 16,1 2-16,0 1 15,3-1-15,2-1 16,2 1-16,0 1 15,6 2-15,3 3 16,4 0-16,0-1 16,0-5-1,-1-3-15,2 0 16,0-2-16,3 1 16,2-1-16,4 0 15,1-2-15,1-4 16,2-4-16,-2-5 15,-1-2 1,-6 1-16,-4 0 16,-1 0-16,-3 0 15,-1-2-15,-1 0 16,-2-4-16,-3-4 16,-5-3-16,-1-2 15,-5 2-15,1-1 16,-5 1-16,-3 1 15,-2 2-15,5 3 16,2 4-16,1 1 16,2 1-16,1 3 15,10 5 1,-15-8-16,15 8 16,-10-6-16,10 6 15,0 0-15,0 0 16,-10-3-16,10 3 15,0 0-15</inkml:trace>
  <inkml:trace contextRef="#ctx0" brushRef="#br0" timeOffset="65847.77">11466 4113 0,'0'0'0,"0"0"0,0 2 0,0-2 15,2 7 1,-2 0-16,0 8 16,-3 11-16,0 10 15,-2 7-15,-1 3 16,-1 4-16,2 0 15,-1-6-15,1-1 16,-1 8-16,0 5 16,0-8-16</inkml:trace>
  <inkml:trace contextRef="#ctx0" brushRef="#br0" timeOffset="66514.28">11656 4385 0,'0'0'0,"0"0"16,0 0-16,0 0 16,-1 2-16,1-2 15,0 0-15,-3 7 16,3-7-16,0 8 15,0 1-15,0 3 16,0 2-16,0 1 16,3 2-16,2 2 15,5 6 1,5 3-16,1-2 16,-2-5-16,-1-4 15,1-5-15,2-2 16,1-5-16,-2-7 15,-1-7-15,-1-1 16,-2-1-16,0-1 16,-2 1-16,0-3 15,-4 0-15,1-1 16,-3-1-16,-2 1 16,1 0-1,-2 0-15,-1-1 16,-2-1-16,0 2 15,0 3-15,1 3 16,-1 1-16,2 0 16,1 8-16,-4-12 15,4 12 1,-4-9-16,4 9 16,-3-6-16</inkml:trace>
  <inkml:trace contextRef="#ctx0" brushRef="#br0" timeOffset="67764.45">12215 4107 0,'0'0'0,"3"1"0,-3-1 16,0 0-16,4 11 16,-2 0-16,1 7 15,-2 0 1,1 8-16,1 5 15,0 13-15,-3 1 16,0 5-16,0 6 16,-1 11-16,0 21 15,0-3-15,0 3 16</inkml:trace>
  <inkml:trace contextRef="#ctx0" brushRef="#br0" timeOffset="68414.22">12563 4382 0,'0'0'0,"0"0"0,0 0 16,0 0-16,1 5 15,4 14-15,-1 18 16,-2 4-16,-1-16 16,-1-6-16,-1 3 15,0 14-15,-1 1 16,2-11-16,-1-11 16,1-3-16</inkml:trace>
  <inkml:trace contextRef="#ctx0" brushRef="#br0" timeOffset="69131.81">12429 4428 0,'0'0'0,"0"-2"0,0 2 16,-1-6-16,1-1 16,1-1-16,2-2 15,5-3-15,3-2 16,4-3-1,3 2-15,2 1 16,1 3-16,0 2 16,5 3-16,1 2 15,3 2-15,2 3 16,-5 2-16,-1 2 16,-6 4-16,-3 2 15,-3 3 1,-1 8-16,-5-4 15,-3 2-15,-5 2 16,-4-2-16,-5 6 16,-8 1-16,-7 5 15,-4 0-15,5-6 16,4-8-16,5-9 16,0 2-16,-3 1 15,5-5-15,1 0 16,11-6-1,-16 3-15,16-3 16,-13 2-16,13-2 16,0 0-16,0 0 15,0 0-15,-8-8 16,8 8-16,8 13 16,4 11-16,-2-7 15,5 3-15,5 5 16,4 1-1,-4-13-15,2-12 16,-3 4-16,-6-4 16,-3 0-16,-10-1 15,16 5-15,-16-5 16</inkml:trace>
  <inkml:trace contextRef="#ctx0" brushRef="#br0" timeOffset="69764.83">12779 4697 0,'0'0'15,"0"-3"-15,0-5 16,2-5-16,3 3 16,5 3-16,4 6 15,1-3-15,-1 2 16,1 1-16,-2-1 16,2 1-16,2-4 15,1-18-15,-2 6 16,-7 5-1,-3 4-15,-6 8 16,9-10-16,-5 1 16,-2 2-16,-2-2 15,0 9-15,-3-10 16,3 10-16,-17-6 16,1 5-16,-4 2 15,2 0 1,3 0-16,1 0 15,4 0-15,0 1 16,10-2-16,-13 9 16,8 0-16,1 5 15,1 4-15,2 0 16,4 3-16,7 0 16,8 12-16,2-2 15,-3-5-15,-8-11 16,-9-15-16,18 14 15,0 1 1,1-3-16,5-2 31,5-22-31,-6 10 16,-8-1-16</inkml:trace>
  <inkml:trace contextRef="#ctx0" brushRef="#br0" timeOffset="70381.72">13196 4446 0,'0'0'0,"0"0"0,0 0 15,0 0 1,0 0-16,-3-1 16,3 1-16,0 0 15,-19 7-15,6-2 16,-2 2-16,1 0 16,-2 4-16,-1 1 15,0 2-15,3-2 16,3-1-1,4 2-15,5 4 16,5 5-16,3-2 16,2-4-16,1-8 15,3-4-15,2-3 16,4-4-16,-1-4 16,0 0-16,-3-3 15,-2 2-15,-3-3 16,-3 0-16,0 2 15,-2 3 1,-4 6-16,3-8 16,-3 8-16,0 0 15,0 0-15,12 0 16,-5 6-16,-1 11 16,1 9-16,-2 10 15,-2 5-15,0 12 16,-2 5-16,-1 2 15,1-2-15,0-1 16,0 15 0,-1-4-16,0-19 15,-1-17-15,-1-13 16</inkml:trace>
  <inkml:trace contextRef="#ctx0" brushRef="#br0" timeOffset="70531.23">13169 4825 0,'0'-1'0,"0"1"15</inkml:trace>
  <inkml:trace contextRef="#ctx0" brushRef="#br0" timeOffset="71034.97">12583 4728 0,'0'0'0,"0"0"0,0 0 16,0 0 0,0 4-16,1 4 15,1 11-15,0 9 16,0 6-16,0 0 16,-1-1-16,-1 4 15,0 1-15</inkml:trace>
  <inkml:trace contextRef="#ctx0" brushRef="#br0" timeOffset="73314.39">13196 5159 0,'0'0'0,"-3"0"0,3 0 16,-12 4-16,-3 2 15,-2 2-15,3 1 16,4-4-16,0 0 15,10-5-15,-17 8 16,17-8-16,-14 6 16,14-6-1,-10 2-15,10-2 16,-17-8-16,7-2 16,1-2-16,8-4 15,2-7-15,5-4 16,7-6-16,1 0 15,3 0-15,2 0 16,0-1-16,4-1 16,3-1-1,5-4-15,0 2 16,-1 5-16,-3 5 16,-4 1-16,1 1 15,0 1-15,-2 1 16,-2 4-16,-4 3 15,-2 4-15,-2 0 16,-3 4-16,0 1 16,-3 2-1,-6 6-15,9-8 16,-9 8-16,0 0 16,10-8-16,-10 8 15,0 0-15,0 0 16,0 0-16,0 0 15,0 0-15,0 0 16,0 0-16,0 0 16,9-1-1,-9 1-15,0 0 16,0 0-16,0 0 16,0 0-16,0 0 15,0 0-15,0 0 16,0 0-16,0 0 15,0 0-15,0 0 16,0 0-16,0 0 16,0 0-16,0 0 15,0 0 1,0 0-16,0 0 16,0 0-16,0 0 15,0 0-15,0 0 16,0 0-16,0 0 15,0 0-15,0 0 16,0 0-16,0 0 16,0 0-16,0 0 15,0 0-15,0 0 16,0 0 0,0 0-16,0 0 15,0 0-15,0 0 16,0 0-16,0 0 15</inkml:trace>
  <inkml:trace contextRef="#ctx0" brushRef="#br0" timeOffset="75664.55">12370 5308 0,'0'0'0,"0"0"0,0 0 16,0 0-16,0 0 16,0 0-1,0 0-15,0 0 16,0 0-16,0 0 15,4 2-15,-4-2 16,20 2-16,4-1 16,10-4-16,6-1 15,2-1-15,3-1 16,0 2-16,5-1 16,0 0-16,1 0 15,6 0 1,1 1-16,0 2 15,0 3-15,-3 2 16,-1 0-16,-3 1 16,-1 0-16,0 0 15,-5 0-15,0-1 16,-3-2-16,-5-3 16,-4-2-1,-7 0-15,-6 0 16,-7 0-16,-4 2 15,-9 2-15,10-2 16,-10 2-16,0 0 16,0 0-16,0 0 15,0 0-15,0 0 16,10 1-16,-10-1 16,0 0-1,0 0-15,0 0 16,1 7-16,-1-7 15,0 0-15,0 0 16,0 0-16,-2 7 16,2-7-16,0 0 15,0 0-15,-3 7 16,3-7-16,0 0 16,0 0-16,0 0 15,0 0 1,0 0-16,0 0 15,0 0-15,0 0 16,0 0-16,0 0 16,0 0-16,0 0 15,0 0-15,0 0 16,0 0-16,0 0 16,-3-7-16,2-4 15</inkml:trace>
  <inkml:trace contextRef="#ctx0" brushRef="#br0" timeOffset="84097.46">13475 4261 0,'0'0'0,"0"0"0,0-2 16,0 2-16,-2-13 16,0-2-16,-2-2 15,-3-5-15,-6-4 16,-3-2-16,-1 2 16,1 0-1,-2-1-15,-5-1 16,-2-4-16,-2 5 15,0 3-15,0 5 16,2 1-16,2 3 16,-4 1-16,-3 0 15,-4 0-15,0 2 16,3 4-16,1 1 16,0 1-16,-1 1 15,1 2 1,2 1-16,0 1 15,3 4-15,-2 1 16,2 2-16,-3 4 16,1 2-16,-3 1 15,4 1-15,1 1 16,1 2 0,2-1-16,-1 2 15,1 0-15,-2 2 16,1 3-16,-1 1 15,2 1-15,1-1 16,2 3-16,2 3 16,0 6-16,2 1 15,4 1-15,0-3 16,0 3-16,0 2 16,3 1-16,-1-2 15,3-1 1,2 2-16,2 2 15,2 4-15,1-1 16,1 2-16,1 0 16,3 0-16,2 2 15,1-3-15,0 7 16,1 2-16,-1-1 16,0-4-16,-1 3 15,1 2 1,0-2-16,-1-1 15,-2-7-15,1-2 16,0-7-16,2-4 16,6-8-16,4-3 15,2 0-15,0-7 16,-1-4-16,7-3 16,3-4-1,9-2-15,2-2 16,-1-5-16,2-2 15,5-6-15,3-6 16,-1-2-16,-1-6 16,0 1-16,-1-2 15,0-1-15,-7 0 16,2-6-16,-2 1 16,0-1-16,1 0 15,-7 4-15,11-10 16,-7 2-1,0-3-15,-5 3 16,-6 7-16,0-4 16,-5 0-16,-4 1 15,-4-1-15,-5 1 16,-1-1-16,0-1 16,-1 0-16,-6 1 15,-5-1-15,-3-1 16,-1-1-1,-2-4-15,0-1 16,-1 2-16,-1 6 16,-1 4-16,-1 1 15,-4 0-15,1 3 16,-1 2-16,2 4 16,-1 2-16,-1 1 15,0 4-15,3 1 16,1 3-1,1 1-15,0-1 16,-2 0-16,-3-2 16</inkml:trace>
  <inkml:trace contextRef="#ctx0" brushRef="#br0" timeOffset="86748.22">12407 5658 0,'0'0'0,"0"0"0,0 0 15,-3-3-15,3 3 16,-7-11-16,4 4 15,3 7-15,-8-12 16,8 12 0,-6-10-16,6 10 15,-8-10-15,8 10 16,-23-4-16,0 7 16,-1 4-16,-1 8 15,0 6-15,0 7 16,2 2-16,3 2 15,-1 5-15,2 2 16,0 2 0,3-1-16,4-4 15,3-4-15,3-7 16,2-7-16,1-2 16,1-4-16,0-3 15,2-9-15,-1 9 16,1-9-16,0 0 15,11-3 1,0 0-16,-11 3 16,13-6-16,-13 6 15,0 0-15,0 0 16,8-9-16,-12 2 16,-1-2-16,-2-1 15,1 4-15,6 6 16,-8-8-16,8 8 15,0 0-15,-13-1 16,13 1 0,-16 19-16,7 6 15,-2 7-15,3 2 16,2-5-16,2-6 16,2-4-16,2-6 15,1-4-15,-1-9 16,4 8-16,6-9 15,11-4-15,12-11 16,4-5 0,-6-1-16,-3 1 15,0 1-15,-5 6 16</inkml:trace>
  <inkml:trace contextRef="#ctx0" brushRef="#br0" timeOffset="87832.98">11598 6316 0,'0'0'0,"0"-2"0,0 2 15,0 0-15,0 0 16,0 0-16,0 0 16,3 10-16,1 2 15,-1 8-15,-3 8 16,-3 12-16,-2 5 15,0 1-15,-2-5 16,1-8 0,0-3-16,1-5 15,2-7-15,-1-4 16,5-2-16,3 3 16,3-1-16,2-2 15,4-2-15,2-4 16,3-1-16,3 0 15,0 0-15</inkml:trace>
  <inkml:trace contextRef="#ctx0" brushRef="#br0" timeOffset="88947.61">11801 6603 0,'0'0'0,"0"0"16,0 0-16,-2 5 15,-1 1-15,-1 3 16,0-1-16,4-8 15,-3 11-15,3-11 16,2 7-16,-2-7 16,14 4-16,0-5 15,5-4-15,2-3 16,1-4 0,-6-3-16,-5 3 15,-3 1-15,-5 3 16,-2 1-16,-1 7 15,-1-10-15,1 10 16,0 0-16,-17-4 16,17 4-1,-16 6-15,16-6 16,-12 12-16,9-3 16,3 2-16,7 4 15,6 1-15,5-2 16,6-5-16,-1-4 15,4-5-15,4-3 16,7-7-16,1-4 16,-6-3-16,-6-5 15,-9-2 1,-4-2-16,-3 2 16,-4 5-16,-2 6 15,-4 4-15,0 3 16,-1 6-16,-6-9 15,6 9-15,-24-1 16,6 6-16,-1 5 16,4 0-16,3 3 15,0 2 1,4 5-16,7 7 16,6 2-16,6 8 15,3 1-15,2 2 16,3 8-16,4-4 15,4-3-15,-6-12 16,-4-13-16,-8-8 16,-9-8-1,10 9-15,-10-9 0,0 0 16,0 0 0,0 0-16,7 6 15,-7-6-15,0 0 16,0 0-16,0 0 15,-1-14-15,1-19 16,16-25-16,0 2 16,4 2-16,-2 13 15,0 2 1,-2 2-16,-1-1 16,-4 5-16,-6 9 15,-3 8-15,-1 5 16,-2 2-16,1 9 15,-7-9-15,-3 9 16,-4 6-16,-6 12 16,-2 3-16,4 6 15,2 2 1,5-2-16,7-1 16,1 1-16,7 8 15,3 9-15,4 6 16,5-4-16,1-10 15,10 0-15</inkml:trace>
  <inkml:trace contextRef="#ctx0" brushRef="#br0" timeOffset="89531.09">12810 6481 0,'1'-3'0,"0"-4"0,-1 7 0,3-14 0,2-17 15,2-13-15,-5-1 16,-4 1-16,-5 4 16,0 6-16,-2 5 15,0 3-15,1 7 16,2 4-16,1 6 16,3 2-1,2 7-15,0 0 16,0 0-16,-10 9 15,0 18-15,1 18 16,2 15-16,0 7 16,4 8-16,0 5 15,1 9-15,-2-3 16,0 0-16</inkml:trace>
  <inkml:trace contextRef="#ctx0" brushRef="#br0" timeOffset="90148.13">12963 6525 0,'0'0'0,"0"0"16,0 0-16,0 0 15,5 4-15,2 12 16,1 42-16,3 22 16,-6-37-16,-3 0 15,1-3-15,-2-24 16,2-2 0,-3-14-16,9-2 0,-9 2 15,9 18 1,1 5-16,-4-6 15,8-28-15,10-48 16,1-21-16,-13 37 16,-5 18-16,-3 9 15,0 5-15,1 0 16,1 4 0,-1-2-16,-5 9 15,15-6-15,0 20 16,4 14-16,-3-3 15,-6-11-15,-10-14 16,8 14-16,0-6 16,2 5-16,-1 2 15,-3-2-15,5 15 16,-3-6-16,-8-22 16,0 0-1</inkml:trace>
  <inkml:trace contextRef="#ctx0" brushRef="#br0" timeOffset="90398.83">13454 6695 0,'2'8'0,"-2"3"0,0-11 0,1 11 16,0 6-16,-1-17 15,0 10-15,0-10 16,0 0-16,-1 12 16,1-12-16,0 0 15,-27-3-15,1 1 16</inkml:trace>
  <inkml:trace contextRef="#ctx0" brushRef="#br0" timeOffset="91282.61">12699 6672 0,'1'4'0,"-1"-4"0,1 12 16,1-2-16,-2-10 15,1 9-15,1-1 16,-1 12-16,-1 34 16,-3 8-1,-2 6-15,0-17 16,-1-10-16,-2 5 15,0-3-15,1 0 16,2-13 0,2-12-1,-1-6-15,1-3 16,1-2-16,2-7 16,-2 6-16,2-6 15,0 0 1,-12-4-16,5-6 15,-1-12-15,1-11 16,2-4-16,4 0 16,4 0-16,5 0 15,2-4-15,4 0 16,2 3-16,2 0 16,0 3-16,0 3 15,-2 7 1,-4 5-16,-3 6 15,-3 5-15,-2 3 16,-4 6-16,6-8 16,-6 8-16,0 0 15,0 0-15,5-8 16,-5 8-16,0 0 16,2-9-1,-2 9-15</inkml:trace>
  <inkml:trace contextRef="#ctx0" brushRef="#br0" timeOffset="92065.45">12864 6529 0,'0'0'0,"0"0"0,-2-3 16,2 3-16,0 0 16,0 0-16,-10-5 15,10 5-15,0 0 16,0 0-1,-16 2-15,-2 5 16,-9 6-16,-6 10 16,1-1-16,0 5 15,2 1-15,2 1 16,5-2-16,3 9 31,6 1-31,7 1 16,5-3-16</inkml:trace>
  <inkml:trace contextRef="#ctx0" brushRef="#br0" timeOffset="94098.15">11438 6994 0,'0'0'0,"0"0"0,0 0 0,0 0 15,0 0-15,0 0 16,0 0-16,0 0 16,13 7-16,9-2 15,19-2 1,11-3-16,11-5 15,15-1-15,5-1 16,2-2-16,9 0 16,-3-3-16,14 1 15,5 1-15,-1 3 16,13 8-16,-13-3 16,6 0-16,-8-10 15,1-3-15,-11 2 16,2 26-16,-8-11 15,-2 5-15,-1-4 16,-14-3 0,-3 2-16,-14-1 15,-6 0-15,-8-1 16,-9 2-16,-3 0 16,-7 0-16,-6-1 15,-7 0-15,-11-1 16,11 3-16,-11-3 15,5 9 1,-5-9-16,0 0 16,0 0-16,0 0 15,0 0-15,0 0 16,0 0-16,-8-14 16,-16-15-16,-21-33 15,-5-8-15,15-1 16,11 14-1,5 2-15,2-4 0,4-2 16,3-1 0,2 8-16,2 3 15,-1 3-15,1 4 16,2 5-16,-1 11 16,3 2-16,0 10 15,-2 1-15,1 2 16,-1 2-1,-1 2-15,2 2 0,3 7 16,-8-9 0,8 9-16,0 0 15,-13-5-15,13 5 16,0 0-16,-15-2 16,15 2-16,-17 1 15,0 3-15,-7 2 16,-6 4-16,1-1 15,-5 1 1,-11 2-16,-22 1 16,-31 2-16,-8-3 15,1-1-15,17-1 16,11-2-16,9 2 16,0 2-16,-6 6 15,-3 3-15,1 5 16,4-2-16,2 2 15,-1-1 1,2 0-16,2-2 16,-4-8-16,10-7 15,-5-3-15,3-4 16,7-2-16,-2 0 16,3-3-16,3-2 15,2 1-15,7-1 16,4 1-16,3-1 15,-1-1-15,4-1 16,4-1 0,3-1-16,3 0 15,0 0-15,-1 0 16,4 1-16,0 0 16,5 3-16,2 0 15,1 1-15,2 1 16,10 4-16,-15-6 15,15 6 1,0 0-16,-13-4 16,13 4-16,0 0 15,0 0-15,0 0 16,0 0-16,0 0 16,-10-1-16,10 1 15,0 0-15,0 0 16,0 0-16,-1 7 15,1 14-15,2 16 16,2 7 0,1 7-16,3 3 15,-1-2-15,0 0 16,-1-6-16,-1-2 16,0 1-16,1-5 15,-2-6-15,0-4 16,-2-8-16,0-3 15,0-4-15,0-3 16,-1-2 0,1-3-16,1 3 15,2 2-15,3 2 16,2-1-16,-1 1 16,2-2-16,-2 0 15,0-1-15,-1-3 31,-2 1-31,1-2 16,-3-1-16,-4-6 16,16 14-1,-2-7-15,13 0 16,5-1-16,2-3 16,-2-2-16,1-2 15,9-1-15,1-1 16,-3 0-16,-9 1 15,-8 0-15,1 0 16,-1 1 0</inkml:trace>
  <inkml:trace contextRef="#ctx0" brushRef="#br0" timeOffset="95131.08">11810 5928 0,'0'0'0,"0"0"0,0 0 0,0 0 16,0 0-16,0 0 15,0 0-15,0 0 16,0 0-16,0 0 15,0 0-15,0 0 16,1 3 0,2 5-16,1 3 15,4 6-15,2 3 16,2 5-16,1 3 16,2 4-16,0 0 15,-1-2-15,-1-3 16,-2-1-16,0-5 15,-2-2 1,-1-2-16,-2-5 16,-2-2-16,-1-3 15,-3-7-15,6 8 16,-6-8-16,0 0 16,0 0-16,0 0 15,7 6-15,-7-6 16,0 0-16,0 0 15,11 0-15,-11 0 16,12-5-16,-12 5 16,15-8-1,-15 8-15,17-14 16,-5 2-16,2-1 16,4-4-16,3-2 15,2-3-15,4 0 16,2 1-16,1-1 15,3 0 1,-1 0-16,-3 3 16,-2 3-16,-5 4 15,-3 2-15,-2 3 16,-1 2-16,-1 1 16,-4 1-16,-11 3 15,15-4-15,-15 4 16,0 0-16,0 0 15,10-2-15,-10 2 16,0 0-16,0 0 16,0 0-16,0 0 15</inkml:trace>
  <inkml:trace contextRef="#ctx0" brushRef="#br0" timeOffset="98847.95">13447 6669 0,'0'0'0,"0"0"0,0 0 0,0 0 0,-3 0 0,3 0 15,0 0 1,0 0-16,0 0 15,0 0-15,0 0 16,0 0-16,0 0 16,0 0-16</inkml:trace>
  <inkml:trace contextRef="#ctx0" brushRef="#br0" timeOffset="139897.87">9267 7124 0,'0'0'0,"0"0"0,0 0 15,-3 0-15,3 0 16,0 0-16,0 0 16,0 0-16</inkml:trace>
  <inkml:trace contextRef="#ctx0" brushRef="#br0" timeOffset="142314.9">14271 3899 0,'0'0'0,"0"0"0,2-3 16,4-7-16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11:55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8271 3702 0,'0'0'0,"0"0"0,0 0 0,0 0 16,0 0-1,0 0-15,0 0 16,0 0-16,0 0 16,0 0-16,0 0 15,0 0-15,0 0 16,0 0-16,0 0 15,0 0-15,0 0 16,17-6-16</inkml:trace>
  <inkml:trace contextRef="#ctx0" brushRef="#br0" timeOffset="1765.67">8416 6058 0,'0'0'0,"0"0"16,0 0-16,-2-1 15,2 1-15,0 0 16,0 0 0,0 0-16,-10-2 15,10 2-15,0 0 16,0 0-16,0 0 15,0 0-15,0 0 16,0 0-16,0 0 16,0 0-16,0 0 15</inkml:trace>
  <inkml:trace contextRef="#ctx0" brushRef="#br0" timeOffset="3932.12">9301 8285 0,'0'0'0,"0"0"0,0 0 15,0 0 1,0 0-16,0 0 0,0 0 15,-3 0 1,3 0-16,0 0 16,0 0-16,0 0 15,0 0-15,0 0 16,0 0-16,0 0 16,0 0-16,0 0 15,0 0-15,0 0 16,-10 2-16,10-2 15,0 0 1,0 0-16,0 0 16,0 0-16,0 0 15,0 0-15,0 0 16,0 0-16,0 0 16,0 0-16</inkml:trace>
  <inkml:trace contextRef="#ctx0" brushRef="#br0" timeOffset="13764.9">9547 7464 0,'0'0'0,"0"0"0,0 0 0,0 2 0,0-2 16,0 7-16,0-7 15,0 7-15,0-7 16,0 0-16,0 0 15,0 0-15,0 0 16,0 0-16</inkml:trace>
  <inkml:trace contextRef="#ctx0" brushRef="#br0" timeOffset="14315.84">8881 5289 0,'0'0'0,"0"0"0,0 0 0,-3 0 0,3 0 15,0 0-15,0 0 16,0 0-16,0 0 16,0 0-1,0 0-15,0 0 16,0 0-16,0 0 16,0 0-16,-4-9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12:16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8232 1005 0,'0'0'0,"0"0"0,0 0 15,0 0-15</inkml:trace>
  <inkml:trace contextRef="#ctx0" brushRef="#br0" timeOffset="26638.65">7058 2080 0,'0'0'0,"0"0"0,0 0 16,0 0-16,0 0 15,0 0-15,0 0 16,0 0-16</inkml:trace>
  <inkml:trace contextRef="#ctx0" brushRef="#br0" timeOffset="48220.32">12062 1662 0,'0'0'0,"0"0"0,0 0 0,-1 1 15,1-1-15,0 0 16,-2 7-16,2-7 16,-2 8-16,2-8 15,-3 13 1,2-3-16,0 2 16,0 3-16,0 1 15,1 2-15,0 1 16,0 3-16,0 2 15,1 4-15,0 1 16,0 2-16,1 0 16,0-2-16,2-1 15,-1 0-15,0-2 16,1-2 0,0-1-16,-1-2 15,0-3-15,0-3 16,1-2-16,0-2 15,0-1-15,0-1 16,2 0-16,2 0 16,-1 0-16,3 0 15,-1-1 1,2-1-16,1 0 16,0 0-16,1 0 15,2 1-15,3-1 16,3 0-16,3 0 15,2 0-15,2-3 16,1 0-16,-1-3 16,-1 0-16,1-1 15,1 0-15,-1 0 16,2-2 0,-1 1-16,-1-1 15,-1 0-15,-1 1 16,1-1-16,0 1 15,-1-1-15,0 0 16,0 1-16,-4 1 16,0 0-16,2 0 15,-1 0-15,1-4 16,-3-1-16,-4-1 16,-4 1-1,-2 1-15,0 0 16,6-3-16</inkml:trace>
  <inkml:trace contextRef="#ctx0" brushRef="#br0" timeOffset="50555.91">12404 1619 0,'0'0'0,"0"0"0,0 0 15,0 0-15,0 0 16,0 0-16,0 0 16,0 0-1,0 0-15,-2 1 16,2-1-16,0 0 15,-5 10-15,3-2 16,-1 2-16,0 1 16,-1 2-16,0 1 15,1 1-15,1 2 16,0-1-16,2-2 16,0 0-16,0-2 15,2 0-15,0-1 16,1 1-1,1 0-15,2 2 16,3 2-16,-1 0 16,1-3-16,1-2 15,0-2-15,-1-1 16,1-2-16,-10-6 16,19 9-16,-9-4 15,-10-5 1,19 8-16,-19-8 15,15 5-15,-15-5 16,12 6-16,-12-6 16,10 5-16,-10-5 15,0 0-15,12 3 16,-12-3-16,0 0 16,13 3-16,-13-3 15,0 0-15,14 2 16,-14-2-1,15-1-15,-15 1 16,16-4-16,-5 1 16,2-2-16,1-1 15,0 2-15,-2 0 16,-1 0-16,0 0 16,3 0-16,2-2 15,1-1 1,-1-1-16,-3 2 15,-1 2-15,-1-2 16,0 3-16,1-1 16,3 1-16,0 0 15,5-1-15,6-1 16</inkml:trace>
  <inkml:trace contextRef="#ctx0" brushRef="#br0" timeOffset="52254.37">11652 1508 0,'0'0'0,"0"0"0,0 0 15,2 5-15,2 5 16,1 9-1,2 8-15,-1 4 16,-1 5-16,-3 2 16,1 2-16,-2 3 15,-1 0-15,-2 7 16,0 4-16,-1 1 16,0 7-16,0-2 15,0 1-15,0 4 16,0-4-16,0 2 15,0-1 1,0 0-16,0-4 16,0-9-16,1-10 15,0-8-15,1-4 16,0-3-16,0-7 16,1-4-16,0-3 15,0-4-15,0-6 16,0 11-16,0-11 15,0 6 1,0-6-16,0 0 16,1 8-16,-1-8 15,5 10-15,4-2 16,5 2-16,10 1 16,6 0-16,4-1 15,8-3-15,8-3 16,8-2-16,11-3 15,1-1 1,6-2-16,5-2 16,-4 0-16,8-3 15,-6 1-15,0 1 16,0 1-16,-2-1 16,2 0-16,-2 2 15,-3 3-15,-2 6 16,-7 2-16,2 1 15,-1 2 1,-9-2-16,3 0 16,-7-2-16,-3-1 15,-7-1-15,-8-1 16,-6 0-16,-2-2 16,-4-1-16,-2 0 15,-6-2-15,-3 0 16,-12 3-1,16-3-15,-16 3 16,0 0-16,0 0 16,10-4-16,-10 4 15,0 0-15,-7-9 16,-5-6-16,-8-6 16,1 2-16,0 2 15,1 6-15,-1 2 16,-5 0-16,-2 0 15,1 1 1,3 1-16,6 2 16,4 1-16,2 0 15,10 4-15,-16-4 16,16 4-16,0 0 16,-11-3-16,11 3 15,0 0-15,0 0 16,0 0-1,0 0-15,0 0 16,7 15-16,16 6 16,12 2-16,3-2 15,-1-5-15,1-1 16,-2-1-16,-3-1 16,-5-3-16,-7-1 15,-7-3-15,-14-6 16,14 9-16,-14-9 15,0 0 1,9 7-16,-9-7 16,-2 12-16,-8 2 15,-11 7-15,-12 9 16,-7 1-16,-4 2 16,-1-3-16,0-4 15,7-3-15,4-3 16,-1 0-16,-4 7 15,3 3-15</inkml:trace>
  <inkml:trace contextRef="#ctx0" brushRef="#br0" timeOffset="53054.65">13493 3323 0,'0'0'0,"0"0"0,0 0 16,9-2-16,9-4 15,18-1-15,10 1 16,1 0-16,-3 0 15,3 1-15,-1 0 16,-5 1 0,-8 2-16,-11-1 15,-5 2-15,-4 0 16,-1 0-16</inkml:trace>
  <inkml:trace contextRef="#ctx0" brushRef="#br0" timeOffset="53337.18">13645 3369 0,'0'0'0,"0"0"15,0 0-15,0 4 16,0 7-16,0 14 15,2 9-15,-2 3 16,2 6 0,1-2-16,4-3 15,-2-5-15,-1-6 16,0-3-16,0-3 16,-1-4-1</inkml:trace>
  <inkml:trace contextRef="#ctx0" brushRef="#br0" timeOffset="53620.42">13415 3784 0,'0'0'0,"0"2"15,0-2-15,0 0 16,16 0-16,20-4 16,14-4-1,2 0-15,4-1 16,-3 1-16,-3 1 16,4-2-16,-9 1 15,-5-1-15,-5 1 16,-4 0-16,-4 2 15</inkml:trace>
  <inkml:trace contextRef="#ctx0" brushRef="#br0" timeOffset="53972.9">14089 3281 0,'0'0'0,"0"0"0,0 0 0,0 0 0,0 9 16,0 14-16,0 17 15,0 4-15,0-2 16,0 5-16,0-1 15,1-4-15,0-9 16,2-11-16,1-3 16,1-1-1,4 0-15,1-3 16,3-3-16,0-6 16,3 3-16,7 1 15,0 1-15,-1-2 16,-2-4-16</inkml:trace>
  <inkml:trace contextRef="#ctx0" brushRef="#br0" timeOffset="54271.41">14016 3493 0,'0'0'0,"7"2"0,-7-2 0,0 0 16,30 3-16,0-1 15,9-1-15,3-1 16,-3-1-16,-8 0 15,-5 0-15,1-2 16,2-2-16,-3-2 16</inkml:trace>
  <inkml:trace contextRef="#ctx0" brushRef="#br0" timeOffset="54721.1">14503 3429 0,'0'0'0,"3"-2"0,-1-5 15,3-7-15,2-5 16,-4-2-16,-1 3 15,-3 1-15,-1 4 16,0 1-16,0 3 16,-2 1-1,4 8-15,-11-9 16,-1 8-16,-5 5 16,-2 8-16,-2 8 15,-1 8-15,4 7 16,4 2-16,8-6 15,6 13-15,1-2 16,3 0-16,4 0 16,2-14-1,5-7-15,0-4 16,0-8-16,8-6 16,1 0-16,0-3 15,-2-3-15,-7-10 16</inkml:trace>
  <inkml:trace contextRef="#ctx0" brushRef="#br0" timeOffset="55170.65">14590 3412 0,'0'-2'0,"0"2"0,0 0 0,0-10 15,0 10-15,0 0 16,15-1-16,4 7 16,3 4-16,-2 2 15,2 4 1,4 3-16,1 2 16,-4-4-16,-2 0 15,-7 1-15,-4 3 16,-2-1-16,-5-3 15,-4-1-15,-2 3 16,-3-2-16,1-5 16,0-3-16,-4 1 15,-2 1 1,-3-3-16,0-4 16,-1-5-16,3-9 15,4-8-15,3-16 16,1-11-16,14-9 15,9 3-15,10-8 16,5 2-16,-6 11 16,7-4-16,1 2 15,6-1-15</inkml:trace>
  <inkml:trace contextRef="#ctx0" brushRef="#br0" timeOffset="57037.12">11619 1640 0,'0'0'0,"0"0"0,0-2 0,0 2 16,3-9-1,-1-3-15,3-5 16,5-8-16,1-1 15,1-2 1,-3 5-16,-1 1 0,-4 0 16,-2 1-16,-1-1 15,-1-2-15,-1-2 16,-1-1 0,1-3-16,-3 0 15,0 2-15,0-1 16,0-1-16,0-4 15,1-6-15,1 1 16,2 3-16,1 3 16,1 2-16,1 1 15,0 0-15,1 0 16,-1 2-16,-1 5 16,0 1-1,0 4-15,-2-1 16,1 1-16,0 2 15,0 0-15,-1-1 16,0 2-16,0 3 16,0 3-16,-1 2 15,1 7 1,-2-10-16,2 10 16,0 0-16,-2-8 15,2 8-15,0 0 16,0 0-16,0 0 15,-10-3-15,10 3 16,0 0-16,0 0 16,0 0-16,-11 5 15,11-5-15,-13 16 16,-4 8-16,-4 5 16,1-1-1,0 1-15,1-2 16,-2 3-16,3-2 15,3-4-15,3-5 16,4-6-16,2-3 16,2-3-16,4-7 15,-5 9-15,5-9 16,0 0-16,-5 8 16,5-8-1,0 0-15,0 0 16,0 0-16,0 0 15,0 0-15,0 0 16,0 0-16,0 0 16,30-32-16,4-19 15,0 1-15,-7 5 16,-4 7-16,-3 3 16,-1 3-16,-4 7 15,-5 7-15,-1 5 16,-3 3-1,0 2-15,-6 8 16,13-9-16,-13 9 16,15 0-16,-5 4 15,3 4-15,0 3 16,2 4-16,-2 4 16,1 1-16,-3-1 15,1 0 1,-2-2-16,1 1 15,0 1-15,2 0 16,2 0-16,-1-5 16,-1-3-16,-2-5 15,2 1-15</inkml:trace>
  <inkml:trace contextRef="#ctx0" brushRef="#br0" timeOffset="57770.56">10841 357 0,'0'0'0,"0"0"16,0 0-16,0 0 16,0 0-16,0 0 15,-2 2 1,2-2-16,0 0 15,-2 16-15,1-2 16,-1 5-16,1 1 16,0 4-16,-1 1 15,0 5-15,-3 6 16,-4 8-16,-1 5 16,-4 1-16,0 0 15,-4 4 1,1-5-16,2-7 15,3-7-15,4-10 16,3-7-16,0-6 16,2-3-16,2-2 15,1-7-15,-3 8 16,3-8-16,0 0 16,12 12-16,14-3 15,18-4 1,3-3-16,0-5 15,1-2-15,-3-1 16,-5-2-16,-2-2 16,1-2-16</inkml:trace>
  <inkml:trace contextRef="#ctx0" brushRef="#br0" timeOffset="61455.68">4780 3836 0,'0'-2'0,"0"2"0,0 0 0,-7-7 16,7 7-16,0 0 16,0 0-16,0 0 15</inkml:trace>
  <inkml:trace contextRef="#ctx0" brushRef="#br0" timeOffset="66738.45">6408 4582 0,'0'0'0,"0"0"16,0 0-16,0 0 15,4-1-15,-4 1 16,12-3-16,-12 3 16,16-3-16,-16 3 15,17-3-15,-17 3 16,17-4-16,-17 4 16,16-1-1,-16 1-15,17 0 16,-17 0-16,16 1 15,-16-1-15,16 2 16,-16-2-16,15 1 16,-15-1-16,16 2 15,-16-2-15,18 2 16,-18-2-16,19 1 16,-9 0-16,0 0 15,2-1-15,-1 1 16,-11-1-1,19 2-15,-9-1 16,0 0-16,1-1 16,1 2-16,0-2 15,1 1-15,0 0 16,1 0-16,0-1 16,0 0-16,1-1 15,1 0-15,-2 0 16,0 1-1,-1-2-15,1 2 16,1-1-16,1 0 16,0 0-16,0 0 15,2 0-15,-1 1 16,2-2-16,-1 1 16,-2-1-16,3 0 15,-1 1-15,2-1 16,2 0-16,-1 1 15,1-1 1,-2 0-16,-2 1 16,-1-1-16,0 1 15,2-1-15,0 1 16,2 1-16,0 0 16,0 0-16,1 0 15,-2 0-15,-2 0 16,-2 0-1,2 0-15,-1 1 16,2 1-16,-1-1 16,0 3-16,-2 0 15,2-2-15,0 2 16,-1-1-16,2 0 16,-1 1-16,-1-1 15,0 0-15,2 1 16,0-1-1,0 0-15,2 0 16,1 1-16,0-1 16,-1-1-16,1 0 15,1-1-15,0 0 16,2 0-16,2-1 16,1-1-16,2-1 15,2-1-15,-2 0 16,4-1-1,-1-1-15,2 1 16,-4-2-16,-2 1 16,-2 0-16,0 0 15,4 1-15,-2 0 16,0 0-16,-2 1 16,-2 1-16,-1 1 15,3 1-15,0 2 16,0-1-1,-2 0-15,-2 2 16,-1-1-16,-1 1 16,-2 2-16,0 0 15,-1 0-15,0 0 16,1 0-16,0 0 16,2 0-16,-2-1 15,-2 0-15,0 1 16,0-1-16,2 0 15,2 1 1,0 0-16,-2 0 16,0-1-16,-2-1 15,2-1-15,-1-2 16,0-1-16,2-2 16,0 1-16,-1-1 15,-2 1-15,-3 1 16,0-1-1,-2 2-15,-1-1 16,-2 0-16,-9 1 16,18-1-16,-18 1 15,14-2-15,-14 2 16,0 0-16,12-3 16,-12 3-16,0 0 15,0 0-15,12-4 16,-12 4-16</inkml:trace>
  <inkml:trace contextRef="#ctx0" brushRef="#br0" timeOffset="75270.11">11244 3603 0,'0'0'0,"0"0"0,0 0 16,0 4-16,2 8 15,0 7-15,2 6 16,0 5-16,-2 2 16,-1 0-16,-1-2 15,-1-2-15,-2-3 16,0-1-16,-1-1 15,1 0 1,-1-4-16,1-3 16,0-3-16,0-3 15,0-1-15,2-2 16,1-7-16,-2 10 16,2-10-16,0 0 15,0 0-15,3 8 16,-3-8-16,13 7 15,-3-4-15,3-1 16,1-1-16,1-2 16</inkml:trace>
  <inkml:trace contextRef="#ctx0" brushRef="#br0" timeOffset="75554.23">11518 3917 0,'0'0'0,"0"0"16,0 0-16,0 0 16,0 3-16,0-3 15,0 14-15,1 2 16,1 4-16,0 4 15,1 0-15,0 1 16,0 3 0,0 3-16,1-1 15</inkml:trace>
  <inkml:trace contextRef="#ctx0" brushRef="#br0" timeOffset="76171.35">12598 3769 0,'0'0'0,"0"0"16,0 0-16,0 0 15,0 0-15,0 5 16,0 5-16,0 11 15,0 5-15,0 5 16,0 0 0,0 4-16,0-1 15,0 1-15,0-5 16,0-5-16,0-4 16,1 0-16,4 0 15,5 0-15,3-3 16,1-3-16,1-4 15,4-1-15,3-3 16,5-2-16,0-3 16,-2 0-1,0-2-15,-5-2 16</inkml:trace>
  <inkml:trace contextRef="#ctx0" brushRef="#br0" timeOffset="76603.88">12957 4137 0,'0'0'0,"0"0"16,0 0-16,0 0 15,0 0-15,0 0 16,1 1-16,-1-1 15,7 11-15,-2-5 16,-1 1 0,1 0-16,0 0 15,0 2-15,-2 0 16,-1 1-16,-1 1 16,-2 2-16,0 0 15,-1-3-15,2 2 16,-1-4-16,0 1 15,1-9-15,0 10 16,0-10-16,19 11 16,8-3-16,10-5 15,-2-3 1,-1-3-16,6-1 16,-1-1-16,0 2 15,-4-1-15,0-2 16</inkml:trace>
  <inkml:trace contextRef="#ctx0" brushRef="#br0" timeOffset="77120.39">14008 3984 0,'0'0'0,"0"0"16,0 0-16,0 0 16,-1-1-16,1 1 15,0 0-15,0 0 16,0 0-16,-3 11 15,2-3-15,0 2 16,0 2-16,-5 5 16,-2 2-16,-3 5 15,-3 4 1,-2 4-16,0 0 16,5-2-16,3-6 15,4-5-15,2-5 16,2-1-16,2-4 15,1-1-15,6-1 16,8 2-16,10-2 16,5-3-16,0-2 15,-3-3 1,0-1-16,2 0 16,-3 0-16,0-1 15,-4 0-15,-4 2 16,-2 0-16,-5 0 15</inkml:trace>
  <inkml:trace contextRef="#ctx0" brushRef="#br0" timeOffset="77670.32">14313 4330 0,'0'0'0,"0"0"0,0 0 16,2-3-16,-2 3 16,0 0-16,21-11 15,-7 7 1,3 0-16,0 2 16,-2 1-16,-1 1 15,-2 0-15,-12 0 16,13 2-16,-13-2 15,0 0-15,10 10 16,-12 3-16,-4 6 16,-4 3-16,-1-4 15,0 0-15,2-2 16,0-4 0,5-3-16,-1-2 15,5-7-15,-4 10 16,4-10-16,12 13 15,4 1-15,2-3 16,-2-1-16,0-2 16,2-1-16,-2 0 15,1 1 1,-3-2-16,-1 0 16,-2-1-16,-11-5 15,12 6-15,-12-6 16,0 0-16,-12 10 15,-10 1-15,-10 0 16,-1-2-16,0-7 16,4-3-1,-2-4-15,-1-1 16</inkml:trace>
  <inkml:trace contextRef="#ctx0" brushRef="#br0" timeOffset="80487.52">11228 4856 0,'0'0'0,"-3"-1"0,3 1 16,-13-6-16,-1 2 15,-4 3-15,-4 6 16,-3 4-16,2 1 16,5 1-1,3-2-15,4-2 16,2 0-16,2 0 15,0 2-15,2 0 16,2 3-16,3 6 16,5 9-16,8 4 15,11 2-15,4-1 16,7-1-16,-3-3 16,0 1-16,-1 1 15,-7 0 1,1 4-16,-8-8 15,-3-3-15,-2-4 16,-4 0-16,-2 2 16,-3-1-16,-6-1 15,-6-5-15,-4 1 16,-3-3-16,2-4 16,-1-2-1,-7-6-15,-3-3 16,-4-6-16,-2-5 15,7-2-15,5-1 16,2-3-16,5-7 16,2-11-16,3-4 15,5-1-15,8 2 16,5 0-16,8-6 16,3-1-16,1 7 15,-5 8-15,-4 8 16,-2 5-1,-4 3-15,1 2 16,-3 3-16,-2 0 16,-2 3-16,0 1 15,-2 8-15,1-7 16,-1 7-16,0 0 16,-9-8-16,9 8 15,-11 1 1,11-1-16</inkml:trace>
  <inkml:trace contextRef="#ctx0" brushRef="#br0" timeOffset="81003.53">11591 5068 0,'0'0'0,"0"0"0,0 0 16,0 0-16,-4 2 16,4-2-16,-18 11 15,0 0 1,-1 7-16,5 3 15,5 1-15,1 3 16,2 3-16,2-2 16,4 1-16,6-5 15,3-1-15,5 0 16,4-6-16,3-3 16,3-6-16,2-9 15,-1-1-15,0-6 16,-1-13-1,-3 0-15,-5-6 16,-7 1-16,-6 8 16,-9-4-16,-3-1 15,-1-2-15,-3 1 32,-4-1-32,-4 5 15,-4 6-15,6 7 16,0 5-1,0 5-15,0 5 16,7 5-16</inkml:trace>
  <inkml:trace contextRef="#ctx0" brushRef="#br0" timeOffset="82836.88">12904 4962 0,'0'0'0,"0"0"0,0 2 15,0-2-15,0 0 16,-5 13-16,-4 4 16,-4 8-16,-2 3 15,1-1 1,1-3-16,-1 0 0,2-1 15,-2 5 1,4 5-16,4-1 16,3-3-16,3-4 15,3-2-15,0-4 16,3 0-16,2 0 16,6 1-16,4-3 15,1-7-15,2-5 16,1-5-16,-2-3 15,-2-6-15,0 0 16,-5 1 0,-3 1-16,-2-1 15,-1-2-15,-2 1 16,-3-2-16,-2 3 16,-4-2-16,-3-1 15,-3-2-15,-3 2 16,-4 4-16,-4 1 15,-6 4-15,4 2 16,4 3 0,4 0-16,4 1 15,11-4-15,-17 9 16,17-9-16,-7 9 16</inkml:trace>
  <inkml:trace contextRef="#ctx0" brushRef="#br0" timeOffset="83371.1">13213 5247 0,'0'0'0,"-3"0"0,3 0 0,0 0 0,-12-6 15,1 1-15,-1-2 16,0 0-16,0 1 16,-1 0-16,1 3 15,1 2-15,0 1 16,1 4-16,0 0 15,2 5-15,0 2 16,4 5 0,2 1-16,5 1 15,6 0-15,-1-1 16,9-1-16,0-2 16,2-3-16,1-3 15,2-4-15,4-3 16,-1-4-16,-3-3 15,-4-1-15,-5-1 16,-4-7 0,-3-3-16,-5 0 15,-3-2-15,-5 2 16,-8-1-16,-4 3 16,-10 4-16,-9 6 15,-7 8-15,-27 5 16</inkml:trace>
  <inkml:trace contextRef="#ctx0" brushRef="#br0" timeOffset="85537.68">14037 5052 0,'0'0'0,"-4"0"0,4 0 15,0 0-15,0 0 16,0 0-16,0 0 16,0 0-1,-12 8-15,8 0 16,2-1-16,4 3 16,5 5-16,2 4 15,1 0-15,0-1 16,-1 3-16,0 6 15,1 1-15,0 0 16,-1-2-16,-3-7 16,-1-4-16,2-1 15,0-2 1,2-1-16,0-3 16,-9-8-16,22 8 15,-4-9-15,4-3 16,-1-2-16,-6-2 15,-1 0-15,1-5 16,-2-5-16,-2-5 16,-2-2-1,-3 1-15,-3 3 0,-3 1 16,0 4 0,0 0-16,-1 2 15,0 1-15,1 4 16,-1 1-16,1 8 15,-2-10-15,2 10 16,0 0-16,-2-9 16,2 9-1,0 0-15,0 0 16,0 0-16,0 0 16,0 0-16,0 0 15,0 0-15,0 0 16,0 0-16,0 0 15,0 0-15,0 0 16,0 0-16,0 0 16,0 0-1,0 0-15,0 0 16,0 0-16,0 0 16,0 0-16,0 0 15,0 0-15,0 0 16,0 0-16,0 0 15,0 0-15,-10 0 16,10 0-16,0 0 16,0 0-16,-2 14 15,-1 6 1,1 8-16,-1 9 16,3 1-16,4 4 15,-1 2-15,-1 1 16,2 2-16,-1-6 15,-3-4-15,0-2 16,-4 0-16</inkml:trace>
  <inkml:trace contextRef="#ctx0" brushRef="#br0" timeOffset="88438.3">14282 5122 0,'0'0'0,"0"0"0,0 0 16,0-2-16,0 2 15,0 0-15,-2-11 16,0 4-16,-2-3 16,-3-2-16,-4 0 15,2 2-15,2 2 16,-4 0-16,-2-1 16,-4 3-1,3 2-15,-2 4 16,-2 2-16,2 4 15,-3 3-15,1 4 16,-2 4-16,1 0 16,2 5-16,10 0 15,0 2-15,3-1 16,1-3-16,1-3 16,2-1-16,1-3 15,0-1 1,2 1-16,-2-3 15,4-1-15,1 1 16,2-1-16,0-3 16,-8-6-16,9 7 15,-9-7-15,0 0 16,0 0-16,10 7 16,-10-7-16,0 0 15,0 0 1,0 0-16,0 0 15,0 0-15,0 0 16,0 0-16,0 0 16,0 0-16,0 0 15,0 0-15,6-7 16,-6 7-16,0-7 16,0 7-1,0 0-15,2-7 16,-2 7-16,0 0 15,4-7-15,-4 7 16,0 0-16,5-11 16,-5 3-16,1-3 15,1-1-15,1 0 16,2 2-16,2-2 16,0 2-16,1 0 15,-3 1 1,4-3-16,1-2 15,10-1-15,5-4 16,-3 6-16,1-1 16,-7 7-16,-3-1 15,1 2-15,-2 2 16,-1 0-16,0 2 16,-1 4-1,2 2-15,1 4 16,0 3-16,-3 4 15,-1 6-15,-2 6 16,-7 7-16,-7 4 16,-5 4-16,-14 1 15,-5 1-15,-2-4 16,-5-2-16,8-10 16,5-4-16,0-4 15,9-6-15,2-3 16,4-4-1,10-7-15,-11 5 16,11-5-16,0 0 16,0 0-16,0 0 15,0 0-15,0 0 16,27-16-16,7 7 16,4 2-16,-10 7 15,-2 3-15,0 3 16,-2 7-1,-2 3-15,-3 6 16,-2 11-16,-4 2 16,-7 1-16,-8 1 15,-6-3-15,-8-3 16,-4-4-16,1-7 16,-3-6-16,-12-7 15,2-4-15,-5-3 16,5-3-16,9-4 15,-9-9 1,4 3-16,8 3 16,2 3-16,8 6 15,10 1-15,-16-4 16,16 4-16,-7-10 16</inkml:trace>
  <inkml:trace contextRef="#ctx0" brushRef="#br0" timeOffset="88920.02">14588 5395 0,'0'0'0,"0"0"16,0 0-16,0 0 15,0 0-15,-3 6 16,-2 5-16,-7 11 16,0 6-16,2 0 15,3-1 1,4 0-16,3 4 0,4-3 15,4-3 1,3-3-16,1-6 16,2-2-16,5-9 15,4-7-15,4-6 16,5-8-16,-2-8 16,-7-7-16,-7-5 15,-10 1-15,-10-1 16,-4 3-1,-5 5-15,-1 6 16,-2 8-16,-11 6 16,-12 3-16,-18 12 15,-6 11-15,7 12 16</inkml:trace>
  <inkml:trace contextRef="#ctx0" brushRef="#br0" timeOffset="90887.31">11060 4283 0,'0'0'0,"0"0"0,0 0 0,0 0 15,0 0-15,0 0 16,7 0 0,6 0-16,8 0 15,8 0-15,0 1 16,3 2-16,5 2 16,4 1-16,6 3 15,4-1-15,2 4 16,4 2-16,-2 1 15,3 2-15,4-1 16,-1 1 0,9 2-16,4 2 15,-8-3-15,7-2 16,-4-6-16,-3 0 16,7-1-16,-9-3 15,-2 1-15,1 0 16,-1 0-1,0 5-15,1 6 0,-10-5 16,1 2-16,9 1 16,-6-1-1,11 2-15,-4 5 16,-2-1-16,0 1 16,-1 0-16,-3-2 15,0-1-15,4 1 16,-7-5-16,0 2 15,-2-3-15,5 4 16,-5-5-16,6-14 16,0 5-1,-4-3-15,1 11 16,-2 2-16,-4-1 16,0 0-16,5-4 15,3-6-15,1-1 16,-5 0-16,-4-2 15,2 3 1,-1-2-16,1 1 16,-2 1-16,0 2 15,-1 1-15,-3 1 16,-3-2-16,-2 0 16,0 1-16,1 0 15,-2 2-15,2 1 16,-1 1-16,1 0 15,-2 0-15,-2 0 16,-3-2-16,-2 1 16,-1-1-1,-4-1-15,-2 0 16,-3-2-16,-5-1 16,-3-1-16,-5 0 15,-10-3-15,12 3 16,-12-3-16,0 0 15,0 0-15</inkml:trace>
  <inkml:trace contextRef="#ctx0" brushRef="#br0" timeOffset="92370.16">10986 6340 0,'0'0'0,"0"0"16,0 0-1,0 0-15,0 0 16,3 1-16,-3-1 16,27 6-16,1-2 15,9-1-15,7-6 16,2-2-16,6-1 15,4-3-15,2 0 16,7-3-16,4-2 16,5-2-1,2-1-15,5-3 16,-6 2-16,-1 1 16,3-1-16,-2 0 15,0 5-15,5 2 16,-8 1-16,4-1 15,2 1-15,-3-1 16,0-1-16,-3-1 16,-2 0-1,-2 1-15,0 1 16,4 6-16,-3 0 16,-1 0-16,-4 0 15,0-2-15,-3-1 16,-5 2-16,-4 0 15,0 0-15,-1 1 16,-1-1-16,-1 1 16,1 3-1,-4-1-15,-3 0 16,-3 1-16,-2 1 16,4 2-16,2-1 15,-4-4-15,-7-2 16,9-2-16,-2 2 15,6-2-15,3 0 16,-9 1-16,3 1 16,-4-1-1,-1 2-15,-1-2 16,2 2-16,-5 0 16,-1 1-16,2-1 15,1 0-15,1 0 16,-2 1-16,-1 0 15,1 1-15,0-1 16,-1 3-16,-2 1 16,-3 0-16,1 0 15,-1-2 1,-3-1-16,-2-1 16,-4 0-16,1 0 15,1 0-15,2 0 16,1 0-16,-1 0 15,-1 0-15,-4 0 16,-5 2-16,-1-1 16,-2 2-1,-1-1-15,-10 2 16,17-3-16,-17 3 16,13-4-16,-13 4 15,11-3-15,-11 3 16,11-2-16,-11 2 15,0 0-15,11-2 16,-11 2-16,0 0 16,0 0-1,11-4-15,-11 4 0,0 0 16,12-2 0,-12 2-16,11-3 15,-1 1-15,1-2 16,0 2-16,-11 2 15,13-5-15,-13 5 16,0 0-16,12-5 16,-12 5-16,0 0 15,0 0 1,0 0-16,0 0 16,0 0-16,10-2 15,-10 2-15,0 0 16,0 0-16,0-10 15</inkml:trace>
  <inkml:trace contextRef="#ctx0" brushRef="#br0" timeOffset="96069.85">11312 4259 0,'0'0'0,"0"0"0,2 0 16,-2 0-16,0 0 15,0 0-15,0 0 16,0 0-1,2-8-15,-2 8 16,0 0-16,0 0 16,-8-7-16,8 7 15,-15-1-15,5 1 16,-1 0-16,0 3 16,-4 1-1,-2 2-15,-2 3 16,-3 4-16,0 2 15,-1 5-15,3 8 16,0 8-16,3 6 16,3-5-16,2-3 15,2 8-15,0 9 16,1 1-16,0 8 16,1-1-16,-1 5 15,-1 7 1,3-4-16,1 2 15,3 1-15,7 4 16,2-3-16,4 8 16,0-3-16,0 0 15,0 8-15,0-10 16,2 11-16,0-7 16,-2-10-16,4 2 15,4-10 1,12 7-16,0-5 15,1 1-15,-2-5 16,-1 0-16,1-1 16,-3-19-16,18 2 15,-6-5-15,0-2 16,2-6-16,-4-12 16,8-9-16,-7-14 15,7-16-15,3-22 16,3-28-1,-2 3-15,-8-28 16,-9 12-16,-10-10 16,-4-5-16,-4 6 15,0-1-15,-3 5 16,-2-1-16,-7 5 16,-31-67-1,4 18 1,-16-11-1,4 26-15,13 48 16,-8-11-16,2 9 16,0 11-16,1 6 15,3 13-15,1 6 16,1 6-16,4 6 16,1 5-16,4 7 15,3 5 1,2 1-16,11 10 15,-16-10-15,16 10 16,0 0-16,-11-3 16,11 3-16,0 0 15,0 0-15,0 0 16,-10 3-16,10-3 16,0 0-16,0 0 15,0 0-15,0 0 16,0 0-16,-6 7 15,6-7 1,0 0-16,0 0 16,0 0-16,0 0 15,0 0-15,-2-7 16,2 7-16,1-6 16,0-2-16</inkml:trace>
  <inkml:trace contextRef="#ctx0" brushRef="#br0" timeOffset="97254.31">13162 4673 0,'0'0'0,"-4"-5"15,-1-4-15,-5-7 16,-1 0-1,1 0-15,2 2 16,-5 3-16,-2 0 16,-3-1-16,1 3 15,-1 2-15,0 2 16,4 2-16,-3 5 16,-4 6-16,-4 8 15,-1 7 1,-1 7-16,1 5 15,4 9-15,2 9 16,2 8-16,5 7 16,1 4-16,6-1 15,2 12-15,2-6 16,3-4-16,1 8 16,2-6-16,-2 6 15,2 3-15,1-7 16,6 7-16,7-3 15,2-12 1,9-1-16,-1-17 16,10 4-16,0-7 15,-8-14-15,2-4 16,-2-15-16,13-8 16,4-7-16,3-21 15,-2-2-15,-6-12 16,1-9-16,-7 7 15,4-15 1,-4 0-16,-5-2 16,-7-11-16,-7 0 15,-7-7-15,-5-13 16,-5 6-16,-7-1 16,-4-1-16,-18-30 31,-8 2-31,-1 12 15,-1-2 1,17 53-16,-3 0 16,2 9-16,0 11 15,1 1-15,3 8 16,1 0-16,8 6 16,4 5-16,6 6 15,0 0-15,-8-7 16,8 7-16,0 0 15,0 0 1,12-12-16</inkml:trace>
  <inkml:trace contextRef="#ctx0" brushRef="#br0" timeOffset="98137.21">14312 4807 0,'0'0'0,"-3"-3"0,3 3 0,-15-9 16,-12 13-16,-12 10 16,-5 11-16,9-4 15,11-2-15,-3 10 16,-2 8-16,1 13 15,-1 1-15,9-1 16,6 13 0,-1 0-16,14 6 15,-4-2-15,6 13 16,18 1-16,-6-10 16,13 23-16,-8-21 15,11 12-15,36 15 31,-14-29-31,15-2 16,-17-28 0,-2-20-16,-1-7 15,-2-6-15,-9-5 16,5-11-16,1-9 16,1-15-16,-6-1 15,-7-13-15,-2-3 16,-9-11-16,-3-9 15,-6 0 1,-4-1-16,-7 5 16,-3-11-16,-3 3 15,-1-5-15,-3 1 16,-1 11-16,-4-3 16,-1 4-16,-2 3 15,0 7-15,0 5 16,0 8-16,0 5 15,0 6 1,2 6-16,0 3 16,2 3-16,3 4 15,2 4-15,2 4 16,9 7-16,-16-11 16,16 11-16,-19-9 15,4 4-15,-1 0 16,0 5-16,16 0 15,-13 9 1</inkml:trace>
  <inkml:trace contextRef="#ctx0" brushRef="#br0" timeOffset="99320.12">15430 4244 0,'0'0'0,"-1"2"0,1-2 0,-18 12 16,-8 6-16,-3-1 15,5 2-15,10 6 16,1 5-16,2-1 15,6-3 1,4-6-16,4-5 16,11 1-16,8-2 15,8-3-15,1-5 16,-2-6-16,4-5 16,4-3-16,-2 0 15,-2 2-15,-3 1 16,-4-3-16,-4-9 15,-3-2-15,-3-4 16,-8 4-16,-5 0 16,-5 1-1,-8-4-15,-11-4 16,-8 0-16,-8 1 16,-3 6-16,11 4 15,5 5-15,6 5 16,2 1-16,3 3 15,1 3-15,0 2 16,2 0-16,2 3 16,2 1-1,4 8-15,6 10 16</inkml:trace>
  <inkml:trace contextRef="#ctx0" brushRef="#br0" timeOffset="107586.26">9971 4961 0,'0'0'0,"0"0"0,0 0 0,2 3 16,-2-3-1,5 15-15,1 0 16,3 1-16,2 1 16,2-4-16,4-4 15,10-7-15,15-13 16,19-18-16,18-16 15,8-23-15,0-2 16,5-12-16,-12 5 16,-2 5-1,-8 8-15,-11 10 16,-10 9-16,-3 7 16,-4 4-16,3 1 15,5-4-15</inkml:trace>
  <inkml:trace contextRef="#ctx0" brushRef="#br0" timeOffset="114073.08">10874 5605 0,'0'0'0,"0"0"16,0 0-16,0 0 0,0 0 16,0 0-1,0 0-15,0 0 16,0 0-16,0 0 16,0 0-16,0 0 15,1 1-15,-1-1 16,0 0-16,11 7 15,-11-7-15,22 11 16,-6-6-16,8-2 16,6-3-1,2-4-15,4 1 16,1 0-16,-7 0 16</inkml:trace>
  <inkml:trace contextRef="#ctx0" brushRef="#br0" timeOffset="115020.83">11782 6703 0,'0'0'0,"-1"2"0,1-2 16,0 0-16,0 0 16,-2 7-16,2-7 15,1 12 1,0-2-16,-1 3 16,1 1-16,0-1 15,0-1-15,2 0 16,2 0-16,5 0 15,3 0-15,6-1 16,6-1-16,5 1 16,-1-1-1,-6-2-15,-9-4 16,-14-4-16,15 7 16,-15-7-16,0 0 15,0 0-15,0 0 16,0 0-16,-9-18 15,-2 5-15,3 3 16,-2-3-16,0-1 16,-2-1-16,1 0 15,2 4 1,1 1-16,3 2 16,0 1-16,1 1 15,-2-1-15,2 0 16,4 7-16,-4-7 15,4 7-15,0 0 16,0 0-16</inkml:trace>
  <inkml:trace contextRef="#ctx0" brushRef="#br0" timeOffset="115653.75">12684 6620 0,'0'0'0,"0"0"15,-3 1-15,3-1 16,-10 7 0,10-7-16,-11 9 15,4-2-15,4 8 16,5 9-16,4 6 15,11 1-15,-3-8 16,3 0-16,1 0 16,-3-3-16,-2-4 15,-4-4 1,-2-4-16,-7-8 16,7 11-16,-7-11 15,0 0-15,5 6 16,-5-6-16,0 0 15,0 0-15,0 0 16,0 0-16,0 0 16,-10-6-16,4-13 15,7-13 1,4-10-16,1 4 0,1 1 16,0 9-1,-3 6-15,0 4 16,-3 6-16,1 6 15,-2 6-15,0 0 16,0 0-16,-7 10 16,3 6-16</inkml:trace>
  <inkml:trace contextRef="#ctx0" brushRef="#br0" timeOffset="116020.77">13118 6665 0,'0'0'0,"0"0"0,0 0 0,0 0 15,4 4-15,7 9 16,9 4-16</inkml:trace>
  <inkml:trace contextRef="#ctx0" brushRef="#br0" timeOffset="116520.12">14149 6664 0,'0'0'0,"0"2"0,0-2 16,0 17-16,0 5 15,0 4-15,0 1 16,4-3-16,16 7 16,0 2-16,-6-10 15,0-2-15,-12-8 16,-5 4 0,1 1-16,0-4 15,-1-5-15,3-9 16,-23-1-16,5-5 15,1 2-15,17 4 16,-13-9-16,13-5 16,5-13-16,7-10 15,5 1-15,-3 6 16,-2 6 0,-2 3-16,-2 1 15,-6 4-15,-4 4 16,-3 2-16,-3 1 15,0 2-15,-3 4 16,1 4-16,10-1 16</inkml:trace>
  <inkml:trace contextRef="#ctx0" brushRef="#br0" timeOffset="116837.33">14546 6733 0,'0'0'0,"0"0"15,-1 2-15,1-2 16,-9 14 0,-1 1-16,2-1 15,1-3-15,0-3 16,3-1-16,4-7 15,0 0-15,0 0 16,0 0-16,3-11 16,12-19-16,6-7 15,-2 2-15,-2 1 16,-5-6-16,-6-3 16,-10-1-16,-10 4 15,-21-3 1</inkml:trace>
  <inkml:trace contextRef="#ctx0" brushRef="#br0" timeOffset="117587.93">9228 5796 0,'0'0'0,"0"0"0,0 0 16,0-1-16,0 1 15,0 0-15,0 0 16,0 0-16,0 0 16,0 0-16,0 0 15,0 0 1,0 0-16,0-7 15,0 7-15,14-3 16,8-2-16,12-4 16,10 0-16,5-2 15,5 0-15,2-2 16,0 1-16,-1-1 16,-7 3-1,0-1-15,3 0 16</inkml:trace>
  <inkml:trace contextRef="#ctx0" brushRef="#br0" timeOffset="133852.54">11417 4424 0,'0'0'0,"0"0"0,4-1 0,6 0 15,15-2 1,15-2-16,12-2 15,12 0-15,0 1 16,6-2-16,4 1 16,0 0-16,5-1 15,4 1-15,-5 0 16,9 2-16,-5 1 16,2 4-1,3 5-15,-1-1 16,4 4-16,5 2 15,-4 3-15,-1 1 16,-1 0-16,0 0 16,0 0-16,-1 0 15,1-3-15,-6-4 16,7-2-16,-8 0 16,9-1-1,-3 1-15,-2-3 16,-1 0-16,2 1 15,1-1-15,-3 2 16,5 1-16,-7-1 16,5 1-16,-11-3 15,0-3-15,-4-5 16,-5-3-16,2-4 16,-11 0-16,-2-7 15,-8-2 1,-6-5-16,-8-2 15,-7 1-15,-8-6 16,-12-8-16,-8-6 16,-14-5-16,-10-4 15,-13-4-15,-17-2 16,-3-2-16,-6 6 16,-6 0-16,-3 4 15,-7 4 1,-5 0-16,-8 6 15,-7-2-15,-7 4 16,-1 5-16,-4 2 16,-4 4-16,1 0 15,-1 5-15,5 5 16,7 1-16,5 3 16,5 0-16,-2 4 15,-1 0 1,0 1-16,2 0 15,6 1-15,0 1 16,4 0-16,-6 0 16,4 0-16,-2 3 15,6 3-15,9-1 16,3 1-16,6 1 16,2 1-1,0 3-15,3 5 16,1 1-16,1 5 15,2 0-15,-7 6 16,-1 4-16,-4 3 16,2 6-16,-1 0 15,6 0-15,8-4 16,8-3-16,9-4 16,2 1-16,2 1 15,-2 2 1,-3 3-16,0 0 15,2 1-15,1 1 16,3-1-16,3-2 16,3 0-16,0 3 15,3 2-15,2 3 16,3 1-16,5 2 16,3 8-16,4 0 15,4 4-15,3-1 16,7-1-1,8 1-15,8-3 16,6-2-16,5-5 16,6-12-16,8-6 15,2-8-15,11-11 16,0 0-16,3-9 16,3-3-16,3-4 15,2-1-15,7-1 16,7-3-1</inkml:trace>
  <inkml:trace contextRef="#ctx0" brushRef="#br0" timeOffset="140437.19">10201 6783 0,'0'0'0,"0"0"0,0 0 0,0 0 16,0 0-16,3 3 16,-3-3-16,20 12 15,1-1-15,6 0 16,3 0-16,3 1 16,5 0-1,2-1-15,1 0 16,3 1-16,1 1 15,1 0-15,7 2 16,-2 0-16,3 1 16,5 2-16,-3-2 15,4 3-15,2-1 16,-1 1-16,4 0 16,-2 1-1,3 0-15,-4-1 16,-2-2-16,2 0 15,-1-2-15,-3-2 16,0 0-16,1 0 16,-4-4-16,0 1 15,-4-1-15,-2-1 16,-4-1-16,-3 1 16,-5-2-1,-4-2-15,-2 1 16,-1-2-16,-6-2 15,-4-2-15,-6 0 16,-4-1-16,-10 2 16,0 0-16,10-3 15,-10 3-15</inkml:trace>
  <inkml:trace contextRef="#ctx0" brushRef="#br0" timeOffset="141419.7">10681 7981 0,'0'0'0,"0"0"16,0 0-16,0 0 16,3 4-16,-3-4 15,12 5-15,1-1 16,6 1-1,5 0-15,5 1 16,-2 0-16,2-1 16,6 1-16,6-3 15,4-1-15,-1-2 16,1-2-16,3 1 16,0 0-16,-3 0 15,-1-2-15,1-1 16,3-2-1,-3 1-15,-1-1 16,2 2-16,1-1 16,-6 1-16,0 0 15,-3 1-15,1-1 16,-1 1-16,-5 0 16,3 0-16,-2 0 15,0-1-15,-4 1 16,-2-1-1,-1 1-15,0 0 16,-4-1-16,-4 0 16,0 1-16,-3 1 15,0 0-15,-3 0 16,-13 2-16,16-2 16,-16 2-16,0 0 15,11 0-15,-11 0 16,0 0-1,0 0-15,0 0 16,0 0-16,0 0 16,0 0-16,0 0 15,0 0-15,0 0 16,0 0-16,0 0 16,8 7-16,-8-7 15,0 0-15,0 0 16,0 0-1,0 0-15,0 0 16,0 0-16,0 0 16,0 0-16,0 0 15,0 0-15,0 0 16</inkml:trace>
  <inkml:trace contextRef="#ctx0" brushRef="#br0" timeOffset="142819.37">9968 8040 0,'0'0'0,"0"0"0,0 0 15,3 0-15,-3 0 16,0 0-1,0 0-15,0 0 16,0 0-16,0 0 16,12 5-16,-12-5 15,11 4-15,1-1 16,5 0-16,9 1 16,5-2-16,3 0 15,-1 0-15,3-1 16,4-1-1,2-1-15,2-1 16,-4 0-16,5-2 16,0-1-16,1-1 15,-1 1-15,-2-1 16,0 1-16,2-1 16,-4 0-16,2 1 15,-1-1-15,-1 2 16,1 2-1,-2 1-15,-2-1 16,2 1-16,-1 0 16,1-1-16,1-2 15,-2-2-15,-1-1 16,-4 0-16,2-1 16,2-1-16,-2 2 15,-2-1-15,-4 2 16,1 0-16,-1-1 15,-2 0 1,-1-2-16,-4 2 16,3-1-16,4-1 15,0 0-15,-1 1 16,-5 2-16,-2-1 16,0 2-16,1-1 15,2 0-15,2 1 16,-3 1-16,-2 2 15,-2 1-15,-3 1 16,-2-1 0,-1 0-16,1-1 15,0 2-15,4 0 16,3-1-16,-2 0 16,1 0-16,-3 0 15,-2 0-15,-1 0 16,-2 1-16,-1 0 15,-2 0 1,-10 0-16,16 0 16,-16 0-16,11 0 15,-11 0-15,0 0 16,0 0-16,12 0 16,-12 0-16,0 0 15,0 0-15,0 0 16,0 0-16,0 0 15,0 0 1,0 0-16,0 0 16,0 0-16,0 0 15,0 0-15,0 0 16,0 0-16,0 0 16,-3-8-16</inkml:trace>
  <inkml:trace contextRef="#ctx0" brushRef="#br0" timeOffset="145536.68">12017 7805 0,'0'0'0,"0"0"0,0 0 0,0 0 15,0 0 1,3-1-16,8-1 16,8 2-16,5 1 15,4 4-15,7 5 16,3 3-16,0 3 15,3 1-15,1 3 16,-1-1-16,8 4 16,-2-2-1,5-4-15,0-4 16,0-3-16,0-1 16,1-2-16,0 0 15,-2-3-15,-2 1 16,1 0-16,-4 0 15,0 2-15,-7 1 16,-2 0-16,2 2 16,-1 2-1,-4-2-15,1 2 16,1 0-16,0 5 16,2 6-16,-1 0 15,-3 0-15,-2 2 16,0-1-16,0 1 15,0-1-15,-4-2 16,-1-1-16,0-3 16,1-3-1,3-1-15,-2 0 16,2-2-16,-3-1 16,-1 0-16,-1 0 15,-1-1-15,0-1 16,-3 1-16,2-3 15,-3-2-15,-1-1 16,-4-2-16,-4 0 16,-1-1-16,-1 0 15,-10-1 1,18 0-16,-18 0 16,18 0-16,-18 0 15,16 0-15,-16 0 16,11-1-16,-11 1 15,0 0-15,12-4 16,-16-11 0,-21-16-1</inkml:trace>
  <inkml:trace contextRef="#ctx0" brushRef="#br0" timeOffset="147085.94">12089 7363 0,'0'0'0,"2"0"16,-2 0-16,0 0 16,0 0-16,11 5 15,-11-5 1,0 0-16,0 0 0,15-15 16,-1-7-1,5-5-15,5-4 16,4 3-16,-1 1 15,7-2-15,-4 4 16,5-4-16,5-5 16,1 0-16,-3 3 15,5 3 1,4 3-16,2 8 16,1-3-16,-5 7 15,0-3-15,-1 2 16,1-1-16,2 1 15,0-1-15,-1-9 16,-6 4-16,1-1 16,-6 5-16,8-3 15,4-4-15,3 1 16,2-3 0,-2 3-16,-6 1 15,3 0-15,-6 2 16,1 1-16,0 0 15,4-2-15,-1 0 16,-6 1-16,-3-1 16,0 1-16,-3 0 15,0 0 1,0 1-16,-4 1 16,4-2-16,-3 3 15,-2 0-15,5 2 16,-1 0-16,-2 2 15,-4 1-15,1 1 16,2-2-16,3 0 16,-3 1-16,-11 3 15,-8 2-15,-10 6 16,16-8-16,-16 8 16,15-7-1,-15 7-15,0 0 16,10-5-16,-10 5 15,0 0-15,0 0 16,14-7-16,-14 7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</inkml:trace>
  <inkml:trace contextRef="#ctx0" brushRef="#br0" timeOffset="148819.79">12097 7275 0,'3'-1'0,"-3"1"0,0 0 0,0 0 15,0 0-15,0 0 16,0 0-16,0 0 16,0 0-16,-11 6 15,9 0 1,-4 8-16,0 4 15,-3 6-15,-2 1 16,4-6-16,-1 2 16,-1 1-16,-2 7 15,1 7-15,6 5 16,5 1-16,11 3 16,0-8-16,14 10 15,6-1 1,-6-5-16,-2-2 15,-8-7-15,-3-10 16,3 7-16,7 8 16,5-13-16,3 4 15,-5-17-15,1-9 16,-3 1-16,-2-7 16,1-7-16,0-8 15,-1-9 1,0-6-16,-3-3 15,-6-20-15,-1 8 16,-7-12-16,-4 11 16,-4 4-16,-9-14 15,-1 7-15,-2 2 16,-1 5-16,-1 1 16,-3 0-16,-2 4 15,2 8-15,-3 3 16,-8-1 15,-5 2-31,1 6 16,4 10-16,5 8 15,-2 7-15,-4 6 16,2 5-16,5 5 16,7-1-16</inkml:trace>
  <inkml:trace contextRef="#ctx0" brushRef="#br0" timeOffset="149969.7">11227 7038 0,'0'0'0,"0"0"0,-4 4 0,-6 5 15,-6 9-15,0 7 16,0 6-16,1 4 16,-1 4-16,0 5 15,3 1-15,1 1 16,3-3-16,3 7 16,4 8-16,3 2 15,6 7-15,3-7 16,9 10-1,2 0-15,4-2 16,1-3-16,-4-15 16,-1-8-16,-2-9 15,3-7-15,6-7 16,-3-8-16,5-10 16,-7-2-16,1-7 15,-2-5-15,0-5 16,3-12-1,4-11-15,3-9 16,-10-8-16,-5-3 16,-6-7-16,-5-4 15,-2 2-15,-5-2 16,-7 4-16,-3 9 16,-7 2-16,-2 5 15,-4 0-15,-3 2 16,3 4-16,0 4 15,1 6 1,1 6-16,3 7 16,0 5-16,0 5 15,2 3-15,1 4 16,3 2-16,-3 0 16,-6 4-16,-7 6 15,-3 2-15</inkml:trace>
  <inkml:trace contextRef="#ctx0" brushRef="#br0" timeOffset="150884.9">10456 6789 0,'0'0'0,"-3"-3"0,3 3 16,-13-8-16,1 2 15,3 2-15,9 4 16,-17-7-16,5 7 16,-5 3-16,-8 8 15,-6 8-15,-1 7 16,-2 8-16,3 2 15,-1 6 1,2 8-16,7 6 16,1 3-16,5 4 15,4 5-15,4 1 16,3 13-16,3 1 16,4-7-16,3 9 15,2-15-15,1-9 16,0-12-16,2-13 15,5-2 1,4-2-16,6-2 16,3-4-16,-1-7 15,3-4-15,-1-8 16,4-8-16,4-9 16,8-10-16,-2-7 15,-5-7-15,-1-12 16,1-14-16,-2-17 15,-3-9-15,-9 8 16,-4-6 0,-6 7-16,-8 3 15,-5 5-15,-5 11 16,-5 7-16,-5 5 16,-1 2-16,-3 6 15,-3 3-15,-1 3 16,-3 3-16,0 4 15,1 4 1,0 3-16,2 4 16,-1 3-16,2 1 15,-4 3-15,2 1 16,1 2-16,4 1 16,5 1-16,1 1 15,3 0-15,0 1 16,-1 1-16,0 3 15,1 0-15</inkml:trace>
  <inkml:trace contextRef="#ctx0" brushRef="#br0" timeOffset="153370.01">13359 6660 0,'0'0'0,"0"0"0,0 0 0,-2 0 15,2 0-15,-12 4 16,0 1-16,-3 1 16,-2 1-16,2 1 15,-5 5-15,-3 3 16,0 1-16,1 4 15,4-3-15,-4 7 16,-2 11-16,4 5 16,0 11-1,6-3-15,0 6 16,-1 5-16,1-3 16,2 10-16,11-1 15,2 0-15,5 12 16,-1-13-16,3 39 31,7 4-31,1-51 16,-3-5-16,-5-36 15,1-1 1,14 29-16,7 17 16,-7-2-16,-4-15 15,-8-15-15,0-4 16,0-5-16,0-3 15,5-7-15,3-7 16,1-10-16,12-18 16,-3 2-16,-4 2 15,3-15 1,-11-11-16,-6 25 16,-1-3-16,3 4 15,8-19-15,8-22 16,-10 15-16,-9 17 15,1-1-15,-3-18 16,1-2-16,-4-16 16,-3 8-16,-3-3 15,0 9 1,-1-3-16,-1 5 16,-2-10-16,-3-11 15,3 22-15,-2-8 16,3 26-16,-1 4 15,-3-18-15,-2 4 16,-1-13-16,3 23 16,6 18-16,-2-3 15,1 3 1,-3-11-16,-2 6 16,2 11-16,1 1 15,5 7-15,-12-11 16,5 4-16,0 0 15,7 7-15,-14-10 16,14 10-16,-18 9 16,18-9-16,-17 10 15,8-5 1,9-5-16,-12 6 16,12-6-16,0 0 15,-13 2-15,13-2 16,0 0-16,0 0 15,-11 5-15,8 4 16,3-9-16,-4 9 16,4-9-1,0 0-15,-2-8 16,2 8-16,0 0 16,0 0-16,-16-3 15,16 3-15,-12-12 16</inkml:trace>
  <inkml:trace contextRef="#ctx0" brushRef="#br0" timeOffset="154770.69">14312 6229 0,'0'0'0,"-2"0"0,2 0 16,0 0-16,0 0 16,-16 7-16,-4 6 15,-5 13-15,0 7 16,-4 11 0,-4 9-16,0 3 15,0 6-15,0 19 16,4 15-16,-2 3 15,5-12-15,9-31 16,-2 10-16,-3 9 16,-3 8-16,2 6 15,0 35 1,8 20 0,1-1-1,5-15-15,7-47 16,3-10-16,1 0 15,1 3-15,0 3 16,1-3-16,0-20 16</inkml:trace>
  <inkml:trace contextRef="#ctx0" brushRef="#br0" timeOffset="155303.01">14435 7383 0,'0'-12'0,"0"-21"16,1-17-16,0-58 16,0 25-16,-5 2 15,-3 15-15,-3 1 16,-2 2-16,-4 2 16,2 5-16,-1 4 15,0 5 1,1 4-16,0 4 15,-2 2-15,0 3 16,2 7-16,0 5 16,3 6-16,1 5 15,2 2-15,2 3 16,6 6-16,-14-11 16,14 11-16,-10-7 15,10 7 1,0 0-16,0 0 15,-9-5-15,9 5 16,0 0-16,0 0 16,-9 8-16,6 1 15</inkml:trace>
  <inkml:trace contextRef="#ctx0" brushRef="#br0" timeOffset="156186.57">13718 8293 0,'0'0'0,"0"0"0,0-3 16,0 3-16,3-9 16,-3 9-1,8-9-15,-8 9 16,27-8-16,2 8 15,6 4-15,-5 3 16,2 7-16,1 5 16,0 4-16,5 3 15,-5-1-15,-2-2 16,-6-3-16,-8-7 16,4-2-16,11-5 15,1-3-15,-2-4 16,-10-4-1,-5-7-15,1-6 16,-1-6-16,-2 1 16,-6 0-16,-2 3 15,-3 1-15,-1 2 16,-1-7-16,-2-7 16</inkml:trace>
  <inkml:trace contextRef="#ctx0" brushRef="#br0" timeOffset="157286.79">14191 6292 0,'0'0'0,"0"0"16,0 0-16,0 0 16,-1 2-16,1-2 15,0 0-15,0 0 16,0 7-1,0-7-15,0 0 16,0 0-16,0 0 16,0 0-16,0 0 15,6 6-15,-6-6 16,10 1-16,0 1 16,2 0-16,3 0 15,3 1 1,4 1-16,2 4 15,1 2-15,-2-1 16,-1 4-16,-1 0 16,2 1-16,1 5 15,1-2-15,-1 1 16,2 2-16,0 0 16,4 3-16,1 0 15,-3-1-15,1 0 16,-2-2-1,-1 1-15,2 0 16,-1 0-16,-1-2 16,-2-2-16,-2 0 15,-1-1-15,-1-2 16,-2 0-16,0-1 16,-2 0-16,0-3 15,0 0-15,-1 0 16,-1-1-1,-1 0-15,0-1 16,-2 1-16,-3 0 16,-2-2-16,-6-7 15,11 11-15,-11-11 16,9 10-16,-9-10 16,7 8-16,-7-8 15,6 7-15,-6-7 16,0 0-16,5 6 15,-5-6 1,0 0-16,0 0 16,0 0-16,0 0 15</inkml:trace>
  <inkml:trace contextRef="#ctx0" brushRef="#br0" timeOffset="158286.01">14587 8317 0,'0'0'0,"10"-2"0,2 0 15,13-5-15,3-11 16,4-5-16,2-3 15,-1-2-15,-2 0 16,-4 3 0,-3 5-16,-4 1 15,-1 3-15,0 0 16,4 1-16,2 3 16,-5 3-16,-3 2 15,-6 3-15,-11 4 16,14-6-16,-14 6 15,0 0 1,13-5-16,-13 5 16,0 0-16,0 0 15,11-3-15,-11 3 16,0 0-16,0 0 16,0 0-16,0 0 15,0 0-15,0 0 16,10-7-16,-10 7 15,0 0 1,0 0-16,0 0 16,0 0-16,-2-9 15</inkml:trace>
  <inkml:trace contextRef="#ctx0" brushRef="#br0" timeOffset="159586.37">15077 6921 0,'0'0'0,"1"2"0,-1-2 0,8 7 15,2 3-15,7 2 16,10 4-16,4-2 16,2 0-16,0-1 15,-2 1-15,3-1 16,-1 0-16,-1 1 15,-5 2-15,-4 1 16,-5-3-16,-3-2 16,-2-2-1,-3-2-15,-3-2 16,0 1-16,-7-7 16,11 10-16,-11-10 15</inkml:trace>
  <inkml:trace contextRef="#ctx0" brushRef="#br0" timeOffset="160119.51">14934 8097 0,'0'0'0,"0"-1"0,0 1 0,7-7 15,3 0 1,6-2-16,2 1 16,-2 0-16,1 1 15,7-4-15,6-10 16,4-8-16,6-5 15,-10 7-15,-3 2 16,-3 5-16,3 1 16,7 3-1,2 4-15,-4 4 16,-9 5-16,-7 1 16,-2 2-16,-4 0 15,-10 0-15,14 0 16,-14 0-16,0 0 15,0 0-15</inkml:trace>
  <inkml:trace contextRef="#ctx0" brushRef="#br0" timeOffset="160802.74">15099 7004 0,'0'0'0,"0"0"0,0 0 16,0 4-16,0 5 15,-2 16-15,-1 24 16,-1 20-16,0 18 15,-1 14-15,-1 10 16,3 15-16,1 3 16,9 19 15,8-33-31,2-17 16,-1-35-16,-9-38 15,-1-14-15,-6-11 16,23-7-16,-1-15 15,2-28-15,-7-18 16,-3-24-16,-5-13 16,-6-3-16,-4-7 15,-4 18 1,-3 0-16,-3 20 16,-4 6-16,0 10 15,1 12-15,1 10 16,1 11-16,-1 8 15,0 7-15,-2 2 16,-5 6-16,-3 9 16,-5 9-16,-2 10 15,4 3 1,11-10-16</inkml:trace>
  <inkml:trace contextRef="#ctx0" brushRef="#br0" timeOffset="167886.39">9267 4570 0,'0'0'0,"0"0"0,0 0 0,0 0 0,0 0 16,-2 2 0,2-2-16,-1 6 15,1-6-15,4 15 16,-2-5-16,2 5 16,0 4-16,-1 0 15,0 3-15,-1-3 16,1-1-16,2 2 15,-1-2-15,5 5 16,-1 0 0,4 0-16,0-2 15,1-3-15,0 0 16,-1-5-16,-2-4 16,-10-9-16,17 7 15,-17-7-15,15-1 16,-15 1-16,21-10 15,0-8-15,13-18 16,7-19-16,1-8 16,1-3-1,-2-5-15,-1 2 16,-2 5-16,-5 7 16,-4 6-16,0 1 15,2-1-15,5-4 16,5 0-16,3-2 15,0 0-15,3-5 16,2 1 0,1 2-16,-2 0 15,-4 7-15,-1 3 16,-6 6-16,-2 2 16,-2 5-16,-4 4 15,-2 5-15,-3 3 16,1 2-16,-2 2 15,0 0-15,0 1 16,-3 0-16,0 3 16,-1 0-16,-3 2 15,-2 0 1,-4 4-16,-1 1 16,-1 1-16,0 0 15,-1 1-15,-7 7 16,8-10-16,-8 10 15,0 0-15,7-7 16,-7 7-16,0 0 16,0 0-1,6-7-15,-6 7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16,-13-5-16</inkml:trace>
  <inkml:trace contextRef="#ctx0" brushRef="#br0" timeOffset="169504.34">9493 5191 0,'0'0'0,"0"0"0,0 0 15,0 0-15,0 4 16,0-4-16,6 15 15,1-2-15,4 4 16,3 2-16,5 2 16,0 0-16,-1-3 15,0-1-15,2 1 16,0-1 0,3-1-16,-2-3 15,4-2-15,0-4 16,3-3-16,5-5 15,3-9-15,7-4 16,5-10-16,2-8 16,0-7-16,-2-4 15,-2-2-15,-1 1 16,-6 4-16,2-1 16,0 1-1,-5 4-15,2-4 16,0 2-16,2-4 15,0 1-15,-5 2 16,-4 7-16,-3 2 16,-2 2-16,-1 2 15,-5 5-15,-6 6 16,-6 5 0,-8 10-16,9-9 15,-9 9-15,0 0 16,0 0-16,0 0 15,0 0-15,0 0 16,5-7-16</inkml:trace>
  <inkml:trace contextRef="#ctx0" brushRef="#br0" timeOffset="173436.62">2272 5127 0,'0'0'0,"0"0"16,0 0-16,0 0 15,0 0-15,0 0 16,-3 0-1,3 0-15,0 0 16,-12 4-16,1-1 16,-4 3-16,-3 5 15,-2 7-15,0 4 16,1 0-16,1 3 16,4-2-16,3 0 15,3-1-15,2 1 16,2 4-16,2-3 15,0-1 1,1 0-16,2-2 16,1-3-16,2-4 15,0-3-15,0-3 16,-4-8-16,10 10 16,-10-10-16,20 6 15,-6-6-15,2-1 16,-1-2-16,0-1 15,-1-2 1,0-1-16,-2-2 16,2-2-16,-1 1 15,-3 3-15,-10 7 16</inkml:trace>
  <inkml:trace contextRef="#ctx0" brushRef="#br0" timeOffset="174835.54">2149 4129 0,'0'0'0,"0"0"0,0 1 16,0-1-16,0 0 16,-3 11-16,-3 8 15,-8 13-15,-3 3 16,2-5-16,2-4 15,0 0-15,1 4 16,5-4-16,0 3 16,3-1-1,1-3-15,2 1 16,3 1-16,4 0 16,2-2-16,1-4 15,0-3-15,0 0 16,1-1-16,-2-1 15,1-5-15,2-5 16,0-2-16,5 0 16,-2-4-1,-2-3-15,0 2 16,-2-3-16,1 0 16,-11 4-16,16-10 15,-16 10-15,8-8 16,-8 8-16,0 0 15,0 0-15,4-7 16,-4 7-16,4-11 16,-1 1-1,-3 10-15,2-9 16,-2 9-16,0 0 16,0 0-16</inkml:trace>
  <inkml:trace contextRef="#ctx0" brushRef="#br0" timeOffset="184035.34">1903 6369 0,'0'0'0,"0"0"0,0 0 15,0 0-15,0 0 16,0 1-16,0-1 15,0 0-15,3 9 16,1-3-16,1 2 16,1 5-16,3 3 15,1 2 1,0 2-16,1 0 16,-1-2-16,-1-1 15,-1 0-15,-1-4 16,2 0-16,1-1 15,3-1-15,1-2 16,1-2-16,1-2 16,3-3-16,5-5 15,0-8 1,9-10-16,2-9 16,3-7-16,0-5 15,-3-2-15,1-3 16,-2 2-16,0-1 15,-2 2-15,-1 2 16,1 4-16,0 0 16,-2 3-16,-2 3 15,-2 5 1,-5 4-16,0 1 16,-3 5-16,-2-1 15,-3 6-15,-4 3 16,-1 2-16,-8 7 15,9-7-15,-9 7 16,0 0-16,9-8 16,-9 8-16</inkml:trace>
  <inkml:trace contextRef="#ctx0" brushRef="#br0" timeOffset="193820.48">13166 1600 0,'0'0'0,"0"-3"0,0 3 0,0 0 16,0 0-16,0 0 15,19 11-15,-4-14 16,5-1-16,8-1 16,7 0-16,10 7 15,9 1-15,4 3 16,0 2-16,2-2 16,4 3-1,-5-3-15,8 1 16,-4 0-16,-1-5 15,-1 2-15,1-1 16,-2 0-16,-4 0 16,1-1-16,-5 0 15,0 1-15,-5 0 16,-7-1-16,-5-1 16,-4 0-16,-5 1 15,-4-1 1,-4 0-16,-6-1 15,-12 0-15,15 0 16,-15 0-16,0 0 16,0 0-16,10 0 15,-10 0-15,0 0 16,0 0-16,0 0 16</inkml:trace>
  <inkml:trace contextRef="#ctx0" brushRef="#br0" timeOffset="194253.03">14249 1585 0,'0'2'0,"0"-2"0,0 0 16,5 9-16,-5-9 16,0 0-16,17 9 15,-17-9-15,20 11 16,-8-2-16,0-2 16,-2-1-16,-10-6 15,12 9-15,-12-9 16,0 0-1,10 8-15,-10-8 16,0 0-16,0 0 16,-1 8-16,1-8 15,-36 22-15,-20 4 16,0-3-16,6-4 16,4-4-16,-3-2 15,3-4 1,2-3-1,1-2 1</inkml:trace>
  <inkml:trace contextRef="#ctx0" brushRef="#br0" timeOffset="194786.51">13335 1559 0,'0'0'0,"0"0"0,0 0 16,0 0-1,0 0-15,-1 2 16,1-2-16,-7 7 16,-1 1-16,-1 0 15,-1-1-15,0 0 16,10-7-16,-21 12 16,6-6-16,-1 1 15,1-2 1,1 0-16,6 1 0,3 7 15,5 4 1,10 1-16,14 4 16,5-1-16,10-4 15,0-2-15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16:37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4381 2376 0,'0'0'0,"0"0"0,0 2 16,0-2-16,8 10 16</inkml:trace>
  <inkml:trace contextRef="#ctx0" brushRef="#br0" timeOffset="620.54">4620 3665 0,'0'0'0,"0"0"0,0 0 15,0 0-15,0 0 16</inkml:trace>
  <inkml:trace contextRef="#ctx0" brushRef="#br0" timeOffset="1121.56">4376 4314 0,'0'0'0,"0"0"0,0 0 16,0 0-1,0 0-15,0 0 16,0 1-16,0-1 16</inkml:trace>
  <inkml:trace contextRef="#ctx0" brushRef="#br0" timeOffset="1655.65">4774 5372 0,'0'0'0,"0"0"0,0 0 0,0 0 16,0 0-16,-1 2 16,1-2-16,0 0 15</inkml:trace>
  <inkml:trace contextRef="#ctx0" brushRef="#br0" timeOffset="16169.63">8531 3671 0,'0'0'0,"0"0"0,0 0 0,0 0 15,0 0-15,0 0 16</inkml:trace>
  <inkml:trace contextRef="#ctx0" brushRef="#br0" timeOffset="17386.88">8541 2486 0,'0'0'0,"0"0"16,0 0-16,0 0 15</inkml:trace>
  <inkml:trace contextRef="#ctx0" brushRef="#br0" timeOffset="21537.2">8021 4341 0,'0'0'0,"0"0"0,0 0 0,0 0 16,0 1-16,0-1 16,0 0-1,0 0-15,0 0 0,0 0 16</inkml:trace>
  <inkml:trace contextRef="#ctx0" brushRef="#br0" timeOffset="28720.07">9002 5323 0,'0'0'0,"0"0"0,-3-1 16,3 1-16,-19-6 16,7 1-16,12 5 15,-13-5 1,13 5-16,0 0 0,0 0 16,0 0-1,0 0-15,0 0 16,0 0-16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17:57.33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8718 1568 0,'0'0'0,"0"0"0,0 0 0,0 0 0,0 3 16,0-3-16,-2 15 16,0 0-16,0 2 15,-1 1-15,0 0 16,0-2-16,0-3 15,0 0 1,0-1-16,-3 1 16,0 2-16,-2 0 15,-2 1-15,1 1 16,-1 3-16,0 0 16,2 6-16,2 2 15,2-3-15,2-5 16,2-5-16,2-3 15,1-1-15,1-2 16,0-1-16,1-2 16,-5-6-16,14 10 15,-1-6 1,6-1-16,5-1 16,1-2-16,-2-1 15,1 0-15,0-1 16,-2 1-16,-3-1 15,-4 2-15,-4-1 16,-11 1 0,14 0-16,-14 0 15,10-1-15</inkml:trace>
  <inkml:trace contextRef="#ctx0" brushRef="#br0" timeOffset="616.81">9307 1608 0,'0'0'0,"0"0"0,0 0 16,0 0-16,-2 4 16,2-4-16,-4 14 15,0 2 1,-1 4-16,-1 1 16,1 0-16,1 0 15,0-2-15,0-1 16,2-1-16,-1 1 15,0 3-15,-1 6 16,1 4-16,1 6 16,1-2-16</inkml:trace>
  <inkml:trace contextRef="#ctx0" brushRef="#br0" timeOffset="2816.26">10712 1475 0,'0'0'0,"0"0"16,0 0-16,0 2 16,0 5-16,-1 5 15,-1 8-15,0 1 16,-2 0 0,0 3-16,-2 2 15,1 0-15,-1-1 16,1-3-16,1-2 15,0-3-15,-1-2 16,2-1-16,0-3 16,0-1-16,1-1 15,0 0-15,-1 0 16,1-2 0,2 0-16,0-7 15,-1 11-15,1-11 16,5 12-16,1-5 15,4 1-15,6 0 16,4-4-16,2-1 16,4-4-16,-2-2 15,-1 0-15,-4 0 16,-4 0-16,-2 0 16,-2 1-1,0 0-15,1-1 16,2-1-16</inkml:trace>
  <inkml:trace contextRef="#ctx0" brushRef="#br0" timeOffset="3732.84">11334 1527 0,'0'0'0,"0"0"0,2-2 15,-2 2-15,26-16 16,-2 4-16,1 3 16,-1 2-1,-3 2-15,-5 2 16,-1 2-16,-5 1 15,-10 0-15,18 3 16,-18-3-16,13 6 16,-7 0-16,0 3 15,-4 5-15,-6 8 16,-7 3-16,-5 2 16,-4 5-1,0-1-15,0-2 16,4-4-16,4-5 15,3-7-15,2-3 16,1-3-16,6-7 16,-5 10-16,5-10 15,0 0-15,-4 7 16,4-7-16,0 0 16,8 7-16,15-3 15,26-3 1,11-2-16,17-4 15,-2-2-15,13-4 16,5-1-16,-11-1 16,-13 4-16</inkml:trace>
  <inkml:trace contextRef="#ctx0" brushRef="#br0" timeOffset="7883.89">13475 1520 0,'0'0'0,"-2"-2"0,2 2 0,0 0 16,-3-7-16,3 7 15,0 0-15,0 0 16,0 0-16,-8-6 15,8 6-15,0 0 16,-12-7-16,3 3 16,-3-2-1,-2 0-15,2 2 16,1 3-16,11 1 16,-19 0-16,9 4 15,-4 2-15,-1 4 16,-1 3-16,3-1 15,3-1-15,1 1 16,3 0 0,2 0-16,3-1 15,2-3-15,2 1 16,4-1-16,0-2 16,-7-6-16,17 9 15,-17-9-15,16 7 16,-16-7-16,0 0 15,11 5-15,-11-5 16,-1 7-16,-5 6 16,-6 7-16,0-1 15,2-6 1,2-2-16,1-4 16,2 0-16,5-7 15,-6 11-15,8-3 16,3 1-16,4 1 15,1-2-15,4-3 16,8 0-16,3-2 16,1-2-16,0-2 15,-3-3 1</inkml:trace>
  <inkml:trace contextRef="#ctx0" brushRef="#br0" timeOffset="8233.43">13782 1544 0,'0'0'0,"0"0"16,0 0-16,-3 3 15,3-3-15,-3 14 16,-1-3-16,0 3 16,1-2-16,1 1 15,0-2 1,1-3-16,0-2 16,1-6-16,0 9 15,0-9-15,3 8 16,4-1-16,11 4 15,11-5-15,18-3 16,10-4-16,6 0 16</inkml:trace>
  <inkml:trace contextRef="#ctx0" brushRef="#br0" timeOffset="9182.86">13880 1439 0,'0'0'0,"0"0"0,0 0 16,0 0-16,0 0 16,-2 0-16,2 0 15,0 0-15,0 0 16,0 0 0,0 0-16,0 0 15,0 0-15,-7 6 16,7-6-16,-3 9 15,1-1-15,0 4 16,0 1-16,0 1 16,-2 3-16,0 0 15,0-2 1,0-3-16,1-1 16,-2 0-16,2 0 15,-1-1-15,-1-2 16,3-1-16,0-1 15,2-6-15,-4 11 16,4-11-16,-3 8 16,3-8-16,0 0 15,10 6 1,14-5-16,27-1 16,13-5-16,11-4 15</inkml:trace>
  <inkml:trace contextRef="#ctx0" brushRef="#br0" timeOffset="11432.82">8444 2419 0,'0'0'0,"6"-1"0,7 0 16,27-5-16,37-13 15,25-22-15,15-6 16,16-9-16,4 0 16,8-5-16,-6 7 15,10 8-15,-9 11 16</inkml:trace>
  <inkml:trace contextRef="#ctx0" brushRef="#br0" timeOffset="12282.52">10521 2033 0,'0'0'0,"0"0"0,0 0 0,0 0 16,2 3-16,-2-3 15,0 0 1,20 9-16,12-3 15,19-2-15,21-2 16,11-4-16,24-1 16,24-3-16,22-4 15,23-5-15,8-1 16,7-1-16</inkml:trace>
  <inkml:trace contextRef="#ctx0" brushRef="#br0" timeOffset="13965.77">13745 2237 0,'3'0'0,"11"2"0,10 2 16,35 2-16,17 0 16,-2-6-16,10-3 15,-7-2-15,-16 1 16,3-3-16,-14 0 15,-3-1-15,-9 1 16,-8 0 0</inkml:trace>
  <inkml:trace contextRef="#ctx0" brushRef="#br0" timeOffset="14182.46">14052 2008 0,'0'0'0,"0"0"0,-1 4 16,-2 17-16,-8 35 15,-5 40-15,0 31 16,-3 26-16</inkml:trace>
  <inkml:trace contextRef="#ctx0" brushRef="#br0" timeOffset="19965.75">8293 2246 0,'0'0'0,"0"0"0,0 0 0,0 0 15,0-1-15,0 1 16,0 0-16,12-7 16,10-2-16,16-1 15,8-1-15,2 1 16,-1 1-16,0-1 16,1 0-1,6-1-15,6-2 16,4-1-16,3-1 15,-3 1-15,0 0 16,-1 1-16,1 3 16,5 0-16,-7 2 15,-2 0-15,1-1 16,-9 3-16,-5 0 16,-10 0-16,-8-1 15,-2-2-15,-3 0 16,-2 0-1,-4 1-15,-2 2 16,-3 2-16</inkml:trace>
  <inkml:trace contextRef="#ctx0" brushRef="#br0" timeOffset="26415.57">8833 2800 0,'0'0'0,"0"0"0,-1 1 15,1-1-15,-4 10 16,-1-1-16,-3 5 16,-2 4-16,-2 2 15,-2 3-15,-4 3 16,-4 0 0,-2 1-16,-3 0 15,0-4-15,0 0 16,1-1-16,-2 1 15,-1 2-15,4-1 16,1-1-16,3-2 16,3-1-16,4-4 15,2-4-15,3-2 16,3-3 0,6-7-16,-9 10 15,9-10-15,0 0 16,-7 7-16,7-7 15,0 0-15,0 0 16,0 0-16,0 0 16,0 0-16,0 0 15,0 0-15,1-8 16,3-10-16,2-7 16,2-3-16,-1 2 15,0 4 1,0 2-16,-1 5 15,-1 5-15,-3 2 16,2 1-16,-4 7 16,5-11-16,-5 11 15,7-13-15,-2 7 16,1-1-16,0 0 16,-6 7-1,8-10-15,-8 10 16,0 0-16,6-7 15,-6 7-15,0 0 16,0 0-16,0 0 16,0 0-16,0 0 15,11-2-15,-11 2 16,12 10 0,-2-1-16,1 5 15,2 6-15,1 7 16,-1 7-16,-3 0 15,0 0-15,-4-6 16,0-2-16,-1-4 16,0 1-16,0-1 15,-1-4-15,-1-3 16,1-3-16,3-4 16,7-3-16,7-3 15</inkml:trace>
  <inkml:trace contextRef="#ctx0" brushRef="#br0" timeOffset="27617.26">9288 2471 0,'0'0'0,"0"1"16,0-1-16,-7 10 15,-4 6-15,-8 12 16,-7 8-16,-2 6 16,-2 2-16,0 11 15,4 10 1,2 7-16,5 4 15,3 9-15,6 4 16,5-2-16,2 8 16,2 6-16,2 12 15,2-5-15</inkml:trace>
  <inkml:trace contextRef="#ctx0" brushRef="#br0" timeOffset="28615.82">9570 2650 0,'0'0'0,"0"0"0,0 3 16,0 3-16,0 14 16,-1 14-16,-1 9 15,-1 5 1,0 2-16,-1 2 0,0-4 16,1-3-16,0-1 15,1-1 1,-2 2-16,1-1 0,0-3 15,1-1 1,-2 5-16,1 0 16,-1 12-1</inkml:trace>
  <inkml:trace contextRef="#ctx0" brushRef="#br0" timeOffset="29515.92">9794 2781 0,'0'0'0,"0"0"0,0 0 16,0 3-16,0 5 16,-1 11-16,-2 7 15,0 6-15,0 5 16,1 2-16,-1 3 15,3-4 1,4-3-16,2-5 16,3-1-16,0-7 15,0-7-15,-1-2 16,6-12 0,10-15-1,13-22-15,-1-5 16,-17 11-16,-7-1 15,-3 6 1,-2 4-16,-4 9 16,-1 5-16,-2 7 15,0 0-15,0 0 16,0 0-16,11 7 16,-3 12-16,3 10 15,-1 1-15,-2 2 16,0-3-16,-2-5 15,-2-5 1,-1-7-16,0-5 16,-3-7-16,0 0 15,15 1-15,3-16 16,9-12-16,-4-14 16,-8-3-16,-1 1 15,-2 1-15,-2 9 16,-2 4-16,-4 11 15,-1 6 1,-1 6-16,-2 6 16,2-9-16,-2 9 15,0 0-15,3-7 16,-3 7-16,0 0 16</inkml:trace>
  <inkml:trace contextRef="#ctx0" brushRef="#br0" timeOffset="30265.94">10431 2791 0,'0'0'0,"1"2"0,-1-2 16,2 7-1,-1-1-15,0 5 16,0 8-16,-3 10 16,-1 5-16,0 6 15,0-1-15,0 0 16,0 2-16,1 0 15,0-6-15,2 1 16,-1-4 0,1-7-16,-1-4 15,0-3 1</inkml:trace>
  <inkml:trace contextRef="#ctx0" brushRef="#br0" timeOffset="30733.22">10656 2627 0,'0'0'0,"0"0"0,0 0 16,0 4-1,-3 11-15,-1 21 16,2 15-16,3 5 16,2-3-16,-1 5 15,0-2-15,-1-8 16,2 6-16,-1-1 15,0 0-15,-1 8 32</inkml:trace>
  <inkml:trace contextRef="#ctx0" brushRef="#br0" timeOffset="32366.14">9774 3668 0,'0'0'0,"0"0"0,0 0 16,0 0-16,0 0 15,2-5-15,6-3 16,14-6 0,7 1-16,2 2 15,-1 1-15,5-2 16,2 0-16,2 0 15,3-1-15,-8 3 16,1-1-16,-3 1 16,-3 1-16</inkml:trace>
  <inkml:trace contextRef="#ctx0" brushRef="#br0" timeOffset="32664.93">9922 3471 0,'0'0'0,"0"2"16,0-2-16,0 25 15,2 9-15,-2 8 16,2-2-16,-1-4 16,0 0-16,2-2 15,3-3-15,1 7 16,2-10-16</inkml:trace>
  <inkml:trace contextRef="#ctx0" brushRef="#br0" timeOffset="32999.72">9368 3943 0,'0'0'0,"0"0"15,0 0-15,0 5 16,3 12 0,-3 17-16,-2 8 15,0 4-15,-1 3 16,0 2-16,1-3 15,-1-8-15,2-5 16,-1 1-16,2-9 16</inkml:trace>
  <inkml:trace contextRef="#ctx0" brushRef="#br0" timeOffset="33566.44">9563 3939 0,'0'0'0,"0"0"0,0 2 0,0-2 15,2 16-15,2 12 16,0 23-16,-4 10 15,0-1-15,-2-3 16,0-14-16,2-11 16,-1-8-16,1-8 15,1-5-15,-1-5 16,0-6-16,0 0 16,12-2-16,4-13 15,4-11 1,-3 3-16,-3 3 15,-5 7-15,-4 5 16,-5 8-16,0 0 16,0 0-16,16-1 15,-5 11-15,0 3 16,0 4-16,1 2 16,0-1-1,-4 0-15,-1-5 16,-3-5-16,-4-8 15,14 4-15,0-7 16,-2-5-16,5-10 16,3-10-16,-2-4 15,-6-1-15,-5 7 16,-4 8-16,-2 4 16,-1 6-16,0 2 15,0 6 1,-1-9-16,1 9 15</inkml:trace>
  <inkml:trace contextRef="#ctx0" brushRef="#br0" timeOffset="33966.18">9967 4057 0,'0'0'0,"0"0"16,0 0-16,7 0 15,-7 0-15,17 2 16,-4-1-16,-1 3 16,-1 3-16,-3 4 15,-1 4-15,-3-1 16,-1 2-16,-1 4 16,-4 5-1,-4 2-15,-1-5 16,2-4-16,0-7 15,2-3-15,3-8 16,-3 11-16,3-11 16,-3 7-16,3-7 15,0 0-15,4 7 16,-4-7-16,20 7 16,-9-7-16,5-3 15,-1-1 1,1-1-16,-3 0 15,-13 5-15,19-13 16,-7 4-16</inkml:trace>
  <inkml:trace contextRef="#ctx0" brushRef="#br0" timeOffset="34232.47">10233 4021 0,'0'0'0,"0"0"0,0 0 15,0 0-15,-1 2 16,1-2-16,0 16 16,0 8-16,0 5 15,-1 6 1,-3 0-16,1 3 15,-1-4-15,0-2 16,0-1-16</inkml:trace>
  <inkml:trace contextRef="#ctx0" brushRef="#br0" timeOffset="34965.55">10452 4240 0,'0'0'0,"2"0"16,-2 0-16,18 2 15,-2 0-15,0 1 16,-1 0-16,-2-2 16,4-1-16,0-1 15,3-6 1,-2 1-16,-4 0 15,-4 2-15,-10 4 16,14-6-16</inkml:trace>
  <inkml:trace contextRef="#ctx0" brushRef="#br0" timeOffset="35232.24">10550 4137 0,'0'0'0,"0"0"0,0 0 15,0 0-15,0 0 16,-3 1-16,3-1 16,-6 22-16,-1 5 15,0 7-15,0-2 16,-1 1-1,3-2-15,1-2 16,1-8-16</inkml:trace>
  <inkml:trace contextRef="#ctx0" brushRef="#br0" timeOffset="35699.51">9659 4639 0,'0'0'0,"0"2"0,0-2 0,0 0 0,0 0 16,2 9-16,-1 10 16,-3 18-16,-4 9 15,-5 10-15,1-2 16,-1 2-16,1-4 16,-1 1-16,1-6 15,2-1-15,0-6 31</inkml:trace>
  <inkml:trace contextRef="#ctx0" brushRef="#br0" timeOffset="36265.87">9758 4786 0,'0'0'0,"0"2"0,0-2 0,0 0 0,0 0 16,0 13-16,0 11 16,0 15-16,0 4 15,0-4-15,0-2 16,1-7-1,0-10-15,1-8 16,0-4-16,-2-8 16,3 7-16,8-9 15,8-7-15,7-9 16,-5-2-16,-5 3 16,-5 3-16,-4 6 15,-7 8-15,9-9 16,-9 9-1,0 0-15,12 1 16,-1 12-16,4 8 16,-2-1-16,-2-3 15,-2-2-15,-1-1 16,0-2-16,1-3 16,2-5-16,3-9 15,3-8-15,1-6 16,0-6-16,-2-4 15,0-2 1,-6 6-16,-2 1 16,-3 7-16,-3 5 15,0 2-15,-2 10 16,1-7-16,-1 7 16</inkml:trace>
  <inkml:trace contextRef="#ctx0" brushRef="#br0" timeOffset="36882.8">10231 4785 0,'0'0'0,"0"-1"0,0 1 16,0 0-16,3-10 15,0 3 1,1-2-16,-4 9 16,7-8-16,-7 8 15,0 0-15,12-5 16,-12 5-16,0 0 16,0 0-16,0 0 15,0 0-15,9 23 16,-13 5-16,-1 3 15,-1-4-15,2-5 16,0-3 0,1-6-16,-2-2 15,2-2-15,3-9 16,-4 9-16,4-9 16,0 0-16,0 0 15,2 6-15,-2-6 16,14 6-16,-1-1 15,-1-2 1,4 0-16,-1 1 16,-1-1-16,-1-1 15,-13-2-15,15 4 16,-15-4-16,0 0 16,0 0-16,9 12 15,-9-1-15,-3 3 16,-2-3-1,-4 1-15,-2-2 16,-2-3-16,0 1 16,-2-1-16,1 0 15,2-2-15,-1 1 16,13-6-16</inkml:trace>
  <inkml:trace contextRef="#ctx0" brushRef="#br0" timeOffset="37349.25">10521 4650 0,'0'0'0,"-1"3"0,1-3 0,0 0 16,0 0-16,0 0 16,-5 7-1,5-7-15,0 0 16,-3 10-16,3-4 16,-2 4-16,2 5 15,0 9-15,2 19 16,-1 16-16,2 22 15,-1 16-15,0 5 16</inkml:trace>
  <inkml:trace contextRef="#ctx0" brushRef="#br0" timeOffset="38300.28">8813 5086 0,'0'0'0,"0"0"16,0 0 0,3 3-16,-3-3 15,11 20-15,5 8 16,4 16-16,-1 10 16,-1 8-16,-3 0 15,-3 3-15,-1 1 16,-4 0-16,-3 2 15,-5-2-15,-6-7 16,-6-9-16,-3-3 16,-4-7-1,-2-3-15,-3-5 0,1-4 16,1-5 0,-4-2-16,-2-7 15,-3-3-15</inkml:trace>
  <inkml:trace contextRef="#ctx0" brushRef="#br0" timeOffset="40549.28">11526 1962 0,'0'0'0,"0"0"0,0 0 15,1 3 1,-1-3-16,6 14 16,0 0-16,4 7 15,5 5-15,10-3 16,4-3-16,3-5 15,5-3-15,1-1 16,-6-3-16,-1-2 16,-7 0-16,0-1 15,-4 7-15,-4 3 16,-1 5 0,-7 6-16,0 9 15,-4 6-15,-5 3 16,-2 2-16,-2 3 15,-2 5-15,-1-4 16,1 0-16,1-10 16,0 0-16,0 2 15,2-10-15,-1-5 16,3-11-16,0-4 16,1-4-1,1-8-15,-2 9 16,2-9-16,0 0 15,-2 7-15,2-7 16,0 0-16,0 0 16,-16-7-16,5-1 15,-1-1-15,3 3 16,9 6 0,-7-8-16,7 8 15,0 0-15,-7-7 16,7 7-16,0 0 15,0 0-15,0 0 16,0 0-16,0 0 16,0 0-16,9 6 15,1-6-15,6-4 16,5-5-16,-9 3 16,-12 6-1</inkml:trace>
  <inkml:trace contextRef="#ctx0" brushRef="#br0" timeOffset="41399.22">11814 3070 0,'0'0'0,"0"1"0,0-1 16,-2 18-1,-2 12-15,-2 11 16,-4 7-16,-7 3 15,-3 2-15,-3 0 16,-2-6-16,-2-3 16,0-7-16,2-5 15,-1-4-15,5-9 16,7-8-16,2-3 16,12-8-16,-17 1 15,6-13 1,2-17-16,7-17 15,4 1-15,5 2 16,0 11-16,-1 10 16,0 6-16,-2 6 15,-1 4-15,-3 6 16,13-4-16,2 8 16,5 8-1,3 6-15,3 5 16,-2 3-16,0 0 15,-3-4-15,-4-4 16,-1-1-16,-2-4 16,-1 0-16,5-1 15,-2-6-15,15-4 16</inkml:trace>
  <inkml:trace contextRef="#ctx0" brushRef="#br0" timeOffset="41733.18">12219 2978 0,'0'0'0,"-1"2"16,-5 4-16,-15 19 16,-15 20-16,-2 13 15,11 8-15,2 2 16,-1 3-16,2 0 16,1 5-1,7-10-15,9-9 16,3 4-16,6-3 15,7 2-15,16 9 32</inkml:trace>
  <inkml:trace contextRef="#ctx0" brushRef="#br0" timeOffset="42499.59">12384 3256 0,'0'2'0,"-3"4"0,-1 10 16,-10 23-16,2 12 16,5 0-16,2 2 15,2-3 1,3-5-16,1-9 15,2-12-15,1-8 16,-1-7-16,-3-9 16,16 5-16,1-12 15,8-13-15,3-9 16,-3-1-16,1 0 16,-7 6-16,-3 3 15,-4 5 1,-5 5-16,-2 3 15,-5 8-15,5-6 16,-5 6-16,0 0 16,8 10-16,1 10 15,-1 11-15,-2 5 16,-2-7-16,-1-10 16,-1-8-1,-2-4-15,0-7 16,1 7-16,-1-7 15,15-19-15,11-22 16,-3-11-16,-3 4 16,0-5-16,-5 10 15,0 4-15,-8 9 16,-3 11-16,-3 6 16,-1 5-16,0 8 15,0-9-15,0 9 16,0 0-1,0-7-15,0 7 16,0 0-16,-10 11 16,0 7-16</inkml:trace>
  <inkml:trace contextRef="#ctx0" brushRef="#br0" timeOffset="42782.75">12769 3493 0,'0'0'0,"0"5"0,-1 4 15,-1 17 1,0 14-16,-1-3 15,2 0-15,-2-3 16,0-2-16,0 1 16,2-6-16,-2-4 15,1-8-15,1-4 16,1-4-16,0-7 16,0 0-16</inkml:trace>
  <inkml:trace contextRef="#ctx0" brushRef="#br0" timeOffset="43481.81">12805 2983 0,'0'0'0,"0"0"0,0-1 16,0 1-16,0 0 15,13-12 1,2 6-16,2 5 16,-1 2-16,0 2 15,-3 1-15,-1 4 16,-2 2-16,-1 6 16,-3 5-1,-7 7-15,-3 5 0,-1 3 16,-2-7-16,2-6 15,2-6 1,1-4-16,1-4 16,0-2-16,1-7 15,-1 10-15,1-10 16,5 6-16,6-2 16,6-4-16,9-5 15,6-4 1,3-2-16,-3-1 15,-7 3-15,-5 1 16,-2 1-16,-3 2 16,-5 0-16,-10 5 15</inkml:trace>
  <inkml:trace contextRef="#ctx0" brushRef="#br0" timeOffset="43815.61">13028 3528 0,'0'0'0,"0"0"0,0 0 0,0 0 15,0 0 1,2 0-16,-2 0 16,24 0-16,-6-1 15,1-1-15,-3-1 16,0-2-16,-1-2 16,3 0-16,0-2 15,4-2-15,1 0 16,-7 3-16</inkml:trace>
  <inkml:trace contextRef="#ctx0" brushRef="#br0" timeOffset="44082.43">13121 3342 0,'0'0'0,"0"2"0,0-2 16,0 11 0,0 11-16,0 11 15,-3 9-15,-1 3 16,-2 0-16,2-4 16,0-6-16,1-5 15,1-5-15,1-2 16,3-2-16</inkml:trace>
  <inkml:trace contextRef="#ctx0" brushRef="#br0" timeOffset="44765.36">13420 3365 0,'0'0'0,"0"0"0,0 0 0,0 0 16,-6 5-16,-5 17 15,-5 25-15,4 1 16,2 4-16,3-8 15,2-1 1,0-5-16,3-19 16,1-11-16,1-8 15,0 0-15,3 7 16,8-9-16,18-20 16,11-18-16,-6-7 15,-14 22-15,-6 7 16,-1 2-16,-4 5 15,-1 2 1,-2 2-16,-6 7 0,7-11 16,-7 11-1,0 0-15,19 3 16,-2 9-16,-5 6 16,-5 8-16,-1-8 15,-4 2-15,-1-11 16,-1-9-16,1 8 15,-1-8-15,0 0 16,1 9-16,-1-9 16,0 0-1,12-7-15,7-16 16,-1-5-16,-3-3 16,-6 10-16,-3 1 15,-1 0-15,-2 3 16,0 5-16,-1 1 15,-2 5 1,0 6-16,2-11 16,-2 11-16,0-7 15,0 7-15,0 0 16,0 0-16</inkml:trace>
  <inkml:trace contextRef="#ctx0" brushRef="#br0" timeOffset="45199.28">13767 3702 0,'0'0'0,"0"0"0,2-2 16,3-5-16,0-3 15,1 1-15,-6 9 16,0 0-16,12-4 15,-12 4-15,12 8 16,-9 1 0,-5 13-16,-5 16 15,-5 5-15,-3-2 16,4-10-16,0-5 16,-2-3-16,2-2 15,1-5-15,4-3 16,1-3-16,-1 0 15,2-4 1,4-6-16,0 0 0,0 0 16,0 0-1,18 3-15,9-8 16,4 1-16,2-4 16,-3-3-16,-8 3 15,-3-1-15,-7 0 16,6-1-16,1-2 15,-19 12-15</inkml:trace>
  <inkml:trace contextRef="#ctx0" brushRef="#br0" timeOffset="45715.47">13796 3055 0,'0'0'0,"0"0"0,0 0 15,0 0-15,3-1 16,-3 1-16,0 0 15,12 1-15,-12-1 16,14 5-16,-14-5 16,14 9-16,-8-1 15,1 2 1,-2 1-16,-2 4 16,-3 3-16,-4 6 15,-3 4-15,0-3 16,3-6-16,0-7 15,3-4-15,4-1 16,7-1-16,7-1 16,8-6-1,3-4-15,10-5 16,-6 0-16,-4 0 16,-4 1-16,-9 4 15,-1-1-15,-14 6 16,14-7-16,-14 7 15,11 0-15,-11 0 16</inkml:trace>
  <inkml:trace contextRef="#ctx0" brushRef="#br0" timeOffset="46115.48">14098 3571 0,'-3'0'0,"3"0"16,0 0-16,-10 0 15,10 0-15,0 0 16,0 0-16,0 0 16,0 0-16,0 0 15,0 0 1,25 4-16,4-7 16,5-2-16,-3-1 15,3-1-15,-2 0 16,-8 2-16,-3 1 15,-5 0-15,-2 1 16,-4-4-16</inkml:trace>
  <inkml:trace contextRef="#ctx0" brushRef="#br0" timeOffset="46332.63">14111 3412 0,'0'0'0,"0"0"0,0 0 0,-3 0 16,3 0-16,0 0 16,-7 15-16,-1 0 15,-2 9 1,-4 10-16,0 0 16,2-1-16,-2 11 15,6-10-15,3-14 16,4 0-16,1-5 15,-1 16-15,0 16 16</inkml:trace>
  <inkml:trace contextRef="#ctx0" brushRef="#br0" timeOffset="47114.81">14558 3420 0,'0'0'0,"0"0"16,0 0-16,-1 3 15,-1 4 1,-3 8-16,-3 9 16,2 5-16,2 0 15,1-1-15,0-11 16,2-5-16,0-5 15,1-7-15,2 8 16,7-1-16,7-2 16,9-5-16,3-9 15,-1-10 1,-4 3-16,-5 0 16,-3 2-16,-4 3 15,-3 2-15,-8 9 16,8-9-16,-8 9 15,10 6-15,2 8 16,-2 14-16,1 9 16,-3 1-16,-2-3 15,-2-13-15,-1-8 16,0-3 0,1-4-16,1 0 15,-5-7-15,19 2 16,-2-8-16,7-14 15,1-9-15,-1-11 16,-5-2-16,-3-2 16,-3 4-16,-4 9 15,-2 6 1,-1 9-16,-3 7 31,-3 9-31,2-10 16,-2 10-16,1-7 15,-1 7-15,2-8 16,-2 8-16,0 0 16,0 0-16</inkml:trace>
  <inkml:trace contextRef="#ctx0" brushRef="#br0" timeOffset="47715.6">15040 3722 0,'0'0'0,"0"0"0,2-3 16,-2 3-16,8-7 15,-8 7-15,13-10 16,-3 6-16,3 1 15,2 0-15,-2 2 16,-2 0-16,-11 1 16,15 1-16,-15-1 15,13 4 1,-13-4-16,7 14 16,-7 1-16,-6 5 15,-5 5-15,-3 2 16,-3 0-16,3-4 15,2-5-15,3-2 16,1-3-16,0 0 16,2 1-16,2 0 15,2 0-15,4 1 16,1 0 0,3 1-16,3-1 15,4 3-15,4 2 16,-1-1-16,0 0 15,-4 1-15,-5 2 16,-3-2-16,-3-9 16,-1-2-16,-5 1 15,-7 1-15,-4 2 16,-2-5 0,5-3-16,-5-3 15,-5-11-15,-2-8 16,1-6-16,-1-15 15,2 4-15,0-1 16,4 8-16</inkml:trace>
  <inkml:trace contextRef="#ctx0" brushRef="#br0" timeOffset="48365.36">15143 2990 0,'0'0'0,"0"0"0,0 0 16,3-1-1,-3 1-15,0 0 16,17-8-16,-5 1 15,3 1-15,-2 2 16,0 0-16,-2 4 16,-2 2-16,-9-2 15,19 14-15,-12 0 16,-3 4-16,-5 7 16,-5 7-1,-6 4-15,-3 0 16,-3-5-16,2-7 15,1 0-15,2-5 16,4-5-16,3-4 16,6-10-16,-6 9 15,6-9-15,0 0 16,17 6-16,18-6 16,11-6-1,5-3-15,-3 0 16,-4 1-16,-8 1 15,-7 1-15,-6-1 16,-5 2-16,-18 5 16,0 0-16</inkml:trace>
  <inkml:trace contextRef="#ctx0" brushRef="#br0" timeOffset="48832.14">14041 3558 0,'0'0'0,"-5"-1"16,5 1-16,-20-2 16,5 1-16,2 0 15,3 0 1,10 1-16,-12-1 15,12 1-15,0 0 16,0 0-16,-10 0 16,10 0-16,0 0 15,0 0-15,0 0 16,-2 7-16,2-7 16,20 14-1,13-6-15,13-3 16,9-2-16,-1-4 15,-6 0-15,3-1 16</inkml:trace>
  <inkml:trace contextRef="#ctx0" brushRef="#br0" timeOffset="49532.81">15210 3607 0,'0'0'0,"0"-2"15,0 2 1,0 0-16,0 0 15,23-9-15,-3 6 16,4 0-16,3 2 16,1 1-16,3 0 15,-2-1-15,-3-5 16,-1-3-16,-5-1 16,-3 3-16</inkml:trace>
  <inkml:trace contextRef="#ctx0" brushRef="#br0" timeOffset="49799.09">15372 3459 0,'0'0'16,"0"0"-16,0 0 15,0 3-15,-1 6 16,-2 13-16,1 14 16,3 6-16,1-4 15,1-5-15,-2-13 16,1 0-16,-2-3 16,-2 0-16</inkml:trace>
  <inkml:trace contextRef="#ctx0" brushRef="#br0" timeOffset="50331.86">15711 2999 0,'0'0'0,"0"0"15,0 0-15,0 0 16,0 2-16,0-2 16,0 0-16,1 10 15,2 3-15,1 4 16,1 6-1,1 3-15,4 7 16,0 4-16,-7-24 16,2 20-16,0 15 15,3 7-15,-1 16 16,-2 1-16,-1 3 16,-2-3-16,-1-4 15,-10 2-15,-57 43 16</inkml:trace>
  <inkml:trace contextRef="#ctx0" brushRef="#br0" timeOffset="68998.98">12084 1622 0,'0'0'0,"0"0"0,0 0 0,0 0 16,0 1-16,0-1 16,0 0-1,0 7-15,0-7 16,0 8-16,0-8 16,0 7-16,0-7 15,0 7-15,0-7 16,0 0-16,0 0 15,3 6-15,-3-6 16,0 0 0,0 0-16,6 10 15,-6-10-15,8 12 16,-2-5-16,-2 0 16,-4-7-16,8 10 15,-8-10-15,8 9 16,-8-9-16,8 8 15,-8-8-15,12 4 16,-12-4-16,18 4 16,-4-3-1,2 0-15,2-2 16,4 0-16,0-1 16,1-3-16,-4 1 15,-2 0-15,-3 1 16,-1-2-16,-2 0 15,-1 0-15,-10 5 16,16-9-16,-16 9 16,17-9-1,-17 9-15,14-7 16,-14 7-16,10-7 16,-10 7-16,0 0 15,14-7-15,-14 7 16,13-7-16,-13 7 15,18-10-15,-9 5 16,4-1-16,2-1 16,1-2-1,2-2-15,1 0 16,3 0-16,0-1 16,2 2-16,3 0 15,2 1-15,-1-2 16,0 3-16,1-2 15,-1 3-15,-1-1 16,0 1-16,-3 2 16,-2 0-1,-5 3-15,-2 1 16,-4 0-16,-11 1 16,15 0-16,-15 0 15,0 0-15,12 0 16,-12 0-16,0 0 15,0 0-15,0 0 16,0 0-16,0 0 16,0 0-1,0 0-15</inkml:trace>
  <inkml:trace contextRef="#ctx0" brushRef="#br0" timeOffset="76582.25">11660 4136 0,'0'0'0,"0"0"0,0 0 16,0 0-16,0 0 16,3 0-16,-3 0 15,22 0-15,2 0 16,7 0-16,3 0 15,3 0 1,6 0-16,6 0 0,7 0 16,2 0-16,6 0 15,4-1 1,5-1-16,3-1 16,0-2-16,4-1 15,-1 2-15,3-3 16,3 2-16,-2-1 15,3 0-15,-4 0 16,-8-1-16,-7 1 16,-6 0-1,-8 1-15,-7 1 16,-6 1-16,-4 0 16,-5 1-16,0 1 15,-3-1-15,1 0 16,1 0-16,2-2 15,1-2-15</inkml:trace>
  <inkml:trace contextRef="#ctx0" brushRef="#br0" timeOffset="90799.04">2186 4281 0,'0'0'0,"0"0"0,0 0 0,11-5 16,10-3-1,10-5-15,6 2 16,4 6-16,-1 4 16,1 4-16,-2 4 15,0 2-15,-2 2 16,-1-1-16,-3 0 15,0 0-15,-1-1 16,-3-1-16,0-1 16,-2 0-1,1 0-15,2 2 16,2-1-16,3 1 16,4-3-16,6-4 15,10 1-15</inkml:trace>
  <inkml:trace contextRef="#ctx0" brushRef="#br0" timeOffset="135481.54">3369 3517 0,'0'0'0,"0"0"0,0 0 0,0 0 16,0 0-16,-2 4 15,-2 4 1,-2 10-16,-8 15 16,-4 11-16,-6 20 15,-6 10-15,-3 10 16,5-8-16,13 28 31,0-7-31,7-4 16,12-21-16,13-30 15,1-12-15,6-8 16,-4-6 0,-4-7-16</inkml:trace>
  <inkml:trace contextRef="#ctx0" brushRef="#br0" timeOffset="135998.65">3598 3908 0,'0'0'0,"-2"4"0,0 2 16,-3 12-1,-2 8-15,-2 6 16,3-1-16,0-2 16,6-3-16,2-6 15,2-4-15,0-1 16,2-2-16,2-2 15,5-4-15,6-9 16,2-5 0,2-8-16,-8 0 15,-4-5-15,1-2 16,-4-10-16,-3 0 16,-4 9-16,-5 0 15,-3 5-15,-1 2 16,-1 3-16,1 4 15,2 1-15,6 8 16,-10-8 0,10 8-16,0 0 15,0 0-15</inkml:trace>
  <inkml:trace contextRef="#ctx0" brushRef="#br0" timeOffset="136213.74">4000 3877 0,'0'0'0,"0"0"0,0 0 0,3-3 0,9-1 16,13-7-16</inkml:trace>
  <inkml:trace contextRef="#ctx0" brushRef="#br0" timeOffset="136548.26">4421 3669 0,'0'0'0,"0"0"0,0 0 0,0 0 0,-2-2 16,2 2-16,0 0 15,0 0-15,-16 5 16,4 1-16,-8 7 15,-2 5-15,3 6 16,2-4 0,5-1-16,3 0 0,3 2 15,4 4 1,2 5-16,1 2 16,2 1-16,1-5 15</inkml:trace>
  <inkml:trace contextRef="#ctx0" brushRef="#br0" timeOffset="137031.44">4353 3703 0,'0'0'0,"0"0"16,0 0-16,0 0 16,0 0-16,0 0 15,6-4-15,10-3 16,13-6-16,13-3 15,-2 3-15,-2 0 16,-2 0 0,3-1-16,-3-2 15,-4 3-15,-2 1 16,-6 5-16,-3 2 16,2 2-16</inkml:trace>
  <inkml:trace contextRef="#ctx0" brushRef="#br0" timeOffset="137748.41">4427 4061 0,'0'0'0,"0"0"0,0 0 16,-1-1-16,1 1 15,0 0-15,0 0 16,0 0-16,-3-9 15,8 3-15,3-7 16,7-1-16,10 1 16,2 2-16,3 4 15,-4 5 1,-3 8-16,3 3 16,2 7-16,-4 5 15,-10 3-15,-9 8 16,-13 1-16,-11 9 15,-31 20 1,-19-11 0,4-9-16,3-22 15,24-13 1,0-4-16,1-9 16,4-2-16,8-4 15,6-1-15,3-1 16,1-2-16,4 0 15,1-1-15,2 3 16,5-2-16,4-2 16,8-3-16,5-3 15,10-2 1</inkml:trace>
  <inkml:trace contextRef="#ctx0" brushRef="#br0" timeOffset="138131.29">4968 3399 0,'0'0'0,"0"0"0,0 0 16,4 3-16,7 7 16,12 10-16,11 9 15,1 0 1,-2 10-16,-8 9 16,-4 5-16,-9 12 15,-12 4-15,-7 5 16,-21 4-16,-5 1 15,-76 68 1,13-39 0,-17 24-16,32-45 15,38-41-15,-5 2 16</inkml:trace>
  <inkml:trace contextRef="#ctx0" brushRef="#br0" timeOffset="144830.94">4584 3936 0,'0'0'0,"-3"0"0,3 0 0,0 0 16,-20-7-16,5 3 16,-4 0-16,-1 1 15,1 0 1,1 2-16,2-1 16,2 1-16,1-1 15,2 1-15,-1 0 16,1 1-16,1 0 15,0 1-15,10-1 16,-17 2-16,17-2 16,-14 1-16,14-1 15,0 0 1,-11 3-16,11-3 16,0 0-16,0 0 15,0 0-15,0 0 16,0 0-16,0 0 15</inkml:trace>
  <inkml:trace contextRef="#ctx0" brushRef="#br0" timeOffset="-204516.18">3321 5121 0,'0'0'0,"0"0"0,0 0 0,0 0 16,0 0-16,0 0 16,0 0-16,4 0 15,-4 0-15,16-1 16,0 0-16,4-2 16,4 1-16,5-1 15,3 1 1,1 0-16,3-1 0,4 0 15,-2 3 1,2 0-16,-1 3 16,-2-2-16,1 1 15,0 0-15,-2 0 16,1-1-16,-1 1 16,2 0-16,1-2 15,1-2-15,0-3 16,-1-2-1,1 0-15,-1 1 16,-1-1-16,-1 1 16,-2 0-16,-3 0 15,-2 2-15,-1 0 16,-2 2-16,-3 0 16,-2 1-16,-4 1 15,-4 1-15,-1-1 16,-1 0-16,-1 0 15,-2 0 1,-9 0-16,19 2 16</inkml:trace>
  <inkml:trace contextRef="#ctx0" brushRef="#br0" timeOffset="-202984.05">6126 3901 0,'0'0'0,"0"0"0,0 0 0,0 0 0,0 0 16,0 0-16,0 2 15,0-2-15,0 0 16,0 0-16,0 0 16,0 8-16,-1 2 15,1 4 1,-2 5-16,0 5 0,1 2 15,-1 3 1,1 2-16,0 3 16,-1 5-16,0 1 15,1 1-15,-1-6 16,1 2-16,-1 2 16,-1-1-16,1 0 15,-1-4-15,1-4 16,-2 1-16,0 4 15,1 0 1,-1 2-16,2-3 16,-2-1-16,1 1 15,0 4-15,2 0 16,1-2-16,1-5 16,0-3-16,1-4 15,0 1-15,1 2 16,-1 1-16,0 3 15,0 0-15,0 6 16,1 7 0,-1 12-16,-5 1 15,-3-3-15,2-3 16,-2-5-16,-1-3 16,2-5-16,-4-6 15,2-5-15,-1-5 16,0-7-16,-1-5 15,3-2-15,6-8 16,-15 10 0,15-10-16,0 0 15,0 0-15</inkml:trace>
  <inkml:trace contextRef="#ctx0" brushRef="#br0" timeOffset="-201932.45">5801 5116 0,'0'0'0,"0"0"15,0 0-15,0 0 16,0 0-16,0 0 16,3 3-16,-3-3 15,21 7-15,-1-1 16,6 1-16,4 2 15,4-2-15,4-2 16,1 0-16,0-3 16,2 2-1,3 0-15,0-2 16,-1-1-16,-1 0 16,3-1-16,2-1 15,-1 0-15,-4-1 16,-2-2-16,3 0 15,2 0-15,-3-1 16,2 0 0,1-2-16,2 1 15,-1 0-15,1 0 16,2 1-16,-1-1 16,1 0-16,-3 2 15,2-2-15,1 0 16,-3 1-16,-1 0 15,-5 2-15,5-2 16,-2 1-16,-4 1 16,7-1-16,-4 0 15,1 2 1,-1-2-16,-5 2 16,2-2-16,-2-1 15,-3-2-15,-2-1 16,-3 0-16,1-1 15,6-1-15,-1-1 16,-1 1-16,-1 1 16,-8 1-1,-1 0-15,0 0 16,5-1-16,1-1 16,2 1-16,-5 2 15,-1 0-15,-1 0 16,1 1-16,-1 1 15,-2 0-15,-1 2 16,-6 1-16,-3 0 16,-3 0-1,-10 2-15,15-2 16,-15 2-16,13-5 16,-13 5-16,0 0 15,9-8-15,-9 8 16,-12-10-16</inkml:trace>
  <inkml:trace contextRef="#ctx0" brushRef="#br0" timeOffset="-201466.2">8054 4670 0,'0'0'0,"0"0"0,-1 2 16,1-2-16,0 0 16,0 0-1,0 0-15,-2 9 16,2-9-16,14 15 16,5-3-16,6 1 15,-1-1-15,-1-3 16,0 0-1,6 1-15,3 2 0,-1-1 16,-4-4-16,-5 0 16,-5-2-1,-3-1-15,-1-1 16,-2 0-16,-11-3 16,14 4-16,-14-4 15,10 8-15,-7-1 16,-5 7-16,-7 13 15,-14 9-15,-12 5 16,-5 5-16,-1-3 16,1-3-1,-3 1-15,-6-4 16,3-5-16,-2-5 16,10-9-16,9-7 15</inkml:trace>
  <inkml:trace contextRef="#ctx0" brushRef="#br0" timeOffset="-199966.39">6054 4152 0,'0'0'0,"0"-3"0,0 3 16,0-10-16,0 0 15,0-4-15,2-6 16,1-8-16,2-4 16,2-3-16,1 3 15,-2 6 1,0-1-16,1 2 16,0-2-16,0 0 15,1-1-15,-2 1 16,-1 7-16,-1 1 15,-2 3-15,-1 1 16,1 0-16,-1 2 16,-1-1-16,0-3 15,0-2 1,0 0-16,-3 0 0,1 2 16,-2 0-1,-1 1-15,2 4 16,-1 2-16,1 1 15,-1 1-15,1 1 16,1 0-16,0 1 16,-1-1-16,1 0 15,-1-2 1,-1-2-16,0-2 16,-1-1-16,0 1 15,2 1-15,-1 2 16,1 1-16,0 1 15,0 0-15,3 8 16,-3-10-16,3 10 16,0 0-16,-1-6 15,1 6 1,0 0-16,0 0 16,0 0-16,0 0 15,0 0-15,0 0 16,0 0-16,0 0 15,-11 1-15,11-1 16,-9 12-16,-2 4 16,-3 5-16,2-1 15,5-4 1,3-3-16,-1-3 16,2-1-16,2-2 15,1-7-15,-3 9 16,3-9-16,0 0 15,0 7-15,0-7 16,0 0-16,0 0 16,23-7-16,10-19 15,3-8 1,-7 4-16,-9 7 16,-6 5-16,-3 5 15,-4 5-15,-2 0 16,-5 8-16,9-9 15,-9 9-15,12 0 16,0 9-16,8 7 16,0 7-16,0 2 15,-1-1-15,0 0 16,2 2-16</inkml:trace>
  <inkml:trace contextRef="#ctx0" brushRef="#br1" timeOffset="-194832.48">6471 3710 0,'0'0'0,"0"0"0,0 0 0,0 0 15,0 0-15,0 0 16,-1 3-16,1-3 16,-1 7-16,1-7 15,-2 13-15,1-6 16,0 3-16,1 3 16,-1 2-16,0 0 15,0 0-15,1 0 16,-1-1-1,1-1-15,-1-1 0,0 0 16,-1-1 0,0 3-16,0-2 15,0 3-15,-1 1 16,0-2-16,1 0 16,-1-1-16,1 0 15,1-1-15,1 1 16,1-1-16,-1-1 15,2-1 1,-1 0-16,1 0 16,0 1-16,0 1 15,1-1-15,-1 1 16,2 4-16,1 0 16,-1 4-16,1-1 15,-2-1-15,0-2 16,2-1-16,-2-2 15,2 2 1,0 0-16,1 0 16,1 2-16,0 2 15,0-4-15,1 2 16,0-1-16,-2 0 16,3 1-16,-1-2 15,0 1-15,0-2 16,0-1-16,0 2 15,2-2 1,-2 1-16,0-1 16,0-2-16,0 0 15,0 0-15,0 1 16,1 0-16,1 1 16,-2-1-16,-1 0 15,0-3-15,-3-2 16,-4-7-16,9 11 15,-9-11 1,6 8-16,-6-8 16,6 7-16,-6-7 15,5 8-15,-5-8 16,0 0-16,11 7 16,-11-7-16,10 6 15,-10-6-15,14 8 16,-14-8-16,14 8 15,-14-8 1,14 7-16,-14-7 16,12 7-16,-12-7 15,11 6-15,-11-6 16,12 7-16,-12-7 16,15 7-16,-15-7 15,16 5-15,-16-5 16,17 7-16,-17-7 15,18 4-15,-7-3 16,1 1 0,-1-1-16,1 1 15,-12-2-15,18 2 16,-18-2-16,14 2 16,-14-2-16,13 2 15,-13-2-15,0 0 16,12 2-1,-12-2-15,0 0 16,11 3-16,-11-3 16,0 0-16,12 2 15,-12-2-15,0 0 16,15 3-16,-15-3 16,14 1-16,-14-1 15,15 2-15,-15-2 16,19 1-16,-7 0 15,2 1-15,-1 0 16,1 0-16,-1-1 16,0 0-1,1 1-15,-2-1 16,1 1-16,-1-2 16,-1 0-16,0 0 15,1 0-15,2 0 16,1 0-16,3 0 15,2 0 1,-1 0-16,-3 0 16,-4-3-16,2 1 15,-3-1-15,2-2 16,-3 1-16,-10 4 16,18-6-16,-18 6 15,15-5-15,-15 5 16,15-5-16,-15 5 15,17-6-15,-6 4 16,4 0-16,0 1 16,1-1-1,-2 0-15,-1 1 16,-3-1-16,-10 2 16,17 0-16,-17 0 15,13-3-15,-13 3 16,12-1-16,-12 1 15,11-1-15,-11 1 16,10-2 0,-10 2-16,0 0 15,11 0-15,-11 0 16,0 0-16,0 0 16,11 0-16,-11 0 15,13 0-15</inkml:trace>
  <inkml:trace contextRef="#ctx0" brushRef="#br2" timeOffset="-186766.56">6711 3738 0,'0'0'0,"0"0"0,0 0 16,0 2-16,0-2 16,0 0-16,0 0 15,6 9-15,-3-1 16,0 1-1,1 3-15,0-2 16,-1 3-16,1-2 16,-1 0-16,0-1 15,0-1-15,0 1 16,0 0-16,0 0 16,-1-1-16,-1 2 15,1 1-15,-1-1 16,1 1-16,0-3 15,-1 0 1,0 0-16,0-2 16,0-1-16,-1-6 15,0 11-15,0-11 16,0 8-16,0-8 16,0 8-16,0-8 15,0 8-15,0-8 16,0 12-16,0-5 15,0 0 1,0 1-16,0-1 16,0 1-16,0-2 15,0 1-15,0-7 16,0 11-16,0-11 16,0 12-16,0-12 15,0 11-15,0-5 16,0 2-16,0 0 15,0 1 1,0 0-16,0 0 16,1-2-16,-1-1 15,1 1-15,-1-7 16,2 10-16,-2-10 16,2 10-16,-1-3 15,1 0-15,0-1 16,1 1-16,-3-7 15,4 10-15,-4-10 16,5 9 0,-5-9-16,4 8 15,-4-8-15,0 0 16,0 0-16,5 6 16,-5-6-16,0 0 15,0 0-15,0 0 16,8 6-16,-8-6 15,0 0 1,0 0-16,0 0 16,0 0-16,0 0 15,0 0-15,8 7 16,-8-7-16,0 0 16,0 0-16,0 0 15,0 0-15,0 0 16,0 0-16,7 7 15,-7-7 1,0 0-16,0 0 16,0 0-16,0 0 15,11 4-15,-11-4 16,0 0-16,0 0 16,11 7-16,-11-7 15,0 0-15,0 0 16,13 5-16,-13-5 15,0 0-15,10 5 16,-10-5 0,0 0-16,11 2 15,-11-2-15,0 0 16,12 3-16,-12-3 16,0 0-16,15 0 15,-15 0-15,15 0 16,-15 0-16,16 0 15,-16 0-15,17-4 16,-17 4 0,16-5-16,-16 5 15,14-3-15,-14 3 16,12-3-16,-12 3 16,15-8-16,-15 8 15,13-9-15,-13 9 16,15-10-16,-5 3 15,1-1-15,1 1 16,-3-1-16,0 0 16,-1 1-1,0 0-15,-8 7 16,14-12-16,-14 12 16,13-10-16,-13 10 15,14-11-15,-6 5 16,-8 6-16,13-11 15,-13 11-15,9-6 16,-9 6 0,0 0-16,9-7 15,-9 7-15,0 0 16,0 0-16,0 0 16,9-6-16,-9 6 15,0 0-15,0 0 16,0 0-16,0 0 15,0 0-15,0 0 16,0 0-16,0 0 16,0 0-1,0 0-15,0 0 16,0 0-16,11-3 16,-11 3-16,0 0 15,0 0-15,0 0 16,0 0-16,0 0 15,0 0-15,0 0 16,0 0-16,0 0 16,0 0-1,0 0-15,0 0 16,0 0-16,0 0 16,0 0-16,0 0 15,9-6-15,-9 6 16,0 0-16,0 0 15,9-6-15,-9 6 16,0 0 0,0 0-16,10-7 15,-10 7-15,0 0 16,13-8-16,-13 8 16,11-8-16,-11 8 15,16-10-15,-7 3 16,1-1-16,0 2 15,-1-1-15,1 0 16,-1-1-16,0 1 16,-1-1-1,2 1-15,-2 0 16,2-1-16,1-1 16,0 0-16,0 1 15,-2 0-15,0 2 16,0-1-16,-9 7 15,14-10-15,-14 10 16,11-9 0,-11 9-16,14-8 15</inkml:trace>
  <inkml:trace contextRef="#ctx0" brushRef="#br3" timeOffset="-182998.94">6332 5101 0,'0'0'0,"0"0"0,0 0 16,0 0-16,0 0 15,3 0-15,-3 0 16,0 0-16,0 0 16,4 13-1,0 1-15,1 7 16,2 5-16,-3 5 15,-1 2-15,-3 2 16,0-1-16,0-1 16</inkml:trace>
  <inkml:trace contextRef="#ctx0" brushRef="#br3" timeOffset="-181800.22">6745 5100 0,'0'0'0,"0"0"0,0 0 15,2 2-15,-2-2 16,5 18-16,1 3 16,1 8-16,-1 7 15,2 2 1,0 2-16,-1 1 15</inkml:trace>
  <inkml:trace contextRef="#ctx0" brushRef="#br3" timeOffset="-180946.42">7056 5070 0,'0'0'0,"0"0"0,0 0 0,0 0 16,0 0-16,1 2 16,-1-2-16,5 14 15,0 1-15,2 3 16,-1 1-16,1 4 16,1 3-16,2 2 15,-1 2-15,1-1 16</inkml:trace>
  <inkml:trace contextRef="#ctx0" brushRef="#br3" timeOffset="-179916.69">7471 5039 0,'0'0'0,"0"0"0,0 0 16,0 2-16,0-2 16,5 12-16,1 3 15,5 7-15,2 4 16,4 6-16,-4-9 15,-3-3 1</inkml:trace>
  <inkml:trace contextRef="#ctx0" brushRef="#br3" timeOffset="-178265.65">6844 4308 0,'0'0'0,"0"0"0,0 0 0,0 4 16,0-4-16,1 15 15,0 0-15,2 8 16,0 4-16,-1 3 16</inkml:trace>
  <inkml:trace contextRef="#ctx0" brushRef="#br3" timeOffset="-177933.67">6921 4444 0,'0'0'0,"0"0"0,0 0 15,0 0-15,0 0 16,0 2-16,0-2 16,-2 13-16,-2-1 15,0 4 1,1 2-16,-2 4 16,5 2-16,0 2 15,3 0-15,1 3 16,1-5-16</inkml:trace>
  <inkml:trace contextRef="#ctx0" brushRef="#br3" timeOffset="-177650.6">7031 4785 0,'0'0'0,"0"0"0,0 0 0,0 0 15,0 0-15,1 3 16,-1-3-16,3 17 15,-1 0-15,2 0 16,-2-1-16,-1-3 16</inkml:trace>
  <inkml:trace contextRef="#ctx0" brushRef="#br3" timeOffset="-177432.75">7064 5016 0,'0'0'0,"0"0"0,0 0 16,0 0 0,0 0-16,1 5 15,0 2-15,3 7 16,0 4-16,-1-2 15</inkml:trace>
  <inkml:trace contextRef="#ctx0" brushRef="#br3" timeOffset="-177266.01">7083 5236 0,'0'0'0,"0"0"0,0 0 0,1 3 15,-1-3-15,9 16 16,-2-2-16,1 1 16,-3-7-16</inkml:trace>
  <inkml:trace contextRef="#ctx0" brushRef="#br3" timeOffset="-161499.45">7062 4998 0,'0'0'0,"0"0"0,0 0 0,0 0 15,0 0-15,0 0 16,-4 0-16,4 0 15,0 0-15,-1 8 16,0 3-16,2 8 16,2 7-16,2 3 15,3 3 1,1 5-16,0 3 16,2 0-16,-1 0 15,1 0-15,1 2 16,1 3-16,0-1 15,-1-5-15,-2-7 16,-2-7-16,-2-6 16,-2-3-16,0-7 15,-2-2-15,-2-7 16,2 7 0,-2-7-16,0 0 15,0 0-15,0 0 16,0 0-16,6-8 15,-6-13-15,-5-11 16,-3-2-16,-2 4 16,-1 3-16,-1 1 15,-2 1-15,0 3 16,3 5 0,2 4-16,0 1 15,1 1-15,-1-3 16,-2-2-16,1-5 15,1 2-15,5 6 16,0 3-16,1 2 16,3 8-16,-5-10 15,5 10-15,-2-6 16,2 6-16,0 0 16,0 0-1,0 0-15,0 0 16,0 0-16,0 11 15,2 15-15,3 7 16,2 2-16,0 4 16,3 5-16,-1-1 15,-1-9-15,-2-6 16,-2-5-16,0-6 16,-2-7-1,0-2-15,-2-8 16,1 8-16,-1-8 15,0 0-15,0 0 16,0 0-16,0 0 16</inkml:trace>
  <inkml:trace contextRef="#ctx0" brushRef="#br3" timeOffset="-160416.87">7202 5524 0,'0'0'0,"0"0"15,0 0-15,0 0 16,0 0-16,0 3 15,0-3-15,1 20 16,2 3-16,2 6 16,2 6-16,0 0 15,2 1-15,-1 1 16,1 2-16,-2-2 16,1-3-1,-2-9-15,-1-5 16,-2-5-16,-1-4 15,-1-4-15,-1-7 16,2 7-16,-2-7 16,0 0-16,0 0 15,0 0 1,-20-6 0,-8-12-1,2-2-15,6 7 16,2 0-16,1 1 15,2 4-15,2 0 16,3 4-16,10 4 16,-15-4-16,15 4 15,0 0-15,-11-2 16,11 2-16,0 0 16,-2 13-1,3-1-15,4 3 16,8 0-16,7 4 15,2-2-15,2-2 16,-3-3-16,-2-5 16,-2-1-16,-1-6 15,3-5-15,5-3 16,2-8-16,0-7 16,-3-2-16,-3-4 15,-5 0 1,-4 7-16,-2 0 15,-2 5-15,-2 4 16</inkml:trace>
  <inkml:trace contextRef="#ctx0" brushRef="#br3" timeOffset="-159484.06">6881 6138 0,'0'0'0,"0"0"0,0 0 0,-4-2 16,4 2-16,-8-7 16,8 7-16,-8-6 15,8 6-15,0 0 16,0 0-1,-9-6-15,9 6 16,0 0-16,-11 16 16,4 6-16,4 8 15,6 8-15,4 2 16,6 3-16,5-5 16,3-5-16,4-6 15,-3-8-15,-1-9 16,-1-13 15,2-16-31,2-20 16,-3-7-16,-11 7 15,-4 5-15,-3 3 16,-3-1-16,-3 1 16,-1 2-16,-3 7 15,1 6 1,2 5-16,-1 3 15,5 8-15,-8-10 16,8 10-16,-13-3 16,13 3-16,-19 8 15,12 1-15,2-2 16</inkml:trace>
  <inkml:trace contextRef="#ctx0" brushRef="#br3" timeOffset="-159050.3">7186 6020 0,'0'0'0,"0"0"0,0 0 0,0 0 0,0 0 16,3 3-1,3 6-15,8 12 16,6 10-16,-2 2 16,1 1-16,-2 5 15,2-1-15,-3-5 16,-4-8-16,-3-9 16,-4-7-16,-5-9 15,7 9-15,-7-9 16,10-10-1,0-19-15,0-21 16,-4-5-16,-3 3 16,-3 9-16,0 14 15,0 10-15,0 8 16,0 4-16,0 7 16,0-10-16,0 10 15,0 0-15,0 0 16,0 0-16,7 14 15</inkml:trace>
  <inkml:trace contextRef="#ctx0" brushRef="#br3" timeOffset="-158583.54">7536 6224 0,'2'2'0,"-2"-2"0,9 7 16,3 3-16,-2-1 16,-1-2-16,-9-7 15,0 0-15,13-1 16,-3-12-16,5-10 15,-2-13 1,-4-7-16,-6-2 16,-5 7-16,-1 9 15,-3 8-15,2 9 16,0 3-16,4 9 16,-5-7-16,5 7 15,-14 11-15,2 17 31,7 15-15,8 3-16,7-6 16,1-12-16,5-6 15,7-4-15,2-3 16,2-10-16,-3-4 16,0-6-16,-2-3 15</inkml:trace>
  <inkml:trace contextRef="#ctx0" brushRef="#br3" timeOffset="-158216.21">7812 6017 0,'0'0'0,"0"0"0,0 0 16,7 2-16,9 4 15,12 6 1,1 6-16,-3 4 16,-5-2-16,-10-3 15,-5-4-15,-2-4 16,-4-9 0,0 0-1,0 0-15,0-14 16,0-11-16,3-13 15,-2-5-15,0 0 16,-1 10 0,-3 11-16,1 7 15,0 6-15,1 1 16,1 8-16,0 0 16,0 0-16,-7 8 15</inkml:trace>
  <inkml:trace contextRef="#ctx0" brushRef="#br3" timeOffset="-157865.55">8177 5641 0,'0'-2'0,"0"2"0,-3-15 15,1-3-15,-1 2 16,2 4-16,0 5 16,1 7-1,-3-9-15,3 9 16,0 0-16,-14 18 16,10 26-16,3 15 15,12 14-15,2 2 16,3 3-16,0 0 15,3-7-15,3 14 32,0-4-17,-6-18-15</inkml:trace>
  <inkml:trace contextRef="#ctx0" brushRef="#br3" timeOffset="-157614.46">8349 6037 0,'0'0'0,"0"0"0,6 4 16,6 6 0,5 6-16,0 4 15,-4 0-15,-1-3 16</inkml:trace>
  <inkml:trace contextRef="#ctx0" brushRef="#br3" timeOffset="-157415.95">8362 5714 0,'0'0'0,"0"0"0,0 0 0,0 0 0,0 1 15,0-1-15,0 0 16,0 0-16,1 14 15,0-2 1</inkml:trace>
  <inkml:trace contextRef="#ctx0" brushRef="#br3" timeOffset="-157166.91">8588 5657 0,'0'0'0,"0"2"15,0-2-15,0 0 16,0 13-16,2 10 16,3 19-16,5 11 15,2-1-15,5 0 16,3-4-16</inkml:trace>
  <inkml:trace contextRef="#ctx0" brushRef="#br3" timeOffset="-156933.95">8592 5992 0,'0'0'0,"0"0"0,0 0 0,5 3 16,12 4-16,16-3 16,8-7-16,0-8 15,-4-2-15,-1-8 16,1-4-16</inkml:trace>
  <inkml:trace contextRef="#ctx0" brushRef="#br3" timeOffset="-156700.04">8925 5605 0,'0'0'0,"0"0"0,0 0 0,-1 2 0,1-2 16,-2 10-16,2-2 16,-3 7-1,1 9-15,0 11 16,3 9-16,6 6 16,4 2-16,7-7 31</inkml:trace>
  <inkml:trace contextRef="#ctx0" brushRef="#br3" timeOffset="-156349.5">8846 5876 0,'0'0'0,"5"-4"0,-5 4 0,9-7 0,11-8 16,8-6-16,5 1 16,4-3-1,2 0-15,-2 1 16,-6 4-16,-4-1 16,-6 0-16,-1 3 15,-8 4-15,0 5 16,4 7-16,10 10 15,0 6-15,-2 11 16,-6 2-16,-4 16 16,-1-6-1,-6-12-15,-1-3 16,-5-15-16,0-2 16</inkml:trace>
  <inkml:trace contextRef="#ctx0" brushRef="#br3" timeOffset="-156132.22">9257 5406 0,'0'0'0,"0"0"0,0 0 0,0 1 15,0-1-15,0 0 16,0 7-16,5 2 15,3 9-15,2 1 16,-2-9-16</inkml:trace>
  <inkml:trace contextRef="#ctx0" brushRef="#br3" timeOffset="-155382.02">9438 5517 0,'0'0'0,"0"0"0,0 0 0,2 1 0,5 7 16,6 6-16,0 2 16,0 2-1,-2 1-15,-2-3 16,1 0-16,-1 0 16,-1-2-16,-1 0 15,-1-3-15,-6-11 16,5 9-16,-5-9 15,19-14-15,2-17 16,-1-10-16,-9 8 16,-4 10-1,-4 11-15,-3 12 0,2-9 16,-2 9 0,0 0-16,18-2 15,-3 5-15,-2 2 16,3-2-16,-2 1 15,6-5-15,5-15 16,0-6-16,-2-7 16,-7-5-16,-6 7 15,-6 5 1,-2 9-16,-1 6 16,-1 7-16,0 0 15,0 0-15,5 40 16,8 27-16,5 9 15,1 3-15,0-1 16,2 7-16,2-4 16,-3-12-1,-6-18 1,-5-17 0,-4-18-16,-5-7 15,-9-2-15,-16-4 16,-22-10-16,3-4 15,7-1-15,10 2 16,11 5-16,5 1 16,11 4-16,-14-6 15,14 6-15,1-16 16,18-16 0,13-15-16,8 4 15,6 0-15,2 3 16,-3 6-16,-3 2 15,-9 7-15,-7 4 16,-7 5-16,-4 0 16,-3 3-16</inkml:trace>
  <inkml:trace contextRef="#ctx0" brushRef="#br3" timeOffset="-153149.28">11220 5104 0,'0'0'0,"0"2"0,0-2 0,0 18 16,0 0-16,0 1 16,0-3-16,0-4 15,0-1-15,0-4 16,0-7-16,0 10 16,0-10-1,0 0-15,0 0 16,0 0-16,-1-6 15,0-5-15,0-3 16,-1-4-16,0-2 16</inkml:trace>
  <inkml:trace contextRef="#ctx0" brushRef="#br3" timeOffset="-128016.1">11335 4980 0,'0'0'0,"0"0"0,0 0 15,0 3 1,0-3-16,1 10 16,2 5-16,0 10 15,1 7-15,1 2 16,0 5-16,0 5 16,1 4-16,-2-1 15,-2 4-15,0 3 16,-1 5-16,-1 6 15,-1-5 1,1-7-16</inkml:trace>
  <inkml:trace contextRef="#ctx0" brushRef="#br3" timeOffset="-127483.3">11308 4850 0,'-2'-1'0,"2"1"0,0 0 0,-3-10 0,-1-2 16,0 0-16,1 0 16,3-2-16,5-4 15,10-6-15,5-2 16,8-2-16,0 5 16,3 2-16,1 2 15,3 6-15,-1 5 16,-2 5-1,-3 8-15,-5 7 16,-2 8-16,-3 10 16,-8 12-16,-9 13 15,-9 5-15,-18 5 16,-5-3-16,-9-3 16,2-10-16,7-14 15,6-12-15,8-8 16,4-6-16,12-9 15,-15 9 1,15-9-16,0 0 16,-10 3-16,10-3 15</inkml:trace>
  <inkml:trace contextRef="#ctx0" brushRef="#br3" timeOffset="-127017.39">11815 5100 0,'0'0'0,"0"0"0,0 0 0,0 0 16,3 1-16,6 7 16,7 4-16,6 9 15,1 2-15,1 8 16,3 4-16,-7-4 16,-3 0-16,-9-4 15,-2 3 1,-11 11-1,3-11 1,-5-4-16,-3-13 16,10-13-16,-17-4 15,6-14-15,8-4 16,10-5-16,7-21 16,6-12-16,-3 6 15,-1 9-15,-5 11 16,1 5-16,2 2 15,3 5-15,0 7 16,-2 2 0,-8 6-16</inkml:trace>
  <inkml:trace contextRef="#ctx0" brushRef="#br3" timeOffset="-105449.48">6548 7472 0,'0'0'0,"0"0"0,0 0 16,0 0-16,0 0 16,2 1-16,-2-1 15,0 0-15,0 0 16,12 3-16,-2-1 16,7 0-16,9-1 15,3 0-15,4 0 16,3 0-1,3-1-15,3-1 0,3-1 16,3-1 0,2-1-16,3-1 15,1 0-15,0 0 16,-1 0-16,0 0 16,1 1-16,1-1 15,4 0-15,0 0 16,-1 0-1,1 0-15,0 0 16,1 0-16,-2 0 16,5 2-16,-2 0 15,3 0-15,3 1 16,-2 1-16,-4 1 16,-3 1-16,-3 0 15,-4 0 1,-7 0-16,-5-1 0,-7 0 15,-3 0 1,-4 0-16,-4 0 16,-2 0-16,-5 0 15,-1 0-15,0-1 16,4-1-16,13-15 16</inkml:trace>
  <inkml:trace contextRef="#ctx0" brushRef="#br3" timeOffset="-85967.92">10083 6737 0,'0'0'0,"0"0"0,0 0 0,0 0 16,0 0-16,0 2 15,0-2-15,1 6 16,1 2 0,0 3-16,1 4 15,2 9-15,-2 6 16,0 6-16,-1 3 15,0-6-15,-2 0 16,0 1-16,0 1 16,0 7-1,0-6 1,2-12-16,-1-15 16,-1-9-1</inkml:trace>
  <inkml:trace contextRef="#ctx0" brushRef="#br3" timeOffset="-85567">10102 6738 0,'0'0'0,"-3"-5"0,0-2 16,-3-6-16,1-3 15,2 4-15,1 3 16,1 2-16,1 7 16,0-7-16,0 7 15,0 0-15,0 0 16,21 16 0,0 6-16,5 10 15,0 4-15,-2 1 16,1 4-16,-2 1 15,-2-7-15,-3-4 16,-3-7-16,6-3 16,7-5-16,-1-5 15,-5-4-15,-4-4 16,-4-4 15,-1-2-31,-2-6 16</inkml:trace>
  <inkml:trace contextRef="#ctx0" brushRef="#br3" timeOffset="-85233.93">10506 6615 0,'0'0'0,"0"0"0,0 2 15,0-2-15,-1 9 16,0 3-16,0 7 16,-1 6-16,0-2 15,0-1 1,-1-5-16,1 0 15,0 4-15,-3 7 16,2 7-16,-3 4 16,2-4-16,-1-2 15,1 2-15</inkml:trace>
  <inkml:trace contextRef="#ctx0" brushRef="#br3" timeOffset="-84900.92">10505 6610 0,'0'0'0,"0"0"0,0 0 16,2 7-16,5 12 16,7 21-16,5 15 15,-5-8-15,2 8 16,1 0-16,-2 0 16,2 5-16,-1-3 15,-2-3 1,-4-10-16,0 3 15,-2-9-15,6-3 16,4-7-16,-5-11 16</inkml:trace>
  <inkml:trace contextRef="#ctx0" brushRef="#br3" timeOffset="-84350.15">10808 7087 0,'0'0'0,"0"0"16,0 1-16,0-1 15,0 0-15,0 0 16,0 0-16,0 0 16,14-5-16,2-11 15,8-11-15,-5-5 16,-1-1 0,-6 3-16,0-2 15,-1 3-15,-3 2 16,-3 5-16,-4 5 15,-4 8-15,3 9 16,-14-5-16,0 11 16,-7 7-16,0 16 15,1 11-15,0 6 16,8-5-16,0 9 16,4 2-16,8-5 15,1-2-15,3-13 16,1-7-1,0-6-15,7-3 16,4-4-16,13-4 16,6-3-16,4-11 15,-3-3-15,-6-4 16,4-11-16,-3 1 16</inkml:trace>
  <inkml:trace contextRef="#ctx0" brushRef="#br3" timeOffset="-83583.74">11192 6861 0,'0'-2'0,"0"2"0,-11-13 15,-3 0 1,-3 3-16,2 5 15,4 2-15,-1 3 16,-1 5-16,-3 9 16,0 14-16,5 10 15,3 2-15,8-9 16,3-8-16,2-2 16,4-5-16,5-2 15,6-5-15,5-7 16,-1-7-1,-2-4-15,-5-3 16,-5 1-16,-3 1 16,-2 3-16,-2 0 15,-5 7-15,6-6 16,-6 6-16,0 0 16,11-2-16,-11 2 15,18 5-15,-18-5 16,20 9-1,-4-6-15,6-7 16,5-17-16,-4-2 16,-4-1-16,-2 2 15,-7 7-15,-3 4 16,-2 4-16,-5 7 16,11 2-16,0 13 15,3 13-15,2 3 16,-2-3-1,-4-6-15,-2-5 16,-3-6-16,-1-3 16,-4-8-16,4 7 15,-4-7-15,13-2 16,-2-9-16,2-18 16,0-4-16,-4 5 15,-3 6 1,-2 12-16,-4 10 15,4-9-15,-4 9 16,14-2-16,1 7 16,4 5-16,2 7 15,-2 1-15,3 1 16,-2 2-16,-3-5 16,-6-4-16,-11-12 15</inkml:trace>
  <inkml:trace contextRef="#ctx0" brushRef="#br3" timeOffset="-83333.59">11898 6749 0,'0'0'0,"0"0"0,0 0 0,3 0 0,-3 0 16,0 0-1,9 3-15,-9-3 16,0 0-16,12 3 16,-2 1-16,3-2 15,5-3-15,3-7 16,0 0-16,-3 0 16,-5 4-1,-13 4-15</inkml:trace>
  <inkml:trace contextRef="#ctx0" brushRef="#br3" timeOffset="-83100.08">11870 6940 0,'0'0'0,"0"0"15,0 0-15,6-4 16,12-6-1,13-10-15,6-1 16,0-1-16,2 3 16,2 5-16,-1-1 15,-4 0-15,-3-2 16,-1-5-16</inkml:trace>
  <inkml:trace contextRef="#ctx0" brushRef="#br3" timeOffset="-82651.54">12459 6578 0,'0'0'0,"-2"-1"15,2 1-15,0 0 16,0 0-16,-11-10 16,11 10-16,-9-4 15,9 4-15,-14 0 16,2 3-16,-1 6 15,-5 19 1,2 19-16,7-13 16,7-11-16,8-8 15,1 7-15,5 1 16,2 5-16,2-11 16,14-14 15,6 0-31,2-24 15,-15 4-15,-12-7 16,-5-7-16,-3 6 16,-3 0-16,-6 0 15,-9 2-15,-5 1 16,-2 5-16,3 4 16,1 6-16,3 2 15,-1 5-15,1 1 16,1 4-16,0 3 15,1 2-15,-3 3 16</inkml:trace>
  <inkml:trace contextRef="#ctx0" brushRef="#br3" timeOffset="-81800.86">12971 6575 0,'0'0'0,"0"0"0,0 0 15,0 0 1,0 3-16,-1 7 16,-3 15-16,-3 16 15,-5 10-15,-3 2 16,-3 2-16,-4 5 16,-1-5-16,1-9 15,2-2-15,5-13 16</inkml:trace>
  <inkml:trace contextRef="#ctx0" brushRef="#br3" timeOffset="-81317.56">12986 6238 0,'0'0'0,"1"2"16,2 5-16,7 17 15,10 19-15,8 11 16,2 6-16,-1-3 15,-3-8-15,0-7 16,1-1 0,-3-14-16,-2 1 15,-8-16-15,-1-9 16,7-21 0,15-64-1,-13-2-15,-9-29 16,-7 59-16,-2-15 15,-2 7 1,-1 10-16,-1 3 16,0 7-16,0 13 15,0 10-15,0 7 16,0 2-16,0 4 16,0 6-16,0 0 15,0 0-15,16 6 16</inkml:trace>
  <inkml:trace contextRef="#ctx0" brushRef="#br3" timeOffset="-80833.64">13670 6260 0,'0'0'0,"0"0"0,0 0 16,0 0 0,0 0-16,0 0 15,-5 5-15,-10 10 16,-7 19-16,4 6 16,5 4-16,4 0 15,1-2-15,2-4 16,1-9-16,2-6 15,2-6-15,3-8 16,-2-9-16,0 0 16,12-18-1,-5-13-15,-1-6 16,-4-1-16,-2 10 16,1 2-16,0 6 15,0 6-15,1 2 16,2 4-16,6 4 15,7 3-15,5 7 16,3 5 0,-1 10-16,2 6 15,-3 2-15,-2 3 16,-6-8-16,-7-13 16,-8-11-16,0 0 15</inkml:trace>
  <inkml:trace contextRef="#ctx0" brushRef="#br3" timeOffset="-80499.23">13844 6154 0,'0'0'0,"-2"-1"0,2 1 16,0 0-16,0 0 16,0 0-16,11 4 15,7 7-15,9 11 16,-1 16-16,0 5 15,-1 7-15,-7-7 16,-6-3-16,-9 0 16,-5-9-16,-2-6 15,-2-8 1,2-7-16,-2-2 16,6-8-16,-11 4 15,1-17-15,0-19 16,1-5-16,4 6 15,9 1-15,2 2 16,4 4-16,1 4 16,0 3-1,0 3-15,-3 3 16</inkml:trace>
  <inkml:trace contextRef="#ctx0" brushRef="#br3" timeOffset="-80251.36">14159 6300 0,'0'0'0,"-2"3"0,2-3 16,-6 17-16,5 3 15,4 5-15,3 3 16,1 0-16,-1 1 15,0 0-15,0-4 16,-2-3-16,-2-13 16</inkml:trace>
  <inkml:trace contextRef="#ctx0" brushRef="#br3" timeOffset="-80016.59">14101 6084 0,'0'0'0,"0"0"0,0 0 0,0 0 16,0 0-16,0 0 15,2 3-15,7 4 16,6 7-16,-2-4 16</inkml:trace>
  <inkml:trace contextRef="#ctx0" brushRef="#br3" timeOffset="-79683.76">14364 6255 0,'0'0'0,"0"0"0,0 0 0,1 3 16,-1-3-16,10 8 16,1 0-1,8-2-15,9-3 16,4-1-16,0-4 16,-4 0-16,-2-3 15,-4 0-15,-4-1 16,-5 2-16,-13 4 15</inkml:trace>
  <inkml:trace contextRef="#ctx0" brushRef="#br3" timeOffset="-79450.24">14445 6512 0,'2'1'0,"-2"-1"0,0 0 16,24-9-16,1-7 16,14-7-16,3-3 15,1 3 1,0 0-16,-5 5 16,-5 3-16,-5 5 15,-7 4-15,-5 1 16</inkml:trace>
  <inkml:trace contextRef="#ctx0" brushRef="#br3" timeOffset="-79101.11">14941 5860 0,'0'0'0,"0"0"0,0 0 0,0 2 16,0-2-16,0 8 15,1-1-15,0 5 16,1 10 0,3 15-16,3 15 15,1 9-15,5 8 16,2 3-16,1 4 15,0-3-15,-1-7 16,-2-2-16,-7-6 16,-3-9-16,-5-10 15,-8-19 17,-7-8-32</inkml:trace>
  <inkml:trace contextRef="#ctx0" brushRef="#br3" timeOffset="-76550.21">10070 7734 0,'0'0'0,"0"0"15,0 0-15,0 0 16,4-1-16,15-1 16,31-7-16,27-3 15,10-5 1,10 0-16,14-6 16,16-1-16,10-3 15,13-2-15,11-2 16,2 0-16,10-1 15,-1 2-15,113 0 32,32 0-32,5 0 15,-29 3-15,-102 7 16,-2-4 0,1 1-16,-2-3 15,-21 0-15,13-7 16,-30 0-16,23-7 15,-20 4-15,-25 6 16,9-2-16,-29 6 16,13-3-16,-15 5 15,-16 4-15,-13 1 16,-16 5 0,-2 1-16,-15 4 15,-9 0-15,-9 0 16,-10 2-16,-4-1 15,-2-1-15,-1-1 16,0-7-16,-2-10 16,-4-3-16,-4-5 15,-3 3-15,-5-9 16,-2-9 0,-5-8-16,-3-9 15,1 1-15,0-1 16,0-5-16,1 0 15,-1-4-15,1-9 16,0 3-16,1-1 16,-1 0-16,0 7 15,-5 7-15,-3 2 16,-2 4-16,-4 2 16,-2 10-1,-9 4-15,-3 6 16,-12 3-16,-9 5 15,-12 8-15,-12 6 16,-12 11-16,-8 8 16,-7 7-16,-10 4 15,-1 5-15,-7 1 16,-2 7-16,2 1 16,0 1-1,7-3-15,0 1 16,11-5-16,5-3 15,12-4-15,11 0 16,1-2-16,-9 2 16,-33 2-16,-46 6 15,-22 1-15,-4 4 16,33-1-16,50 1 16,3 7-1,-5 5-15,-12 9 16,2 1-16,2 3 15,18-4-15,-4 1 16,11-4-16,7-3 16,6-4-16,11-5 15,13-3-15,16-8 16,16-6-16,12-5 16,7-3-1,3-1-15,2-1 16,1 0-16,10-4 15,-19 7-15,8-4 16,-4 1-16,-7 0 16,-23 2-16,-29 7 15,6 1-15,16 2 16,24-5-16,14-4 16,2 0-16,3 0 15,3-1 1,6-6-16,-10 13 15,10-13-15,-8 11 16,6-4-16,0 0 16,-2 4-16,-2 7 15,-1 5-15,-2 2 16,0-4 0,0 0-16,0 3 15,-3 4-15,-2 7 16,1 4-16,3 7 15,2 3-15,2 3 16,2 4-16,2-1 16,3 2-16,1-2 15,1-3-15,2-2 16,-2-4-16,0-2 16,0-1-16,0-4 15,2-1 1,-1-2-16,0 2 15,1 3-15,1 0 16,0 1-16,4-4 16,3 2-16,-1-1 15,4 2-15,1 6 16,1-1-16,1 1 16,-1 0-1,-1-5-15,-1-4 16,-2-5-16,-4-10 15,-2-5-15,-1-5 16,-3-3-16,-2-4 16,-2-6-16,5 8 15,-5-8-15,0 0 16,0 0-16,4 6 16,-4-6-16,0 0 15,0 0-15,0 0 16,0 0-1,0 0-15,0 0 16,0 0-16,0 0 16,18-6-16,-3-2 15,1 0-15,-3 1 16,-1 1 0,-2 0-1,-10 6 1,16-8-16,-16 8 15,0 0-15,10-4 16,-10 4-16,0 0 16,0 0-16,0 0 15,0 0-15,-2-9 16,-7 2-16,-3-2 16,-1-1-16,-2 0 15,3 2 1,1 1-16,1 1 15,10 6-15,-11-8 16,11 8-16,0 0 16,0 0-16,-10-6 15,10 6-15,0 0 16,0 0-16,0 0 16,0 0-16,0 0 15,0 0-15,0 0 16,9-8-1</inkml:trace>
  <inkml:trace contextRef="#ctx0" brushRef="#br3" timeOffset="-49917.7">13331 4815 0,'0'0'0,"0"-2"0,0 2 0,2-11 16,4-7-1,10-16-15,7 5 16,6 7-16,3 1 16,-4 7-16,3-5 15,0 4-15,3-3 16,5 3-16,-2 18 15,1-3-15,-1 7 16,-3-2 0,1 2-16,-5-3 15,-3-1-15,-2 1 16,-1-2-16,-1 6 16,2 6-16,-9-8 15,-3-3-15,-3 0 16,-10-3-16,12 3 15,-12-3-15,0 0 16,0 0-16,10 3 16,-10-3-1,0 0-15,0 0 16,0 0-16,3-9 16,-6-8-16,-1 1 15,-2 4-15,-1-1 16,-1 1-16,-2-3 15,1 3-15,3 4 16,6 8-16,0 0 16,0 0-16,0 0 15,-11-5 1,11 5-16,0 0 16,0 0-16,0 0 15,0 0-15,0 0 16,12 4-16,16 15 15,5 10-15,-10-9 16,0 5 0,-8-4-16,-5 1 15,-5 6-15,-6 0 16,-3-9-16,-9 4 16,-5 3-16,3-13 15,0-2-15,-1 0 16,5-3-16</inkml:trace>
  <inkml:trace contextRef="#ctx0" brushRef="#br3" timeOffset="-38734.82">8306 8336 0,'-2'0'0,"2"0"0,0 0 0,0 0 15,-11-8-15,5-1 16,2-10-16,1-9 16,2-4-16,3-1 15,3-1 1,2 3-16,0 7 15,0 4-15,-2 7 16,0 4-16,-5 9 16,7-10-16,-7 10 15,10-5-15,-10 5 16,18 12-16,-3 11 16,2 13-16,0 13 15,-2 3 1,-2-3-16,-3-3 15,-1-9-15,-3-10 16,-2-7-16,0-6 16,1-4-16,1-3 15,-6-7-15,13 7 16,-13-7-16,14-11 16,-3-10-16,2-14 15,-1-7-15,-4 4 16,-3 6-1,-1 2-15,0 5 16,-1 6-16,0 5 16,3 5-16,4 4 15,3 3-15,4 3 16,5 7-16,2 5 16,-1 4-16,-3 0 15,-5-3 1,-2-3-16,0-4 31,6-15-31,5-16 16,6-10-16,-6 5 15,-3 4-15,-4 5 16,-2 5-16,-1 5 16,1 3-16,1 3 15,1 4 1,5 0-16,7 1 15,3-1-15,5-19 16,-2-20-16,1-28 16,4-21-16,2-13 15,2-9-15,-2 6 16,-4 9-16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24:44.39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9426 2228 0,'0'0'0,"0"0"0,0 0 15,0 0-15,0 1 16,0-1-16,0 0 16,0 0-16,6 8 15,-6-8-15,7 10 16,-2-3-16,1 0 16,3 0-16,3 2 15,5-2 1,5-2-16,3-1 15,5-4-15,7-5 16,2-5-16,5-6 16,2-8-16,0-3 15,3-9-15,-3-3 16,-2 1-16,-2-3 16,-1 2-16,-2 0 15,-2 3 1,-2 3-16,-4 3 15,-1 0-15,1 1 16,-2 1-16,-2 3 16,-3 1-16,-2 4 15,-4 4-15,-3 2 16,-3 2-16,-3 2 16,0 0-16,-2 3 15,-7 7-15,9-10 16,-9 10-16,6-8 15,-6 8 1,0 0-16,0 0 16,5-7-16,-5 7 15,0 0-15,0 0 16,0 0-16,0 0 16,0 0-16,0 0 15,0 0-15,0 0 16,0 0-1,0 0-15,0 0 16,0-6-16,0 6 16,0 0-16,0 0 15,0 0-15,0 0 16,0 0-16,0 0 16,0 0-16,0 0 15,0-7-15,0 7 16,0 0-1</inkml:trace>
  <inkml:trace contextRef="#ctx0" brushRef="#br0" timeOffset="4517.02">5240 3210 0,'0'0'0,"0"0"0,0 0 0,0 0 16,1 2-16,-1-2 15,0 0-15,0 0 16,0 0-16,0 0 16,0 0-16,0 0 15,7 7 1,-7-7-16,0 0 16,0 0-16,0 0 15,11 4-15,-11-4 16,12 2-16,-12-2 15,12 4-15,-12-4 16,12 2-16,-12-2 16,11 4-16,-11-4 15,11 3 1,-11-3-16,10 4 0,-10-4 16,13 5-1,-13-5-15,19 8 16,-4-3-16,1-5 15</inkml:trace>
  <inkml:trace contextRef="#ctx0" brushRef="#br0" timeOffset="5116.56">5481 3087 0,'0'0'0,"0"0"0,0 0 16,0 0-16,-2 2 16,2-2-1,0 0-15,-4 10 16,4-10-16,-4 9 15,3-3-15,-2 4 16,-3 8-16,-3 8 16,-3 5-16,-11 11 15,-7 9-15,-2 5 16,-3 4-16,2-2 16,3-6-1,10-16-15</inkml:trace>
  <inkml:trace contextRef="#ctx0" brushRef="#br0" timeOffset="7632.59">6357 3914 0,'0'0'0,"0"0"0,0 0 16,0 0-16,0 0 16,3 3-16,-3-3 15,11 9-15,-11-9 16,14 10-16,-14-10 15,18 8 1,-18-8-16,18 3 16,-7-3-16,1-2 15,5-2-15,4-5 16,8-6-16,5-7 16,4-10-16,0-7 15,0-7 1,1-4-16,-3 2 15,1-1-15,-3 2 16,-5 7-16,-3 4 16,-4 6-16,-1 1 15,-1 1-15,0 2 16,-2 1-16,1-1 16,0 0-16,-1 1 15,5-2-15,5-7 16,8-5-1</inkml:trace>
  <inkml:trace contextRef="#ctx0" brushRef="#br0" timeOffset="10683.94">2087 4736 0,'0'0'0,"0"0"0,0 0 0,0 0 16,0 0-1,0 0-15,0 0 0,0 0 16,4 1 0,-4-1-16,23 3 15,-1-3-15,2 0 16,2 0-16,4-3 16,3 1-16,4 0 15,-2-1-15,4 1 16,1-1-16,3 1 15,2 0-15,-2 0 16,-1 1-16,-1 0 16,-1 1-1,-4 1-15,-2 0 16,-3 0-16,1 0 16,1-1-16,-1 1 15,-4 0-15,-2 0 16,1 0-16,1-1 15,1 1 1,1 1-16,-3-2 0,-1 1 16,-4 0-16,0 0 15,1 0 1,1 0-16,0 0 16,-1 0-16,-1-1 15,0 1-15,-3 0 16,0-1-16,-1 1 15,0-1-15,2-1 16,1 1-16,0-1 16,1 0-1,-2 1-15,1-2 16,-1 0-16,-1 0 16,1 0-16,2 0 15,-2-1-15,1 1 16,-1-1-16,1 1 15,-1-1-15,0 1 16,-5 0-16,1 1 16,0-1-1,1 0-15,1 1 16,-3-1-16,0 0 16,-3 2-16,1-1 15,2 0-15,-2 1 16,2 0-16,-4 1 15,0 0-15,0-1 16,0 1-16,-1 0 16,1 0-16,2 0 15,0 0 1,2-1-16,-2 1 16,2 0-16,0 0 15,1 0-15,1 0 16,1-1-16,-1 1 15,1-1-15,-1-1 16,1 1-16,2-2 16,-2 1-16,0 0 15,-1 0 1,4-1-16,3-1 16,1-1-16,-1 1 15,-1-3-15,-3 2 16,2 1-16,1-2 15,4 1-15,3-2 16,2 1-16,5-1 16,3 0-16,6 2 15,3-3 1</inkml:trace>
  <inkml:trace contextRef="#ctx0" brushRef="#br0" timeOffset="34050.01">1023 4354 0,'0'0'0,"0"0"0,0 0 0,0 0 16,0 0-16,2-2 16,-2 2-16,0 0 15,0 0 1,0 0-16,0 0 16,15-6-16,-1 3 15,8-1-15,5-2 16,3 0-16,-1-2 15,-2 3-15,-5 0 16,-3 1-16,-2 0 16,-3 2-1,-14 2-15,14-2 16,-14 2-16,0 0 16,0 0-16,0 0 15,0 0-15,0 0 16,-17-1-16,-23 3 15,-21 9-15,-3 7 16,12-3-16,15-4 16,13-4-16,5-2 15,3-1 1,1-1-16,2-2 16,3 0-16,10-1 15,-16 1-15,16-1 16,-11 2-16,11-2 15,0 0-15,0 0 16,-10 9-16,8 0 16,-1 8-1,-1 9-15,1 9 0,1 2 16,-1 7 0,0 5-16,0 10 15,-2 4-15,1-3 16,-1-2-16,0-8 15,1-6-15,1-5 16,3-9-16,0-7 16,2-5-16,0-4 15,4-2-15,5 0 16,5 1 0,5-4-16,8-6 15,5-9-15,8-7 16,8-8-16,1-6 15,-1 3-15,2-1 16,-5 1-16</inkml:trace>
  <inkml:trace contextRef="#ctx0" brushRef="#br0" timeOffset="35350.68">6756 7774 0,'0'0'0,"0"0"0,0 0 0,2 0 16,-2 0-16,23-6 15,1 0-15,12-2 16,2 1-16,6 0 16,5 0-16,2 2 15,6 2-15,1-1 16,4 1 0,4 0-16,2 0 15,4 1-15,2 1 16,-2-1-16,1 2 15,-3 0-15,0 0 16,0 0-16,-2 0 16,1 0-16,-4 0 15,-3-1-15,1-4 16,-2-2-16,-1-1 16,1-1-1,-3 0-15,-3 2 16,-4 1-16,-2-1 15,-4-1-15,-2 1 16,-6 1-16,-10 2 16,-5 0-16,-7 1 15,-3 0-15,-1 0 16,-11 3-16,19-9 16,-9 2-1,1-2-15</inkml:trace>
  <inkml:trace contextRef="#ctx0" brushRef="#br0" timeOffset="50566.08">11086 1542 0,'0'0'0,"0"0"0,0 0 0,0 0 0,0 0 16,0 0-16,0 0 15,0 0-15,0 0 16,0 0-16,0 0 16,0 0-1,0 0-15,0 0 16,0 0-16,0 0 15,0 0-15,0 0 16,0 0-16,0 0 16,0 0-16,0 0 15,0 1-15,0-1 16,0 0 0,0 0-16,0 0 15,0 7-15,0-7 16,0 9-16,0-1 15,0 0-15,0 0 16,0 0-16,0 1 16,1 0-16,-1 1 15,2-1-15,-2 1 16,1 0-16,0 1 16,0 0-1,0-1-15,-1 2 16,1 3-16,0 0 15,-1-1-15,0 1 16,0 0-16,0-1 16,0 2-16,0 1 15,0-2-15,0 2 16,-1-1 0,0-4-16,1 0 15,-1 0-15,0 1 16,0 0-16,0-1 15,1-1-15,-2-3 16,2-2-16,0-6 16,-1 11-16,1-11 15,-2 10-15,2-10 16,-1 7-16,1-7 16,0 0-1,-3 8-15,3-8 16,0 0-16,0 0 15,0 0-15,0 7 16,0-7-16,0 0 16,0 0-16,0 0 15</inkml:trace>
  <inkml:trace contextRef="#ctx0" brushRef="#br0" timeOffset="52499.74">11117 2077 0,'0'0'0,"0"0"0,0 0 0,0 0 16,0 0-16,3-2 15,-3 2-15,5-8 16,3-1-16,5-7 16,5-4-16,5-2 15,-2 1 1,3-3-16,2-2 15,1-2-15,-1 3 16,-4 4-16,-1 0 16,-2 5-16,-2 2 15,-3 4-15,-2 3 16,-1 1-16,-1 2 16,0 0-16,1 1 15,-1 2-15,-10 1 16,19 3-1,-19-3-15,14 6 16,-14-6-16,14 11 16,-5-3-16,-1 4 15,1 3-15,-1 1 16,0 1-16,0-1 16,0 0-16,-1-2 15,1-2 1,0-2-16,3 0 15,0-2-15,1-3 16,3-3-16,2-2 16,1-3-16,0-4 15,0 0-15,3-7 16,2-5-16,-2-3 16,-4-1-16,-1-1 15,1-7 1,-2-5-16,1-2 15,0 2-15,-5 8 16,0 3-16,-3 5 16,-1 5-16,-1 1 15,-2 3-15,0 2 16,-1 2-16,-3 7 16,4-8-16,-4 8 15,0 0-15,8-11 16</inkml:trace>
  <inkml:trace contextRef="#ctx0" brushRef="#br0" timeOffset="59216.28">10919 2415 0,'0'0'0,"3"0"0,-3 0 0,0 0 0,16 0 16,4 0-16,9 0 16,9 0-16,10 0 15,8-3-15,3-2 16,5-5-16,-2-2 16,5-2-16,-5 1 15,-7-2-15,-4 0 16,-4 1-1,-1 0-15,-4 2 16,-4 5-16,-9 0 16,-7 3-16,-5 3 15,-5 0-15,-12 1 16,16 2-16,-16-2 16,10 5-16</inkml:trace>
  <inkml:trace contextRef="#ctx0" brushRef="#br0" timeOffset="66198.6">11276 2381 0,'0'0'0,"0"0"0,0 0 16,0 0-16,0 0 15,1-2-15,-1 2 16,0 0-16,0 0 16,0 0-16,0 0 15,0 0-15,0 0 16,0 0-16,0 0 16,0 0-1,0 0-15,0 0 16,0 0-16,0 0 15,0 0-15,7 8 16,-6-2-16,0 4 16,0 1-16,2 2 15,-1 3-15,0-2 16,0 1 0,1-2-16,-2 0 15,1-2-15,1 0 16,0 0-16,0 0 15,1 0-15,3 1 16,6 3-16,1-1 16,3-1-16,-1-2 15,3-2-15,6-1 16,11-3-16,7-3 16,2-3-1,-3-3-15,4-1 16,1-1-16,-1 1 15,-6 1-15,-9 0 16,2 0-16,0 0 16,0 0-16,-8 1 15,-6 3-15,-8 0 16,-11 0-16,12 0 16,-12 0-1,0 0-15,0 0 16,0 0-16,0 0 15,0 0-15,0 0 16,-12-9-16,-1 3 16,0 0-16,1 0 15,0 2-15,1-1 16,1 2-16,10 3 16,-17-5-1,17 5-15,0 0 16,-12-5-16,12 5 15,0 0-15,0 0 16,0 0-16,0 0 16,0 0-16,24 13 15,7-2-15,0 1 16,-4-1-16,-6-3 16,-4-1-1,-2 2-15,-4 1 16,-4-1-16,-7 1 15,-6 0-15,-8 7 16,-12 8-16,-9 1 16,-6 2-16,-3-8 15,8-5-15,5-4 16,8-1-16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3-08T11:26:48.81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7706 2081 0,'0'0'0,"0"0"0,0 0 15,3 4-15,-3-4 16,7 14-16,0-4 16,-1 1-16,-1-1 15,0-1 1,0-1-16,-1-1 16,0 0-16,1 0 15,0 1-15,1-2 16,4 1-16,5-2 15,15-5-15,20-13 16,22-20-16,15-16 16,3-14-16,1-1 15,-14 5 1,-3 2-16,-13 10 16,-3 4-16,-8 5 15,-12 7-15,-5 6 16,-10 7-16,-6 5 15,-4 3-15,-3 3 16,-10 7-16,14-10 16,-14 10-1,0 0-15,10-7 16,-10 7-16,0 0 16,0 0-16,0 0 15,0 0-15,0 0 16,10 3-16,-10-3 15,0 0-15,0 0 16,0 0-16</inkml:trace>
  <inkml:trace contextRef="#ctx0" brushRef="#br0" timeOffset="2433.77">8169 3842 0,'0'0'0,"0"0"0,0 3 0,0-3 15,0 0-15,3 12 16,0-1-16,4 5 16,2 5-16,1 1 15,2 1-15,2 1 16,1-1-16,4 1 16,-1-5-1,1-3-15,1-3 16,4 0-16,5-5 15,11-9-15,15-15 16,23-26-16,16-22 16,9-19-16,-11 2 15,-6 3-15,-14 14 16,-12 10-16,-10 8 16,-11 10-16,-9 9 15,-7 7 1,-3 7-16,-5 3 15,-2 4-15,-3 0 16,-10 6-16,15-4 16,-15 4-16,0 0 15,0 0-15,10 0 16,-10 0-16,-5 10 16</inkml:trace>
  <inkml:trace contextRef="#ctx0" brushRef="#br0" timeOffset="6651.18">5887 6719 0,'0'0'0,"0"0"0,0 0 16,0 2-16,0-2 15,5 10-15,2 2 16,3 6-16,5 5 16,0 1-16,0-5 15,2 1-15,1-1 16,2-3-16,0-2 15,0-5-15,1-2 16,3-4-16,2-1 16,3-4-1,7-5-15,1-7 16,5-10-16,4-6 16,2-5-16,1-6 15,-1-3-15,-1-2 16,-3 1-16,0-2 15,1-1-15,1-1 16,-4 0 0,-1 2-16,-1 1 15,-5 3-15,-2 6 16,-6 4-16,-6 8 16,-3 4-16,-4 5 15,-4 3-15,-2 5 16,-8 8-16,7-9 15,-7 9-15,0 0 16,0 0-16,3-7 16,-3 7-16,0 0 15,0 0 1</inkml:trace>
  <inkml:trace contextRef="#ctx0" brushRef="#br0" timeOffset="8251.01">9423 7306 0,'0'0'0,"0"0"0,0 0 0,0 0 16,0 3-16,0-3 15,0 0-15,5 7 16,-5-7-16,0 0 15,5 8-15,-5-8 16,0 0-16,6 8 16,-6-8-1,0 0-15,0 0 16,5 7-16,-5-7 16,0 0-16,0 0 15,0 0-15,0 0 16,0 0-16,0 0 15,0 0-15,0 0 16,-2-13-16</inkml:trace>
  <inkml:trace contextRef="#ctx0" brushRef="#br0" timeOffset="10084.54">10065 7684 0,'0'0'0,"0"0"0,-2 2 16,2-2-16,0 0 15,-4 10-15,4-10 16,-3 6-16,3-6 16,0 0-16,-3 7 15,3-7-15,0 0 16,0 0 0,0 0-16,0 0 15,0 0-15,0 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626" name="Google Shape;6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7" name="Google Shape;65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auto"/>
            <a:r>
              <a:rPr lang="en-US" dirty="0"/>
              <a:t>J is cost function, Z(L) is weighted input of the final layer L </a:t>
            </a:r>
          </a:p>
          <a:p>
            <a:pPr rtl="0" fontAlgn="auto"/>
            <a:r>
              <a:rPr lang="en-US" dirty="0">
                <a:effectLst/>
              </a:rPr>
              <a:t>∈ℝ𝐵×𝐾 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specifies the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dimensions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of the resulting matrix</a:t>
            </a:r>
            <a:endParaRPr lang="en-US" dirty="0">
              <a:effectLst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0" name="Google Shape;6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auto"/>
            <a:r>
              <a:rPr lang="en-US" dirty="0">
                <a:effectLst/>
              </a:rPr>
              <a:t>𝐇(𝑙) </a:t>
            </a:r>
            <a:r>
              <a:rPr lang="en-US" dirty="0"/>
              <a:t>is the output (activations) of the </a:t>
            </a:r>
            <a:r>
              <a:rPr lang="en-US" dirty="0">
                <a:effectLst/>
              </a:rPr>
              <a:t>𝑙</a:t>
            </a:r>
            <a:r>
              <a:rPr lang="en-US" dirty="0"/>
              <a:t>-</a:t>
            </a:r>
            <a:r>
              <a:rPr lang="en-US" dirty="0" err="1"/>
              <a:t>th</a:t>
            </a:r>
            <a:r>
              <a:rPr lang="en-US" dirty="0"/>
              <a:t> layer. </a:t>
            </a:r>
          </a:p>
          <a:p>
            <a:pPr rtl="0" fontAlgn="auto"/>
            <a:r>
              <a:rPr lang="en-US" dirty="0">
                <a:effectLst/>
              </a:rPr>
              <a:t>𝐙(𝑙) </a:t>
            </a:r>
            <a:r>
              <a:rPr lang="en-US" dirty="0"/>
              <a:t>is the input to the activation function (pre-activation) in the </a:t>
            </a:r>
            <a:r>
              <a:rPr lang="en-US" dirty="0">
                <a:effectLst/>
              </a:rPr>
              <a:t>𝑙</a:t>
            </a:r>
            <a:r>
              <a:rPr lang="en-US" dirty="0"/>
              <a:t>-</a:t>
            </a:r>
            <a:r>
              <a:rPr lang="en-US" dirty="0" err="1"/>
              <a:t>th</a:t>
            </a:r>
            <a:r>
              <a:rPr lang="en-US" dirty="0"/>
              <a:t> layer. </a:t>
            </a:r>
            <a:endParaRPr lang="en-US" dirty="0">
              <a:effectLst/>
            </a:endParaRPr>
          </a:p>
          <a:p>
            <a:pPr rtl="0" fontAlgn="auto"/>
            <a:r>
              <a:rPr lang="en-US" dirty="0">
                <a:effectLst/>
              </a:rPr>
              <a:t>𝜎(𝑙) </a:t>
            </a:r>
            <a:r>
              <a:rPr lang="en-US" dirty="0"/>
              <a:t>is the activation function used in the </a:t>
            </a:r>
            <a:r>
              <a:rPr lang="en-US" dirty="0">
                <a:effectLst/>
              </a:rPr>
              <a:t>𝑙</a:t>
            </a:r>
            <a:r>
              <a:rPr lang="en-US" dirty="0"/>
              <a:t>-</a:t>
            </a:r>
            <a:r>
              <a:rPr lang="en-US" dirty="0" err="1"/>
              <a:t>th</a:t>
            </a:r>
            <a:r>
              <a:rPr lang="en-US" dirty="0"/>
              <a:t> layer. </a:t>
            </a:r>
            <a:endParaRPr lang="en-US" dirty="0">
              <a:effectLst/>
            </a:endParaRPr>
          </a:p>
          <a:p>
            <a:pPr rtl="0" fontAlgn="auto"/>
            <a:r>
              <a:rPr lang="en-US" dirty="0">
                <a:effectLst/>
              </a:rPr>
              <a:t>𝜎′(𝑙) </a:t>
            </a:r>
            <a:r>
              <a:rPr lang="en-US" dirty="0"/>
              <a:t>denotes the derivative of the activation function </a:t>
            </a:r>
            <a:r>
              <a:rPr lang="en-US" dirty="0">
                <a:effectLst/>
              </a:rPr>
              <a:t>𝜎(𝑙)</a:t>
            </a:r>
          </a:p>
          <a:p>
            <a:pPr marL="158750" indent="0">
              <a:buNone/>
            </a:pPr>
            <a:endParaRPr dirty="0"/>
          </a:p>
        </p:txBody>
      </p:sp>
      <p:sp>
        <p:nvSpPr>
          <p:cNvPr id="721" name="Google Shape;7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5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6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6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9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0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46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1"/>
          <p:cNvSpPr txBox="1"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1"/>
          <p:cNvSpPr txBox="1">
            <a:spLocks noGrp="1"/>
          </p:cNvSpPr>
          <p:nvPr>
            <p:ph type="subTitle" idx="1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1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2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2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3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6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68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46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68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905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905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5905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5905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5905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5905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905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5905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05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905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67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36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30.xml"/><Relationship Id="rId2" Type="http://schemas.openxmlformats.org/officeDocument/2006/relationships/notesSlide" Target="../notesSlides/notesSlide3.xml"/><Relationship Id="rId16" Type="http://schemas.openxmlformats.org/officeDocument/2006/relationships/slide" Target="slide25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2.xml"/><Relationship Id="rId10" Type="http://schemas.openxmlformats.org/officeDocument/2006/relationships/image" Target="../media/image10.png"/><Relationship Id="rId19" Type="http://schemas.openxmlformats.org/officeDocument/2006/relationships/slide" Target="slide44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customXml" Target="../ink/ink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customXml" Target="../ink/ink2.xml"/><Relationship Id="rId4" Type="http://schemas.openxmlformats.org/officeDocument/2006/relationships/image" Target="../media/image19.png"/><Relationship Id="rId9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3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4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customXml" Target="../ink/ink5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6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7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customXml" Target="../ink/ink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36.xml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12" Type="http://schemas.openxmlformats.org/officeDocument/2006/relationships/slide" Target="slide3.xml"/><Relationship Id="rId17" Type="http://schemas.openxmlformats.org/officeDocument/2006/relationships/slide" Target="slide30.xml"/><Relationship Id="rId2" Type="http://schemas.openxmlformats.org/officeDocument/2006/relationships/notesSlide" Target="../notesSlides/notesSlide16.xml"/><Relationship Id="rId16" Type="http://schemas.openxmlformats.org/officeDocument/2006/relationships/slide" Target="slide25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2.xml"/><Relationship Id="rId10" Type="http://schemas.openxmlformats.org/officeDocument/2006/relationships/image" Target="../media/image10.png"/><Relationship Id="rId19" Type="http://schemas.openxmlformats.org/officeDocument/2006/relationships/slide" Target="slide44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slide" Target="slide9.xml"/><Relationship Id="rId18" Type="http://schemas.openxmlformats.org/officeDocument/2006/relationships/slide" Target="slide36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30.xml"/><Relationship Id="rId2" Type="http://schemas.openxmlformats.org/officeDocument/2006/relationships/notesSlide" Target="../notesSlides/notesSlide19.xml"/><Relationship Id="rId16" Type="http://schemas.openxmlformats.org/officeDocument/2006/relationships/slide" Target="slide25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2.xml"/><Relationship Id="rId10" Type="http://schemas.openxmlformats.org/officeDocument/2006/relationships/image" Target="../media/image10.png"/><Relationship Id="rId19" Type="http://schemas.openxmlformats.org/officeDocument/2006/relationships/slide" Target="slide44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slide" Target="slide1.xml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slide" Target="slide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slide" Target="slide1.xml"/><Relationship Id="rId3" Type="http://schemas.openxmlformats.org/officeDocument/2006/relationships/image" Target="../media/image18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customXml" Target="../ink/ink16.xml"/><Relationship Id="rId3" Type="http://schemas.openxmlformats.org/officeDocument/2006/relationships/image" Target="../media/image69.png"/><Relationship Id="rId7" Type="http://schemas.openxmlformats.org/officeDocument/2006/relationships/image" Target="../media/image51.png"/><Relationship Id="rId12" Type="http://schemas.openxmlformats.org/officeDocument/2006/relationships/slide" Target="slid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0" Type="http://schemas.openxmlformats.org/officeDocument/2006/relationships/image" Target="../media/image75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Relationship Id="rId1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36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30.xml"/><Relationship Id="rId2" Type="http://schemas.openxmlformats.org/officeDocument/2006/relationships/notesSlide" Target="../notesSlides/notesSlide24.xml"/><Relationship Id="rId16" Type="http://schemas.openxmlformats.org/officeDocument/2006/relationships/slide" Target="slide25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2.xml"/><Relationship Id="rId10" Type="http://schemas.openxmlformats.org/officeDocument/2006/relationships/image" Target="../media/image10.png"/><Relationship Id="rId19" Type="http://schemas.openxmlformats.org/officeDocument/2006/relationships/slide" Target="slide44.xml"/><Relationship Id="rId4" Type="http://schemas.openxmlformats.org/officeDocument/2006/relationships/image" Target="../media/image4.png"/><Relationship Id="rId9" Type="http://schemas.openxmlformats.org/officeDocument/2006/relationships/image" Target="../media/image78.png"/><Relationship Id="rId14" Type="http://schemas.openxmlformats.org/officeDocument/2006/relationships/slide" Target="slide1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4.png"/><Relationship Id="rId4" Type="http://schemas.openxmlformats.org/officeDocument/2006/relationships/image" Target="../media/image80.png"/><Relationship Id="rId9" Type="http://schemas.openxmlformats.org/officeDocument/2006/relationships/customXml" Target="../ink/ink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customXml" Target="../ink/ink18.xml"/><Relationship Id="rId4" Type="http://schemas.openxmlformats.org/officeDocument/2006/relationships/image" Target="../media/image8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5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customXml" Target="../ink/ink1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slide" Target="slide1.xml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6.png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customXml" Target="../ink/ink2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36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30.xml"/><Relationship Id="rId2" Type="http://schemas.openxmlformats.org/officeDocument/2006/relationships/notesSlide" Target="../notesSlides/notesSlide30.xml"/><Relationship Id="rId16" Type="http://schemas.openxmlformats.org/officeDocument/2006/relationships/slide" Target="slide25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22.xml"/><Relationship Id="rId10" Type="http://schemas.openxmlformats.org/officeDocument/2006/relationships/image" Target="../media/image101.png"/><Relationship Id="rId19" Type="http://schemas.openxmlformats.org/officeDocument/2006/relationships/slide" Target="slide44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2.png"/><Relationship Id="rId7" Type="http://schemas.openxmlformats.org/officeDocument/2006/relationships/customXml" Target="../ink/ink2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customXml" Target="../ink/ink23.xml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slide" Target="slide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5" Type="http://schemas.openxmlformats.org/officeDocument/2006/relationships/image" Target="../media/image108.png"/><Relationship Id="rId10" Type="http://schemas.openxmlformats.org/officeDocument/2006/relationships/image" Target="../media/image112.png"/><Relationship Id="rId4" Type="http://schemas.openxmlformats.org/officeDocument/2006/relationships/image" Target="../media/image107.png"/><Relationship Id="rId9" Type="http://schemas.openxmlformats.org/officeDocument/2006/relationships/image" Target="../media/image51.png"/><Relationship Id="rId14" Type="http://schemas.openxmlformats.org/officeDocument/2006/relationships/image" Target="../media/image1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36.xml"/><Relationship Id="rId16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9.xml"/><Relationship Id="rId18" Type="http://schemas.openxmlformats.org/officeDocument/2006/relationships/slide" Target="slide36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.xml"/><Relationship Id="rId17" Type="http://schemas.openxmlformats.org/officeDocument/2006/relationships/slide" Target="slide30.xml"/><Relationship Id="rId2" Type="http://schemas.openxmlformats.org/officeDocument/2006/relationships/notesSlide" Target="../notesSlides/notesSlide38.xml"/><Relationship Id="rId16" Type="http://schemas.openxmlformats.org/officeDocument/2006/relationships/slide" Target="slide25.xml"/><Relationship Id="rId20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31.png"/><Relationship Id="rId5" Type="http://schemas.openxmlformats.org/officeDocument/2006/relationships/image" Target="../media/image5.png"/><Relationship Id="rId15" Type="http://schemas.openxmlformats.org/officeDocument/2006/relationships/slide" Target="slide22.xml"/><Relationship Id="rId10" Type="http://schemas.openxmlformats.org/officeDocument/2006/relationships/image" Target="../media/image10.png"/><Relationship Id="rId19" Type="http://schemas.openxmlformats.org/officeDocument/2006/relationships/slide" Target="slide44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1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slide" Target="slide1.xml"/><Relationship Id="rId5" Type="http://schemas.openxmlformats.org/officeDocument/2006/relationships/image" Target="../media/image134.png"/><Relationship Id="rId10" Type="http://schemas.openxmlformats.org/officeDocument/2006/relationships/image" Target="../media/image128.png"/><Relationship Id="rId4" Type="http://schemas.openxmlformats.org/officeDocument/2006/relationships/image" Target="../media/image133.png"/><Relationship Id="rId9" Type="http://schemas.openxmlformats.org/officeDocument/2006/relationships/image" Target="../media/image9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9.png"/><Relationship Id="rId7" Type="http://schemas.openxmlformats.org/officeDocument/2006/relationships/image" Target="../media/image142.png"/><Relationship Id="rId12" Type="http://schemas.openxmlformats.org/officeDocument/2006/relationships/slide" Target="slide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46.png"/><Relationship Id="rId5" Type="http://schemas.openxmlformats.org/officeDocument/2006/relationships/image" Target="../media/image141.png"/><Relationship Id="rId10" Type="http://schemas.openxmlformats.org/officeDocument/2006/relationships/image" Target="../media/image145.png"/><Relationship Id="rId4" Type="http://schemas.openxmlformats.org/officeDocument/2006/relationships/image" Target="../media/image140.png"/><Relationship Id="rId9" Type="http://schemas.openxmlformats.org/officeDocument/2006/relationships/image" Target="../media/image14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52.png"/><Relationship Id="rId3" Type="http://schemas.openxmlformats.org/officeDocument/2006/relationships/image" Target="../media/image117.png"/><Relationship Id="rId7" Type="http://schemas.openxmlformats.org/officeDocument/2006/relationships/image" Target="../media/image52.png"/><Relationship Id="rId12" Type="http://schemas.openxmlformats.org/officeDocument/2006/relationships/image" Target="../media/image1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0.png"/><Relationship Id="rId5" Type="http://schemas.openxmlformats.org/officeDocument/2006/relationships/image" Target="../media/image119.png"/><Relationship Id="rId10" Type="http://schemas.openxmlformats.org/officeDocument/2006/relationships/image" Target="../media/image149.png"/><Relationship Id="rId4" Type="http://schemas.openxmlformats.org/officeDocument/2006/relationships/image" Target="../media/image118.png"/><Relationship Id="rId9" Type="http://schemas.openxmlformats.org/officeDocument/2006/relationships/image" Target="../media/image148.png"/><Relationship Id="rId14" Type="http://schemas.openxmlformats.org/officeDocument/2006/relationships/slide" Target="slide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d2l.ai/" TargetMode="External"/><Relationship Id="rId3" Type="http://schemas.openxmlformats.org/officeDocument/2006/relationships/image" Target="../media/image153.jpg"/><Relationship Id="rId7" Type="http://schemas.openxmlformats.org/officeDocument/2006/relationships/hyperlink" Target="http://www.deeplearningbook.org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155.png"/><Relationship Id="rId10" Type="http://schemas.openxmlformats.org/officeDocument/2006/relationships/slide" Target="slide1.xml"/><Relationship Id="rId4" Type="http://schemas.openxmlformats.org/officeDocument/2006/relationships/image" Target="../media/image154.png"/><Relationship Id="rId9" Type="http://schemas.openxmlformats.org/officeDocument/2006/relationships/hyperlink" Target="http://neuralnetworksanddeeplearning.com/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293502"/>
              <a:ext cx="3325495" cy="721995"/>
            </a:xfrm>
            <a:custGeom>
              <a:avLst/>
              <a:gdLst/>
              <a:ahLst/>
              <a:cxnLst/>
              <a:rect l="l" t="t" r="r" b="b"/>
              <a:pathLst>
                <a:path w="3325495" h="721994" extrusionOk="0">
                  <a:moveTo>
                    <a:pt x="0" y="72186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721869"/>
                  </a:lnTo>
                  <a:lnTo>
                    <a:pt x="0" y="7218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293502"/>
            <a:ext cx="3325500" cy="686700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202565" marR="194945" lvl="0" indent="-635" algn="ctr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EEP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ETWORK </a:t>
            </a:r>
            <a:endParaRPr sz="1350">
              <a:latin typeface="Cambria"/>
              <a:ea typeface="Cambria"/>
              <a:cs typeface="Cambria"/>
              <a:sym typeface="Cambria"/>
            </a:endParaRPr>
          </a:p>
          <a:p>
            <a:pPr marL="202565" marR="194945" lvl="0" indent="-635" algn="ctr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ODULE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# 5 : D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EEP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EED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-F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ORWARD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ETWORKS</a:t>
            </a:r>
            <a:endParaRPr sz="11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132173" y="2325276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</a:rPr>
              <a:t>DNN Team</a:t>
            </a:r>
            <a:endParaRPr sz="950">
              <a:solidFill>
                <a:srgbClr val="1B1472"/>
              </a:solidFill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905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598" name="Google Shape;59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7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0" name="Google Shape;600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7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7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4" name="Google Shape;604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7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6" name="Google Shape;606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7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8" name="Google Shape;608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7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0" name="Google Shape;610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7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7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7" name="Google Shape;617;p2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18" name="Google Shape;618;p2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2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22" name="Google Shape;622;p2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redictions</a:t>
            </a:r>
            <a:endParaRPr/>
          </a:p>
        </p:txBody>
      </p:sp>
      <p:sp>
        <p:nvSpPr>
          <p:cNvPr id="629" name="Google Shape;629;p2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30" name="Google Shape;630;p2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67</a:t>
            </a:r>
            <a:endParaRPr/>
          </a:p>
        </p:txBody>
      </p:sp>
      <p:pic>
        <p:nvPicPr>
          <p:cNvPr id="632" name="Google Shape;63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263" y="793723"/>
            <a:ext cx="5461001" cy="165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sp>
        <p:nvSpPr>
          <p:cNvPr id="638" name="Google Shape;638;p2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39" name="Google Shape;639;p2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r>
              <a:rPr lang="en-US"/>
              <a:t> / 67</a:t>
            </a:r>
            <a:endParaRPr/>
          </a:p>
        </p:txBody>
      </p:sp>
      <p:pic>
        <p:nvPicPr>
          <p:cNvPr id="641" name="Google Shape;64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75" y="472080"/>
            <a:ext cx="5302876" cy="2629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r>
              <a:rPr lang="en-US">
                <a:solidFill>
                  <a:srgbClr val="FFFFFF"/>
                </a:solidFill>
              </a:rPr>
              <a:t>: V</a:t>
            </a:r>
            <a:r>
              <a:rPr lang="en-US" cap="small">
                <a:solidFill>
                  <a:srgbClr val="FFFFFF"/>
                </a:solidFill>
              </a:rPr>
              <a:t>ectorized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endParaRPr/>
          </a:p>
        </p:txBody>
      </p:sp>
      <p:grpSp>
        <p:nvGrpSpPr>
          <p:cNvPr id="647" name="Google Shape;647;p3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48" name="Google Shape;648;p3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1" name="Google Shape;651;p3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 67</a:t>
            </a:r>
            <a:endParaRPr/>
          </a:p>
        </p:txBody>
      </p:sp>
      <p:pic>
        <p:nvPicPr>
          <p:cNvPr id="654" name="Google Shape;6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700" y="552360"/>
            <a:ext cx="4876858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endParaRPr/>
          </a:p>
        </p:txBody>
      </p:sp>
      <p:grpSp>
        <p:nvGrpSpPr>
          <p:cNvPr id="660" name="Google Shape;660;p3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61" name="Google Shape;661;p3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4" name="Google Shape;664;p3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65" name="Google Shape;665;p3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67</a:t>
            </a:r>
            <a:endParaRPr/>
          </a:p>
        </p:txBody>
      </p:sp>
      <p:pic>
        <p:nvPicPr>
          <p:cNvPr id="667" name="Google Shape;6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79025"/>
            <a:ext cx="5240758" cy="260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71970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endParaRPr/>
          </a:p>
        </p:txBody>
      </p:sp>
      <p:grpSp>
        <p:nvGrpSpPr>
          <p:cNvPr id="673" name="Google Shape;673;p3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674" name="Google Shape;674;p3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3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78" name="Google Shape;678;p3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67</a:t>
            </a:r>
            <a:endParaRPr/>
          </a:p>
        </p:txBody>
      </p:sp>
      <p:pic>
        <p:nvPicPr>
          <p:cNvPr id="680" name="Google Shape;68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82" y="482688"/>
            <a:ext cx="5096319" cy="25974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46C19E-1CB7-4CB7-A1FC-E231CE40E34B}"/>
                  </a:ext>
                </a:extLst>
              </p14:cNvPr>
              <p14:cNvContentPartPr/>
              <p14:nvPr/>
            </p14:nvContentPartPr>
            <p14:xfrm>
              <a:off x="2373480" y="151920"/>
              <a:ext cx="3393360" cy="293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46C19E-1CB7-4CB7-A1FC-E231CE40E3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64120" y="142560"/>
                <a:ext cx="3412080" cy="295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ackpropagation</a:t>
            </a:r>
            <a:r>
              <a:rPr lang="en-US">
                <a:solidFill>
                  <a:srgbClr val="FFFFFF"/>
                </a:solidFill>
              </a:rPr>
              <a:t>: 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grpSp>
        <p:nvGrpSpPr>
          <p:cNvPr id="686" name="Google Shape;686;p33"/>
          <p:cNvGrpSpPr/>
          <p:nvPr/>
        </p:nvGrpSpPr>
        <p:grpSpPr>
          <a:xfrm>
            <a:off x="309193" y="541032"/>
            <a:ext cx="5192466" cy="672733"/>
            <a:chOff x="309193" y="541032"/>
            <a:chExt cx="5192466" cy="672733"/>
          </a:xfrm>
        </p:grpSpPr>
        <p:sp>
          <p:nvSpPr>
            <p:cNvPr id="687" name="Google Shape;687;p33"/>
            <p:cNvSpPr/>
            <p:nvPr/>
          </p:nvSpPr>
          <p:spPr>
            <a:xfrm>
              <a:off x="309193" y="54103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8" name="Google Shape;688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525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9" name="Google Shape;689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1216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3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9946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3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5266"/>
              <a:ext cx="50800" cy="526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33"/>
            <p:cNvSpPr/>
            <p:nvPr/>
          </p:nvSpPr>
          <p:spPr>
            <a:xfrm>
              <a:off x="309193" y="779544"/>
              <a:ext cx="5142230" cy="383540"/>
            </a:xfrm>
            <a:custGeom>
              <a:avLst/>
              <a:gdLst/>
              <a:ahLst/>
              <a:cxnLst/>
              <a:rect l="l" t="t" r="r" b="b"/>
              <a:pathLst>
                <a:path w="5142230" h="38354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5090865" y="383420"/>
                  </a:lnTo>
                  <a:lnTo>
                    <a:pt x="5110590" y="379412"/>
                  </a:lnTo>
                  <a:lnTo>
                    <a:pt x="5126743" y="368498"/>
                  </a:lnTo>
                  <a:lnTo>
                    <a:pt x="5137657" y="352345"/>
                  </a:lnTo>
                  <a:lnTo>
                    <a:pt x="5141666" y="33262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5450859" y="623362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w="120000" h="508000" extrusionOk="0">
                  <a:moveTo>
                    <a:pt x="0" y="50785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5450859" y="6106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5450859" y="5979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5450859" y="5852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5450859" y="56621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8" name="Google Shape;698;p33"/>
          <p:cNvSpPr txBox="1"/>
          <p:nvPr/>
        </p:nvSpPr>
        <p:spPr>
          <a:xfrm>
            <a:off x="347294" y="471460"/>
            <a:ext cx="4954200" cy="1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urpose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Backpropagation efficiently computes gradients of the loss w.r.t. all parameters by applying the chain rule backward through the network.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2564130" lvl="0" indent="0" algn="l" rtl="0">
              <a:lnSpc>
                <a:spcPct val="1477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chain rule recursively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Notation: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Define error signal for layer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33"/>
          <p:cNvSpPr txBox="1"/>
          <p:nvPr/>
        </p:nvSpPr>
        <p:spPr>
          <a:xfrm>
            <a:off x="2198763" y="1900361"/>
            <a:ext cx="43942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Tahoma"/>
                <a:ea typeface="Tahoma"/>
                <a:cs typeface="Tahoma"/>
                <a:sym typeface="Tahoma"/>
              </a:rPr>
              <a:t>=</a:t>
            </a:r>
            <a:endParaRPr sz="1800" baseline="-25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0" name="Google Shape;700;p33"/>
          <p:cNvSpPr txBox="1"/>
          <p:nvPr/>
        </p:nvSpPr>
        <p:spPr>
          <a:xfrm>
            <a:off x="2713774" y="1860331"/>
            <a:ext cx="18097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∂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J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2657462" y="2089619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 h="120000" extrusionOk="0">
                <a:moveTo>
                  <a:pt x="0" y="0"/>
                </a:moveTo>
                <a:lnTo>
                  <a:pt x="304139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3"/>
          <p:cNvSpPr txBox="1"/>
          <p:nvPr/>
        </p:nvSpPr>
        <p:spPr>
          <a:xfrm>
            <a:off x="2619362" y="2023335"/>
            <a:ext cx="37401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∂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2980855" y="1900361"/>
            <a:ext cx="56769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800" baseline="-250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900" i="1" baseline="-25000">
                <a:latin typeface="Arial"/>
                <a:ea typeface="Arial"/>
                <a:cs typeface="Arial"/>
                <a:sym typeface="Arial"/>
              </a:rPr>
              <a:t>Æ</a:t>
            </a:r>
            <a:endParaRPr sz="90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3"/>
          <p:cNvSpPr txBox="1"/>
          <p:nvPr/>
        </p:nvSpPr>
        <p:spPr>
          <a:xfrm>
            <a:off x="5144350" y="1978233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(39)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 txBox="1"/>
          <p:nvPr/>
        </p:nvSpPr>
        <p:spPr>
          <a:xfrm>
            <a:off x="347294" y="2417589"/>
            <a:ext cx="10026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Two main steps: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33"/>
          <p:cNvGrpSpPr/>
          <p:nvPr/>
        </p:nvGrpSpPr>
        <p:grpSpPr>
          <a:xfrm>
            <a:off x="0" y="2685237"/>
            <a:ext cx="5760261" cy="548774"/>
            <a:chOff x="0" y="2685237"/>
            <a:chExt cx="5760261" cy="548774"/>
          </a:xfrm>
        </p:grpSpPr>
        <p:pic>
          <p:nvPicPr>
            <p:cNvPr id="707" name="Google Shape;707;p3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996" y="2685237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8" name="Google Shape;708;p3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996" y="2906648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9" name="Google Shape;709;p3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2" name="Google Shape;712;p33"/>
          <p:cNvSpPr txBox="1"/>
          <p:nvPr/>
        </p:nvSpPr>
        <p:spPr>
          <a:xfrm>
            <a:off x="483946" y="267538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 txBox="1"/>
          <p:nvPr/>
        </p:nvSpPr>
        <p:spPr>
          <a:xfrm>
            <a:off x="644626" y="2866848"/>
            <a:ext cx="2990850" cy="19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Compute parameter gradients using error signals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3"/>
          <p:cNvSpPr txBox="1"/>
          <p:nvPr/>
        </p:nvSpPr>
        <p:spPr>
          <a:xfrm>
            <a:off x="483946" y="2915777"/>
            <a:ext cx="6731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16" name="Google Shape;716;p3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r>
              <a:rPr lang="en-US"/>
              <a:t> / 67</a:t>
            </a:r>
            <a:endParaRPr/>
          </a:p>
        </p:txBody>
      </p:sp>
      <p:sp>
        <p:nvSpPr>
          <p:cNvPr id="718" name="Google Shape;718;p33"/>
          <p:cNvSpPr txBox="1"/>
          <p:nvPr/>
        </p:nvSpPr>
        <p:spPr>
          <a:xfrm>
            <a:off x="619225" y="2623825"/>
            <a:ext cx="37386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Backpropagate error signals: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· · · →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aseline="30000">
              <a:latin typeface="Tahoma"/>
              <a:ea typeface="Tahoma"/>
              <a:cs typeface="Tahoma"/>
              <a:sym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389EA1-28A8-3103-4BAD-E2F8E4A992E2}"/>
                  </a:ext>
                </a:extLst>
              </p14:cNvPr>
              <p14:cNvContentPartPr/>
              <p14:nvPr/>
            </p14:nvContentPartPr>
            <p14:xfrm>
              <a:off x="1318320" y="1026000"/>
              <a:ext cx="4416840" cy="1991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389EA1-28A8-3103-4BAD-E2F8E4A992E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8960" y="1016640"/>
                <a:ext cx="4435560" cy="201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ackpropagating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rror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ignals</a:t>
            </a:r>
            <a:endParaRPr/>
          </a:p>
        </p:txBody>
      </p:sp>
      <p:grpSp>
        <p:nvGrpSpPr>
          <p:cNvPr id="724" name="Google Shape;724;p3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25" name="Google Shape;725;p3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3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29" name="Google Shape;729;p3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4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34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1" name="Google Shape;7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97150"/>
            <a:ext cx="5414659" cy="2570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761D0A9-2871-2AF0-A585-CC16BDEDF230}"/>
                  </a:ext>
                </a:extLst>
              </p14:cNvPr>
              <p14:cNvContentPartPr/>
              <p14:nvPr/>
            </p14:nvContentPartPr>
            <p14:xfrm>
              <a:off x="3073680" y="1393920"/>
              <a:ext cx="2520" cy="2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761D0A9-2871-2AF0-A585-CC16BDEDF2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64320" y="1384560"/>
                <a:ext cx="21240" cy="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endParaRPr/>
          </a:p>
        </p:txBody>
      </p:sp>
      <p:grpSp>
        <p:nvGrpSpPr>
          <p:cNvPr id="737" name="Google Shape;737;p3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38" name="Google Shape;738;p3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Google Shape;741;p3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42" name="Google Shape;742;p3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67</a:t>
            </a:r>
            <a:endParaRPr/>
          </a:p>
        </p:txBody>
      </p:sp>
      <p:pic>
        <p:nvPicPr>
          <p:cNvPr id="744" name="Google Shape;7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61002" cy="217839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29E854-90E3-0D42-2B57-BAA4ED096B64}"/>
                  </a:ext>
                </a:extLst>
              </p14:cNvPr>
              <p14:cNvContentPartPr/>
              <p14:nvPr/>
            </p14:nvContentPartPr>
            <p14:xfrm>
              <a:off x="1719720" y="988920"/>
              <a:ext cx="1518480" cy="114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29E854-90E3-0D42-2B57-BAA4ED096B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0360" y="979560"/>
                <a:ext cx="1537200" cy="116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ackpropagation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grpSp>
        <p:nvGrpSpPr>
          <p:cNvPr id="750" name="Google Shape;750;p3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51" name="Google Shape;751;p3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3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55" name="Google Shape;755;p3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67</a:t>
            </a:r>
            <a:endParaRPr/>
          </a:p>
        </p:txBody>
      </p:sp>
      <p:pic>
        <p:nvPicPr>
          <p:cNvPr id="757" name="Google Shape;75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91" y="482775"/>
            <a:ext cx="5487831" cy="254819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932F01-EA6E-4787-448A-A7DF7E65BC59}"/>
                  </a:ext>
                </a:extLst>
              </p14:cNvPr>
              <p14:cNvContentPartPr/>
              <p14:nvPr/>
            </p14:nvContentPartPr>
            <p14:xfrm>
              <a:off x="804960" y="365760"/>
              <a:ext cx="2880000" cy="232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932F01-EA6E-4787-448A-A7DF7E65BC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5600" y="356400"/>
                <a:ext cx="2898720" cy="234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369824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erivatives</a:t>
            </a:r>
            <a:endParaRPr/>
          </a:p>
        </p:txBody>
      </p:sp>
      <p:grpSp>
        <p:nvGrpSpPr>
          <p:cNvPr id="763" name="Google Shape;763;p3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64" name="Google Shape;764;p3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7" name="Google Shape;767;p3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68" name="Google Shape;768;p3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67</a:t>
            </a:r>
            <a:endParaRPr/>
          </a:p>
        </p:txBody>
      </p:sp>
      <p:pic>
        <p:nvPicPr>
          <p:cNvPr id="770" name="Google Shape;77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00" y="552360"/>
            <a:ext cx="4985380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F0CB91-0EBD-6F82-E9B1-1AC8317931D7}"/>
                  </a:ext>
                </a:extLst>
              </p14:cNvPr>
              <p14:cNvContentPartPr/>
              <p14:nvPr/>
            </p14:nvContentPartPr>
            <p14:xfrm>
              <a:off x="1131480" y="869400"/>
              <a:ext cx="3392640" cy="2008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F0CB91-0EBD-6F82-E9B1-1AC8317931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2120" y="860040"/>
                <a:ext cx="3411360" cy="202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fficiency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ackpropagation</a:t>
            </a:r>
            <a:endParaRPr/>
          </a:p>
        </p:txBody>
      </p:sp>
      <p:grpSp>
        <p:nvGrpSpPr>
          <p:cNvPr id="776" name="Google Shape;776;p3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77" name="Google Shape;777;p3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0" name="Google Shape;780;p3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81" name="Google Shape;781;p3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67</a:t>
            </a:r>
            <a:endParaRPr/>
          </a:p>
        </p:txBody>
      </p:sp>
      <p:pic>
        <p:nvPicPr>
          <p:cNvPr id="783" name="Google Shape;78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3806419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9B92A3-2BEA-A79D-9ED2-228B2816E057}"/>
                  </a:ext>
                </a:extLst>
              </p14:cNvPr>
              <p14:cNvContentPartPr/>
              <p14:nvPr/>
            </p14:nvContentPartPr>
            <p14:xfrm>
              <a:off x="1247400" y="451080"/>
              <a:ext cx="4519440" cy="2559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9B92A3-2BEA-A79D-9ED2-228B2816E0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8040" y="441720"/>
                <a:ext cx="4538160" cy="257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tep</a:t>
            </a:r>
            <a:endParaRPr/>
          </a:p>
        </p:txBody>
      </p:sp>
      <p:sp>
        <p:nvSpPr>
          <p:cNvPr id="789" name="Google Shape;789;p39"/>
          <p:cNvSpPr txBox="1"/>
          <p:nvPr/>
        </p:nvSpPr>
        <p:spPr>
          <a:xfrm>
            <a:off x="347294" y="834267"/>
            <a:ext cx="3682365" cy="51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4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After computing gradients, update all parameters: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For each layer 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12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 (Vector form for single example)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9"/>
          <p:cNvSpPr txBox="1"/>
          <p:nvPr/>
        </p:nvSpPr>
        <p:spPr>
          <a:xfrm>
            <a:off x="2015998" y="1353756"/>
            <a:ext cx="172212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42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η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δ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marL="83185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575" b="1" baseline="-25000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800" i="1" baseline="-25000">
                <a:latin typeface="Calibri"/>
                <a:ea typeface="Calibri"/>
                <a:cs typeface="Calibri"/>
                <a:sym typeface="Calibri"/>
              </a:rPr>
              <a:t>ηδ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00" i="1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800">
                <a:latin typeface="Tahoma"/>
                <a:ea typeface="Tahoma"/>
                <a:cs typeface="Tahoma"/>
                <a:sym typeface="Tahoma"/>
              </a:rPr>
              <a:t>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1" name="Google Shape;791;p39"/>
          <p:cNvSpPr txBox="1"/>
          <p:nvPr/>
        </p:nvSpPr>
        <p:spPr>
          <a:xfrm>
            <a:off x="5144338" y="1413407"/>
            <a:ext cx="26860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(49)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(50)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9"/>
          <p:cNvSpPr txBox="1"/>
          <p:nvPr/>
        </p:nvSpPr>
        <p:spPr>
          <a:xfrm>
            <a:off x="347294" y="2051969"/>
            <a:ext cx="3709670" cy="394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100" i="1">
                <a:latin typeface="Calibri"/>
                <a:ea typeface="Calibri"/>
                <a:cs typeface="Calibri"/>
                <a:sym typeface="Calibri"/>
              </a:rPr>
              <a:t>η &gt;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0 is the learning rate.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This moves parameters in the direction that reduces the loss!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3" name="Google Shape;793;p3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94" name="Google Shape;794;p3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7" name="Google Shape;797;p3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98" name="Google Shape;798;p3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2C718B-FB8A-E78B-DB93-749A133BC39E}"/>
                  </a:ext>
                </a:extLst>
              </p14:cNvPr>
              <p14:cNvContentPartPr/>
              <p14:nvPr/>
            </p14:nvContentPartPr>
            <p14:xfrm>
              <a:off x="3628440" y="1540800"/>
              <a:ext cx="289080" cy="43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2C718B-FB8A-E78B-DB93-749A133BC3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9080" y="1531440"/>
                <a:ext cx="307800" cy="45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A6BF23-1120-9C1B-DECA-3FE0DF79C1D7}"/>
                  </a:ext>
                </a:extLst>
              </p14:cNvPr>
              <p14:cNvContentPartPr/>
              <p14:nvPr/>
            </p14:nvContentPartPr>
            <p14:xfrm>
              <a:off x="330480" y="453600"/>
              <a:ext cx="5436360" cy="237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A6BF23-1120-9C1B-DECA-3FE0DF79C1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120" y="444240"/>
                <a:ext cx="5455080" cy="23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F4461C-9ED5-6C6B-873A-B3AEB5E5F4D3}"/>
                  </a:ext>
                </a:extLst>
              </p14:cNvPr>
              <p14:cNvContentPartPr/>
              <p14:nvPr/>
            </p14:nvContentPartPr>
            <p14:xfrm>
              <a:off x="1847520" y="735120"/>
              <a:ext cx="1136880" cy="535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F4461C-9ED5-6C6B-873A-B3AEB5E5F4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8160" y="725760"/>
                <a:ext cx="1155600" cy="5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0918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C8349-F40A-CC44-E1E9-C0296359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8B3414-EF8A-D381-5603-9E5B68339250}"/>
                  </a:ext>
                </a:extLst>
              </p14:cNvPr>
              <p14:cNvContentPartPr/>
              <p14:nvPr/>
            </p14:nvContentPartPr>
            <p14:xfrm>
              <a:off x="301680" y="464760"/>
              <a:ext cx="5385240" cy="2625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8B3414-EF8A-D381-5603-9E5B683392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320" y="455400"/>
                <a:ext cx="5403960" cy="264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339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1350-4B29-9125-0C7A-286B078E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440AE1-BCB0-4D80-BC97-2B7307985600}"/>
                  </a:ext>
                </a:extLst>
              </p14:cNvPr>
              <p14:cNvContentPartPr/>
              <p14:nvPr/>
            </p14:nvContentPartPr>
            <p14:xfrm>
              <a:off x="118080" y="306720"/>
              <a:ext cx="5596920" cy="257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440AE1-BCB0-4D80-BC97-2B73079856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720" y="297360"/>
                <a:ext cx="5615640" cy="259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74F0B3-FBED-3C3C-A18E-F21D51ED0705}"/>
                  </a:ext>
                </a:extLst>
              </p14:cNvPr>
              <p14:cNvContentPartPr/>
              <p14:nvPr/>
            </p14:nvContentPartPr>
            <p14:xfrm>
              <a:off x="5217840" y="1824840"/>
              <a:ext cx="549000" cy="3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74F0B3-FBED-3C3C-A18E-F21D51ED07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8480" y="1815480"/>
                <a:ext cx="567720" cy="5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9153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DE02D5-0E2A-6A99-1B2E-686D33A2E25D}"/>
                  </a:ext>
                </a:extLst>
              </p14:cNvPr>
              <p14:cNvContentPartPr/>
              <p14:nvPr/>
            </p14:nvContentPartPr>
            <p14:xfrm>
              <a:off x="208440" y="449640"/>
              <a:ext cx="5499360" cy="2717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DE02D5-0E2A-6A99-1B2E-686D33A2E2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080" y="440280"/>
                <a:ext cx="5518080" cy="27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9324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E9865-2257-7705-3BFC-A16D8431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485573-384C-9399-9CFA-3F7EB1FEB6F3}"/>
                  </a:ext>
                </a:extLst>
              </p14:cNvPr>
              <p14:cNvContentPartPr/>
              <p14:nvPr/>
            </p14:nvContentPartPr>
            <p14:xfrm>
              <a:off x="0" y="389880"/>
              <a:ext cx="5090400" cy="1950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485573-384C-9399-9CFA-3F7EB1FEB6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380520"/>
                <a:ext cx="5109120" cy="196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690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636E4-101C-52C0-FFE4-78216E8C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860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805" name="Google Shape;80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40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7" name="Google Shape;807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0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9" name="Google Shape;809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40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1" name="Google Shape;811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0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40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p4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0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7" name="Google Shape;817;p4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40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9" name="Google Shape;819;p4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0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1" name="Google Shape;821;p4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0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0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4" name="Google Shape;824;p4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25" name="Google Shape;825;p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8" name="Google Shape;828;p4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29" name="Google Shape;829;p4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U</a:t>
            </a:r>
            <a:r>
              <a:rPr lang="en-US" cap="small">
                <a:solidFill>
                  <a:srgbClr val="FFFFFF"/>
                </a:solidFill>
              </a:rPr>
              <a:t>sing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rained</a:t>
            </a:r>
            <a:r>
              <a:rPr lang="en-US">
                <a:solidFill>
                  <a:srgbClr val="FFFFFF"/>
                </a:solidFill>
              </a:rPr>
              <a:t> DFNN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</a:t>
            </a:r>
            <a:endParaRPr/>
          </a:p>
        </p:txBody>
      </p:sp>
      <p:grpSp>
        <p:nvGrpSpPr>
          <p:cNvPr id="836" name="Google Shape;836;p4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37" name="Google Shape;837;p4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0" name="Google Shape;840;p4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41" name="Google Shape;841;p4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r>
              <a:rPr lang="en-US"/>
              <a:t> / 67</a:t>
            </a:r>
            <a:endParaRPr/>
          </a:p>
        </p:txBody>
      </p:sp>
      <p:pic>
        <p:nvPicPr>
          <p:cNvPr id="843" name="Google Shape;84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600" y="501300"/>
            <a:ext cx="5162215" cy="256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</a:t>
            </a:r>
            <a:endParaRPr/>
          </a:p>
        </p:txBody>
      </p:sp>
      <p:grpSp>
        <p:nvGrpSpPr>
          <p:cNvPr id="849" name="Google Shape;849;p4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50" name="Google Shape;850;p4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3" name="Google Shape;853;p4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54" name="Google Shape;854;p4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4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r>
              <a:rPr lang="en-US"/>
              <a:t> / 67</a:t>
            </a:r>
            <a:endParaRPr/>
          </a:p>
        </p:txBody>
      </p:sp>
      <p:pic>
        <p:nvPicPr>
          <p:cNvPr id="856" name="Google Shape;8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50" y="550235"/>
            <a:ext cx="4910214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862" name="Google Shape;86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43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4" name="Google Shape;864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43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6" name="Google Shape;866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43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8" name="Google Shape;868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43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0" name="Google Shape;870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43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2" name="Google Shape;872;p4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3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4" name="Google Shape;874;p4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43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6" name="Google Shape;876;p4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43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8" name="Google Shape;878;p4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43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3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1" name="Google Shape;881;p4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882" name="Google Shape;882;p4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5" name="Google Shape;885;p4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86" name="Google Shape;886;p4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etwork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 W</a:t>
            </a:r>
            <a:r>
              <a:rPr lang="en-US" cap="small">
                <a:solidFill>
                  <a:srgbClr val="FFFFFF"/>
                </a:solidFill>
              </a:rPr>
              <a:t>idth</a:t>
            </a:r>
            <a:endParaRPr/>
          </a:p>
        </p:txBody>
      </p:sp>
      <p:grpSp>
        <p:nvGrpSpPr>
          <p:cNvPr id="893" name="Google Shape;893;p44"/>
          <p:cNvGrpSpPr/>
          <p:nvPr/>
        </p:nvGrpSpPr>
        <p:grpSpPr>
          <a:xfrm>
            <a:off x="958660" y="1299134"/>
            <a:ext cx="1221882" cy="283600"/>
            <a:chOff x="958660" y="1299134"/>
            <a:chExt cx="1221882" cy="283600"/>
          </a:xfrm>
        </p:grpSpPr>
        <p:pic>
          <p:nvPicPr>
            <p:cNvPr id="894" name="Google Shape;894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866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5" name="Google Shape;895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17865" y="1299134"/>
              <a:ext cx="185063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6" name="Google Shape;896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7707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7" name="Google Shape;897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36275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8" name="Google Shape;898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95480" y="1299134"/>
              <a:ext cx="185062" cy="185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44"/>
            <p:cNvSpPr/>
            <p:nvPr/>
          </p:nvSpPr>
          <p:spPr>
            <a:xfrm>
              <a:off x="986389" y="1542868"/>
              <a:ext cx="1134745" cy="0"/>
            </a:xfrm>
            <a:custGeom>
              <a:avLst/>
              <a:gdLst/>
              <a:ahLst/>
              <a:cxnLst/>
              <a:rect l="l" t="t" r="r" b="b"/>
              <a:pathLst>
                <a:path w="1134745" h="120000" extrusionOk="0">
                  <a:moveTo>
                    <a:pt x="0" y="0"/>
                  </a:moveTo>
                  <a:lnTo>
                    <a:pt x="113470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/>
            <p:nvPr/>
          </p:nvSpPr>
          <p:spPr>
            <a:xfrm>
              <a:off x="2093763" y="1503359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44"/>
          <p:cNvSpPr txBox="1"/>
          <p:nvPr/>
        </p:nvSpPr>
        <p:spPr>
          <a:xfrm>
            <a:off x="1437233" y="1555494"/>
            <a:ext cx="243204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Deep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2" name="Google Shape;902;p44"/>
          <p:cNvGrpSpPr/>
          <p:nvPr/>
        </p:nvGrpSpPr>
        <p:grpSpPr>
          <a:xfrm>
            <a:off x="513702" y="2183409"/>
            <a:ext cx="69291" cy="512140"/>
            <a:chOff x="513702" y="2183409"/>
            <a:chExt cx="69291" cy="512140"/>
          </a:xfrm>
        </p:grpSpPr>
        <p:pic>
          <p:nvPicPr>
            <p:cNvPr id="903" name="Google Shape;903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1834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4" name="Google Shape;904;p4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4048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5" name="Google Shape;905;p4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626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6" name="Google Shape;906;p44"/>
          <p:cNvSpPr txBox="1"/>
          <p:nvPr/>
        </p:nvSpPr>
        <p:spPr>
          <a:xfrm>
            <a:off x="347294" y="1827021"/>
            <a:ext cx="1574800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Properties: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Hierarchical features More expressive Better generalization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44"/>
          <p:cNvSpPr txBox="1"/>
          <p:nvPr/>
        </p:nvSpPr>
        <p:spPr>
          <a:xfrm>
            <a:off x="347294" y="535888"/>
            <a:ext cx="436308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Two ways to increase model capacity: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633345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Width (more units per layer):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Depth (more layers):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8" name="Google Shape;908;p44"/>
          <p:cNvGrpSpPr/>
          <p:nvPr/>
        </p:nvGrpSpPr>
        <p:grpSpPr>
          <a:xfrm>
            <a:off x="4180869" y="1119610"/>
            <a:ext cx="281051" cy="776148"/>
            <a:chOff x="4180869" y="1119610"/>
            <a:chExt cx="281051" cy="776148"/>
          </a:xfrm>
        </p:grpSpPr>
        <p:sp>
          <p:nvSpPr>
            <p:cNvPr id="909" name="Google Shape;909;p44"/>
            <p:cNvSpPr/>
            <p:nvPr/>
          </p:nvSpPr>
          <p:spPr>
            <a:xfrm>
              <a:off x="4281580" y="111961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0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0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4"/>
            <p:cNvSpPr/>
            <p:nvPr/>
          </p:nvSpPr>
          <p:spPr>
            <a:xfrm>
              <a:off x="4281580" y="1119610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180001" y="90000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0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4"/>
            <p:cNvSpPr/>
            <p:nvPr/>
          </p:nvSpPr>
          <p:spPr>
            <a:xfrm>
              <a:off x="4281580" y="131401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4"/>
            <p:cNvSpPr/>
            <p:nvPr/>
          </p:nvSpPr>
          <p:spPr>
            <a:xfrm>
              <a:off x="4281580" y="131401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4"/>
            <p:cNvSpPr/>
            <p:nvPr/>
          </p:nvSpPr>
          <p:spPr>
            <a:xfrm>
              <a:off x="4281580" y="150841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4"/>
            <p:cNvSpPr/>
            <p:nvPr/>
          </p:nvSpPr>
          <p:spPr>
            <a:xfrm>
              <a:off x="4281580" y="150841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1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4"/>
            <p:cNvSpPr/>
            <p:nvPr/>
          </p:nvSpPr>
          <p:spPr>
            <a:xfrm>
              <a:off x="4281580" y="1702819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90000" y="0"/>
                  </a:move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4"/>
            <p:cNvSpPr/>
            <p:nvPr/>
          </p:nvSpPr>
          <p:spPr>
            <a:xfrm>
              <a:off x="4281580" y="1702819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 extrusionOk="0">
                  <a:moveTo>
                    <a:pt x="180001" y="90001"/>
                  </a:moveTo>
                  <a:lnTo>
                    <a:pt x="172929" y="54968"/>
                  </a:lnTo>
                  <a:lnTo>
                    <a:pt x="153641" y="26360"/>
                  </a:lnTo>
                  <a:lnTo>
                    <a:pt x="125033" y="7072"/>
                  </a:lnTo>
                  <a:lnTo>
                    <a:pt x="90000" y="0"/>
                  </a:lnTo>
                  <a:lnTo>
                    <a:pt x="54968" y="7072"/>
                  </a:lnTo>
                  <a:lnTo>
                    <a:pt x="26360" y="26360"/>
                  </a:lnTo>
                  <a:lnTo>
                    <a:pt x="7072" y="54968"/>
                  </a:lnTo>
                  <a:lnTo>
                    <a:pt x="0" y="90001"/>
                  </a:lnTo>
                  <a:lnTo>
                    <a:pt x="7072" y="125033"/>
                  </a:lnTo>
                  <a:lnTo>
                    <a:pt x="26360" y="153641"/>
                  </a:lnTo>
                  <a:lnTo>
                    <a:pt x="54968" y="172929"/>
                  </a:lnTo>
                  <a:lnTo>
                    <a:pt x="90000" y="180002"/>
                  </a:lnTo>
                  <a:lnTo>
                    <a:pt x="125033" y="172929"/>
                  </a:lnTo>
                  <a:lnTo>
                    <a:pt x="153641" y="153641"/>
                  </a:lnTo>
                  <a:lnTo>
                    <a:pt x="172929" y="125033"/>
                  </a:lnTo>
                  <a:lnTo>
                    <a:pt x="180001" y="90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4"/>
            <p:cNvSpPr/>
            <p:nvPr/>
          </p:nvSpPr>
          <p:spPr>
            <a:xfrm>
              <a:off x="4220378" y="1144809"/>
              <a:ext cx="0" cy="746125"/>
            </a:xfrm>
            <a:custGeom>
              <a:avLst/>
              <a:gdLst/>
              <a:ahLst/>
              <a:cxnLst/>
              <a:rect l="l" t="t" r="r" b="b"/>
              <a:pathLst>
                <a:path w="120000" h="746125" extrusionOk="0">
                  <a:moveTo>
                    <a:pt x="0" y="0"/>
                  </a:moveTo>
                  <a:lnTo>
                    <a:pt x="0" y="745894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4"/>
            <p:cNvSpPr/>
            <p:nvPr/>
          </p:nvSpPr>
          <p:spPr>
            <a:xfrm>
              <a:off x="4180869" y="186337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5" extrusionOk="0">
                  <a:moveTo>
                    <a:pt x="79018" y="0"/>
                  </a:moveTo>
                  <a:lnTo>
                    <a:pt x="63492" y="5689"/>
                  </a:lnTo>
                  <a:lnTo>
                    <a:pt x="52102" y="13432"/>
                  </a:lnTo>
                  <a:lnTo>
                    <a:pt x="44293" y="22556"/>
                  </a:lnTo>
                  <a:lnTo>
                    <a:pt x="39509" y="32390"/>
                  </a:lnTo>
                  <a:lnTo>
                    <a:pt x="34724" y="22556"/>
                  </a:lnTo>
                  <a:lnTo>
                    <a:pt x="26915" y="13432"/>
                  </a:lnTo>
                  <a:lnTo>
                    <a:pt x="15525" y="5689"/>
                  </a:ln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9" name="Google Shape;919;p44"/>
          <p:cNvSpPr txBox="1"/>
          <p:nvPr/>
        </p:nvSpPr>
        <p:spPr>
          <a:xfrm>
            <a:off x="3949560" y="1451176"/>
            <a:ext cx="233045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Wide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0" name="Google Shape;920;p44"/>
          <p:cNvGrpSpPr/>
          <p:nvPr/>
        </p:nvGrpSpPr>
        <p:grpSpPr>
          <a:xfrm>
            <a:off x="3134525" y="2365463"/>
            <a:ext cx="69291" cy="512140"/>
            <a:chOff x="3134525" y="2365463"/>
            <a:chExt cx="69291" cy="512140"/>
          </a:xfrm>
        </p:grpSpPr>
        <p:pic>
          <p:nvPicPr>
            <p:cNvPr id="921" name="Google Shape;921;p4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34525" y="23654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2" name="Google Shape;922;p4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134525" y="25868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3" name="Google Shape;923;p4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134525" y="28083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4" name="Google Shape;924;p44"/>
          <p:cNvSpPr txBox="1"/>
          <p:nvPr/>
        </p:nvSpPr>
        <p:spPr>
          <a:xfrm>
            <a:off x="2968117" y="2009075"/>
            <a:ext cx="1638935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Properties: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parallel features Higher capacity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Risk of overfitting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5" name="Google Shape;925;p4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26" name="Google Shape;926;p4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9" name="Google Shape;929;p4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30" name="Google Shape;930;p4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epth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atters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sp>
        <p:nvSpPr>
          <p:cNvPr id="937" name="Google Shape;937;p45"/>
          <p:cNvSpPr txBox="1"/>
          <p:nvPr/>
        </p:nvSpPr>
        <p:spPr>
          <a:xfrm>
            <a:off x="347294" y="470527"/>
            <a:ext cx="303593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Deep networks learn hierarchical representations: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45"/>
          <p:cNvSpPr txBox="1"/>
          <p:nvPr/>
        </p:nvSpPr>
        <p:spPr>
          <a:xfrm>
            <a:off x="1095322" y="797943"/>
            <a:ext cx="2243455" cy="28829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0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Low-level features (edges, textures)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45"/>
          <p:cNvSpPr txBox="1"/>
          <p:nvPr/>
        </p:nvSpPr>
        <p:spPr>
          <a:xfrm>
            <a:off x="1161734" y="1271019"/>
            <a:ext cx="2110740" cy="28829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6350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Mid-level features (parts, shapes)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45"/>
          <p:cNvSpPr txBox="1"/>
          <p:nvPr/>
        </p:nvSpPr>
        <p:spPr>
          <a:xfrm>
            <a:off x="1016340" y="1744119"/>
            <a:ext cx="2401570" cy="288290"/>
          </a:xfrm>
          <a:prstGeom prst="rect">
            <a:avLst/>
          </a:prstGeom>
          <a:solidFill>
            <a:srgbClr val="E5E5FF"/>
          </a:solidFill>
          <a:ln w="9525" cap="flat" cmpd="sng">
            <a:solidFill>
              <a:srgbClr val="1B14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0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High-level features (objects, concepts)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1" name="Google Shape;941;p45"/>
          <p:cNvGrpSpPr/>
          <p:nvPr/>
        </p:nvGrpSpPr>
        <p:grpSpPr>
          <a:xfrm>
            <a:off x="2168309" y="926673"/>
            <a:ext cx="3298797" cy="952500"/>
            <a:chOff x="2168309" y="926673"/>
            <a:chExt cx="3298797" cy="952500"/>
          </a:xfrm>
        </p:grpSpPr>
        <p:sp>
          <p:nvSpPr>
            <p:cNvPr id="942" name="Google Shape;942;p45"/>
            <p:cNvSpPr/>
            <p:nvPr/>
          </p:nvSpPr>
          <p:spPr>
            <a:xfrm>
              <a:off x="2216961" y="108848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w="120000" h="165100" extrusionOk="0">
                  <a:moveTo>
                    <a:pt x="0" y="0"/>
                  </a:moveTo>
                  <a:lnTo>
                    <a:pt x="0" y="164836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2168309" y="1222449"/>
              <a:ext cx="97790" cy="38735"/>
            </a:xfrm>
            <a:custGeom>
              <a:avLst/>
              <a:gdLst/>
              <a:ahLst/>
              <a:cxnLst/>
              <a:rect l="l" t="t" r="r" b="b"/>
              <a:pathLst>
                <a:path w="97789" h="38734" extrusionOk="0">
                  <a:moveTo>
                    <a:pt x="97302" y="0"/>
                  </a:moveTo>
                  <a:lnTo>
                    <a:pt x="78183" y="6755"/>
                  </a:lnTo>
                  <a:lnTo>
                    <a:pt x="64158" y="15950"/>
                  </a:lnTo>
                  <a:lnTo>
                    <a:pt x="54542" y="26786"/>
                  </a:lnTo>
                  <a:lnTo>
                    <a:pt x="48651" y="38464"/>
                  </a:lnTo>
                  <a:lnTo>
                    <a:pt x="42760" y="26786"/>
                  </a:lnTo>
                  <a:lnTo>
                    <a:pt x="33143" y="15950"/>
                  </a:lnTo>
                  <a:lnTo>
                    <a:pt x="19118" y="6755"/>
                  </a:ln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2216961" y="1561586"/>
              <a:ext cx="0" cy="165100"/>
            </a:xfrm>
            <a:custGeom>
              <a:avLst/>
              <a:gdLst/>
              <a:ahLst/>
              <a:cxnLst/>
              <a:rect l="l" t="t" r="r" b="b"/>
              <a:pathLst>
                <a:path w="120000" h="165100" extrusionOk="0">
                  <a:moveTo>
                    <a:pt x="0" y="0"/>
                  </a:moveTo>
                  <a:lnTo>
                    <a:pt x="0" y="164861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2168309" y="1695574"/>
              <a:ext cx="97790" cy="38735"/>
            </a:xfrm>
            <a:custGeom>
              <a:avLst/>
              <a:gdLst/>
              <a:ahLst/>
              <a:cxnLst/>
              <a:rect l="l" t="t" r="r" b="b"/>
              <a:pathLst>
                <a:path w="97789" h="38735" extrusionOk="0">
                  <a:moveTo>
                    <a:pt x="97302" y="0"/>
                  </a:moveTo>
                  <a:lnTo>
                    <a:pt x="78183" y="6755"/>
                  </a:lnTo>
                  <a:lnTo>
                    <a:pt x="64158" y="15950"/>
                  </a:lnTo>
                  <a:lnTo>
                    <a:pt x="54542" y="26786"/>
                  </a:lnTo>
                  <a:lnTo>
                    <a:pt x="48651" y="38464"/>
                  </a:lnTo>
                  <a:lnTo>
                    <a:pt x="42760" y="26786"/>
                  </a:lnTo>
                  <a:lnTo>
                    <a:pt x="33143" y="15950"/>
                  </a:lnTo>
                  <a:lnTo>
                    <a:pt x="19118" y="6755"/>
                  </a:ln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3575442" y="926673"/>
              <a:ext cx="1891664" cy="952500"/>
            </a:xfrm>
            <a:custGeom>
              <a:avLst/>
              <a:gdLst/>
              <a:ahLst/>
              <a:cxnLst/>
              <a:rect l="l" t="t" r="r" b="b"/>
              <a:pathLst>
                <a:path w="1891664" h="952500" extrusionOk="0">
                  <a:moveTo>
                    <a:pt x="1840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901552"/>
                  </a:lnTo>
                  <a:lnTo>
                    <a:pt x="3977" y="921253"/>
                  </a:lnTo>
                  <a:lnTo>
                    <a:pt x="14823" y="937340"/>
                  </a:lnTo>
                  <a:lnTo>
                    <a:pt x="30910" y="948186"/>
                  </a:lnTo>
                  <a:lnTo>
                    <a:pt x="50610" y="952163"/>
                  </a:lnTo>
                  <a:lnTo>
                    <a:pt x="1840501" y="952163"/>
                  </a:lnTo>
                  <a:lnTo>
                    <a:pt x="1860201" y="948186"/>
                  </a:lnTo>
                  <a:lnTo>
                    <a:pt x="1876288" y="937340"/>
                  </a:lnTo>
                  <a:lnTo>
                    <a:pt x="1887134" y="921253"/>
                  </a:lnTo>
                  <a:lnTo>
                    <a:pt x="1891111" y="901552"/>
                  </a:lnTo>
                  <a:lnTo>
                    <a:pt x="1891111" y="50610"/>
                  </a:lnTo>
                  <a:lnTo>
                    <a:pt x="1887134" y="30910"/>
                  </a:lnTo>
                  <a:lnTo>
                    <a:pt x="1876288" y="14823"/>
                  </a:lnTo>
                  <a:lnTo>
                    <a:pt x="1860201" y="3977"/>
                  </a:lnTo>
                  <a:lnTo>
                    <a:pt x="1840501" y="0"/>
                  </a:lnTo>
                  <a:close/>
                </a:path>
              </a:pathLst>
            </a:custGeom>
            <a:solidFill>
              <a:srgbClr val="FEF4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3575442" y="926673"/>
              <a:ext cx="1891664" cy="952500"/>
            </a:xfrm>
            <a:custGeom>
              <a:avLst/>
              <a:gdLst/>
              <a:ahLst/>
              <a:cxnLst/>
              <a:rect l="l" t="t" r="r" b="b"/>
              <a:pathLst>
                <a:path w="1891664" h="952500" extrusionOk="0">
                  <a:moveTo>
                    <a:pt x="184050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901552"/>
                  </a:lnTo>
                  <a:lnTo>
                    <a:pt x="3977" y="921253"/>
                  </a:lnTo>
                  <a:lnTo>
                    <a:pt x="14823" y="937340"/>
                  </a:lnTo>
                  <a:lnTo>
                    <a:pt x="30910" y="948186"/>
                  </a:lnTo>
                  <a:lnTo>
                    <a:pt x="50610" y="952163"/>
                  </a:lnTo>
                  <a:lnTo>
                    <a:pt x="1840501" y="952163"/>
                  </a:lnTo>
                  <a:lnTo>
                    <a:pt x="1860201" y="948186"/>
                  </a:lnTo>
                  <a:lnTo>
                    <a:pt x="1876288" y="937340"/>
                  </a:lnTo>
                  <a:lnTo>
                    <a:pt x="1887134" y="921253"/>
                  </a:lnTo>
                  <a:lnTo>
                    <a:pt x="1891111" y="901552"/>
                  </a:lnTo>
                  <a:lnTo>
                    <a:pt x="1891111" y="50610"/>
                  </a:lnTo>
                  <a:lnTo>
                    <a:pt x="1887134" y="30910"/>
                  </a:lnTo>
                  <a:lnTo>
                    <a:pt x="1876288" y="14823"/>
                  </a:lnTo>
                  <a:lnTo>
                    <a:pt x="1860201" y="3977"/>
                  </a:lnTo>
                  <a:lnTo>
                    <a:pt x="184050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8" name="Google Shape;948;p45"/>
          <p:cNvSpPr txBox="1"/>
          <p:nvPr/>
        </p:nvSpPr>
        <p:spPr>
          <a:xfrm>
            <a:off x="542937" y="837500"/>
            <a:ext cx="407034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Simple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5"/>
          <p:cNvSpPr txBox="1"/>
          <p:nvPr/>
        </p:nvSpPr>
        <p:spPr>
          <a:xfrm>
            <a:off x="392849" y="1783713"/>
            <a:ext cx="513715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Complex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45"/>
          <p:cNvSpPr txBox="1"/>
          <p:nvPr/>
        </p:nvSpPr>
        <p:spPr>
          <a:xfrm>
            <a:off x="3658806" y="902105"/>
            <a:ext cx="172466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-635" algn="ctr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Deep networks can represent exponentially more functions than shallow ones with the same number of parameters!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1" name="Google Shape;951;p45"/>
          <p:cNvGrpSpPr/>
          <p:nvPr/>
        </p:nvGrpSpPr>
        <p:grpSpPr>
          <a:xfrm>
            <a:off x="513702" y="2423833"/>
            <a:ext cx="69291" cy="620890"/>
            <a:chOff x="513702" y="2423833"/>
            <a:chExt cx="69291" cy="620890"/>
          </a:xfrm>
        </p:grpSpPr>
        <p:pic>
          <p:nvPicPr>
            <p:cNvPr id="952" name="Google Shape;952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4238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3" name="Google Shape;953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6076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7915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5" name="Google Shape;955;p4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9754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6" name="Google Shape;956;p45"/>
          <p:cNvSpPr txBox="1"/>
          <p:nvPr/>
        </p:nvSpPr>
        <p:spPr>
          <a:xfrm>
            <a:off x="347294" y="2130017"/>
            <a:ext cx="3359150" cy="95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Example: Image classification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Layer 1: Detect edges and colors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Layer 2: Combine into textures and simple shapes Layer 3: Recognize object parts (eyes, wheels) Layer 4+: Identify complete objects (faces, cars)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" name="Google Shape;957;p4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58" name="Google Shape;958;p4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1" name="Google Shape;961;p4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62" name="Google Shape;962;p4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U</a:t>
            </a:r>
            <a:r>
              <a:rPr lang="en-US" cap="small">
                <a:solidFill>
                  <a:srgbClr val="FFFFFF"/>
                </a:solidFill>
              </a:rPr>
              <a:t>niversal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pproximation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heorem</a:t>
            </a:r>
            <a:endParaRPr/>
          </a:p>
        </p:txBody>
      </p:sp>
      <p:grpSp>
        <p:nvGrpSpPr>
          <p:cNvPr id="969" name="Google Shape;969;p46"/>
          <p:cNvGrpSpPr/>
          <p:nvPr/>
        </p:nvGrpSpPr>
        <p:grpSpPr>
          <a:xfrm>
            <a:off x="309193" y="512368"/>
            <a:ext cx="5192466" cy="894919"/>
            <a:chOff x="309193" y="512368"/>
            <a:chExt cx="5192466" cy="894919"/>
          </a:xfrm>
        </p:grpSpPr>
        <p:sp>
          <p:nvSpPr>
            <p:cNvPr id="970" name="Google Shape;970;p46"/>
            <p:cNvSpPr/>
            <p:nvPr/>
          </p:nvSpPr>
          <p:spPr>
            <a:xfrm>
              <a:off x="309193" y="512368"/>
              <a:ext cx="5142230" cy="245745"/>
            </a:xfrm>
            <a:custGeom>
              <a:avLst/>
              <a:gdLst/>
              <a:ahLst/>
              <a:cxnLst/>
              <a:rect l="l" t="t" r="r" b="b"/>
              <a:pathLst>
                <a:path w="5142230" h="245745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45604"/>
                  </a:lnTo>
                  <a:lnTo>
                    <a:pt x="5141666" y="24560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1" name="Google Shape;971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4532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4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30568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9298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4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56602"/>
              <a:ext cx="50800" cy="749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46"/>
            <p:cNvSpPr/>
            <p:nvPr/>
          </p:nvSpPr>
          <p:spPr>
            <a:xfrm>
              <a:off x="309193" y="789602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6084"/>
                  </a:lnTo>
                  <a:lnTo>
                    <a:pt x="4008" y="535809"/>
                  </a:lnTo>
                  <a:lnTo>
                    <a:pt x="14922" y="551962"/>
                  </a:lnTo>
                  <a:lnTo>
                    <a:pt x="31075" y="562876"/>
                  </a:lnTo>
                  <a:lnTo>
                    <a:pt x="50800" y="566885"/>
                  </a:lnTo>
                  <a:lnTo>
                    <a:pt x="5090865" y="566885"/>
                  </a:lnTo>
                  <a:lnTo>
                    <a:pt x="5110590" y="562876"/>
                  </a:lnTo>
                  <a:lnTo>
                    <a:pt x="5126743" y="551962"/>
                  </a:lnTo>
                  <a:lnTo>
                    <a:pt x="5137657" y="535809"/>
                  </a:lnTo>
                  <a:lnTo>
                    <a:pt x="5141666" y="516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6"/>
            <p:cNvSpPr/>
            <p:nvPr/>
          </p:nvSpPr>
          <p:spPr>
            <a:xfrm>
              <a:off x="5450859" y="594703"/>
              <a:ext cx="0" cy="730250"/>
            </a:xfrm>
            <a:custGeom>
              <a:avLst/>
              <a:gdLst/>
              <a:ahLst/>
              <a:cxnLst/>
              <a:rect l="l" t="t" r="r" b="b"/>
              <a:pathLst>
                <a:path w="120000" h="730250" extrusionOk="0">
                  <a:moveTo>
                    <a:pt x="0" y="73003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6"/>
            <p:cNvSpPr/>
            <p:nvPr/>
          </p:nvSpPr>
          <p:spPr>
            <a:xfrm>
              <a:off x="5450859" y="5820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6"/>
            <p:cNvSpPr/>
            <p:nvPr/>
          </p:nvSpPr>
          <p:spPr>
            <a:xfrm>
              <a:off x="5450859" y="5693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6"/>
            <p:cNvSpPr/>
            <p:nvPr/>
          </p:nvSpPr>
          <p:spPr>
            <a:xfrm>
              <a:off x="5450859" y="5566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6"/>
            <p:cNvSpPr/>
            <p:nvPr/>
          </p:nvSpPr>
          <p:spPr>
            <a:xfrm>
              <a:off x="5450859" y="53755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1" name="Google Shape;981;p46"/>
          <p:cNvSpPr txBox="1"/>
          <p:nvPr/>
        </p:nvSpPr>
        <p:spPr>
          <a:xfrm>
            <a:off x="309194" y="419525"/>
            <a:ext cx="4823460" cy="90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508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heorem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(C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ybenko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, 1989; H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ornik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al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., 1989)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50800" marR="43180" lvl="0" indent="0" algn="just" rtl="0">
              <a:lnSpc>
                <a:spcPct val="1067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feed-forward network with a single hidden layer containing a finite number of neurons can approximate any continuous function on a compact subset of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given an appropriate activation function.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2" name="Google Shape;982;p46"/>
          <p:cNvGrpSpPr/>
          <p:nvPr/>
        </p:nvGrpSpPr>
        <p:grpSpPr>
          <a:xfrm>
            <a:off x="513702" y="1767916"/>
            <a:ext cx="69291" cy="1254709"/>
            <a:chOff x="513702" y="1767916"/>
            <a:chExt cx="69291" cy="1254709"/>
          </a:xfrm>
        </p:grpSpPr>
        <p:pic>
          <p:nvPicPr>
            <p:cNvPr id="983" name="Google Shape;983;p4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7679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4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9513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5" name="Google Shape;985;p4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1348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6" name="Google Shape;986;p4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58641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7" name="Google Shape;987;p4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7698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8" name="Google Shape;988;p4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9533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9" name="Google Shape;989;p46"/>
          <p:cNvSpPr txBox="1"/>
          <p:nvPr/>
        </p:nvSpPr>
        <p:spPr>
          <a:xfrm>
            <a:off x="347294" y="1474786"/>
            <a:ext cx="3366135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What this means: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Theoretically, even shallow networks are powerful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BUT: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May require exponentially many hidden units Deep networks are much more parameter-efficient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Practice: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networks learn better representations Achieve better performance with fewer parameters Generalize better to new data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0" name="Google Shape;990;p46"/>
          <p:cNvGrpSpPr/>
          <p:nvPr/>
        </p:nvGrpSpPr>
        <p:grpSpPr>
          <a:xfrm>
            <a:off x="3914494" y="2035444"/>
            <a:ext cx="1531620" cy="559435"/>
            <a:chOff x="3914494" y="2035444"/>
            <a:chExt cx="1531620" cy="559435"/>
          </a:xfrm>
        </p:grpSpPr>
        <p:sp>
          <p:nvSpPr>
            <p:cNvPr id="991" name="Google Shape;991;p46"/>
            <p:cNvSpPr/>
            <p:nvPr/>
          </p:nvSpPr>
          <p:spPr>
            <a:xfrm>
              <a:off x="3914494" y="2035444"/>
              <a:ext cx="1531620" cy="559435"/>
            </a:xfrm>
            <a:custGeom>
              <a:avLst/>
              <a:gdLst/>
              <a:ahLst/>
              <a:cxnLst/>
              <a:rect l="l" t="t" r="r" b="b"/>
              <a:pathLst>
                <a:path w="1531620" h="559435" extrusionOk="0">
                  <a:moveTo>
                    <a:pt x="14804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8387"/>
                  </a:lnTo>
                  <a:lnTo>
                    <a:pt x="3977" y="528087"/>
                  </a:lnTo>
                  <a:lnTo>
                    <a:pt x="14823" y="544174"/>
                  </a:lnTo>
                  <a:lnTo>
                    <a:pt x="30910" y="555020"/>
                  </a:lnTo>
                  <a:lnTo>
                    <a:pt x="50610" y="558998"/>
                  </a:lnTo>
                  <a:lnTo>
                    <a:pt x="1480496" y="558998"/>
                  </a:lnTo>
                  <a:lnTo>
                    <a:pt x="1500196" y="555020"/>
                  </a:lnTo>
                  <a:lnTo>
                    <a:pt x="1516283" y="544174"/>
                  </a:lnTo>
                  <a:lnTo>
                    <a:pt x="1527130" y="528087"/>
                  </a:lnTo>
                  <a:lnTo>
                    <a:pt x="1531107" y="508387"/>
                  </a:lnTo>
                  <a:lnTo>
                    <a:pt x="1531107" y="50610"/>
                  </a:lnTo>
                  <a:lnTo>
                    <a:pt x="1527130" y="30910"/>
                  </a:lnTo>
                  <a:lnTo>
                    <a:pt x="1516283" y="14823"/>
                  </a:lnTo>
                  <a:lnTo>
                    <a:pt x="1500196" y="3977"/>
                  </a:lnTo>
                  <a:lnTo>
                    <a:pt x="1480496" y="0"/>
                  </a:lnTo>
                  <a:close/>
                </a:path>
              </a:pathLst>
            </a:custGeom>
            <a:solidFill>
              <a:srgbClr val="FEF4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3914494" y="2035444"/>
              <a:ext cx="1531620" cy="559435"/>
            </a:xfrm>
            <a:custGeom>
              <a:avLst/>
              <a:gdLst/>
              <a:ahLst/>
              <a:cxnLst/>
              <a:rect l="l" t="t" r="r" b="b"/>
              <a:pathLst>
                <a:path w="1531620" h="559435" extrusionOk="0">
                  <a:moveTo>
                    <a:pt x="14804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08387"/>
                  </a:lnTo>
                  <a:lnTo>
                    <a:pt x="3977" y="528087"/>
                  </a:lnTo>
                  <a:lnTo>
                    <a:pt x="14823" y="544174"/>
                  </a:lnTo>
                  <a:lnTo>
                    <a:pt x="30910" y="555020"/>
                  </a:lnTo>
                  <a:lnTo>
                    <a:pt x="50610" y="558998"/>
                  </a:lnTo>
                  <a:lnTo>
                    <a:pt x="1480496" y="558998"/>
                  </a:lnTo>
                  <a:lnTo>
                    <a:pt x="1500196" y="555020"/>
                  </a:lnTo>
                  <a:lnTo>
                    <a:pt x="1516283" y="544174"/>
                  </a:lnTo>
                  <a:lnTo>
                    <a:pt x="1527130" y="528087"/>
                  </a:lnTo>
                  <a:lnTo>
                    <a:pt x="1531107" y="508387"/>
                  </a:lnTo>
                  <a:lnTo>
                    <a:pt x="1531107" y="50610"/>
                  </a:lnTo>
                  <a:lnTo>
                    <a:pt x="1527130" y="30910"/>
                  </a:lnTo>
                  <a:lnTo>
                    <a:pt x="1516283" y="14823"/>
                  </a:lnTo>
                  <a:lnTo>
                    <a:pt x="1500196" y="3977"/>
                  </a:lnTo>
                  <a:lnTo>
                    <a:pt x="148049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3" name="Google Shape;993;p46"/>
          <p:cNvSpPr txBox="1"/>
          <p:nvPr/>
        </p:nvSpPr>
        <p:spPr>
          <a:xfrm>
            <a:off x="4010152" y="2010891"/>
            <a:ext cx="1339850" cy="57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-635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Depth enables efficient learning of hierarchical structure!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4" name="Google Shape;994;p4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995" name="Google Shape;995;p4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8" name="Google Shape;998;p4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99" name="Google Shape;999;p4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6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46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436689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hallenges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with</a:t>
            </a:r>
            <a:r>
              <a:rPr lang="en-US">
                <a:solidFill>
                  <a:srgbClr val="FFFFFF"/>
                </a:solidFill>
              </a:rPr>
              <a:t> V</a:t>
            </a:r>
            <a:r>
              <a:rPr lang="en-US" cap="small">
                <a:solidFill>
                  <a:srgbClr val="FFFFFF"/>
                </a:solidFill>
              </a:rPr>
              <a:t>ery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etworks</a:t>
            </a:r>
            <a:endParaRPr/>
          </a:p>
        </p:txBody>
      </p:sp>
      <p:grpSp>
        <p:nvGrpSpPr>
          <p:cNvPr id="1006" name="Google Shape;1006;p47"/>
          <p:cNvGrpSpPr/>
          <p:nvPr/>
        </p:nvGrpSpPr>
        <p:grpSpPr>
          <a:xfrm>
            <a:off x="513702" y="993292"/>
            <a:ext cx="69291" cy="2073224"/>
            <a:chOff x="513702" y="993292"/>
            <a:chExt cx="69291" cy="2073224"/>
          </a:xfrm>
        </p:grpSpPr>
        <p:pic>
          <p:nvPicPr>
            <p:cNvPr id="1007" name="Google Shape;1007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9932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8" name="Google Shape;1008;p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1767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4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6022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4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11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4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995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4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787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3" name="Google Shape;1013;p4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6302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4" name="Google Shape;1014;p4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8137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5" name="Google Shape;1015;p4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9722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6" name="Google Shape;1016;p47"/>
          <p:cNvSpPr txBox="1"/>
          <p:nvPr/>
        </p:nvSpPr>
        <p:spPr>
          <a:xfrm>
            <a:off x="347294" y="379042"/>
            <a:ext cx="4051300" cy="2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Problems that arise with increasing depth: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Vanishing Gradients: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53720" lvl="0" indent="0" algn="l" rtl="0">
              <a:lnSpc>
                <a:spcPct val="1147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Gradients become exponentially small in early layers Network fails to learn useful features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Solution: ReLU activations, careful initialization, normalization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Exploding Gradients: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017269" lvl="0" indent="0" algn="l" rtl="0">
              <a:lnSpc>
                <a:spcPct val="114599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Gradients become exponentially large Causes numerical instability (NaN/Inf values)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Solution: Gradient clipping, proper initialization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Degradation Problem: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402080" lvl="0" indent="0" algn="l" rtl="0">
              <a:lnSpc>
                <a:spcPct val="114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Very deep networks harder to optimize Training error may increase with depth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Solution: Residual connections (ResNets), skip connections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4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18" name="Google Shape;1018;p4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1" name="Google Shape;1021;p4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22" name="Google Shape;1022;p4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B3AEA0-4AC9-6E5D-E292-669862FD7EA2}"/>
                  </a:ext>
                </a:extLst>
              </p14:cNvPr>
              <p14:cNvContentPartPr/>
              <p14:nvPr/>
            </p14:nvContentPartPr>
            <p14:xfrm>
              <a:off x="3092400" y="672840"/>
              <a:ext cx="2467080" cy="229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B3AEA0-4AC9-6E5D-E292-669862FD7EA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83040" y="663480"/>
                <a:ext cx="2485800" cy="231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029" name="Google Shape;102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48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1" name="Google Shape;1031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48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3" name="Google Shape;1033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48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5" name="Google Shape;1035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48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7" name="Google Shape;1037;p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48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9" name="Google Shape;1039;p4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48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1" name="Google Shape;1041;p4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48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3" name="Google Shape;1043;p4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48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5" name="Google Shape;1045;p4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48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8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8" name="Google Shape;1048;p4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49" name="Google Shape;1049;p4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4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53" name="Google Shape;1053;p4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esign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onsiderations</a:t>
            </a:r>
            <a:endParaRPr/>
          </a:p>
        </p:txBody>
      </p:sp>
      <p:sp>
        <p:nvSpPr>
          <p:cNvPr id="1060" name="Google Shape;1060;p49"/>
          <p:cNvSpPr txBox="1"/>
          <p:nvPr/>
        </p:nvSpPr>
        <p:spPr>
          <a:xfrm>
            <a:off x="347294" y="483455"/>
            <a:ext cx="241744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Key decisions when designing a DFNN: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1" name="Google Shape;106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81170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49"/>
          <p:cNvSpPr txBox="1"/>
          <p:nvPr/>
        </p:nvSpPr>
        <p:spPr>
          <a:xfrm>
            <a:off x="483946" y="80185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3" name="Google Shape;1063;p49"/>
          <p:cNvGrpSpPr/>
          <p:nvPr/>
        </p:nvGrpSpPr>
        <p:grpSpPr>
          <a:xfrm>
            <a:off x="456996" y="1219123"/>
            <a:ext cx="121259" cy="528675"/>
            <a:chOff x="456996" y="1219123"/>
            <a:chExt cx="121259" cy="528675"/>
          </a:xfrm>
        </p:grpSpPr>
        <p:pic>
          <p:nvPicPr>
            <p:cNvPr id="1064" name="Google Shape;1064;p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996" y="1219123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5" name="Google Shape;1065;p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996" y="1626539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6" name="Google Shape;1066;p49"/>
          <p:cNvSpPr txBox="1"/>
          <p:nvPr/>
        </p:nvSpPr>
        <p:spPr>
          <a:xfrm>
            <a:off x="483946" y="120927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9"/>
          <p:cNvSpPr txBox="1"/>
          <p:nvPr/>
        </p:nvSpPr>
        <p:spPr>
          <a:xfrm>
            <a:off x="483946" y="161668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8" name="Google Shape;1068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03394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49"/>
          <p:cNvSpPr txBox="1"/>
          <p:nvPr/>
        </p:nvSpPr>
        <p:spPr>
          <a:xfrm>
            <a:off x="483946" y="202409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0" name="Google Shape;1070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996" y="2441359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49"/>
          <p:cNvSpPr txBox="1"/>
          <p:nvPr/>
        </p:nvSpPr>
        <p:spPr>
          <a:xfrm>
            <a:off x="483946" y="243150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9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Number of layers </a:t>
            </a:r>
            <a:r>
              <a:rPr lang="en-US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</a:t>
            </a:r>
            <a:r>
              <a:rPr lang="en-US" sz="950"/>
              <a:t>How deep should the network be?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Units per layer </a:t>
            </a:r>
            <a:r>
              <a:rPr lang="en-US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solidFill>
                  <a:srgbClr val="1B1472"/>
                </a:solidFill>
              </a:rPr>
              <a:t>1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solidFill>
                  <a:srgbClr val="1B1472"/>
                </a:solidFill>
              </a:rPr>
              <a:t>2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i="1" baseline="-2500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</a:t>
            </a:r>
            <a:r>
              <a:rPr lang="en-US" sz="950"/>
              <a:t>How wide should each layer be?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Activation functions 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n-US" sz="1200" baseline="300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 i="1" baseline="3000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 baseline="300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200" baseline="30000">
              <a:latin typeface="Tahoma"/>
              <a:ea typeface="Tahoma"/>
              <a:cs typeface="Tahoma"/>
              <a:sym typeface="Tahoma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 </a:t>
            </a:r>
            <a:r>
              <a:rPr lang="en-US" sz="950"/>
              <a:t>Which non-linearity for each layer?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Output layer design</a:t>
            </a:r>
            <a:endParaRPr/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 </a:t>
            </a:r>
            <a:r>
              <a:rPr lang="en-US" sz="950"/>
              <a:t>Depends on task (regression vs classification)</a:t>
            </a:r>
            <a:endParaRPr sz="950"/>
          </a:p>
          <a:p>
            <a:pPr marL="38100" lvl="0" indent="0" algn="l" rtl="0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B1472"/>
                </a:solidFill>
              </a:rPr>
              <a:t>Regularization</a:t>
            </a:r>
            <a:endParaRPr/>
          </a:p>
          <a:p>
            <a:pPr marL="19304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 </a:t>
            </a:r>
            <a:r>
              <a:rPr lang="en-US" sz="950"/>
              <a:t>How to prevent overfitting?</a:t>
            </a:r>
            <a:endParaRPr sz="950"/>
          </a:p>
        </p:txBody>
      </p:sp>
      <p:sp>
        <p:nvSpPr>
          <p:cNvPr id="1073" name="Google Shape;1073;p49"/>
          <p:cNvSpPr txBox="1"/>
          <p:nvPr/>
        </p:nvSpPr>
        <p:spPr>
          <a:xfrm>
            <a:off x="347294" y="2885927"/>
            <a:ext cx="482917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No universal answer - depends on problem, data, and computational resources!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4" name="Google Shape;1074;p4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075" name="Google Shape;1075;p4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8" name="Google Shape;1078;p4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79" name="Google Shape;1079;p4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621A28-157D-B73D-C91B-0803537056EB}"/>
                  </a:ext>
                </a:extLst>
              </p14:cNvPr>
              <p14:cNvContentPartPr/>
              <p14:nvPr/>
            </p14:nvContentPartPr>
            <p14:xfrm>
              <a:off x="2232360" y="455760"/>
              <a:ext cx="3222000" cy="2145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621A28-157D-B73D-C91B-0803537056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23000" y="446400"/>
                <a:ext cx="3240720" cy="216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42379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esign</a:t>
            </a:r>
            <a:endParaRPr/>
          </a:p>
        </p:txBody>
      </p:sp>
      <p:sp>
        <p:nvSpPr>
          <p:cNvPr id="1086" name="Google Shape;1086;p5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87" name="Google Shape;1087;p5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r>
              <a:rPr lang="en-US"/>
              <a:t> / 67</a:t>
            </a:r>
            <a:endParaRPr/>
          </a:p>
        </p:txBody>
      </p:sp>
      <p:pic>
        <p:nvPicPr>
          <p:cNvPr id="1089" name="Google Shape;108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75" y="487375"/>
            <a:ext cx="3479875" cy="258344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DDB563-D18D-3198-A421-C9EB1AA2C7B6}"/>
                  </a:ext>
                </a:extLst>
              </p14:cNvPr>
              <p14:cNvContentPartPr/>
              <p14:nvPr/>
            </p14:nvContentPartPr>
            <p14:xfrm>
              <a:off x="2977560" y="1330560"/>
              <a:ext cx="459720" cy="1653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DDB563-D18D-3198-A421-C9EB1AA2C7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8200" y="1321200"/>
                <a:ext cx="478440" cy="167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5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G</a:t>
            </a:r>
            <a:r>
              <a:rPr lang="en-US" cap="small">
                <a:solidFill>
                  <a:srgbClr val="FFFFFF"/>
                </a:solidFill>
              </a:rPr>
              <a:t>eneral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uidelines</a:t>
            </a:r>
            <a:endParaRPr/>
          </a:p>
        </p:txBody>
      </p:sp>
      <p:grpSp>
        <p:nvGrpSpPr>
          <p:cNvPr id="1095" name="Google Shape;1095;p51"/>
          <p:cNvGrpSpPr/>
          <p:nvPr/>
        </p:nvGrpSpPr>
        <p:grpSpPr>
          <a:xfrm>
            <a:off x="513702" y="738276"/>
            <a:ext cx="69291" cy="2305189"/>
            <a:chOff x="513702" y="738276"/>
            <a:chExt cx="69291" cy="2305189"/>
          </a:xfrm>
        </p:grpSpPr>
        <p:pic>
          <p:nvPicPr>
            <p:cNvPr id="1096" name="Google Shape;1096;p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3827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7" name="Google Shape;1097;p5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222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8" name="Google Shape;1098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1062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9" name="Google Shape;1099;p5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112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0" name="Google Shape;1100;p5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563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1" name="Google Shape;1101;p5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0132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5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901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3" name="Google Shape;1103;p5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97417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4" name="Google Shape;1104;p51"/>
          <p:cNvSpPr txBox="1"/>
          <p:nvPr/>
        </p:nvSpPr>
        <p:spPr>
          <a:xfrm>
            <a:off x="334601" y="418987"/>
            <a:ext cx="4571100" cy="27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1. Start Simple: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Begin with 2-3 hidden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69545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10-100 units per layer (depending on problem scale)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69545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Gradually increase complexity if needed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4785" lvl="0" indent="-159385" algn="l" rtl="0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Common Patterns: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70167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Decreasing width: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L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marR="659765" lvl="0" indent="0" algn="ctr" rtl="0">
              <a:lnSpc>
                <a:spcPct val="118421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</a:t>
            </a: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Funnel architecture (compression)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0" marR="711835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Constant width: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 baseline="-25000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marR="1283970" lvl="0" indent="0" algn="ctr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</a:t>
            </a: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Uniform representation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0" marR="794385" lvl="0" indent="0" algn="ctr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Hourglass: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Wide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Narrow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Wide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559435" lvl="0" indent="0" algn="ctr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</a:rPr>
              <a:t>&gt;</a:t>
            </a: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Learns compressed representations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84785" lvl="0" indent="-159385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Scale with Data: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data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can support larger networks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Less data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keep networks smaller to avoid overfitting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5" name="Google Shape;1105;p5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06" name="Google Shape;1106;p5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9" name="Google Shape;1109;p5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10" name="Google Shape;1110;p5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51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51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EF96AE-072C-2161-ABD9-4BF9C9CA6C38}"/>
                  </a:ext>
                </a:extLst>
              </p14:cNvPr>
              <p14:cNvContentPartPr/>
              <p14:nvPr/>
            </p14:nvContentPartPr>
            <p14:xfrm>
              <a:off x="685080" y="128520"/>
              <a:ext cx="4959720" cy="2928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EF96AE-072C-2161-ABD9-4BF9C9CA6C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5720" y="119160"/>
                <a:ext cx="4978440" cy="294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H</a:t>
            </a:r>
            <a:r>
              <a:rPr lang="en-US" cap="small">
                <a:solidFill>
                  <a:srgbClr val="FFFFFF"/>
                </a:solidFill>
              </a:rPr>
              <a:t>idden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unctions</a:t>
            </a:r>
            <a:endParaRPr/>
          </a:p>
        </p:txBody>
      </p:sp>
      <p:graphicFrame>
        <p:nvGraphicFramePr>
          <p:cNvPr id="1117" name="Google Shape;1117;p52"/>
          <p:cNvGraphicFramePr/>
          <p:nvPr/>
        </p:nvGraphicFramePr>
        <p:xfrm>
          <a:off x="1008405" y="545858"/>
          <a:ext cx="3736975" cy="1571025"/>
        </p:xfrm>
        <a:graphic>
          <a:graphicData uri="http://schemas.openxmlformats.org/drawingml/2006/table">
            <a:tbl>
              <a:tblPr firstRow="1" bandRow="1">
                <a:noFill/>
                <a:tableStyleId>{2B3A80E9-8C9B-4F1C-9C85-0C3D0799B159}</a:tableStyleId>
              </a:tblPr>
              <a:tblGrid>
                <a:gridCol w="84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 to Use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Avoid When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choice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Fast, no vanishing gradient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Very deep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dying ReLU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Leaky 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Deep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Fixes dying ReLU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Never (safe choice)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Tanh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Zero-centered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Very deep networks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vanishing gradient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Sigmoid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Avoid for hidden layers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(only for binary output)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Hidden layers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95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strong saturation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18" name="Google Shape;1118;p52"/>
          <p:cNvGrpSpPr/>
          <p:nvPr/>
        </p:nvGrpSpPr>
        <p:grpSpPr>
          <a:xfrm>
            <a:off x="513702" y="2542260"/>
            <a:ext cx="69291" cy="482397"/>
            <a:chOff x="513702" y="2542260"/>
            <a:chExt cx="69291" cy="482397"/>
          </a:xfrm>
        </p:grpSpPr>
        <p:pic>
          <p:nvPicPr>
            <p:cNvPr id="1119" name="Google Shape;1119;p5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5422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0" name="Google Shape;1120;p5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7488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9553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2" name="Google Shape;1122;p52"/>
          <p:cNvSpPr txBox="1"/>
          <p:nvPr/>
        </p:nvSpPr>
        <p:spPr>
          <a:xfrm>
            <a:off x="347294" y="2210649"/>
            <a:ext cx="4029075" cy="856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Modern recommendation: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Default: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ReLU for hidden layers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Alternative: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Leaky ReLU, ELU for very deep networks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Avoid: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Sigmoid/Tanh in hidden layers (unless specific reason)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3" name="Google Shape;1123;p5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24" name="Google Shape;1124;p5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7" name="Google Shape;1127;p5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28" name="Google Shape;1128;p5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579AD1-1962-322B-C9B5-FD1E5F9B9F84}"/>
                  </a:ext>
                </a:extLst>
              </p14:cNvPr>
              <p14:cNvContentPartPr/>
              <p14:nvPr/>
            </p14:nvContentPartPr>
            <p14:xfrm>
              <a:off x="1575360" y="855360"/>
              <a:ext cx="1665720" cy="1079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579AD1-1962-322B-C9B5-FD1E5F9B9F8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6000" y="846000"/>
                <a:ext cx="1684440" cy="109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5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egularization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echniques</a:t>
            </a:r>
            <a:endParaRPr/>
          </a:p>
        </p:txBody>
      </p:sp>
      <p:sp>
        <p:nvSpPr>
          <p:cNvPr id="1135" name="Google Shape;1135;p53"/>
          <p:cNvSpPr txBox="1"/>
          <p:nvPr/>
        </p:nvSpPr>
        <p:spPr>
          <a:xfrm>
            <a:off x="347294" y="737411"/>
            <a:ext cx="2261235" cy="13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Prevent overfitting with: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L2 Regularization (Weight Decay):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Dropout: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Early Stopping: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Batch Normalization: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3"/>
          <p:cNvSpPr txBox="1"/>
          <p:nvPr/>
        </p:nvSpPr>
        <p:spPr>
          <a:xfrm>
            <a:off x="347294" y="2406153"/>
            <a:ext cx="283337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Note: You will learn about this in Module 10 and 11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7" name="Google Shape;1137;p5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38" name="Google Shape;1138;p5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1" name="Google Shape;1141;p5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42" name="Google Shape;1142;p5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5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4B841E-D35E-D67D-47EA-58DC6774D110}"/>
                  </a:ext>
                </a:extLst>
              </p14:cNvPr>
              <p14:cNvContentPartPr/>
              <p14:nvPr/>
            </p14:nvContentPartPr>
            <p14:xfrm>
              <a:off x="786960" y="518040"/>
              <a:ext cx="4897800" cy="2524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4B841E-D35E-D67D-47EA-58DC6774D1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600" y="508680"/>
                <a:ext cx="4916520" cy="254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149" name="Google Shape;114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54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1" name="Google Shape;115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54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3" name="Google Shape;1153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4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5" name="Google Shape;1155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54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7" name="Google Shape;1157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54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9" name="Google Shape;1159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54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1" name="Google Shape;1161;p5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54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3" name="Google Shape;1163;p5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54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5" name="Google Shape;1165;p5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54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8" name="Google Shape;1168;p5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69" name="Google Shape;1169;p5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5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5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2" name="Google Shape;1172;p5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73" name="Google Shape;1173;p5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5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arameter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nitialization</a:t>
            </a:r>
            <a:endParaRPr/>
          </a:p>
        </p:txBody>
      </p:sp>
      <p:grpSp>
        <p:nvGrpSpPr>
          <p:cNvPr id="1180" name="Google Shape;1180;p55"/>
          <p:cNvGrpSpPr/>
          <p:nvPr/>
        </p:nvGrpSpPr>
        <p:grpSpPr>
          <a:xfrm>
            <a:off x="513702" y="1562239"/>
            <a:ext cx="69291" cy="512140"/>
            <a:chOff x="513702" y="1562239"/>
            <a:chExt cx="69291" cy="512140"/>
          </a:xfrm>
        </p:grpSpPr>
        <p:pic>
          <p:nvPicPr>
            <p:cNvPr id="1181" name="Google Shape;1181;p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5622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2" name="Google Shape;1182;p5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78366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0050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4" name="Google Shape;1184;p55"/>
          <p:cNvSpPr txBox="1"/>
          <p:nvPr/>
        </p:nvSpPr>
        <p:spPr>
          <a:xfrm>
            <a:off x="321894" y="683709"/>
            <a:ext cx="30543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4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 initialization is critical for training success!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EC20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</a:t>
            </a:r>
            <a:r>
              <a:rPr lang="en-US" sz="1200">
                <a:solidFill>
                  <a:srgbClr val="EC20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Bad: Zero initialization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9865" lvl="0" indent="-151765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218B21"/>
              </a:buClr>
              <a:buSzPts val="1200"/>
              <a:buFont typeface="Quattrocento Sans"/>
              <a:buChar char="✓"/>
            </a:pPr>
            <a:r>
              <a:rPr lang="en-US" sz="1050">
                <a:solidFill>
                  <a:srgbClr val="218B21"/>
                </a:solidFill>
                <a:latin typeface="Arial"/>
                <a:ea typeface="Arial"/>
                <a:cs typeface="Arial"/>
                <a:sym typeface="Arial"/>
              </a:rPr>
              <a:t>Good: Random initialization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marR="304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Xavier/Glorot Initialization for Sigmoid / Tanh He Initialization for ReLU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Biases: Initialize to zero: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 i="1" baseline="30000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 baseline="300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55"/>
          <p:cNvSpPr txBox="1"/>
          <p:nvPr/>
        </p:nvSpPr>
        <p:spPr>
          <a:xfrm>
            <a:off x="347294" y="2520936"/>
            <a:ext cx="283337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Note: You will learn about this in Module 10 and 11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6" name="Google Shape;1186;p5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87" name="Google Shape;1187;p5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0" name="Google Shape;1190;p5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91" name="Google Shape;1191;p5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5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7A30AE-F334-01CD-2039-B2B0FD37689E}"/>
                  </a:ext>
                </a:extLst>
              </p14:cNvPr>
              <p14:cNvContentPartPr/>
              <p14:nvPr/>
            </p14:nvContentPartPr>
            <p14:xfrm>
              <a:off x="295560" y="555120"/>
              <a:ext cx="4039200" cy="2243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7A30AE-F334-01CD-2039-B2B0FD3768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6200" y="545760"/>
                <a:ext cx="4057920" cy="226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5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raining</a:t>
            </a:r>
            <a:r>
              <a:rPr lang="en-US">
                <a:solidFill>
                  <a:srgbClr val="FFFFFF"/>
                </a:solidFill>
              </a:rPr>
              <a:t> H</a:t>
            </a:r>
            <a:r>
              <a:rPr lang="en-US" cap="small">
                <a:solidFill>
                  <a:srgbClr val="FFFFFF"/>
                </a:solidFill>
              </a:rPr>
              <a:t>yperparameters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to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une</a:t>
            </a:r>
            <a:endParaRPr/>
          </a:p>
        </p:txBody>
      </p:sp>
      <p:grpSp>
        <p:nvGrpSpPr>
          <p:cNvPr id="1198" name="Google Shape;1198;p56"/>
          <p:cNvGrpSpPr/>
          <p:nvPr/>
        </p:nvGrpSpPr>
        <p:grpSpPr>
          <a:xfrm>
            <a:off x="513702" y="755472"/>
            <a:ext cx="69291" cy="2270785"/>
            <a:chOff x="513702" y="755472"/>
            <a:chExt cx="69291" cy="2270785"/>
          </a:xfrm>
        </p:grpSpPr>
        <p:pic>
          <p:nvPicPr>
            <p:cNvPr id="1199" name="Google Shape;1199;p5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554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0" name="Google Shape;1200;p5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601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1" name="Google Shape;1201;p5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4469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2" name="Google Shape;1202;p5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6515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3" name="Google Shape;1203;p5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56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4" name="Google Shape;1204;p5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0608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5" name="Google Shape;1205;p5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5477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6" name="Google Shape;1206;p5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5234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7" name="Google Shape;1207;p5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95696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8" name="Google Shape;1208;p56"/>
          <p:cNvSpPr txBox="1"/>
          <p:nvPr/>
        </p:nvSpPr>
        <p:spPr>
          <a:xfrm>
            <a:off x="347294" y="387965"/>
            <a:ext cx="34119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72085" lvl="0" indent="-159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Rate </a:t>
            </a:r>
            <a:r>
              <a:rPr lang="en-US" sz="1200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η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Start with: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η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001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01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Consider adaptive methods (Adam with 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η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001)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Batch Size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Common: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32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200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marL="309880" marR="80645" lvl="0" indent="0" algn="l" rtl="0">
              <a:lnSpc>
                <a:spcPct val="153333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Larger batch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faster but may hurt generalization Smaller batch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better generalization but slower Limited by GPU memory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Number of Epochs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274955" lvl="0" indent="0" algn="l" rtl="0">
              <a:lnSpc>
                <a:spcPct val="127899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early stopping based on validation loss Typically 50-200 epochs for moderate datasets Monitor for overfitting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9" name="Google Shape;1209;p5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10" name="Google Shape;1210;p5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3" name="Google Shape;1213;p5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14" name="Google Shape;1214;p5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5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44F71A-75F3-4085-201B-B3F28624E345}"/>
                  </a:ext>
                </a:extLst>
              </p14:cNvPr>
              <p14:cNvContentPartPr/>
              <p14:nvPr/>
            </p14:nvContentPartPr>
            <p14:xfrm>
              <a:off x="2119320" y="578520"/>
              <a:ext cx="1504440" cy="2197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44F71A-75F3-4085-201B-B3F28624E34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09960" y="569160"/>
                <a:ext cx="1523160" cy="221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5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61683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eature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reprocessing</a:t>
            </a:r>
            <a:endParaRPr/>
          </a:p>
        </p:txBody>
      </p:sp>
      <p:grpSp>
        <p:nvGrpSpPr>
          <p:cNvPr id="1221" name="Google Shape;1221;p5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22" name="Google Shape;1222;p5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5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5" name="Google Shape;1225;p5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26" name="Google Shape;1226;p5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7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57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8" name="Google Shape;122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25" y="499649"/>
            <a:ext cx="3649852" cy="26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5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onitoring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raining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rogress</a:t>
            </a:r>
            <a:endParaRPr/>
          </a:p>
        </p:txBody>
      </p:sp>
      <p:sp>
        <p:nvSpPr>
          <p:cNvPr id="1234" name="Google Shape;1234;p5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35" name="Google Shape;1235;p5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8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r>
              <a:rPr lang="en-US"/>
              <a:t> / 67</a:t>
            </a:r>
            <a:endParaRPr/>
          </a:p>
        </p:txBody>
      </p:sp>
      <p:pic>
        <p:nvPicPr>
          <p:cNvPr id="1237" name="Google Shape;123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25" y="550235"/>
            <a:ext cx="4550724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9"/>
          <p:cNvSpPr txBox="1"/>
          <p:nvPr/>
        </p:nvSpPr>
        <p:spPr>
          <a:xfrm>
            <a:off x="95300" y="109545"/>
            <a:ext cx="304355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iagnosing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raining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ssues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3" name="Google Shape;1243;p59"/>
          <p:cNvGraphicFramePr/>
          <p:nvPr/>
        </p:nvGraphicFramePr>
        <p:xfrm>
          <a:off x="360006" y="532320"/>
          <a:ext cx="5185425" cy="2451873"/>
        </p:xfrm>
        <a:graphic>
          <a:graphicData uri="http://schemas.openxmlformats.org/drawingml/2006/table">
            <a:tbl>
              <a:tblPr firstRow="1" bandRow="1">
                <a:noFill/>
                <a:tableStyleId>{2B3A80E9-8C9B-4F1C-9C85-0C3D0799B159}</a:tableStyleId>
              </a:tblPr>
              <a:tblGrid>
                <a:gridCol w="116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Symptom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Diagnosis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Solution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Loss = NaN/Inf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Numerical instability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 check gradients, normalize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inputs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Loss not decreas-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 rate  too  small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OR bug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 verify gradient computation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Loss oscillating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 too large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Decrease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 use learning rate schedule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 loss 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↓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validation loss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↑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Overfitting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Add regularization, dropout, more data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Both losses high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Underfitting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Increase capacity (wider/deeper),  train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longer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Slow convergence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Poor initialization OR bad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Use proper init (He/Xavier),  normalize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2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Gradients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→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Vanishing gradients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Use ReLU, better init, batch normalization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2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Gradients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→</a:t>
                      </a:r>
                      <a:r>
                        <a:rPr lang="en-US" sz="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100" u="none" strike="noStrike" cap="non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∞</a:t>
                      </a:r>
                      <a:endParaRPr sz="1100" u="none" strike="noStrike" cap="non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Exploding gradients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Gradient clipping, decrease </a:t>
                      </a:r>
                      <a:r>
                        <a:rPr lang="en-US" sz="1100" i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η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244" name="Google Shape;1244;p5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45" name="Google Shape;1245;p5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5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8" name="Google Shape;1248;p5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49" name="Google Shape;1249;p5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9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6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ebugging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hecklist</a:t>
            </a:r>
            <a:endParaRPr/>
          </a:p>
        </p:txBody>
      </p:sp>
      <p:grpSp>
        <p:nvGrpSpPr>
          <p:cNvPr id="1256" name="Google Shape;1256;p60"/>
          <p:cNvGrpSpPr/>
          <p:nvPr/>
        </p:nvGrpSpPr>
        <p:grpSpPr>
          <a:xfrm>
            <a:off x="513702" y="705345"/>
            <a:ext cx="69291" cy="2367648"/>
            <a:chOff x="513702" y="705345"/>
            <a:chExt cx="69291" cy="2367648"/>
          </a:xfrm>
        </p:grpSpPr>
        <p:pic>
          <p:nvPicPr>
            <p:cNvPr id="1257" name="Google Shape;1257;p6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053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8" name="Google Shape;1258;p6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8497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9" name="Google Shape;1259;p6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9940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0" name="Google Shape;1260;p6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1384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1" name="Google Shape;1261;p6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2827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2" name="Google Shape;1262;p6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101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3" name="Google Shape;1263;p6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85451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4" name="Google Shape;1264;p6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19988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5" name="Google Shape;1265;p6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1432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6" name="Google Shape;1266;p6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2876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7" name="Google Shape;1267;p6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7149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8" name="Google Shape;1268;p60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13702" y="28593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9" name="Google Shape;1269;p60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513702" y="300370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0" name="Google Shape;1270;p60"/>
          <p:cNvSpPr txBox="1"/>
          <p:nvPr/>
        </p:nvSpPr>
        <p:spPr>
          <a:xfrm>
            <a:off x="347301" y="452025"/>
            <a:ext cx="4619700" cy="26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Before training: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96024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Features normalized/standardized Data split into train/val/test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 layer matches task (sigmoid for binary, softmax for multi-class) Loss function matches output activation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52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Weights initialized properly (not all zeros!)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During training: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54749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Loss decreasing on training set Validation loss tracked separately Gradients neither vanishing nor exploding No NaN/Inf values in loss or activations Training accuracy improving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Sanity checks: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105535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Try overfitting a small batch (should reach 0 loss) Verify shapes of all matrices/tensors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9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Test forward pass before adding backprop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1" name="Google Shape;1271;p6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72" name="Google Shape;1272;p6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6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6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5" name="Google Shape;1275;p6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76" name="Google Shape;1276;p6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60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mplementation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est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ractices</a:t>
            </a:r>
            <a:endParaRPr/>
          </a:p>
        </p:txBody>
      </p:sp>
      <p:grpSp>
        <p:nvGrpSpPr>
          <p:cNvPr id="1283" name="Google Shape;1283;p6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84" name="Google Shape;1284;p6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6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6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7" name="Google Shape;1287;p6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88" name="Google Shape;1288;p6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61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r>
              <a:rPr lang="en-US"/>
              <a:t> / 67</a:t>
            </a:r>
            <a:endParaRPr/>
          </a:p>
        </p:txBody>
      </p:sp>
      <p:pic>
        <p:nvPicPr>
          <p:cNvPr id="1290" name="Google Shape;129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250" y="550235"/>
            <a:ext cx="3984605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296" name="Google Shape;1296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9103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62"/>
          <p:cNvSpPr txBox="1"/>
          <p:nvPr/>
        </p:nvSpPr>
        <p:spPr>
          <a:xfrm>
            <a:off x="387959" y="594714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8" name="Google Shape;1298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859612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62"/>
          <p:cNvSpPr txBox="1"/>
          <p:nvPr/>
        </p:nvSpPr>
        <p:spPr>
          <a:xfrm>
            <a:off x="387959" y="86328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0" name="Google Shape;1300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128179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62"/>
          <p:cNvSpPr txBox="1"/>
          <p:nvPr/>
        </p:nvSpPr>
        <p:spPr>
          <a:xfrm>
            <a:off x="387959" y="113186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2" name="Google Shape;1302;p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39675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62"/>
          <p:cNvSpPr txBox="1"/>
          <p:nvPr/>
        </p:nvSpPr>
        <p:spPr>
          <a:xfrm>
            <a:off x="387959" y="1400440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4" name="Google Shape;1304;p6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66533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62"/>
          <p:cNvSpPr txBox="1"/>
          <p:nvPr/>
        </p:nvSpPr>
        <p:spPr>
          <a:xfrm>
            <a:off x="387959" y="166900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6" name="Google Shape;1306;p6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933905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62"/>
          <p:cNvSpPr txBox="1"/>
          <p:nvPr/>
        </p:nvSpPr>
        <p:spPr>
          <a:xfrm>
            <a:off x="387959" y="193758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8" name="Google Shape;1308;p6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20248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62"/>
          <p:cNvSpPr txBox="1"/>
          <p:nvPr/>
        </p:nvSpPr>
        <p:spPr>
          <a:xfrm>
            <a:off x="387959" y="220616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0" name="Google Shape;1310;p6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471064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62"/>
          <p:cNvSpPr txBox="1"/>
          <p:nvPr/>
        </p:nvSpPr>
        <p:spPr>
          <a:xfrm>
            <a:off x="387959" y="2474733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2" name="Google Shape;1312;p6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739631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62"/>
          <p:cNvSpPr txBox="1"/>
          <p:nvPr/>
        </p:nvSpPr>
        <p:spPr>
          <a:xfrm>
            <a:off x="387959" y="274331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2"/>
          <p:cNvSpPr txBox="1"/>
          <p:nvPr/>
        </p:nvSpPr>
        <p:spPr>
          <a:xfrm>
            <a:off x="563029" y="476951"/>
            <a:ext cx="33396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otivation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XOR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roblem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inearity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eural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raining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DFNN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aking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mpact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epth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idth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06755" lvl="0" indent="0" algn="l" rtl="0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5" name="Google Shape;1315;p6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16" name="Google Shape;1316;p6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6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6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9" name="Google Shape;1319;p6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20" name="Google Shape;1320;p6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62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6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akeaways</a:t>
            </a:r>
            <a:endParaRPr/>
          </a:p>
        </p:txBody>
      </p:sp>
      <p:grpSp>
        <p:nvGrpSpPr>
          <p:cNvPr id="1327" name="Google Shape;1327;p63"/>
          <p:cNvGrpSpPr/>
          <p:nvPr/>
        </p:nvGrpSpPr>
        <p:grpSpPr>
          <a:xfrm>
            <a:off x="0" y="557949"/>
            <a:ext cx="5760261" cy="2676062"/>
            <a:chOff x="0" y="557949"/>
            <a:chExt cx="5760261" cy="2676062"/>
          </a:xfrm>
        </p:grpSpPr>
        <p:pic>
          <p:nvPicPr>
            <p:cNvPr id="1328" name="Google Shape;1328;p6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579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9" name="Google Shape;1329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291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0" name="Google Shape;1330;p6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0036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1" name="Google Shape;1331;p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67157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2" name="Google Shape;1332;p6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427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3" name="Google Shape;1333;p6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305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4" name="Google Shape;1334;p6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4182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5" name="Google Shape;1335;p6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7894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6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6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6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9" name="Google Shape;1339;p63"/>
          <p:cNvSpPr txBox="1"/>
          <p:nvPr/>
        </p:nvSpPr>
        <p:spPr>
          <a:xfrm>
            <a:off x="644626" y="460932"/>
            <a:ext cx="4767580" cy="262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470534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Non-linearity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essential for learning complex patterns; without it, deep networks collapse to linear models.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421005" lvl="0" indent="0" algn="l" rtl="0">
              <a:lnSpc>
                <a:spcPct val="1147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DFNN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= stacked layers with non-linear activations, enabling hierarchical feature learning.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398145" lvl="0" indent="0" algn="l" rtl="0">
              <a:lnSpc>
                <a:spcPct val="1147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Four components: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Data, Model (architecture), Objective (loss), Learning (backpropagation + SGD).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340360" lvl="0" indent="0" algn="l" rtl="0">
              <a:lnSpc>
                <a:spcPct val="1147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Backpropagation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efficiently computes gradients using chain rule; enables training deep networks.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217804" lvl="0" indent="0" algn="l" rtl="0">
              <a:lnSpc>
                <a:spcPct val="117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Depth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enables learning hierarchical features and improves expressiveness.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Width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increases capacity within each layer but requires more data.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Proper initialization, normalization, and regularization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are critical for successful training.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73990" lvl="0" indent="0" algn="l" rtl="0">
              <a:lnSpc>
                <a:spcPct val="1147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ReLU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the default activation for hidden layers; use task-specific activations for output.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6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41" name="Google Shape;1341;p6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3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6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ower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earning</a:t>
            </a:r>
            <a:endParaRPr/>
          </a:p>
        </p:txBody>
      </p:sp>
      <p:sp>
        <p:nvSpPr>
          <p:cNvPr id="1348" name="Google Shape;1348;p6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49" name="Google Shape;1349;p6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64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r>
              <a:rPr lang="en-US"/>
              <a:t> / 67</a:t>
            </a:r>
            <a:endParaRPr/>
          </a:p>
        </p:txBody>
      </p:sp>
      <p:pic>
        <p:nvPicPr>
          <p:cNvPr id="1351" name="Google Shape;135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00" y="550235"/>
            <a:ext cx="5012117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6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ext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357" name="Google Shape;1357;p65"/>
          <p:cNvGrpSpPr/>
          <p:nvPr/>
        </p:nvGrpSpPr>
        <p:grpSpPr>
          <a:xfrm>
            <a:off x="513702" y="759904"/>
            <a:ext cx="69291" cy="2034616"/>
            <a:chOff x="513702" y="759904"/>
            <a:chExt cx="69291" cy="2034616"/>
          </a:xfrm>
        </p:grpSpPr>
        <p:pic>
          <p:nvPicPr>
            <p:cNvPr id="1358" name="Google Shape;1358;p6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599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9" name="Google Shape;1359;p6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698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0" name="Google Shape;1360;p6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1797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1" name="Google Shape;1361;p6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38973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6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854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3" name="Google Shape;1363;p6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0953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4" name="Google Shape;1364;p6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0534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5" name="Google Shape;1365;p6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51528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6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72522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7" name="Google Shape;1367;p65"/>
          <p:cNvSpPr txBox="1"/>
          <p:nvPr/>
        </p:nvSpPr>
        <p:spPr>
          <a:xfrm>
            <a:off x="347294" y="422654"/>
            <a:ext cx="4451985" cy="269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0" rIns="0" bIns="0" anchor="t" anchorCtr="0">
            <a:spAutoFit/>
          </a:bodyPr>
          <a:lstStyle/>
          <a:p>
            <a:pPr marL="12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Specialized Architectures: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just" rtl="0">
              <a:lnSpc>
                <a:spcPct val="1312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Convolutional Neural Networks (CNNs):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images and spatial data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Recurrent Neural Networks (RNNs):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sequences and time series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Transformers: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attention-based models (GPT, BERT)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just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Graph Neural Networks: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graph-structured data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Advanced Topics: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752475" lvl="0" indent="0" algn="l" rtl="0">
              <a:lnSpc>
                <a:spcPct val="1312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Optimization algorithms (Adam, RMSprop, AdaGrad) Advanced regularization (Dropout, Batch Normalization) Transfer learning and pre-training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563370" lvl="0" indent="0" algn="l" rtl="0">
              <a:lnSpc>
                <a:spcPct val="13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Model interpretability and explainability Efficient inference and model compression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DFNNs are the foundation - master them first!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8" name="Google Shape;1368;p6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69" name="Google Shape;1369;p6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2" name="Google Shape;1372;p6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73" name="Google Shape;1373;p6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65"/>
          <p:cNvSpPr txBox="1"/>
          <p:nvPr/>
        </p:nvSpPr>
        <p:spPr>
          <a:xfrm>
            <a:off x="4674248" y="3137672"/>
            <a:ext cx="29273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65 / 67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6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o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become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roficient</a:t>
            </a:r>
            <a:endParaRPr/>
          </a:p>
        </p:txBody>
      </p:sp>
      <p:grpSp>
        <p:nvGrpSpPr>
          <p:cNvPr id="1380" name="Google Shape;1380;p66"/>
          <p:cNvGrpSpPr/>
          <p:nvPr/>
        </p:nvGrpSpPr>
        <p:grpSpPr>
          <a:xfrm>
            <a:off x="513702" y="705345"/>
            <a:ext cx="69291" cy="2361933"/>
            <a:chOff x="513702" y="705345"/>
            <a:chExt cx="69291" cy="2361933"/>
          </a:xfrm>
        </p:grpSpPr>
        <p:pic>
          <p:nvPicPr>
            <p:cNvPr id="1381" name="Google Shape;1381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053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2" name="Google Shape;1382;p6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8497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3" name="Google Shape;1383;p6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9940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4" name="Google Shape;1384;p6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4214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5" name="Google Shape;1385;p6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658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6" name="Google Shape;1386;p6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101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7" name="Google Shape;1387;p6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13753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8" name="Google Shape;1388;p6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28189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9" name="Google Shape;1389;p6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426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0" name="Google Shape;1390;p6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8536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1" name="Google Shape;1391;p6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13702" y="29979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2" name="Google Shape;1392;p66"/>
          <p:cNvSpPr txBox="1"/>
          <p:nvPr/>
        </p:nvSpPr>
        <p:spPr>
          <a:xfrm>
            <a:off x="347294" y="452026"/>
            <a:ext cx="3480300" cy="2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58750" lvl="0" indent="-146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Implement from scratch: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60769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Write forward pass, backpropagation manually Verify with gradient checking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9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Train on simple datasets (XOR, MNIST)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8750" lvl="0" indent="-146050" algn="l" rtl="0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2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Use frameworks effectively: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PyTorch, TensorFlow, JAX handle backprop automatically But understanding the math makes debugging easier Focus on architecture design and hyperparameter tuning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8750" lvl="0" indent="-146050" algn="l" rtl="0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3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Experiment and iterate: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802005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Start simple, gradually increase complexity Track experiments systematically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194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Learn from failures (most time spent debugging!)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8750" lvl="0" indent="-1460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4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Study successful architectures: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666115" lvl="0" indent="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Read papers, examine code implementations Understand design choices and motivations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3" name="Google Shape;1393;p6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94" name="Google Shape;1394;p6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6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6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7" name="Google Shape;1397;p6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98" name="Google Shape;1398;p6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6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6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30288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1406" name="Google Shape;1406;p67"/>
          <p:cNvGrpSpPr/>
          <p:nvPr/>
        </p:nvGrpSpPr>
        <p:grpSpPr>
          <a:xfrm>
            <a:off x="0" y="1203553"/>
            <a:ext cx="5760261" cy="2030458"/>
            <a:chOff x="0" y="1203553"/>
            <a:chExt cx="5760261" cy="2030458"/>
          </a:xfrm>
        </p:grpSpPr>
        <p:pic>
          <p:nvPicPr>
            <p:cNvPr id="1407" name="Google Shape;1407;p6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2035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8" name="Google Shape;1408;p6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60844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9" name="Google Shape;1409;p6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298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6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6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6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3" name="Google Shape;1413;p67"/>
          <p:cNvSpPr txBox="1">
            <a:spLocks noGrp="1"/>
          </p:cNvSpPr>
          <p:nvPr>
            <p:ph type="body" idx="1"/>
          </p:nvPr>
        </p:nvSpPr>
        <p:spPr>
          <a:xfrm>
            <a:off x="619226" y="715770"/>
            <a:ext cx="4527346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2612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Goodfellow et al. ”Deep Learning” - Chapter 6</a:t>
            </a:r>
            <a:endParaRPr dirty="0"/>
          </a:p>
          <a:p>
            <a:pPr marL="3810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http://www.deeplearningbook.org/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38100" marR="5080" lvl="0" indent="0" algn="l" rtl="0">
              <a:lnSpc>
                <a:spcPct val="144916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dirty="0"/>
              <a:t>Zhang et al. ”Dive into Deep Learning” - Chapters 4, 5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https://d2l.ai/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/>
              <a:t>Nielsen, M. ”Neural Networks and Deep Learning”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http://neuralnetworksanddeeplearning.com/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6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15" name="Google Shape;1415;p6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earning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67"/>
          <p:cNvSpPr txBox="1">
            <a:spLocks noGrp="1"/>
          </p:cNvSpPr>
          <p:nvPr>
            <p:ph type="sldNum" idx="12"/>
          </p:nvPr>
        </p:nvSpPr>
        <p:spPr>
          <a:xfrm>
            <a:off x="4648848" y="3137672"/>
            <a:ext cx="318208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r>
              <a:rPr lang="en-US"/>
              <a:t> / 67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589F01-4D2E-04A8-B6DF-97A1BF275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521634"/>
            <a:ext cx="2622690" cy="212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488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833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46F0-8F80-4EAE-FCA7-347A8D76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9798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96510-4696-54AE-0703-6E042F2E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3002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FE1ED-38A4-FD66-EFCA-C7E8A41C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60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2312</Words>
  <Application>Microsoft Office PowerPoint</Application>
  <PresentationFormat>Custom</PresentationFormat>
  <Paragraphs>488</Paragraphs>
  <Slides>54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Cambria</vt:lpstr>
      <vt:lpstr>Quattrocento Sans</vt:lpstr>
      <vt:lpstr>Arial</vt:lpstr>
      <vt:lpstr>Lucida Sans</vt:lpstr>
      <vt:lpstr>Times New Roman</vt:lpstr>
      <vt:lpstr>Google Sans</vt:lpstr>
      <vt:lpstr>Calibri</vt:lpstr>
      <vt:lpstr>Tahoma</vt:lpstr>
      <vt:lpstr>Office Theme</vt:lpstr>
      <vt:lpstr>PowerPoint Presentation</vt:lpstr>
      <vt:lpstr>PowerPoint Presentation</vt:lpstr>
      <vt:lpstr>Table of Contents</vt:lpstr>
      <vt:lpstr>Forward Pass: Computing Predictions</vt:lpstr>
      <vt:lpstr>Forward Pass Algorithm</vt:lpstr>
      <vt:lpstr>Forward Pass: Vectorized for Mini-Batch</vt:lpstr>
      <vt:lpstr>Loss Computation</vt:lpstr>
      <vt:lpstr>Output Layer Gradient</vt:lpstr>
      <vt:lpstr>Backpropagation: The Key Algorithm</vt:lpstr>
      <vt:lpstr>Backpropagating Error Signals</vt:lpstr>
      <vt:lpstr>Computing Parameter Gradients</vt:lpstr>
      <vt:lpstr>Backpropagation Algorithm</vt:lpstr>
      <vt:lpstr>Activation Function Derivatives</vt:lpstr>
      <vt:lpstr>Computational Efficiency of Backpropagation</vt:lpstr>
      <vt:lpstr>Parameter Update Step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of Contents</vt:lpstr>
      <vt:lpstr>Using Trained DFNN for Prediction</vt:lpstr>
      <vt:lpstr>Batch Prediction</vt:lpstr>
      <vt:lpstr>Table of Contents</vt:lpstr>
      <vt:lpstr>Network Depth vs Width</vt:lpstr>
      <vt:lpstr>Why Depth Matters?</vt:lpstr>
      <vt:lpstr>Universal Approximation Theorem</vt:lpstr>
      <vt:lpstr>Challenges with Very Deep Networks</vt:lpstr>
      <vt:lpstr>Table of Contents</vt:lpstr>
      <vt:lpstr>Design Considerations</vt:lpstr>
      <vt:lpstr>Output Layer Design</vt:lpstr>
      <vt:lpstr>General Architecture Guidelines</vt:lpstr>
      <vt:lpstr>Hidden Layer Activation Functions</vt:lpstr>
      <vt:lpstr>Regularization Techniques</vt:lpstr>
      <vt:lpstr>Table of Contents</vt:lpstr>
      <vt:lpstr>Parameter Initialization</vt:lpstr>
      <vt:lpstr>Training Hyperparameters to Tune</vt:lpstr>
      <vt:lpstr>Feature Preprocessing</vt:lpstr>
      <vt:lpstr>Monitoring Training Progress</vt:lpstr>
      <vt:lpstr>PowerPoint Presentation</vt:lpstr>
      <vt:lpstr>Debugging Checklist</vt:lpstr>
      <vt:lpstr>Implementation Best Practices</vt:lpstr>
      <vt:lpstr>Table of Contents</vt:lpstr>
      <vt:lpstr>Key Takeaways</vt:lpstr>
      <vt:lpstr>The Power of Deep Learning</vt:lpstr>
      <vt:lpstr>What Next?</vt:lpstr>
      <vt:lpstr>To become Proficient</vt:lpstr>
      <vt:lpstr>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Goel (DSAI)</cp:lastModifiedBy>
  <cp:revision>8</cp:revision>
  <dcterms:created xsi:type="dcterms:W3CDTF">2025-11-20T14:06:21Z</dcterms:created>
  <dcterms:modified xsi:type="dcterms:W3CDTF">2026-03-08T11:47:20Z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2025-11-20T00:00:00Z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</Properties>
</file>