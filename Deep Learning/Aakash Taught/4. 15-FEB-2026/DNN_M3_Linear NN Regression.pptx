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1.xml" ContentType="application/vnd.openxmlformats-officedocument.presentationml.notesSlide+xml"/>
  <Override PartName="/ppt/notesSlides/notesSlide2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ink/ink21.xml" ContentType="application/inkml+xml"/>
  <Override PartName="/ppt/theme/theme1.xml" ContentType="application/vnd.openxmlformats-officedocument.theme+xml"/>
  <Override PartName="/ppt/theme/theme2.xml" ContentType="application/vnd.openxmlformats-officedocument.theme+xml"/>
  <Override PartName="/ppt/ink/ink1.xml" ContentType="application/inkml+xml"/>
  <Override PartName="/ppt/ink/ink2.xml" ContentType="application/inkml+xml"/>
  <Override PartName="/ppt/ink/ink22.xml" ContentType="application/inkml+xml"/>
  <Override PartName="/ppt/ink/ink13.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10.xml" ContentType="application/inkml+xml"/>
  <Override PartName="/ppt/ink/ink9.xml" ContentType="application/inkml+xml"/>
  <Override PartName="/ppt/ink/ink8.xml" ContentType="application/inkml+xml"/>
  <Override PartName="/ppt/ink/ink7.xml" ContentType="application/inkml+xml"/>
  <Override PartName="/ppt/ink/ink6.xml" ContentType="application/inkml+xml"/>
  <Override PartName="/ppt/ink/ink5.xml" ContentType="application/inkml+xml"/>
  <Override PartName="/ppt/ink/ink4.xml" ContentType="application/inkml+xml"/>
  <Override PartName="/ppt/ink/ink11.xml" ContentType="application/inkml+xml"/>
  <Override PartName="/ppt/ink/ink3.xml" ContentType="application/inkml+xml"/>
  <Override PartName="/ppt/ink/ink14.xml" ContentType="application/inkml+xml"/>
  <Override PartName="/ppt/ink/ink12.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02" r:id="rId17"/>
    <p:sldId id="271" r:id="rId18"/>
    <p:sldId id="272" r:id="rId19"/>
    <p:sldId id="303" r:id="rId20"/>
    <p:sldId id="273" r:id="rId21"/>
    <p:sldId id="304" r:id="rId22"/>
    <p:sldId id="305" r:id="rId23"/>
    <p:sldId id="274" r:id="rId24"/>
    <p:sldId id="275" r:id="rId25"/>
    <p:sldId id="276" r:id="rId26"/>
    <p:sldId id="277" r:id="rId27"/>
    <p:sldId id="306" r:id="rId28"/>
    <p:sldId id="278" r:id="rId29"/>
    <p:sldId id="301" r:id="rId30"/>
  </p:sldIdLst>
  <p:sldSz cx="5765800" cy="3244850"/>
  <p:notesSz cx="5765800" cy="3244850"/>
  <p:embeddedFontLst>
    <p:embeddedFont>
      <p:font typeface="Cambria" panose="02040503050406030204" pitchFamily="18" charset="0"/>
      <p:regular r:id="rId32"/>
      <p:bold r:id="rId33"/>
      <p:italic r:id="rId34"/>
      <p:boldItalic r:id="rId35"/>
    </p:embeddedFont>
    <p:embeddedFont>
      <p:font typeface="Cambria Math" panose="02040503050406030204" pitchFamily="18" charset="0"/>
      <p:regular r:id="rId36"/>
    </p:embeddedFont>
    <p:embeddedFont>
      <p:font typeface="Lucida Sans" panose="020B0602030504020204" pitchFamily="34" charset="0"/>
      <p:regular r:id="rId37"/>
      <p:bold r:id="rId38"/>
      <p:italic r:id="rId39"/>
      <p:boldItalic r:id="rId40"/>
    </p:embeddedFont>
    <p:embeddedFont>
      <p:font typeface="Tahoma" panose="020B0604030504040204" pitchFamily="34" charset="0"/>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5CBA27-72C7-434D-87B0-B6F36C1D0E5A}">
  <a:tblStyle styleId="{B25CBA27-72C7-434D-87B0-B6F36C1D0E5A}"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696" autoAdjust="0"/>
  </p:normalViewPr>
  <p:slideViewPr>
    <p:cSldViewPr snapToGrid="0">
      <p:cViewPr varScale="1">
        <p:scale>
          <a:sx n="196" d="100"/>
          <a:sy n="196" d="100"/>
        </p:scale>
        <p:origin x="269" y="115"/>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16:34.175"/>
    </inkml:context>
    <inkml:brush xml:id="br0">
      <inkml:brushProperty name="width" value="0.05292" units="cm"/>
      <inkml:brushProperty name="height" value="0.05292" units="cm"/>
      <inkml:brushProperty name="color" value="#FF0000"/>
    </inkml:brush>
  </inkml:definitions>
  <inkml:trace contextRef="#ctx0" brushRef="#br0">12381 4524 0,'0'0'0,"0"0"0,0 0 0,0 0 15,0 0-15,-7 4 16,-8 4-16,-15 4 15,-7 4-15,-2 0 16,1 0-16,3 1 16,0 2-16,6 0 15,4 0 1,6-4-16,4-2 16,5 0-16,5 1 15,2 1-15,2 0 16,3 1-16,5-1 15,3 1-15,4-1 16,3 0-16,3-3 16,-2 0-16,0-3 15,-1 0 1,-3-1-16,0-1 16,-4-1-16,-2 1 15,-4-1-15,-3 5 16,-5 4-16,-12 6 15,-16 7-15,-32 8 16,-29 5-16,-16 3 16,-13 0-16,6-3 15,1-1-15</inkml:trace>
  <inkml:trace contextRef="#ctx0" brushRef="#br0" timeOffset="1232.82">13849 4590 0,'0'0'0,"0"0"16,0 0-16,0 2 16,0-2-1,0 0-15,0 6 16,0-6-16,0 7 15,-2 0-15,-1 4 16,0 4-16,0 0 16,-3 3-16,0 2 15,1 4-15,-2 3 16,-1 2-16,1 1 16,3-1-1,3-6-15,1-4 16,0-4-16,1-3 15,1-3-15,-1-2 16,-1-7-16,3 6 16,-3-6-16,0 0 15,0 0-15,0 0 16,10 6 0,1-6-16,12-5 15,10-9-15,1-7 16,2-6-16,-3-6 15,1-1-15,-6 0 16,-5 3-16,-6 5 16,-3 3-16,-5 6 15,-2 1-15,-2 4 16,-1 3-16,-2 2 16,-2 7-1,2-9-15,-2 9 16,0 0-16,2-6 15,-2 6-15,0 0 16,0 0-16,0 0 16,0 0-16</inkml:trace>
  <inkml:trace contextRef="#ctx0" brushRef="#br0" timeOffset="1882.32">14497 4615 0,'0'0'0,"0"0"0,0 0 16,-1 2-16,1-2 16,0 0-16,0 0 15,0 0-15,0 0 16,-8 8 0,8-8-16,-24 16 15,-2-6-15,-4 1 16,1-2-16,2-1 15,6-2-15,2 0 16,3-1-16,3 0 16,2 0-16,11-5 15,-15 7-15,15-7 16,0 0-16,-8 7 16,8-7-1,0 0-15,0 0 16,-4 8-16,8-1 15,5 4-15,6 2 16,2 2-16,0-3 16,-2-1-16,3 1 15,-2-3-15,-3 0 16,-3-2-16,-10-7 16,14 9-1,-14-9-15,0 0 16,10 8-16,-10-8 15,0 0-15,-9 16 16,-18 2-16,-33 11 16,-42 5-16,-34 6 15,-32-7-15</inkml:trace>
  <inkml:trace contextRef="#ctx0" brushRef="#br0" timeOffset="3533.99">11166 5428 0,'0'0'0,"0"0"0,0 0 15,0 0-15,0 0 16,0 0-16,0 0 16,6 1-16,4 0 15,12 3-15,4-2 16,12-2-1,7-2-15,9-3 16,12 0-16,12-3 16,12 0-16,16-2 15,8 1-15,7-2 16,1 1-16,0 0 16,-6 6-16,-5 4 15</inkml:trace>
  <inkml:trace contextRef="#ctx0" brushRef="#br0" timeOffset="4966.45">11819 5467 0,'0'0'0,"0"0"0,0 0 15,0 0-15,0 0 16,0 0-16,-2 2 16,2-2-16,0 0 15,-8 10-15,-5 5 16,-9 8-16,-7 7 15,-3 0 1,-1 4-16,2-3 16,1-2-16,4-3 15,4-3-15,1-3 16,5-4-16,3-2 16,4-3-16,4-2 15,5-9-15,-8 9 16,8-9-16,0 0 15,-5 8-15,5-8 16,0 0 0,0 0-16,0 0 15,-2 6-15,2-6 16,0 12-16,0 0 16,0 5-16,1 4 15,0 0-15,0 2 16,0 1-16,0 2 15,-2 0-15,-1-1 16,-1 0 0,-1-2-16,1-2 15,-3-2-15,3-4 16,-1-1-16,1-3 16,0-4-16,3-7 15,-4 10-15,4-10 16,0 0-16,-3 7 15,3-7-15,0 0 16,0 0 0,0 0-16,0 0 15,0 0-15,-13-10 16,8 5-16,-2-3 16,1 2-16,6 6 15,-10-11-15,10 11 16,-7-8-16,7 8 15,0 0-15,0 0 16,0 0 0,0 0-16,-10-2 15,10 2-15,-4 11 16,0-1-16,1 2 16,0 1-16,3-2 15,0-2-15,4-2 16,-4-7-16,25 2 15,11-15-15,21-23 16,5-12 0</inkml:trace>
  <inkml:trace contextRef="#ctx0" brushRef="#br0" timeOffset="5782.59">11208 6469 0,'0'0'0,"0"0"0,-1 4 15,-1 2-15,-1 9 16,-2 9-16,2 8 16,-1 8-1,1 5-15,1 1 16,2 2-16,0-6 16,1-7-16</inkml:trace>
  <inkml:trace contextRef="#ctx0" brushRef="#br0" timeOffset="8816.54">12543 5544 0,'0'0'0,"0"0"15,0 0-15,0 0 16,1 3-16,3 4 15,3 9-15,5 5 16,4 7-16,5-1 16,4 2-16,2 1 15,2-3-15,0 0 16,1-2 0,-1 0-16,5 3 15,-1-1-15,-1-4 16,-3-3-16</inkml:trace>
  <inkml:trace contextRef="#ctx0" brushRef="#br0" timeOffset="9182.92">12851 5647 0,'0'0'0,"0"0"0,0 0 16,0 0-16,0 0 15,-3 3-15,-5 4 16,-4 14-16,-4 5 16,-2 5-16,0 4 15,-2 3-15,-2 6 16,0 0-16,-2-2 16,1-1-1,1-1-15,-5 7 31</inkml:trace>
  <inkml:trace contextRef="#ctx0" brushRef="#br0" timeOffset="9799.7">13134 5779 0,'0'0'0,"0"0"16,0 0-16,0 0 15,0 0-15,0 0 16,4 2-16,5 3 16,11 0-16,13 0 15,6-5 1,4 0-16,2-3 15,-4-2-15,6 2 16,-4-1-16,-3 0 16,-1 1-16,0 0 15,-2 0-15,-6 0 16,-5 1-16,-5 0 16,-4 1-1,-5 0-15,3 1 31</inkml:trace>
  <inkml:trace contextRef="#ctx0" brushRef="#br0" timeOffset="10299.85">13493 5650 0,'0'0'0,"0"0"16,0 0-16,0 0 15,0 0 1,0 0-16,5 3 15,-5-3-15,19 11 16,-4-4-16,1 3 16,2-1-16,-1-2 15,-3 0-15,2-1 16,-4-2-16,-12-4 16,17 6-16,-17-6 15,0 0-15,11 5 16,-11-5-1,0 0-15,7 8 16,-7-8-16,1 14 16,-2-3-16,-5 5 15,-4 2-15,-6 4 16,-3 0-16,-3 0 16,0-2-1,1 0-15,-2 0 0</inkml:trace>
  <inkml:trace contextRef="#ctx0" brushRef="#br0" timeOffset="10915.98">13908 5587 0,'0'0'0,"0"0"15,0 2-15,0-2 16,8 12-16,0 1 15,9 1 1,7 4-16,3 0 16,0-4-16,-2-2 15,-1-3-15,-2-2 16,-4-2-16,-2 0 16,-1-1-16,1-2 31</inkml:trace>
  <inkml:trace contextRef="#ctx0" brushRef="#br0" timeOffset="11282.82">14419 5558 0,'0'0'0,"0"0"0,0 0 15,0 0-15,0 0 16,-4 4-1,4-4-15,-16 14 16,5-5-16,-2 3 16,-1 1-16,0 1 15,0-3-15,1 2 16,-1-1-16,-1 2 16,1-1-16,2-3 15</inkml:trace>
  <inkml:trace contextRef="#ctx0" brushRef="#br0" timeOffset="11599.29">14121 5753 0,'0'0'0,"0"0"15,0 0-15,0 0 16,-1 3-16,1-3 16,-2 13-16,-1 1 15,0 3-15,0 4 16,0 0-16,0 2 15,1 0 1,-1 1-16,-1 1 16,1-2-16,1 0 15</inkml:trace>
  <inkml:trace contextRef="#ctx0" brushRef="#br0" timeOffset="12416.86">14294 5710 0,'0'0'0,"0"0"15,-1-1-15,1 1 16,0 0-16,0 0 16,0 0-16,0 0 15,-16-1-15,3 5 16</inkml:trace>
  <inkml:trace contextRef="#ctx0" brushRef="#br0" timeOffset="15232.96">13771 6164 0,'0'0'0,"0"0"0,0 0 16,0 0-16,4-2 15,-4 2-15,24-2 16,-2-1-16,-1 0 16,0 2-1,-2-1-15,2 1 16,6-1-16,7-1 16,3 1-16,-1 1 15,-4-1-15,2 1 16,3 0-16,-2 1 15,0-1-15,-4 0 16,2 0-16,3-2 16,2-2-1,0-1-15,-3-1 16,3 2-16,-2-1 16,-4-2-16,2-4 15,-2-1-15,-1-2 16,-3-1-16,-2 2 15,0-1-15,1 1 16,1-2-16,-2 3 16,-2-1-16,-4 3 15,-3 0 1,-2-5-16,-3-3 16,-2-2-16,-3 0 15,-2 2-15,-2 0 16,-1 1-16,-2-1 15,0-2-15,-1-1 16,-3-1-16,-1-2 16,1 1-16,-2 0 15,-2 3 1,-1 1-16,-4 1 16,-1 4-16,0-1 15,-2 2-15,-4-1 16,-3-1-16,1 2 15,0 3-15,3 2 16,2 0-16,-1 0 16,0-1-16,0 2 15,2-2 1,2 3-16,1 1 16,0-2-16,0 1 15,0-1-15,1 0 16,1 0-16,0 1 15,0-2-15,-1 0 16,0 0-16,2 1 16,-1-1-1,0 1-15,0 2 0,-1 0 16,-3-1 0,-1 0-16,-2 0 15,1 0-15,-2 1 16,0 1-16,-2 2 15,0 1-15,-1 2 16,1 0-16,1 0 16,3 0-16,0 0 15,1 0 1,-3 0-16,0 0 16,-2 0-16,2 2 15,1-1-15,-2 1 16,-2-1-16,1 1 15,0-1-15,3 1 16,2-1-16,4 0 16,2 0-1,10-1-15,-14 2 16,14-2-16,-12 3 16,12-3-16,0 0 15,-13 5-15,13-5 16,0 0-16,-12 11 15,6-5-15,1 2 16,0 2-16,-2 2 16,2 3-1,0 3-15,2 1 16,-2 4-16,2 2 16,0-1-16,-1-3 15,2-3-15,0 2 16,0-2-16,0 4 15,0-1-15,-1 2 16,-1 2-16,1-1 16,0 0-1,1-2-15,0-2 0,1 3 16,0 2 0,1 1-16,1 1 15,1 0-15,1 0 16,0-1-16,0-2 15,0-1-15,0-1 16,0 1-16,0 1 16,-1-2-16,-1 1 15,-1-3-15,-1 0 16,-1-3 0,0-4-16,-1-2 15,2-5-15,1-6 16,0 0-16,-1 6 15,1-6-15,0 0 16,0 0-16,18-7 16,-6 3-16</inkml:trace>
  <inkml:trace contextRef="#ctx0" brushRef="#br0" timeOffset="16198.63">13889 6234 0,'0'0'0,"0"0"16,-2 1-16,2-1 16,0 0-16,-4 9 15,2 0-15,-3 3 16,-1 5 0,-1 5-16,0 4 15,0 6-15,1 2 16,2-2-16,0 1 15,1 0-15,0 7 16,0 0-16,1-2 16,1-7-16,0-6 15,0-5-15,2 1 16,0-1-16,1-1 16,2 0-1,-2-6-15,1-3 16,1-3-16,-1 0 15</inkml:trace>
  <inkml:trace contextRef="#ctx0" brushRef="#br0" timeOffset="16765.81">13883 6642 0,'0'0'0,"0"0"0,0 0 16,0 0-16,4-3 16,-4 3-1,20-4-15,-1-1 16,12 1-16,5-1 15,1 2-15,-7 0 16,-7 2-16,-3-1 16,7 0-16,2 2 15,-1-2-15,-5 2 16,-6-1-16,-5 0 16,-12 1-1</inkml:trace>
  <inkml:trace contextRef="#ctx0" brushRef="#br0" timeOffset="17316.07">14102 6509 0,'0'0'0,"0"0"16,0 0-16,0 0 16,0 0-1,0 0-15,-2 0 16,2 0-16,0 0 15,0 0-15,0 0 16,0 0-16,0 0 16,0 0-16,0 0 15,0 0-15,11 8 16,-11-8-16,15 13 16,-7-6-16,0 2 15,0-1 1,1 1-16,-1 0 15,-2-3-15,-6-6 16,7 10-16,-7-10 16,7 6-16,-7-6 15,0 0-15,2 9 16,-9 3-16,-5 7 16,-9 9-16,-12 7 15,-5 3 1,-8 8-16</inkml:trace>
  <inkml:trace contextRef="#ctx0" brushRef="#br0" timeOffset="19216.7">14512 6418 0,'0'0'0,"0"0"0,0-1 15,0 1-15,0 0 16,0 0-16,0 0 16,0 0-16,0 0 15,2 19-15,1 3 16,0 9-16,-2 2 15,-1 1 1,-1 0-16,-2 5 16,0 1-16,0 0 15,-2-3-15,2-12 16,-1-3-16,0-7 16,2-2-16,-2 1 15,1-3-15,0-2 16,3-9-16,0 0 15,-3 6 1,3-6-16,0 0 16</inkml:trace>
  <inkml:trace contextRef="#ctx0" brushRef="#br0" timeOffset="20016.14">14494 6472 0,'0'0'0,"0"-2"16,0 2-16,-1-7 15,1 7 1,1-12-16,-1 4 16,1-2-16,3 0 15,5-2-15,5-2 16,5 1-16,4 0 16,1 5-16,2 3 15,-2 2-15,-1 2 16,1 2-16,2 4 15,-4 1-15,-2 0 16,-4 1 0,-2-1-16,-2 1 15,-3-1-15,-9-6 16,8 14-16,-11-2 16,-4 3-16,-9 3 15,-8 1-15,-7 3 16,-5-3-16,2-8 15,-1-1-15,3-3 16,5-1 0,6-1-16,5-1 15,3-2-15,3-1 16,10-1-16,-13 3 16,13-3-16,0 0 15,0 0-15,0 0 16,0 0-16,0 0 15,0 0-15,0 0 16,24 9-16,-1-2 16,4 3-1,-2 1-15,3 3 16,-6-3-16,-4 0 16,0 1-16,-2-1 15,0 3-15,-5 1 16,-3-3-16,-3-6 15,-1 2-15,-1-1 16,-3 3 0,0 0-16,0-2 15,0-8-15,0 7 16,0-7-16,0 9 16</inkml:trace>
  <inkml:trace contextRef="#ctx0" brushRef="#br0" timeOffset="20882.45">13836 6713 0,'0'0'0,"0"0"16,0 2-16,0-2 15,0 0-15,5 18 16,2 12-16,-1 10 15,-1-14-15,-2-12 16,-2-4 0,3 9-16,2 14 15,2 1-15,0 6 16,-1-2-16,-2 2 16,-3-10-16,0-13 15,-2-3-15,1 0 16,0 4-1,-1-1 1,0-1 0,0-2-16,0-5 15,0 0-15,0-3 16,0-6-16,0 9 16,0-9-16</inkml:trace>
  <inkml:trace contextRef="#ctx0" brushRef="#br0" timeOffset="21648.6">13868 7131 0,'0'0'0,"0"0"0,0 0 16,0 0-16,4 2 15,6-2 1,9 0-16,9-2 16,3-5-16,3-2 15,3-3-15,-5 0 16,-2 2-16,-2 1 15,6 1-15,1 2 16,-5 2-16,-7-1 16,-10 3-1,-2 0-15,-11 2 16,10 0-16,-10 0 16,0 0-16,0 0 15,0 0-15,0 0 16,-18 5-16,-9-2 15,-1-5-15,6-2 16,7 2-16,3-1 16,12 3-16,-17-5 15,17 5 1,-13-6-16,13 6 16,-10-8-16,10 8 15,-5-7-15,5 7 16,-2-7-16,2 7 15,0-6-15,0 6 16,0 0-16,5-8 16,-5 8-16,0 0 15,16-3 1,-5 5-16,2 3 16,2 0-16,-4 0 15,3 2-15,-2 0 16,-3 1-16,-3-2 15,-3 5-15,-2 0 16,-2 2-16,-4 2 16,-3 2-16,-7 5 15,-5 5 1,-1-3-16,-5-3 16</inkml:trace>
  <inkml:trace contextRef="#ctx0" brushRef="#br0" timeOffset="26749.16">14716 7191 0,'0'0'0,"0"0"0,0 0 16,0-2-16,0 2 15,0 0-15,-3-7 16,3 7-16,-12-9 16,0 3-16,-6-1 15,-4 1-15,-4 1 16,0 5-1,-1 5-15,-2 3 16,5 4-16,-4 2 16,-2 2-16,0 5 15,4 1-15,3-1 16,7 1-16,2-2 16,3 0-16,3-4 15,4 2-15,2-2 16,4 1-16,9 3 15,7-2 1,8-1-16,3-5 16,-1-5-16,-1 0 15,1-1-15,4-1 16,2 0-16,-5-5 16,-4-3-16,-8-1 15,-3 2-15,-14 2 16,18-5-1,-18 5-15,11-5 16,-11 5-16,0 0 16,10-5-16,-10 5 15,0 0-15,10-2 16,-10 2-16</inkml:trace>
  <inkml:trace contextRef="#ctx0" brushRef="#br0" timeOffset="31382.47">14953 6334 0,'0'0'0,"0"0"0,0 0 16,-5-3-16,5 3 15,-11-7-15,11 7 16,-20-12-16,9 5 15,-1-2-15,-2 0 16,-1 0-16,-2-2 16,1 0-16,-1 3 15,-2 0 1,0 2-16,-1 2 16,-4 0-16,-1 2 15,-2 2-15,-2 3 16,1 1-16,1 1 15,0 2-15,3-1 16,0 1-16,3 2 16,1 1-16,-1 0 15,3 1-15,1 0 16,3 0 0,1-2-16,0 3 15,-1 0-15,2 2 16,-2 2-16,3 0 15,0 3-15,2-2 16,0 0-16,0 2 16,2 0-16,-1 1 15,1 1-15,2-2 16,-1 0 0,2 1-16,0 1 15,4-1-15,0-1 16,0 0-16,2-2 15,0-2-15,0 1 16,1-1-16,1 2 16,1 1-16,0 0 15,1-1-15,1-1 16,0 1 0,-2-3-16,2 3 15,1-1-15,1 1 16,4-2-16,3-3 15,2 0-15,0-2 16,1-3-16,2 1 16,2-2-16,1 1 15,3-1-15,-2-2 16,1 0-16,1 0 16,1-1-1,0-3-15,-1 0 16,0-2-16,-1 1 15,0-1-15,0 0 16,0 0-16,-1-1 16,-2 0-16,-2-2 15,2 1-15,1-1 16,0 0 0,-1-4-16,-3 1 15,-2-2-15,-2 0 16,-1-2-16,-2-3 15,0 0-15,-3-2 16,0 1-16,-2 0 16,0-1-16,-1-1 15,-3 3-15,-1-1 16,0-3 0,0 1-16,-2-1 15,0 2-15,-1 0 16,-1-1-16,0-2 15,-2-1-15,-1-1 16,-3 0-16,-1 3 16,1 3-16,0 0 15,0 2-15,0 0 16,0-1-16,-3 0 16,0 1-1,-1 0-15,1 4 16,1 1-16,1 1 15,8 8-15,-15-10 16,15 10-16,0 0 16,-12-6-16,12 6 15,0 0-15,0 0 16,-10-5-16,10 5 16,0 0-1,0 0-15,0 0 16,0 0-16,0 0 15,0 0-15,0 0 16,0 0-16,0 0 16,0 0-16,0 0 15,0 0-15,0 0 16,0 0-16,0 0 16,0 0-1,0 0-15,0 0 16,0 0-16,0 0 15,0 0-15,0 0 16,0 0-16,0 0 16,-16-6-16,3 0 15,-4-2-15,1-1 16,1 4 0,2 1-16,1 1 15,1 1-15,11 2 16,-14-1-16,14 1 15,0 0-15,-11-2 16,11 2-16,0 0 16,0 0-16,0 0 15,0 0-15,0 0 16</inkml:trace>
  <inkml:trace contextRef="#ctx0" brushRef="#br0" timeOffset="33000.82">14924 6675 0,'0'0'0,"0"0"0,0 0 0,0 0 0,0 0 16,0 0-16,0 0 15,0 0-15,0 0 16,0 0-16,-1 2 16,1-2-1,0 0-15,0 0 16,-3 7-16,3-7 15,0 0-15,0 0 16,-1 9-16,1-9 16,0 0-16,0 6 15,0-6-15,0 0 16,1 7-16,-1-7 16,0 0-16,0 0 15,3 8 1,-3-8-16,0 0 15,0 0-15,0 0 16,2 7-16,-2-7 16,0 0-16,5 6 15,-5-6-15,7 8 16,-7-8-16,10 10 16,-10-10-16,6 8 15,-6-8 1,7 6-16,-7-6 15,0 0-15,7 8 16,-7-8-16,0 0 16,0 0-16,7 8 15,-7-8-15,6 6 16,-6-6-16,8 9 16,-8-9-16,9 12 15,-9-12 1,8 12-16,-8-12 15,5 7-15,-5-7 16,0 0-16,7 8 16,-7-8-16,0 0 15,10 4-15,0-4 16,4-3-16,3-5 16,1-3-16,-1-3 15,3-4 1,2-4-16,-1-1 15,-1 1-15,1-1 16,3-3-16,0 0 16,-1 1-16,-3 3 15,0 2-15,0 0 16,0 2-16,-4 1 16,-2 4-1,-2 2-15,-2 2 16,-2 2-16,-8 7 15,11-11-15,-11 11 16,0 0-16,7-7 16,-7 7-16,0 0 15,0 0-15,0 0 16,0 0-16,0 0 16,0 0-16,0 0 15,0 0 1,0 0-16,0 0 15,0 0-15,0 0 16,0 0-16,0 0 16,0 0-16,0 0 15,0 0-15,0 0 16,0 0-16,7-7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17:15.641"/>
    </inkml:context>
    <inkml:brush xml:id="br0">
      <inkml:brushProperty name="width" value="0.05292" units="cm"/>
      <inkml:brushProperty name="height" value="0.05292" units="cm"/>
      <inkml:brushProperty name="color" value="#FF0000"/>
    </inkml:brush>
  </inkml:definitions>
  <inkml:trace contextRef="#ctx0" brushRef="#br0">6030 2564 0,'0'0'0,"0"0"0,2 4 0</inkml:trace>
  <inkml:trace contextRef="#ctx0" brushRef="#br0" timeOffset="784.45">6422 4116 0,'0'0'0,"0"0"0,0 0 16,0 0-16,0 0 15,1 1-15,-1-1 16</inkml:trace>
  <inkml:trace contextRef="#ctx0" brushRef="#br0" timeOffset="1883.4">5770 5927 0,'0'0'0,"0"0"15,0 0-15,0 0 16,0 3-16,0-3 16,4 15-1</inkml:trace>
  <inkml:trace contextRef="#ctx0" brushRef="#br0" timeOffset="8667.04">9055 3070 0,'0'0'0,"0"0"0,0 0 16,1 1-16,-1-1 16,8 11-16,1 2 15,4 2-15,6-2 16,4 0-16,9-1 15,4-1-15,5-1 16,-2-2 0,-7-2-16,-3-1 15,-5-2-15,-9-1 16,-1 0-16</inkml:trace>
  <inkml:trace contextRef="#ctx0" brushRef="#br0" timeOffset="8917.06">9330 3070 0,'0'0'0,"0"0"16,0 0-16,-1 2 15,1-2-15,-14 20 16,-3 2 0,-2 0-16,-3 0 15,1-2-15,0-2 16,2-2-16,3-2 16</inkml:trace>
  <inkml:trace contextRef="#ctx0" brushRef="#br0" timeOffset="9184.24">9320 3236 0,'0'0'0,"0"0"0,0 0 15,0 0-15,1 4 16,3 2 0,0 6-16,3 1 15,0 5-15,-2 0 16,0 4-16,0 0 16,-1 4-16,1-3 15</inkml:trace>
  <inkml:trace contextRef="#ctx0" brushRef="#br0" timeOffset="9682.69">9821 3127 0,'0'0'0,"0"0"15,2 4-15,5 5 16,7 10 0,8 7-16,3 2 15,4-1-15,0-3 16,1-2-16,0-2 16,-3-4-16,0-5 15,-4-7-15</inkml:trace>
  <inkml:trace contextRef="#ctx0" brushRef="#br0" timeOffset="9917.12">9927 3169 0,'0'0'0,"0"0"15,-2 4-15,-2 6 16,-4 12-16,-3 8 16,-2 3-1,1 0-15,-1-1 16,2-4-16,3-6 16,3-6-16</inkml:trace>
  <inkml:trace contextRef="#ctx0" brushRef="#br0" timeOffset="10300.45">10277 3283 0,'0'0'0,"0"0"16,0 0-16,0 0 15,1 2-15,-1-2 16,4 12-16,1-2 16,-1 1-16,1 0 15,0-2 1,-2 1-16,0 2 16,-1-1-16,-1 1 15,-1-3-15,0-2 16,0 0-16,0-7 15,0 9-15,0-9 16,15 9-16,4-4 16,7 0-16,5-4 15,1-4 1,-2-2-16</inkml:trace>
  <inkml:trace contextRef="#ctx0" brushRef="#br0" timeOffset="10549.99">10961 3115 0,'0'0'0,"0"0"15,2 2-15,-2-2 16,19 19 0,-2-2-16,3 3 15,3-1-15,1-1 16,-1-3-16,-2-6 16,0-2-16,-5-9 15</inkml:trace>
  <inkml:trace contextRef="#ctx0" brushRef="#br0" timeOffset="10783.32">10953 3231 0,'0'0'0,"0"2"0,0-2 15,-6 13-15,-2 5 16,-3 4-16,1 1 16,0-3-1,1-1-15,1-2 16,2-6-16</inkml:trace>
  <inkml:trace contextRef="#ctx0" brushRef="#br0" timeOffset="11283.07">11277 3313 0,'0'0'0,"0"0"15,0 0-15,0 0 16,0 2-16,0-2 15,0 0-15,0 0 16,8 7-16,-8-7 16,0 0-16,11 6 15,-11-6 1,0 0-16,0 0 16,1 7-16,-1-7 15,-6 11-15,2-2 16,-1-1-16,1 0 15,3 2-15,6 5 16,4 2-16,2-1 16,3-2-1,2-1-15,-2-3 16,0-2-16,-1-1 16,0 0-16,-2 0 15,-1-1-15,-10-6 16,12 10-16,-10-3 15,-3 5-15,-8 7 16,-13 2-16,-14 4 16,-12-3-16,1-6 15,0-2 1,8-9-16</inkml:trace>
  <inkml:trace contextRef="#ctx0" brushRef="#br0" timeOffset="11632.73">11099 3126 0,'0'0'0,"0"0"15,0 0-15,-3 4 16,-4 9-16,-11 17 15,-15 13-15,-10 3 16,-4-1-16,-5-4 16,4-5-16</inkml:trace>
  <inkml:trace contextRef="#ctx0" brushRef="#br0" timeOffset="12200.65">10971 3039 0,'0'0'0,"0"0"0,0 0 0,0 0 0,4 4 16,2 2-16,8 8 15,4 4-15,5 6 16,3 2 0,2 4-16,3-1 15,1-3-15</inkml:trace>
  <inkml:trace contextRef="#ctx0" brushRef="#br0" timeOffset="13116.63">11211 2926 0,'0'0'0,"0"0"15,0 0-15,0 0 16,-2 2-16,-2 7 16,-6 9-1,-7 13-15,-6 8 16,-5 5-16,-6 6 15,-6 4-15,-3 2 16,-3 5-16</inkml:trace>
  <inkml:trace contextRef="#ctx0" brushRef="#br0" timeOffset="15350.67">8107 3110 0,'0'0'0,"0"0"15,0 0-15,0 0 16,0 0-16,1 3 16,-1-3-16,4 8 15,-1 0-15,0 0 16,1 1-16,-1 0 16,0 1-16,-1 0 15,0 0-15,0-1 16,0-1-16,1 0 15,-2-1 1,-1-7-16,7 10 16,6-7-16,11-3 15,17-12-15,16-13 16,8-10-16,8-9 16,-1-1-16,4-2 15,0-1-15,1 2 16,-4 5-16,-2 7 15,-4 9 1,-5 1-16</inkml:trace>
  <inkml:trace contextRef="#ctx0" brushRef="#br0" timeOffset="20032.64">9615 4655 0,'0'0'0,"0"0"16,0 0-16,-2 2 16,2-2-16,0 0 15,-1 6-15,1-6 16,0 0-16,-2 10 16,2-10-1,-2 12-15,1-4 16,0-1-16,0 1 15,1 1-15,-1 0 16,1 0-16,0-1 16,1 1-16,-1-1 15,1 1-15,1-2 16,0 2 0,0-1-16,1 1 15,3-1-15,-3-2 16,-3-6-16,6 9 15,-6-9-15,0 0 16,0 0-16,15 6 16,1-9-16,11-5 15,7-7-15,8-5 16,1-5-16,4-1 16,2-4-1,2 0-15,-4 3 16,-2 0-16,-3 3 15,-6 3-15,-4 2 16,-4 3-16,-4 4 16,1 0-16,-3 3 15,-4 2-15</inkml:trace>
  <inkml:trace contextRef="#ctx0" brushRef="#br0" timeOffset="23567.06">10911 6397 0,'0'0'0,"0"0"0,1 1 15,-1-1 1,0 0-16,3 9 16,-3-9-16,4 12 15,-3-5-15,1 1 16,-1 0-16,1 3 16,1 2-16,-2 0 15,1 0-15,-1-1 16,0 1-16,1-3 15,0-1 1,-1-1-16,0-1 16,-1-7-16,2 10 15,-2-10-15,1 8 16,-1-8-16,0 0 16,0 0-16,3 6 15,-3-6-15,0 0 16,10 1-16,3-4 15,8-4 1,6-9-16,8-6 16,1-4-16,2-3 15,7-6-15,-1 1 16,3-3-16,1-1 16,-1 2-16,1 3 15,-5 4-15,-4 5 16,-4 2-16,-4 3 15,-5 3 1,-5 4-16,-5 3 16,-5 4-16,-11 5 15,14-4-15,-14 4 16,0 0-16,0 0 16,0 0-16,0 0 15,0 0-15,0 0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17:49.741"/>
    </inkml:context>
    <inkml:brush xml:id="br0">
      <inkml:brushProperty name="width" value="0.05292" units="cm"/>
      <inkml:brushProperty name="height" value="0.05292" units="cm"/>
      <inkml:brushProperty name="color" value="#FF0000"/>
    </inkml:brush>
  </inkml:definitions>
  <inkml:trace contextRef="#ctx0" brushRef="#br0">10352 5313 0,'0'0'0,"0"0"0,0 0 0,0 0 16,0 0-16,0 0 16,0 0-16,3 0 15,-3 0 1,0 0-16,0 0 16,0 0-16,0 0 15,0 0-15,0 0 16,0 0-16,0 0 15,12 4-15,1-2 16,4-1-16,2 0 16,6-1 15,-3-1-31,0 1 16,-3 0-16,-6 0 15,-13 0-15,16 0 16,-16 0-16,12 0 15,-12 0-15,10 0 16,-10 0-16,16 0 16,-2 0-16,2 0 15,5 0 1,0 0-16,2 0 16,0 0-16,0 0 15,-4 0-15,-2-1 16,-1 0-16,-2 0 15,-1 1-15,0-1 16,0 0-16,4-1 16,4 2-16,1 0 15,-1 0 1,-2 0-16,-3 0 16,1 0-16,-3 0 15,-2-1-15,-12 1 16,17 0-16,-17 0 15,17 0-15,-2 0 16,4 0-16,4-1 16,-1-2-16,2-1 15,-4-1 1,-2 1-16,-2 0 16,-3 1-16,-13 3 15,17-4-15,-17 4 16,11-4-16,-11 4 15,18-6-15,-5 4 16,0 0-16,0 0 16,-3 1-16,-10 1 15,12-1 1,-12 1-16,0 0 16,10 0-16,-10 0 15,0 0-15,0 0 16,0 0-16,0 0 15,14-1 1,-14 1 0,10-6-16,-10 6 15,0 0 1,0 0-16,12-4 16,-12 4-16,0 0 15,0 0-15,10 5 16,-10-5-16,0 0 15,13 10-15,-13-10 16</inkml:trace>
  <inkml:trace contextRef="#ctx0" brushRef="#br0" timeOffset="1232.24">11259 4557 0,'0'0'0,"0"0"0,0 0 16,0 0-16,0 0 16,0 0-16,0 0 15,0 0-15,0 0 16,0 0 0,0 0-16,3 0 15,-3 0-15,0 0 16,0 0-16,0 0 15,0 0-15,0 0 16,0 0-16,0 0 16,11-3-16,-11 3 15,18 2 1,-8-1-16,1 0 16,-1 2-16,0 2 15,-10-5-15,15 9 16,-15-9-16,14 13 15,-7-5-15,0 1 16,-2 1-16,0 3 16,0-1-16,-2 1 15,0 1-15,0-2 16,-2 3 0,0-1-16,2-1 15,-2 2-15,1 0 16,-1-1-16,1 0 15,-2 0-15,1 0 16,-1 2-16,0 1 16,0 1-16,-1 0 15,0 0 1,0 0-16,0 0 0,1-1 16,-1 0-1,0-1-15,1 2 16,0-2-16,1 1 15,-1 1-15,0 0 16,0 1-16,1 2 16,0-1-16,1 1 15,1-4 1,0 0-16,1 1 16,-1-4-16,0 0 15,0-1-15,-1-1 16,0-3-16,1 0 15,-2 0-15,0-1 16,-1-1-16,0 0 16,-1 0-16,0 0 15,1-7-15,-5 11 16,5-11-16,-8 12 16,-1-4-1,-8 2-15,-13 1 16,-9-2-16</inkml:trace>
  <inkml:trace contextRef="#ctx0" brushRef="#br0" timeOffset="2549.08">11296 5297 0,'0'0'0,"0"0"0,0 0 0,0 0 0,0 0 16,0 0-1,0 0-15,0 0 16,0 0-16,0 0 15,0 0-15,0 0 16,0 0-16,0 0 16,0 0-16,0 0 15,0 0-15,0 0 16,0 0-16,0 0 16,0 0-1,0 0-15,0-2 16,0 2-16,0 0 15,0 0-15,0 0 16,0 0-16,0 0 16,0 0-16,0 0 15,0 0-15,0 0 16,0 0 0,0 0-16,0 0 0,0 0 15,-1 7 1,0 1-16,0 2 15,0 0-15,0 1 16,-1-2-16,0 2 16,0-4-16,2-7 15</inkml:trace>
  <inkml:trace contextRef="#ctx0" brushRef="#br0" timeOffset="28249.97">9371 6062 0,'0'0'0,"0"0"0,0 0 0,0 0 16,0 0-16,0 0 16,-2 1-16,2-1 15,0 0-15,0 0 16,0 0-16,0 0 15,0 0-15,7 8 16,3-6 0,5-1-16,4-3 15,1 0-15,-1-1 16,-1 1-16,-3-1 16,-1 0-16,-3 1 15,0 0-15,-11 2 16,18-3-16,-18 3 15,12-3-15,-12 3 16,10-1 0,-10 1-16,0 0 15,15 6-15,-15-6 16,11 12-16,-5-4 16,0 2-16,0 2 15,-1 2-15,-1 1 16,0 3-16,-1 2 15,-1 3-15,-1 1 16,1 2 0,-1 1-16,0 0 15,0-3-15,-1-1 16,2-1-16,-2 1 16,2 2-16,1 1 15,2 2-15,-1 1 16,1-2-16,-2-1 15,1 1-15,0 1 16,0 1 0,0-2-16,-1 1 15,1-2-15,-1-1 16,-1-1-16,-2-2 16,1-2-16,-1 0 15,1 0-15,0-3 16,0 0-16,-1 0 15,1-1 1,0 0-16,0-1 16,0-2-16,0-2 15,-1 0-15,1-1 16,0-2-16,-1-1 16,1 0-16,-1-7 15,1 9-15,-1-9 16,2 7-16,-2-7 15,0 0-15,0 0 16,0 0 0,0 0-16,0 7 15,0-7-15,0 0 16,0 0-16,0 0 16,-3 7-16,3-7 15,0 0-15,0 0 16,0 0-16,0 0 15,-22 11-15,-38 4 16</inkml:trace>
  <inkml:trace contextRef="#ctx0" brushRef="#br0" timeOffset="29549.39">9295 7057 0,'0'0'0,"0"0"0,-1 1 16,1-1-16,0 0 16,0 0-1,1 7-15,-1-7 16,20 13-16,3-7 16,7-5-16,5-1 15,2-2-15,1-2 16,0-1-16,-2-1 15,-4-2-15,0 0 16,-2 0-16,8-3 31,0-1-15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18:25.707"/>
    </inkml:context>
    <inkml:brush xml:id="br0">
      <inkml:brushProperty name="width" value="0.05292" units="cm"/>
      <inkml:brushProperty name="height" value="0.05292" units="cm"/>
      <inkml:brushProperty name="color" value="#FF0000"/>
    </inkml:brush>
  </inkml:definitions>
  <inkml:trace contextRef="#ctx0" brushRef="#br0">2557 3682 0,'0'0'0,"0"0"0,0 0 0,6-2 15,8-3-15,25-4 16,26 0-16,13-6 16,10 1-16,8-6 15,2-2-15</inkml:trace>
  <inkml:trace contextRef="#ctx0" brushRef="#br0" timeOffset="1498.99">2607 4813 0,'0'0'0,"0"0"0,0 0 16,6-1-16,4 2 16,9-1-1,18 5-15,11 6 16,10 2-16,12 3 16,0-2-16</inkml:trace>
  <inkml:trace contextRef="#ctx0" brushRef="#br0" timeOffset="2765.55">2487 6039 0,'0'0'0,"-1"2"0,1-2 16,0 0-16,0 0 16,2 7-16,9-4 15,27 1-15,21-2 16,15-3 0,3-4-16,8-5 15,-1-3-15</inkml:trace>
  <inkml:trace contextRef="#ctx0" brushRef="#br0" timeOffset="5249.13">5987 6074 0,'0'0'0,"0"0"0,0 0 16,6 1-16,-6-1 15,24 5-15,0-4 16,8-1-16,-1-4 16</inkml:trace>
  <inkml:trace contextRef="#ctx0" brushRef="#br0" timeOffset="5649.18">6602 6011 0,'0'0'0,"0"0"0,0 0 0,3 1 16,-3-1-1,16 3-15,2 0 16,7 2-16,8-3 16,7-3-16,0-4 15,-4-2-15,-3-3 16,4-2-16,3-1 16,-2 1-16,-8 3 15,2 2 16,3 0-31,2 3 16,0 0-16,-13 5 16,-9 1-16,-4 0 15,-11-2-15,16 1 16,-16-1-16,14 2 16,-14-2-16,16 1 15,-6 1-15,4-2 16,-2 0-1,3-5-15</inkml:trace>
  <inkml:trace contextRef="#ctx0" brushRef="#br0" timeOffset="7882.79">4588 6019 0,'0'0'0,"0"0"0,0 0 16,0 0-16,0 0 15,0 2-15,0-2 16,0 0 0,0 0-16,6 7 15,-6-7-15,6 6 16,-6-6-16,12 10 16,-3-3-16,2-1 15,0 0-15,1 0 16,2-1-16,2-1 15,-1 0 1,1-1-16,1 0 16,2-1-16,3 0 15,1-2-15,1-2 16,-1 1-16,1 0 16,-1-3-16,0 0 15,-2-3-15,-1 0 16,1-2-16,0 0 15,0 0 1,4-2-16,-1-2 16,2 0-16,0-1 15,-3 0-15,-1 0 16,-2-1-16,-3 2 16,-2 1-16,-3-2 15,-3-1-15,-1-2 16,-1-3-16,-1 3 15,-2 0-15,0-1 16,-1 1 0,0 1-16,-2-1 15,0 2-15,-1-2 16,-2-2-16,-2 1 16,-2 1-16,1 4 15,-1 1-15,0 0 16,-2 2-16,0 0 15,-2 2-15,-2-2 16,-2 1-16,-2-2 16,-2 0-1,2 0-15,2 2 16,1 1-16,1 1 16,0-1-16,-1 1 15,-2-3-15,0 1 16,-2-1-16,-3 0 15,-7 0-15,-8 3 16,-4 2 0,0 4-16,3 3 15,0 2-15,2 3 16,-4 5-16,-14 13 31,-2 16-31,8 2 16,11-2-16,12-11 15,8-6-15,2-2 16,4-5-16,4-3 16,0-2-1,2 3-15,1-2 16,2 7-16,2 2 16,5 3-16,2 2 15,0-4-15,2 1 16,3-1-16,1-1 15,4 1-15,0-2 16,2-1-16,2 1 16,0-3-1,4-3-15,1-5 16,6-5-16,6-2 16,8-3-16,0-8 15,6-10-15</inkml:trace>
  <inkml:trace contextRef="#ctx0" brushRef="#br0" timeOffset="12199.75">6180 5380 0,'0'0'0,"0"0"0,0 0 0,0 0 15,0 0-15,0 0 16,0 0-16,0 0 16,4 2-16,-4-2 15,0 0-15,4 8 16,-4-8-16,10 12 16,-3-2-16,1 0 15,-1-1 1,-1-1-16,0-1 15,0 3-15,1-2 16,0-1-16,0 1 16,-7-8-16,11 9 15,-11-9-15,0 0 16,12 7-16,-12-7 16,18-1-16,3-3 15,9-5 1,7-7-16,8-5 15,4-5-15,2-3 16,1-3-16,-2 0 16,0 1-16,-4 2 15,-2 2-15,-4 2 16,-3 1-16,-5 3 16,-4 3-16,-2 4 15,-4 2-15,-3 3 16,-1 1-1,-5 3-15,-1 3 16,0-1-16,0 1 16,2 2-16,1 1 15,1 1-15</inkml:trace>
  <inkml:trace contextRef="#ctx0" brushRef="#br0" timeOffset="13783.51">4757 6015 0,'0'0'0,"0"0"0,0 2 0,0-2 15,0 0 1,1 9-16,-1-9 16,3 7-16,-3-7 15,12 14-15,1-5 16,11 0-16,5-2 16,9-3-1,1-5-15,7-4 0,5-2 16,5-1-16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18:51.12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definitions>
  <inkml:trace contextRef="#ctx0" brushRef="#br0">6652 2219 0,'0'0'0,"0"0"0,0 0 0,0 0 0,-2 3 16,2-3-16,-5 7 15,2 0-15,-1 0 16,1-1 0,1 1-16,2-7 15,-5 11-15,5-11 16,-1 8-16,1-8 15,0 0-15,0 0 16,4 8-16,-4-8 16,0 0-16,21 2 15,8-10-15,14-10 16,11-6 0,4-6-16,5-6 15,1-2-15,2-1 16,-2 2-16,-7 6 15</inkml:trace>
  <inkml:trace contextRef="#ctx0" brushRef="#br0" timeOffset="25132.7">3580 7562 0,'0'0'0,"0"0"0,-1 1 15,1-1-15,0 0 16,0 0-16,-13 5 16,13-5-16,0 0 15,0 0-15,0 0 16,-11 3-16,11-3 16,0 0-1,-10-8-15,10 8 16,0 0-16,0 0 15,0 0-15,0 0 16,-2-7-16,2 7 16,0 0-16,0 0 15,0 0-15,0 0 16,0 0-16,0 0 16,0 0-1,-11-5-15,11 5 16,-13-1-16,3 0 15,10 1-15,-10 2 16,10-2-16,-6 6 16,6-6-16,-7 8 15,7-8-15,-4 7 16,4-7-16,0 0 16,-11 7-1,11-7-15,-19-4 16,6 2-16,3 0 15,10 2-15,-18-3 16,6 1-16,-6 0 16,-3 2-16,0-1 15,6 1-15,1 0 16,0 0-16,3 0 16,-5-3-16,0-1 15,-6-3 1,2 0-16,4 1 15,-1 0-15,-3-3 16,1-3-16,-1-1 16,4 2-16,5 2 15,1 0-15,0 0 16,1 0-16,-1-1 16,1-1-16,-3-6 15,-1-4 1,2-4-16,2-2 15,6 0-15,-1-1 16,3-5-16,0-3 16,3-7-16,4 1 15,2 4-15,1 6 16,0 6-16,2-3 16,2-6-1,1 3-15,0 3 16,2 2-16,3 4 15,-1 1-15,1 3 16,-4 7-16,1 1 16,-2 1-16,-1 2 15,-3 2-15,1-1 16,0-1-16,-1 1 16,4-2-1,-2 1-15,-1 1 16,-11 7-16,18-11 15,-18 11-15,13-8 16,-13 8-16,13-7 16,-13 7-16,13-7 15,-13 7-15,15-6 16,-15 6-16,11-4 16,-11 4-1,0 0-15,11-5 16,-11 5-16,0 0 15,10-4-15,-10 4 16,0 0-16,11-5 16,-11 5-16,0 0 15,12-5-15,-12 5 16,0 0-16,14 0 16,-14 0-1,16 6-15,-6-2 16,2 2-16,-1 3 15,-1-2-15,-3 0 16,-7-7-16,12 10 16,-12-10-16,10 10 15,-10-10-15,14 10 16,-6-4-16,2 1 16,1 2-1,-1-2-15,-10-7 16,13 11-16,-13-11 15,14 10-15,-14-10 16,14 10 0,-5-4-1,1 1-15,1-1 16,1-1-16,4-1 16,4 0-16,-2-2 15,-5 0 1,-2 1-16,-11-3 15,15 2-15,-15-2 16,11 1-16,-11-1 16,13 2-16,-13-2 15,12 2-15,-12-2 16,12 6-16,-12-6 16,12 10-16,-5-2 15,2 4 1,1 1-16,-1-1 15,-1 0-15,-1-3 16,0 1-16,1 0 16,5 1-16,1 2 15,2 1-15,-1-1 16,-2-3-16,-1-1 16,-2-1-16,1 0 15,0 0 1,1 1-16,4 3 15,3-1-15,2 0 16,0-2-16,-3-4 16,-2-1-16,-2-1 15,-2-2-15,0 1 16,2-1-16,0 2 16,-1-2-16,1 0 15,5 2 1,5 0-16,0-1 15,-2-2-15,-8-2 16,0 0-16,-2 1 16,1-1-16,1 1 15,-2 0-15,0 1 16,-2 0-16,4 1 16,8 0-16,4 2 15,0-1-15,-8 0 16,-6-1-1,-12-1-15,17-1 16,-17 1-16,19-4 16,-8 2-16,3-2 15,4-3-15,4-3 16,-4-3-16,-1-1 16,-4-1-16,0 0 15,1-6 1,0 0-16,-3 0 15,-3 0-15,-5 3 16,-3 2-16,0 1 16,-4-2-16,-5-3 15,-6 1-15,-5 0 16,1 5-16,-1 3 16,-1 0-16,0 0 15,-6 0-15,-3 0 16,-2 0-1,-1 0-15,4 1 16,2-2-16,4 0 16,2-1-16,-3-6 15,0-3-15,1-3 16,3 2-16,1-2 16,2-2-16,1-1 15,3 2 1,4 3-16,2 1 15,0 1-15,1-3 16,1 3-16,0-2 16,1-1-16,3 1 15,3 0-15,1 4 16,1 4-16,1 1 16,1 1-16,3 1 15,2 1-15,7 0 16,3 1-1,4 2-15,-2 1 16,-2 4-16,-3 1 16,0 2-16,-1 3 15,3 5-15,4 5 16,4 5-16,0 6 16,0 6-16,-2 6 15,-3 3-15,-3 4 16,0 1-1,0 1-15,1 3 16,-1-3-16,1-8 16,2-1-16,-3-7 15,3 1-15,4 2 16,-2-3-16,-1-4 16,-3-5-16,-1-2 15,-2-1-15,-1-5 16,-3-3-1,-1 0-15,1-1 16,7 1-16,1-4 16,1-7-16,0-2 15,-5 0-15,0 1 16,-3-1-16,-2 2 16,-3 0-16,1 0 15,2-1-15,1-3 16,4 0-1,-4 0-15,-1 2 16,-2-2-16,-11 6 16,18-12-16,-8-4 15,-1-5-15,-1-11 16,-2 3-16,-3-1 16,-2-3-16,-6 0 15,-4-4-15,-1-1 16,0 0-1,0 1-15,3-7 16,2-6-16,0 2 16,1 6-16,0 3 15,1 9-15,0-8 16,-1 1-16,0-1 16,0-1-16,1 10 15,1 0-15,-1 0 16,3-2-1,0-3-15,1 3 16,3 2-16,2 2 16,2 3-16,2 0 15,2 1-15,2 0 16,1 4-16,-1 4 16,0 3-16,3 2 15,0 3-15,2 3 16,2 2-1,-2 3-15,0 2 16,0 0-16,5 3 16,2 5-16,-1 4 15,-1 5-15,-3 1 16,0 5-16,0 6 16,3 5-16,6 7 15,-3-4-15,-4-7 16,15 18 15,10 5-31,-6-9 16,-3-4-16,-20-22 15,0 0-15,8 10 16,-4-1-16,-6-8 16,-4-2-16,-2-4 15,1 0-15,5 4 16,-4-8-16,-3 0 15,2-1 1,0 1-16,1-1 16,-4-3-16,2-1 15,-11-7-15,15 7 16,-2-6-16,6-4 16,1-4-16,-5-8 15,-2-10-15,6-11 16,9-15-16,5-7 15,-5 7 1,-2-1-16,-6 3 16,-4 4-16,-4 1 15,-3 2-15,-2 2 16,-2 0-16,0 4 16,-1 5-16,1 2 15,-4 4-15,0-1 16,-1 2-16,0 5 15,0 4-15,0 2 16,1 2 0,2 1-16,2 0 15,4-3-15,0 3 16,0 2-16,-9 8 16,17-9-16,-7 9 15,0 2-15,1 4 16,1 8-16,4 5 15,0 6-15,0 2 16,-1 1 0,-1-2-16,1 2 15,4 4-15,0-3 16,0-4-16,0-3 16,-3-3-16,1-1 15,3 3-15,-2-6 16,0-2-16,-2-1 15,1-1-15,1 2 16,4 0 0,0 2-16,3 0 15,4 0-15,-3-7 16,-3-8-16,-5-3 16,-2-2-16,2-3 15,2 2-15,2-6 16,3-6-16,-1-10 15,-1-2 1,0-6-16,-3 0 16,-4 0-16,0-1 15,-3 4-15,1-3 16,-3 2-16,-7 6 16,-4 3-16,0 4 15,-4-2-15,1 0 16,-1 4-16,1-1 15,0-1 1,1 0-16,4-1 0,1 4 16,1 3-1,3-3-15,3-1 16,-1 2-16,0 1 16,1 2-16,-1 0 15,1-1-15,2-2 16,3-1-16,-1 0 15,1 3-15,0 1 16,0 2 0,0 2-16,0 0 15,0 2-15,-2 0 16,-1 2-16,-1 1 16,-1 0-16,-10 5 15,15-8-15,-15 8 16,13-7-16,-13 7 15,11-4 1,-11 4-16,12-3 16,-12 3-16,11 0 15,-11 0-15,12 2 16,-12-2-16,16 5 16,-16-5-16,17 10 15,-8-3-15,-1 2 16,-2 5-16,2 7 15,-1 3-15,-1 3 16,0-3-16,-3 0 16,-2-1-1,-1 5-15,0 8 16,0 0-16,0 4 16,0-5-16,-1-7 15,1-4-15,0 2 16,2 7-16,4 6 15,4-4-15,-1-8 16,1 0 0,3 7-16,4 9 15,1-4-15,-1-8 16,0-2-16,-1-4 16,3 2-16,1-1 15,-4-3-15,1 1 16,-1-1-16,4 3 15,-1-2-15,-5-5 16,-3-6-16,0 0 16,0 3-1,-1 3-15,-2 0 16,-3-8-16,-1-2 16,0-1-16,2 0 15,5-2-15,6-2 16,4-9-16,8-14 15,4-15-15,5-11 16,-11 3-16,-7 1 16,-5 9-1,-2-8-15,-1 1 16,-3 2-16,0 0 16,-3 11-16,-3 5 15,2-3-15,-2 6 16,-1 5-16,-1 2 15,-1 11-15,1-8 16,-1 8-16,2-6 16,-2 6-1,3-11-15,1 1 16,1 0-16,0-1 16,2 1-16,2 0 15,7-3-15,4-2 16,0 0-16,-4 3 15,0-1-15,1-1 16,1-3-16,-1-1 16,-1 0-1,3 0-15,0-3 16,3-1-16,-2-1 16,-2 0-16,-1-2 15,-5 7-15,-2-2 16,-3 2-16,-1 2 15,-4 2-15,-1 1 16,-2-1-16,-3 0 16,-8-2-1,-3 2-15,-5-3 16,-1 1-16,1 3 16,0 0-16,5 3 15,3 2-15,12 8 16,-16-9-16,16 9 15,0 0-15,-8-12 16,9 4-16,4-3 16,12-3-1,9-4-15,7 2 16,4 2-16,-4 1 16,-1 3-16,7 1 15,-3 5-15,-4 5 16,-6 2-16,-9 0 15,-1 1-15,-4 1 16,0-1-16,-1 1 16,-11-5-16,17 10 15,-17-10 1,17 9-16,-7-3 16,1 1-16,1 0 15,-2-1-15,-10-6 16,14 8-16,-14-8 15,18 2-15,-3-5 16,4-3-16,-1-2 16,5-5-16,6-5 15,4-6 1,0 1-16,-5 1 16,-6 3-16,0 1 15,-2 2-15,-3 3 16,2-2-16,2-2 15,2-1-15,-2 1 16,-4-2-16,-4-5 16,-3-1-16,-4 2 15,-2 1 1,-3 0-16,-1-7 16,-3-2-16,0-2 15,-5 2-15,-1 3 16,-1-3-16,-1 2 15,1 1-15,-1 1 16,3 3-16,-2 0 16,0 1-16,3 4 15,0 1 1,3 2-16,3 2 16,4 1-16,4-1 15,4 0-15,8 0 16,2 3-16,2 3 15,-4 5-15,-2 4 16,-2 3-16,-1 3 16,-2 7-16,-2 5 15,-2 7 1,-2 6-16,-6 2 16,-1 1-16,-2-3 15,-1-1-15,0-5 16,1 2-16,-1 1 15,1-7-15,1-3 16,0-2-16,2-5 16,2 1-16,3 0 15,6 3 1,6 0-16,7 0 16,2-6-16,0-3 15,-1 1-15,-1-3 16,2 2-16,-1 2 15,1 0-15,0 0 16,-4-1-16,3-3 16,-1 2-16,2-1 15,3 2-15,-1-1 16,-3-1 0,3 2-16,-2-2 15,1 2-15,-5-2 16,-4-1-16,-4-1 15,0-2-15,0 1 16,0-1-16,3-3 16,2 1-16,2 0 15,0 0-15,-1 0 16,0 0 0,2-2-16,2-2 15,3-3-15,1 1 16,3-1-16,1 0 15,-1-4-15,-1-8 16,1 3-16,2-6 16,-5 5-16,-3 2 15,-2 1-15,-1-2 16,2-2 0,-1-5-16,0-3 15,-1 1-15,-2-4 16,-3 1-16,-5 3 15,-3-7-15,-6 1 16,-3-4-16,-5 1 16,-2 3-16,-3-1 15,-2 0-15,1 1 16,2 4 0,3 4-16,2 5 15,4 2-15,3-1 16,1-1-16,4-2 15,3 1-15,1 0 16,2 2-16,-3 2 16,1 2-16,2-3 15,1-1-15,2-1 16,2-3 0,0 0-16,-3 2 15,-2 0-15,1-3 16,-1-1-16,-1-2 15,-5 0-15,-2-3 16,-5-3-16,-2 0 16,-3-2-16,-6 3 15,-4 1-15,-5 0 16,-5-4 0,-9-4-16,-7 2 15,-6 4-15,-7 4 16,7 3-16,0 1 15,2 1-15,6 4 16,7 2-16,4 0 16,6-2-16,1-5 15,4-1 1,4 3-16,4-3 16,3-1-16,0-3 15,5-4-15,8-1 16,3-1-16,8 4 15,6 1-15,7 4 16,3 3-16,2 4 16,2 8-16,1 6 15,-1 5-15,1 7 16,-4 5 0,-5 2-16,-3 8 15,-4 1-15,-1 11 16,-2 4-16,-4-2 15,-2 0-15,-2-4 16,0 4-16,0-3 16,1-1-16,1-2 15,0-6-15,3 2 16,0-2 0,1 1-16,1-1 15,-2-1-15,0-2 16,-2-2-16,2 2 15,-1-1-15,1 1 16,-2-3-16,-2-2 16,1-1-16,2 2 15,3 0-15,1-1 16,1-1 0,-3-3-16,4-1 15,-2 1-15,0 0 16,-1-3-16,0 2 15,2 1-15,1 1 16,1 1-16,-3-3 16,-4-1-16,-1-1 15,-2-1-15,3 1 16,2 2-16,-2 3 16,-2-2-1,-3 0-15,-4 3 16,-2 2-16,-3 2 15,-1 0-15,-3-3 16,0 2-16,-1-3 16,0 3-16,1-1 15,0-1-15,2-1 16,0-2-16,3 1 16,2-3-1,3-1-15,3-1 16,-2-4-16,0-2 15,6-6-15,3-8 16,7-2-16,0-10 16,-5-4-16,0-4 15,0-7-15,1-2 16,1-2-16,-1 2 16,-3 5-1,-4 4-15,-4 0 16,-4-7-16,-1-3 15,-2 3-15,-1 5 16,-2 5-16,1 3 16,-1 0-16,2-1 15,4-1-15,6 1 16,1 3-16,8 0 16,4 0-1,0 1-15,-1 2 16,-8 7-16,-3 1 15,-4 1-15,3-4 16,3-7-16,-2-2 16,-2 1-16,-8 1 15,0-1-15,-1-6 16,-3 1-16,-1 0 16,-1-2-16,0 0 15,0-1 1,-1 2-16,2 2 15,1 1-15,1-4 16,0 1-16,3 1 16,5 4-16,7 1 15,-1-2-15,0 1 16,-1 2-16,-3 2 16,0 5-16,5 5 15,0 2 1,2 3-16,-1 2 15,0 6-15,4 11 16,-3 2-16,-5 6 16,-3 1-16,-6 5 15,0 2-15,-2 4 16,-3 1-16,0-3 16,0 4-1,1-4-15,-1-2 16,0-1-16,0-3 15,2-3-15,1 0 16,2 0-16,3 0 16,2 3-16,4-5 15,0-3-15,5-2 16,2-5-16,6-1 16,7-4-16,0 0 15,-3-2 1,-2 0-16,-2 0 15,1 0-15,0-4 16,0-2-16,-4 1 16,-4-1-16,-5 0 15,-14 1-15,16-1 16,-16 1-16,15-5 16,-4-6-1,-1-3-15,0-2 16,-3-4-16,0-6 15,-3-4-15,-2-7 16,-2-2-16,-1-2 16,-1-2-16,0 3 15,-3 2-15,-1 2 16,0 7-16,3 2 16,-2-1-1,1-4-15,5 0 16,6-5-16,3 2 15,3 11-15,7 2 16,0-1-16,-1 2 16,-1 0-16,-2 4 15,-3 1-15,-1-9 16,0 4-16,-3-7 16,-3 12-16,0-3 15,-3-7 1,-1 3-16,-3-3 15,-1 4-15,-1 4 16,-2 0-16,1 8 16,4 10-16,-2-12 15,2 5-15,3-1 16,9-2-16,11 5 16,6 1-1,8 4-15,3 10 16,-4 2-16,-3 0 15,-11-2-15,-5-2 16,1 7-16,-1 16 16,-4 4-16,-4-7 15,-7-14-15,-3-2 16,-3 3-16,-3 11 16,-3 8-16,3-11 15,2-1 1,3-14-16,0 3 15,5 0-15,5-1 16,6 5-16,6-3 16,10-4-16,7-13 15,5 4-15,4-2 16,-5 1-16,6 2 16,-3-1-16,4-15 15,1 1 1,-8-5-16,-7-4 15,-11 6-15,-3 2 16,-5 5-16,-5 2 16,0 2-16,-1-11 15,-3 10-15,-3-8 16,-2 10-16,-1 6 16,-1-24-16,1 1 15,-2-9-15,3 3 16,12 10-1,9 5-15,6 0 16,5-1-16,-3 1 16,-2 1-16,-2 1 15,-3 3-15,-4 4 16,-9 3-16,-10 2 16,0 0-16,0 0 15,10-4-15,-10 4 16,0 0-1,0 0-15,0 0 16,0 0-16,0 0 16,0 0-16,0 0 15,0 0-15,6-10 16,-18-2-16,-9-2 16,-10-3-16,-8 1 15,6 8-15,-4-2 16,4 4-1,8 4-15,0 0 16,4 1-16,2 0 16,5 1-16,4 0 15,10 0-15,0 0 16,-12 0-16,12 0 16,0 0-16,0 0 15,0 0-15,0 0 16,5-6-1,11-6-15,23-8 16,26 0-16,27 3 16</inkml:trace>
  <inkml:trace contextRef="#ctx0" brushRef="#br0" timeOffset="46266.25">12009 5313 0,'0'0'0,"0"0"0,0 0 15,-3 0-15,3 0 16,0 0-16,0 0 16,0 0-16,0 0 15,0 0-15,0 0 16,0 0 0,0 0-16,0 0 15,0 0-15,0 0 16,0 0-16,20-11 15,7-1-15,3 1 16,-2 1-16,3 1 16,4 1-16,2 0 15,4 3-15,-4 1 16,-6 0-16,2 2 16,-3-1-1,-2 2-15,0-1 16,-3 1-16,-1 1 15,-1-2-15,-2 0 16,-2 0-16,-2-1 16,-3 2-16,-1-1 15,-3 2-15,-10 0 16,14-3 0,-14 3-16,10-1 15,-10 1-15,0 0 16,0 0-16,0 0 15,10-2-15,-10 2 16,0 0-16</inkml:trace>
  <inkml:trace contextRef="#ctx0" brushRef="#br0" timeOffset="46732.76">12561 5134 0,'0'0'0,"0"0"0,0 0 16,0 0-16,4 0 15,-4 0 1,13 1-16,-1 0 15,6 1-15,2-1 16,1 1-16,1-1 16,-2 1-16,0 0 15,-4 0-15,-3-1 16,-2 0-16,-11-1 16,14 5-1,-14-5-15,0 0 16,12 5-16,-12-5 15,5 7-15,-5 1 16,-2 0-16,-5 5 16,-5 2-16,-6 1 15,-7 2-15,-4 0 16,0-1-16,-1-2 16,4-1-16,2-2 15,3 0 1,0 0-16,4-3 15</inkml:trace>
  <inkml:trace contextRef="#ctx0" brushRef="#br0" timeOffset="47482.3">12062 5094 0,'0'0'0,"0"0"16,3 2-16,-3-2 16,0 0-16,0 0 15,0 11-15,-2-2 16,-4 2-16,-4 5 16,-10 5-1,-3 1-15,1-4 16,1-1-16,2-2 15,1-3-15,0 2 16,3-3-16,1 0 16,2-3-16,12-8 15,-14 10-15,14-10 16,0 0-16,-9 7 16,9-7-1,0 0-15,0 0 16,-8 7-16,8-7 15,0 0-15,0 0 16,1 8-16,3-1 16,2 6-16,3 1 15,3 5-15,2-1 16,9 1-16,6 2 16,6-1-16,0-2 15,7 4-15,1-4 16</inkml:trace>
  <inkml:trace contextRef="#ctx0" brushRef="#br0" timeOffset="49565.93">12711 4991 0,'-1'2'0,"1"-2"15,0 0-15,0 0 16,-22-2-16,4-1 16,-2-5-16,0-2 15,-2-10-15,2 3 16,3 3-16,1 0 15,2 1 1,-3-4-16,4 4 16,2 4-16,-3 5 15,-4 1-15,-5-2 16,-2-2-16,-2-2 16,-5 0-16,0 4 15,-5 3-15,2 5 16,-1 3-16,-3 1 15,-2 8 1,-2-1-16,2 2 16,6-4-16,-1 3 15,3-3-15,2 2 16,0 0-16,7-3 16,0-1-16,1 3 15,0 2-15,2 3 16,5-2-16,2-3 15,-1 4 1,1 1-16,0 2 16,1-1-16,3 1 15,2 1-15,-1 1 16,4 4-16,-1 0 16,3 2-16,3-2 15,0-4-15,0 0 16,3 4-16,1 2 15,3 2-15,0 3 16,-1-5 0,-1-2-16,1 3 15,2-4-15,9 1 16,3 0-16,4-3 16,1-3-16,2-2 15,10 3-15,1-3 16,8 0-16,0-5 15,-1-3 1,5-1-16,-4-3 16,4-3-16,-6-7 15,6-6-15,4-4 16,-6-1-16,4-2 16,-11 4-16,3-1 15,-2 1-15,-3 1 16,0 0-16,0-1 15,0-1 1,-5-1-16,0 1 16,-5 0-16,2-1 15,-1-2-15,-4 0 16,-3-2-16,-2-4 16,-4 3-16,-3 1 15,-2 1-15,-3-1 16,-2-6-16,-1 0 15,-5-3 1,-3-1-16,-4-3 16,-5 0-16,-2-1 15,-3-1-15,-3 0 16,-2-1-16,-5-1 16,-1 0-16,5 10 15,-4 0-15,1 7 16,-5 2-16,-4-3 15,-7 4-15,-8 0 16,-15 22 0,-11 7-16,-12 11 15,-28 20-15,17-11 16</inkml:trace>
  <inkml:trace contextRef="#ctx0" brushRef="#br0" timeOffset="51765.98">12262 4981 0,'0'0'0,"1"3"15,-1-3-15,0 0 16,0 0-16,0 0 16,0 0-16,0 0 15,0 0-15,0 0 16,0 0-16,0 0 15,0 0-15,0 0 16,0 0-16,0 0 16,3 6-16,-3-6 15,0 0 1,14 1-16,7-3 16,11-1-16,1 0 15,4-1-15,5 2 16,-2-2-16,-4 1 15,-5 0-15,-4 1 16,-1 0 0,-2 0-16,-3-1 15,-1 1-15,-4-2 16,-4 0-16,-12 4 16,15-5-16,-15 5 15,0 0-15,11-3 16,-11 3-16,0 0 15,0 0-15,0 0 16,0 0-16,0 0 16,0 0-1,0 0-15,0 0 16,0 0-16,-9 9 16,-6-2-16,-4 1 15,0-2-15,-1 1 16,-3 0-16,0-1 15,-1 0-15,2-1 16,4-3-16,2 1 16,6-3-16,10 0 15,-12 1 1,12-1-16,0 0 16,0 0-16,-11 0 15,11 0-15,0 0 16,0 0-16,0 0 15,7-6-15,11-7 16,5 4-16,2 2 16,5 2-16,4 1 15,-1-1-15,-1 4 16,-8-1 0,-5-1-16,-5 3 15,-14 0-15,15-1 16,-15 1-16,0 0 15,0 0-15,10 0 16,-10 0-16,0 0 16,-25 4-16,-7 1 15,-2 0 1,0-2-16,1-1 16,2 0-16,-1-2 15,5 1-15,7-1 16,2 0-16,6 0 15,12 0-15,-14 0 16,14 0-16,0 0 16,0 0-16,-9-1 15,9 1 1,0 0-16,15-11 16,9 0-16,5 1 15,-1 4-15,0 1 16,-3 3-16,-2-2 15,-8 3-15,-3-3 16,-12 4-16,12-6 16,-12 6-16,0 0 15,0 0 1,-12 3-16,-22 2 16,-11 0-16,0 0 15,2-1-15,4-1 16,7 2-16,3-1 15,8-1-15,7 0 16,14-3-16,-16 5 16,16-5-1,0 0-15,0 0 16,0 0-16,12-3 16,15-6-16,5-2 15,2-1-15,2-3 16,-5 0-16,-6 4 15,-10 4-15,-15 7 16,0 0-16</inkml:trace>
  <inkml:trace contextRef="#ctx0" brushRef="#br0" timeOffset="84048.69">10874 6450 0,'0'0'0,"0"0"0,0 0 0,0 0 16,0 0-16,0 0 16,0-2-16,0 2 15,0 0-15,0 0 16,0-7 0,0 7-16,0 0 15,-3-9-15,3 9 16,-6-8-16,6 8 15,-7-8-15,7 8 16,-11-11-16,11 11 16,-18-10-16,7 7 15,1 2-15,-1 1 16,-1 2-16,-2 0 16,3 2-1,0 0-15,1 0 16,10-4-16,-18 8 15,18-8-15,-17 9 16,9-1-16,1 1 16,0 0-16,-1 1 15,0 3-15,0-1 16,0 1 0,0 0-16,1-1 0,-1 1 15,0 0 1,2 0-16,0-2 15,0 0-15,2 2 16,0 1-16,0 2 16,3 0-16,0-2 15,2-2-15,0 3 16,3 0 0,-1 0-16,2 0 15,1 0-15,2 0 16,1 0-16,-1-3 15,1-1-15,0 0 16,0-3-16,3 1 16,1 0-16,4 1 15,-1-1-15,0-1 16,2 0-16,2-4 16,-1-3-1,2-1-15,-3-1 16,3 0-16,3-1 15,0 1-15,3-2 16,0-2-16,-3-2 16,-1-3-16,-4 0 15,-1 0-15,-1-3 16,-1 0-16,0 0 16,-1-1-1,-1 2-15,-4-1 16,-1 2-16,-4 1 15,-1-2-15,-2-3 16,-3-2-16,-3-1 16,-2-1-16,-2-1 15,-2-1-15,0 1 16,0-2 0,-1 2-16,0 0 15,0 0-15,-1 1 16,-2 1-16,0 2 15,-1 1-15,-6 0 16,-6 5-16,-5 4 16,-18 3-16,-9 15 15</inkml:trace>
  <inkml:trace contextRef="#ctx0" brushRef="#br0" timeOffset="-194449.26">13721 4723 0,'0'0'0,"0"0"0,0 0 16,0 0 0,-4 0-16,4 0 15,-14 2-15,-9 1 16,-18 2-16,-8-3 15,4 0-15,9-1 16,7 1-16,5-2 16,0 0-16,3 5 15,1 2-15,1 1 16,3 3 0,4-1-16,3 0 15,2 1-15,3 0 16,1-1-16,2 0 15,2 0-15,4 1 16,3 2-16,6 2 16,3 2-16,3-1 15,0-1-15,3 2 16,-1 0 0,-1-2-16,-1 0 15,-6-3-15,-3-1 16,-4-1-16,-1 2 15,-2 2-15,-3 2 16,-6 0-16,-7 3 16,-8 1-16,-9 1 15,-1 0-15,-3-1 16,1-3 0,2-4-16,0-2 15,-2-3-15,3-3 16,5-1-16,3-1 15,7-2-15,3 0 16,11-1-16,-15 0 16,15 0-16,0 0 15,0 0-15</inkml:trace>
  <inkml:trace contextRef="#ctx0" brushRef="#br0" timeOffset="-194149.2">13622 5194 0,'0'0'0,"0"0"0,0 0 16,0 3-16,-3 6 15,-3 10-15,-4 9 16,-1 7-16,-2 6 16,-3 8-1,-2 9-15</inkml:trace>
  <inkml:trace contextRef="#ctx0" brushRef="#br0" timeOffset="-192866">15243 4927 0,'0'0'0,"0"0"0,-5-2 16,5 2-16,-25-5 15,2 1-15,-4-1 16,-1 1-16,-1 0 16,1 2-16,-1 3 15,0 2-15,6 0 16,2 1-16,3 0 16,3 1-1,2 1-15,2-2 16,3 2-16,2 2 15,1-1-15,2 4 16,2-3-16,3 3 16,3 1-16,4 2 15,4 2-15,2-1 16,3 1-16,3-1 16,-1-1-1,-1-2-15,-2-1 16,-2-1-16,1 1 15,1-1-15,0 2 16,-1 3-16,-4-3 16,-2 0-16,-3-1 15,-3-3-15,-1 1 16,-2 0-16,-2 3 16,-5 3-16,-6 4 15,-3-1 1,-1-5-16,-3-3 15,-5-2-15,-6-1 16,-2-2-16,0-2 16,5-1-16,3-2 15,6-1-15,0 0 16,1-2-16,0 1 16,5-1-16,12 3 15,-13-4-15,13 4 16,0 0-1,0 0-15,0 0 16</inkml:trace>
  <inkml:trace contextRef="#ctx0" brushRef="#br0" timeOffset="-192149.31">15217 5372 0,'0'0'0,"0"0"15,0 0-15,3-2 16,-3 2-1,0 0-15,16-11 16,-16 11-16,22-12 16,-8 6-16,1 1 15,0 2-15,-2 1 16,-3 1-16,0 1 16,-10 0-16,16 5 15,-9 1-15,0 3 16,-3 6-1,-4 2-15,-2 2 16,-8 4-16,-4 3 16,-3-2-16,-1-1 15,3-5-15,1-4 16,-2 1-16,1-1 16,1-3-16,0-1 15,2 0 1,1-2-16,2-1 15,9-7-15,-11 10 16,11-10-16,-5 6 16,5-6-16,0 0 15,1 6-15,-1-6 16,13 9-16,-2-3 16,4-2-16,1 1 15,1-2 1,0-1-16,-1 0 15,-2 1-15,-1-2 16,0 0-16,-2 1 16,2-2-16,0 1 15,1 0-15,2-1 16,-4 2-16,0-2 16,1 1-16,0-1 15,2 0-15,1-1 16,-2 1-1</inkml:trace>
  <inkml:trace contextRef="#ctx0" brushRef="#br0" timeOffset="-187866.23">13054 5620 0,'0'0'0,"0"0"0,0 0 16,-3-1-1,3 1-15,0 0 16,0 0-16,0 0 16,0 0-16,0 0 15,0 0-15,11 0 16,4 0-16,6 0 15,5 0-15,-1 0 16,2-2-16,2 2 16,-1 0-1,1 0-15,-1 0 16,-1 0-16,-1 0 16,-2 0-16,0 0 15,-3 0-15,1 0 16,0 0-16,0 0 15,0 0-15,0 0 16,-2 0-16,1 0 16,0 0-1,1 0-15,2 0 16,-3 0-16,-2 0 16,0-1-16,-5 0 15,0 0-15,-3-2 16,0 2-16,-1 0 15,0-2-15,-10 3 16,17-6 0,-17 6-16,15-9 15,-15 9-15,12-12 16,-4 3-16,-2 0 16,1-5-16,2-1 15,-1-4-15,0-3 16,0-2-16,-1-2 15,0-3-15,0-1 16,-1-2-16,1 3 16,1-3-1,3-1-15,4 1 16,-1-1-16,2 3 16,0 1-16,-1 1 15,0 0-15,-2 2 16,-3-1-16,-1 0 15,-4 3-15,1 0 16,-2-2-16,1-1 16,-3-6-1,0-1-15,-2 1 16,-1 3-16,1 2 16,0 0-16,0 0 15,0 1-15,-1 1 16,-1 1-16,0 1 15,-3 2-15,2 3 16,-1 2 0,0 4-16,0 0 0,-1 0 15,0 3 1,0 0-16,0 2 16,-1 1-16,-1-1 15,2 2-15,5 6 16,-12-9-16,12 9 15,-9-8-15,9 8 16,-10-5-16,10 5 16,-15-7-1,-3 2-15,-13-4 16,-9 2-16,-2 2 16,5 3-16,5 1 15,1 1-15,1 0 16,-3 0-16,3 2 15,1 2-15,1 0 16,-1 1-16,0 2 16,-3 0-16,3 0 15,2-2-15,4 1 16,1-3 0,2 2-16,4-2 15,3-1-15,13-2 16,-16 4-16,16-4 15,-11 2-15,11-2 16,-10 3-16,10-3 16,-10 5-16,10-5 15,0 0 1,-9 7-16,9-7 16,0 0-16,-10 8 15,10-8-15,-7 9 16,3-2-16,-1 2 15,0 2-15,0 0 16,-1 4-16,-1 1 16,-1 5-16,1-1 15,2 1-15,-3 2 16,2-1 0,0 1-16,-2 2 15,1-1-15,2-1 16,-3 1-16,2-1 15,0 0-15,-1 3 16,0-2-16,1 1 16,0-1-16,0 0 15,1 0 1,-2 1-16,0 2 16,1-2-16,0-1 15,0-1-15,1-1 16,0 2-16,0-2 15,-1 2-15,2 3 16,1-1-16,1-1 16,1-5-16,1 0 15,-1 1 1,0-1-16,0 0 16,1 1-16,-1-3 15,1 1-15,0 0 16,0 0-16,1-2 15,-1-3-15,1-4 16,0 0-16,0-1 16,-1-2-1,0-7-15,2 10 16,-2-10-16,0 0 16,1 7-16,-1-7 15,0 0-15,0 0 16,0 7-16,0-7 15,0 0-15,0 10 16,0-1-16</inkml:trace>
  <inkml:trace contextRef="#ctx0" brushRef="#br0" timeOffset="-180099.3">12869 6081 0,'0'0'0,"-3"1"0,3-1 15,0 0-15,0 0 16,0 0 0,-14 8-16,14-8 15,-16 10-15,16-10 16,-17 11-16,17-11 15,-14 12-15,14-12 16,-11 11-16,5-4 16,0 0-16,-1 2 15,2-2 1,-2 2-16,2 0 16,0-1-16,0 4 15,0 4-15,0 2 16,3 1-16,2-3 15,2-2-15,2-1 16,0-1-16,1 0 16,0-3-16,0-3 15,-5-6 1,14 11-16,-14-11 16,15 6-16,-15-6 15,21-2-15,-6-3 16,0-2-16,1-2 15,-1 0-15,2-5 16,-2 1-16,0-3 16,-3 3-16,-3 2 15,-2 0-15,-1 0 16,-2 1 0,1 2-16,-3-1 15,0 0-15,-2 1 16,0-1-16,-1 0 15,-1 0-15,-1 2 16,0 1-16,3 6 16,-9-9-16,9 9 15,-10-4-15,10 4 16,-14 0 0,14 0-16,-18 7 15,9 0-15,1 0 16,1 2-16,0 1 15,1 1-15,3-1 16,2 2-16,2-2 16,0-1-16,1-1 15,3 0-15,0 1 16,1-1 0,4-2-16,0 3 15,4 0-15,0 0 16,-1-1-16,-2-2 15,-1 0-15,-10-6 16,18 13-16,-7-4 16,3 2-16</inkml:trace>
  <inkml:trace contextRef="#ctx0" brushRef="#br0" timeOffset="-177133.06">13218 6318 0,'0'0'0,"0"0"16,0 0-16,0 0 15,0 0-15,-4 1 16,4-1-16,-6 16 16,1 0-16,0 2 15,2 2-15,1 5 16,2 2-1,1 0-15,1-8 16</inkml:trace>
  <inkml:trace contextRef="#ctx0" brushRef="#br0" timeOffset="-176382.82">13428 6223 0,'0'0'0,"0"0"0,0 0 16,3 1-16,-3-1 15,11 14-15,-4-4 16,0 3-16,-1 0 16,-1 3-16,-1-1 15,0 0-15,-2-6 16,-2-9-1,-7 7-15,7-7 16,-16 4-16,16-4 16,-10-4-16,6-2 15,1-5-15,1-4 16,5-7-16,7-6 16,4-3-16,6 1 15,-2 6-15,0 5 16,1 4-1,-1 3-15,0 6 16,0 3-16,-2 7 16,0 6-16,1 3 15,-3 3-15,-4 5 16,-3 2-16,-3 1 16,-1 3-16,-1-4 15,0 0-15,0-7 16,-4-4-16</inkml:trace>
  <inkml:trace contextRef="#ctx0" brushRef="#br0" timeOffset="-176199.06">13454 6290 0,'0'0'0,"0"0"0,0 0 0,8-4 16,10-5-16,16-3 16,7 8-16,2-2 15,4 2-15,0-1 16</inkml:trace>
  <inkml:trace contextRef="#ctx0" brushRef="#br0" timeOffset="-176016.02">13795 6233 0,'0'0'0,"0"0"16,0 3-16,2 5 15,0 11-15,3 11 16,-1 4-16</inkml:trace>
  <inkml:trace contextRef="#ctx0" brushRef="#br0" timeOffset="-175316.04">12878 6709 0,'0'0'0,"0"0"0,-6 4 16,-6 4-16,-7 11 15,0 9-15,4-2 16,4 7-1,3 4-15,3-2 0,4-4 16,4-12 0,2-7-16,4-3 15,9-4-15,2-6 16,3-9-16,3-11 16,0-5-16,-6 2 15,-6 2-15,-6 3 16,-3 1-16,-3-1 15,-6 1-15,-5 0 16,-3 0 0,-5 5-16,-3 6 15,2 5-15,-1 5 16,4 3-16,3 1 16,3 2-16,2 2 15,5 0-15,0 1 16,6 4-16,6 0 15,7 1 1,0 0-16,1 0 16,1 1-16,0 0 15,-1 1-15,-2-1 32</inkml:trace>
  <inkml:trace contextRef="#ctx0" brushRef="#br0" timeOffset="-174998.89">13060 6945 0,'0'0'0,"0"0"16,2-3-16,-2 3 16,14-3-16,0 7 15,2 5-15,-2 0 16,-5 0-16,-3 2 15,-2-1-15,-2 3 16,-3-1 0,-2 1-16,0-2 15,-2-2-15,2-1 16,3-8-16,-5 9 16,5-9-16,0 0 15,1 6-15,-1-6 16,22 7-16,-1-7 15,1 0-15</inkml:trace>
  <inkml:trace contextRef="#ctx0" brushRef="#br0" timeOffset="-174515.65">13335 7005 0,'0'0'0,"0"0"0,0 3 0,0-3 16,1 12-1,0 1-15,-1 3 16,1 2-16,0-6 16,-1-4-16,0-8 15,0 0-15,0 0 16,0 0-16,1-10 15,2-7-15,-1-5 16,4-7-16,1-5 16,1-4-1,-1 4-15,-2 7 16,0 9-16,-3 5 16,4 2-16,1 3 15,3 3-15,2 4 16,-3 5-16,0 2 15,-2 5-15,-1 4 16,2 6-16,1 6 16,0 3-1,-1-3-15,-2-4 16,-2-5-16,-2-2 16,-1-4-16,-2-6 15,-2 3-15,-3 2 31</inkml:trace>
  <inkml:trace contextRef="#ctx0" brushRef="#br0" timeOffset="-173999.54">13606 7062 0,'0'0'0,"0"0"0,4-2 16,-4 2-1,20-4-15,-3 1 16,0-1-16,-1 2 16,-5 1-16,-11 1 15,18 4-15,-11 3 16,-3 6-16,-3 11 15,-3 2-15,-6 1 16,-4-2-16,3-8 16,0-4-1,4-4-15,5-9 16,-7 10-16,7-10 16,6 10-16,-6-10 15,28 6-15,-2-5 16,1-1-16,-1 0 15,-12-1-15,-2 0 16</inkml:trace>
  <inkml:trace contextRef="#ctx0" brushRef="#br0" timeOffset="-173298.07">13387 7037 0,'0'0'0,"0"0"0,0-1 16,0 1-16,0 0 15,0 0-15,0 0 16,0 0-16,-2-7 16,2 7-16,14-10 15,8 0-15,7 2 16,-1 1 0,-5 2-16,0 0 15,1 0-15</inkml:trace>
  <inkml:trace contextRef="#ctx0" brushRef="#br0" timeOffset="-171932.33">12675 6117 0,'0'0'0,"0"0"0,0 0 16,0 0-16,0 0 15,0 1-15,0-1 16,0 0 0,0 0-16,0 0 15,0 0-15,0 0 16,-17-8-16,7 3 15,0-1-15,-4-1 16,-5-1-16,-2 4 16,0 2-16,0 4 15,2 2-15,-1 2 16,-5 4 0,3 2-16,2 1 15,4 0-15,2-1 16,1 0-16,2-2 15,3-1-15,1-2 16,1 0-16,4 1 16,-2 2-16,2 1 15,2 0-15,0 2 16,0 1 0,3 2-16,0 2 15,0 2-15,3 3 16,-1-2-16,0 3 15,0 0-15,1 2 16,-1-2-16,-3 3 16,-2 3-16,-2 0 15,-1 6-15,-2-1 16,-1 2 0,0-2-16,-1-2 15,-1-1-15,-1-3 16,1 2-16,0-1 15,1-2-15,1-1 16,2-2-16,2-1 16,0-3-16,0-1 15,2-1-15,0 0 16,0-1 0,1-3-16,0-2 15,0-3-15,1-1 16,-1 0-16,3 0 15,1 0-15,1-1 16,-6-8-16,12 11 16,1-9-16,11-4 15,11-7-15,8-9 16,1-3 0,-3-1-16,3 0 15</inkml:trace>
  <inkml:trace contextRef="#ctx0" brushRef="#br0" timeOffset="-168516.13">14647 5831 0,'0'0'0,"0"0"16,0 0-16,0 0 15,0 0-15,0 0 16,0 0-16,0 0 16,1 1-16,-1-1 15,12-1 1,7-2-16,10-1 15,6-1-15,5 1 16,3 1-16,1 0 16,5 0-16,-1 0 15,0-1-15,2 2 16,-2 1-16,-3 1 16,-3 0-16,-6 0 15,-3 2 1,-1-1-16,-3 1 15,-4-1-15,-5 0 16,-3-1-16,-4 2 16,-3-2-16,0 1 15,1 0-15,2 0 16,1-1-16,3 1 16,1 0-16,3-2 15,2-2 1,3-1-16,-3-2 15,-7 0-15,-3-1 16,-1-2-16,1-3 16,-3-1-16,1-2 15,-4 1-15,2-2 16,-3 0-16,1 2 16,-1 0-16,-1 3 15,1-1-15,-2 1 16,1-1-1,-1-1-15,0-4 16,-1-1-16,-4-6 16,-2-2-16,-3-1 15,-3-3-15,-3-2 16,-4-3-16,-1-1 16,-2 0-16,-2-2 15,0 0-15,2 1 16,-1 3-1,2 2-15,3 1 16,3-1-16,3-1 16,2 2-16,2 1 15,2 1-15,-2 0 16,1 0-16,1-3 16,-1 2-16,1 2 15,0-2-15,0 3 16,-1 0-1,-2 2-15,-1 3 16,1 3-16,-1 4 16,1 4-16,0 1 15,1 2-15,5 8 16,-13-11-16,-1 7 16,-10-1-16,-6 4 15,1 1-15,0 1 16,-2 3-1,-5 2-15,1 0 16,-1 0-16,5 0 16,4 0-16,1-1 15,3 2-15,0 0 16,1 1-16,4-3 16,-1 0-16,-1 2 15,0-2-15,0 1 16,2-1-1,1 1-15,-1 0 16,5 1-16,0-1 16,3 1-16,0 0 15,1 1-15,-1 1 16,0 3-16,-1 3 16,1 1-16,0 2 15,2 3 1,1 4-16,0 1 15,0 1-15,1 0 16,-2 4-16,1-1 16,-1 2-16,0 2 15,0 1-15,0 1 16,-1 1-16,2 0 16,-2 0-16,1-2 15,0-1-15,1-2 16,-1 0-16,1 2 15,0-3 1,1-3-16,2-2 16,0-2-16,1 0 15,0-1-15,0 2 16,1 3-16,1-2 16,2-2-16,1-1 15,0-3-15,0 1 16,2-3-1,-2-2-15,1 1 16,-1-2-16,0-2 16,0-3-16,-1-3 15,-1-7-15,2 10 16,-2-10-16,6 7 16,-6-7-16,20 8 15,-8-4-15</inkml:trace>
  <inkml:trace contextRef="#ctx0" brushRef="#br0" timeOffset="-167466.24">14877 6218 0,'0'0'0,"0"0"0,0 0 16,-3-2-16,3 2 15,-11-3 1,-5-1-16,-7 4 16,-4 4-16,3 1 15,0 3-15,0 3 16,2 2-16,1 2 16,3-1-16,1 3 15,4 1-15,2 3 16,3 2-16,5 0 15,5-2-15,2-5 16,5 2 0,7-1-16,3-2 15,3-1-15,2-7 16,-1-4-16,1-4 16,-2-2-16,-4-2 15,-3 1-15,-2 0 16,0 1-16,-2-1 15,0 2-15,-2 1 16,-9 1 0,16-2-16,-16 2 15,13-1-15</inkml:trace>
  <inkml:trace contextRef="#ctx0" brushRef="#br0" timeOffset="-166899.22">15058 6226 0,'0'0'0,"0"0"0,0 0 15,0 3-15,0 3 16,0 11 0,0 6-16,0 2 15,-1-1-15,-1 0 16,-1-3-16,-1 0 16,-1-2-16,2-1 15,0-5-15,1-3 16,-1 2-16,1-1 15,0 1-15,-1-4 16,3-8-16,0 0 16,0 0-1,0 0-15,3-13 16,1 1-16,4-5 16,0 2-16,1 0 15,0 2-15,0 1 16,2 1-16,0 3 15,1 2-15,4 5 16,-4 7-16,-1 2 16,-3 2-1,-2 3-15,-2-1 16,-4 5-16,-3 0 16,0 2-16,-1-1 15,0 0-15,1 1 16</inkml:trace>
  <inkml:trace contextRef="#ctx0" brushRef="#br0" timeOffset="-165915.04">15277 6390 0,'0'0'0,"0"0"0,0 0 0,0 0 16,-7 3-16,7-3 16,-23 10-16,9 0 15,1 5-15,2 0 16,2-1-16,3 0 15,5-3-15,1-1 16,1-1 0,-1-9-16,9 7 0,-9-7 15,20-3 1,-10-3-16,-1-1 16,-1-2-16,-3 1 15,-5 8-15,6-10 16,-6 10-16,0 0 15,0 0-15,0 0 16,0 0-16,11 10 16,-6 0-1,-2-2-15,1-2 16,-4-6-16,14 8 16,-3-7-16,1-3 15,1-4-15,-1-1 16,1-3-16,-4 2 15,-3 1-15,-6 7 16,8-8 0,-8 8-16,0 0 15,0 0-15,0 0 16,-7 15-16,1 0 16,-1 5-16,-2 7 15,0 2-15,0-1 16,1-5-16,2-5 15,0 1-15,-1 1 16,1-3-16,4-3 16,0-5-1,2-9-15,0 0 16,0 0-16,0 0 16,-3-19-16,1 1 15,0-9-15,3-7 16,2-5-16,1-4 15,-1 6-15,0 3 16,0 4 0,3 3-16,4 3 31,5 8-31,3 4 16,1 6-16,-2 5 15,-2 2-15,-2 5 16,-1 2-16,-1 3 15,-4 1-15,-4 0 16,-5 3-16,-5 2 16,-5 2-1,-2 1-15,-1-3 16,2-4-16,2-2 16,0-2-16,4-3 15,7-6-15,0 0 16</inkml:trace>
  <inkml:trace contextRef="#ctx0" brushRef="#br0" timeOffset="-165630.93">15639 6365 0,'0'0'0,"0"0"0,0 0 15,0 0-15,0 4 16,-1 7-16,1 8 16,-3 8-16,-2 2 15,-1 0 1,1-6-16,1-6 16,1-2-16,-1-4 15,3-3-15,1-8 16,0 10-16,0-10 15,0 0-15,17 4 16</inkml:trace>
  <inkml:trace contextRef="#ctx0" brushRef="#br0" timeOffset="-165432.81">15483 6505 0,'0'0'0,"0"0"16,3-1-16,-3 1 16,17-8-16,6-2 15,11-1-15,9 2 16,0 0 0,179-35-16</inkml:trace>
  <inkml:trace contextRef="#ctx0" brushRef="#br0" timeOffset="-163833.16">14623 6793 0,'0'0'0,"-2"-3"0,2 3 16,-5-8-16,5 8 16,-5-7-1,5 7-15,0 0 16,0 0-16,14-7 15,5 3-15,9-5 16,13-1-16,11-1 16,6 0-16,-1 2 15,6 1-15,-1 5 16,4 4-16,1 2 16,-6 0-16,-2 0 15,1-1 1,-3 1-16,-3-1 15,-3 1-15,-7-2 16,3-1-16,-1-1 16,-11 0-16,-8-1 15,-11 1-15,-4 0 16,-12 1-16,13-1 16,-13 1-16,0 0 15,0 0 1,0 0-16,10 0 15,-10 0-15,0 0 16,0 0-16,0 0 16,0 0-16,0 0 15</inkml:trace>
  <inkml:trace contextRef="#ctx0" brushRef="#br0" timeOffset="-162816.16">14915 6808 0,'0'0'0,"0"0"0,0 0 0,0 0 16,0 0-16,0 0 15,0 0-15,3 0 16,-3 0-16,0 0 16,0 0-1,0 0-15,0 0 16,0 0-16,0 0 15,0 0-15,12 2 16,-8 9-16,3 8 16,0 3-16,-3-3 15,-3-1-15,-1 1 16,0 3-16,0-1 16,0-1-16,0-6 15,0-4 1,0-10-16,0 9 15,0-9-15,0 0 16,0 0-16,0 0 16,0 0-16,-17-1 15,1-2-15,5 2 16,1-1-16,10 2 16,-15-1-16,15 1 15,-10 3 1,10-3-16,-7 7 15,7-7-15,1 13 16,4-3-16,3 0 16,0-3-16,3-1 15,4-1-15,3-5 16,-3 0-16,-5-3 16</inkml:trace>
  <inkml:trace contextRef="#ctx0" brushRef="#br0" timeOffset="-161465.89">14670 7243 0,'0'0'0,"0"0"0,0 0 16,0 0-16,0 0 16,-4 0-16,4 0 15,0 0-15,0 0 16,0 0-16,0 0 16,0 0-16,0 0 15,0 0-15,0 12 16,2-1-1,0 3-15,1 0 16,0 3-16,2 0 16,0-2-16,2 0 15,1-3-15,0-1 16,0-2-16,1-2 16,1-2-16,5-2 15,5-1-15,4-4 16,3-4-1,-2-1-15,-2-5 16,-2 0-16,-1-3 16,-2 1-16,-4 1 15,-4 1-15,-1 0 16,-2 1-16,-2 1 16,-3 0-16,0 1 15,-2 2-15,0 7 16,1-8-1,-1 8-15,0 0 16,-1-7-16,1 7 16,0 0-16</inkml:trace>
  <inkml:trace contextRef="#ctx0" brushRef="#br0" timeOffset="-160549.64">14663 7621 0,'0'0'0,"0"0"0,0 0 0,0 0 0,-2-2 15,2 2-15,0 0 16,0 0-16,0 0 16,0 0-16,0 0 15,-12-5-15,8 12 16,-3 2-16,0 7 15,-1 5 1,1 0-16,0-2 16,2 1-16,2-2 15,1-1-15,1 0 16,0-9-16,1-8 16,0 10-16,0-10 15,0 0-15,0 0 16,-14 4-1,1-9-15,-2-5 16,-1-2-16,2 3 16,2 0-16,2 3 15,-1 0-15,-2 4 16,2 1-16,11 1 16,0 0-16,-11 4 15,11-4-15,-1 10 16,1-10-1,6 9-15,-6-9 16,21 9-16,-3-6 16,2-5-16,-1 1 15,-3-1-15,2-2 16,1-6-16</inkml:trace>
  <inkml:trace contextRef="#ctx0" brushRef="#br0" timeOffset="-159432.86">14854 7900 0,'0'0'0,"0"0"16,-2-1-16,2 1 16,-13 5-16,3-1 15,-2 1-15,-2 1 16,4-1-16,10-5 15,-15 11-15,8-4 16,1 4-16,2 6 16,2 1-1,4 6-15,2 4 16,0-7-16,2-3 16,0-6-16,3-4 15,-2-1-15,-7-7 16,15 6-16,-4-5 15,4-4-15,-2-2 16,-1-4-16,2-5 16,0-11-1,1-6-15,-9-6 16,-5 6-16,-5 8 16,-1 7-16,-1 4 15,-2 4-15,-2 0 16,-1 1-16,-3 3 15,-2 3-15,-1 5 16,1 4 0,5 0-16,2 1 15,4 0-15,2 2 16,1 4-16,5 5 16,6 3-16,2-1 15,-2-5-15,1-4 16,-2-2-16,1-3 15,0-1-15,0-1 16,1 1 0,0 1-16,0-2 15,-1 0-15,2-2 16,1-2-16,7 1 16,-3-2-16</inkml:trace>
  <inkml:trace contextRef="#ctx0" brushRef="#br0" timeOffset="-155699.27">14638 7969 0,'0'0'0,"0"0"0,-1-3 16,1 3-16,-1-7 15,1 7-15,-2-7 16,2 7-16,0 0 16,-2-7-1,2 7-15,0 0 16,0 0-16,0 0 15,0 0-15,0 0 16,13 8-16,3 9 16,3 3-16,2 2 15,6 5-15,0 1 16,1 1-16,-1 0 16,0-2-16,-5-5 15,0 0 1,-2-4-16,0-3 15,-2-2-15,-2-3 16,0-1-16,-3-1 16,-2-2-16,-11-6 31</inkml:trace>
  <inkml:trace contextRef="#ctx0" brushRef="#br0" timeOffset="-155332.46">15055 7894 0,'0'0'0,"0"0"16,0 0-16,0 2 15,0-2-15,-3 10 16,0-1-16,-4 3 16,-5 8-16,-7 6 15,-7 7 1,-6 6-16,-4 5 15,-13 15-15,3-3 16,-9 10-16,-28 39 31,17-8-31,7 4 16</inkml:trace>
  <inkml:trace contextRef="#ctx0" brushRef="#br0" timeOffset="-152499.09">14840 2744 0,'0'0'0,"0"0"16,0 0-16,0 0 15,0 0-15,0 0 16,-2 0-16,2 0 16,0 0-16,0 0 15,0 0-15,0 0 16,0 0-16,-12 3 15,12-3 1,-20-2-16,-5 1 16,-3-2-16,-1 1 15,6 0-15,2 0 16,-3 2-16,0 2 16,0 5-16,3 0 15,3 1-15,3-1 16,2 1-16,3-1 15,1 1 1,2-1-16,2 0 16,2 1-16,0-1 15,3 1-15,2 0 16,1 0-16,3 1 16,4 1-16,4 1 15,4 1-15,1-2 16,-2-2-16,-2-2 15,-1-1 1,-14-5-16,14 5 16,-14-5-16,0 0 15,0 0-15,0 0 16,0 0-16,0 0 16,0 0-16,0 0 15,-2 8-15,-18 1 16,-8 6-16,0-3 15,2-3 1,3 0-16,5-3 16,0 0-16,5-1 15,2-1-15,11-4 16,-16 10-16,16-10 16,-12 10-16,7-3 15,1 0-15,1 2 16,2 1-16,0 2 15,2 2 1,3 2-16,1 1 16,4 1-16,1-2 15,5-2-15,0 0 16,6 1-16,0-3 16,-1-3-16,-2-1 15,-1-4-15,0 0 16,1-2-16,4-2 15,7-2 1,14 2-16</inkml:trace>
  <inkml:trace contextRef="#ctx0" brushRef="#br0" timeOffset="-148632.91">14860 3150 0,'0'0'0,"0"0"0,0 0 15,0 0-15,0 0 16,1 2 0,-1-2-16,0 0 15,10 8-15,-10-8 16,19 12-16,-6-5 15,3-2-15,2 1 16,2-2-16,-2 0 16,-1-2-16,-1 0 15,-1-1-15,0 1 16,-3-1 0,-12-1-16,19 2 15,-19-2-15,17 0 16,-17 0-16,13-1 15,-13 1-15,0 0 16,11-2-16,-11 2 16,0 0-16,0 0 15,0 0-15,0 0 16,0 0-16,0 0 16,4-7-1,-4 7-15,-12-15 16,1 6-16,-2-2 15,-2 1-15,-1-1 16,1 2-16,2 2 16,13 7-16,-14-9 15,14 9-15,0 0 16,-10-6-16,10 6 16,0 0-1,0 0-15,0 0 16,0 0-16,0 0 15,0 0-15,0 0 16,0 0-16,0 0 16,18 9-16,-6-4 15,3 1-15,1 0 16,1 0-16,1 1 16,-1-1-16,-3-1 15,-3-1 1,-11-4-16,14 6 15,-14-6-15,0 0 16,0 0-16,10 5 16,-10-5-16,0 0 15,-2 10-15,2-10 16,-12 13-16,2-6 16,-3 3-1,-1-3-15,2 1 16,0-1-16,1 0 15</inkml:trace>
  <inkml:trace contextRef="#ctx0" brushRef="#br0" timeOffset="-134483.17">11834 6284 0,'0'0'0,"0"0"0,0 0 15,0 0-15,0 0 16,0 0-16,-2 2 15,2-2-15,0 0 16,0 0-16,0 0 16,0 0-16,-2 7 15,2-7-15,6 11 16,0 0 0,6 3-16,1-2 15,2 0-15,2-3 16,2 0-16,2 0 15,0-3-15,2 0 16,-3-2-16,0-2 16,-2-1-16,-2 1 15,-1-2 1,-2-2-16,0 2 0,-3-1 16,-10 1-1,17-1-15,-17 1 16,14-4-16,-14 4 15,0 0-15,10-5 16,-10 5-16,0 0 16,0 0-16,6-8 15,-6 8-15,-1-12 16,-3 4 0,-2-2-16,-4-4 15,-2 2-15,0-1 16,0 3-16,3 2 15,0 1-15,9 7 16,-13-9-16,13 9 16,0 0-16,-10-5 15,10 5-15,0 0 16,0 0 0,0 0-16,0 0 15,0 0-15,22-9 16,0 9-16,3 0 15,-1 2-15,-1 1 16,-3 2-16,-1 0 16,-2 2-16,-2 0 15,-6-1-15,-9-6 16,13 10 0,-13-10-16,0 0 15,6 8-15,-6-8 16,-3 9-16,-13 10 15,-19 19-15,-11 8 16</inkml:trace>
  <inkml:trace contextRef="#ctx0" brushRef="#br0" timeOffset="-125949.54">13435 4407 0,'0'0'0,"0"0"0,0 0 0,0 0 15,-3 0-15,3 0 16,0 0-16,0 0 16,0 0-16,0 0 15,0 0-15,-4 7 16,4-7-16,0 0 16,0 0-1,0 0-15,0 0 16,0 0-16,0 0 15,-6 7-15,6-7 16,0 0-16,0 0 16,0 0-16,0 0 15,0 0-15,0 0 16,0 0-16</inkml:trace>
  <inkml:trace contextRef="#ctx0" brushRef="#br1" timeOffset="-115466.46">14701 4168 0,'0'0'0,"0"0"0,0 0 16,0 0-16,0 0 15,0 0-15,0 0 16,0 2-16,0-2 16,3 10-16,1 2 15,1 3-15,3 5 16,2 0-16,1 1 16,2 1-1,3 3-15,3-1 16,0 0-16,1-2 15,1-1-15,-1 0 16,-2-2-16,-1-2 16,-3-2-16,-3-4 15,-4-2-15,0-3 16,-7-6-16,8 10 16,-8-10-16,0 0 15,6 6 1,-6-6-16,0 0 15,0 0-15,0 0 16,0 0-16,0 0 16,0 0-16,0 0 15,0 0-15,11 4 16,-11-4-16,0 0 16,23-13-16,3-1 15,7-4 1,3-5-16,2 0 15,2-3-15,2 1 16,-2-1-16,1 0 16,-3 0-16,-2 1 15,-3 1-15,-3 3 16,-5 2-16,-1 2 16,-2 1-16,-1 0 15,-1 1 1,1 2-16,0 0 15,-1 1-15,-3 1 16,-3 3-16,-14 8 16,15-10-16,-15 10 15,0 0-15,10-6 16,-10 6-16,0 0 16,0 0-16,0 0 15,0 0 1,0 0-16,7-6 15,-7 6-15,0 0 16,0 0-16,0 0 16,0 0-16,0 0 15,0 0-15,0 0 16,0 0-16,0 0 16,0 0-16,0 0 15,0 0 1,0 0-16,0 0 15,0 0-15,0 0 16,0 0-16,0 0 16,0 0-16,0 0 15,0 0-15,0 0 16,0 0-16,0 0 16,0 0-16,0 0 15,0 0 1,0 0-16,0 0 15,0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 1,0 0-16,0 0 15,0 0-15,0 0 16,0 0-16,0 0 16,0 0-16,0 0 15,0 0-15,0 0 16,0 0-16,0 0 16,0 0-16,0 0 15,0 0-15,0 0 16,0 0-1,0 0-15,0 0 16,0 0-16,0 0 16,0 0-16,0 0 15,0 0-15,0 0 16,0 0-16,0 0 16,0 0-16,0 0 15,0 6-15,0-6 16,0 0-1,0 0-15,-7 7 16,7-7-16,0 0 16,0 0-16,0 0 15,0 0-15,0 0 16,-7 6-16,7-6 16,0 0-16,0 0 15,0 0-15,0 0 16,0 0-1,0 0-15,-3 7 16,3-7-16,0 0 16,0 0-16,0 0 15,0 0-15,0 0 16,0 0-16,0 0 16,0 0-16,0 0 15,0 0-15,0 0 16,0 0-1,0 0-15,0 0 16,0 0-16,0 0 16,0 0-16,0 0 15,0 0-15,0 0 16,0 0-16,0 0 16,0 0-16,0 0 15,0 0-15,0 0 16,0 0-1,-10 5-15,10-5 16,0 0-16,0 0 16,0 0-16,0 0 15,0 0-15,0 0 16,0 0-16,0 0 16,0 0-16,0 0 15,0 0-15,0 0 16,0 0-16,0 0 15,0 0 1,0 0-16,0 0 16,0 0-16,0 0 15</inkml:trace>
  <inkml:trace contextRef="#ctx0" brushRef="#br1" timeOffset="-106280.03">14584 4064 0,'0'0'0,"0"0"0,0 0 15,-1 4-15,-1 8 16,-3 11-16,-1 10 16,-1 6-16,-1 4 15,-1 3-15,0 2 16,0 0-16,-1 5 15,-1 2-15,-2 4 16,-1 1 0,-1-1-16,0 4 15,-2 2-15,1 2 16,-1 0-16,1 2 16,1-3-16,3 1 15,2-7-15,2 4 16,1-5-16,1-3 15,1-4-15,1-1 16,0-1 0,2-2-16,0-3 15,0-1-15,0-1 16,1 3-16,0-3 16,0-1-16,1 1 15,-1 0-15,1 0 16,-1-2-16,0-1 15,1-1-15,-1-3 16,-1-1 0,0-2-16,0-6 0,0-4 15,-1-5 1,1-4-16,1-2 16,0-5-16,1-7 15,-2 9-15,2-9 16,0 0-16</inkml:trace>
  <inkml:trace contextRef="#ctx0" brushRef="#br1" timeOffset="-104166.35">11902 6267 0,'0'0'0,"0"0"16,0 0-1,0 0-15,0 0 16,0 0-16,0 0 16,0 0-16,0 0 15,-2 1-15,2-1 16,0 0-16,0 0 15,12 5-15,1-1 16,4 1-16,3 0 16,4 2-16,2 1 15,2-2 1,3 3-16,-2-2 16,-1-2-16,1-1 15,-4-1-15,-1 1 16,-3-2-16,-4 0 15,-6-1-15,-11-1 16,14 2-16,-14-2 16,0 0-16,0 0 15,11 0 1,-11 0-16,0 0 16,0 0-16,0 0 15,0 0-15,0 0 16,0 0-16,0 0 15,0 0-15,0 0 16,0 0-16,0 0 16,-11-8-16,11 8 15,-16-12 1,8 6-16,8 6 16,-13-10-16,13 10 15,0 0-15,-8-7 16,8 7-16,0 0 15,0 0-15,0 0 16,0 0-16,0 0 16,-1-7-16,1 7 15,0 0-15,0 0 16,16-1 0,-2 6-16,5 0 15,-3 1-15,-1 0 16,-4-2-16,-11-4 15,13 7-15,-13-7 16,0 0-16,8 7 16,-8-7-16,0 0 15,0 0-15,1 8 16,-1-8 0,-16 14-16,-11 3 15</inkml:trace>
  <inkml:trace contextRef="#ctx0" brushRef="#br1" timeOffset="-103033.55">11748 6897 0,'0'0'0,"0"0"0,0 0 15,0 0-15,0 0 16,4 2-16,-4-2 16,15 7-16,2-2 15,9-3-15,5-2 16,4-3 0,1-1-16,-2 1 15,-1-2-15,-2-1 16,0 0-16,-5 0 15,-3 0-15,-3 1 16,-4 1-16,-1 2 16,-5 1-16,-10 1 15,14 0-15,-14 0 16,0 0 0,10 0-16,-10 0 15,0 0-15,0 0 16,0 0-16,0 0 15,0 0-15,0 0 16,0 0-16,-8-9 16,-1-1-16,-2 0 15,0-1-15,0-1 16,0 1-16,0 1 16,0-1-1,0 0-15,3 3 16,2 1-16,6 7 15,-7-8-15,7 8 16,0 0-16,0 0 16,0 0-16,0 0 15,0 0-15,0 0 16,0 0-16,0 0 16,10 5-1,4 3-15,3 1 16,1 0-16,2 1 15,4 1-15,-3-1 16,-3-2-16,-5-2 16,-3-2-16,-10-4 15,12 6-15,-12-6 16,0 0-16,0 0 16,0 0-1,0 0-15,11 6 16,-11-6-16,-2 8 15,0 2-15,-4 5 16,-7 4-16,-9 9 16,-6 3-16,-5 1 15,-3 0-15,0-1 16,4-3-16,3-1 16,2-3-1,1-2-15,-1 2 16</inkml:trace>
  <inkml:trace contextRef="#ctx0" brushRef="#br1" timeOffset="-94300.18">15000 4041 0,'0'0'0,"0"0"0,0 0 0,0 0 16,0 0-16,0 0 15,0 0-15,-1 1 16,1-1-16,0 0 15,0 0-15,-2 8 16,2-8-16,0 0 16,-2 8-16,2-8 15,2 8-15,-2-8 16,2 10 0,0-4-16,1 1 15,0 3-15,0 0 16,1 3-16,0-2 15,0 1-15,0-2 16,1 2-16,-1-1 16,1 1-16,-1 0 15,0-3-15,0 1 16,-1 0 0,2 1-16,-2-2 15,1-2-15,1 1 16,1-2-16,-6-6 15,11 9-15,-11-9 16,13 6-16,-13-6 16,11 3-16,-11-3 15,17-2-15,-5-3 16,4-2-16,6-6 16,5-3-1,4-6-15,2-3 16,4-3-16,2 0 15,-2 0-15,-2 2 16,-5 4-16,-2 3 16,-3 3-16,-3 2 15,-2 2-15,-1 2 16,-2 3-16,-3 0 16,-1 1-16,-3 1 15,-10 5 1,14-5-16,-14 5 15,0 0-15,10-5 16,-10 5-16,0 0 16,0 0-16,0 0 15,0 0-15,0 0 16,0 0 0,10-6-16,-10 6 15,0 0-15,0 0 16,0 0-16,0 0 15,0 0-15,0 0 16,0 0-16,0 0 16,0 0-16,0 0 15,0 0-15,0 0 16,0 0-16,0 0 16,0 0-1,0 0-15,0 0 16,0 0-16,0 0 15,0 0-15,0 0 16,0 0-16,0 0 16,0 0-16,0 0 15,0 0-15,0 0 16,0 0-16,0 0 16,0 0-1,0 0-15,0 0 16,0 0-16,0 0 15,0 0-15,0 0 16,0 0-16,0 0 16,0 0-16,0 0 15,0 0-15,0 0 16,0 0 0,0 0-16,0 0 15,0 0-15,0 0 16,0 0-16,0 0 15,0 0-15,0 0 16,0 0-16,0 0 16,0 0-16,0 0 15,0 0-15,0 0 16,0 0-16,0 0 16,0 0-1,0 0-15,0 0 16,0 0-16,0 0 15,0 0-15,0 0 16,0 0-16,0 0 16,0 0-16,0 0 15,0 0-15,0 0 16,0 0-16,0 0 16,0 0-16,0 0 15,0 0 1,0 0-16,0 0 15,0 0-15,0 0 16,0 0-16,0 0 16,0 0-16,0 0 15,0 0-15,0 0 16,0 0-16,0 0 16,0 0-16,0 0 15,0 0 1,0 0-16,0 0 15,0 0-15,0 0 16,0 0-16,0 0 16,0 0-16,0 0 15,0 0-15,0 0 16,0 0-16,0 0 16,0 0-16,0 0 15,0 0-15,0 0 16,0 0-1,0 0-15,0 0 16,0 0-16,0 0 16,0 0-16,0 0 15,0 0-15,0 0 16,0 0-16,0 0 16,0 0-16,0 0 15,0 0 1,0 0-16,0 0 15,0 0-15,0 0 16,0 0-16,0 0 16,0 0-16,0 0 15,0 0-15,0 0 16,0 0-16,0 0 16,0 0-16,0 0 15,0 0 1,0 0-16,0 0 15,0 0-15,0 0 16,0 0-16,0 0 16,0 0-16,0 0 15,0 0-15,0 0 16,0 0-16,0 0 16,0 0-16,0 0 15,0 0 1,0 0-16,0 0 15,0 0-15,0 0 16,0 0-16,0 0 16,0 0-16,0 0 15,0 0-15,0 0 16,0 0-16,0 0 16,0 0-16,0 0 15,0 0 1,0 0-16,0 0 15,0 0-15,0 0 16,0 0-16,0 0 16,0 0-16,0 0 15,0 0-15,0 0 16,0 0-16,0 0 16,0 0-16,0 0 15,0 0 1,-10 0-16,10 0 15,0 0-15,0 0 16,0 0-16,0 0 16,0 0-16,0 0 15,0 0-15,0 0 16,0 0-16,0 0 16,0 0-16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25:25.836"/>
    </inkml:context>
    <inkml:brush xml:id="br0">
      <inkml:brushProperty name="width" value="0.05292" units="cm"/>
      <inkml:brushProperty name="height" value="0.05292" units="cm"/>
      <inkml:brushProperty name="color" value="#EE0000"/>
    </inkml:brush>
  </inkml:definitions>
  <inkml:trace contextRef="#ctx0" brushRef="#br0">12528 3912 0,'0'0'0,"0"0"0,0 0 0,0 0 15,-4-1-15,4 1 16,0 0-16,0 0 16,0 0-16,-12 3 15,12-3 1,-19 13-16,-5 3 15,-3 1-15,3 0 16,3 1-16,3 5 16,1 5-16,5 6 15,6 6-15,2 4 16,6 1-16,5 0 16,3-1-1,5-6-15,4 0 16,2-5-16,3-2 15,5-4-15,-1-6 16,4-4-16,4-5 16,-1-5-16,5-3 15,2-6-15,2-2 16,0-3-16,-2-5 16,1-4-16,-5-3 15,-3-3 1,-8 0-16,-3-2 15,-4 0-15,-5 0 16,-3 1-16,-4-1 16,-5-3-16,-3 0 15,-4-3-15,-4 3 16,-8-2-16,-4 2 16,-5-1-1,-1 5-15,-3 0 16,0 2-16,-4 1 15,-2 3-15,-4 4 16,-5 4-16,-6 3 16,-3 4-16,1 5 15,2 4-15,6 1 16,7 2-16,9 1 16,4-2-1</inkml:trace>
  <inkml:trace contextRef="#ctx0" brushRef="#br0" timeOffset="4699.6">10924 3411 0,'0'0'0,"0"0"0,0 0 0,0 0 0,4 4 0,0 3 15,3 3 1,0 1-16,4 4 16,2 3-16,4 1 15,2 2-15,0 0 16,0-1-16,0 1 15,-2-3-15,-2-3 16,-2-1-16,-13-14 16</inkml:trace>
  <inkml:trace contextRef="#ctx0" brushRef="#br0" timeOffset="4966.41">11159 3444 0,'0'0'0,"0"0"0,0 0 0,0 0 16,0 0-16,0 0 15,0 0-15,-1 3 16,1-3-16,-4 11 15,0 0-15,0 4 16,-3 3-16,-2 3 16,-3-1-1,-1 3-15,1-2 16,0-1-16,2-3 16</inkml:trace>
  <inkml:trace contextRef="#ctx0" brushRef="#br0" timeOffset="5233.55">11439 3551 0,'0'0'0,"0"1"0,0-1 0,0 0 16,-2 14-1,0 6-15,-1 7 16,-2 7-16,-1 0 16,-4 7-16,-1-10 15</inkml:trace>
  <inkml:trace contextRef="#ctx0" brushRef="#br0" timeOffset="7333.83">11275 3443 0,'0'0'0,"0"0"16,0 0-1,-3 1-15,3-1 16,0 0-16,-11 5 15,11-5-15,-16 11 16,0 0-16,-3 6 16,-2 8-16,1 5 15,1 2-15,1 1 16,-1 1-16,-1 2 16,-2 2-1,-1-1-15,2-4 16,-1-1-16,2-5 15,1-2-15,1-2 16,1-1-16,3-2 16,1-4-16,4-6 15,2-4-15</inkml:trace>
  <inkml:trace contextRef="#ctx0" brushRef="#br0" timeOffset="7599.92">11028 3511 0,'0'0'0,"0"2"16,0-2-16,7 11 15,2 4-15,4 7 16,5 3-16,0 2 16,0 0-16,0 0 15,2 4-15,2 6 16,-2 6-16,-1 5 16</inkml:trace>
  <inkml:trace contextRef="#ctx0" brushRef="#br0" timeOffset="8365.82">11563 3861 0,'0'0'0,"1"1"16,-1-1-16,18 12 16,7 4-16,7 2 15,5 3-15,0-2 16,3 0-16,2 1 16,-1 0-16,4-2 15,3 1 1,-1-2-16,-2-1 15,-2-2-15,-3-2 16,0 1-16,0-1 16,0-1-16,-5 0 15,-2-2-15,-5 0 16,-5-2-16,-5 0 16,-4-2-16,-3-1 15,-11-4 1,15 5-16,-15-5 15,0 0-15,11 5 16,-11-5-16,0 0 16,0 0-16,0 0 15,0 0-15,0 0 16,0 0-16,10 1 16</inkml:trace>
  <inkml:trace contextRef="#ctx0" brushRef="#br0" timeOffset="9166.82">12182 3814 0,'0'0'0,"0"0"0,0 0 15,0 3 1,2 3-16,2 8 15,3 4-15,4 3 16,-1-2-16,3 0 16,3 0-16,2 0 15,1 0-15,-2-1 16,0-3-16,-4-2 16,-1 0-16,0-2 15,-2-1 1,-2 1-16,0 2 15,-3 1-15,-2 0 16,-2 2-16,-2-1 16,-2-1-16,-3 0 15,-5 3-15,-7 4 16,-10 0-16,-5 0 16,-5 0-16,-2-1 15,1-1-15,-1 1 16,2-1-1,-1 2-15,7-1 16</inkml:trace>
  <inkml:trace contextRef="#ctx0" brushRef="#br0" timeOffset="9983">11977 3309 0,'0'0'0,"0"0"16,0 0-16,0 0 16,0 0-16,0 0 15,-1 3-15,1-3 16,-2 17-16,1 0 15,-2 5 1,1 2-16,0 1 16,0-1-16,0 0 15,2-1-15,0-3 16,0-3-16,0-5 16,0-5-16,0-7 15,0 10-15,0-10 16,0 0-16,0 0 15,14-3 1,0-7-16,4-6 16,-2-1-16,-1 1 15,-1 2-15,-4 3 16,-3 3-16,0 1 16,-7 7-16,16-6 15,-5 9-15,4 2 16,3 6-1,1 6-15,-2 2 16,-4 0-16,-1-1 16,-1-2-16,-3-4 15,-2-3-15,-6-9 16,12 8-16,-12-8 16,21-6-16,-4-6 15,2-8-15,1-4 16,0-3-1,-2 0-15,-3 3 16,-2 2-16,-4 3 16,-2 7-16,-2 2 15,-1 2-15,1-1 16,1-1-16</inkml:trace>
  <inkml:trace contextRef="#ctx0" brushRef="#br0" timeOffset="10183.09">12493 3456 0,'0'0'0,"0"0"0,0 0 16,-1 1-16,-1 6 15,-1 7 1,-3 7-16,0 6 16,-1 3-16,2-11 15</inkml:trace>
  <inkml:trace contextRef="#ctx0" brushRef="#br0" timeOffset="13149.64">13338 4322 0,'0'0'0,"0"0"16,0 0-16,-1 2 15,1-2-15,0 0 16,0 0-16,0 0 16,0 0-16,0 0 15,16 7-15,-1-3 16,8 1 0,6 1-16,4-1 15,3 0-15,2-2 16,2-1-16,0 0 15,3-1-15,0 1 16,2-1-16,-1 1 16,-3 0-1,-2-1-15,-5 0 16,-3-1-16,-5-1 16,-4 0-16,-5 0 15,-5 1-15,-12 0 16,11-1-16,-11 1 15,0 0-15</inkml:trace>
  <inkml:trace contextRef="#ctx0" brushRef="#br0" timeOffset="13516.41">13931 4231 0,'0'0'0,"0"0"0,3 1 16,-3-1-16,17 13 15,-2-1-15,-1-1 16,0-1-16,-1-1 15,-1-1-15,-2-2 16,-10-6-16,15 13 16,-11-6-16,-4 6 15,-8 6-15,-12 7 16,-16 7 0,-10 4-16,-1-3 15,-2 1-15,4-1 16,1-1-16,1 0 15</inkml:trace>
  <inkml:trace contextRef="#ctx0" brushRef="#br0" timeOffset="14299.46">14573 4214 0,'0'0'16,"7"1"-16,2 0 16,16 2-16,9-1 15,5-2-15,1 0 16,-2 0-16,-5 0 15,-9-2-15,-4 2 16,-7-1-16,-13 1 16,13-6-16</inkml:trace>
  <inkml:trace contextRef="#ctx0" brushRef="#br0" timeOffset="14950.68">14358 4228 0,'0'0'0,"0"0"0,0 0 16,0 0-16,2 2 16,4 5-1,6 7-15,7 3 16,7 3-16,5 0 15,3-4-15,-2-1 16,-1-2-16,0-1 16,-2-1-16,-6-1 15,-3-1-15,-5-3 16,-3 0 0,-3 0-16,-4 2 15,-2 0-15,-5 3 16,-10 3-16,-16 6 15,-12 3-15,-9-1 16,2-3-16,3-2 16,5-3-16,4-1 15,6-1-15,4 0 16,6 0-16,3 0 16,4-1-1,2 0-15,3 1 16,4 1-16,4 2 15,6 2-15,6 6 16,11 0-16,9 3 16,3-4-16,3-1 15,0-2-15,0-3 16,1-2-16,0-3 16,-4-1-16,2-1 15,-2-2 1,1 1-16,-1-3 15,-6 1-15,-6-1 16,-6-2-16,-4 1 16,-14-4-16,14 9 15</inkml:trace>
  <inkml:trace contextRef="#ctx0" brushRef="#br0" timeOffset="16833.02">14450 3823 0,'0'0'0,"0"0"0,-4 1 16,-2 5-16,-8 7 15,-8 11-15,-2 6 16,-2 9-16,-5 7 16,2 3-16,-4 9 15,2 6 1,0 7-16,2 7 15,6 8-15,5 4 16,8 5-16,8 6 16,9-4-16,13-3 15,13-1-15</inkml:trace>
  <inkml:trace contextRef="#ctx0" brushRef="#br0" timeOffset="17266.43">15099 3958 0,'0'0'0,"0"0"0,0 2 15,2 5 1,3 16-16,4 14 16,2 11-16,4 12 15,0 7-15,4 11 16,1 7-16,1 11 16,-16 14-16,-20 13 15,-22 7-15,-32 12 16,-33-4-16,-28 7 15</inkml:trace>
  <inkml:trace contextRef="#ctx0" brushRef="#br0" timeOffset="18416.37">14264 5215 0,'0'0'0,"0"1"0,0-1 15,-1 16-15,-2 5 16,-2 10-16,-1 1 15,0 2 1,-1 5-16,1 1 16,-1 1-16,0 0 15,-1 1-15,0-2 16,0 1-16,1-6 16,0-5-16,2-6 15,1-5-15,2-5 16,0-6-16,2-8 15</inkml:trace>
  <inkml:trace contextRef="#ctx0" brushRef="#br0" timeOffset="18699.65">13882 5635 0,'0'0'0,"0"0"0,0 0 0,0 0 16,0 0-16,0 5 16,0 3-16,0 3 15,0 3-15,1-1 16,2 2-16,9 6 16,3 1-16,5 2 15,9-1-15,5-2 16,4-4-16,6-11 15,11-8 1,11-6-16,5-10 16,-1-6-16,-8-1 15,-1-5-15,-6-4 16</inkml:trace>
  <inkml:trace contextRef="#ctx0" brushRef="#br0" timeOffset="19466.78">13776 6231 0,'0'0'0,"0"0"16,0 0-16,0 0 15,0 0-15,-4 5 16,-5 5-16,-6 6 15,-2 3-15,1 6 16,2 5 0,6 3-16,7 4 15,4-8-15,3-4 16,5-1-16,3-6 16,7 2-16,3-8 15,8-12-15,1-6 16,7-11-16,-1-4 15,3-11-15,-8-5 16,-7-2-16,-4 3 16,-12 4-1,-6 3-15,-12 1 16,-8 5-16,-6 2 16,-10 5-16,-7 8 15,-7 8-15,3 6 16,3 8-16,7 1 15,4 4-15,4 1 16,6 0-16,8 2 16,4-2-1,6-1-15</inkml:trace>
  <inkml:trace contextRef="#ctx0" brushRef="#br0" timeOffset="19699.23">14213 6102 0,'0'0'0,"0"0"0,0 0 16,2 2-16,-2-2 16,-1 15-16,-3 9 15,-8 15-15,-12 13 16,-3 6-16,-4 7 15,-4 6-15,-6 6 16,2-4-16,-14 26 16,14 5-1</inkml:trace>
  <inkml:trace contextRef="#ctx0" brushRef="#br0" timeOffset="20249.83">14317 6567 0,'0'0'0,"0"0"16,-2 4-16,-5 10 15,-2 19-15,-3 19 16,-2 2 0,5-17-16,5-12 15,2-11-15,3-6 16,-1-8-16,1 7 31,-1-7-31,13-28 16,3-18-16,-6-2 15,-4 7-15,-1 3 16,0-3-16,0 0 16,-3 3-16,2 4 15,1 5 1,4 5-16,1 3 16,4 3-16,1 4 15,3 3-15,4 5 16,1 6-16,-1 6 15,-2 6-15,-1 2 16,-5 1-16,-2 0 16,-5 6-16,-4 2 15,-10 4 1,-8-1-16,-14-1 16,-11-1-16,-3-3 15,2-5-15,2-1 16</inkml:trace>
  <inkml:trace contextRef="#ctx0" brushRef="#br0" timeOffset="20666.84">13717 6834 0,'0'0'0,"0"0"0,0 0 16,0 0-16,8 0 15,11 0-15,16 0 16,13 0-16,7 0 16,9 0-16,3 0 15,12 0 1,-3-1-16,5 0 16,1 0-16,-13 0 15,3 1-15,-13 1 16,-9 2-16,-10 0 15,-10 1-15,-5 4 16,0 5-16</inkml:trace>
  <inkml:trace contextRef="#ctx0" brushRef="#br0" timeOffset="45699.32">9741 1456 0,'0'0'0,"-1"2"0,1-2 0,-4 16 16,0 3-1,-1 4-15,2-2 16,0-1-16,1-1 15,2 1-15,3 3 16,2 0-16,4-2 16,3-3-16,5-5 15,2-1-15,3-4 16,3-6 0,4-10-16,0-8 15,1-3-15,5-7 16,-3-2-16,-1 1 15,-5 3-15,-8 6 16,-7 4-16,-3 3 16,-4 5-16,-4 6 15,5-7-15,-5 7 16,0 0-16,0 0 16,0 0-1,-2 8-15,-4 11 16,-2 9-16,-2 12 15,0 9-15,0 1 16,0 0-16,1 3 16,-3 2-16,-4 3 15,-3-3-15,0-2 16,-8 11 15,-3-6-31,1-12 16,0-10-16,8-15 15,-1-6-15,-1-3 16,1-7-16,2-5 16,1-4-16,1-3 15,2-4-15,4-3 16,5-3-16,6-5 16,7-2-16,4-4 15,9-3 1,6 0-16,8 3 15,0 4-15,1 4 16,-5 4-16,-4 3 16,-1 2-16,4-2 15,2 0-15</inkml:trace>
  <inkml:trace contextRef="#ctx0" brushRef="#br0" timeOffset="46216.53">10283 1764 0,'0'0'0,"0"0"0,0 0 16,0 0-16,0 0 16,2 3-16,-2-3 15,19 8-15,7-2 16,9-3-16,0-3 16,1-4-1,-2-3-15,2-1 16,-4 0-16,-3 1 15,-7 1-15,-1 2 16,-3 0-16,-3 0 16,-3 2-16,-12 2 15,12 0-15,-12 0 16</inkml:trace>
  <inkml:trace contextRef="#ctx0" brushRef="#br0" timeOffset="46549.23">10266 1971 0,'0'0'0,"0"0"16,0 0-16,0 0 15,0 0-15,-1 1 16,1-1-1,0 0-15,0 0 16,0 0-16,4 8 16,6-3-16,12-1 15,12-3-15,4-4 16,-4 0-16,-3-2 16,-4 1-16,0-1 15,-2-1-15,-4 1 16,-5 1-1,-5 1-15,-11 3 16,13-2-16,-13 2 16</inkml:trace>
  <inkml:trace contextRef="#ctx0" brushRef="#br0" timeOffset="48983.59">11053 1536 0,'0'0'0,"0"3"0,-2 4 16,-5 14-16,-5 17 15,-1 7-15,0 1 16,2-5 0,3-3-16,4-4 15,1-4-15,1-7 16,1-6-16,0-7 16,1-10-16,-1 8 15,1-8-15,0 0 16,0 0-16,14-5 15,5-7 1,-1-2-16,-2 1 16,-1 1-16,-1 1 15,-4 3-15,-1 1 16,-9 7-16,15-9 16,-15 9-16,16 2 15,-6 8-15,2 4 16,2 4-16,-1 1 15,-2-4-15,-2-2 16,-2-6 0,2-3-16,5-9 15,5-6-15,4-6 16,2-6-16,0-5 16,-5-6-16,-3 0 15,-6-1-15,-2 5 16,-2 5-16,-5 8 15,0 6-15,-2 4 16,0 7 0,1-6-16,-1 6 15,0 0-15,0 0 16,16 7-16</inkml:trace>
  <inkml:trace contextRef="#ctx0" brushRef="#br0" timeOffset="49216.38">11477 1858 0,'0'0'0,"0"0"0,0 0 0,-1 3 15,-1 5-15,-4 11 16,-1 8-16,-2 7 15,0 4 1,0-4-16,1 3 16,2 1-16,1-5 15,3-1-15,3-7 16,0-4-16</inkml:trace>
  <inkml:trace contextRef="#ctx0" brushRef="#br0" timeOffset="49549.87">11644 1630 0,'0'0'0,"0"0"0,0 0 0,2 4 0,5 9 16,6 13-1,4 5-15,-2-3 16,-1-3-16,1-2 16,8 1-16,2 0 15,6 1-15,-5-4 16,2 1-16,-3-2 15,2 0-15</inkml:trace>
  <inkml:trace contextRef="#ctx0" brushRef="#br0" timeOffset="49782.8">11872 1648 0,'0'0'0,"0"0"15,0 0-15,-4 5 16,-4 7-16,-5 13 16,0 7-16,0 6 15,3 2-15,0-3 16,1 1-16,1-5 15,-1-2-15,2-1 16</inkml:trace>
  <inkml:trace contextRef="#ctx0" brushRef="#br0" timeOffset="50049.64">12067 1836 0,'1'2'0,"2"6"16,2 5-16,2 25 16,-3 17-16,-8 5 15,2 1-15,-3 1 16,-6 0-16,-1 2 15,-3-6-15</inkml:trace>
  <inkml:trace contextRef="#ctx0" brushRef="#br0" timeOffset="50432.94">12225 1859 0,'0'0'0,"0"0"0,0 0 0,0 0 0,3 3 15,-3-3 1,14 7-16,8-6 16,10-4-16,8 0 15,-1 0-15,-1-1 16,-4 1-16,-7-1 15,-5 0-15,-2 0 16,-4-1-16</inkml:trace>
  <inkml:trace contextRef="#ctx0" brushRef="#br0" timeOffset="50732.81">12287 1686 0,'1'2'0,"-1"-2"16,2 9-16,-1 0 15,0 2 1,1 3-16,1 12 16,1 7-16,0 5 15,0-2-15,-1-6 16,-1-1-16,0-2 15,-1-1-15,0-6 16,1-2-16,1-6 16,0-5-16,-3-7 15,6 8 1,-6-8-16</inkml:trace>
  <inkml:trace contextRef="#ctx0" brushRef="#br0" timeOffset="51298.7">12602 1694 0,'-1'-4'0,"1"4"16,-1-8-16,1 8 16,0 0-16,0 0 15,5 12-15,3 15 16,0 2-16,-3 4 15,-1-7-15,-1-7 16,0-7-16,-2-6 16,-1-6-16,5 9 15,-5-9 1,11 3-16,0-11 16,3-3-16,1-6 15,-1-5-15,-5 9 16,-2 4-16,-3 0 15,-4 9-15,4-6 16,-4 6-16,0 0 16,0 0-16,0 0 15,4 7 1,1 8-16,1 3 16,2 3-16,1-2 15,2-3-15,0-2 16,0-9-16,2-5 15,-1-1-15,2-5 16,0-4-16,1-5 16,0-10-1,-3 2-15,-2-6 16,-5-3-16,-3 4 16,-2-2-16,0 15 15,0 15-15,0-7 16,0 7-16,0 0 15,0 0-15,0 0 16,0 0-16,12-14 16</inkml:trace>
  <inkml:trace contextRef="#ctx0" brushRef="#br0" timeOffset="51682.81">13153 1821 0,'-1'4'0,"1"3"0,0-7 15,3 12-15,-1-2 16,2 4 0,0 5-16,-1 2 15,-5-1-15,-3 1 16,-7 0-16,0-2 15,0-3-15,2-5 16,2-3-16,8-8 16,-9 7-16,9-7 15,0 0-15,0 0 16,0 0 0,18 7-16,17-4 15,-1-1-15,-3-3 16,1-2-16,-2-2 15,0-3-15,0 0 16,-6-3-16,-3-5 16,-2-5-16</inkml:trace>
  <inkml:trace contextRef="#ctx0" brushRef="#br0" timeOffset="51932.79">13240 1722 0,'0'0'0,"0"-1"0,0 1 16,0 0-16,5-8 15,-5 8-15,11 12 16,3 9 0,3 5-16,-2-2 15,1 1-15,2 0 16,2 2-16,2-5 15,2-5-15,-2-6 16,-4-6-16,-7-3 16,-3-9-16</inkml:trace>
  <inkml:trace contextRef="#ctx0" brushRef="#br0" timeOffset="52166.33">13400 1714 0,'0'0'0,"-1"-1"0,1 1 16,0 0-16,0 0 15,-4 19-15,-1 8 16,-1 5-16,0-1 16,1-5-1,2-5-15,-2 2 16,2 0-16,0 0 15,6-5-15</inkml:trace>
  <inkml:trace contextRef="#ctx0" brushRef="#br0" timeOffset="52501.78">13615 1919 0,'0'0'0,"0"0"0,0 0 15,0 0-15,6 3 16,-6-3-16,12 8 16,-12-8-16,11 8 15,-11-8-15,8 12 16,-8-12-16,5 14 16,-5-6-1,-2 2-15,-2 4 16,-2-1-16,0-1 15,-1-1-15,1-2 16,3-2-16,3 0 16,11 5-16,10 1 15,13-1-15,9-1 16,1-6 0,-4-3-16,-2-4 15,-1-5-15,-2-3 16,-3-4-16</inkml:trace>
  <inkml:trace contextRef="#ctx0" brushRef="#br0" timeOffset="52767.82">13928 1877 0,'0'0'0,"0"0"0,1-3 16,-1 3-16,17-10 15,6 9-15,12 1 16,1 1-16,-3 1 16,-11-1-1,1-3-15,-13-5 16,-6-10-16</inkml:trace>
  <inkml:trace contextRef="#ctx0" brushRef="#br0" timeOffset="52949.46">14004 1818 0,'0'0'0,"1"-1"0,-1 1 15,0 0-15,2 7 16,4 11-16,2 12 16,2 7-16,3 0 15,-4-11-15,-3-8 16</inkml:trace>
  <inkml:trace contextRef="#ctx0" brushRef="#br0" timeOffset="53199.48">14522 1879 0,'0'0'0,"0"0"0,0 0 16,6 3-16,7 4 15,13 0 1,4-2-16,1-2 15,0-6-15,-3-1 16,-3-3-16,-4-1 16,-2 0-16,-1 0 15,1 0-15,1 0 16</inkml:trace>
  <inkml:trace contextRef="#ctx0" brushRef="#br0" timeOffset="53315.42">15061 1836 0,'0'0'0,"0"0"16,0 0-16,0 0 15</inkml:trace>
  <inkml:trace contextRef="#ctx0" brushRef="#br0" timeOffset="53849.49">15241 1632 0,'0'0'0,"0"0"0,1 4 16,3 5-16,2 9 15,1 3-15,2 4 16,-2 4-16,-2 2 16,-2 2-16,-3-2 15,-2-2-15,-2 1 16,0-3-16,-1-4 16,0-5-16,1-6 15,2-3 1,2-9-16,-3 9 15,3-9-15,0 0 16,0 0-16,0 0 16,-4-10-16,5-3 15,4-2-15,4-2 16,6 0-16,1 3 16,2 4-16,1 3 15,-1 4-15,-1 3 16,-1 2-1,-4 2-15,-12-4 16,14 9-16,-14-9 16,3 13-16,-11-1 15,-15 6-15,-25 7 16,-29-7-16</inkml:trace>
  <inkml:trace contextRef="#ctx0" brushRef="#br0" timeOffset="57765.86">11555 2450 0,'0'0'0,"0"0"0,0 0 16,1 2-16,-1-2 16,27 14-1,25-2-15,16-6 16,6-5-16,3-7 16,-4-5-16,0-3 15,-1 0-15,2-1 16,2 1-16</inkml:trace>
  <inkml:trace contextRef="#ctx0" brushRef="#br0" timeOffset="58219.5">13263 2382 0,'0'0'0,"0"0"16,3-2-16,-3 2 15,13-9-15,9 7 16,18-1-16,12 1 16,8-1-1,6 1-15,2-1 16,9-1-16,7 3 16,-14 0-16</inkml:trace>
  <inkml:trace contextRef="#ctx0" brushRef="#br0" timeOffset="60716.31">10862 2439 0,'0'0'0,"0"0"0,0 0 0,0 0 16,2 3-16,14 8 15,23 3-15,25-2 16,14 0-16,7-13 16,7-9-16,-6-1 15,-3-7-15</inkml:trace>
  <inkml:trace contextRef="#ctx0" brushRef="#br0" timeOffset="61199.26">12548 2317 0,'0'0'0,"0"0"15,0 0-15,0 0 16,12 2-16,28 7 16,36 6-16,6 4 15,-8-3-15</inkml:trace>
  <inkml:trace contextRef="#ctx0" brushRef="#br0" timeOffset="64499.43">14766 1602 0,'0'0'0,"0"0"0,0 0 16,0 0-16,0 0 15,-1 3-15,1-3 16,0 12 0,1 6-16,2 11 15,1 11-15,2 9 16,2 12-16,1 7 16,-2 15-16,-5 2 15,-4 7-15,-3 3 16</inkml:trace>
  <inkml:trace contextRef="#ctx0" brushRef="#br0" timeOffset="65232.8">14676 1948 0,'0'0'0,"0"0"0,0 0 16,0 0-16,0 0 15,0 0-15,0 0 16,0 0-16,11 0 16,13-2-1,15-2-15,7 0 16,6-3-16,2-3 16,0-3-16,-4-1 15</inkml:trace>
  <inkml:trace contextRef="#ctx0" brushRef="#br0" timeOffset="65765.67">15171 2296 0,'0'0'0,"0"0"0,0 0 0,0 0 15,-1-1-15,1 1 16,0 0-16,10-10 16,19 3-1,20-2-15,6 6 16,0 1-16,-2 3 16,-5 0-16,-1-1 15,-5 0-15,-5 0 16,-10-1-16,1 1 15</inkml:trace>
  <inkml:trace contextRef="#ctx0" brushRef="#br0" timeOffset="66032.55">15086 2321 0,'0'0'0,"0"0"0,0 0 0,0 0 16,0 0-16,9 3 15,13 5 1,17-1-16,10-5 16,4 0-16,-1-4 15,0 0-15,-5-2 16,-5-2-16,-3-2 15,-8-1-15,155-55 16</inkml:trace>
  <inkml:trace contextRef="#ctx0" brushRef="#br0" timeOffset="66248.41">15215 2289 0,'0'0'0,"2"1"15,-2-1-15,33 9 16,16 4 0,10 0-16,2-6 15,-6-10-15,211-24 16</inkml:trace>
  <inkml:trace contextRef="#ctx0" brushRef="#br0" timeOffset="70466.11">10432 7205 0,'0'0'0,"0"0"0,0 0 15,0 0-15,-5-1 16,5 1-16,0 0 16,-11-4-16,11 4 15,-12-4-15,12 4 16,-14-2-1,14 2-15,-15-1 16,0 2-16,-1 1 16,-3 3-16,0 2 15,1 2-15,2 0 16,3 3-16,0 0 16,1 5-16,1 1 15,1 1-15,2 2 16,0-2-1,3 1-15,-1-1 16,2 3-16,0 2 16,2 1-16,1 2 15,2-1-15,0 2 16,2 0-16,2-2 16,1 1-16,0-2 15,3 2-15,3 0 16,1-4-16,0 1 15,4-4 1,5 0-16,4-1 16,3-2-16,2-3 15,15-6 1,6-2 0,5-5-16,-4-4 15,-15 0-15,2-4 16,-3-4-1,2-2-15,1-4 16,-3 0-16,-4-3 16,-3-4-16,-3-1 15,-2-2-15,-3 1 16,-4 2-16,-3-2 16,-5 2-16,-4-1 15,-4-3-15,-3 2 16,-4 1-1,-3 1-15,-5 1 16,-4-1-16,-3 1 16,-2 2-16,-3 1 15,-2-2-15,-2 0 16,-2 3-16,-1 2 16,-4 2-16,-1 2 15,-1 2-15,-3 5 16,-4 4-16,-4 7 15,-5 4 1,3 7-16,1 5 16,-1 4-16,5 5 15,4 1-15,6 1 16,6 1-16</inkml:trace>
  <inkml:trace contextRef="#ctx0" brushRef="#br0" timeOffset="73716.07">8192 6542 0,'0'0'0,"0"0"0,0 0 0,0 0 16,0 0-16,0 0 15,2 4-15,3 3 16,4 4-16,3 3 15,5-1-15,4 3 16,4 2-16,1 1 16,1 0-1,0 0-15,-2-1 16,-2-3-16,-5 0 16</inkml:trace>
  <inkml:trace contextRef="#ctx0" brushRef="#br0" timeOffset="74035.69">8387 6450 0,'0'0'0,"0"0"0,0 0 0,0 0 0,0 0 16,0 3-16,0-3 16,-3 12-16,-1 4 15,-3 7 1,-3 5-16,-4 3 16,-1 0-16,-3 3 15,-1 1-15,-1 2 16,2-3-16,1-3 15,2-3-15</inkml:trace>
  <inkml:trace contextRef="#ctx0" brushRef="#br0" timeOffset="74349.25">8569 6831 0,'0'0'0,"0"0"0,0 2 16,0-2-16,-1 10 15,0 2-15,0 9 16,-1 7-16,-1 8 16,-1 3-16,0 3 15,-1 1-15,2-2 16</inkml:trace>
  <inkml:trace contextRef="#ctx0" brushRef="#br0" timeOffset="75216.25">8647 6768 0,'0'0'0,"0"0"0,0 0 15,0 0-15,0 0 16,0 0-16,0 0 15,3 1-15,-3-1 16,11 5-16,-1-1 16,4 0-16,3 4 15,5-1-15,5 4 16,3-1 0,2 2-16,2-1 15,3 3-15,0-1 16,3 0-16,1 2 15,1-1-15,-1-1 16,0 0-16,0 0 16,1-2-16,1-1 15,2-1-15,2 0 16,-2-1 0,1 0-16,-1 1 15,0-1-15,1 3 16,-4 2-16,-1 1 15,-4 0-15,-3 0 16,-1-1-16,-2 1 16,-3-3-1,-3-1-15,-2-1 0,0 0 16,-1 0-16,-2-1 16,-1 0-1,-3-2-15,-1 1 16,-1-1-16,-3 0 15,0-1-15,-11-5 16,17 7-16,-17-7 16,13 6-16,-13-6 15,0 0-15,10 5 16,-10-5-16,0 0 16,0 0-1,13 7-15,-13-7 16,0 0-16,0 0 15,0 0-15,0 0 16,8 6-16,-8-6 16,0 0-16,0 0 15,0 0-15,0 0 16</inkml:trace>
  <inkml:trace contextRef="#ctx0" brushRef="#br0" timeOffset="75782.53">10027 6934 0,'0'0'0,"0"0"0,0 0 16,0 0-1,0 0-15,0 0 16,0 0-16,0 0 15,0 1-15,0-1 16,8 12-16,3 2 16,5 3-16,6 1 15,3 2-15,-2-1 16,1 0-16,-3-3 16,-1 1-1,-1-3-15,-5-1 16,-3-3-16,-4-1 15,-2-2-15,-5-7 16,7 10-16,-7-10 16,2 9-16,-8 0 15,-9 8-15,-14 10 16,-12 4-16,-4 1 16,0-3-16,1-2 15,6-2 1,-2 0-1,5-3 1</inkml:trace>
  <inkml:trace contextRef="#ctx0" brushRef="#br0" timeOffset="76632.46">9264 6448 0,'0'0'0,"0"0"16,0 0-16,0 2 16,0-2-1,4 19-15,2 4 16,0 3-16,0 0 15,0 0-15,0 1 16,2-5-16,2 0 16,0-4-16,-1-3 15,-1-3-15,-1-5 16,-7-7-16,11 6 16,-11-6-1,16-6-15,-5-3 16,0-3-16,0-6 15,0-4-15,-2 0 16,0-1-16,-3-1 16,-1 7-16,-2 4 15,-2 4-15,-1 9 16,2-9-16,-2 9 16,0 0-16,0 0 15,3 10 1,2 5-16,1 6 15,1 0-15,-1 1 16,1 1-16,1-4 16,0-3-16,1-4 15,-2-4-15,-7-8 16,15 6-16,-5-6 16,1-7-16,3-5 15,0-5 1,-2-6-16,0 0 15,-3-2-15,-3-3 16,-1 1-16,-3 4 16,0 6-16,-2 5 15,0 4-15,0 8 16,0-8-16,0 8 16,0 0-16,0 0 15</inkml:trace>
  <inkml:trace contextRef="#ctx0" brushRef="#br0" timeOffset="76865.84">9786 6569 0,'0'0'0,"0"0"0,0 0 16,0 0-1,0 0-15,0 0 16,0 3-16,-2 3 16,1 6-16,-2 6 15,-1 6-15,-1 3 16,-1 0-16,0 0 16,2 0-16</inkml:trace>
  <inkml:trace contextRef="#ctx0" brushRef="#br0" timeOffset="78099.32">8416 7650 0,'0'0'0,"0"0"15,0 0-15,0 0 16,0 0-1,0 1-15,0-1 16,0 0-16,0 0 16,20 5-16,1-4 15,6-2-15,8-1 16,3-1-16,2 0 16,4-1-16,3 1 15,3 0-15,2-1 16,2 1-16,2 0 15,2 0 1,1 0-16,0 0 16,-2-1-16,0 0 15,-1-1-15,-2-1 16,2-1-16,0 1 16,-2 0-16,-1 0 15,-2 1-15,-2-2 16,-4 3-1,-1-2-15,-2 3 16,-5-1-16,-4 2 16,-5 0-16,-6 0 15,-5 1-15,-6 0 16,-11 1-16,12 0 16,-12 0-16,0 0 15,0 0-15,0 0 16,0 0-16,0 0 15,1-6 1,-13-2-16,-6-3 16,-5-1-16,-4-2 15,-3 2-15,0-2 16,-1 0-16,3 3 16,1 0-16,4 2 15,6 2-15,4 2 16,13 5-16,-16-6 15,16 6 1,0 0-16,0 0 16,-9-3-16,9 3 15,0 0-15,5 9 16,4 2-16,8 3 16,7 3-16,3 1 15,-4-3-15,0 0 16,-5-3-16,-2 0 15,-2 0 1,-4 2-16,-3 0 16,-5 2-16,-8 6 15,-6 1-15,-22 16 32,-9 5-32</inkml:trace>
  <inkml:trace contextRef="#ctx0" brushRef="#br0" timeOffset="78798.38">7598 7437 0,'0'0'0,"0"0"15,0 0-15,-3 2 16,3-2-16,0 0 15,0 0-15,1 10 16,4 1 0,4 5-16,6 3 15,6 2-15,2 3 16,3 0-16,2 2 16,-3-4-16,1 3 15,-1-4-15,-2 1 16,-2-4-16,-4-3 15,-4-3-15,-5-3 16</inkml:trace>
  <inkml:trace contextRef="#ctx0" brushRef="#br0" timeOffset="79082.78">7808 7382 0,'0'0'0,"0"0"0,0 0 0,0 0 0,-2 1 16,2-1-16,-11 19 16,0 6-16,1 6 15,1 6-15,1-3 16,-1 1-16,0-1 15,2-1-15,0-1 16,3-1 0,2-3-16,1-7 15,1-9-15</inkml:trace>
  <inkml:trace contextRef="#ctx0" brushRef="#br0" timeOffset="79548.97">7929 7721 0,'0'0'0,"0"0"0,0 0 16,1-3-16,-1 3 15,10-6-15,0 0 16,1 1-16,4 1 15,1 5 1,-1 2-16,0 3 16,0 4-16,-6 3 15,-3 5-15,-3 3 16,-4 3-16,-1-3 16,-2-2-16,0-2 15,-2-1-15,0-2 16,0-4-16,0 1 15,1-2-15,1-2 16,4-7 0,-5 8-16,5-8 15,0 0-15,0 0 16,11-1-16,4-1 16,5-2-16,3 0 15,-1 0-15,-1 0 16,-4-1-16,-3 2 15,-2 1-15,-2 0 16,-10 2-16</inkml:trace>
  <inkml:trace contextRef="#ctx0" brushRef="#br0" timeOffset="80515.92">8740 7348 0,'0'0'0,"0"0"15,0 0-15,0 0 16,2 0-16,-2 0 15,8 10-15,0 0 16,3 4-16,2 1 16,1 2-1,-1-1-15,-1-1 16,-2-2-16,0-3 16,-1-2-16,2-2 15,0-3-15,-1-3 16,0-3-16,-10 3 15,16-13-15,-9 1 16,0-5 0,-2-3-16,0 0 15,-1 1-15,-2 3 16,0 4-16,-1 3 16,-1 9-16,2-6 15,-2 6-15,0 0 16,0 0-16,16 11 15,-7 1-15,3 1 16,-3 2-16,0-3 16,-2-3-1,-1-2-15,-6-7 16,13 6-16,-13-6 16,16-5-16,-7-6 15,1-5-15,-1-5 16,-2-4-16,-3-1 15,-2 1-15,-2 3 16,-1 5 0,0 2-16,-1 4 15,1 4-15,1 7 16,-1-7-16,1 7 16,0 0-16,0 0 15,0 0-15,10 7 16</inkml:trace>
  <inkml:trace contextRef="#ctx0" brushRef="#br0" timeOffset="80999.39">9234 7313 0,'0'0'0,"0"0"15,0 0-15,0 0 16,0 0-16,0 0 15,3-2-15,-3 2 16,0 0-16,10 0 16,-10 0-16,14 0 15,-14 0 1,17 1-16,-17-1 16,17 3-16,-17-3 15,14 5-15,-14-5 16,12 11-16,-7-1 15,-2 5-15,0 2 16,-4 3-16,-3 2 16,-5 3-16,-2-1 15,-1-4 1,3-6-16,4-4 16,5-10-16,-6 10 15,6-10-15,0 0 16,0 0-16,0 0 15,13-7-15,8-7 16,5-3-16,4-3 16,3-2-16,-1 3 15,-4 3 1,-4 4-16,-3 2 16,1 2-16,1-1 15,-3 3-15</inkml:trace>
  <inkml:trace contextRef="#ctx0" brushRef="#br0" timeOffset="82882.55">9028 8481 0,'0'0'0,"0"0"15,0 0-15,0 0 16,0 0-16,2 0 15,-2 0-15,0 0 16,0 0-16,0 0 16,0 0-16,0 0 15,16-9-15,-7 1 16,4-2 0,3-2-16,1-1 15,3-3-15,2-1 16,4-3-16,3-1 15,5-3-15,1 2 16,3 1-16,0 0 16,1 0-16,2-2 15,-1 2-15,2-2 16,-1 1 0,-3 0-16,3 2 15,-4-1-15,1 1 16,0 0-16,-2 1 15,-3 1-15,-1 2 16,-2 0-16,-3 0 16,-2-1-16,-2 3 15,-3 1-15,-4 2 16,-2 2 0,-3 2-16,-2 0 15,-9 7-15,16-11 16,-16 11-16,11-7 15,-11 7-15,0 0 16,8-6-16,-8 6 16,0 0-16,0 0 15,0 0-15,0 0 16,0 0-16,5-7 16,-5 7-1,0 0-15,0 0 16,-18-4-16,2 2 15,-3 3-15,1 0 16,2 1-16,2-1 16,0 1-16,2 0 15,12-2-15,-18 1 16,18-1 0,-11 2-16,11-2 15,0 0-15,0 0 16,0 0-16,0 0 15,0 0-15,0 0 16,0 0-16,4-7 16,10 4-16,6-3 15,0 3-15,-1 0 16,-1 1-16,-2 2 16,-2-1-16,-4 1 15,-10 0 1,16 1-16,-16-1 15,0 0-15,12 5 16,-11 4-16,-4 8 16,-4 10-16,-7 4 15,-2 0-15,-1-4 16,3-3-16,1-2 16,0 0-1</inkml:trace>
  <inkml:trace contextRef="#ctx0" brushRef="#br0" timeOffset="83782.7">9681 8274 0,'0'0'0,"0"0"0,-3 0 16,3 0-16,0 0 15,0 0-15,0 6 16,5 7-16,6 11 16,2 3-16,1 3 15,0-5-15,1-3 16,7-4-16,0-4 16,0-4-1,-5-5-15,-2-3 16,-3-3-16,-2-2 15,-2-5-15,-2-1 16,0-3-16,-2-5 16,0-2-16,-1 0 15,-1 2-15,-1 7 16,-1 3-16,0 7 16,0-10-1,0 10-15,0 0 16,0 0-16,4 10 15,1 4-15,1 3 16,2-2-16,1-2 16,4-3-16,4-1 15,1-4-15,-3-2 16,-2-3-16,-3-3 16,-10 3-16,14-12 15,-9 2 1,-3-3-16,0-4 15,-3-1-15,-2-5 16,-6 1-16,-2-4 16,0 5-16,2 3 15,1 6-15,2 3 16,3 2-16,3 7 16,-4-8-16,4 8 15,0 0 1,0 0-16,15-4 15</inkml:trace>
  <inkml:trace contextRef="#ctx0" brushRef="#br0" timeOffset="84432.59">10195 8383 0,'0'0'0,"0"0"0,0 0 15,0 0-15,0 0 16,0 0-16,-1-2 16,1 2-16,7-10 15,2-3 1,5-3-16,3 0 15,-2 2-15,0 4 16,-3 3-16,1 5 16,1 2-16,-2 6 15,2 4-15,-5 7 16,-6 7-16,-3 2 16,-6 0-1,0-3-15,0-3 16,-2-5-16,4-3 15,-1-5-15,5-7 16,-3 7-16,3-7 16,0 0-16,0 0 15,0 0-15,0 0 16,15-12-16,5 1 16,4 1-16,-1 4 15,-7 2 1,-4 3-16,-12 1 15,15-1-15,-15 1 16,0 0-16,7 7 16,-11 3-16,-7 4 15,-10 3-15,-6 1 16,0-4-16,-2 1 16,3-2-16,1 1 15,4-4 1,1-2-16,0 0 15,2-2-15,2 0 16,0-2-16,2-1 16,-6-3-16</inkml:trace>
  <inkml:trace contextRef="#ctx0" brushRef="#br0" timeOffset="85065.22">8510 8372 0,'0'0'0,"0"0"16,-2 0-16,2 0 16,0 0-16,0 0 15,0 0-15,0 0 16,0 0-1,0 0-15,2 8 16,10 4-16,4 2 16,4 3-16,2 1 15,-1-2-15,-1-1 16,-1-2-16,-1 0 16,-2-1-16,0-1 15,-4-3-15,-1-2 16,-11-6-1,14 7-15,-14-7 16,0 0 0,2-33-1</inkml:trace>
  <inkml:trace contextRef="#ctx0" brushRef="#br0" timeOffset="85300.04">8641 8298 0,'0'0'0,"0"0"15,0 0-15,0 0 16,0 0-16,-3 2 16,3-2-16,-8 17 15,-2 4-15,0 15 16,2-3-16,3 0 16,2-3-16,2-2 15,2 1-15,2-3 16,0-3-1,1-5-15,-1-8 16</inkml:trace>
  <inkml:trace contextRef="#ctx0" brushRef="#br0" timeOffset="85848.99">8781 8474 0,'0'0'0,"0"0"0,0 0 0,0 0 0,0 0 16,4-2-16,-4 2 16,15-6-16,-4 2 15,2 0-15,0 1 16,0 2-16,-2 2 15,0 2-15,-11-3 16,16 12 0,-10-2-16,-3 3 15,-1 3-15,-3 0 16,-1-2-16,0-4 16,0-2-16,2-8 15,-3 9-15,3-9 16,0 0-16,0 0 15,0 0 1,-1 7-16,1-7 16,10 0-16,-10 0 15,20 0-15,-6 0 16,-2 0-16,1 0 16,-2 2-16,-11-2 15,15 9-15,-15-9 16,8 12-16,-6-3 15,-2 2 1,-2 0-16,-3-2 16,-1 1-16,-4 0 15,-3 3-15,-3 0 16,-7-2-16,0 3 16</inkml:trace>
  <inkml:trace contextRef="#ctx0" brushRef="#br0" timeOffset="91399.23">10665 8231 0,'0'0'0,"0"0"0,0 0 0,-1-2 16,1 2-16,0 0 15,0 0 1,2-8-16,-2 8 15,16-13-15,1 6 16,5 1-16,0 1 16,0 2-16,-4 2 15,-2 1-15,0 1 16,-1 1-16,0 2 16,1 0-16,0 1 15,-3-1 1,-13-4-16</inkml:trace>
  <inkml:trace contextRef="#ctx0" brushRef="#br0" timeOffset="91699.22">10848 8068 0,'0'0'0,"0"0"15,0 0-15,0 0 16,-1 2-16,1-2 16,-1 7-16,1 0 15,-1 5-15,2 0 16,0 3-16,2 0 16,0 3-16,-1 0 15,2 5 1,0 1-16,-1-2 15,2 2-15,0-2 16,2-1-16,-2-5 16</inkml:trace>
  <inkml:trace contextRef="#ctx0" brushRef="#br0" timeOffset="92349.75">11140 8030 0,'0'0'0,"0"0"16,0 0-16,0 0 16,0 0-16,0 0 15,1 4-15,0 2 16,3 11-1,1 9-15,-1 8 16,-1 5-16,-1-1 16,-1 6-16,0-4 15,0-1-15,1-1 16,0-6-16,-1-3 16,0-6-16,0-9 15,-1-4 1,0-10-16,0 7 15,0-7-15,0 0 16,0 0-16,-2-10 16,0-7-16,0-3 15,3-4-15,4-1 16,5-2-16,1 2 16,3 5-16,1 4 15,0 5-15,2 5 16,1 2-1,1 5-15,-2 4 16,-1 6-16,-3 5 16,1 3-16,-5 1 15,-1-2-15,-4 3 16,-2-1-16,-4 1 16,-2-4-16,-2-1 15,0-2 1,-3-2-16,-1-1 15,-5-3-15,-3 0 16,-7-2-16,-1 3 16,-5 0-16,-4-2 15,3-5-15,4-4 16,5-2-16,0-2 16</inkml:trace>
  <inkml:trace contextRef="#ctx0" brushRef="#br0" timeOffset="98066.85">14468 3820 0,'0'0'0,"0"0"0,0-2 16,0 2-16,0 0 16,0 0-16,0 0 15,-11 1-15,11-1 16,-19 11 0,2-1-16,-3 4 15,-3 6-15,-5 2 16,-1 5-16,-1 3 15,-1 4-15,-1 6 16,-6 7-16,5-5 16,-1 2-16,5-3 15,4 0-15,9 6 16,5 4-16,5 4 16,4 1-1,0-8-15,3 5 16,2-4-16,5 10 15,3 8-15,1-7 16,2 1-16,1 9 31,-1-16-31</inkml:trace>
  <inkml:trace contextRef="#ctx0" brushRef="#br0" timeOffset="98698.61">15110 4062 0,'0'0'0,"0"0"15,0 0-15,0 0 16,0 0-16,0 0 16,0 0-16,3 4 15,0 2-15,1 5 16,2 3-16,1 4 16,3 3-1,0 5-15,2 4 16,0 4-16,1 7 15,-6 6-15,0 6 16,-3 4-16,-2 4 16,-1-1-16,-3 0 15,-2-5-15,-3 0 16,-1-3-16,-5 0 16,-3 0-1,-4-5-15,-5-3 16,-5-1-16,-2-3 15,-4-3-15,-2 0 16,0-3-16,1-5 16,2-1-16,7-6 15,2-1-15</inkml:trace>
  <inkml:trace contextRef="#ctx0" brushRef="#br0" timeOffset="100798.74">13249 4194 0,'0'0'0,"0"0"0,0 0 16,0 0-16,0 0 16,5 0-16,-5 0 15,24 7-15,-4-2 16,8-1-16,4 0 15,9-3 1,4-1-16,2-1 16,-1-2-16,-5 0 15,-3-1-15,-4 2 16,-5-1-16,-7 1 16,-1 0-16,-6 1 15,-3 1-15,-12 0 16,15 0-1,-15 0-15,0 0 16,0 0-16,0 0 16,0 0-16,0 0 15,0 0-15,0 0 16,0 0-16,0 0 16,0 0-16,0 0 15,4-8-15,-4 8 16,-12-11-1,5 4-15,7 7 16,-7-6-16,7 6 16,0 0-16,0 0 15,-5-8-15,5 8 16,0 0-16,0 0 16,0 0-16,-3-6 15,3 6-15,0 0 16,0 0-1,0 0-15,-4-7 16,4 7-16,0 0 16,0 0-16,0 0 15,0 0-15,0 0 16,0 0-16,0 0 16,0 0-16,9 9 15,-9-9-15,8 12 16,-5-6-1,1 3-15,-3 3 16,-4 6-16,-3 4 16</inkml:trace>
  <inkml:trace contextRef="#ctx0" brushRef="#br0" timeOffset="101799.36">15257 4520 0,'0'0'0,"0"0"16,6 2 0,7 4-16,10 1 15,8-2-15,5-1 16,2 0-16,1-2 16,-2-1-16,2-1 15,2-1-15,4 1 16,-6 0-16,-10 0 15,-7 0-15,-5 0 16,-8 0 0,-9 0-16,12 0 15,-12 0-15,0 0 16,0 0-16,0 0 16,0 0-16,0 0 15,0 0-15,0 0 16,-13-10-16,3 4 15,0 0-15,10 6 16,-18-11 0,18 11-16,-16-12 15,9 6-15,7 6 16,-9-11-16,9 11 16,-5-6-16,5 6 15,0 0-15,0 0 16,-2-7-16,2 7 15,0 0 1,0 0-16,0 0 16,0 0-16,0 0 15,6 9-15,3 3 16,1 3-16,-1 0 16,-1-1-16,-1 0 15,-5-2-15,-1 1 16,-2 1-16,-5-1 15,-9 3 1,-11 2-16,-17 0 16,-14-2-16</inkml:trace>
  <inkml:trace contextRef="#ctx0" brushRef="#br0" timeOffset="105699.88">11108 2390 0,'0'0'0,"0"0"0,0 0 16,2-1-16,-2 1 15,0 0-15,0 0 16,0 0-16,18 1 15,-1 1-15,10 0 16,9 2-16,4-1 16,0 0-16,4 1 15,3-1-15,3-1 16,1-1 0,1-2-16,2 0 15,0 0-15,0-1 16,-1 2-16,-2-1 15,0 0-15,-2 1 16,0-2-16,0 1 16,-2 1-16,3 0 15,1 3-15,2-1 16,2 1 0,0 0-16,0 1 15,1 0-15,1 0 16,-4 0-16,-1-1 15,-2 0-15,3 0 16,1 1-16,3-1 16,5-1-16,-3 0 15,2 0-15,4-1 16,-5 1 0,2-1-16,3 0 15,-4 0-15,3 0 16,3 0-16,-2 0 15,0 0-15,2 0 16,-2-2-16,2 1 16,4-1-16,-4-1 15,1 0-15,3 0 16,-5 0-16,10 0 16,-4-1-1,-4 0-15,5 1 16,-6 0-16,-2 0 15,2 1-15,-5-1 16,2 0-16,3 1 16,-4 0-16,1-1 15,2 0-15,-7 1 16,0 1-16,1 0 16,-4 0-1,-2 0-15,-4 0 16,-4 0-16,-3 0 15,-5 0-15,-6 0 16,-9 1-16,-6 1 16,-5 1-16,-12-3 15,4 7-15,-29 9 16</inkml:trace>
  <inkml:trace contextRef="#ctx0" brushRef="#br0" timeOffset="107465.68">11433 2551 0,'0'0'0,"0"-2"0,0 2 16,-5-11 0,-5-3-16,-6-5 0,-3 0 15,-4 2 1,-6 0-16,-6 2 15,-4 1-15,0 5 16,-2 3-16,-5 5 16,-5 4-16,-1 5 15,-1 5-15,6 4 16,4 1-16,6 2 16,4 1-1,2 4-15,0 5 16,4 3-16,0 4 15,4-1-15,2 1 16,3 0-16,3 0 16,3 2-16,2 0 15,4 3-15,1 5 16,3 1-16,2 1 16,1 1-16,3 2 15,1 5 1,2 1-16,3 4 15,-1-1-15,1 3 16,-1 0-16,1 3 16,0 0-16,-1-3 15,1 3-15,-1-3 16,3 2-16,-1 0 16,0 3-16,4 1 15,-1-2 1,3 3-16,3-3 15,5 3-15,2-3 16,4 3-16,0-4 16,1-3-16,3-5 15,2-3-15,2-2 16,4-1-16,-1-4 16,0-1-16,2-2 15,-3-1 1,3-2-16,-3 1 15,2-2-15,-1-1 16,-2-1-16,0-2 16,-1-2-16,1 1 15,-2-1-15,-1-3 16,-3-2-16,0 1 16,0-2-16,0 4 15,-2 0 1,-5 1-16,-4 2 15,-2 0-15,-4 2 16,-4 2-16,0 2 16,-4-3-16,-1-2 15,0-1-15,0-2 16,-1-4-16,-2-2 16,1-1-16,0 0 15,-1-1 1,-1-2-16,0-4 15,-1-2-15,-1-3 16,1-2-16,-1-1 16,0-3-16,0-2 15,-1-2-15,-1-6 16,2 8-16,-2-8 16,0 0-16,0 0 15,0 0 1,0 0-16,0 0 15,0 0-15,0 0 16,0 0-16,0 0 16,0 0-16,0 0 15,0 0-15,0 0 16,0 0-16,0 0 16,0 0-16,0 0 15,0 0 1,-2 7-16,2-7 15,-1 6-15,1-6 16,0 10-16,0-10 16,1 11-16,-1-11 15,1 10-15,-1-10 16,1 8-16,-1-8 16,2 11-16,-2-11 15,0 12 1,0-12-16,0 9 15,0-9-15,-2 11 16,2-11-16,-1 8 16,1-8-16,-3 11 15,1-4-15,-1 0 16,1 0-16,0 0 16,2-7-16,-3 11 15,3-11-15,-3 10 16,3-10-16,-3 8 15,3-8 1,-1 8-16,1-8 16,0 8-16,0-8 15,0 6-15,0-6 16,0 0-16</inkml:trace>
  <inkml:trace contextRef="#ctx0" brushRef="#br0" timeOffset="107948.95">11681 6366 0,'0'0'0,"0"0"0,1 2 16,-1-2-16,9 17 15,2 2 1,1 5-16,2 1 16,0 0-16,-2-1 15,2-1-15,0-1 16,2-5-16,1 0 16,-1-6-16,-2-2 15,0-2-15,-2-1 16,2-3-1,-1-1-15,1-1 16,2-2-16,1-2 16,4-2-16,3-3 15,1-3-15,0 0 16,-4-3-16,-1-4 16,2-2-16,0-3 15,1-3-15,-1-1 16,3-2-1,0 0-15,1-2 16,4 1-16,6 1 16,-1 5-16,-2 2 15,0 2-15,0 4 16</inkml:trace>
  <inkml:trace contextRef="#ctx0" brushRef="#br0" timeOffset="109565.99">12164 7055 0,'0'0'0,"0"0"0,0 0 16,0 0-1,0 0-15,0 2 16,0-2-16,0 0 16,0 0-16,-1 6 15,-1 2-15,-3 11 16,-3 12-16,0 7 16,-2 3-16,0 7 15,3 3-15,3-2 16,3-3-1,4-5-15,3-4 16,0-7-16,0-7 16,-1-8-16,1-5 15,-6-10-15,13 7 16,-1-11-16,9-8 16,4-12-16,-1-5 15,-4 0-15,-5 1 16,-2 0-16,-2-2 15,-2 3-15,-3 5 16,-2 6 0,-1 5-16,-2 3 15,-1 8-15,1-6 16,-1 6-16,0 0 16,0 0-16,0 0 15,2 7-15,2 11 16,1 8-16,0 7 15,1 4-15,1 1 16,5-2 0,1-3-16,2-7 15,1-3-15,-1-6 16,-2-6-16,-3-6 16,0-2-16,1-6 15,3-7-15,3-10 16,1-9-16,-3-8 15,0-2-15,-3 1 16,-2 3-16,-1 2 16,0-2-1,-1 4-15,-3 2 16,-1 7-16,-3 6 16,-1 6-16,0 3 15,0 7-15,0 0 16,0 0-16,0 0 15,0 0-15,-3 19 16,3-6 0</inkml:trace>
  <inkml:trace contextRef="#ctx0" brushRef="#br0" timeOffset="110032.49">12677 6787 0,'0'0'0,"0"0"16,0 0-16,0 0 16,0 0-16,0 0 15,0 0-15,5-1 16,11-2-16,18-1 15,8-3-15,6 0 16,4 0-16,-1-1 16,1 1-1,-5 0-15,-2 2 16,-3 1-16,-6 6 16,-2 3-16,-6 1 15,-6-2-15,-5 1 16,-5-2-16,-12-3 15,0 0-15</inkml:trace>
  <inkml:trace contextRef="#ctx0" brushRef="#br0" timeOffset="110365.82">13033 6783 0,'0'0'0,"0"0"0,0 0 0,0 0 0,0 4 15,0 3-15,0 5 16,0 8-16,0 8 16,0 4-16,0 0 15,0 1-15,0 1 16,-2 0-16,0-2 15,-2-1-15,0-6 16,2-6-16,-2-2 16,2-5-1,0-4-15,0-1 16,2-7-16,-7 9 16,7-9-1</inkml:trace>
  <inkml:trace contextRef="#ctx0" brushRef="#br0" timeOffset="110931.98">13004 7294 0,'0'0'0,"0"0"16,0 0-16,0 0 15,0 0-15,1 5 16,4 5-16,4 7 15,5 5-15,2 0 16,6 3-16,3 2 16,0-2-1,0-1-15,-1-1 16,-2-2-16,-1 0 16,-1-2-16,-3-3 15,-4-2-15,0 0 16,-3-2-16,-1-1 15,-9-11 1,0 0 0,0 0-1</inkml:trace>
  <inkml:trace contextRef="#ctx0" brushRef="#br0" timeOffset="111232.5">13172 7420 0,'0'0'0,"0"0"0,0 0 15,0 0 1,1 4-16,-5 5 16,-2 9-16,-4 4 15,0 0-15,-4 4 16,0-2-16,-1-1 15,1-3-15,0-4 16,0 1 0,4-5-16,1-2 15,4-2-15,5-8 16,-9 10-16,9-10 16</inkml:trace>
  <inkml:trace contextRef="#ctx0" brushRef="#br0" timeOffset="111915.68">13335 7387 0,'0'0'0,"0"0"16,0 0-16,-1-4 15,1 4-15,-6-10 16,6 10-16,-7-9 15,7 9-15,0 0 16,-8-8-16,8 8 16,-15 0-16,3 5 15,-5 4 1,-3 4-16,-3 7 16,0 4-16,-1 1 15,3 3-15,1-2 16,3-3-16,1 0 15,6-3-15</inkml:trace>
  <inkml:trace contextRef="#ctx0" brushRef="#br0" timeOffset="112482.34">13601 7431 0,'0'0'0,"0"0"0,1-2 16,-1 2-16,11-7 15,2-2-15,12-2 16,13 2 0,4 5-16,3-1 15,2 3-15,-3 0 16,-1 2-16,-7 2 15,-2-1-15,1 2 16,-8-1-16,2 0 16,-10 0-16,-2 2 15,-3 2-15,-14-6 16</inkml:trace>
  <inkml:trace contextRef="#ctx0" brushRef="#br0" timeOffset="112832.46">13859 7201 0,'0'0'0,"0"0"0,0 0 16,0 0-16,0 0 15,0 0-15,2 5 16,-1 5-16,1 7 16,3 9-16,0 4 15,2 6 1,-2 4-16,-5 0 16,-1-1-16,-1 2 15,0-2-15,-1-2 16,-2-6-16,1-4 15,1-5-15,1-4 16,1-3-16,1-8 16,0-7-16</inkml:trace>
  <inkml:trace contextRef="#ctx0" brushRef="#br0" timeOffset="113533.98">14269 7129 0,'0'0'0,"0"0"16,0 0-16,1 4 15,0 5-15,2 11 16,2 13-16,-3 9 16,-2 5-16,-2 1 15,0 3-15,-2 2 16,0-4-16,-2-3 16,1-10-1,1-7-15,-1 0 16,2-8-16,2-2 15,1-6-15,0-3 16,0-2-16,0-8 16,0 0-16,0 0 15,0 0-15,-3-15 16,0-3-16,2-7 16,6-3-16,6 0 15,5 1 1,1 3-16,5 1 15,-3 5-15,3 4 16,2 6-16,4 2 16,5 8-16,-3 5 15,0 6-15,1 4 16,-6 2-16,-2 3 16,-6 0-16,-4 2 15,-3 0 1,-5 2-16,-5 2 15,-7 1-15,-8 1 16,-6-1-16,-10-4 16,-6-7-16,-9-8 15,-8-9-15,-2 1 16,3-3 0,9-5-16,-1-8 15,1-11-15,0-1 16,2-5-16,19 9 15,6-6-15,5 1 16,4 4-16</inkml:trace>
  <inkml:trace contextRef="#ctx0" brushRef="#br0" timeOffset="114514.99">11043 7118 0,'0'0'0,"0"0"16,0 0-16,0 0 15,0 0 1,0 0-16,0 0 15,0 0-15,5 0 16,5 0-16,12 0 16,10-1-16,5-1 15,2-2-15,-2-1 16,-3-1-16,-1 0 16,-6 0-16,-5 3 15,-3 3-15,-3 3 16,-5 2-1,0 2-15,-3 0 16,-3 3-16,-1 4 16,-4 2-16,-4 3 15,-1 0-15,-5 2 16,-4 2-16,-2 3 16,-2 0-1,0-2-15,1-2 16,3-4-16,2 0 15,-1-2-15,1-1 16,1 0-16,3-2 16,3-3-16,1 0 15,2-2-15,-1-1 16,3 0-16,0-7 16,3 11-16,2-4 15,5 2-15,7-2 16,6 2-1,6-3-15,1-1 16,-2-1-16,-5-1 16,-4-2-16,-4 0 15,-2 0-15,-1 0 16,-12-1-16,18 2 16,-18-2-16,16 2 15,-16-2 1,15 2-16,-15-2 15</inkml:trace>
  <inkml:trace contextRef="#ctx0" brushRef="#br0" timeOffset="114849.28">11531 7310 0,'0'0'0,"1"2"16,-1-2-16,0 0 15,0 0-15,0 0 16,0 0-16,16 8 16,-6-4-16,6 0 15,5-1 1,2-2-16,5-1 15,1-1-15,2 1 16,3-1-16,-6 0 16,-2 0-16,-5 1 15,-4 2-15,-4 1 16,-3 2-16</inkml:trace>
  <inkml:trace contextRef="#ctx0" brushRef="#br0" timeOffset="115098.75">11576 7479 0,'0'0'0,"0"0"0,0 0 15,0 0 1,0 0-16,3 0 15,-3 0-15,21-4 16,3-1-16,2 2 16,3-2-16,-1 1 15,1 0-15,3 2 16,-3 1-16,-6 1 16,16 0-16</inkml:trace>
  <inkml:trace contextRef="#ctx0" brushRef="#br0" timeOffset="123182.4">5040 6636 0,'0'0'0,"0"1"0,0-1 0,0 0 15,0 0-15,-1 12 16,-1 9-16,0 17 16,-1 12-16,0-1 15,-2 12-15,-4 6 16,-4 2-16,-4 13 15,0-4 1,0-2-16,1-4 16,3-10-16,3-5 15,3-3-15,3-3 16,1-2-16,1-9 16,1-4-16,0-5 15,1-3-15,-1-4 16,0-4-1,0-2-15,-3-2 16,-8 2-16</inkml:trace>
  <inkml:trace contextRef="#ctx0" brushRef="#br0" timeOffset="123649.42">4516 7639 0,'0'0'0,"0"0"0,0 0 0,5 1 16,8 1-16,14 4 15,9 0-15,5 1 16,8 2-1,5-1-15,8 1 16,1-3-16,5 1 16,9-1-16,2 1 15,5-1-15,1-2 16,-1 0-16,1-1 16,-3-1-16,-4 5 15,-3 2-15,-9 3 16,-1 1-16,-4 1 15,-3-1 1,-1 1-16,-1 0 16,-1 2-16,-2-1 15,-1-1-15,-3 0 16,-2-1-16,-4-1 16,-5-1-16,-6-3 15,-3 0-15,-7-3 16</inkml:trace>
  <inkml:trace contextRef="#ctx0" brushRef="#br0" timeOffset="125016.4">5230 7507 0,'0'0'0,"0"0"15,0 0-15,0 0 16,0 0-16,4-2 16,-4 2-16,15-8 15,-5 2-15,5-1 16,1-2-16,0 0 15,1-1 1,-1 2-16,-2 0 16,0-1-16,2 1 15,-2 0-15,1 0 16,1-3-16,0 1 16,-2 0-16,-1 0 15,-2 2-15,1-1 16,0 1-16,0-2 15,0 2 1,-1-1-16,1 1 16,-2 1-16,1-1 15,-2 2-15,-9 6 16,18-11-16,-18 11 16,15-12-16,-15 12 15,15-12-15,-15 12 16,15-11-16,-15 11 15,16-12 1,-8 6-16,3-2 16,1 1-16,0 0 15,-2 1-15,1-1 16,-2 1-16,1 1 16,-10 5-16,19-11 15,-19 11-15,18-9 16,-8 4-16,1 0 15,1-1-15,-2 1 16,-10 5 0,18-8-16,-6 3 15,-1 0-15,1-1 16,0 0-16,-1 2 16,-1-2-16,1 0 15,-1 0-15,2 0 16,-3 1-16,-9 5 15,15-8 1,-15 8-16,14-8 16,-14 8-16,12-7 15,-12 7-15,13-8 16,-13 8-16,16-9 16,-16 9-16,17-8 15,-17 8-15,17-8 16,-17 8-16,19-11 15,-8 7-15,-1-2 16,0 2 0,1-1-16,2-1 15,2 0-15,-1-1 16,1 1-16,1-1 16,-3 1-16,-1 2 15,0-1-15,1 0 16,0 0-16,-1 0 15,0 1-15,-1 0 16,-1 0-16,0-1 16,1 2-1,0-2-15,1-1 16,0 0-16,-1-1 16,1 1-16,3-2 15,0-1-15,5-1 16</inkml:trace>
  <inkml:trace contextRef="#ctx0" brushRef="#br0" timeOffset="129549.49">8411 6764 0,'0'0'0,"0"3"0,0-3 0,0 0 0,-5 11 16,-4 1-16</inkml:trace>
  <inkml:trace contextRef="#ctx0" brushRef="#br0" timeOffset="129815.47">7713 8130 0,'0'0'0,"-3"-2"16,3 2-16,-2-7 16,3-1-16,0-14 15</inkml:trace>
  <inkml:trace contextRef="#ctx0" brushRef="#br0" timeOffset="134998.87">12158 7918 0,'3'4'0,"-3"-4"0,3 7 15,0 2-15,0 0 16,0-1-16,-3-8 16,2 8-16,-2-8 31,0 0-15,0 0-16,0 0 15,0 0-15,0 0 16,0 0-16,0 0 15,0 0-15,0 0 16,15-1-16,-15 1 16,24-3-16,-7 1 15,3 0 1,4 1-16,2-1 16,0 2-16,0 0 15,1 3-15,0-1 16,-1 1-16,0-1 15,0 0-15,-3 0 16,0 0-16,-2 0 16,-1-1-16,3 1 15,0-1 1,0 1-16,2-1 16,0 1-16,2-1 15,-1 0-15,-2-1 16,-1 2-16,-1-2 15,1 1-15,-1 0 16,0 0-16,-1-1 16,1 1-16,-2 0 15,-1 0 1,-2 0-16,-5 0 16,0-1-16,-12 0 15,17 2-15,-17-2 16,17 2-16,-17-2 15,14 1-15,-14-1 16,11 2-16,-11-2 16,0 0-1,13 1-15,-13-1 16,0 0-16,11 0 16,-11 0-16,11 0 15,-11 0-15,17-1 16,-5 0-16,0 0 15,1 0-15,2 1 16,0-1-16,2 0 16,3 1-1,0 1-15,1-1 16,0 0-16,1 0 16,2 1-16,-4-1 15,0 3-15,-1 0 16,-1-1-16,-2 1 15,-2 0-15,0-2 16,-1 1-16,-1-1 16,3 1-16,-1 0 15,2-1-15,1 1 16,-4-1 0,-2 1-16,2 0 15,-1 0-15,-1-1 16,1 1-16,1 0 15,-2-2-15,1 3 16,3-1-16,4 1 16,4-1-1,5 1-15,-1-1 16,-2 1-16,3-1 16,1 1-16,2-1 15,2 0-15,-2 0 16,2-1-16,0 1 15,1 0-15,2-1 16,-2 0-16,-5 0 16,-2 0-16,-6-1 15,-3 1 1,-1 0-16,-1 0 16,0 0-16,-1 0 15,-1 0-15,2-1 16,-4 1-16,2-1 15,-14 0-15,16 2 16,-16-2-16,15 0 16,-15 0-16,11-2 15,-11 2-15,0 0 16,0 0 0,10-1-16,-10 1 15,0 0-15,0 0 16,0 0-16,0 0 15,0 0-15,0 0 16,0 0-16,0 0 16,0 0-16,0 0 15,0 0-15,0 0 16,0 0 0,6 7-16,-6-7 15,0 0-15,0 0 16,0 0-16,0 0 15,0 0-15,-2 6 16,2-6-16,0 0 16,0 0-16,0 0 15,0 0-15,-6-8 16,3 0 0,-2 0-16</inkml:trace>
  <inkml:trace contextRef="#ctx0" brushRef="#br0" timeOffset="140365.42">11947 6546 0,'0'0'0,"0"0"0,0 0 0,0 0 0,0 0 15,-2 1-15,2-1 16,0 0-16,0 0 15,-7 9-15,3-1 16,-2 6 0,-3 8-16,-1 7 15,-1 6-15,2 5 16,0 2-16,0 5 16,-1 1-16,0 3 15,1 2-15,1-3 16,2 0-16,0-3 15,3-2-15,2-2 16,3-1 0,0-4-16,2-4 15,1-1-15,0 1 16,1 1-16,0 1 16,0 2-16,2-2 15,1 1-15,1 1 16,2 0-16,4 4 15,2 1-15,6 5 16,4-3-16,3 2 16,6 1-1,-2-5-15,6 1 16,4-4-16,3-2 16</inkml:trace>
  <inkml:trace contextRef="#ctx0" brushRef="#br0" timeOffset="142298.48">14818 6614 0,'0'0'0,"0"0"0,0 0 16,1 3-16,-1-3 16,3 11-16,2 6 15,5 14-15,4 13 16,2 7-16,3 8 15,2 5-15,-1 3 16,-3 8 0,-3 3-16,-5-1 15,-2 8-15,-6-3 16,-2 0-16,-5 1 16,-1-9-16,-4-5 15,-4-3-15,-5-5 16,-3-7-16,-1-6 15,3-12-15,4-7 16,6-10-16,1-5 16,4-5-16,3-2 15,3-7 1,-5 7-16,5-7 16,0 0-16,0 0 15,-7 6-15,7-6 16,0 0-16,0 0 15,0 0-15,0 0 16,0 0-16,0 0 16,0 0-1,0 0-15,-10 6 16,10-6-16,0 0 16,0 0-16,0 0 15,0 0-15,0 0 16,0 0-16,0 0 15,0 0-15,0 0 16,0 0-16,0 0 16,0 0-16,0 0 15,-10 7 1,10-7-16,0 0 16,0 0-16,0 0 15,0 0-15,0 0 16,0 0-16,0 0 15,-7 6-15,7-6 16,0 0-16,0 0 16,0 0-1,0 0-15,0 0 16,-5 6-16,5-6 16,0 0-16,0 0 15,0 0-15,0 0 16,0 0-16,0 0 15,0 0-15,0 0 16,0 0-16,0 0 16,0 0-16,0 0 15,0 0 1,0 0-16,0 0 16,0 0-16,0 0 15,0 0-15,0 0 16,0 0-16,0 0 15,0 0-15,0 0 16,0 0-16,0 0 16,0 0-16,0 0 15,0 0 1,0 0-16,0 0 16,0 0-16,0 0 15,0 0-15,0 0 16,0 0-16,0 0 15,-3 7-15,3-7 16,0 0-16,0 0 16,0 0-16,0 0 15,0 0 1,0 0-16,0 0 16,0 0-16,0 0 15,0 0-15,0 0 16,0 0-16,0 0 15,0 0-15,0 0 16,0 0-16,0 0 16,0 0-1,0 0-15,0 0 16,0 0-16,0 0 16,0 0-16,0 0 15,0 0-15,0 0 16,0 0-16,0 0 15,0 0-15,0 0 16,0 0-16,0 0 16,0 0-16,0 0 15,0 0 1,0 0-16,0 0 16,0 0-16,0 0 15,0 0-15,5-7 16,-5 7-16,0 0 15,0 0-15,3-6 16,-3 6 0,0 0-16,4-9 15,-4 9-15,3-7 16,-3 7-16,1-8 16,-1 8-16,2-7 15,-2 7-15,4-7 16,-4 7-16,0-12 31,0 12-31</inkml:trace>
  <inkml:trace contextRef="#ctx0" brushRef="#br0" timeOffset="142915.74">14898 8199 0,'0'0'0,"0"0"16,0 0-16,0 0 16,0 0-1,0 0-15,0 0 16,0 0-16,0 0 15,0 0-15</inkml:trace>
  <inkml:trace contextRef="#ctx0" brushRef="#br0" timeOffset="143164.81">14882 8269 0,'0'0'0,"0"0"15,0 0-15,0 0 16</inkml:trace>
  <inkml:trace contextRef="#ctx0" brushRef="#br0" timeOffset="143414.7">14844 8225 0,'0'0'0,"0"0"16,0 0-16,0 0 15,0 0-15,0 0 16,0 0-16,-1 4 15,1-4-15</inkml:trace>
  <inkml:trace contextRef="#ctx0" brushRef="#br0" timeOffset="143615.35">14837 8225 0,'0'0'0,"0"0"0,0 0 15,0 0-15,0 0 16</inkml:trace>
  <inkml:trace contextRef="#ctx0" brushRef="#br0" timeOffset="143865.34">14828 8193 0,'0'0'0,"0"0"16,1-3-16</inkml:trace>
  <inkml:trace contextRef="#ctx0" brushRef="#br0" timeOffset="144365.26">14892 8082 0,'0'0'0,"0"0"16,0 0-16,0 0 16,0 0-16,0 0 15</inkml:trace>
  <inkml:trace contextRef="#ctx0" brushRef="#br0" timeOffset="162098.51">1344 6711 0,'0'0'0,"0"0"0,0 0 0,0 0 15,4-1-15,9-1 16,14-3-16,10-5 15,2 0-15,-1-1 16,-1 0 0,-6 0-16,2 0 15,-3 0-15,-4 1 16</inkml:trace>
  <inkml:trace contextRef="#ctx0" brushRef="#br0" timeOffset="162482.1">1337 6608 0,'0'0'0,"0"0"0,0 0 0,0 0 0,0 3 16,-3 9-16,-5 16 15,-4 21-15,4 8 16,4 8-16,6 3 15,2 7-15,2 2 16,1-1 0,1 1-16,0-4 15,-2-1-15,2 5 16,-2-11-16,-5-8 16,-4-11-16,-5-12 15,-4-7-15,-6-3 16,-8-7-16,-5-6 15,-8-5-15,-2-10 16,3-4-16,0-5 16,5-3-1,4-2-15,4-3 16,5-7-16,6-6 16,12-2-16</inkml:trace>
  <inkml:trace contextRef="#ctx0" brushRef="#br0" timeOffset="162782.09">1063 7260 0,'0'0'0,"0"0"0,0 0 15,5 0-15,11-1 16,15-3 0,9-4-16,7-3 15,-3-1-15,2-1 16,-1 1-16,-3 2 16,-3-1-16,-3 2 15,-4 2-15,-3 6 16,-2 3-16</inkml:trace>
  <inkml:trace contextRef="#ctx0" brushRef="#br0" timeOffset="163148.87">1846 6568 0,'0'0'0,"0"0"16,0 0-1,0 5-15,0 10 16,-1 22-16,-5 25 16,-5 17-16,-7 6 15,-2 11-15,-3 6 16,1-1-16,0 3 15,5 0-15,13-8 16,7-14 0,9-3-16,9-18 15,8-6-15,4-12 16,16-21 0,13-21-1,3-25-15,-6-13 16,-20 4-16,-2-9 15</inkml:trace>
  <inkml:trace contextRef="#ctx0" brushRef="#br0" timeOffset="163698.73">1997 7038 0,'0'0'0,"0"0"16,0 2-16,0 7 15,2 12-15,2 15 16,0 7-16,2-3 16,2-4-16,0-7 15,1-6-15,-3-10 16,-1-4-16,-5-9 15,0 0-15,16-2 16,-4-12-16,4-9 16,-1-2-1,-2 1-15,-1 4 16,-3 3-16,1 5 16,4 7-16,2 5 15,4 6-15,1 7 16,-1 2-16,-2 3 15,-2-2-15,1 2 16,-1-1-16,-2-2 16,-3-4-1,-11-11-15,15 6 16,-15-6-16,17-14 16,-9 1-16,-2-4 15,-3-3-15,-2-2 16,-3 0-16,-1 0 15,-1 2-15,-1 0 16,1-2-16,-2-4 16</inkml:trace>
  <inkml:trace contextRef="#ctx0" brushRef="#br0" timeOffset="163947.85">2426 6593 0,'0'0'0,"0"0"0,0 0 16,0 0-16,0 0 16,0 0-16,14-3 15,12-1-15,15-7 16,2-5-16,-3-4 15,-1-2-15,-3 0 16,-5 0-16,-5 2 16,-6 4-1,-7 5-15</inkml:trace>
  <inkml:trace contextRef="#ctx0" brushRef="#br0" timeOffset="164165.72">2539 6597 0,'0'0'0,"0"0"16,0 0-16,1 5 15,0 10 1,3 12-16,-1 8 16,0 3-16,2-1 15,0 1-15,3 1 16,2-1-16,3-4 15</inkml:trace>
  <inkml:trace contextRef="#ctx0" brushRef="#br0" timeOffset="164465.29">2769 6976 0,'0'0'0,"0"0"0,0 0 16,0 0-16,0 0 16,5 4-16,6 6 15,9 8-15,4 5 16,4 0-16,0-1 15,1 2-15,1-1 16,1 0-16,-5-7 16,-3-1-16,-4-4 15</inkml:trace>
  <inkml:trace contextRef="#ctx0" brushRef="#br0" timeOffset="164648.09">2994 6938 0,'0'0'0,"0"0"16,0 0-16,0 0 15,-5 1 1,5-1-16,-13 14 16,-4 12-16,-3 15 15,0 6-15,1-2 16,5-5-16,4-7 15,3-2-15</inkml:trace>
  <inkml:trace contextRef="#ctx0" brushRef="#br0" timeOffset="164914.45">3113 7007 0,'0'0'0,"0"0"0,3-1 16,-3 1-16,25-12 15,7 0-15,6-1 16,0 4 0,-2 0-16,-1 1 15,-3 0-15,-4 2 16,-2-5-16,-7-5 15</inkml:trace>
  <inkml:trace contextRef="#ctx0" brushRef="#br0" timeOffset="165164.76">3207 6769 0,'0'0'0,"0"0"15,0 0-15,0 2 16,0-2-16,4 21 16,3 7-16,5 13 15,3 4-15,1 3 16,0 1 0,0-1-16,-2-5 15,-2-4-15,-1-4 16,-3-8-16,1-9 15,-4-8-15</inkml:trace>
  <inkml:trace contextRef="#ctx0" brushRef="#br0" timeOffset="165733.4">3523 6665 0,'0'0'0,"0"0"0,0 0 16,0 0-16,0 3 16,2 6-16,4 11 15,3 13-15,3 8 16,4 6 0,2 4-16,-2-2 15,1-1-15,0-3 16,-4-4-16,-4-3 15,-3-5-15,-3-9 16,-1-5-16,0-6 16,-2-13-16,0 7 15,0-7-15,-6-9 16,-2-9 0,2-13-16,3-6 15,3-2-15,3 5 16,4-1-16,1 4 15,7 4-15,1 5 16,5 7-16,4 8 16,3 2-16,2 5 15,-1 10-15,-3 5 16,-5 6 0,-3 4-16,-8 1 15,-4 5-15,-11 4 16,-8 4-16,-10 1 15,-11-3-15,-11-3 16,-5-5-16,-6-5 16,4-5-16,-1-5 15,3-4 1,5-6-16,7-4 16,2-3-16,5-7 15,8-12-15</inkml:trace>
  <inkml:trace contextRef="#ctx0" brushRef="#br0" timeOffset="166097.99">3812 6456 0,'0'0'0,"0"0"0,6-3 15,10 0-15,16 5 16,7 9 0,5 15-16,-3 5 15,-3 12-15,-6 13 16,-6 3-16,-5 15 15,-11 5-15,-8 1 16,-14 9-16,-9-4 16,-9 3-16,-11 1 15,-30 12 17,1-5-32</inkml:trace>
  <inkml:trace contextRef="#ctx0" brushRef="#br0" timeOffset="166647.98">2060 7892 0,'0'0'0,"0"0"0,1-3 15,5-5-15,12-9 16,25-6-16,12-2 16,9 6-16,9-1 15,2 2 1,4 0-16,4-2 0,11-2 16,2 3-16,7 3 15,56-7 16,-20 5-31,6-1 16,-39 5-16,-43 4 16,-2-5-16,-10 0 15,-13 1-15,-10 4 16,-9 2-16,-6 3 16,-13 5-1,12-6-15,-12 6 16,0 0-16,0 0 15,0 0-15</inkml:trace>
  <inkml:trace contextRef="#ctx0" brushRef="#br0" timeOffset="-186765.65">2031 7820 0,'0'0'0,"0"0"0,-2 0 16,2 0-16,0 0 16,0 0-16,0 0 15,0 0-15,0 0 16,0 0 0,0 0-16,0 0 15,0 0-15,0 0 16,12 3-16,6-5 15,6-1-15,4-2 16,3-3-16,2-2 16,0-2-16,-2-2 15,-1-1-15,-1 0 16,1-2-16,-3 2 16,1 1-1,-2 1-15,-1-1 16,-1 4-16,0 2 15,0 1-15,-3 4 16,-1 0-16,2 1 16,0 2-16,0 0 15,-1 0-15,-1 2 16,2 1 0,1 0-16,-4 0 15,-1 1-15,-1-1 16,0 0-16,1 0 15,1 1-15,0-1 16,-1 0-16,1 0 16,-2 1-16,2-2 15,0 0-15,1-2 16,2 0-16,4-1 16,-2 0-1,2-2-15,-1 0 16,0-1-16,1-1 15,2 0-15,7-2 16,1-1-16,0 0 16,-3 1-16,-3-2 15,2 0-15,0 0 16,-1 0 0,1-1-16,1 0 15,2 0-15,0-1 16,-4 2-16,-1 0 15,-1 1-15,-1 0 16,0 0-16,-4 2 16,-3 2-16,-3 2 15,-4 2-15,-3 0 16,-11 0-16,17 0 16,-17 0-16,0 0 15,10 0 1,-10 0-16,0 0 15,0 0-15,0 0 16,0 0-16,0 0 16,8 6-16,-8-6 15,0 0-15,0 0 16,0 0-16,0 0 16,0 0-1,0 0-15,1 7 16,-1-7-16,0 0 15,0 0-15,0 0 16,0 0-16,0 0 16,0 0-16,0 7 15,0-7-15,0 0 16,0 0-16,0 0 16,0 0-16,0 0 15,0 0 1,0 0-16,0 0 15,0 0-15,0 0 16,0 0-16,0 0 16,0 0-16,0 0 15,0 0-15,0 0 16,0 0-16,0 0 16,0 0-1</inkml:trace>
  <inkml:trace contextRef="#ctx0" brushRef="#br0" timeOffset="-185632.38">2070 7731 0,'0'0'0,"0"0"0,0 0 16,0 0-16,0 1 15,0-1-15,0 0 16,12 7-16,2 0 16,10 1-16,11-6 15,7-4 1,8-7-16,2-4 15,6-3-15,1-2 16,0 0-16,3-1 16,-2 1-16,4 0 15,4-2-15,-1 0 16,1 1 0,-1-1-16,-2-1 0,-2 1 15,-2 0 1,-3 3-16,-5 0 15,-6 6-15,-4 2 16,-4 4-16,0 2 16,-7 2-16,-6 2 15,-6 0-15,-5 0 16,-5 0-16,-10-1 16,13 2-16,-13-2 15,0 0 1,10 2-16,-10-2 15,0 0-15,0 0 16,0 0-16,6 7 16,-6-7-16,0 0 15,0 0-15,0 0 16,1 8-16,-1-8 16,0 0-16,0 0 15,0 7-15,0-7 16,0 0-1,0 0-15,0 0 16,0 7-16,0-7 16,0 0-16,0 0 15,0 7-15,0-7 16,0 0-16,0 0 16,0 6-16,0-6 15,0 0-15,0 0 16,0 0-1,-2 8-15,2-8 16,0 0-16,0 0 16,0 0-16,0 0 15,0 0-15,-4 6 16,4-6-16,0 0 16,0 0-16,0 0 15,0 0-15,0 0 16,0 0-16,-2 7 15,2-7 1,0 0-16,0 0 16,0 0-16,0 0 15,0 0-15,0-9 16,0 1-16,0 8 16</inkml:trace>
  <inkml:trace contextRef="#ctx0" brushRef="#br0" timeOffset="-183315.39">3870 6185 0,'-3'0'0,"3"0"0,-24-4 16,-10-3-16,-8-1 16,-4-1-16,-1 2 15,-3-1-15,-2-1 16,-1-1-16,-2 1 15,-3 1-15,1-1 16,-2 0 0,-5 2-16,3 3 15,-1 3-15,-2 2 16,5 0-16,0 2 16,0 0-16,6 1 15,-1 0-15,-1 1 16,0 2-16,-3 2 15,-6 5 1,-2 4-16,-2 9 16,3 1-16,2 1 15,7-2-15,3 3 16,1 4-16,1 6 16,3 3-16,3 4 15,4 1-15,5-1 16,5 6-16,5 4 15,3 6-15,5 1 16,6 1 0,4 1-16,4-3 15,5 3-15,4-3 16,6 1-16,5-1 16,4 0-16,7 1 15,5-1-15,9-3 16,2-5-16,4-4 15,8-5-15,5 0 16,7-3 0,-2-5-16,4-3 15,7-6-15,-3-7 16,13-5-16,0-6 16,7-6-16,2-6 15,2-6-15,3-2 16,-2-5-16,2-5 15,-8-3-15,5-4 16,-3-4-16,-4-2 16,2-1-1,-12 0-15,1-2 16,-7-3-16,-10-1 16,-8 1-16,-5 0 15,-9 1-15,-2-5 16,-5-3-16,-9 0 15,-4-9-15,-6 2 16,-5-7 0,-6-1-16,-5-2 15,-4-5-15,-6-2 16,-4-1-16,-4 5 16,-5-4-16,-3 5 15,-4-1-15,-3 6 16,-9 3-16,-4 4 15,-6 5-15,-4 8 16,-5 4 0,-2 5-16,-4 5 15,1 4-15,1 6 16,0 6-16,6 4 16,7 4-16,11 1 15,9 1-15,8-1 16,7 1-16,2 0 15,-7 3 1,-28 28-16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29:54.283"/>
    </inkml:context>
    <inkml:brush xml:id="br0">
      <inkml:brushProperty name="width" value="0.05292" units="cm"/>
      <inkml:brushProperty name="height" value="0.05292" units="cm"/>
      <inkml:brushProperty name="color" value="#EE0000"/>
    </inkml:brush>
  </inkml:definitions>
  <inkml:trace contextRef="#ctx0" brushRef="#br0">12653 5407 0,'0'0'0,"0"0"0,0 0 16,0 0-16,0 0 16,-1 4-16,1-4 15,-3 13-15,1-4 16,1 1-1,0 2-15,1 0 16,0 0-16,1 0 16,-1 0-16,1 0 15,0-1-15,1-1 16,1 1-16,1 0 16,1-2-16,0 0 15,2-1-15,0-1 16,1 0-16,3-1 15,2-2-15,7-3 16,9-7 0,8-7-16,7-7 15,4-3-15,3-2 16,1-4-16,2 1 16,2-2-16,1 1 15,-2-2-15,1 2 16,-5 2-16,1-1 15,-5 2-15,-1 5 16,0 0 0,-2 4-16,1 0 15,-4 3-15,-9 2 16</inkml:trace>
  <inkml:trace contextRef="#ctx0" brushRef="#br0" timeOffset="2216.96">13056 6815 0,'0'0'0,"0"0"15,0 0-15,0 0 16,0 0-16,0 0 15,0 0-15,0 4 16,0-4-16,1 14 16,0-1-1,1 6-15,0 4 16,1 2-16,-1-4 16,0-2-16,1-2 15,1 0-15,0-3 16,2-2-16,0-2 15,5 0-15,2-3 16,2-2 0,2-5-16,1-5 15,2-3-15,0-1 16,0 0-16,2-4 16,-1-1-16,0-2 15,-1-1-15,0 2 16,0-3-16,0-1 15,0 1-15,-3 1 16,0 2 0,0 0-16,0-1 15,3-1-15,-1 0 16,1 1-16,0 4 16,-1-1-16,1 2 15,2-1-15,0-1 16,-1 2-16,-1 0 15,2-1-15,2 0 16,0-1-16,1 0 16,-2 1-1,2-1-15,1-1 16,2-1-16,0 0 16,-2 0-16,-1 2 15,-4 2-15,-2 2 16,-3 1-16,-5 3 15,-11 5-15,14-7 16,-14 7-16,0 0 16,0 0-16,0 0 15,0 0 1,10-6-16,-10 6 16,0 0-16,0 0 15,0 0-15,0 0 16,0 0-16,0 0 15,0 0-15,0 0 16,0 0-16,0 0 16,0 0-1,0 0-15,0 0 16,0 0-16,0 0 16,0 0-16,0 0 15,0 0-15,0 0 16,0 0-16,0 0 15,0 0-15,0 0 16,0 0-16,0 0 16,0 0-16,0 0 15,0 0 1,0 0-16,0 0 16,0 0-16,0 0 15,0 0-15,0 0 16,0 0-16,0 0 15,0 0-15,0 0 16,0 0-16,0 0 16,0 0-1,0 0-15,0 0 16,0 0-16,0 0 16,0 0-16,0 0 15,0 0-15,0 0 16,0 0-16,0 0 15,0 0-15,0 0 16,0 0-16,0 0 16,0 0-16,0 0 15,0 0 1,0 0-16,0 0 16,0 0-16,0 0 15,0 0-15,0 0 16,0 0-16,0 0 15,0 0-15,0 0 16,0 0-16,0 0 16,0 0-1,0 0-15,0 0 16,0 0-16,0 0 16,0 0-16,0 0 15,0 0-15,0 0 16,0 0-16,0 0 15,0 0-15,0 0 16,0 0-16,0 0 16,0 0-16,0 0 15,0 0 1,0 0-16,0 0 16,0 0-16,0 0 15,0 0-15,0 0 16,0 0-16,0 0 15,0 0-15,-11-5 16</inkml:trace>
  <inkml:trace contextRef="#ctx0" brushRef="#br0" timeOffset="4100.71">8961 4154 0,'0'0'0,"-1"1"0,1-1 16,-9 15-16,-3 3 16,-2 5-1,-1 2-15,-1 2 16,-1 4-16,0 5 15,1 5-15,1 2 16,2 1-16,1 1 16,1 1-16,2 2 15,1-1 1,4-2-16,1 1 16,1 3-16,2-1 15,2 1-15,1 0 16,2-2-16,1 1 15,0-3-15,4 2 16,-1 1-16,2 4 16,0-1-16,-1-2 15,0 1-15,-1 1 16,-3 2 0,-4 2-16,1 1 15,-2-2-15,0 5 16,1-3-16,-1-1 15,1 1-15,-2 0 16,1 3-16,0 0 16,-2-3-16,0-4 15,1-6-15,0-2 16,0-4 0,1-6-16,2-1 15,2-5-15,1-4 16,3 0-16,0-5 15,1 1-15,-1-4 16,0-3-16,2-1 16,3-3-16,3-3 15,1-3-15,-2-1 16,-1-4 0,1-1-16,1-3 15,3-6-15,4-4 16,-2-2-16,-2-1 15,3-5-15,-1-5 16,0 2-16,-3-3 16,-3 2-16,-2-2 15,0-4-15,-1 0 16,-3-2 0,-5-5-16,-2 2 15,0 2-15,-2 3 16,-3 2-16,-3-5 15,-2-1-15,-1-3 16,-1-4-16,-1-2 16,1-1-16,-2-3 15,3 0-15,4-3 16,2-2 0,4 0-16,0-1 0,2 0 15,0 1 1,0 0-16,1 0 15,0-1-15,-1 1 16,0 0-16,0 6 16,0 4-16,0-1 15,-2 3-15,0 1 16,-2 5-16,0 3 16,-2-1-1,1 1-15,-3-1 16,0 6-16,-1 3 15,1 2-15,0 0 16,-2-1-16,1 1 16,0 1-16,0 3 15,1 3-15,-1 1 16,0 2-16,-1 1 16,-1-2-1,-2 1-15,-1 2 16,0 1-16,0 1 15,0 1-15,-1 1 16,1 2-16,1-1 16,-2 2-16,0 0 15,-2-3-15,0 1 16,1 1-16,2 1 16,10 6-16,-15-9 15,15 9 1,0 0-16,-13-8 15,13 8-15</inkml:trace>
  <inkml:trace contextRef="#ctx0" brushRef="#br0" timeOffset="7216.37">9093 8105 0,'0'0'0,"0"0"16,0 0-16,0 0 16,0 1-16,0-1 15,0 0-15,0 0 16,0 0-16,0 0 16,0 0-16,0 0 15,1 7-15,-1-7 16,0 0-1,0 0-15,10 5 16,-10-5-16,15 4 16,-15-4-16,20 4 15,-7-2-15,1-2 16,2-1-16,1 0 16,1-2-16,-1 1 15,3 0-15,1-1 16,1 1-16,2-1 15,-2 0 1,0 1-16,-1 0 16,1-1-16,-1 0 15,1 1-15,0-1 16,1 1-16,-2 0 16,-1-1-16,0 0 15,-1 1-15,0 0 16,1 0-16,1 2 15,2 0 1,1 0-16,0 0 16,0 2-16,0-1 15,-1 1-15,1-1 16,1 1-16,1 0 16,3 0-16,0-1 15,0 0-15,0 1 16,3-1-16,0-1 15,4-1-15,1-1 16,-2 0 0,0 0-16,-3-1 15,4 1-15,1-1 16,-3 1-16,0 0 16,-1-2-16,1 2 15,3 0-15,-2-1 16,-2 0-16,-3 1 15,5 0-15,1-1 16,0 1 0,-1 0-16,-2-1 15,-1 2-15,3-1 16,0 1-16,1 1 16,-5 0-16,-3 1 15,-1-1-15,1 0 16,2 2-16,0-1 15,-1 2 1,-3-1-16,-2-1 16,-1 1-16,1 0 15,4 0-15,2-1 16,-2 0-16,-3 0 16,-3-1-16,0-1 15,2 0-15,0-2 16,3 1-16,0-1 15,-1 1 1,-2-1-16,-1 1 16,-1 1-16,3-2 15,-1-1-15,2-1 16,-2 2-16,-3 0 16,-1-1-16,-4 2 15,-1-1-15,-2 2 16,-1-1-16,-2 1 15,-10 1-15,13-1 16,-13 1 0,0 0-16,0 0 15,11-2-15,-11 2 16,0 0-16,0 0 16,0 0-16,0 0 15,0 0-15,0 0 16,0 0-16,0 0 15,10 0 1,-10 0-16,9 3 16</inkml:trace>
  <inkml:trace contextRef="#ctx0" brushRef="#br0" timeOffset="7500.27">11821 7997 0,'0'0'0,"-2"-2"16,2 2-16,0 0 15,-13-11-15</inkml:trace>
  <inkml:trace contextRef="#ctx0" brushRef="#br0" timeOffset="10934.29">9831 3604 0,'0'0'0,"0"0"0,0 0 16,0 0-16,0 0 15,3 1-15,-3-1 16,30 6 0,4-2-16,16-3 15,7-5-15,9-6 16,5-3-16,5-2 15,2 0-15,1 0 16,1 1-16,4-1 16,-5 3-16,5 2 15,-2 3-15,-5 2 16,2 2 0,-5 2-16,-3 0 15,-2 1-15,-5-1 16,-5 0-16,-1 0 15,-6 0-15,-2 0 16,-7 1-16,-8 0 16,-4 0-16,-6 0 15,-5 0-15,-6 0 16,-4 0-16,-10 0 16,9 0-1,-9 0-15,0 0 16,0 0-16,0 0 15,0 0-15,0 0 16,-8-10-16,-4 1 16,-4-2-16,-1-2 15,-3-1-15,0-1 16,0 1-16,3 3 16,3 2-1,2 2-15,12 7 16,-14-10-16,14 10 15,0 0-15,0 0 16,0 0-16,-10-5 16,10 5-16,0 0 15,0 0-15,14 0 16,17 1 0,12 2-16,1 5 15,-3 2-15,-3 3 16,-6-1-16,-5 0 15,-9-1-15,-6 0 16,-5 0-16,-3 1 16,-6 2-16,-11 7 15,-20 5-15,-14 7 16,-14 0 0,-3-3-16,-6-2 15</inkml:trace>
  <inkml:trace contextRef="#ctx0" brushRef="#br0" timeOffset="11550.25">9909 3290 0,'0'0'0,"0"0"0,0 0 15,-2 3-15,-6 8 16,-5 9-16,-9 11 15,0 3-15,-1-4 16,-2-4-16,1-3 16,1-3-16,3-4 15,3-3-15,4-4 16,3-2-16,10-7 16,-12 8-1,12-8-15,0 0 16,-10 7-16,10 0 15,3 5-15,5 6 16,9 6-16,10 3 16,9 2-16,6 4 15,4 2-15,1 0 16,30 23 15,-2-3-31,-11-7 16</inkml:trace>
  <inkml:trace contextRef="#ctx0" brushRef="#br0" timeOffset="12434.46">10836 3041 0,'-2'-1'0,"2"1"0,-4-6 15,0-1-15,-4-2 16,-4-8-16,-5-8 16,-7-5-16,0 5 15,2 5 1,-4 3-16,-5 8 15,-5 2-15,-2 4 16,4 7-16,6 17 16,2 12-16,-2 11 15,3 0-15,2 0 16,1 8-16,7-3 16,10-1-1,8-12-15,8-2 16,5-1-16,8 1 15,3-9-15,0-3 16,-2-11-16,7-10 16,-2-1-16,3-8 15,-1-1-15,-4-8 16,3-12-16,-3-1 16,2-16-16,-3-9 15,-2-2 1,-4-15-16,-9 18 15,-3-5-15,-5 7 16,2-10 0,-3-3-1,1 11-15,-2 9 16,-1 22-16,0 5 16,-1 5-1,0 4-15,0 3 16,0 6-16,0-8 15,0 8-15,0 0 16,0 0-16,0 0 16,0 0-16,0 0 15,-7 8-15,-4 26 16,-1 23-16,1 6 16,5 2-16,1-17 15,14 30 16</inkml:trace>
  <inkml:trace contextRef="#ctx0" brushRef="#br0" timeOffset="13700.62">10884 2833 0,'0'0'0,"0"0"0,0 0 0,0 0 0,0 0 15,0 0-15,0 0 16,0 0-16,0 0 16,0 0-16,0 0 15,-2 3-15,2-3 16,-7 16-16,1-1 16,-3 6-16,0 4 15,0 4-15,2 6 16,3 8-1,1 4-15,3 0 16,2-5-16,1-6 16,0-5-1,2-7 1,6-6-16,12-7 16,24-8-16,31-18 15,13-7-15,6-6 16,6-9-1,-4 0-15</inkml:trace>
  <inkml:trace contextRef="#ctx0" brushRef="#br0" timeOffset="17267.38">9717 7804 0,'0'0'0,"0"0"16,0 0-16,0 0 16,0 0-16,0 0 15,0 0 1,0 0-16,0 0 16,0 3-16,0-3 15,-1 9-15,0 0 16,-2 7-16,-1 9 15,-1 7-15,2 4 16,0 3-16,1-4 16,2-2-16,2-1 15</inkml:trace>
  <inkml:trace contextRef="#ctx0" brushRef="#br0" timeOffset="17667.55">10318 7815 0,'0'0'0,"0"0"15,-4-2-15,4 2 16,0 0-16,0 0 15,-10-3-15,10 3 16,-9 18-16,2 13 16,2 11-16,4 8 15,3-2-15,3-1 16,4 8 0</inkml:trace>
  <inkml:trace contextRef="#ctx0" brushRef="#br0" timeOffset="18267.65">11836 7682 0,'0'0'0,"0"0"15,0 0-15,-2-1 16,2 1 0,0 0-16,0 0 15,0 0-15,-11 2 16,6 7-16,1 16 15,-3 10-15,4 14 16,-2 13 0,0 10-16,-1 10 0,0 2 15</inkml:trace>
  <inkml:trace contextRef="#ctx0" brushRef="#br0" timeOffset="22600.46">8913 6286 0,'0'0'0,"-3"-3"0,3 3 16,-13-7-16,3 2 16,0-1-16,10 6 15,-16-10-15,16 10 16,-15-8-16,15 8 15,-19-10 1,9 6-16,10 4 16,-18-10-16,18 10 15,-19-5-15,8 3 16,-3 6-16,-1 3 16,-4 4-16,-2 5 15,-1 5-15,1 1 16,1 3-16,3-3 15,1 0 1,1 0-16,2-3 16,0 2-16,0-2 15,3 1-15,0-2 16,1 1-16,-1 0 16,0 0-16,1 1 15,-1 1-15,0 1 16,1 2-1,0 5-15,0 3 16,-1 2-16,2 0 16,1-5-16,1 6 15,0 2-15,2 2 16,2-2-16,0-4 16,2 0-16,1 6 15,1 4-15,1-3 16,0-1-1,0-6-15,1 2 16,0 2-16,1 0 16,-1-2-16,0-5 15,-1-2-15,2 0 16,0-1-16,1-2 16,-1-1-16,1-3 15,-2 0-15,2 1 16,0 0-1,1-1-15,-1-1 16,0-3-16,-1-2 16,-1-3-16,1-1 15,-1 1-15,2-1 16,-1 1-16,2 0 16,2 0-16,-2-2 15,2-1-15,-1 0 16,1-1-16,0 0 15,0-2 1,1-1-16,3 2 16,2 0-16,-1 1 15,0-1-15,-2-1 16,-1 1-16,2 0 16,-3-2-16,-10-5 15,18 10-15,-18-10 16,18 10-16,-8-5 15,0-1-15,0 2 16,3 1 0,0-1-16,-1 0 15,-1 0-15,-11-6 16,16 8-16,-16-8 16,14 7-16,-14-7 15,14 7-15,-14-7 16,12 5-16,-12-5 15,0 0-15,13 5 16,-13-5 0,0 0-16,17-12 15,-6-1-15,-2-4 16,0-4-16,-2 3 16,0-2-16,-1-4 15,-1-1-15,-1 0 16,1 4-16,-3 6 15,0 2-15,1 1 16,-2 3 0,1 0-16,-1 1 15,0 1-15,-1 7 16,1-10-16,-1 10 16,0 0-16,-1-8 15,1 8-15,0 0 16,-9-5-16,9 5 15,-21 3 1,6 3-16,-2 2 16,1 2-16,2 0 15,-2-1 1,0 1 0,-1 4-16,3 1 15,4-4-15,4-2 16,6-9-16,-6 10 15,6-10-15,0 0 16,-5 8 0,5-8-16,0 0 15,0 0-15,0 0 16,0 0-16,18-3 16,-5-5-16,4-5 15,1-3-15,1-3 16,-1 2-16,-4 1 15,-2 4 1,-3 3-16,-1 0 16,-8 9-16,11-10 15,-11 10-15,0 0 16,11 2-16,-5 6 16,0 8-16,-1 11 15,-1 7-15,-4 1 16,0-4-16,0-6 15,0-2-15,0 0 16,3 0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30:32.849"/>
    </inkml:context>
    <inkml:brush xml:id="br0">
      <inkml:brushProperty name="width" value="0.05292" units="cm"/>
      <inkml:brushProperty name="height" value="0.05292" units="cm"/>
      <inkml:brushProperty name="color" value="#EE0000"/>
    </inkml:brush>
  </inkml:definitions>
  <inkml:trace contextRef="#ctx0" brushRef="#br0">9459 3847 0,'0'0'0,"0"0"0,-1-2 0,1 2 15,0 0-15,-9-6 16,9 6-16,-13-4 15,3 1-15,-4 2 16,-2 3 0,-1 2-16,-6 1 15,-4 4-15,-7 5 16,-3 2-16,-1 6 16,-1 9-16,0 6 15,-4 5-15,2 2 16,-1 5-16,6 0 15,4 5-15,3-4 16,2 3 0,0-2-16,3-2 15,5-6-15,4-2 16,10 1-16,5 1 16,6-2-16,21 16 31,1-2-31,10 2 15,2-10-15,-10-22 16,8-9-16,4-8 16,4-3-1,8-3-15,-4-5 16,5-20-16,-1-4 16,4-7-16,2-10 15,-6-4-15,2-12 16,-4-9-16,-10 9 15,-2-9-15,-7 2 16,-9 1-16,-6 0 16,-6 3-1,-7 6-15,-4 0 16,-8 9-16,-7 6 16,-13 8-16,-19 10 15,-46 17-15,-58 47 16,-25 48-16</inkml:trace>
  <inkml:trace contextRef="#ctx0" brushRef="#br0" timeOffset="3949.9">10156 5088 0,'0'0'0,"0"0"15,0 0-15,0 0 16,2 0-16,-2 0 16,0 0-1,12 4-15,1 1 16,9-1-16,13-1 15,6 0-15,5-1 16,3 0-16,3-1 16,4 1-16,2 0 15,3-1-15,0 1 16,1 0-16,2 2 16,-7 2-1,-4-1-15,-8 0 16,-5 1-16,-6-3 15,-6 1-15,-5-2 16,-8 0-16,-5-1 16,-10-1-16,10 1 15,-10-1-15,0 0 16,0 0 0,11 4-16,-11-4 15,0 0-15,0 0 16,0 0-16,0 0 15,0 0-15,4 6 16,-4-6-16,0 0 16,0 0-16,0 0 15,0 0-15,0 7 16,0-7 0,0 0-16,0 0 15,0 7-15,0-7 16,0 0-16,0 0 15,-1 8-15,1-8 16,0 0-16,-1 6 16,1-6-16,0 0 15,0 0-15,-2 8 16,2-8 0,0 0-16,0 0 15,0 0-15,0 0 16,0 0-16,0 0 15,-3 6-15,3-6 16,0 0-16,0 0 16,0 0-16,0 0 15,0 0-15,0 0 16,-5 6-16,5-6 16,0 0-16,0 0 15,0 0 1,0 0-16,0 0 15,0 0-15,-3 7 16,3-7-16,0 0 16,0 0-16,0 0 15,0 0-15,0 0 16,0 0-16,0 0 16,0 0-1,0 0-15,0 0 16,0 0-16,0 0 15,0 0-15,0 0 16,0 0-16,0 0 16,0 0-16,0 0 15,0 0-15,0 0 16,0 0-16,0 0 16,0 0-16,0 0 15,0 0 1,0 0-16,0 0 15,0 0-15,0 0 16,0 0-16,0 0 16,0 0-16,0 0 15,0 0-15,0 0 16,0 0-16,0 0 16,0 0-1,0 0-15,0 0 16,0 0-16,0 0 15,0 0-15,0 0 16,0 0-16,0 0 16,0 0-16,0 0 15,0 0-15,0 0 16,0 0-16,0 0 16,0 0-1,0 0-15,0 0 16,0 0-16,0 0 15,0 0-15,0 0 16,0 0-16,0 0 16,0 0-16,0 0 15,0 0-15,0 0 16,0 0-16,0 0 16,0 0-1,0 0-15,0 0 16,0 0-16,0 0 15,0 0-15,0 0 16,0 0-16,0 0 16,0 0-16,0 0 15,0 0-15,0 0 16,0 0-16,0 0 16,0 0-16,0 0 15,0 0 1,0 0-16,0 0 15,-6-7-15,6 7 16,-1-8-16,1 0 16,0-2-16,0-1 15</inkml:trace>
  <inkml:trace contextRef="#ctx0" brushRef="#br0" timeOffset="4234.85">10557 5389 0,'0'0'0,"0"0"16,0 0-16,0 0 15,-1 1 1</inkml:trace>
  <inkml:trace contextRef="#ctx0" brushRef="#br0" timeOffset="4449.85">10571 5510 0,'0'0'0,"0"0"15,0 0-15,0 0 16,0 0-16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30:48.399"/>
    </inkml:context>
    <inkml:brush xml:id="br0">
      <inkml:brushProperty name="width" value="0.05292" units="cm"/>
      <inkml:brushProperty name="height" value="0.05292" units="cm"/>
      <inkml:brushProperty name="color" value="#EE0000"/>
    </inkml:brush>
  </inkml:definitions>
  <inkml:trace contextRef="#ctx0" brushRef="#br0">2094 6690 0,'0'0'0,"0"0"0,0 0 0,0 0 16,0 0-1,7-2-15,4-2 16,9-2-16,8 0 16,2 0-16,4 0 15,1 1-15,0-1 16,2 1-16,0-2 16,3-1-16,1 0 15,-1 1 1,-1-3-16,-2 3 15,1-4-15,-3 1 16,-1 1-16,1 0 16,-4 1-16,-1 0 15,-3 2-15,-3 0 16,-1 2-16,-3 2 16,1 0-16,0 2 15,0 0-15,0 0 16,-1 1-1,0 0-15,-2 1 16,2 2-16,0 0 16,0 1-16,0-1 15,-1 1-15,-1 1 16,2 1-16,0-1 16,0 0-16,-1 2 15,2-2-15,3 0 16,1 0-1,0-2-15,1 1 16,1-2-16,2 0 16,-1-2-16,1 1 15,-1-2-15,0 1 16,3 0-16,0 0 16,0 0-16,4-1 15,-4 2 1,5-2-16,-1 1 15,-1 0-15,3 0 16,-2 0-16,3 1 16,-2 0-16,4 2 15,1-1-15,1 2 16,3-1-16,0 2 16,-3-2-16,-1 1 15,-5-1 1,3-1-16,-1 2 15,-1-1-15,1 2 16,2-1-16,2 1 16,-1 0-16,2-2 15,-1 0-15,1-2 16,-1-3-16,-3-2 16,-2 0-16,3-1 15,-1-1-15,-2 3 16,-2 2-16,-1 0 15,2 0 1,2 2-16,-2-1 16,0 1-16,-4 0 15,4 1-15,3-1 16,2 2-16,1-1 16,-2-3-16,7-3 15,-1-1-15,1 2 16,3-3-1,-2 0-15,3-3 16,3-2-16,-5 1 16,-2 0-16,0-1 15,1 2-15,3-2 16,-5 2-16,1 1 16,0 1-16,1 1 15,3 2-15,-8 1 16,-1 1-16,1 1 15,-3-1 1,4 0-16,-4 1 16,1 1-16,-3 0 15,-4 0-15,1 1 16,-3 1-16,0-2 16,-2 2-16,0 0 15,-1 0-15,0 0 16,0 1-1,-1-1-15,0 1 0,-1-2 16,2 2 0,-1-1-16,1 0 15,2 1-15,-1-1 16,2 0-16,0 0 16,1-1-16,0-2 15,1 1-15,1 0 16,3 0-1,1-1-15,5-3 16,0-3-16,3 0 16,-2 0-16,2-1 15,-2 1-15,0-1 16,1 1-16,-2-1 16,4 1-16,1-1 15,1 0-15,1 1 16,-1-1-1,0 0-15,-3 1 16,0 2-16,-4 2 16,-4 0-16,0 1 15,-3 1-15,-2 0 16,-2 0-16,-5 0 16,-1 1-16,-1 0 15,-2 0-15,-2 2 16,-2 0-16,-5 0 15,-1-1 1,-3 0-16,-10-2 16,17 5-16,-17-5 15,9 3-15,-9-3 16,0 0-16,0 0 16,11 5-16,-11-5 15,0 0-15,0 0 16,0 0-16,0 0 15,0 0 1,0 0-16,0 0 16,0 0-16,0 0 15,0 0-15,0 0 16,0 0-16,0 0 16,0 0-16,0 0 15,9 5-15,-9-5 16,0 0-16,0 0 15,0 0 1,0 0-16,0 0 16,0 0-16,0 0 15,0 0-15,0 0 16,0 0-16,0 0 16,0 0-16,0 0 15,0 0-15,0 0 16,0 0-16,0 0 15,0 0 1,0 0-16,0 0 16,0 0-16,0 0 15,0 0-15,0 0 16,0 0-16,0 0 16,0 0-16,0 0 15,0 0-15,0 0 16,0 0-16,0 0 15,0 0-15,0 0 16,2 7 0,-2-7-16,0 0 15,0 0-15,0 0 16,0 0-16,0 0 16,0 0-16,0 0 15,0 0-15,0 0 16,0 0-16,0 0 15,0 0-15,0 0 16,0 0 0,3 7-16,-3-7 15,0 0-15,0 0 16,0 0-16,0 0 16,0 0-16,0 0 15,1 6-15,-1-6 16,0 0-16,0 0 15,0 0 1,0 0-16,0 0 16,0 0-16,0 0 15,0 0-15,2 6 16,-2-6-16,0 0 16,0 0-16,0 0 15,0 0-15,0 0 16,0 0-16,0 0 15,0 0 1,0 0-16,0 0 16,0 0-16,0 0 15,0 0-15,0 0 16,0 0-16,0 0 16,0 0-16,0 0 15,0 0-15,4 7 16,-4-7-16,0 0 15,0 0-15,0 0 16,0 0 0,0 0-16,0 0 15,2 6-15,-2-6 16,0 0-16,0 0 16,0 0-16,0 0 15,1 7-15,-1-7 16,0 0-16,0 0 15,0 0-15,0 0 16,0 0 0,0 0-16,0 0 15,0 0-15,0 0 16,0 0-16,0 0 16,0 0-16,0 0 15,0 0-15,0 0 16,0 7-16,0-7 15,0 0-15,0 0 16,0 0 0,0 0-16,0 0 15,0 0-15,0 0 16,0 0-16,0 0 16,0 0-16,0 6 15,0-6-15,0 0 16,0 0-16,0 0 15,0 0-15,0 0 16,0 0-16,0 0 16,0 0-1,0 0-15,0 0 16,0 0-16,0 0 16,0 0-16,0 0 15,0 0-15,0 0 16,0 0-16,0 0 15,0 0-15,0 0 16,0 0 0,0 0-16,0 0 15,0 0-15,0 0 16,0 0-16,0 0 16,0 0-16,0 0 15,0 0-15,0 0 16,0 0-16,0 0 15,0 0-15,0 0 16,0 0-16,0 0 16,0 0-1,0 0-15,0 0 16,0 0-16,0 0 16,0 0-16,0 0 15,0 0-15,0 0 16,0 0-16,0 0 15,0 0-15,0 0 16,0 0-16,0 0 16,0 0-1,0 0-15,0 0 16,0 0-16,0 0 16,0 0-16,0 0 15,0 0-15,0 0 16,0 0-16,0 0 15,0 0-15,0 0 16,0 0 0,0 0-16,0 0 15,0 0-15,0 0 16,0 0-16,0 0 16,0 0-16,0 0 15,0 0-15,0 0 16,0 0-16,0 0 15,0 0-15,0 0 16,0 0 0,0 0-16,0 0 15,0 0-15,0 0 16,0 0-16,0 0 16,0 0-16,0 0 15,0 0-15,0-6 16,0 6-16,0 0 15,0 0-15,0-8 16,0 8-16,0 0 16</inkml:trace>
  <inkml:trace contextRef="#ctx0" brushRef="#br0" timeOffset="1684.14">9841 5987 0,'0'0'0,"0"0"16,-2-1-16,2 1 15,-16-7 1,5 3-16,1 0 16,-1-1-16,11 5 15,-19-10-15,19 10 16,-16-8-16,16 8 15,-11-6-15,11 6 16,0 0-16,0 0 16,-9-8-16,9 8 15,0 0 1,0 0-16,26-10 16,4 1-16,9 3 15,8-1-15,4 1 16,3 0-16,-1 0 15,-1 0-15,-1 1 16,-3 0-16,-1 0 16,-3-1-16,-2-2 15,-5 0-15,-7 1 16,-6 2 0,-5 1-16,-5 0 15,-1 2-15,-3 1 16,-10 1-16,11-2 15,-11 2-15,0 0 16,0 0-16,0 0 16,0 0-16,0 0 15,10 4 1,-10-4-16,0 0 16,16 9-16,-5-3 15</inkml:trace>
  <inkml:trace contextRef="#ctx0" brushRef="#br0" timeOffset="2549.96">10953 5823 0,'0'0'0,"-2"-2"16,2 2-1,-10-8-15,1 2 16,0-2-16,3 0 15,3 0-15,4-3 16,5-3-16,5-3 16,9-1-16,3 1 15,9 2 1,5-1-16,-1 2 16,5 1-16,-2 0 15,-1 4-15,3 4 16,-3 5-16,4 4 15,-1 1-15,0 1 16,-2 2-16,-5 0 16,-3 0-16,-5 0 15,-1-1-15,-2 0 16,0 1-16,-3-1 16,-2-1-1,2 0-15,1-3 16,-4-1-16,-4-2 15,-2-2-15,-11 2 16,18-7-16,-8 1 16,-3 0-16,0-4 15,-3-1-15,-1-1 16,-2 2-16,-2-2 16,-5-1-1,0-1-15,-3 2 16,2 2-16,1 3 15,6 7-15,-10-8 16,10 8-16,0 0 16,0 0-16,-10-4 15,10 4-15,0 0 16,-11 12-16,11-3 16,4 5-1,6 3-15,3-1 16,5 0-16,-1-2 15,-1-1-15,-3-4 16,-4-2-16,-9-7 16,9 9-16,-17 5 31,-27 13-31,-23 16 16,3-4-1,22-16-15</inkml:trace>
  <inkml:trace contextRef="#ctx0" brushRef="#br0" timeOffset="4500.97">12189 5829 0,'0'0'0,"0"0"0,0 0 15,0 0-15,0 0 16,-2 2-16,2-2 16,0 0-16,7 7 15,5-2-15,12-4 16,12-1-16,3-1 16,3-2-1,2 0-15,6-3 16,2 0-16,5 0 15,1-1-15,-2 1 16,0 1-16,-1 2 16,0 1-16,-3-1 15,-1 1-15,-3 3 16,-2 0-16,-5-1 16,-4 0-1,-2 0-15,-8 0 16,-3 2-16,-7-1 15,-5-1-15,-12 0 16,14 2-16,-14-2 16,0 0-16,0 0 15,11 0-15,-11 0 16,0 0-16,0 0 16,0 0-16,0 0 15,0 0 1,6 8-16,-6-8 15,0 0-15,0 0 16,1 7-16,-1-7 16,0 0-16,0 7 15,0-7-15,0 0 16,0 0-16,0 6 16,0-6-1,0 0-15,0 0 16,0 0-16,0 0 15,0 0-15,0 7 16,0-7-16,0 0 16,0 0-16,0 0 15,0 0-15,0 0 16,0 0-16,-1 6 16,1-6-16,0 0 15,0 0 1,0 0-16,0 0 15,0 0-15,0 0 16,0 0-16,0 0 16,0 0-16,0 0 15,0 0-15,0 0 16,0 0-16,0 0 16,0 0-1,0 0-15,0 0 16,0 0-16,0 0 15,0 0-15,0 0 16,0 0-16,0 0 16,0 0-16,0 0 15,0 0-15,0 0 16,0 0-16,0 0 16,0 0-16,0 0 15,0 0 1,0 0-16,0 0 15,0 0-15,0 0 16,0 0-16,0 0 16,0 0-16,0 0 15,0 0-15,0 0 16,0 0-16,0 0 16,0 0-16,0 0 15,0 0 1,0 0-16,0 0 15,-10 5-15,10-5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 1,0 0-16,-2-7 15,2 7-15,0 0 16,0-8-16,0 8 16,1-8-16</inkml:trace>
  <inkml:trace contextRef="#ctx0" brushRef="#br0" timeOffset="6684.1">7724 7171 0,'0'0'0,"-8"0"16,-5 0-16,-16 1 15,-10 6-15,-10 5 16,3 0-16,2 2 16,6 2-16,2 1 15,-3 7-15,-1 2 16,2-1-16,5-1 15,4-3 1,-3 2-16,-1-1 16,2-3-16,3-3 15,4-2-15,3 0 16,-4 0-16,2 0 16,3 0-16,0 1 15,2 2-15,-1 2 16,2 0-16,2 0 15,3-2-15,1-2 16,2 2 0,-3 5-16,3 5 15,-1 0-15,2-1 16,1-2-16,2-1 16,-3 2-16,2 0 15,-1 0-15,-1-2 16,2-2-16,0 0 15,-1 3-15,1 5 16,3 1 0,3-3-16,1-1 15,4 1-15,1 1 16,1 0-16,0-2 16,0-4-16,1 0 15,0 0-15,2-2 16,0 1-16,3 2 15,1 2-15,6-1 16,6 1 0,-1-3-16,1-3 15,-6-4-15,-2-3 16,0-1-16,2 2 16,1-1-16,6 1 15,-1-1-15,-1 0 16,0 0-16,-4-2 15,0 0-15,-5-3 16,12 1 0,7-1-16,2-2 15,-4-2-15,-11-2 16,-1-1-16,2 0 16,4 0-16,5 0 15,2 0-15,-4 0 16,-4 0-16,2 0 15,2 0-15,6-1 16,4 0-16,-9-1 16,-1 0-1,0 1-15,2-3 16,8 0-16,3 2 16,1-2-16,1 1 15,-2-2-15,-3-3 16,2-6-16,3-1 15,-6 1 1,-5 2-16,-3 2 16,4-2-16,6 2 15,2 6-15,-10 1 16,0 0-16,4 0 16,4-2-16,0 2 15,-10 1-15,-7-1 16,3-2-16,3-6 15,8 1 1,0 0-16,-7 4 16,-5 1-16,-2 1 15,3 1-15,9 1 16,3 0-16,-8 0 16,-4 0-16,-9 1 15,5-4-15</inkml:trace>
  <inkml:trace contextRef="#ctx0" brushRef="#br0" timeOffset="7417.47">8904 7379 0,'0'-2'0,"0"2"0,-17-16 16,-9-6-1,-5-3-15,2 8 16,-4-1-16,0 3 16,-3 0-16,3 2 15,4 2-15,4 4 16,4-1-16,-3 0 15,-2-1-15,-9-3 32,-5 0-17,2 2-15,2 0 16,7 1-16,2 2 16,2 0-16,-3 0 15,0-1-15,1 2 16,-1-2-16,-2 1 15,-3 0-15,0 0 16,-1 1-16,2 3 16,-3 1-1,-1 1-15,0 1 16,3 0-16,4 0 16,-3 2-16,0 1 15,-1 2-15,-1 2 16,4 0-16,0 2 15,0 0-15,2 1 16,0 2-16,3-1 16,0 1-1,3 0-15,2 1 16,2 2-16,3 12 16,0 3-16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1:28:21.916"/>
    </inkml:context>
    <inkml:brush xml:id="br0">
      <inkml:brushProperty name="width" value="0.05292" units="cm"/>
      <inkml:brushProperty name="height" value="0.05292" units="cm"/>
      <inkml:brushProperty name="color" value="#EE0000"/>
    </inkml:brush>
  </inkml:definitions>
  <inkml:trace contextRef="#ctx0" brushRef="#br0">11474 3026 0,'0'0'0,"0"0"0,3-3 0,-3 3 16,20-17-16,-2 1 16,2-2-16,3-1 15,2-3-15,1 0 16,1-2-16,0 4 15,2-4-15,2 1 16,0-1-16,2 0 16,-5 1-16,-2 1 15,-5 4 1,-3 1-16,-3 2 16,-1 2-16,-1 1 15,-3 1-15,1 1 16,-2 2-16,-1 1 15,-1 0-15,1 1 16,0-1-16,-8 7 16,13-11-1,-13 11-15,9-6 16,-9 6-16,0 0 16,0 0-16,0 0 15,0 0-15,0 0 16,9-6-16,-9 6 15,0 0-15,0 0 16,0 0-16,0 0 16,0 0-1,0 0-15,0 0 16,20-13-16,0-5 16,7-5-16,0-1 15,1 2-15,3 0 16,2 4-16,-3 2 15,0 0-15,-1 1 16,-2 1-16,-4 2 16,-3 2-1,-4 1-15,-4 2 16,0 2-16,-12 5 16,15-8-16,-15 8 15,0 0-15,12-6 16,-12 6-16,0 0 15,0 0-15,0 0 16,0 0-16,0 0 16,0 0-1,0 0-15,0 0 16,0 0-16,0 0 16,0 0-16,10-5 15,-10 5-15,0 0 16,0 0-16,0 0 15,0 0-15,8-8 16,0 1-16,6-5 16,3-3-1,0 1-15,0-1 16,3-1-16,1-1 16,1-1-16,1 1 15,1 0-15,2 0 16,0 2-16,0 0 15,-1 2-15,0-2 16,0 1-16,-4 2 16,-1 0-16,-3 2 15,-2 2-15,-3 1 16,-2 1 0,-10 6-16,11-8 15,-11 8-15,0 0 16,0 0-16,10-7 15,-10 7-15,0 0 16,0 0-16,0 0 16,0 0-16,0 0 15,2-6 1,-2 6-16</inkml:trace>
  <inkml:trace contextRef="#ctx0" brushRef="#br0" timeOffset="5682.06">12782 3266 0,'0'0'0,"0"0"0,0 0 0,0 0 16,0 0-16,0 0 16,0 0-16,0 0 15,0 0-15,0 0 16,-1-2-16,1 2 16,0 0-16,-3-6 15,3 6-15,-4-9 16,4 9-16,-4-11 15,1 3-15,-1-2 16,-1-2 0,1-2-16,1 0 15,-1-1-15,2 3 16,1-1-16,0-1 16,0 2-16,1 0 15,0 0-15,0-1 16,0 1-16,1-4 15,0-1 1,1 2-16,0-3 16,1 2-16,1-1 15,1 0-15,-3 3 16,1 3-16,1 3 16,-2-2-16,1 2 15,0 1-15,1 0 16,-4 7-16,7-10 15,-7 10-15,5-7 16,-5 7 0,0 0-16,0 0 15,0 0-15,6-7 16,-6 7-16,0 0 16,0 0-16,0 0 15,0 0-15,0 0 16,0 0-16</inkml:trace>
  <inkml:trace contextRef="#ctx0" brushRef="#br0" timeOffset="7965.54">12779 3216 0,'0'0'0,"0"0"16,-1-3-16,-2-4 15,-2-4 1,-1-4-16,0-4 16,3 2-16,1-1 15,1 0-15,1-1 16,0-2-16,0-1 15,1-1-15,1-3 16,1-1-16,0 1 16,2 3-1,1 3-15,1 1 16,1-1-16,3-1 16,3 0-16,1 1 15,-3 2-15,2 4 16,-1 0-16,4 0 15,0-1-15,1 3 16,-3 1-16,0 3 16,0 1-16,3 2 15,1-1 1,0 3-16,3-1 16,0 2-16,0 1 15,-4 0-15,-3 1 16,0 1-16,-1 1 15,3 0-15,0 2 16,1 2-16,-1 0 16,0 2-16,2-1 15,-2 0 1,0-1-16,-1 1 16,-1-2-16,1 1 15,-1 0-15,2 0 16,0-2-16,-2 0 15,0 0-15,1-1 16,1 1-16,-2-1 16,0 1-16,1-1 15,-1 0 1,-1 0-16,2-2 16,2-3-16,0-2 15,-3 0-15,0-1 16,0-1-16,2-3 15,3-3-15,-1-2 16,-3 3-16,-4 0 16,-1 0-1,1 0-15,-1-1 16,-1 0-16,0 0 16,2-3-16,0-1 15,1 0-15,-3 1 16,-3 4-16,0-1 15,-1-2-15,1-2 16,-3-3-16,1-1 16,-3 3-1,0 0-15,0 0 16,0 0-16,1-2 16,-2 1-16,0-1 15,-2-2-15,0-2 16,1 1-16,-1 0 15,0 1-15,0 1 16,3-1-16,1-1 16,1 1-16,3-1 15,2-2 1,1 0-16,1-1 16,2 2-16,2 4 15,2 1-15,2 1 16,0 2-16,1 1 15,1 1-15,1 1 16,-2 2-16,-1 3 16,-3 0-16,3 4 15,1 1 1,1 0-16,-1 4 16,-1 1-16,-2-1 15,1 2-15,2 0 16,-2 1-16,2 0 15,0 3-15,-2 0 16,0 2-16,-2-4 16,0 2-16,1 0 15,2 1 1,-1-1-16,0 0 16,-4-1-16,0-2 15,1 1-15,1 0 16,1-2-16,1-3 15,0-1-15,1-2 16,2-2-16,-1-1 16,-2-1-16,1-3 15,-1-3-15,3-5 16,0-1 0,1-2-16,-1 0 15,0-1-15,1-2 16,-3 4-16,-2 1 15,-5 5-15</inkml:trace>
  <inkml:trace contextRef="#ctx0" brushRef="#br0" timeOffset="16665.37">12390 3158 0,'0'0'0,"0"0"0,0 0 0,0 0 16,0 0-16,0 0 15,0 0-15,0 0 16,0 0 0,0 0-16,0 0 15,0 0-15,0 0 16,0 0-16,6-6 15,4-5-15,5-5 16,2-1-16,0 1 16,3 0-16,1 1 15,0 2-15,0 0 16,1-2 0,1 1-16,4-3 15,2-1-15,-1-1 16,1 1-16,-1 0 15,0 0-15,0 0 16,0 0-16,2-1 16,0-1-16,1 1 15,1-2-15,0 1 16,0-1 0,2 2-16,-2-2 15,1 1-15,-1-1 16,1 1-16,0-1 15,3-1-15,-3 2 16,2-1-16,-3 1 16,2 0-16,-1 1 15,-1-1 1,2-1-16,1 1 16,0-1-16,0 0 15,2 0-15,-1 0 16,0 0-16,1-1 15,3 0-15,-3-1 16,0 1-16,0 0 16,0 0-16,3-1 15,0-2-15,2 1 16,-3 0 0,1 1-16,-3 0 15,1 0-15,0 0 16,1 0-16,-2-1 15,-1 1-15,-1 2 16,0-2-16,-1 2 16,-4 3-16,-1 0 15,-3 2-15,-2 1 16,-2 1 0,-1 1-16,0 0 15,-2 2-15,-3 2 16,0 0-16,-2 1 15,-1 2-15,-1-2 16,0 1-16,0-1 16,0-1-16,0 0 15,0 0-15,0-1 16,-1 1 0,-1-1-16,0 1 15,0 0-15,0 0 16,-2 1-16,1 1 15,-9 7-15,11-10 16,-11 10-16,0 0 16,9-8-16,-9 8 15,0 0-15,0 0 16,0 0-16,0 0 16,0 0-1,0 0-15,10-5 16,-10 5-16,0 0 15,0 0-15,0 0 16,0 0-16,0 0 16,0 0-16,0 0 15,0 0-15,0 0 16,0 0-16,0 0 16,0 0-1,0 0-15</inkml:trace>
  <inkml:trace contextRef="#ctx0" brushRef="#br0" timeOffset="55464.85">10249 6473 0,'0'0'0,"0"0"0,0 0 0,0 0 16,0 1-16,0-1 15,0 0-15,0 0 16,0 0-16,0 9 16,0-1-16,0 6 15,-1 4-15,-1 5 16,0 5-16,-2 4 16,-2 4-16,-1 2 15,0 0 1,-1 0-16,-1 1 15,1-4-15,-2 0 16,1-3-16,-1-4 16,0-4-16,2-8 15,2-2 1,2-4 0,1-3-16,3-7 15,-4 9 1,4-9-16,0 0 15,0 0-15,0 0 16,0 0-16,0 0 16</inkml:trace>
  <inkml:trace contextRef="#ctx0" brushRef="#br0" timeOffset="56631.65">10287 6495 0,'0'0'0,"0"0"15,0 0 1,0 0-16,0 0 15,0 0-15,3 1 16,-3-1-16,20 3 16,0 0-16,4 3 15,0 3-15,2 2 16,-2 4-16,0 5 16,7 13 15,3 8-31,-1 5 15,-4-5-15,-13-16 16,-4-6-16,-5-8 16,-2-3-16,-5-8 15,6 10-15,-6-10 16,0 0-16,0 0 16,13-15-16,0-8 15,0-9 1,1-2-16,1-3 15,0 0-15,1-1 16,2 5-16,0 5 16,-2 4-16,-3 6 15,-2 3-15,-1 4 16,-3 3-16,-7 8 16,8-8-16,-8 8 15,0 0 1,0 0-16,0 0 15,0 0-15,0 0 16,0 0-16,0 0 16,0 0-16,0 0 15,11 14-15,-8 0 16,2 7-16,-2 8 16,-2 3-16,-1 1 15,-1 2 1,0-2-16,-1-2 15,0-6-15,-1-2 16,2-4-16,0-3 16,-1-3-16,1-6 15,1-7-15,-1 10 16,1-10-16,0 0 16,-2 7-16,2-7 15,0 0-15,0 0 16,0 0-1,0 0-15,0 0 16,-2 7-16,2-7 16,0 0-16,0 0 15,0 0-15,0 0 16,0 0-16,0 0 16,0 0-16,0 6 15,0-6 1,1 10-16,0 1 15,1 3-15,-1 4 16,0 2-16,0-5 16,-1 0-16,0-3 15,-1-1-15,0-2 16,1-1-16,-1 2 16,0 0-16,-1 0 15,0 0-15,1-2 16,0 0-1,-1 0-15,1 0 16,2-2-16,1 1 16,-2-7-16,8 10 15</inkml:trace>
  <inkml:trace contextRef="#ctx0" brushRef="#br0" timeOffset="57965.05">11232 6374 0,'0'0'0,"0"0"0,0 0 15,0 0 1,0 0-16,0 0 16,0 0-16,0 0 15,-3 0-15,3 0 16,0 0-16,0 0 16,0 0-16,-1 14 15,0 0-15,-1 8 16,-1 4-16,0 5 15,0 2 1,-1 5-16,0 5 16,0 1-16,-2 2 15,-1-2-15,-2-2 16,2-5-16,-1-4 16,2-1-16,0-6 15,1-1-15,0-6 16,2-2-16,0-5 15,1-2 1,-1 0-16,2-1 16,1-3-16,0-6 15,-1 11-15,1-11 16,1 12-16,0-6 16,1 2-16,1 0 15,1 0-15,4 2 16,2-2-16,6-1 15,8-1 1,4-2-16,4-3 16,3-2-16,1-2 15,-1-2-15,-1-1 16,-2 1-16,-6 1 16,-4 1-16,-4 1 15,-4 0-15,-2 0 16,-12 2-16,15 5 15</inkml:trace>
  <inkml:trace contextRef="#ctx0" brushRef="#br0" timeOffset="58666.11">12454 6526 0,'0'0'0,"0"0"0,0-2 15,0 2-15,0 0 16,0 0-16,0 0 16,0 0-16,0 0 15,0 0-15,-4 15 16,4 12-16,0 11 15,0 10-15,-1 4 16,-1 1 0,-1 0-16,-4 1 15,-1-8-15,2-6 16,-1-8 0,2-15-1,1-7-15,4-10 16</inkml:trace>
  <inkml:trace contextRef="#ctx0" brushRef="#br0" timeOffset="59065.01">12331 6347 0,'0'0'0,"0"0"0,0 0 15,0 0-15,8 0 16,14 1-16,18 3 16,7 7-1,3 6-15,2 4 16,0 5-16,-1 5 16,-7 2-16,-2 8 15,-6 2-15,-9-5 16,-4 16-16,-20 25 31,-22 5-31,-29 7 16,-4-36-1,8-22-15,-9 3 16,7-10-16,-3-2 16,2-4-16,8-9 15,7-5-15,7-6 16,5-4-16,6-4 15</inkml:trace>
  <inkml:trace contextRef="#ctx0" brushRef="#br0" timeOffset="59548.71">13057 6415 0,'0'0'0,"0"0"0,0 0 16,1 7-16,3 12 16,2 21-16,-7 18 15,-9 3-15,-7 6 16,-3 6-16,-1-4 15,-1-2-15,-7 18 32,0-10-17,6-10-15,6-16 16,8-27-16,4-7 16,2-5-16,3-10 15,-3 9-15,3-9 16,19 6-16,9-5 15,16-5-15,6-6 16,7-12-16,-3 2 16,7-9-16,-4 1 15,-8 3 1,2 1-16,-9 6 16,-10 13-16,-3 4 15,-11 5-15,-18-4 16</inkml:trace>
  <inkml:trace contextRef="#ctx0" brushRef="#br0" timeOffset="61097.79">10123 7295 0,'0'0'0,"0"0"16,0 0-16,0 0 15,-1 2-15,1-2 16,0 0-16,0 0 16,0 0-16,13 3 15,5-4-15,6-3 16,6-3 0,2-2-16,0-1 15,2 0-15,-3 0 16,0 0-16,-1 0 15,2 0-15,2 0 16,-4 0-16,1 0 16,-3 3-16,-1 2 15,-1 1 1,-2 3-16,3 3 16,-1 1-16,0 1 15,-3 1-15,-3 0 16,3-1-16,0 2 15,-2-1-15,3 3 16,-3-1-16,-1 0 16,-1 2-1,0-1-15,0 1 16,0 0-16,2 2 16,1-2-16,0 1 15,-1-1-15,1 0 16,4-1-16,2-2 15,1-1-15,-1-3 16,-1-1-16,0-3 16,-1 0-16,0 0 15,-2-1 1,-1 2-16,-3-1 16,-3 1-16,-4 1 15,-2 1-15,-1 0 16,2 0-16,1 0 15,6-1-15,8-1 16,7-8-16,0-1 16,-1-1-16,-8 1 15,-6 4-15,-5 1 16,-4 1 0,-10 4-16,10-3 15,-10 3-15,0 0 16,0 0-16,0 0 15,0 0-15,8 12 16</inkml:trace>
  <inkml:trace contextRef="#ctx0" brushRef="#br0" timeOffset="62948.67">10396 7940 0,'0'0'0,"0"0"16,0 0-16,-1-2 15,1 2-15,0 0 16,0 0-16,-10 1 16,10-1-16,0 0 15,-13 1 1,13-1-16</inkml:trace>
  <inkml:trace contextRef="#ctx0" brushRef="#br0" timeOffset="67964.72">10428 7629 0,'0'0'0,"0"0"15,0 0-15,0 0 16,-1 2-16,1-2 15,0 0-15,0 8 16,-1 2-16,0 7 16,1 6-1,0 3-15,0 3 16,0-1-16,0 2 16,0 1-16,-2 2 15,1-1-15,-1-6 16,1-4-16,-1-5 15,0-3-15,1-2 16,-1-3-16,2-3 16,0-6-16,-1 7 15,1-7 1,0 0-16,0 0 16,2 6-16,-2-6 15,14 5-15,0-2 16,5-1-16,4-3 15,5-3-15,0-1 16,-1 0-16,-4-1 16,-1 1-16,-4-1 15,-1 1-15,-1 0 16,-4 1 0,-1 2-16,-11 2 15,19-8-15,-19 8 16,15-3-16,-15 3 15,12 2-15</inkml:trace>
  <inkml:trace contextRef="#ctx0" brushRef="#br0" timeOffset="68881.3">10870 7641 0,'0'0'0,"0"0"0,0 0 0,0 7 16,0 8-16,0 11 16,0 5-16,0 2 15,0 0 1,0 2-16,1-2 16,1 0-16,-1-1 15,0-7-15,-1-6 16,0-9-16,0-2 15,0-8-15,0 8 16,0-8-16,0 0 16,-11-4-16,-2-8 15,-2-7 1,1-5-16,2-7 16,0-6-16,4-9 15,3-1-15,3-1 16,3 8-16,4 7 15,10-7 1,6 4 0,5 1-16,-1 9 15,-6 11-15,0 4 16,0 4 0,0 4-16,0 4 15,0 3-15,-1 2 16,-4 3-16,-2 1 15,-2 3-15,-3 4 16,-2 4-16,-4 1 16,-3 2-16,-5-1 15,-3 0-15,-1-1 16,-1-3 0,0-2-16,2-5 15,1 0-15,0-3 16,0-1-16,3-1 15,6-7-15,-9 7 16,9-7-16,0 0 16,0 0-16,-9 7 15,9-7-15,0 0 16,0 12 0,3-3-16,2 4 15,6 1-15,5 3 16,5 2-16,1 0 15,2-1-15,2 1 16,3 2-16,2 2 16,1-1-16,7 3 15</inkml:trace>
  <inkml:trace contextRef="#ctx0" brushRef="#br0" timeOffset="71598.33">10272 8348 0,'0'0'0,"0"0"16,0 0-16,0 0 16,-2 0-16,2 0 15,0 0-15,0 0 16,12-1-16,8-3 16,10-2-1,7-4-15,3 0 16,4-4-16,2 1 15,2 0-15,0-2 16,1 2-16,1-1 16,-1 2-16,-1 1 15,2 2-15,-1 2 16,2 0-16,-1 0 16,-2-1-16,-1 2 15,-2 1 1,-5-1-16,-3 0 15,-5 0-15,0 1 16,-5-1-16,-2 1 16,-5 1-16,-2 0 15,-2 0-15,-1 0 16,-2 0-16,-3 1 16,-10 3-16,13-4 15,-13 4 1,0 0-16,13-4 15,-13 4-15,0 0 16,0 0-16,0 0 16,0 0-16,9-7 15,-9 7-15,0 0 16,0 0-16,0 0 16,0 0-1,0 0-15,2-6 16,-2 6-16,1-17 15,1-4-15,-1-9 16,1-7-16,-2-6 16,-1-6-16,0-2 15,-2-3-15,1 5 16,-3 2-16,0 3 16,-3 7-16,-3-1 15,-2 0 1,-2 3-16,-1 2 15,1 6-15,-1 1 16,-1 2-16,-1 2 16,1 4-16,0 4 15,0 1-15,-1 1 16,0 1-16,-3 2 16,0 3-1,-3 2-15,-2 3 16,2 2-16,0 0 15,4 1-15,2 0 16,0 0-16,0-1 16,-4 1-16,-1-2 15,-3 0-15,-4 0 16,-4-3-16,-1-3 16,-1-1-16,-6-1 15,0 0 1,2 1-16,4 0 15,9 3-15,7 1 16,4 1-16,4 1 16,0 1-16,-3 2 15,-12 4-15,-18 11 16,-7 8-16,8 1 16,6 3-16,7 1 15,2 7 1,2 6-16,6 1 15,4 1-15,3-3 16,3 3-16,3 2 16,5 6-16,4-1 15,5 0-15,3 0 16,0-2-16,2-3 16,-1-6-16,-1-1 15,2-4 1,-2-3-16,-1-5 15,-2-7-15,-1-3 16,-1-4-16,-1-4 16,0 0-1,-2-4 1,-1-6-16,2 9 16,-2-9-16,0 0 15,3 7-15,-3-7 16,0 0-1,0 0-15,0 0 16,0 0-16,0 0 16,0 0-16,6 6 15,-6-6-15,0 0 16,0 0-16,0 0 16,0 0-16,0 0 15,0 0 1,0 0-16,0 0 15,0 0-15,0 0 16,0 0-16,0 0 16,0 0-16,0 0 15,0 0-15,0 0 16,0 0-16,0 0 16,0 0-16,0 0 15,0 0 1,0 0-16,11 4 15,10-5-15,14-5 16</inkml:trace>
  <inkml:trace contextRef="#ctx0" brushRef="#br0" timeOffset="75714.06">12981 4577 0,'0'0'0,"0"0"0,0 0 15,-2-2-15,2 2 16,0 0-16,0 0 16,0 0-16,0 0 15,0 0 1,-8-7-16,8-3 16,0 1-16,3-5 15,7-14-15,7-10 16,6-13-16,4-7 15,0 3-15,0 0 16,2 5-16,-6 9 16,2-1 15,-5 12-31,-6 9 16,-5 8-16,-4 6 15,-5 7-15,5-7 16,-5 7-16,0 0 15,11 1-15,-3 7 16,4 8-16,0 10 16,0 11-16,-2 4 15,-3 4 1,-4 0-16,0 5 16,-2 0-16,1-4 15,-2-5-15,1-8 16,-1-6-16,-1-5 15,0-5-15,-1-4 16,-1-4-16,-1 0 16</inkml:trace>
  <inkml:trace contextRef="#ctx0" brushRef="#br0" timeOffset="75947.81">13001 4531 0,'0'0'0,"0"0"16,3 0-16,10 0 16,14 0-16,7 0 15,-3 0-15,1 0 16,-1 0-16,4 0 15,1 0-15,-4-1 16</inkml:trace>
  <inkml:trace contextRef="#ctx0" brushRef="#br0" timeOffset="76931.19">13506 4434 0,'0'0'0,"0"0"16,-1-2-16,1 2 15,-4-12-15,2 4 16,0 0 0,0 1-16,2 7 15,-3-8-15,3 8 16,0 0-16,0 0 15,0 0-15,-14 3 16,6 5-16,-2 7 16,0 5-16,2 4 15,1 2-15,4 3 16,3-5 0,2-4-16,1-6 15,-2-6-15,-1-8 16,0 0-16,13 2 15,1-13-15,-1-8 16,-2-6-16,-1-10 16,-1-5-16,-1-1 15,-1 0 1,-1 5-16,0 5 16,-4 8-16,1 6 15,-1 5-15,-2 6 16,0 6-16,1-6 15,-1 6-15,0 0 16,0 0-16,0 0 16,0 0-16,1 16 15,-1 4-15,0 5 16,0 4 0,1 1-16,0 3 15,2-1-15,3-1 16,0-4-16,2-1 15,3-3-15,-1-3 16,3-5-16,1-8 16,7-12-1,9-27 1,-7-10 0,-4 9-16,-11 12 15,-2 8-15,-2 0 16,1 3-16,-2 3 15,-3 7-15,0 0 16,0 0-16,0 0 16,11 4-16,-2 13 15,0 4-15,0 14 16,-7-7 0,-1 10-16,-2 0 15,-1 2-15,-3-9 16,-1-2-16,-1-9 15,-3 3-15,1-7 16,9-16-16,-21 16 16,6-6-16,0-2 15,-2-7-15,-2-9 16,1 1-16,7 2 16,11 5-1,-16-24-15,17-5 16,0-9-16</inkml:trace>
  <inkml:trace contextRef="#ctx0" brushRef="#br0" timeOffset="77098.72">13896 4231 0,'0'0'0,"0"0"0,0 0 15,3 2-15,-3-2 16,9 11-16,0 1 16</inkml:trace>
  <inkml:trace contextRef="#ctx0" brushRef="#br0" timeOffset="77781.56">14223 4294 0,'0'0'0,"0"0"0,0 0 0,-1 6 16,2 10-16,-1 13 15,1 8 1,-1 2-16,-4-5 15,-3-3-15,0 2 16,-4-8-16,0 4 16,0-11-16,-2-4 15,4-6 1,-2-12 0,0-5-1,-5-21-15,0 2 16,3-5-16,6-4 15,1-2-15,4 2 16,4 2-16,4 6 16,0 5-16,3 6 15,1 4-15,5 6 16,3 1-16,2 4 16,-1 2-16,0 4 15,1 4 1,-1 2-16,-4 1 15,-4 3-15,-6 4 16,-6 4-16,-6 2 16,-8 0-16,-2-2 15,1-4-15,3-5 16,4-2-16,1-4 16,8-6-1,-9 8-15,9-8 16,-2 8-16,5 0 15,5 2-15,8 3 16,7 1-16,4-2 16,1-2-16,-1-2 15,-2-2-15,4-3 16,0-3-16,0-5 16,-4-2-16</inkml:trace>
  <inkml:trace contextRef="#ctx0" brushRef="#br0" timeOffset="78197.87">14435 4170 0,'0'0'0,"0"0"16,0 0-16,0 0 15,8 2-15,5 1 16,5 2-16,3 2 16,-2 3-16,-1 2 15,-5 0-15,-4-2 16,-3 2-16,-3 0 16,-2 2-1,-4 1-15,1 1 16,-2-1-16,0-5 15,3-1-15,1-9 16,0 7-16,11-2 16,17-3-16,18-4 15,4-5-15,-1-3 16,-2-1 0,-2 1-16,-5-1 0,-6 3 15,-4 0 1,-2 1-16,-5 1 15,0 1-15,-7 0 16</inkml:trace>
  <inkml:trace contextRef="#ctx0" brushRef="#br0" timeOffset="80648.49">13791 5230 0,'0'0'0,"0"0"16,0 3-16,-4 6 15,-1 10-15,-3 6 16,0-1-16,1-3 15,2-3-15,1-6 16,1-3 0,3-9-16,-2 8 15,2-8-15,0 0 16,-2-8-16,1-9 16,4-15-16,5-7 15,1 2-15,2 4 16,1 5-16,1 4 15,1 5-15,-1 6 16,2 5 0,-2 4-16,1 7 15,0 3-15,1 5 16,-2 6-16,-1 4 16,0 1-16,-2-2 15,-3-5-15,-1-4 16,-6-11-16,10 9 15,-10-9 1,22-7-16,-6-6 16,3-8-16,-1-1 15,-3 2-15,-3 6 16,-3 3-16,-4 4 16,-5 7-16,6-8 15,-6 8-15,13 10 16,-3 3-16,-1 11 15,-3 4 1,-2 1-16,-2 1 16,0-3-16,-1-3 15,-1-5-15,1-1 16,3-3-16</inkml:trace>
  <inkml:trace contextRef="#ctx0" brushRef="#br0" timeOffset="81081.14">14472 5131 0,'0'0'0,"0"0"0,-4 1 15,4-1-15,-24 5 16,5-1-16,-2 4 15,2 3-15,2 1 16,3 1 0,4-1-16,3 1 15,5-1-15,5 1 16,7 1-16,3 2 16,6 3-16,3 1 15,-3-4-15,-4-4 16,-2-2-16,-5-2 15,-8-8-15,11 11 16,-13-2 0,-5 6-16,-7 3 15,-6 1-15,-4-7 16,0-1-16,-1-3 16,4-1-16,5-3 15,2 1-15,3-3 16,11-2-16,-13 4 15,13-4-15,0 0 16</inkml:trace>
  <inkml:trace contextRef="#ctx0" brushRef="#br0" timeOffset="81648.75">14740 5168 0,'0'0'0,"0"0"0,0 0 0,0 0 16,0 0-16,-7 6 16,-5 3-16,-7 5 15,-2 0-15,3-3 16,3-2-16,4-1 15,11-8-15,-13 8 16,13-8-16,0 0 16,0 0-1,-7 8-15,7-8 16,5 6-16,-5-6 16,12 13-16,-5-6 15,-1 0-15,-6-7 16,7 7-16,-7-7 15,-5 17-15,-4-1 16,-5 5 0,-4 0-16,6-2 15,0-5-15,4 0 16,1-1-16,3-2 16,4-3-16,8 4 15,6 0-15,6 0 16,4-5-16,-3-3 15,1-5-15,-5-1 16,-3-1 0,-1 1-16,-3 0 15,-10 2-15,14-2 16,-14 2-16,14-3 16</inkml:trace>
  <inkml:trace contextRef="#ctx0" brushRef="#br0" timeOffset="83197.83">15089 5126 0,'0'0'0,"0"0"16,-2-2-16,2 2 15,-4-13-15,-1 3 16,1-1-16,-3-2 15,-2-2-15,-4-2 16,-4-3-16,-1 1 16,-5-1-1,-4 1-15,-3 1 16,-4 2-16,-1 2 16,-7 3-16,-4 2 15,-5 3-15,-6 3 16,-1 5-16,0 1 15,1 4-15,2 1 16,7 0-16,4 2 16,2-2-1,8 0-15,0 0 16,7-1-16,4 0 16,3-2-16,4 0 15,1-2-15,0-3 16,-1 0-16,1-2 15,2-1-15,-1-1 16,-1-2-16,-2-1 16,-6-2-1,-5-2-15,-4-3 16,-3 0-16,-3 2 16,0 4-16,-3 1 15,-1 6-15,-1 5 16,-1 4-16,3 4 15,2 1-15,3 5 16,3 1-16,-2 6 16,5 1-16,3 2 15,5-1 1,3-2-16,3 0 16,4 2-16,5 1 15,4 2-15,6-1 16,4-1-16,6-1 15,7 2-15,8-2 16,5 4-16,8 9 31,6 7-15,-3 3-16,-9-10 16,3 6-16,-6-1 15,-8-11-15,12 16 16,-8-32-16,16 2 15,0 4-15,-16-10 16,20 9-16,-4-13 16,19-9-1,-25 5-15,6-1 16,9 4-16,-13-4 16,14 3-16,-21-5 15,-3-2-15,4-1 16,-3 0-16,-2 0 15,-5 0-15,-9 0 16,1-1-16,1-1 16,4-2-1,-1-1-15,-3 0 16,2 0-16,-4 1 16,2 1-16,-1 1 15,0 0-15,1-2 16,3-4-16,3-1 15,0 0-15,-2-1 16,6-4-16,5-8 16,-1-1-16,-5 2 15,-6 4 1,0-1-16,-1 1 16,-5 1-16,-4 5 15,-4 3-15,-2-1 16,0-3-16,0-1 15,-1-2-15,-2 0 16,-1-3-16,-1-1 16,1-1-16,0 1 15,1 1 1,4-4-16,3 2 16,4-3-16,1 4 15,-1 2-15,-1 0 16,-1 5-16,-1-1 15,1 0-15,1-2 16,1-1-16,1 0 16,-2-2-16,2-1 15,-1-2 1,0 1-16,-3 1 0,-2 4 16,-4-2-1,-7 2-15,-9-4 16,-12 1-16,-19 1 15,-21 5-15</inkml:trace>
  <inkml:trace contextRef="#ctx0" brushRef="#br0" timeOffset="87214.31">13187 4882 0,'0'0'0,"0"0"0,0-4 16,0 4-16,0-9 15,0 9-15,0-9 16,0 9-16,0 0 16,0 0-16,0 0 15,0 0-15,0 0 16,0-7-16,0 7 16,0 0-1,0 0-15,0 0 16,0 0-16,0 0 15,0 0-15,0 0 16,6-7-16,-6 7 16,13-1-16,-13 1 15,13 7-15,-8-1 16,-5-6-16,6 7 16,-6-7-16,0 0 15,0 0 1,0 0-16,0 0 15,0 0-15,0 0 16,0 0-16,0 0 16,0 0-16,0 0 15,9 8-15,-9-8 16,19-7-16,11-3 16,11-6-1,5 10-15,5-3 16,12-2-16,0-1 15,1-4-15,1 3 16,-4-1-16,1-3 16,-2 3-16,2 4 15,1 7-15,2 0 16,4 1-16,-3 6 16,26-2 15,-4 4-31,-5-3 15,-3 1-15,-32-1 16,3-1-16,-1-3 16,0-1-16,-2 0 15,-1 0-15,0-3 16,0-2-16,-4 0 16,-5 0-16,-1-3 15,-5-2 1,-1-1-16,-2-3 15,-3 0-15,-2-4 16,-1-1-16,-6 0 16,-3-1-16,-2-4 15,-3-3-15,-3-5 16,-2-4-16,-2 0 16,-2-1-1,-3 0-15,0 0 16,-4 0-16,-6-2 15,-2 2-15,-5 2 16,-4 0-16,-5 0 16,-5 1-16,-4 1 15,-1 4-15,-3 2 16,0 3-16,-3 4 16,-5 1-1,-4 3-15,-2 1 16,-6 1-16,-5 4 15,-5 5-15,-8 4 16,-3 2-16,-4 3 16,2 4-16,5 0 15,1 2-15,4 2 16,2-2-16,3 0 16,-1 0-1,-4 2-15,-2 2 16,-4 3-16,1 2 15,-1 1-15,4 3 16,9 1-16,3 1 16,5 1-16,6 1 15,5-1-15,6-1 16,6 2-16,1 2 16,7 2-16,2 2 15,6 2 1,3 4-16,5 3 15,4 0-15,1 2 16,3 2-16,4 1 16,3 2-16,3-2 15,3-1-15,4-1 16,9-2-16,4-4 16,4-3-16,1-3 15,3-8-15,1-6 16,-5-6-1,0-1-15,-4-3 16,-3-1-16,-2 0 16,-2-3-16,-1 0 15,-1 0-15,1-1 16,-1 0-16,1 0 16,-1 2-16,1 1 15,0 2 1,0 1-16,-1 1 15,0 1-15,-2 5 16,-4 3-16,0 8 16,-6 2-16,-2-1 15,-4 2-15,-2-2 16,-3 1-16,-1-2 16,0-1-16,2-1 15,-2 2 1,2-1-16,-1-1 0,0-1 15,1 1 1,-1 0-16,0 0 16,1-1-16,0 1 15,2 0-15,3-2 16,1 0-16,2-1 16,3 0-16,0-1 15,4 0 1,4 2-16,1-4 15,3 0-15,4 1 16,2 0-16,2-1 16,-2-4-16,4 1 15,1-2-15,1 2 16,-2-1-16,-6-4 16,-3 0-16,6 1 15,6 3-15,4-3 16,1-1-1,-7-3-15,-2 0 16,7 2-16,2 1 16,4 1-16,0-1 15,-10-1-15,16 2 16,4-3-16,2-4 16,7 4-16,-10-2 15,7-2-15,-5-5 16,-2-6-16,-2 4 15,0-2 1,-5 1-16,-14 2 16,-1-1-16,3 0 15,0 1-15,6-1 16,-6 2-16,1 0 16,6-1-16,-7 1 15,-3-1-15,-4-4 16,-8 4-1,4 0-15,6-5 16,2-2-16,7-7 16,-4-1-16,-2-4 15,-1-4-15,-3-3 16,2-7-16,-3 6 16,2-2-16,-2-4 15,4-9-15,5-9 16,2-3-1,-3 4-15,0-1 16,-2 4-16,-8-2 16,-5-1-16,-5 4 15,-4-3-15,-5 3 16,-4 1-16,-2 6 16,-1-4-16,1 1 15,-1 6 1,2 6-16,0 6 15,1 5-15,1 1 16,0 1-16,1 1 16,-1 0-16,1 4 15,-1 0-15,1 1 16,-1-2-16,1-1 16,-1 2-16,2 2 15,-1 2-15,0 2 16,0 2-1,1 6-15,-1-12 16,0 5-16</inkml:trace>
  <inkml:trace contextRef="#ctx0" brushRef="#br0" timeOffset="96414.66">14717 6371 0,'0'0'0,"2"-3"0,-2 3 0,11-14 16,-1-1-16,5-9 15,4-4 1,3-5-16,1-5 16,0-3-16,-1-3 15,-2 2-15,-1 4 16,-1 3-16,4 3 16,-2 5-16,-2 7 15,-3 5-15,-4 4 16,-3 1-16,-3 3 15,-5 7 1,7-6-16,-7 6 16,0 0-16,0 0 15,0 0-15,0 0 16,0 0-16,0 0 16,-16 11-16,-8 5 15,-5 3-15,-1-1 16,-1 2-16,-2 1 15,-2 1-15,5-1 16,4-5 0,8-4-16,4-3 15,4-3-15,10-6 16,0 0-16,0 0 16,1-13-16,14-9 15,11-7-15,3 1 16,2 3-16,0 0 15,-1 4-15,-4 3 16,-1 4-16,-3 8 16,-1 3-1,-4 5-15,-3 4 16,-2 7-16,-1 5 16,-3 3-16</inkml:trace>
  <inkml:trace contextRef="#ctx0" brushRef="#br0" timeOffset="102648.33">12178 7431 0,'0'0'0,"0"0"16,0 0-16,-4-2 15,4 2-15,-12-4 16,12 4-16,-10-1 16,10 1-16,0 0 15,0 0-15,0 0 16,0 0-16,0 0 16,0 0-16,0 0 15,19 14 1,2-3-16,9 4 15,3 1-15,4 2 16,-1-1-16,0-1 16,3-1-16,3-1 15,-1-6-15,1-1 16,1-4-16,-1-1 16,0-1-1,-4-2-15,0-2 16,-1-1-16,2-1 15,-1 0-15,-4 2 16,0-1-16,0-1 16,0 0-16,4 1 15,0 0-15,-4 2 16,-1 2-16,-1 2 16,1 1-16,-3 0 15,0-1 1,-2 1-16,-2-1 15,4 0-15,-1 0 16,-3-4-16,6 0 16,-3-3-16,0-2 15,1-4-15,-3-3 16,0-5-16,0-3 16,1-5-1,-1-4-15,0-8 16,-3-2-16,0-5 15,-4-3-15,-2 3 16,-1-4-16,-4 3 16,-3 3-16,-3-3 15,-5 1-15,0-1 16,-3-2-16,-2 3 16,-4-1-16,-3-1 15,0 2 1,0 3-16,-2 0 15,-2 1-15,-3-2 16,-2 1-16,0 3 16,-3 2-16,1 2 15,-2 0-15,-2 1 16,0 3-16,0 3 16,-1 6-16,2 2 15,-2 2 1,-2-1-16,-3 0 15,-1 1-15,-2 2 16,-4 2-16,-6 1 16,-2 3-16,1 1 15,1 1-15,5 1 16,1 1-16,0 0 16,1 0-16,4 1 15,3 2 1,2 1-16,-3 2 15,0-1-15,0 2 16,0 1-16,-2 1 16,-6 5-16,-3 5 15,-5 2-15,-1 5 16,2 1-16,0 4 16,1 4-16,4 4 15,-2 5-15,2 4 16,1 1-1,3-1-15,3 1 16,1 2-16,5 4 16,2 0-16,3 2 15,2 2-15,0 4 16,2 8-16,1 8 16,3 4-16,5 4 15,3-1 1,3 0-16,1-2 15,2-5-15,4-7 16,2-9-16,9 6 31,0-6-31,5-5 16,5-12-16,-5-17 16,1-7-16,-2-6 15,1-2-15,2-2 16,0 0-16,1-3 15,5-5 1,7-4-16,0-1 16,-3-1-16,-6 0 15,-8 4-15,-2-1 16,-4 0-16,0-2 16,-3 1-16,-8 7 15,8-9-15,-8 9 16,0 0-1,0 0-15,5-7 16,-5 7-16,0 0 16,0 0-16,0 0 15,0 0-15,0 0 16,0 0-16,0 0 16,0 0-16,0 0 15,0 0-15,0 0 16,0 0-1,0 0-15,0 0 16,0 0-16,0 0 16,0 0-16,0 0 15,0 0-15,0 0 16,0 0-16,0 0 16,0 0-16,0 0 15,0 0-15,0 0 16,0 0-1,0 0-15,0 0 16,0 0-16,0 0 16,0 0-16,0 0 15,0 0-15,0 0 16,0 0-16,0 0 16,0 0-16,0 0 15,0 0-15,0 0 16,0 0-16,0 0 15,0 0 1,0 0-16,0 0 16,0 0-16,0 0 15,0 0-15,0 0 16,0 0-16,0 0 16,0 0-16,0 0 15,0 0-15,0 0 16,0 0-1,0 0-15,0 0 16,0 0-16,0 0 16,0 0-16,0 0 15,0 0-15,0 0 16,0 0-16,0 0 16,0 0-16,0 0 15,9 7-15,-9-7 16,0 0-1,0 0-15,0 0 16,0 0-16,0 0 16,0 0-16,0 0 15,0 0-15,0 0 16</inkml:trace>
  <inkml:trace contextRef="#ctx0" brushRef="#br0" timeOffset="151680.64">9643 6160 0,'0'0'0,"0"0"0,0 0 0,0 0 16,0 0-16,0 0 15,0 0-15,4 0 16,-4 0 0,30-5-16,1-1 15,11-7-15,7-3 16,5-5-16,4-2 16,0-1-16,6-2 15,0 0-15,3 0 16,3 2-16,1 4 15,0 1-15,-1 2 16,-2 3 0,-3-1-16,1 2 15,-3 3-15,-2 2 16,3 2-16,-3 3 16,0 2-16,4 2 15,-2 0-15,1 1 16,0 1-16,2 1 15,-1 0 1,3 1-16,-1-1 0,4 0 16,2 0-1,-1 1-15,5-1 16,1-2-16,4-2 16,5-3-16,4-2 15,3-2-15,1-2 16,0-3-16,0 0 15,-2 1-15,3-1 16,0 0-16,-3 0 16,-3 1-1,-4 0-15,-2 2 16,-3 1-16,0 2 16,-10 2-16,2 1 15,-6 3-15,0 0 16,-2 0-16,-7 1 15,-4 1-15,-2 0 16,-4 2-16,-5-1 16,-3 0-1,-9 2-15,-6-3 16,-5 2-16,-2-1 16,-2 4-16,-2 0 15,0 2-15,0 2 16,-1 2-16,-2 4 15,0 5-15,1 8 16,-1 8-16,-4 6 16,-2 7-1,-2-1-15,1 7 16,0 1-16,-2 4 16,2 1-16,-1 1 15,3 4-15,3 7 16,5 9-16,2 3 15,4-1-15,1 2 16,-1-4-16,-1-2 16,6 32 15,-20-12-31,-10-10 16,0-27-16,-2-34 15,-4-9-15,4-7 16,-1-3-16,0-3 15,0-3-15,-6-1 16,-8-1-16,-3-3 16,-18-8-1,-6-4-15,-1-4 16,-9-4-16,6 3 16,-9-4-16,-1 2 15,-2-2-15,-4-2 16,0 0-16,-3 3 15,-6 3-15,2 1 16,-2 1 0,-4 2-16,10 2 0,-21 0 15,-2 2 1,-7 1-16,-12 2 16,9-2-16,-11 2 15,2-1-15,-3 1 16,-2-1-16,4 1 15,10 1-15,6 1 16,15 1-16,4-1 16,7 1-1,6 1-15,5-1 16,3 1-16,5-1 16,0 0-16,5 0 15,-2 0-15,-3-2 16,-3-1-16,-4-3 15,6 2-15,-4-1 16,3 0-16,4 2 16,1 0-16,6 3 15,6 3 1,7 0-16,4 0 16,5 0-16,4 0 15,3-1-15,3 1 16,0 0-16,1 0 15,-4-1-15,-1 1 16,-3-1-16,-7 0 16,-8 0-16,-3 0 15,-1 2 1,9 2-16,7-2 16,7 2-16,6-2 15,10-2-15,-14 5 16,14-5-16,0 0 15,-10 4-15,10-4 16,0 0-16,0 0 16,0 0-16,0 0 15,0 0 1,0 0-16,-9 7 16,9-7-16,0 0 15,0 0-15,0 0 16,0 0-16,0 0 15,0 0-15,0 0 16,0 0-16,0 0 16,0 0-16,0 0 15,-15 4 1,-12 4-16,-19 5 16,4-1-16,9-3 15,6-2-15,4 0 16,0 0-16,-1 0 15,1 0-15,0 0 16,1-2-16,3-4 16,1-5-1,-2-10-15,0-9 16,3-13-16,5-9 16,6-15-16,4-5 15,4-7-15,2-1 16,1 2-16,2 3 15,0 1-15,-2 4 16,2 4-16,-1 7 16,-1 6-16,1 8 15,-1 6 1,0 6-16,-2 8 16,-1 5-16,1 2 15,2 1-15,7-2 16</inkml:trace>
  <inkml:trace contextRef="#ctx0" brushRef="#br0" timeOffset="166230.6">8623 2182 0,'0'0'0,"0"0"0,0 0 16,0 0-16,0-2 15,0 2-15,0 0 16,0 0-16,0 0 15,0 0-15,0 0 16,-10-3-16,-5-1 16,-13 1-16,-8 4 15,2 2 1,8 0-16,7 1 16,3 2-16,0 5 15,0 10-15,0 8 16,4 6-16,5-3 15,5-3-15,4-3 16,2-6-16,4-2 16,2-4-1,6-1-15,2-1 16,-2-3-16,-2-3 16,-14-6-16,11 2 15,-11-2-15,0 0 16,0 0-16,-22 4 15,-6 13-15,1 9 16,4-1-16,5-5 16,5-3-16,3-1 15,5-1-15,5-2 16,5 0 0,9 0-16,6-2 15,15-1-15,7-4 16,3-8-16,-5-1 15,-2-6-15,1-2 16,0-3-16,-5 2 16,0 0-16,-5 0 15</inkml:trace>
  <inkml:trace contextRef="#ctx0" brushRef="#br0" timeOffset="166514.01">9106 2270 0,'0'0'0,"0"0"0,0 0 0,0 0 16,0 7-16,0 10 16,0 10-16,0 3 15,0 0-15,0-1 16,-1 2-16,-1 1 15,-2 1-15,1 3 16,1-9-16,-2-4 31,-1-8-15,-3-6-16,8-9 16,-14-3-16</inkml:trace>
  <inkml:trace contextRef="#ctx0" brushRef="#br0" timeOffset="166864.16">8984 2342 0,'0'-2'0,"0"2"0,-2-15 16,1-1-16,0 2 15,1 4 1,0 10-16,0-7 16,0 7-16,11-6 15,6 2-15,12 3 16,7 2-16,7 5 15,0 3-15,-1 3 16,-1 5-16,-7 2 16,-9 0-16,-6 0 15,-11 10 17,-15 15-32,-18 7 15,-19 5-15,6-13 16,1-15-16,6-4 15,9-10-15,7-7 16,2-2-16,13-5 16,0 0-16,0 0 15</inkml:trace>
  <inkml:trace contextRef="#ctx0" brushRef="#br0" timeOffset="167363.81">9625 2213 0,'0'0'0,"0"0"0,0 2 16,0 6-16,2 12 15,0 12-15,-7 10 16,-4 7-16,0-1 15,0-9-15,2-1 16,0-4 0,7-8-1,1-10-15,-1-16 16,0 0 0,0 0-16,12-10 15,-1-14-15,3-15 16,3-16-16,-1 5 15,0-3-15,2 4 16,0 8-16,6 2 16,0 8-16,-2 5 15,-1 8-15,-1 6 16,2 5-16,-2 4 16,-1 7-1,0 7-15,2 6 16,5 11-16,-1 3 15,2 3-15,-4-3 16,-9-10-16,-4 6 16</inkml:trace>
  <inkml:trace contextRef="#ctx0" brushRef="#br0" timeOffset="167596.6">9731 2398 0,'0'0'0,"0"0"0,0 0 0,-1-3 0,1 3 16,0 0 0,0 0-16,0 0 15,-2-7-15,10-3 16,11-5-16,7 0 15,4-1-15,0 2 16,0 2-16,-5 3 16,-2 5-16</inkml:trace>
  <inkml:trace contextRef="#ctx0" brushRef="#br0" timeOffset="168130.74">8218 3056 0,'4'0'0,"12"-1"0,13-4 16,51-17-16,17-16 16,13-7-1,8-5-15,4-2 16,2 0-16,-4 1 15,-4 6-15,3 6 16,-9 6-16,-1-1 16,-6 3-16,-6 2 15,-7 1-15,1 2 16,-15 7-16,-11 2 16,-11 3-1,-13 5-15,-8 0 16,-4 1-16,-7 2 15,-7 2-15,-5 2 16,-10 2-16,13-4 16,-13 4-16,0 0 15,16-13-15</inkml:trace>
  <inkml:trace contextRef="#ctx0" brushRef="#br0" timeOffset="188513.9">5939 2073 0,'0'0'0,"0"0"0,0 0 0,0 0 15,0 0-15,0 2 16,0-2-16,0 0 16,0 0-1,0 0-15,0 8 16,0-8-16,-2 9 16,1 3-16,-1 8 15,-1 1-15,1 4 16,-2 5-16,-3 8 15,-2 7-15,-1 3 16,-2-2-16,-1 0 16,-1-3-16,-1-1 15,2-5 1,2-4-16,1-5 16,0-6-16,1 0 15,0-1-15,1-1 16,0 1-16,0-3 15,3-2-15,0-3 16,1-4-16,2-1 16,-1-2-1,3-6-15,-3 9 16,3-9-16,0 0 16,-3 8-16,3-8 15,0 0-15,0 0 16,0 0-16,0 0 15,0 0-15,0 0 16,-1 6-16,1-6 16,0 0-1,0 0-15,0 0 16,0 0-16,0 0 16,0 0-16,0 0 15,0 0-15,0 0 16,0 0-16,1 7 15,-1-7-15,0 0 16,7 7 0,-7-7-16,13 9 15,2-2-15,9-2 16,0-1-16,1-2 16,-2-2-16,6-3 15,8-2-15,6-2 16,1 1-16,-1-1 15,1-1-15,3-1 16,3 0-16,0 1 16,-3-1-1,-1-3-15,-4 1 16,-3 0-16,-4 2 16,2 0-16,1-1 15,0 3-15,0 2 16,-6 2-16,-2 2 15,1 0-15,-5 0 16,-3 1-16,-3 1 16,-5 0-1,-2 0-15,1 2 16,1 1-16,5 1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40:12.127"/>
    </inkml:context>
    <inkml:brush xml:id="br0">
      <inkml:brushProperty name="width" value="0.05292" units="cm"/>
      <inkml:brushProperty name="height" value="0.05292" units="cm"/>
      <inkml:brushProperty name="color" value="#FFC000"/>
    </inkml:brush>
  </inkml:definitions>
  <inkml:trace contextRef="#ctx0" brushRef="#br0">9695 3559 0,'0'0'0,"0"0"0,0 2 0,0-2 15,0 0-15,2 6 16,-2-6-16,6 7 16,-6-7-1,14 11-15,-2-3 16,8-1-16,5-1 15,5-2-15,-1-3 16,-1 0-16,2-1 16,-2 0-16,4-1 15,0 1-15,-2-2 16,1 0-16,-2 1 16,1-1-1,2 1-15,-1-1 16,-1 0-16,-1 0 15,-1 1-15,-1-1 16,-1 1-16,1-1 16,0 0-16,-1 1 15,-1-1-15,-3 0 16,-1 1 0,0-1-16,1 1 15,-1-1-15,-1 0 16,0 0-16,-2 1 15,-1 0-15,-1 0 16,0 1-16,-2-1 16,2 0-16,-2 0 15,0 0-15,1 1 16,-3 0 0,1 0-16,-2 0 0,0 0 15,-2 0 1,2 0-16,0 0 15,2 0-15,-1 0 16,2 0-16,1-1 16,1 1-16,2 0 15,0-2-15,3-1 16,1-1-16,2 1 16,2 0-1,2 0-15,1-1 16,2 1-16,-1-3 15,-2 3-15,1-2 16,0 1-16,-2 0 16,2 0-16,-2 0 15,-1 1-15,0 0 16,-1 0-16,2 0 16,-1 2-1,0 1-15,-2-1 16,-1 0-16,-1 1 15,0 1-15,1 0 16,2 0-16,1 1 16,-1-1-16,-1 1 15,0-1-15,-1 1 16,1-1-16,-2 1 16,1 0-1,0 0-15,-1 0 16,0-1-16,-2 1 15,-1 0-15,1 0 16,-2-1-16,2 1 16,0-1-16,1 1 15,-1 0-15,1-1 16,0 1-16,1-1 16,3 1-16,1 0 15,2 0 1,-2-1-16,0 1 15,1-1-15,1-1 16,-3 1-16</inkml:trace>
  <inkml:trace contextRef="#ctx0" brushRef="#br0" timeOffset="149.75">12604 3503 0,'0'0'0,"0"0"0,0 0 15,0 0-15</inkml:trace>
  <inkml:trace contextRef="#ctx0" brushRef="#br0" timeOffset="2067.28">8963 2456 0,'0'0'0,"0"0"0,0 0 16,0 0-16,1 4 15,-1-4-15,6 13 16,-1-3-16,3 5 16,5 0-16,6-2 15,4-2-15,5-4 16,-1-1-1,0-4-15,-1 0 16,-3-2-16,-3-2 16,-7 1-16,-13 1 15,17-5-15,-17 5 16,0 0-16,9-4 16,-9 4-16,0 0 15,0 0-15,3-6 16,-3 6-1,0 0-15,0 0 16,0 0-16,0 0 16,0 0-16,0 0 15,0 0-15,0 0 16,0 0-16,0 0 16,0 0-16,15 2 15,-2 2-15,3 3 16,-2 2-1,1 2-15,-4 0 16,-1-1-16,-4 1 16,-2-3-16,-4 1 15,-1 1-15,-5 1 16,-2 0-16</inkml:trace>
  <inkml:trace contextRef="#ctx0" brushRef="#br0" timeOffset="2283.19">9721 2404 0,'0'0'0,"0"0"0,0 0 0,0 4 0,0 9 16,0 19-16,-4 23 16,-7 10-16,-7 12 15,-8-4-15</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0" timeString="2026-02-15T11:32:07.346"/>
    </inkml:context>
    <inkml:brush xml:id="br0">
      <inkml:brushProperty name="width" value="0.05292" units="cm"/>
      <inkml:brushProperty name="height" value="0.05292" units="cm"/>
      <inkml:brushProperty name="color" value="#EE0000"/>
    </inkml:brush>
  </inkml:definitions>
  <inkml:trace contextRef="#ctx0" brushRef="#br0">6615 1668 0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33:53.548"/>
    </inkml:context>
    <inkml:brush xml:id="br0">
      <inkml:brushProperty name="width" value="0.05292" units="cm"/>
      <inkml:brushProperty name="height" value="0.05292" units="cm"/>
      <inkml:brushProperty name="color" value="#EE000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002060"/>
    </inkml:brush>
    <inkml:brush xml:id="br3">
      <inkml:brushProperty name="width" value="0.05292" units="cm"/>
      <inkml:brushProperty name="height" value="0.05292" units="cm"/>
      <inkml:brushProperty name="color" value="#FFC000"/>
    </inkml:brush>
  </inkml:definitions>
  <inkml:trace contextRef="#ctx0" brushRef="#br0">1764 2112 0,'0'0'0,"0"0"0,0 0 15,0 0-15,0 0 16,0 0-16,-3 2 15,-7 2-15,-11 7 16,-4 2-16,3 2 16,3 0-16,2 3 15,-1 4-15,0 5 16,4 4-16,5 7 16,4-3-1,4 2-15,3-2 16,3 3-16,4-2 15,3-4-15,4-2 16,-1-6-16,2-3 16,3-3-16,2-4 15,0-3-15,1-3 16,0-5-16,-3-2 16,2-3-1,2-4-15,1-6 16,1-4-16,-5-3 15,3-6-15,-1-4 16,-2-6-16,-4 2 16,-4 5-16,-4-1 15,-2-3-15,-3-4 16,-2 0-16,-4 5 16,-2 3-1,-5 2-15,-1 0 16,-5 0-16,-4 3 15,-2 2-15,-4 3 16,-3 3-16,-4 4 16,-3 5-16,-2 6 15,-5 9-15,-4 6 16</inkml:trace>
  <inkml:trace contextRef="#ctx0" brushRef="#br0" timeOffset="6016.2">941 1764 0,'0'0'0,"0"0"0,0 0 0,-2-2 16,2 2-16,0 0 16,0 0-16,0 0 15,0 0 1,0 0-16,0 0 0,0 0 16,19 12-1,2-1-15,5 2 16,11 3-16,5 1 15,1 1-15,1 0 16,-2 0-16,-1 5 16,1 2-16,-2-1 15,-2-1-15,-5-3 16,-3-1 0,-4-2-16,-4-5 15,-5-2-15,-7-1 16,-10-9-16,14 10 15,-14-10-15,7 8 16,-7-8-16,4 7 16,-4-7-16,4 11 15,-2-2-15,0 3 16,0 0 0</inkml:trace>
  <inkml:trace contextRef="#ctx0" brushRef="#br0" timeOffset="6516.45">786 2439 0,'0'0'0,"8"-2"0,-8 2 16,31-6-16,-1 3 15,4 0-15,3 2 16,-2 0-16,2 1 16,-1-1-16,1 0 15,0 0 1,1-2-16,-2-2 16,0 0-16,-2-2 15,-2 1-15,-5 2 16,1-1-16,-6 2 15,-3-1-15,-2 2 16,-2-1-16,-2 2 16,-3-1-16,-10 2 15,13-1-15,-13 1 16</inkml:trace>
  <inkml:trace contextRef="#ctx0" brushRef="#br0" timeOffset="6899.67">877 2896 0,'0'0'0,"0"0"0,0 0 0,0 0 15,0 0-15,6-1 16,8 0-16,9-3 16,8 0-16,4-1 15,6-2-15,3-5 16,3-4 0,0-5-16,0-1 15,-5-1-15,-4 0 16,-2 2-16,-5 2 15,-2 2-15,-1 1 16,-3 3-16,-2 2 16,-4 5-16,-2 2 15,-4 1-15,-1 2 16,0 0-16,1-1 16,-1 2-1</inkml:trace>
  <inkml:trace contextRef="#ctx0" brushRef="#br0" timeOffset="8483.75">2488 1830 0,'0'0'0,"0"0"0,0 0 16,0 0-16,-2-2 15,2 2 1,0 0-16,0 0 15,-12-6-15,12 6 16,-14-5-16,14 5 16,-11-4-16,11 4 15,0 0-15,0 0 16,0 0-16,0 0 16,0 0-16,13-9 15,10 4-15,10-1 16,4-1-1,-2 1-15,-1 3 16,-4 0-16,-4 2 16,-7 2-16,-6 2 15,-2 1-15,-5 4 16,-3 8-16,-9 10 16,-12 10-16,-10 10 15,-8-3 1,2-3-16,2-7 15,5-4-15,5-5 16,3-4-16,6-6 16,3-1-16,4-4 15,3 0-15,3-2 16,0-7-16,7 12 16,11-9-16,6 0 15,5-3-15,2-4 16,-4-1-1,1-1-15,0-2 16,0 1-16,-1 0 16,-3 1-16,1-3 15,7-2-15</inkml:trace>
  <inkml:trace contextRef="#ctx0" brushRef="#br0" timeOffset="8732.79">3041 1950 0,'0'0'0,"0"0"0,0 0 0,0 0 0,0 0 16,3 0-16,-3 0 16,18 2-16,1 0 15,3-1-15,4 1 16,0-2-1,-2-1-15,-2 0 16,-3-2-16,-3 3 16,-5-2-16,-11 2 15</inkml:trace>
  <inkml:trace contextRef="#ctx0" brushRef="#br0" timeOffset="8950.2">3023 2163 0,'0'0'0,"0"0"0,0 0 16,0 0-16,0 0 15,1 1-15,-1-1 16,20 8-16,7-5 16,6-4-16,2-4 15,-1-1 1,-2-2-16,-2 1 15,-2-1-15,-3 0 16,0 0-16</inkml:trace>
  <inkml:trace contextRef="#ctx0" brushRef="#br0" timeOffset="9566.45">3564 1736 0,'0'0'0,"0"0"0,0 5 15,-3 13-15,-1 21 16,-3 15-1,0 0-15,1-3 16,1-6-16,1-8 16,1-9-16,3-6 15,2-7-15,1-3 16,0-3-16,-3-9 16,7 7-16,-7-7 15,23-18-15,2-4 16,-1-5-1,-3 1-15,-5 4 16,-4 4-16,-4 7 16,-3 4-16,-5 7 15,0 0-15,10-1 16,-2 11-16,2 9 16,-1 7-16,-3-1 15,1-2-15,-3-4 16,-1-5-1,-2-6-15,-1-8 16,0 0-16,10-6 16,3-14-16,3-16 15,-1-4-15,-5-1 16,0 0-16,-4 5 16,-1 8-16,-3 9 15,0 7-15,-2 3 16,0 9-16,1-8 15,-1 8 1</inkml:trace>
  <inkml:trace contextRef="#ctx0" brushRef="#br0" timeOffset="9833.12">3826 2048 0,'0'0'0,"0"0"16,0 2-16,2 5 16,0 4-16,3 6 15,-2 1-15,2 5 16,-1 2-16,0 0 16,1 0-16,-3-2 15,1-1-15,0-3 16,-1-2-16,-1-2 15,0-3-15</inkml:trace>
  <inkml:trace contextRef="#ctx0" brushRef="#br0" timeOffset="10099.71">4040 1832 0,'0'0'0,"0"0"0,0 0 0,0 0 0,0 0 15,3 4-15,4 9 16,4 10-16,4 5 16,-3 0-16,-1-4 15,1-1-15,-2-2 16,2-3-16,-2-4 15,0-4 1,-3-2-16,-2-1 16,-5-7-16</inkml:trace>
  <inkml:trace contextRef="#ctx0" brushRef="#br0" timeOffset="10320.27">4214 1794 0,'0'0'0,"0"0"0,0 0 16,-1 4-16,-1 10 15,-6 13-15,-10 13 16,0 0-16,-6 2 16,2-4-16,-1 0 15,2 0-15,2-4 16,0-2-16,6-6 15</inkml:trace>
  <inkml:trace contextRef="#ctx0" brushRef="#br0" timeOffset="10566.02">4441 2068 0,'0'0'0,"0"0"16,0 0-16,1 5 15,4 12-15,-1 12 16,-6 10-16,-1 3 16,-4-1-16,0-1 15,0-4-15,-1-7 16,1-8-16,1-6 15,4-5 1</inkml:trace>
  <inkml:trace contextRef="#ctx0" brushRef="#br0" timeOffset="10815.89">4570 1918 0,'0'0'0,"0"0"0,0 0 15,0 0-15,8 1 16,13 1-16,10 0 16,4 3-16,-2-1 15,-2 0-15,0-3 16,-1-9-16,1-5 15,-5 0-15</inkml:trace>
  <inkml:trace contextRef="#ctx0" brushRef="#br0" timeOffset="11067.44">4724 1780 0,'0'0'0,"0"0"0,0 0 16,1 3-16,1 7 16,3 12-1,3 15-15,0 6 16,-3 3-16,-3 11 16,-4-2-16,1-4 15,-1-2 1,0-5-1,2-14-15,-1-6 16</inkml:trace>
  <inkml:trace contextRef="#ctx0" brushRef="#br0" timeOffset="11599.77">5066 1806 0,'0'0'0,"0"0"15,0 6-15,0 8 16,-2 16-16,-3 13 16,-1 6-16,-2-7 15,3-7-15,1-14 16,3-13-1,1-8 1,0 0 0,25-10-16,4-6 15,-1-15-15,-5-1 16,-3 5-16,-6 9 16,-4 6-16,-10 12 15,20 0-15,-9 10 16,4 9-16,-2 9 15,-1 2-15,-4-4 16,-2-4 0,-2-5-16,-1-4 15,-2-7-15,-1-6 16,0 0-16,0 0 16,14-8-16,-5-8 15,2-8-15,0-7 16,-1-2-16,-2-1 15,-2 7-15,-2 5 16,0 6-16,-1 4 16,1-1-1</inkml:trace>
  <inkml:trace contextRef="#ctx0" brushRef="#br0" timeOffset="11982.64">5375 2151 0,'0'0'0,"0"0"0,0 0 15,4 0 1,7 0-16,9 0 16,6 2-16,-1 1 15,-5 1-15,-3 0 16,-4 3-16,-2 0 15,-4 2-15,-2 1 16,-5 4-16,-7 5 16,-7 7-1,-6 1-15,0-6 16,2-4-16,3-5 16,3-3-16,12-9 15,-14 9-15,14-9 16,0 0-16,0 0 15,8-17-15,13-7 16,5-2-16,3-1 16,4-1-1,8-4-15,-2-1 16</inkml:trace>
  <inkml:trace contextRef="#ctx0" brushRef="#br0" timeOffset="12267.38">5610 1855 0,'0'0'0,"2"3"0,-2-3 0,0 0 16,18 17-16,5 5 15,4 4-15,3 3 16,0 0-16,-3 0 15,0 0-15,0 1 16,-3-3-16,-1-1 31,-8-5-15,-6-10-16,-3-4 16,-6-7-16</inkml:trace>
  <inkml:trace contextRef="#ctx0" brushRef="#br0" timeOffset="12483.13">5936 1790 0,'0'0'0,"0"0"0,0 0 16,-1 3 0,-4 3-16,-6 12 15,-7 13-15,-3 4 16,0 1-16,-1 0 15,2-4-15,3-1 16,1-3-16,9 6 16</inkml:trace>
  <inkml:trace contextRef="#ctx0" brushRef="#br0" timeOffset="12850.2">5505 2339 0,'0'0'0,"0"0"16,0 0-16,5 0 16,4 4-16,9 2 15,10 3-15,5 1 16,-3 0-16,-5 0 15,-5-4-15,-3-1 16,3-2-16,0 0 16,0 1-16,-3-6 15</inkml:trace>
  <inkml:trace contextRef="#ctx0" brushRef="#br0" timeOffset="13600.22">6013 2156 0,'0'0'0,"0"0"0,0 0 0,1-2 0,-1 2 15,16-6-15,1 0 16,1 3-16,2 2 15,-2 3-15,1 1 16,3 1-16,-3 2 16,-1 3-16,-5 5 15,-4 6-15,-5 3 16,-8 6 0,-11 7-16,1 1 15,-5-4-15,1-1 16,1-3-1,1-5 1,3-5-16,4-6 16,9-13-16,-7 8 15,7-8-15,0 0 16,0 0-16,0 0 16,0 0-1,19-2-15,8-4 16,6-1-16,1-1 15,-2 2-15,-8 1 16,-2 0-16,3 0 16,-1 1-16</inkml:trace>
  <inkml:trace contextRef="#ctx0" brushRef="#br0" timeOffset="14016.53">6381 1946 0,'0'0'0,"0"0"0,4 0 15,-4 0-15,24 2 16,2 0-16,3 0 16,2 1-16,2-2 15,-2-2-15,-3-4 16,-3-1 0,-3-3-16,-3-3 15</inkml:trace>
  <inkml:trace contextRef="#ctx0" brushRef="#br0" timeOffset="14249.77">6510 1789 0,'0'0'16,"0"0"-16,0 0 15,2 4-15,3 7 16,6 12-16,4 8 15,1 7-15,-5 6 16,-7 1-16,-4 2 16,0-4-16,-1 4 31,0 7-31</inkml:trace>
  <inkml:trace contextRef="#ctx0" brushRef="#br0" timeOffset="14849.88">6965 1700 0,'0'0'0,"0"0"0,1 3 0,1 7 16,2 10-16,0 15 16,-5 10-16,-5 6 15,-5 0-15,1-6 16,-2 4 15,4-9-31,0-7 16,2-10-16,3-9 15,2-3-15,-1-2 16,0-3-16,2-6 16,0 0-16,0 0 15,12-4-15,7-12 16,5-8-16,3-4 16,-2 0-16,-5 5 15,-2 4 1,-4 3-16,1 7 15,1 6-15,1 7 16,1 9-16,-5 7 16,-4 7-16,-9 4 15,-7 3-15,-8 2 16,-3-5-16,-1-8 16,-5-4-16,-11-6 15,-4-2 1,-2-7-16,7-6 15,11-2-15,4-2 16,4-1-16,3-2 16,-1-5-16,8-5 15</inkml:trace>
  <inkml:trace contextRef="#ctx0" brushRef="#br0" timeOffset="16166.28">5525 2186 0,'0'0'0,"0"0"15,0 0-15,0-2 16,0 2-16,0 0 16,0 0-16,-5-6 15,5 6-15,-10-16 16,0 3-16,-3-1 16,-4 4-1,-5 3-15,-8 4 16,-3 6-16,4 6 15,2 4-15,5 2 16,2 8-16,3 3 16,5 4-16,7-2 15,8 0-15,5-1 16,4-5-16,4-3 16,2-7-16,7-8 15,5-5-15,4-5 16,1-8-1,-2-4-15,-4-3 16,-5 1-16,-4 2 16,-2 0-16,-2 4 15,-1 0-15,-2 2 16,-3 3-16,-1 3 16,0 3-16,1 4 15,0 4 1,-1 6-16,-4 8 15,-2 10-15,-11 14 16,-7 5-16,-8-4 16,-8 5-16,-1-3 15,-25 7 1,-10 0 0,3-19-16,6-9 15,25-11-15,7-3 16,8-5-16,7-2 15,11-4 1,-13-1-16,13 1 16,5-10-16,11-9 15,8-8-15,2-1 16,-2 0-16,-4 6 16,-2 7-16,4 12 15,0 4 1,4 5-16,0 11 15,1 18-15,-7-5 16,-2 4-16,2 4 16,-3-5-16,0 2 15,6-6-15,9-10 16,4-10-16,4-3 16,0-10-16,9-13 15,-3 4 1</inkml:trace>
  <inkml:trace contextRef="#ctx0" brushRef="#br0" timeOffset="21049.98">7427 1853 0,'0'0'0,"0"0"0,0 0 0,0 0 16,0 0-16,0 3 16,0-3-16,2 11 15,2 1 1,-1 0-16,0 1 16,2-4-16,0 1 15,3 0-15,4-1 16,7 1-16,11-7 15,14-6-15,16-7 16,12-8-16,2-6 16,3-8-16,-2 1 15,-1-4-15,-8 1 16,-10 3 0,-12 6-16,-13 7 15,-7 5-15,-8 4 16,-3 6-16,-3 6 15</inkml:trace>
  <inkml:trace contextRef="#ctx0" brushRef="#br0" timeOffset="29015.79">9056 708 0,'0'0'0,"0"0"0,0 0 15,0 0-15,0 2 16,0-2-16,0 0 16,0 11-1,0-2-15,0 6 16,2 7-16,1 5 15,2 2-15,-2 1 16,3-2-16,-2 0 16,2-1-16,0 0 15,1-3-15,0-3 16</inkml:trace>
  <inkml:trace contextRef="#ctx0" brushRef="#br0" timeOffset="29548.67">8873 757 0,'0'0'0,"0"0"0,0 0 0,0 0 16,0 0-16,4 2 15,7 4-15,12-1 16,10 2-16,0-3 16,-1-1-1,-1 0-15,-1 0 16,0-1-16,-1 0 15,-2 2-15,-3 3 16,-3 1-16,-2 2 16,-1 4-16,-5 1 15,-2 1-15,-4 0 16,-2-1-16,-3 1 16,-6-1-1,-5 1-15,-6 0 16,-8 1-16,-5 1 15,-6 1-15,-3-2 16,-4 1-16,4-4 16,3-2-16,5-2 15,8-4-15,5-1 16,5-2-16,11-3 16,-12 2-1,12-2-15</inkml:trace>
  <inkml:trace contextRef="#ctx0" brushRef="#br0" timeOffset="30915.87">9506 979 0,'0'0'0,"0"0"15,0 0-15,0 0 16,0 0-16,0 0 15,0 2-15,0-2 16,0 0-16,10-4 16,2 0-16,7-5 15,7-4-15,2-4 16,1-3-16,-4 0 16,-4 1-1,-6 2-15,-6 4 16,-2 1-16,-5 2 15,-3 2-15,-4 1 16,5 7-16,-24-12 16,6 10-16,-2 3 15,0 5-15,0 4 16,2 2-16,2 2 16,3-1-1,2 4-15,1 3 16,2 1-16,5 0 15,1-2-15,4-1 16,3 1-16,5-1 16,3-1-16,8-4 15,5-3-15,1-4 16,2-3-16,0-3 16,-2-3-16,0-1 15,2 0 1,-1-4-16,1-2 15,0-5-15,-3 0 16,-5-1-16,-1 1 16,-2-2-16,-4 1 15,-3-2-15,-3 5 16,-5 1-16,-4 2 16,-1 1-16,-2 2 15,4 7 1,-12-12-16,12 12 15,-15-7-15,15 7 16,-21 5-16,7 2 16,2 5-16,0 1 15,4 0-15,1 4 16,4 2-16,3 3 16,12 3 15,12-2-31,13-5 15,8-10-15,-9-7 16,-2-10-16,-4-1 16,0-7-16,-2-3 15,-2 0-15,-4 4 16,-8 5-16,-5 4 16,-9 7-16,13-8 15,-13 8 1,10 0-16,-10 0 15,12 15-15,-9 2 16,-3 9-16,-4 3 16,-3-2-16,-1 0 15,2-3-15,0-3 16,0-2-16,3-7 16,1-4-16,2-8 15,-2 10-15,2-10 16,0 0-1,0 0-15,0 0 16,-6-20-16,2-9 16,4-10-16,5 3 15,3-2-15,2 4 16,2 3-16,4-1 16,1 5-1,1 8-15,-1 6 16,2 5-16,2 4 15,-2 2-15,-1 4 16,-4 2-16,-3 2 16,-2 2-16,-4 1 15,-4 3-15,-8 6 16,-11 4-16,-7 6 16,-7 1-1,0-7-15,3-2 16</inkml:trace>
  <inkml:trace contextRef="#ctx0" brushRef="#br0" timeOffset="32983.57">11182 588 0,'0'0'0,"0"0"16,0 4-16,-1 3 15,-2 10-15,-2 11 16,0 7-16,-1 1 16,1-1-16,-2 5 15,0 0-15,-1 1 16,2-1-16,-2 5 15,1 0 1,0-1-16,0 3 16,2-5-16,-1 1 15,0-4-15,2-6 16,-1-1-16,1-1 16,0-1-16,-1-6 15,1-6-15,1-6 16,1-4-16,2-8 15,-2 10 1,2-10-16,0 0 16,0 0-16,0 0 15,0 0-15,0 0 16</inkml:trace>
  <inkml:trace contextRef="#ctx0" brushRef="#br0" timeOffset="33815.85">12113 765 0,'0'0'0,"0"0"15,0 0-15,-1 1 16,1-1-16,-3 16 15,-1 5-15,-1 6 16,0 2-16,0 1 16,2 1-1,0 1-15,-1 3 16,1-1-16,-1 0 16,1 1-16,-1-1 15,0 2-15,1-1 16,0-5-16,0-3 15,1-4-15,0-4 16,0-5 0,1-4-16,0-1 15,1-9-15,-2 9 16,2-9-16,-1 6 16,1-6-16,-2 9 15,2-9-15,-5 7 16</inkml:trace>
  <inkml:trace contextRef="#ctx0" brushRef="#br0" timeOffset="34467.69">11754 1109 0,'0'0'0,"-5"-2"16,5 2-16,-12-1 15,12 1-15,-16 0 16,16 0-16,-11 0 15,11 0-15,0 0 16,0 0-16,0 0 16</inkml:trace>
  <inkml:trace contextRef="#ctx0" brushRef="#br0" timeOffset="43932.91">2978 2583 0,'0'0'0,"0"0"0,0 0 0,0 0 0,0 0 16,1 2-16,-1-2 15,16 10-15,0 0 16,7-1-16,3-3 16,1-1-1,2-5-15,1 0 16,1 0-16,1-2 16,2 1-16,0-1 15,2 0-15,3 0 16,1-1-16,3 0 15,-3 1-15,0 0 16,2 1 0,-2 0-16,-2 1 15,-4 0-15,-1 0 16,1 0-16,2 1 16,0 0-16,-3 0 15,-4 1-15,2-1 16,3 2-16,0 1 15,0-1-15,-1 1 16,-4-1 0,-1 0-16,2 1 15,2-1-15,-2 0 16,-3 1-16,-2 0 16,-4 1-16,0-2 15,1 0-15,-1 3 16,2-2-16,-2 1 15,1 0-15,-1 0 16,1 0 0,2 0-16,1-1 15,-1 1-15,2 0 16,0 1-16,2 1 16,2 0-16,3 0 15,1 0-15,1 2 16,0-1-16,0 0 15,0 0-15,-1 0 16,2 1-16,2 0 16,0 1-1,-2-2-15,-1 1 16,3-1-16,1 0 16,-1-2-16,-2-2 15,1 0-15,3 0 16,1-1-16,-2 0 15,-1-2-15,0 1 16,1 0-16,1 0 16,-2-2-16,-4 0 15,3 0 1,1 0-16,2 0 16,0 0-16,-1-1 15,4 1-15,2 0 16,2-1-16,-2 1 15,1 0-15,2 0 16,-1-1-16,-1-1 16,0 1-16,4-1 15,-1 0 1,0 2-16,0-3 16,2 2-16,-1-1 15,-2 0-15,0 1 16,-2 0-16,-1 0 15,-1 1-15,-2 0 16,3 0-16,-4 0 16,-1 0-16,-5 0 15,-1 0 1,-1 0-16,-1 0 16,-2 1-16,-4-1 15,-6 0-15,-3 1 16,-5-1-16,-1 1 15,-11-1-15,14 0 16,-14 0-16,0 0 16,9 0-1,-9 0-15,0 0 16,0 0-16,0 0 16,0 0-16,0 0 15,0 0-15,0 0 16,0 0-16,0 0 15,0 0-15,0 0 16,0 0-16,0 0 16,0 0-1,0 0-15,0 0 16,0 0-16,0 0 16,0 0-16,0 0 15,11 6-15,-11-6 16,0 0-16,0 0 15,0 0-15,0 0 16,0 0-16,0 0 16,0 0-1,0 0-15,0 6 16,0-6-16,0 0 16,0 0-16,0 0 15,0 0-15,0 0 16,0 0-16,0 0 15,0 0-15,0 0 16,0 0-16,0 0 16,0 0-16,0 0 15,0 0 1,0 0-16,0 0 16,0 0-16,0 0 15,0 0-15,0 0 16,-2 8-16,2-8 15,0 0-15,0 0 16,0 0-16,0 0 16,0 0-16,0 0 15,0 6 1,0-6-16,0 0 16,0 0-16,0 0 15,0 0-15,0 0 16,0 0-16,0 0 15,0 0-15,0 0 16,0 0-16,0 0 16,0 0-16,0 0 15,0 0-15,0 0 16,0 0 0,0 0-16,0 0 15,0 0-15,0 0 16,-9 7-16,9-7 15,0 0-15,0 0 16,0 0-16,0 0 16,0 0-16,0 0 15,0 0-15,0 0 16,0 0 0,0 0-16,0 0 15,0 0-15,0 0 16,0 0-16,0 0 15,0 0-15,0 0 16,0 0-16,0 0 16,0 0-16,0 0 15,0 0 1,0 0-16,0 0 16,0 0-16,0 0 15,0 0-15,0 0 16,0 0-16,0 0 15,0 0-15,0 0 16,0 0-16,0 0 16,0 0-16,0 0 15,0 0 1,0 0-16,0 0 16,0 0-16,0 0 15,0 0-15,0 0 16,0 0-16,0 0 15,0 0-15,0 0 16,0 0-16,0 0 16,0 0-16,0 0 15,0 0 1,0 0-16,0 0 16,0 0-16,0 0 15,0 0-15,0 0 16,0 0-16,0 0 15,0 0-15,0 0 16,0 0-16,0 0 16,0 0-16,0 0 15,0 0-15,0 0 16,0 0 0,0 0-16,0 0 15,0 0-15,0 0 16,0 0-16,0 0 15,0 0-15,0 0 16,0 0-16,0 0 16,0 0-16,0 0 15,0 0-15,0 0 16,0 0 0,0 0-16,0 0 15,0 0-15,0 0 16,0 0-16,0 0 15,0 0-15,0 0 16,0 0-16,0 0 16,-5-7-16,5 7 15,0 0-15,0-7 16,0 7 0,1-8-16,-1 8 15,3-11-15,-1 2 16</inkml:trace>
  <inkml:trace contextRef="#ctx0" brushRef="#br0" timeOffset="74999.57">1454 1174 0,'0'0'0,"0"0"0,0 0 0,0 0 16,-1 1-16,1-1 15,-2 10-15,-1 1 16,0 5-16,0 4 16,-2 4-16,1 1 15,-1 3-15,-2-2 16,0 4 0,-1 0-16,-1 0 15,0-1-15,1-1 16,0-1-16,0-3 15,1 0-15,2-6 16,1-2-16,1-4 16,1-3-16,2-9 15,-1 9-15,1-9 16,0 0 0,3 8-16,-3-8 15,18 6-15,0-3 16,2-3-16,2-1 15,0-1-15,-1 0 16,-1 0-16,-3 0 16,-2-1-16,-2 2 15,3-1-15,1-3 16,0 0-16</inkml:trace>
  <inkml:trace contextRef="#ctx0" brushRef="#br0" timeOffset="75216.27">1704 1532 0,'0'0'0,"0"0"0,0 0 16,0 0-1,-2 1-15,1 5 16,-3 12-16,1 11 15,0 8-15,3 5 16,0 2-16,0 4 16,2 14-16</inkml:trace>
  <inkml:trace contextRef="#ctx0" brushRef="#br0" timeOffset="78565.78">1176 3016 0,'0'0'0,"0"0"0,0 0 0,0 0 16,-1 4 0,0 2-16,-2 8 15,-2 8-15,0 5 16,-2 5-16,0 0 16,-1 1-16,1 0 15,-1-1-15,2-1 16,0-3-16,1-4 15,3-5-15,1-3 16,1-4 0,0-4-16,0-8 15,0 8-15,0-8 16,0 0-16,0 0 16,0 0-16,0 0 15,13-7-15,-4-3 16,2-3-1,1-3-15,3-1 16,-2 0-16,0 4 16,-4 2-16,0 3 15,-9 8-15,17-7 16,-7 7-16,3 4 16,2 5-16,0 5 15,-2 2-15,-2 2 16,-2 4-16,0 1 15,-3 3-15,-2 0 16,-4 2 0,-3 0-16,-3 0 15,0-4-15,-3 0 16,0-3-16,1-3 16,0-2-16,1-4 15,0 0-15,1-1 16,1-3-1</inkml:trace>
  <inkml:trace contextRef="#ctx0" brushRef="#br0" timeOffset="78848.84">1472 3505 0,'0'0'0,"0"0"15,0 0-15,0 2 16,2 6-16,0 7 16,0 6-16,-2 4 15,-3 3-15,-1 0 16,-3 3-16,1 2 15,-1 0 1,1 0-16,1-2 16,5-5-16,4 1 15</inkml:trace>
  <inkml:trace contextRef="#ctx0" brushRef="#br0" timeOffset="79865.8">1756 3388 0,'0'0'0,"0"0"0,0 0 15,3 2-15,-3-2 16,21 9-16,0-4 15,4-4-15,0-2 16,-1-2-16,1 0 16,-1-2-1,1 0-15,-1 0 16,-9 0-16</inkml:trace>
  <inkml:trace contextRef="#ctx0" brushRef="#br0" timeOffset="80149.31">1775 3505 0,'0'0'0,"0"0"16,0 0-16,0 0 15,1 3-15,-1-3 16,5 10-16,1-2 15,2 0-15,7-2 16,5-3-16,2-4 16,3-3-16,5-2 15,2-2 1,3-2-16,-1-2 16</inkml:trace>
  <inkml:trace contextRef="#ctx0" brushRef="#br0" timeOffset="80732.53">2239 3136 0,'0'0'0,"0"0"0,0 0 16,-1 1-16,0 5 15,-4 12-15,-2 10 16,-1 4-16,0 3 16,1-2-16,2 0 15,2-8 1,2-6-16,2-5 16,1-4-16,-2-10 15,4 9-15,-4-9 16,14-1-16,2-7 15,1-8-15,2-6 16,-4-1-16,-3 1 16,-1 5-1,-4 2-15,0 4 16,-2 3-16,-5 8 16,6-7-16,-6 7 15,0 0-15,16 12 16,-7 5-16,-1 6 15,1 4-15,-3-2 16,0-2-16,-1-3 16,2-5-1,2-3-15,3-5 16,3-4-16,3-7 16,4-10-16,2-8 15,1-8-15,-3-6 16,-2-1-16,-5 3 15,-2 3-15,-5 8 16,-2 5-16,-3 8 16,-2 4-16,-1 6 15,-1-7 1</inkml:trace>
  <inkml:trace contextRef="#ctx0" brushRef="#br0" timeOffset="81499.36">2586 3483 0,'0'0'0,"0"0"15,0 0 1,0 0-16,0 0 16,0 0-16,0 0 15,0 0-15,0 0 16,0 3-16,0-3 15,0 16-15,-1 8 16,-1 10-16,-4 7 16,-1-1-16,-1-1 15,2-7 1</inkml:trace>
  <inkml:trace contextRef="#ctx0" brushRef="#br0" timeOffset="85916.14">2891 3259 0,'0'0'0,"0"0"0,0-1 15,0 1 1,0 0-16,7-9 16,3 1-16,6-3 15,3 1-15,0 3 16,-3 2-16,0 2 16,-2 3-16,-2 1 15,-2 3-15,-10-4 16,15 9-1,-11-1-15,-1 6 16,-2 4-16,-3 6 16,-4 1-16,-1-4 15,2-4-15,0-6 16,2-3-16,3-8 16,-1 6-16,1-6 15,0 0-15,0 0 16,9-14-16,3-5 15,4-6 1,4-3-16,3-2 16,6-4-16,3 0 15,-5 3-15,-3 6 16,-9 8-16,-3 5 16,-7 6-16,-5 6 15,0 0-15,0 0 16,0 0-1,-1 20-15,-18 10 16,-5 5-16,-2-2 16,2-6-16,4-6 15,5-3-15,2-3 16,8-1-16,6-2 16,8-4-16,13-2 15,30-9-15</inkml:trace>
  <inkml:trace contextRef="#ctx0" brushRef="#br0" timeOffset="88499.48">4245 3008 0,'0'0'0,"0"0"0,0 0 0,-1 2 16,-2 5-16,-6 14 15,-4 15-15,-3 6 16,0 0 0,4-5-16,5-7 15,2-5-15,1-5 16,0-5-16,3-4 15,1-11-15,1 9 16,-1-9-16,19-6 16,4-6-16,3-11 15,1-4 1,2-3-16,-3 3 16,-6 3-16,-6 8 15,-6 6-15,-8 10 16,8-7-16,-8 7 15,8 12-15,0 3 16,-1 5-16,-2 2 16,1-1-1,-2-4-15,0-2 0,2-2 16,7-2 0,7-4-16,5-7 15,0-8-15,-1-9 16,-1-7-16,-3-7 15,-2-4-15,-3 0 16,-3 10-16,-2 3 16,-3 5-16,-1 5 15,-4 3 1,-2 9-16,0 0 16</inkml:trace>
  <inkml:trace contextRef="#ctx0" brushRef="#br0" timeOffset="88732.21">4622 3284 0,'0'0'0,"0"0"0,-1 5 15,-6 11-15,-3 16 16,-1 8-16,-1-2 15,3-4-15,-2 4 16,1-1-16,3 0 16,6-5-16,-1-18 15</inkml:trace>
  <inkml:trace contextRef="#ctx0" brushRef="#br0" timeOffset="88999.55">4779 3310 0,'0'0'0,"0"0"15,0 0-15,5 2 16,8 5-16,11 5 15,2-1-15,0-3 16,3-6-16,-2-2 16,1-1-16,-3-1 15,-5-1-15,-2 1 16,-5-5 0</inkml:trace>
  <inkml:trace contextRef="#ctx0" brushRef="#br0" timeOffset="89232.32">4795 3475 0,'0'0'0,"5"0"16,8 0-16,15 0 15,5 0-15,-3-1 16,-1-4-16,6-3 16,8-9-16,-12-2 15</inkml:trace>
  <inkml:trace contextRef="#ctx0" brushRef="#br0" timeOffset="89632.35">5208 3195 0,'0'0'0,"2"-2"0,-2 2 16,0 0 0,16-7-16,0 5 15,7 5-15,0 2 16,-4 2-16,-3 2 15,-3 2-15,-3-1 16,-3 4-16,-3 5 16,-6 6-16,-9 7 15,-4 0-15,-10 6 16,-3-3 0,3-5-16,4-3 15,6-8-15,5-4 16,5-2-16,2-4 15,3-9-15,0 10 16,0-10-16,18 4 16,10-8-16,11-6 15,10-3-15,1-1 16,2 1 0,4-2-16</inkml:trace>
  <inkml:trace contextRef="#ctx0" brushRef="#br0" timeOffset="91882.7">6388 3109 0,'0'0'0,"0"4"0,0 3 15,0 10 1,0 6-16,0 0 15,0 0-15,0-2 16,-1-1-16,0 0 16,0-2-16,-1 1 15,-1-1-15,2-3 16,-1-1-16,1-4 16,0-4-16,1-6 15,0 0-15,0 0 16,0 0-16,0 0 15,18-21 1,-3-1-16,3 0 16,0 2-16,0 4 15,-1 5-15,0 4 16,-1 5-16,-2 4 16,0 5-16,-2 3 15,1 5-15,-2 5 16,-3 4-1,-2 1-15,-3 1 16,-1-3-16,-2-2 16,-3 0-16,0 3 15,0-1-15,-3-4 16</inkml:trace>
  <inkml:trace contextRef="#ctx0" brushRef="#br0" timeOffset="92115.5">6712 3414 0,'0'0'0,"0"0"0,0 0 16,0 5-16,1 5 15,0 9 1,-1 4-16,1 1 15,0 2-15,-1-2 16,0 0-16,0-3 16,0-3-16,0-5 15,0-13-15</inkml:trace>
  <inkml:trace contextRef="#ctx0" brushRef="#br0" timeOffset="92365.13">6967 3365 0,'0'0'0,"0"0"0,0 0 16,6 0-16,10 0 15,10 1-15,2 1 16,0 0-1,0 1-15,-5-2 16,-1 1-16,-4-1 16,-3 0-16,-15-1 15,14 0-15</inkml:trace>
  <inkml:trace contextRef="#ctx0" brushRef="#br0" timeOffset="92599.48">6933 3524 0,'0'0'0,"0"0"15,0 0-15,0 0 16,0 0-16,0 0 16,3 2-16,-3-2 15,25 1-15,-1-3 16,5-2-1,2-2-15,2-3 16,2-1-16,3-9 16</inkml:trace>
  <inkml:trace contextRef="#ctx0" brushRef="#br0" timeOffset="93049.27">7446 3177 0,'0'0'0,"0"0"0,0 0 16,9-2-16,8 0 16,7 1-16,2 4 15,-4 2-15,-2 3 16,-3-1-1,-5 2-15,-2 0 16,-3 0-16,-3 2 16,-5 6-16,-5 8 15,-7 7-15,-9 5 16,-3-1-16,0-4 16,5-5-16,4-7 15,6-4-15,2-7 16,3-2-16,5-7 15,-6 9 1,6-9-16,0 0 16,0 0-16,5 6 15,10-3-15,12-1 16,3-3-16,-1-1 16,-2 0-16,-1 0 15,7-1-15,3 0 16,0-2-16</inkml:trace>
  <inkml:trace contextRef="#ctx0" brushRef="#br0" timeOffset="93366.08">7874 3203 0,'0'0'0,"0"0"0,0 0 16,0 0-16,2 3 15,3 4-15,4 5 16,4 4-16,5 5 16,1 3-16,1 1 15,1-2-15,1-2 16,2 1-1,0-3-15,3-1 0,0-2 16,-2-1 0,0-3-16</inkml:trace>
  <inkml:trace contextRef="#ctx0" brushRef="#br0" timeOffset="93566.97">8220 3210 0,'0'0'0,"0"0"0,0 0 16,-4 3-16,-13 10 15,-21 21-15,-14 17 16,-3 5-16,-9 9 15,1 1-15,-2 1 16</inkml:trace>
  <inkml:trace contextRef="#ctx0" brushRef="#br0" timeOffset="96349.54">9119 1357 0,'0'0'0,"0"0"0,0 0 16,0 0-16,-2 2 16,2-2-16,-5 15 15,-1 2-15,0 5 16,0 2 0,1 1-16,0-3 15,0-2-15,1-3 16,1-3-16,0-4 15,2-1-15,0-2 16,1-7-16,-1 11 16,1-11-16,-2 9 15,2-9-15,0 0 16,4 9 0,10-4-16,10-2 15,3-1-15,1-4 16,-2-1-16,-3-2 15,-2 2-15,-4 0 16,-1 0-16,-3 1 16,-2 0-16,-11 2 15</inkml:trace>
  <inkml:trace contextRef="#ctx0" brushRef="#br0" timeOffset="96782.46">9487 1514 0,'0'0'0,"0"0"0,0 0 15,0 0 1,4-2-16,-4 2 16,19-1-16,-5 0 15,-1 2-15,1 2 16,-1 0-16,-3 0 15,-10-3-15,14 10 16,-10 1-16,-4 5 16,-8 6-16,-6 7 15,-6 2-15,-1-1 16,3-8 0,4-4-16,4-6 15,4-4-15,6-8 16,-7 7-16,7-7 15,0 0-15,32 8 16,12-10-16,12-5 16,7-4-16,4-1 15,3-2-15,2-2 16,-1 2 0,5-2-16</inkml:trace>
  <inkml:trace contextRef="#ctx0" brushRef="#br1" timeOffset="101700.03">9006 2035 0,'0'0'0,"0"0"0,8-1 15,15-2-15,25-2 16,13-3-16,7 2 15,6 2 1,5-1-16,5 0 16,1 0-16,1-4 15,4-6-15,-5-4 16,-5-2-16,-1-4 16,-9-2-16,-4 1 15,-10 2-15,-7-1 16,-8 0-16,-9-2 15,-8 0-15,-8-4 16,-7-2 0,-7-3-16,-8-3 15,-11-4-15,-15-2 16,-11-3-16,-15 5 16,-6 4-16,-4 4 15,4 7-15,-3 5 16,5 5-16,-3 3 15,5 2-15,2 3 16,2 2 0,1 1-16,-3 1 15,-2 2-15,-5 5 16,-4 6-16,2 6 16,3 3-16,6 4 15,6 2-15,6 2 16,6 6-16,5 4 15,3 7-15,8 3 16,6 3-16,9-2 16,8 4-1,6 1-15,12 4 16,7 6-16,6-6 16,8 1-16,3-5 15,52 4 1,30-12-1,20-22-15,19-15 16,-30-12 0</inkml:trace>
  <inkml:trace contextRef="#ctx0" brushRef="#br1" timeOffset="106415.24">2055 2319 0,'0'0'0,"0"0"0,0 0 15,0 0-15,0 0 16,0 0-16,0 0 16,0 0-16,0 0 15,0 0-15,0 0 16,0 0-16,0 0 16,0 0-1,3-1-15,-3 1 16,14-2-16,1 0 15,3 1-15,4 4 16,3 0-16,0 2 16,-3-2-16,-2 1 15,-3-2-15,-3 0 16,1 0-16,-1 0 16,0-2-1,0 0-15,5-3 16,0 0-16,1-1 15,0 2-15,-3-1 16,-1 0-16,0 0 16,1 0-16,0 0 15,-2-1-15,-1-1 16,-3 2-16,-1 0 16,-10 3-1,18-7-15,-18 7 16,15-6-16,-15 6 15,11-5-15,-11 5 16,10-5-16,-10 5 16,0 0-16,11-5 15,-11 5-15,0 0 16,0 0-16,0 0 16,0 0-16,0 0 15,0 0 1,0 0-16,0 0 15,0 0-15,0 0 16,0 0-16,9-6 16,-9 6-16,0 0 15,-3-8-15,3 8 16,-9-9-16,3 2 16,-1 0-16,-2 0 15,-2-3 1,-1 2-16,-3-2 15,0 1-15,2 1 16,1 3-16,2-1 16,10 6-16,-19-9 15,19 9-15,-16-7 16,16 7-16,-12-4 16,12 4-16,0 0 15,-11-2 1,11 2-16,0 0 15,0 0-15,0 0 16,0 0-16,0 0 16,0 0-16,0 0 15,7 6-15,12 3 16,11 1-16,2 1 16,-2 0-16,0-1 15,-3-1 1,1 0-16,-1-1 15,-5-1-15,-5 2 16,-4 0-16,-4 0 16,-2 1-16,-2 1 15,-2 4-15,-4 2 16,-8 5-16,-8 5 16,-5 4-16,-2-3 15,3-4 1,3-2-16</inkml:trace>
  <inkml:trace contextRef="#ctx0" brushRef="#br1" timeOffset="107548.93">1221 2824 0,'-2'0'0,"2"0"0,-20-1 16,-4 3-16,-12 3 16,-5 3-16,-4 5 15,-3 5-15,1 8 16,-2 10-16,-1 4 15,3 3 1,1 4-16,2 5 16,2 1-16,6 4 15,5 2-15,8 2 16,2 6-16,7 5 16,8-6-16,3 1 15,10 0-15,2-2 16,5 0-1,11 4-15,3-7 16,3-4-16,3-8 16,-2-10-16,8 2 15,8 0-15,5-8 16,-2-9-16,4-8 16,-1-4-16,4-7 15,4-7-15,-3-11 16,2-9-1,3-5-15,-3-4 16,-2-6-16,3-7 16,-5-7-16,-2-5 15,-6 2-15,-5-5 16,-4 1-16,-4-7 16,-7-2-16,-7 5 15,-8 0-15,-8 4 16,-7 3-1,-7-3-15,-5-1 16,0 4-16,-7-6 16,-2 5-16,-2 5 15,-4-1-15,-2 4 16,-3-2-16,-5 2 16,3 7-16,0 5 15,-1 3-15,-1 3 16,-3 3-1,4 7-15,0 7 16,4 4-16,-2 6 16,-1 3-16,7 4 15,6-1-15,7 0 16,3 2-16,3 4 16,1 2-16,5 5 15,6 6 1</inkml:trace>
  <inkml:trace contextRef="#ctx0" brushRef="#br1" timeOffset="108448.91">1347 3066 0,'0'0'0,"0"0"0,0 0 15,-4 0-15,4 0 16,0 0-16,0 0 16,0 0-16,0 0 15,0 0-15,-11 3 16,11-3-1,0 0-15,0 0 16,-13 11-16,2 5 16,-5 9-16,-1 7 15,-1 4-15,0 4 16,0 2-16,0 5 16,4-3-16,2-4 15,3-4-15,0-3 16,3-2-16,-1-1 15,2-4 1,1-3-16,1-3 16,1-3-16,0-3 15,1 1-15,0-3 16,1-2-16,-1-2 16,1 0-16,0-2 15,0-6-15,0 11 16,0-11-16,0 6 15,0-6 1,0 0-16,0 0 16,0 0-16,0 0 15,0 0-15,11-20 16,2-8-16,4-11 16,2-3-16,0 0 15,-2 4-15,1-1 16,3-4-16,3 2 15,1 1 1,3 5-16,-1 6 16,-2 4-16,-4 7 15,-3 3-15,-5 6 16,-1 3-16,-12 6 16,19 1-16,-11 8 15,-2 7-15,-5 10 16,-3 12-1,-4 5-15,-2 5 16,-1-5-16,1 0 16,-1-1-16,-1-1 15,-2-1-15,0-1 16,0-4-16,1 1 16,-4 9-1,2-4 1,3-6-16,6-12 15,6-10 1</inkml:trace>
  <inkml:trace contextRef="#ctx0" brushRef="#br1" timeOffset="111648.78">10883 1965 0,'0'0'0,"0"0"15,0 0-15,0 0 16,0 0-16,0 0 16,-1 4-16,1-4 15,-1 12-15,-1-1 16,0 5 0,0 2-16,1 2 15,-3 0-15,0 0 16,1 0-16,-2 1 15,2-1-15,-1 0 16,0-2-16,1 1 16,0 1-16,4-1 15,1-1 1,2-2-16,0-4 16,0 0-16,0-4 15,-4-8-15,6 10 16,-6-10-16,12 0 15,0-2-15,4-6 16,1-3-16,2-4 16,0-3-16,-2 1 15,-2 1 1,0 0-16,-4 4 16,-1 0-16,-3 2 15,-1 4-15,-6 6 16,5-6-16,-5 6 15,0 0-15,0 0 16,0 0-16,0 0 16,0 0-16,13 6 15,-7 3-15,-1 2 16,0 2 0,1 3-16,1 2 15,-1 2-15,1-4 16,-1-2-16,0-4 15,0-2-15,-6-8 16,13 10-16,-13-10 16,17 0-16,-1-7 15,2-4-15,-1-5 16,-3 1 0,-1-2-16,-1-3 15,0-1-15,-1 0 16,-3 4-16,-2 2 15,-1 4-15,-2 4 16,-3 7-16,3-9 16,-3 9-16,0 0 15,3-7-15,-3 7 16,0 0 0</inkml:trace>
  <inkml:trace contextRef="#ctx0" brushRef="#br1" timeOffset="112232.09">11275 2278 0,'0'0'0,"0"0"0,0 0 16,0 0-16,1-1 15,-1 1-15,13-1 16,6 0-16,8 0 15,-1-1-15,-1-1 16,-6 2-16,-3-1 16,0 1-16,0 2 15,0 3-15,-1 6 16,-4-1 0,-4 5-16,-5 4 15,-5 6-15,-6 3 16,-2-1-16,-5 0 15,-5 4-15,-7-1 16,-1-2-16,0-4 16,5-4-16,3-4 15,4-2-15,4-4 16,3-2-16,10-7 16,-12 10-1,12-10-15,0 0 16,0 0-16,-8 6 15,8-6-15,0 0 16,0 0-16,0 0 16,15 1-16,4-2 15,9-1-15,1 1 16,-4 0 0,-4 0-16,-3 1 15,-3-1-15,-2 0 16,-4 0-16,-9 1 15,20-2-15,-7 2 16,6-1-16,3 0 16,-3 0-16,-7-1 15</inkml:trace>
  <inkml:trace contextRef="#ctx0" brushRef="#br1" timeOffset="113214.89">11781 2350 0,'0'0'0,"0"0"0,0 0 0,0 0 0,0 0 15,0 0-15,0 0 16,0 0-16,0 0 16,4-3-1,5-5-15,4-7 16,2-4-16,1-1 15,4-3-15,0-2 16,2-1-16,-3-1 16,-2 1-16,-4-1 15,-1 5-15,-5 5 16,-2 2-16,-4 4 16,0 3-16,-1 0 15,0 8 1,0-8-16,0 8 15,0 0-15,0 0 16,0 0-16,0 0 16,0 0-16,-13 11 15,2 11-15,-2 7 16,-3 8-16,-1 2 16,-1 2-16,-2 4 15,-1 3 16,2-4-31,6-12 16,3-10-16,4-9 16,3-4-16,1-2 15,2-7-15,-2 7 16,2-7-16,0 0 16,0 0-1,6 7-15,-6-7 16,18 0-16,9-9 15,9-4-15,1-2 16,6-5-16,-16 5 16,-1-1-16,2 0 15,-12 8-15,2-2 16,2 1-16,-3 4 16,3 2-1,-6 4-15,-14-1 16,16 12-16,-13 5 15,-3 3-15,0-4 16,0-1-16,-3-1 16,1-3-16,-8 5 15,-1-1-15,-1-2 16,-2 3 0,14-16-16,-4 9 15,4-1-15,0-8 16,3 14-16,-2-6 15,3 0-15,0 6 16,-4-14-16,18 1 16,-6-2-16</inkml:trace>
  <inkml:trace contextRef="#ctx0" brushRef="#br1" timeOffset="113499.01">12368 2496 0,'0'-3'0,"0"3"0,0 0 0,0 0 0,-4 13 16,0 7-16,1-7 15,0 2-15,-1 7 16,1 13-16,1-18 16,2-17-16,0 0 15,-1 7-15,0 6 16</inkml:trace>
  <inkml:trace contextRef="#ctx0" brushRef="#br1" timeOffset="115715.46">10063 2090 0,'0'0'0,"0"0"0,0 0 16,0 2-16,0-2 16,0 12-16,-1 1 15,0 4-15,-1 1 16,-1 0-16,0-1 15,2 0 1,-1-4-16,1 0 16,0-2-16,2-4 15,2 2-15,4-3 16,-7-6-16,16 7 16,-2-7-16,3-2 15,5-5 1,-1-3-16,0-3 15,-3 0-15,-3 1 16,-5 3-16,-10 9 16,10-9-16,-10 9 15,0 0-15,0 0 16,0 0-16,0 0 16,1 16-16,-3 9 15,-6 8-15,-5 10 16,-4 0-16,-1 5 15,-2 5 1,-8 22 0,0 1-1,3-11-15,1-5 16,6-23-16,2-1 16,3-1-16,3-10 15,1-4-15,-4-9 16,-10-4-16,5 1 15,0-8 1,2-7-16,6-5 16,4-5-16,4-6 15,7-7-15,5-6 16,2 2-16,3 1 16,13-4-16,8-1 15,10-2-15,-2 7 16,-6 6-16,0 2 15,-2 5 1,0 1-16,-5 1 16,4 1-16</inkml:trace>
  <inkml:trace contextRef="#ctx0" brushRef="#br1" timeOffset="116049.01">10463 2279 0,'0'0'0,"0"0"0,0 0 15,0 0-15,1 4 16,-1-4-16,6 7 15,-6-7 1,20 12-16,-3-9 16,4 0-16,1-4 15,2-4-15,1-2 16,0 0-16,-4 2 16,-4 0-16,-1 0 15,1 4-15</inkml:trace>
  <inkml:trace contextRef="#ctx0" brushRef="#br1" timeOffset="116298.87">10390 2486 0,'0'0'0,"0"0"0,0 0 0,0 0 0,0 0 16,0 0 0,5 2-16,-5-2 15,23 1-15,-4-2 16,4-2-16,2 0 16,9-2-16,2-1 15,1 0-15,-6 0 16,-2 1-16</inkml:trace>
  <inkml:trace contextRef="#ctx0" brushRef="#br1" timeOffset="119898.91">13058 1503 0,'0'0'0,"0"0"0,0 0 15,0 3-15,0-3 16,-4 9-16,1 0 16,-2 6-1,-3 3-15,0 3 16,-3 3-16,-1 3 15,-1-1-15,2 1 16,-2 2-16,1-3 16,2 0-16,5-4 15,3-4-15,4-3 32,3-4-17,-5-11-15,19 4 16,-1-14-16,8-1 15,5-5-15,0-1 16,-6 3-16,-3-4 16,-8 7-16,-4 2 15,-1 0-15,-9 9 16,0 0 0,12-3-16,-6 14 15,-1 2-15,0 15 16,-4 8-16,0-10 15,-1-1-15,-1-12 16,1-2-16,0-1 16,0-10-16,0 0 15,0 0-15,18-2 16,0-11 0,4-12-16,1-1 15,-3-3-15,-5 3 16,-4 7-16,1-2 15,-2 3-15,-4 6 16,-1 5-16,-5 7 16,5-9-16,-5 9 15,0 0-15,0 0 16,17-4 0,-4 7-16,1 15 15</inkml:trace>
  <inkml:trace contextRef="#ctx0" brushRef="#br1" timeOffset="120298.83">13504 1822 0,'0'0'0,"0"0"16,3-1-16,-3 1 15,0 0-15,18-3 16,-8 4-16,4 8 15,2 5-15,-4-1 16,2 9-16,-7 0 16,-4-1-16,-7 3 15,-3-3-15,-3 1 16,-4-1-16,-2-1 16,-3 2-1,0-2-15,2-3 16,3-5-16,6-5 15,8-7-15,-8 8 16,8-8-16,3 7 16,8-1-16,15 1 15,6-4-15,3-2 16,3-3-16,-5 0 16,2-1-1,-1 1-15,1-1 16,-6 1-16</inkml:trace>
  <inkml:trace contextRef="#ctx0" brushRef="#br1" timeOffset="120632.02">13964 1918 0,'0'0'0,"-4"1"0,4-1 16,0 0-16,0 0 16,0 0-1,0 0-15,0 0 16,0 0-16,16-4 15,9 0-15,4-2 16,-7 2-16,-2 0 16,1 1-16,-2 0 15,-2 1-15,2-1 16,-19 3 0</inkml:trace>
  <inkml:trace contextRef="#ctx0" brushRef="#br1" timeOffset="120882.32">13762 2046 0,'0'0'16,"0"0"-16,0 0 0,0 0 15,0 0 1,1 2-16,-1-2 15,0 0-15,13 7 16,2-4-16,7 3 16,4-4-16,1-1 15,-2-2-15,4-4 16,8-3-16,11-5 16</inkml:trace>
  <inkml:trace contextRef="#ctx0" brushRef="#br1" timeOffset="121498.78">14307 1804 0,'0'0'0,"0"0"0,0 0 15,3-2-15,-3 2 16,17-4-16,-5 2 16,1 0-16,0 1 15,6 1-15,5-1 16,2 0-16,4 0 16,-2 0-16,-3 0 15,-3 1 1,-6 1-16,-4 3 15,-2 0-15,-3 6 16,-3 2-16,-7 6 16,-8 6-16,-5-1 15,-6-2-15,-2-4 16,1-6-16,3-4 16,5-1-1,6-4-15,9-2 16,-10 2-16,10-2 15,0 0-15,0 0 16,0 0-16,21 12 16,1-3-16,6 3 15,6 3-15,-1-1 16,-5-2-16,-7-1 31,-10-2-15,-9 2-16,-8 3 15,-14-3-15,-16-2 16,-12-2-16,-9-9 16,-3-3-16,0-6 15,-5-1-15,4 0 16</inkml:trace>
  <inkml:trace contextRef="#ctx0" brushRef="#br1" timeOffset="126248.76">11607 3052 0,'0'0'0,"0"0"15,-2 0-15,2 0 16,0 0-16,0 0 16,0 0-16,-6 10 15,2 0-15,0 4 16,-1 3-16,1 3 15,-1 2-15,1 2 16,-1-1 0,1 0-16,2-2 15,1 3-15,3 1 16,3-3-16,2-3 16,1-3-16,2-5 15,0-1-15,2-3 16,0-4-16,2-3 15,3-3-15,1-7 16,2-4-16,1-3 16,-1-1-1,-4 2-15,-4 5 16,-4 2-16,-8 9 16,8-8-16,-8 8 15,0 0-15,0 0 16,0 0-16,0 0 15,0 0-15,0 0 16,2 11-16,-2 7 16,0 9-16,-2 3 15,-4 7 1,-4 7-16,-1 3 16,-6 5-16,0-2 15,-5 8 1,-2 3-1,4-8-15,4-10 16,6-18-16,5-11 16,0-3-16,2-1 15,0-1 1,-2-4-16,-2 2 16,-2-1-16,-8-2 15,-3-1-15,-3-6 16,1-1-16,7-2 15,1-3-15,2-1 16,3 1-16,3-2 16,4 0-16,5-2 15,6-6-15,8-3 16,10-1 0,5 0-16,1 4 15,1 1-15,1 1 16,-1 1-16,-2 2 15,-5 3-15,-4 2 16,-1 1-16,3-1 16,1 0-16,0 0 15,-3 1 1,-6 2-16,2 0 16</inkml:trace>
  <inkml:trace contextRef="#ctx0" brushRef="#br1" timeOffset="126615.75">12124 3381 0,'0'0'0,"4"0"15,-4 0 1,0 0-16,12-1 16,-1-2-16,7-1 15,-2 1-15,1-2 16,0 1-16,1 0 15,-1 0-15,-1 1 16,2-1-16,-1 2 16,-2 0-16,0 0 15,-6 0 1</inkml:trace>
  <inkml:trace contextRef="#ctx0" brushRef="#br1" timeOffset="126881.83">12121 3500 0,'0'0'0,"-4"1"0,4-1 0,0 0 16,0 0-16,0 0 15,0 0-15,0 0 16,0 0-16,11 1 15,3-1-15,0 0 16,9 0-16,2 0 16,5-2-16,2-3 15,-1-2-15,-1 0 16,-8 2 0</inkml:trace>
  <inkml:trace contextRef="#ctx0" brushRef="#br1" timeOffset="127582.34">12549 3246 0,'0'0'0,"0"0"15,0 0-15,0 0 16,0 0-16,3-2 16,-3 2-16,0 0 15,16-3-15,-16 3 16,21-5-16,-6 3 16,0-1-1,-1 1-15,-1 0 16,-3 2-16,-10 0 15,17 4-15,-17-4 16,13 14-16,-11-3 16,-2 7-16,-3 3 15,-5 1-15,-2-3 16,-1-4 0,-1-5-16,3-2 15,9-8-15,-11 8 16,11-8-16,-8 6 15,8-6-15,0 0 16,-6 7-16,6-7 16,8 11-16,4-2 15,7-1-15,3 1 16,-2-1-16,-1-1 16,-2 0-1,-3-2 1,-4 3-1,-5 6-15,-3-2 16,-9 5-16,-10 8 16,-4-3-16,-13 0 15,-2-4-15,1-8 16,-1-4 0,6-6-16,5-3 15,7 0-15,4-1 16,4 2-16,10 2 15,-11-3-15,11 3 16,0 0-16,0-9 16</inkml:trace>
  <inkml:trace contextRef="#ctx0" brushRef="#br1" timeOffset="128349.09">12874 3457 0,'0'0'0,"0"0"0,3 0 0,-3 0 15,15-2-15,-3 1 16,0-2-16,3-2 15,3-6-15,4-5 16,-2-5-16,0-4 16,-3 0-16,-4 1 15,-3 1-15,-2 2 16,0 2-16,-4 3 16,0 2-1,-2 4-15,-1 4 31,-1 6-31,0 0 16,0 0-16,0 0 16,0 0-16,-10 12 15,2 6-15,-3 8 16,-1 10-16,-1 2 16,2-3-1,2-4-15,1-7 16,1 3-16,-3 2 15,4 1-15,4-14 16,2-4-16,0-12 16,2 10-16,2 2 15,3-4-15,7-4 16,7-16-16,7-14 16,-1 4-1,-7 4-15,-4 3 16,-4 6-16,-1 1 15,0 1-15,-11 7 16,18-5-16,-18 5 16,15 7-16,-8 2 15,1 3-15,-3 4 16,0 5-16,-2-3 16,-2 9-16,-1-8 15,-2 2 1,1-2-16,0-9 15,0 4-15,1 0 16,0-3-16,0-11 16,5 8-16</inkml:trace>
  <inkml:trace contextRef="#ctx0" brushRef="#br1" timeOffset="128565.3">13424 3607 0,'1'4'0,"-1"-4"15,0 0-15,-3 9 16,3-9-16,-3 11 16,-1-3-16,0 8 15,-5 13 1,-6 32-16</inkml:trace>
  <inkml:trace contextRef="#ctx0" brushRef="#br1" timeOffset="130365.51">12886 4002 0,'0'0'0,"3"2"16,-3-2-16,0 0 15,0 0-15,7 7 16,-7-7-1,20 5-15,1-1 16,7 1-16,6 2 16,2-3-16,3-2 15,2-2-15,1 1 16,4-2-16,-3-1 16,-3-3-16,-3-2 15,-3 3-15,0-1 16,-2 1-1,-5 1-15,-2-1 16,-8 2-16,-2 1 16,-3-1-16,-12 2 15,16-2-15,-16 2 16</inkml:trace>
  <inkml:trace contextRef="#ctx0" brushRef="#br1" timeOffset="131665.24">11712 4258 0,'0'0'0,"0"0"0,0 0 0,0 3 16,1 6-16,-1 7 15,2 7-15,0 4 16,-1-4-16,1-3 15,2-3 1,2-2-16,2-2 16,0-4-16,-8-9 15,24 6-15,-4-12 16,4-3-16,0-5 16,1-3-16,3-4 15,-4 0-15,-6 5 16,-5 4-1,-4 3-15,-9 9 16,10-10-16,-10 10 16,0 0-16,0 0 15,0 0-15,6 18 16,-7 11-16,-7 15 16,-1 1-16,-4 5 15,-1 5-15,-3 6 16,0 0-16,-4 15 31,0 3-15,2-8-16,-3-15 15,6-28-15,4-10 16,3-7-16,2-3 16,7-8-16,-11 10 15,11-10-15,-11 0 16,3-7-16,-2-7 15,-1-5-15,2-4 16,6-12 0,6-2-16,10-3 15,4 5-15,0 8 16,1 3-16,-1 4 16,-3 5-16,0 3 15,-1 4-15,3-2 16</inkml:trace>
  <inkml:trace contextRef="#ctx0" brushRef="#br1" timeOffset="131949.37">12221 4528 0,'0'0'0,"4"1"0,-4-1 16,21 3-16,1 1 15,2-3-15,1-1 16,-2-1-16,-4 0 15,-3-1-15,-4 0 16,1 0 0</inkml:trace>
  <inkml:trace contextRef="#ctx0" brushRef="#br1" timeOffset="132182.16">12119 4686 0,'0'0'0,"0"0"16,0 0-16,0 0 15,0 0-15,2 1 16,8 0-16,6 2 16,7-2-16,5-4 15,8-2-15,2-1 16,3-1-16,-8-1 15</inkml:trace>
  <inkml:trace contextRef="#ctx0" brushRef="#br1" timeOffset="133915.28">12621 4343 0,'0'0'0,"0"0"0,0 0 15,0 0-15,3 1 16,-3-1-16,0 0 16,0 0-1,0 0-15,0 0 16,0 0-16,0 0 16,10 6-16,-10-6 15,0 0-15,0 0 16,0 0-16,0 0 15,0 0-15,0 0 16,0 0-16,0 0 16,0 0-16,0 0 15,0 0 1,0 0-16,0 0 16,10 6-16,-10-6 15,0 0-15,0 0 16,0 0-16,0 0 15,0 0-15,0 0 16,0 0-16,0 0 16,0 0-16,0 0 15,0 0 1,0 0-16,0 0 16,0 0-16,0 0 15,0 0-15,0 0 16,0 0-16,2 7 15,-2-7-15,-4 10 16,2-1-16,-3 3 16,0 2-1,-1 3-15,0 5 16,0 4-16,1 5 16,0 2-16,2-2 15,0-2-15,1 0 16,2-2-16,2-2 15,1-3-15,2-3 16,2-2-16,1-2 16,4-2-16,3-2 15,4-2-15,4-2 16,3-2 0,2-3-16,-3-5 15,-1-4-15,-4 0 16,-3-3-16,-4 0 15,-2 1-15,-4-3 16,-2 1-16,-3 0 16,-3-1-16,-3-1 15,-2-1-15,-4 2 16,-3 2 0,-2 2-16,-3 3 15,-1 3-15,-3 2 16,2 3-16,4 1 15,2 1-15,3 0 16,11-5-16,-16 8 16,16-8-16,-14 14 15,8-4-15,1 2 16,2 1 0,0 7-1,3-12 1,0-8-16</inkml:trace>
  <inkml:trace contextRef="#ctx0" brushRef="#br1" timeOffset="134515.19">12633 4501 0,'2'-2'0,"-2"2"15,5-9-15,-5 9 16,5-7 0,-5 7-16,7-8 15,1 0-15,-1 0 16,5-2-16,2-1 15,1-3-15,2 1 16,-1 0-16,0-1 16,2 1-16,-3 4 15,-3 3-15,-2 2 16,-10 4 0,15-4-16</inkml:trace>
  <inkml:trace contextRef="#ctx0" brushRef="#br1" timeOffset="135014.81">13063 4389 0,'0'0'0,"0"0"0,0 0 15,0 0-15,0 0 16,0 0-16,0 0 16,4 3-16,-4-3 15,13 15-15,3 1 16,9 10-16,7 7 16,-4-2-1,2 0-15,1 0 16,0 2-16,2 1 15,-11-18-15,5 0 16,5 2 0,2-1-1,-6-2-15,-10-6 16,-18-9-16,15 4 16</inkml:trace>
  <inkml:trace contextRef="#ctx0" brushRef="#br1" timeOffset="135265.48">13373 4471 0,'0'0'0,"0"0"16,0 0-16,-1-2 15,1 2-15,0 0 16,0 0-16,-15 6 15,-1 11-15,-7 8 16,-4 7-16,2 2 16,-2 1-16,1-2 15,3-2-15,-2 5 16,0-2 0</inkml:trace>
  <inkml:trace contextRef="#ctx0" brushRef="#br1" timeOffset="138448.51">11125 5293 0,'0'0'0,"0"0"16,0 0-16,0 0 16,4 0-16,5-1 15,11 1 1,7-4-16,8-2 15,4-2-15,7-1 16,3 0-16,1-1 16,8 0-16,4-2 15,9 0-15,0 3 16,0 3-16,-1 4 16,1 0-1,0 1-15,0 2 16,1 0-16,-5 0 15,-1 0-15,1-1 16,-4 1-16,2 0 16,-2 1-16,-3-2 15,0 3-15,-3 0 16,-1-2-16,-1 3 16,0-1-16,1 0 15,0 1-15,-1-1 16,-1 0-1,-1 1-15,3-1 16,-2 0-16,-1 0 16,-3 1-16,0-1 15,-3 0-15,-5-1 16,-5-1-16,-5-1 16,-3-1-16,-2-1 15,-2-1 1,-4 1-16,0-1 15,-4 0-15,-4 0 16,-1-3-16,-3-2 16,-1-1-16,-1-1 15,-2-2-15,-2-2 16,-3-3-16,-2-7 16,-4-7-16,-3-4 15,-2-1 1,0-2-16,0 4 15,0-6-15,-1-5 16,6-5-16,1 1 16,6-1-16,3-4 15,-1 2-15,2 0 16,-1 4-16,-1 1 16,2 1-16,-2 2 15,0 3 1,1 4-16,0 2 15,1 6-15,-2 4 16,0 2-16,0 5 16,-2 3-16,-1 0 15,-1 4-15,-2 1 16,0 1-16,0 3 16,3 6-16,-11-11 15,11 11-15,-13-7 16,13 7-1,-18-5-15,-4 3 16,-12 1-16,-13 1 16,-8 2-16,-3 1 15,-1 0-15,-7 1 16,-1-1-16,1 0 16,-5 0-16,4 0 15,6-1-15,-2-1 16,3-1-1,1 0-15,-4 0 16,-2 0-16,1 0 16,-8 0-16,5-1 15,5 0-15,-2-1 16,6 0-16,0-1 16,3 1-16,1 0 15,2 0-15,4-1 16,3 1-1,6 0-15,2 1 16,3 1-16,4-1 16,3 0-16,4 1 15,2-1-15,-2 0 16,-1 0-16,1 0 16,2 0-16,4 1 15,4-1-15,2 0 16,-1 0-1,1 1-15,11 0 16,-17 1-16,17-1 16,-13 2-16,13-2 15,-13 4-15,13-4 16,-15 7-16,15-7 16,-16 9-16,6-3 15,-1 2-15,-2 3 16,1 1-1,0 2-15,0 2 16,-1 2-16,1 2 16,-1 4-16,1 1 15,1 2-15,2 2 16,-1 5-16,2 2 16,1 2-16,0-1 15,0 3 1,1 1-16,-1-1 15,0 2-15,2-3 16,0-3-16,-1 2 16,2-4-16,0 0 15,0-3-15,2-3 16,1-3-16,-1 0 16,1 0-16,-1-2 15,0-2-15,1-2 16,0 0-1,1-2-15,1 0 16,0 0-16,1-1 16,0 0-16,-1-1 15,1 0-15,-1-1 16,1 1-16,-2 0 16,0-2-16,0-3 15,-1 0 1,0-3-16,1-7 15,-1 11-15,1-11 16,-2 7-16,2-7 16,0 0-16,-2 8 15,2-8-15,-3 9 16,2-2-16,-1-1 16,0 1-16,1-1 15,-1 1-15,1 3 16,-2 0-16,3 1 15</inkml:trace>
  <inkml:trace contextRef="#ctx0" brushRef="#br1" timeOffset="139615.46">13873 4539 0,'0'0'0,"0"0"0,0 0 15,0 4-15,-1 6 16,0 4-16,1 4 16,-1 1-16,0-1 15,-1-1-15,1-4 16,0-3-16,0-2 15,1-2 1,0 1-16,0-1 16,4 1-16,4 0 15,6-1-15,10-1 16,9-5-16,8-8 16,6-7-16,9-8 15,3-6-15,2-3 16,0-2-16,-5 0 15,-2 1-15,-7 2 16,-6 5 0,-5 2-16,-7 6 15,-6 4-15,-7 4 16,-4 3-16,-12 7 16,14-6-16,-14 6 15,0 0-15,0 0 16,11-3-16,-11 3 15,0 0-15,0 0 16,0 0 0,-6 7-16,-9 9 15</inkml:trace>
  <inkml:trace contextRef="#ctx0" brushRef="#br1" timeOffset="140002.76">14010 4791 0,'0'0'0,"0"0"0,0 0 16,0 0-16,0 0 16,0 0-16,0 3 15,0-3-15,0 9 16,0-9-16,-2 12 15,2-12-15,0 9 16,0-9-16,0 0 16,13 9-1,11-4-15,23-9 16,12-3-16,10-7 16,0-4-16,-1-5 15,-1-2-15,-8 0 16,-2-1-16,-10 3 15,-9 3-15,-11 4 16,-7 6-16,-6 2 16,-3 2-1,-11 6-15,11-7 16,-11 7-16,0 0 16</inkml:trace>
  <inkml:trace contextRef="#ctx0" brushRef="#br1" timeOffset="140199.1">14752 4528 0,'0'0'0,"0"0"0,0 0 16,0 0-16,0 1 15,0-1-15,-4 7 16</inkml:trace>
  <inkml:trace contextRef="#ctx0" brushRef="#br1" timeOffset="141698.64">13645 4244 0,'0'0'0,"-3"-2"16,3 2-16,-19-11 15,0 3 1,-4-1-16,-2 2 16,-4-1-16,-2 1 15,-1 0-15,-1 3 16,1 4-16,-2 3 15,-1 5-15,-1 6 16,-4 6-16,2 2 16,3 6-16,0 5 15,7-1 1,4 2-16,4-1 16,3 3-16,3 0 15,1 5-15,0 4 16,2 1-16,2-3 15,6 1-15,3 6 16,7-4-16,24 23 31,12-5-15,15-6-16,-2-7 16,-15-25-16,2-5 15,10-8-15,6-9 16,5-13-16,7-17 15,-5-5-15,8-25 16,-8 5-16,-10 7 16,-2 3-16,-2-3 15,-5-8 1,-13-17-16,-9 26 16,-11 13-16,-6 0 15,-8-3-15,-8-3 16,-6 6-16,-9 3 15,-5 0-15,-6 2 16,-3 3-16,3 12 16,-5 1-16,-1 1 15,7 3 1,4 1-16,2 1 16,1 1-16,-1 0 15,7 1-15,6 0 16,14 1-16,-13 1 15,13-1-15,0 0 16,0 0-16,0 0 16,-10 3-16,10-3 15,0 0 1,0 0-16,0 0 16,0 0-16,0 0 15,0 0-15,0 0 16,0 0-16,0 0 15,0 0-15,0 0 16,0 0-16,0 0 16,0 0-16,0 0 15,0 0 1,0 0-16,0 0 16,0 0-16,0 0 15,0 0-15,0 0 16,0 0-16,0 0 15,0 0-15,0 0 16,0 0-16,0 0 16,0 0-16,0 0 15,-5 6 1,5-6-16,0 0 16,0 0-16,0 0 15,0 0-15,0 0 16,0 0-16,0 0 15,0 0-15,0 0 16,0 0-16,0 0 16,0 0-16,0 0 15,0 0 1,0 0-16,0 0 16,0 0-16,0 0 15,0 0-15,0 0 16,0 0-16</inkml:trace>
  <inkml:trace contextRef="#ctx0" brushRef="#br1" timeOffset="143881.89">12408 4984 0,'0'0'0,"0"2"0,0-2 16,0 0-16,0 0 15,0 0-15,-1 7 16,1-7-16,0 8 16,0-8-16,0 0 15,27 7 1,7-9-16,10-1 16,1-1-16,0 1 15,1 0-15,0-1 16,-3 1-16,-3 3 15,-2 2-15,-3 4 16,-6-4-16,-4 3 16,-6-2-16,-5-1 15,-3 0-15,-11-2 16,17 3 0,-17-3-16,9 3 15,-9-3-15,0 0 16,0 0-16,0 0 15,0 0-15,0 0 16,10 7-16,-10-7 16,0 0-16,0 0 15,0 0-15,0 0 16,0 0 0,0 0-16,1 7 15,-1-7-15,0 0 16,0 0-16,0 0 15,0 0-15,0 0 16,0 0-16,0 0 16,0 0-16,0 0 15,0 0-15,0 0 16,0 0 0,0 0-16,0 0 15,2 6-15,-2-6 16,0 0-16,0 0 15,0 0-15,0 0 16,0 0-16,0 0 16,0 0-16,0 0 15,0 0-15,0 0 16,0 0 0,0 0-16,0 0 15,0 0-15,0 0 16,0 0-16,0 0 15,0 0-15,0 0 16,0 0-16,0 0 16,2 7-16,-2-7 15,0 0-15,0 0 16,0 0-16,0 0 16,0 0-1,0 0-15,0 0 16,0 0-16,0 0 15,0 0-15,0 0 16,0 0-16,0 0 16,0 0-16,0 0 15,0 0-15,0 0 16,0 0-16,0 0 16,0 0-1,0 0-15,0 0 16,0 0-16,0 0 15,0 0-15,0 0 16,0 0-16,0 0 16,0 0-16,0 0 15,0 0-15,0 0 16,0 0-16,0 0 16,0 0-1,0 0-15,0 0 16,0 0-16,0 0 15,0 0-15,0 0 16,0 0-16,0 0 16,0 0-16,0 0 15,0 0-15,0 0 16,0 0-16,0 0 16,0 0-1,0 0-15,0 0 16,0 0-16,0 0 15,0 0-15,0 0 16,0 0-16,0 0 16,0 0-16,0 0 15,0 0-15,0 0 16,0 0 0,0 0-16,0 0 15,0 0-15,0 0 16,0 0-16,0 0 15,0 0-15,0 0 16,0 0-16,0 0 16,0 0-16,0 0 15,0 0-15,0 0 16,0 0-16,0 0 16,0 0-1,0 0-15,0 0 16,0 0-16,0 0 15,0 0-15,0 0 16,0 0-16,0 0 16,0 0-16,0 0 15,0 0-15,0 0 16,0 0-16,0 0 16,0 0-1,0 0-15,0 0 16,0 0-16,0 0 15,0 0-15,0 0 16,0 0-16,0 0 16,0 0-16,0 0 15,0 0-15,0 0 16,2 6-16,-2-6 16,0 0-16,0 0 15,0 0 1,0 0-16,0 0 15,0 0-15,0 0 16,0 0-16,0 0 16,0 0-16,0 0 15,0 0-15,0 0 16,0 0-16,0 0 16,0 0-16,0 0 15,0 0 1,0 0-16,0 0 15,0 0-15,0 0 16,0 0-16,0 0 16,0 0-16,0 0 15,0 0-15,0 0 16,0 0-16,0 0 16</inkml:trace>
  <inkml:trace contextRef="#ctx0" brushRef="#br1" timeOffset="148382.35">9018 4679 0,'0'0'0,"-1"-1"0,1 1 15,0 0-15,-6-9 16,6 9-16,-12-7 15,-2 2-15,-3 0 16,-8-2-16,-5 3 16,-5 7-1,1 2-15,-2 4 16,2-3-16,-5 2 16,-2 1-16,1 2 15,3 5-15,0 4 16,2 1-16,-4 6 15,5 1 1,1-1-16,2 2 16,6-3-16,2-2 15,1 2-15,4-2 16,0 4-16,1-2 16,3 3-16,4 1 15,4-2-15,4 2 16,4 1-16,3 0 15,2 2-15,5 0 16,2 1 0,2-1-16,7 13 31,3 4-31,3-3 16,2-2-16,-5-17 15,4-2-15,-2-3 16,-3-3-16,10 5 15,4 3 1,3 0-16,-1-3 0,-10-9 16,4-1-1,4-1-15,2-5 16,2-1-16,-10-5 16,2-4-16,0 1 15,5-1-15,-2 0 16,-6 1-16,6 0 15,-5 0-15,-1-1 16,-1-3-16,-1-6 16,5-4-16,5-5 15,-4-4 1,-3-1-16,-2-1 16,-5 2-16,0 2 15,0-4-15,-4-6 16,-2-2-16,-3 0 15,-6 4-15,-1 3 16,-2-3-16,-2 0 16,0-1-1,0 1-15,-3 0 16,-3-1-16,-5-1 16,-4 0-16,1 0 15,-4 0-15,-2-2 16,-3-1-16,-3 2 15,-2 1-15,-4 2 16,-2 0-16,-3 1 16,3 4-1,-1 2-15,1 2 16,0 0-16,0 1 16,1 3-16,1-1 15,1 0-15,0 2 16,1 0-16,-1 3 15,0 2-15,0 0 16,-2 1-16,2 2 16,-1 0-16,-3 4 15,-2 5 1,-7 8-16,-9 11 16,-8 9-16</inkml:trace>
  <inkml:trace contextRef="#ctx0" brushRef="#br1" timeOffset="150231.96">7352 5240 0,'0'0'0,"0"0"16,0 0-16,0 0 15,5 3-15,-5-3 16,25 7-16,0-1 16,6 0-16,7-3 15,2-2 1,3-3-16,1-2 16,-1-1-16,2-3 15,0 1-15,-4 1 16,-1-1-16,-4 2 15,-3-1-15,-1 3 16,-2 2-16,-3 0 16,-2 1-16,-4 1 15,-1 1-15,-4 0 16,-3 2-16,-1-2 16,-2 1-1,-10-3-15,17 6 16,-17-6-16,15 6 15,-15-6-15,9 6 16,-9-6-16,0 0 16,12 6-16,-12-6 15,0 0-15,0 0 16,0 0 0,7 7-16,-7-7 15,0 0-15,0 0 16,0 0-16,0 0 15,0 0-15,0 0 16,0 0-16,0 0 16,0 0-16,0 0 15,0 0-15,0 0 16,0 0 0,-12-12-16,2 1 15,-4-1-15,-3-2 16,-1 2-16,0-1 15,-2 2-15,-1 0 16,4 1-16,1 1 16,2 2-16,4 1 15,10 6-15,-12-7 16,12 7 0,0 0-16,0 0 15,0 0-15,0 0 16,0 0-16,0 0 15,0 0-15,16 6 16,5 5-16,3 1 16,2 2-16,-1-1 15,-1 1-15,-1 2 16,-5-2 0,-4-2-16,-5-3 15,-2-1-15,-2-2 16,-2 2-16,-3 1 15,-8 5-15,-7 7 16,-14 4-16,-3 0 16,-4 1-16,2-3 15,-2 3-15</inkml:trace>
  <inkml:trace contextRef="#ctx0" brushRef="#br1" timeOffset="150815.32">6653 5048 0,'0'0'0,"0"0"0,0 0 15,0 2-15,0-2 16,4 17-16,5 3 16,7 6-16,4 1 15,5 0-15,4 1 16,1 0-16,1-1 16,-2-4-1,1-1-15,0-4 16,5-2-1,-1-6 1</inkml:trace>
  <inkml:trace contextRef="#ctx0" brushRef="#br1" timeOffset="151098.25">7011 5049 0,'0'0'0,"0"0"0,0 0 16,-3 5-16,-4 6 15,-8 16-15,-10 15 16,-3 6-16,-3 6 16,-1 1-1,1 0-15,-3 0 16,0-7-16,3-6 15,2-1 1,7-11 0,5-7-16,7-8 15</inkml:trace>
  <inkml:trace contextRef="#ctx0" brushRef="#br1" timeOffset="151982.03">7822 4616 0,'0'0'0,"0"0"0,0 0 0,0 0 0,0 0 16,0 0-16,0 0 15,0 0 1,0 0-16,-4 0 15,4 0-15,0 0 16,-18 2-16,4 0 16,-4 0-16,-3 6 15,-4 4-15,0 2 16,2 4-16,0 6 16,1 6-16,0 6 15,3-1 1,2 3-16,1-1 15,3 10 1,2 0 0,4-8-16,9-4 15,8-8-15,1-5 16,3-3-16,-3-8 16,2-2-16,1-4 15,8-1 1,11-4-16,7-5 15,-3-3-15,-8-7 16,-6-11-16,-1 1 16,-3-5-16,-7 9 15,-4 7-15,-4 2 16,-3-1-16,-2-1 16,-3 0-16,-3 2 15,-5 1-15,-11 2 16,-8 0-1,-6 5-15,-2 6 16,1 6-16,-6 11 16,-1 3-16,-1 8 15,10 6-15</inkml:trace>
  <inkml:trace contextRef="#ctx0" brushRef="#br1" timeOffset="153264.79">9676 5309 0,'0'0'0,"0"0"0,2 0 15,-2 0-15,25 2 16,5 0-1,9 2-15,6-1 16,6 1-16,0-1 16,-1-2-16,0-3 15,-7-1-15,1 0 16,-3 0-16,-2-1 16,-7 1-16,-9 2 15,-5-1-15,-5 1 16,-2 1-1,-11 0-15,11 0 16,-11 0-16,0 0 16,0 0-16,0 0 15,-6-9-15,-8-2 16,-5-3-16,-2 1 16,0 0-16,0 3 15,0 0-15,3 0 16,3 4-16,5 2 15,10 4 1,-15-8-16,15 8 16,0 0-16,0 0 15,0 0-15,0 0 16,0 0-16,15 16 16,11 0-16,4 1 15,-3-1-15,-3-2 16,-6-3-16,-4 1 15,-9 8 17,-10 7-32,-14 6 15,-6 3-15,-1-7 16,5-7-16,2-4 16,5-7-16</inkml:trace>
  <inkml:trace contextRef="#ctx0" brushRef="#br1" timeOffset="153764.79">10401 5230 0,'0'0'0,"0"0"0,1 1 16,1 6-16,2 6 15,1 7-15,-2 6 16,-1 2-16,-1 0 16,-1 1-16,0-4 15,0-5-15,2-5 16,4-2-1,10-8 1,13-9 0,6-15-16,-3-4 15,-9 3-15,-4-1 16,-4 4-16,-4 4 16,-5 5-16,-6 8 15,0 0-15,0 0 16,0 0-16,3 10 15,-3 19-15,-1 11 16,-1 11 0,-6-1-16,-1-1 15,-1-2-15,-5 3 16</inkml:trace>
  <inkml:trace contextRef="#ctx0" brushRef="#br1" timeOffset="154031.85">10545 5705 0,'4'-3'0,"8"-5"0,6-4 16,19-12-16,-2 1 15,-4 8-15,-1 5 16,-8 5-16,-6 2 16,-5 2-16,-11 1 15</inkml:trace>
  <inkml:trace contextRef="#ctx0" brushRef="#br2" timeOffset="170615.13">8381 3355 0,'0'0'0,"0"0"15,0 0-15,0 0 16,0 0-16,0 0 15,0 0-15,0 0 16,5-2-16,10-2 16,13-1-1,11-1-15,3 2 16,-2-1-16,0 1 16,-1 1-16,-5-1 15,-3 1-15,-4 0 16,-5 2-16,-3 1 15,-5 0-15,-4 0 16,-10 0-16,14 0 16</inkml:trace>
  <inkml:trace contextRef="#ctx0" brushRef="#br2" timeOffset="170833.63">8613 3185 0,'0'0'0,"0"0"15,0 2-15,1 4 16,2 11-16,3 10 16,1 11-16,0 7 15,0 4-15,-3-3 16,-1 3-16,0-9 15,-2 0-15,-1-7 16,1-7-16,1 3 16</inkml:trace>
  <inkml:trace contextRef="#ctx0" brushRef="#br2" timeOffset="171131.95">9082 3138 0,'0'0'0,"0"0"0,2 3 15,-1 9-15,3 17 16,3 21-16,1 9 15,-3 5-15,-3 3 16,-3-1-16,0-3 16,-2-12-1,0-1-15</inkml:trace>
  <inkml:trace contextRef="#ctx0" brushRef="#br2" timeOffset="177681.5">13634 3457 0,'0'-2'0,"0"2"0,0 0 0,0 0 15,0 0-15,14-4 16,9 9-16,9 0 15,6 0-15,10 3 16,7-1 0,1 1-16,2-1 15,-6-5-15,-9-5 16,-5 0-16,-11 1 16,-7 0-16,-7 0 15,-13 2-15,13-2 16,-13 2-16,0 0 15</inkml:trace>
  <inkml:trace contextRef="#ctx0" brushRef="#br2" timeOffset="177964.47">13945 3266 0,'0'0'0,"0"0"15,0 0-15,3 1 16,-1 8 0,5 8-16,-1 9 15,1 5-15,1 12 16,5 16-16,-3-3 16,-3-4-16,-5-19 15,-2-5-15,-5 8 16,-2 6-16,3-8 15,2-13-15</inkml:trace>
  <inkml:trace contextRef="#ctx0" brushRef="#br2" timeOffset="178898.33">14564 3267 0,'0'0'0,"0"0"0,0 0 15,0 0-15,-1 5 16,-1 8-16,0 14 15,-2 7-15,0-3 16,0 3 0,-1-6-16,-1-1 0,-2-1 15,0-3 1,0-4-16,0-2 16,3-6-16,1-4 15,3-1-15,1-6 16,-1 8-16,8-2 15,8 4-15,12 1 16,8-3 0,3-4-16,-2-3 15,2-1-15,-4 0 0,0-2 16,-5 1 0,-5-2-16,-1 0 15,-4 2-15,-4-1 16,-2 1-16,-3-2 15,1-6-15,1-7 16,-1-7-16,-2-6 16,-3-5-16,-2-8 15,-1 0 1,-1 4-16,0 6 16,0 7-16,-1 8 15,-1 7-15,0 10 16,0-8-16,0 8 15,0 11-15,-3 25 16,-2 24-16,-5 12 16,-6 10-16,-3 7 15,-2-1 1,-5 5-16,2-13 16</inkml:trace>
  <inkml:trace contextRef="#ctx0" brushRef="#br2" timeOffset="183348.05">12005 5710 0,'0'0'0,"-3"-1"0,3 1 15,0 0-15,-13-7 16,13 7-16,0 0 16,0 0-16,-8-7 15,8 7-15,0 0 16,2-10-16,4 4 16,4-4-16,1 1 15,4 2-15,2 5 16,3 1-1,-1 1-15,-5 1 16,-4 4-16,-1 10 16,-6 7-16,-2 7 15,-8 5-15,-10 3 16,2-2-16,-3-5 16,4-5-16,3-9 15,3-2-15,3-6 16,5-8-1,-5 8-15,5-8 16,0 0-16,0 0 16,13 12-16,19 2 15,6 0-15,-5-3 16,4 2-16,-6 2 16,2 10-16,-5 0 15,-11-2-15,-10 1 16,-8-2-1,-9 1-15,1-1 16,-10-2-16,-10 1 16,-1 0-16,-10-2 15,10-9-15,0-2 16,1-1-16,12-4 16,4 0-16,2-1 15,0-1-15,11-1 16,-19 0-1,19 0-15,0 0 16,-10-5-16</inkml:trace>
  <inkml:trace contextRef="#ctx0" brushRef="#br2" timeOffset="184531.29">12704 5456 0,'0'0'0,"-5"4"0,5-4 16,-27 23-16,-7 7 16,-5 7-16,-1 13 15,5 4-15,4-4 16,0 11-16,6 2 15,4-2-15,5 12 16,7-12 0,19 25-1,13-5 1,12-8-16,7-19 16,-2-25-16,-2-8 15</inkml:trace>
  <inkml:trace contextRef="#ctx0" brushRef="#br2" timeOffset="186414.71">7446 4008 0,'0'0'0,"0"0"0,0 0 0,2 1 16,8 5-16,26 0 15,29-3 1,19-10-16,17-8 16,17-3-16,9-2 15,16-1-15,-2-2 16,8 0-16,-4 3 15,0 5-15,0 1 16,-13 5-16,-3 2 16,-15 3-1,-12 2-15,-15 1 16,-16 1-16,-13 0 16,-13 0-16,-9-2 15,-9-5-15,-7-4 16,-3-10-16,-7-4 15,-7-15-15,-6-11 16,-6-13-16,-6-7 16,-1-6-1,0-2-15,-2-8 16,0 1-16,0-2 16,-6-2-16,-6 11 15,-5 7-15,-2 9 16,-6 7-16,-3 8 15,-1 9-15,-7 7 16,-11 10 0,-31 5-16,-25 1 15,-6 13-15,-3 3 16,15 5-16,-9 5 16,-12 6-16,1 6 15,3 2-15,20 0 16,10 1-16,10-2 15,8 0-15,9 0 16,10-2-16,9 0 16,10-4-1,8 0-15,9-2 16,3 3-16,3 1 16,0 5-16,1 8 15,0 9-15,2 8 16,0 12-16,5 3 15,4 7-15,4 7 16,6-1-16,1-3 16,4 2-1,1-9-15,3-2 16,4-2-16,5-8 16,1-4-16,9-2 15,6-4-15,13-2 16</inkml:trace>
  <inkml:trace contextRef="#ctx0" brushRef="#br2" timeOffset="187414.8">12620 5761 0,'0'0'15,"1"-2"-15,-1 2 16,12-10-16,5-1 16,13 3-16,1 1 15,2 5-15,-2 6 16,-2 3-16,-1 5 15,-7 2-15,-7 4 16,-6 5-16,-11 9 16,-12 11-16,-5 0 15,-10 6 1,2-10-16,0-4 16,-3 1-16,5-8 15,7-7-15,3-3 16,7-8-16,3-4 15,6-6-15,0 0 16,-5 7-16,5-7 16,19 6-16,12-3 15,3-3 1,1-3-16,9 1 16,-3 0-16,-1-1 15,-9 4-15,-1 1 16,-2-1-16</inkml:trace>
  <inkml:trace contextRef="#ctx0" brushRef="#br2" timeOffset="187698.3">13040 5835 0,'0'0'0,"0"0"15,0 0-15,2 1 16,5 6-16,8 6 16,5 8-16,1 3 15,3 5 1,0 6-16,-2 2 16,0 2-16,-1-2 15,-1-1-15,-2-2 31,2-2-31,-4-13 16</inkml:trace>
  <inkml:trace contextRef="#ctx0" brushRef="#br2" timeOffset="187931.5">13273 5843 0,'0'0'0,"0"0"16,0 0-16,-7 6 16,-11 13-16,-8 12 15,0 6-15,-1 7 16,3-4-16,4-1 16,1-1-1,9 1 1,10 1-1</inkml:trace>
  <inkml:trace contextRef="#ctx0" brushRef="#br2" timeOffset="188165.06">13448 6004 0,'0'0'0,"0"0"0,0 0 16,2 0-16,-2 0 16,23 2-16,-1 1 15,3 3-15,2 0 16,1 1 0,-4 0-16,-2-2 15,-4-2-15,-3-6 16</inkml:trace>
  <inkml:trace contextRef="#ctx0" brushRef="#br2" timeOffset="188414.51">13550 5923 0,'0'0'0,"0"0"16,0 0-16,-1 1 15,1-1-15,-6 18 16,-1 7-16,2 10 16,1 5-16,3-1 15,0-1-15,1 3 16,0-3 0,0 1-16,2-1 31</inkml:trace>
  <inkml:trace contextRef="#ctx0" brushRef="#br2" timeOffset="188681.82">13848 5880 0,'0'0'0,"0"0"15,0 0-15,0 0 16,2 2-16,0 8 16,4 16-16,-1 18 15,-4 2-15,-4 4 16,-6-4-16,-2-2 16,0-7-1,3-6-15,1-5 16,2-5-16</inkml:trace>
  <inkml:trace contextRef="#ctx0" brushRef="#br2" timeOffset="189031.59">14068 5558 0,'0'0'0,"0"0"0,1 2 15,-1-2-15,10 19 16,3 8-16,6 13 16,3 4-1,0 3-15,-3 4 16,-10 6-16,-7 5 15,-7-1-15,-9 1 16,-7 0-16,-9-1 16,-5-5-16,-4-2 15,3-9-15,8-8 32,8-12-32,8-11 15</inkml:trace>
  <inkml:trace contextRef="#ctx0" brushRef="#br2" timeOffset="189265.13">14316 6094 0,'0'0'0,"2"0"0,-2 0 16,28 1-16,10 2 15,3 3-15,-1 1 16,-1 2-16,1-1 16,-3 1-16,-9-3 15,-3-1-15,-9-3 16,-5-7 15</inkml:trace>
  <inkml:trace contextRef="#ctx0" brushRef="#br2" timeOffset="189497.57">14487 5896 0,'0'0'0,"0"0"0,0 0 0,0 0 0,0 1 16,-1 5-1,-1 17-15,-1 17 16,1 9-16,2 2 15,-1 0-15,0 0 16,0-1-16,0-3 16,1-9-16,0-9 15,0-8-15</inkml:trace>
  <inkml:trace contextRef="#ctx0" brushRef="#br2" timeOffset="189964.63">14863 5870 0,'0'0'0,"0"0"16,0 2-16,0-2 15,0 19 1,0 16-16,1 17 15,2 6-15,0-9 16,0-3-16,2-8 16,0-11-16,2-7 15,1-7-15,3-8 16,5-5-16,6-9 16,6-7-16,-2-7 15,-2-6 1,-5 1-16,-3-3 15,-4 5-15,-3 8 16,-5 7-16,-2 5 16,-2 6-16,0 0 15,0 0-15,2 11 16,1 18-16,-3 15 16,-7 7-16,-5 4 15,-5 0 1,-6 0-16,-2-4 15,-2-7-15,-7-3 16</inkml:trace>
  <inkml:trace contextRef="#ctx0" brushRef="#br2" timeOffset="190398.41">11835 6925 0,'0'0'0,"1"-2"0,-1 2 16,18-13-1,13-1-15,16 2 16,7 2-16,1 6 16,4 3-16,-13-1 15,3 0-15,-10 1 16,-10 1-16,-1 4 16</inkml:trace>
  <inkml:trace contextRef="#ctx0" brushRef="#br2" timeOffset="190598.9">11967 7094 0,'0'0'0,"-5"2"0,5-2 16,0 0-16,0 0 15,0 0-15,48-12 16,8-4-1,11-2-15,-5 1 16,-1 1-16,-10 4 16,-6 3-16,-6 11 15</inkml:trace>
  <inkml:trace contextRef="#ctx0" brushRef="#br2" timeOffset="192131.56">12967 6755 0,'0'0'0,"0"0"0,-1-3 16,1 3-16,-5-13 16,5 13-16,-5-10 15,5 10-15,0 0 16,-19 0-16,-6 13 15,-5 4 1,0-1-16,-4 9 16,-1 11-16,4-2 15,5 6-15,8-11 16,4 6-16,8 20 16,4-5-16,9-7 15,11-8-15,13-13 31,18-6-31,-2-12 16,-7-14 0,-11-6-16,-7-6 15,-4 0-15,-8 2 16,-6 4-16,-5 1 16,-8 0-16,-10 2 15,-10 3-15,-5 1 16,4 5-16,8 4 15,1 1-15,7 2 16,3-1 0,11-2-16,-10 4 15,10-4-15,0 0 16,7 18-16</inkml:trace>
  <inkml:trace contextRef="#ctx0" brushRef="#br2" timeOffset="192414.65">13164 6858 0,'0'0'0,"2"1"0,-2-1 16,14 11-16,3 5 15,5 7 1,3 3-16,1 1 16,1 1-16,0 1 15,-1-1-15,-2-3 16,-3-5-16,-4-5 16,-4-7-1</inkml:trace>
  <inkml:trace contextRef="#ctx0" brushRef="#br2" timeOffset="192614.43">13367 6836 0,'-2'7'0,"1"2"16,0-1-16,-2 5 15,-8 8-15,-10 16 16,-6 16-16,-1-1 15,5-9 1,2 2-16,0 0 16,5-11-16</inkml:trace>
  <inkml:trace contextRef="#ctx0" brushRef="#br2" timeOffset="195347.65">13756 7016 0,'-1'-3'0,"1"3"16,0 0-16,0 0 15,0 0 1,14-12-16,-1 7 16,14-3-16,9 7 15,5 5-15,7-1 16,-14-2-16,5 1 15,-2 0-15,-8 0 16,1-1-16,-15 1 16,-15-2-16,12 8 15</inkml:trace>
  <inkml:trace contextRef="#ctx0" brushRef="#br2" timeOffset="195598.58">13937 6859 0,'0'0'0,"2"9"16,0 1 0,5 22-16,2 12 15,-4 2-15,-1 1 16,-3-9-16,-1 0 15,-1-5-15,-1-2 16,1-5 0,0-4-1</inkml:trace>
  <inkml:trace contextRef="#ctx0" brushRef="#br2" timeOffset="196114.29">14251 6864 0,'0'0'0,"0"0"16,0 0-16,0 0 15,9 5-15,8 3 16,16 3-16,14-4 16,4-6-16,1-6 15,-6-1-15,-3-3 16,-5 2-16,-6 2 16,-5 0-1,-8 5-15,-5 4 16,-2 4-16,-1 9 15,0 8-15,-3 8 16,-6 8-16,-6-1 16,-4 0-16,-1-2 15,-1-4-15,-1-2 16,0-4-16,2-5 16,1-6-1,3-4-15,1-2 16,0-4-16,4-7 15,-3 10-15,3-10 16,0 0 0,-11 4-1,-12-1-15</inkml:trace>
  <inkml:trace contextRef="#ctx0" brushRef="#br2" timeOffset="197881.56">12494 7544 0,'0'0'0,"0"0"15,0 0-15,-3 2 16,3-2-16,0 0 16,0 0-16,0 0 15,33-16-15,15 1 16,17 1 0,13-1-16,15 0 15,-2 1-15,20-3 16,10 5-16,1 0 15,28 3-15,-19 3 16,19 2-16,-8 4 16,-6 3-16,-12 2 15,0 3-15,-13 1 16,-5 0-16,-11 0 16,-21-2-16,-2 3 15,-17 0 1,-6-1-16,-7 0 15,-14-3-15,-4-1 16,-8-2-16,-5-1 16,-11-2-16,18-3 15,-18 3-15,19-8 16,-10 2-16,-1-1 16,0-1-1,-1-3-15,-2-1 16,-1-7-16,-4-7 15,-6-10-15,-3-5 16,-3-5-16,-4 0 16,-1-3-16,0-1 15,2 2-15,-1 0 16,0-7-16,2-4 16,0-1-1,1 1-15,1 5 16,-7 2-16,-17 1 15,-2 12-15,-15 5 16,-9 7-16,-15 10 16,-10 2-16,-14 13 15,-4 6-15,-3 5 16,0 19-16,1 8 16,-7 3-1,12-5-15,-10 1 16,13-24-16,0-3 15,7-1-15,2-8 16,3 1-16,4 0 16,-2 0-16,9 0 15,-5-7-15,5-4 16,3 2-16,0 1 16,2-1-16,3 0 15,12-6 1,1-9-16,7 4 15,0-1-15,-1 1 16,6 4-16,2 1 16,-4-1-16,2 1 15,-5-1-15,1 3 16,4 2-16,1-1 16,5 2-16,-3 0 15,3 1 1,0 0-16,2 2 15,5 1-15,4 0 16,2 3-16,-5 0 16,-2-1-16,0 3 15,3-2-15,4 2 16,2-1-16,1 2 16,0-1-16,-4 0 15,-1 1 1,1-1-16,2 0 15,4 0-15,1 1 16,1-1-16,0 0 16,-1 0-16,0 0 15,-1 0-15,0 0 16,0 2-16,2 3 16,4 0-16,0 4 15,1 3 1,-1 6-16,-1 5 15,-1 7-15,2 6 16,2 7-16,2 9 16,3 7-16,3 11 15,3 4-15,2-2 16,-1-2-16,0-3 16,1-1-1,0-5-15,-1-6 16,0-10-16,0-7 15,0-5-15,0-8 16,5-7-16,4-5 16,7-2-16,6-3 15,6-1-15,5-2 16,1-1-16,3 0 16,5-2-16,3 1 15,5-1 1,8 1-16,8 0 15,7 0-15,6-1 16,3 1-16,-6-2 16,9 4-16,-12 2 15,41 3 1,-2 2 0,-6-3-16,-15-1 15,-36-3-15,4 1 16,-5-2-1,-6-3-15,-6-3 16,-8-2-16,-7 2 16,-8 1-16,-7 0 15,-13 2-15,0 0 16,0 0-16,-18-12 16</inkml:trace>
  <inkml:trace contextRef="#ctx0" brushRef="#br2" timeOffset="198698.37">11180 6670 0,'0'0'0,"0"0"0,0 0 16,0 0-16,0 0 15,0 3 1,1 6-16,3 14 16,3 14-16,7 4 15,3-1-15,2-3 16,0-8-16,5-5 16,3-9-16,4-8 15,5-9-15,2-12 16,2-7-1,-1-8-15,-4-3 16,-5 2-16,-8 4 16,-6 6-16,-3 6 15,-6 5-15,-7 9 16,6-8-16,-6 8 16,6 13-16,2 19 15,-5 22-15,-4 7 16,-4 11-1,-1 3-15,-1-2 16,-4 39 0,1-20-1,1-12-15,-2-2 16,1-43-16,-5-4 16,0-8-16,4-13 15,11-10-15,-24 3 16,4-17-16,0-9 15,2-7 1,11-2-16,5-16 16,5-13-16,16-14 15,10-1-15,8 4 16,6-1-16,-2 12 16,0 3-16,-7 10 15,-4 9-15,-7 10 16,-7 10-1,-5 7-15,-11 12 16,7-7-16</inkml:trace>
  <inkml:trace contextRef="#ctx0" brushRef="#br2" timeOffset="204681.34">8879 2005 0,'0'0'0,"0"0"0,0 0 0,0 0 16,0 0-16,0 0 16,0 0-1,0 0-15,0 0 16,0 2-16,0-2 15,0 0-15,0 0 16,14 0-16,6-1 16,10-2-16,5 1 15,8-2-15,5-1 16,8 0-16,5-1 16,7-1-16,6 0 15,4 1 1,6-1-16,1-1 15,4 0-15,-1 0 16,0-1-16,-6 2 16,-7 1-16,-6-1 15,-11 3-15,-8 0 16,-7 1-16,-10 0 16,-8 1-16,-6 1 15,-6 0 1,-13 1-16,14-1 15,-14 1-15,0 0 16,0 0-16,0 0 16,0 0-16,10 0 15,-10 0-15,0 0 16,0 0-16,0 0 16,0 0-16,0 0 15,0 0 1,0 0-16,0 0 15</inkml:trace>
  <inkml:trace contextRef="#ctx0" brushRef="#br2" timeOffset="205781.44">12053 1366 0,'0'0'0,"0"0"0,0 0 16,0 0-16,1 2 16,-2 12-16,-7 19 15,-3 4 1,-3-2-16,-4 1 15,2-5-15,0-3 16,6-8-16,3-5 16,1-3-16,3-4 15,0-2-15,3-6 16,0 0-16,-1 8 16,1-8-16,16 9 15,13 0 1,3-4-16,1-3 0,-7-4 15,-4 2 1,-1-1-16,-6 0 16,-4 1-16,0-1 15,0 1-15,2-1 16,2 0-16,-2 0 16,7-2 15,7 1-31,1-1 15,0 3-15,-13 0 16,-5 2-16,-10-2 16,16 4-16,-7 0 15,5 0-15,3 0 16,1 3-16,-1-1 16,-3 0-16,-3-1 15,-11-5-15,16 7 16,-16-7-1,6 8-15,-6-8 16,1 9-16,-3-3 16,-3 2-16,-3 1 15,2-2-15,6-7 16,-6 9-16,10-1 16,6 5-16,4 3 15,1-1-15,0 0 16,-2-2-16,-1 0 15,-6 3 1,-2 0-16,-7-3 16,-10 2-16,-7 2 15,-4 0-15,-2-4 16,3-6-16,-1-2 16,-5-3-16,2-7 15</inkml:trace>
  <inkml:trace contextRef="#ctx0" brushRef="#br2" timeOffset="207581.55">11806 1999 0,'0'0'0,"0"0"0,0 0 15,0 0-15,0 0 16,0 0-16,0 0 15,2 2 1,8 2-16,11 3 16,17 2-16,8-2 15,3-2-15,6-1 16,-2-2-16,2 0 16,1 0-16,3-1 15,2 1-15,-1 0 16,-1-1-16,-4 1 15,-7 0-15,-6-1 16,-6-1 0,-6 0-16,-5 0 15,-3 0-15,-2 0 16,-4 1-16,-5-1 16,-11 0-16,12 0 15,-12 0-15,0 0 16,0 0-16,0 0 15</inkml:trace>
  <inkml:trace contextRef="#ctx0" brushRef="#br2" timeOffset="208731.13">10234 1730 0,'0'0'0,"0"0"0,0 0 16,0 0-16,0 0 16,0 0-16,3 0 15,-3 0-15,18 6 16,5-2-16,10 1 15,11-1-15,6-3 16,2-3 0,6-1-16,-1 0 15,0 1-15,1-1 16,-2 1-16,-1-1 16,-1 1-16,-2 0 15,1 1-15,-3 1 16,-4 0-16,-4 0 15,-4 0-15,-7 0 16,-6 0 0,-6 0-16,-7 0 15,-12 0-15,13 0 16,-13 0-16,0 0 16,0 0-16,0 0 15,6-6-15,-11-3 16,-7-7-16,-8-2 15,-3 2-15,1 2 16,-2 4-16,0 4 16,-2 0-1,3 3-15,5 2 16,5 0-16,13 1 16,-11 0-16,11 0 15,0 0-15,0 0 16,10 15-16,16 1 15,15-1-15,4 0 16,-3-4 0,-5-2-16,-8-2 15,-5-1-15,-7-2 16,-5-1-16,-12-3 16,12 7-16,-12-7 15,-7 15-15,-21 7 16,-18 9-16,-9 0 15,9-5-15,7-6 16,9-6-16</inkml:trace>
  <inkml:trace contextRef="#ctx0" brushRef="#br2" timeOffset="209581.55">14771 1316 0,'0'0'0,"0"0"0,0 0 0,-1 2 0,-2 6 15,-4 8-15,-2 10 16,-2 2-16,0-2 16,1-3-1,2-4-15,0-5 16,2-2-16,1-5 16,5-7-16,-5 10 15,5-10-15,0 0 16,-2 10-16,9-3 15,8 4-15,8-1 16,6-1-16,3-3 16</inkml:trace>
  <inkml:trace contextRef="#ctx0" brushRef="#br2" timeOffset="209998.56">15100 1550 0,'0'0'0,"-1"1"15,1-1 1,-2 11-16,0 2 16,-1 0-16,1 0 15,1-1-15,1-2 16,2-3-16,-2-7 15,25 8-15,2-10 16,3-7-16,-3-10 16,-5 7 15,-3-1-31,-2 4 16,0 8-16,-6 4 15,-11-3-15,15 17 16,-14 2-16,-1 5 15,-4 5-15,-3 4 16,-4 4-16,-1 2 16,-2 0-16,-2-1 15,-2 2-15,-7 0 16,-1 0 0</inkml:trace>
  <inkml:trace contextRef="#ctx0" brushRef="#br2" timeOffset="211081.1">14342 1433 0,'0'0'0,"0"0"0,0 0 0,0 1 16,0-1-16,0 0 15,0 0 1,0 0-16,0 0 0,-2 8 16,2-8-1,0 0-15,0 0 16,0 0-16,0 0 15,0 0-15,0 0 16,0 0-16,0 0 16,0 0-16,0 0 15,0 0-15,0 0 16,0 0 0,0 0-16,0 0 15,0 0-15,0 0 16,0 0-16,0 0 15,0 0-15,0 0 16,0 0-16,0 0 16,0 0-16,0 0 15,0 0-15,0 0 16,0 0-16,0 0 16,0 0-1,0 0-15,0 0 16,0 0-16,0 0 15,0 0-15,0 0 16,0 0-16,0 0 16</inkml:trace>
  <inkml:trace contextRef="#ctx0" brushRef="#br2" timeOffset="-197399.53">433 4329 0,'0'0'0,"0"0"0,0 0 15,0 0-15,0 0 16,0 0-16,0 0 15,0 0-15,3 2 16,-3-2-16,11 3 16,4-1-1,17-1-15,12-5 16,12-6-16,7-5 16,7-3-16,3-2 15,7-3-15,2 0 16,2 1-16,6-3 15,3 0-15,4-1 16,5 3 0,3 5-16,8 0 15,2 2-15,10 0 16,-3 1-16,2-1 16,1 3-16,4 0 15,-5 2-15,11 2 16,-4 2-16,5-1 15,5-1-15,-2 2 16,3-1 0,-2 1-16,4-1 15,-6-2-15,1 0 16,-2 0-16,-5-2 16,5 0-16,-8-1 15,0-1-15,1 0 16,-4 1-1,5 0-15,-9 1 16,8-1-16,-8 2 16,-4 0-16,-1 0 15,-13 1-15,-1-1 16,-8 2-16,-4 1 16,0 2-16,-11 0 15,-1 2-15,-8 2 16,-9 1-16,-4 2 15,-12 2-15,-7 3 16,-8 3 0,-8 2-16,-4 5 15,-4 7-15,-2 6 16,-3 9-16,-2 5 16,-4 6-16,-1 7 15,-1 4-15,-4 6 16,1 4-16,-2 1 15,2 4-15,-2 2 16,1 3 0,-2 2-16,0 0 15,-3-1-15,-1 1 16,0-2-16,0-3 16,0-6-16,2-1 15,-2-5-15,3 1 16,3-3-16,3-5 15,2 0-15,0-3 16,3 0 0,-1-3-16,3 1 15,-1-1-15,2-2 16,1 0-16,0-3 16,1-3-16,3 1 15,3-4-15,1-2 16,1-1-16,2-4 15,0 0-15,4-2 16,1-1 0,5 0-16,7-3 15,6-2-15,8-4 16,5-2-16,9-1 16,5-1-16,6-3 15,4-3-15,4-2 16,1-1-16,2-1 15,0 0-15,2 0 16,3 0-16,7 0 16,4 1-1,1-1-15,6 0 16,-6 1-16,5 1 16,-7 0-16,2-2 15,1 2-15,-3-2 16,1-1-16,-4 1 15,2-4-15,3-3 16,1-2 0,2-2-16,2-2 15,-3-1-15,-6 0 16,-6 1-16,-13 1 16,-8 3-16,-12 5 15,-7 5-15,-7 3 16,-8 4-16,-4 5 15,-6 6-15,-4 5 16,-4 7-16,-4 7 16,-2 2-1,-3 4-15,-3 0 16,1-3-16,0 2 16,1 1-16,-2-3 15,1 1-15,1-4 16,1 3-16,2 1 15,-3-2-15,2-3 16,-2-1-16,-1 2 16,0-4-1,-1-3-15,-1-4 16,4-3-16,8-1 16,2-4-16,5-1 15,5-3-15,4-1 16,7-1-16,5-1 15,4-3-15,5-1 16,0-3-16,6-1 16,4-2-1,2-4-15,6 0 16,5-3-16,3-2 16,5-2-16,5-2 15,1-2-15,7-1 16,1-1-16,5 0 15,5 0-15,3 0 16,9-2-16,-5 2 16,12-5-1,-1 1-15,9 0 16,4 0-16,-2 0 16,7 1-16,-9 0 15,1 0-15,-5 1 16,16 2-16,8 5 15,1 2-15,-2 5 16,-6 0-16,-3 0 16,3 0-16,-12-1 15,8 0 1,2 0-16,-1 1 16,-9 2-16,-34-3 15,-72-3-15,31 0 16,-16-2-16,5-1 15,-6-4-15,-12 2 32,-17 0-32</inkml:trace>
  <inkml:trace contextRef="#ctx0" brushRef="#br3" timeOffset="-186832.58">3257 7223 0,'0'0'0,"0"0"0,0 0 0,0 2 16,0-2-16,7 7 15,4 1 1</inkml:trace>
  <inkml:trace contextRef="#ctx0" brushRef="#br3" timeOffset="-180232.93">827 4398 0,'0'0'0,"0"0"15,0 0-15,0 0 16,-2 1 0,2-1-16,0 0 15,-1 16-15,1 2 16,0 4-16,0 3 15,-1 2-15,-1 2 16,-1 2-16,-1 3 16,1-1-16,0 0 15,0-2-15,1-3 16,-1-3-16,1-5 16,-1-5-1,2-5-15,0-3 16,1-7-16,0 0 15,0 0-15,0 0 16,0 0-16,6-22 16,1-5-16,2 0 15,3-1-15,2 1 16,0 4-16,0 6 16,-3 5-16,2 4 15,0 4 1,1 4-16,3 5 15,2 6-15,-3 4 16,-2 4-16,0 2 16,-3 4-16,-2 5 15,-2 3-15,0 1 16,-2-1-16,-1-1 16,0 0-1,-2 0-15,-2 1 16,-2-2-16,-1 1 15,-1-3-15,0-2 16,-1-4-16,1-3 16,0-4-16,1-1 15,1-6-15,2-9 16</inkml:trace>
  <inkml:trace contextRef="#ctx0" brushRef="#br3" timeOffset="-179865.76">1283 4758 0,'0'0'0,"0"0"0,0 0 0,0 0 16,-3-2-16,3 2 16,0 0-16,0 0 15,0 0 1,29-8-16,3 0 15,6 0-15,3-1 16,2 0-16,0 1 16,-2 1-16,0 2 15,-3 2-15,-4 1 16,-4 2-16,-5 2 16</inkml:trace>
  <inkml:trace contextRef="#ctx0" brushRef="#br3" timeOffset="-179582.65">1352 5058 0,'0'0'0,"0"0"0,0 0 15,0 0-15,0 2 16,0-2-16,0 0 16,7 7-16,4-2 15,11-2-15,11-6 16,9-5-16,3-3 16,2-2-1,0-1-15,0 1 16,-2 0-16</inkml:trace>
  <inkml:trace contextRef="#ctx0" brushRef="#br3" timeOffset="-176298.42">2116 4418 0,'0'0'0,"0"0"0,0 0 0,0 0 16,0 0-16,0 0 16,0 4-16,0-4 15,0 13-15,0 4 16,0 10-16,-2 4 15,-4 4 1,-3 6-16,-1 0 0,-1 3 16,1-1-1,0-3-15,1-1 16,1-5-16,1-3 16,1-5-16,1-3 15,0-4-15,1-1 16,1-5-16,2-1 31</inkml:trace>
  <inkml:trace contextRef="#ctx0" brushRef="#br3" timeOffset="-175216.07">2102 4356 0,'0'0'0,"0"0"16,0 0-16,1 1 15,-1-1-15,0 0 16,19-4-16,2-2 16,7-1-1,6-2-15,3-1 16,1 1-16,-3 3 16,0 0-16,-5 5 15,-4 2-15,-3 5 16,-6 1-16,-4 4 15,-4 6-15,-6 4 16,-6 5-16,-8 4 16,-11 3-1,-6 1-15,-8 1 16,-3-4-16,1-4 16,1-5-16,4-5 15,6-4-15,5-5 16,7-3-16,6-1 15,9-4-15,-12 4 16,12-4 0,0 0-16,0 0 15,0 0-15,0 0 16,0 0-16,-1 13 16,9 1-16,4 2 15,4 5-15,3 6 16,0 0-16,1 0 15,-3 0-15,-2-4 16,-3-1-16,0-1 16,-3-3-1,0-3-15,-2 0 16,2-3-16,2 2 16,4-5-16</inkml:trace>
  <inkml:trace contextRef="#ctx0" brushRef="#br3" timeOffset="-174766.04">2572 4806 0,'0'0'0,"0"0"0,0-2 15,0 2-15,0 0 16,0 0-16,0 0 15,12-13-15,0 2 16,6-5-16,-1 1 16,3-3-16,1-3 15,-3-3 1,-5 1-16,-8 1 16,-5 1-16,-5 4 15,-6 5-15,-8 6 16,-9 9-16,-8 7 15,-3 8-15,6 3 16,6 5-16,5 3 16,4 4-16,6 6 15,4 2 1,7-1-16,3-3 16,6-1-16,3-2 15,7-1-15,3-5 16,7-1-16,3-5 15,4-5-15,0-8 16,6-7-16,-2-13 16,-4-5-16,-1-6 15</inkml:trace>
  <inkml:trace contextRef="#ctx0" brushRef="#br3" timeOffset="-174416.01">2961 4469 0,'0'0'0,"0"0"16,0 0-16,0 4 16,-1 5-16,-1 17 15,1 15-15,-5 13 16,-5 6-16,-8 6 15,-1-1-15,3-8 16,2-11-16,1-3 31,8-4-15,8-8-16,3-10 16,6-12-16,4-6 15,12-6-15,7-5 16,2-7-16,0-6 15,3 2-15,3-3 16,3-5-16</inkml:trace>
  <inkml:trace contextRef="#ctx0" brushRef="#br3" timeOffset="-173983.11">3231 4543 0,'0'0'0,"0"1"16,0-1-16,0 11 15,0 7 1,0 12-16,0 8 16,0 6-16,0-4 15,2 2-15,1-8 16,3-10-16,0 1 15,4-4-15,6-3 16,2-4-16,5-4 16,-3-5-1,-2-1-15,-1-8 16,3-12-16,3-16 16,1-10-16,1-9 15,-4 1-15,-1 2 16,-1 1-16,-6 3 15,-3 5-15,-4 11 16,-4 8-16,-1 14 31,-1 6-31,0 0 16,-13 22 0,6 3-16</inkml:trace>
  <inkml:trace contextRef="#ctx0" brushRef="#br3" timeOffset="-173549.75">4016 4101 0,'0'0'0,"0"0"15,-1 2 1,-3 7-16,-6 15 16,-9 19-16,-1 7 15,-6 9-15,0 7 16,-1 3-16,1 8 15,5-7-15,-3 34 32,10-3-32,4-20 15,3-16-15,7-34 16,5-4 0,8 2-16,8 1 15,10-5-15,10 0 16,5-13-16,5-18 15,8-3-15,0-15 16</inkml:trace>
  <inkml:trace contextRef="#ctx0" brushRef="#br3" timeOffset="-172732.86">4292 4406 0,'0'0'0,"0"-2"15,0 2-15,0 0 16,0 0-16,6-7 15,3-1-15,3-3 16,4 1-16,-2 4 16,1 2-16,2 3 15,2 5-15,-1 4 16,-4 1-16,-5 7 16,-7 8-1,-8 11-15,-7 7 16,-9 6-16,-9 1 15,-8 1-15,-9 8 32,6-15-32,8-9 15,10-12-15,11-9 16,5-5 0,8-8-16,-8 7 15,8-7-15,0 0 16,0 0-16,12-12 15,8 2-15,12 0 16,4 0-16,-2 1 16,-5 2-16,-4 0 15,-5 1-15,0 2 16,-1-1-16,3 2 16,-1 1-16</inkml:trace>
  <inkml:trace contextRef="#ctx0" brushRef="#br3" timeOffset="-172132.48">4606 4479 0,'0'0'0,"0"0"15,0 0-15,3-1 16,-3 1-16,23 4 16,1 8-16,0 7 15,-2 6-15,-7 7 16,-3 6-16,-8-1 16,-4 0-1,-4-5-15,-12 8 31,2-2-31,2-8 16,6-15-16,6-15 16,0 0-16,0 0 15,14-22-15,8-16 16,6-8-16,0-2 16,-2 4-16,-1 0 15,-7 11 1,-3 7-16,-4 5 15,-4 9-15,-7 12 16,0 0-16,0 0 16,-3 18-16,-12 26 15,-5 5-15,0-6 16,3-2-16,0-4 16,7-8-16,4 0 15,6-4 1,5-9-16,9 2 15,14-1-15,12-15 16,16-16-16,4-3 16,-12-2-16,-3 3 15,2-8-15</inkml:trace>
  <inkml:trace contextRef="#ctx0" brushRef="#br3" timeOffset="-171866.23">5053 4219 0,'0'0'0,"0"0"0,0 0 15,10 6 1,16 8-16,17 14 15,1 14-15,3 13 16,-5 3-16,-10 27 16,-20 16-1,-25 24 1,-10-8-16,-26-30 16</inkml:trace>
  <inkml:trace contextRef="#ctx0" brushRef="#br3" timeOffset="-169265.53">1099 5576 0,'0'0'0,"0"0"0,0 0 0,0 0 0,1 4 15,0 12 1,1 12-16,-4 7 16,-1 2-16,0-2 15,-1-2-15,2-1 16,0-7-16,2-5 16,3-6-16,2-3 15,-5-11-15,16 8 16,1-15-16,4-6 15,7-10 1,-4-5-16,-2 1 16,-3-2-16,-7 4 15,-2 6-15,-4 6 16,-2 4-16,-4 9 16,0 0-16,0 0 15,10 3-15,-2 18 16,1 21-16,-3 16 15,-5 5 1,-3 11-16,-2 2 16,-1 0-16,-7 30 31,-13-9-31,1-1 16,3-23-16,9-37 15,5-13-15,-2-7 16,-4-6-1,-4-5-15,-1-10 16,2-12-16,4-10 16,5-10-16,1-6 15,7-12-15,7 2 16,2 1-16,6 11 16,4 4-16,2 5 15,-2 5-15,0 6 16,-3 9-16,-3 4 15,-1 4 1,-2 3-16,-11 1 16,17 5-16,-8 2 15</inkml:trace>
  <inkml:trace contextRef="#ctx0" brushRef="#br3" timeOffset="-168782.71">1542 5867 0,'0'0'0,"0"0"16,0 0-16,-2-2 15,2 2-15,0 0 16,0 0 0,0 0-16,26 0 15,-3 0-15,5-1 16,4-1-16,0-2 16,1 1-16,-1 2 15,-1-3-15,-3 3 16,-5-1-16,-6 2 15,-6 0-15</inkml:trace>
  <inkml:trace contextRef="#ctx0" brushRef="#br3" timeOffset="-168532.92">1523 6187 0,'0'0'0,"0"0"0,6-1 16,8-1-16,13-1 16,7-1-16,-3 0 15,0 0-15,0-4 16,0-2-16,-1 0 15,-1 0-15,-6 4 16,1 9 0</inkml:trace>
  <inkml:trace contextRef="#ctx0" brushRef="#br3" timeOffset="-167099.83">2422 5514 0,'0'0'0,"0"0"0,0 0 16,2-2-16,-2 2 16,13-10-1,2 2-15,9 2 16,3 2-16,-2 3 16,-1 3-16,-3-1 15,-4 2-15,-4 0 16,-3 3-16,-3 6 15,-1 4-15,-3 6 16,-6 4-16,-2-2 16,-2-2-1,0-2-15,-1-3 16,1 0-16,0-4 16,3-6-16,4-7 15,0 0-15,-3 7 16,3-7-16,0 0 15,23 12-15,4 2 32,10 7-32,-7 0 15,-7 3 1,-13-5-16,-9 4 16,-6 4-16,-7 3 15,-10 1-15,-13-4 16,-6-2-16,-3-4 15,1-9-15,8-2 16,3-2-16,1-4 16,5-3-1,6-4-15,5-1 16,15 4-16,-10-8 16,16-2-16,8-6 15</inkml:trace>
  <inkml:trace contextRef="#ctx0" brushRef="#br3" timeOffset="-166182.39">2909 5731 0,'0'0'0,"0"0"16,0 0-16,0 0 15,0-1-15,0 1 16,0 0 0,11-8-16,6-2 15,10-5-15,3-1 16,2-7-16,-1-10 15,-1-4-15,-2-2 16,-5-4-16,-8 5 16,-6 5-16,-5 3 15,-4 5 1,-4 6-16,0 5 16,-1 4-16,5 10 15,-7-9-15,7 9 16,-13 3-16,-1 13 15,-6 12-15,1 15 16,4 10-16,2 11 16,4 8-16,0 49 31,-1 0-15,1-4-16,0-20 15,3-46-15,1-12 16,-2-14-16,3-10 15,-1-6-15,2-2 16,3-7-16,0 0 16,0 0-16,-2-12 15,10-25 1,16-19-16,5 6 16,9 1-16,-3 9 15,4 7-15,-5 5 16,-2 10-16,-2 7 15,-4 5-15,-3 6 16,-1 8-16,0 8 16,-4 9-16,-4 5 15,-12 14 1,-2 6-16,-3-3 16,1-3-16,1-16 15,5-7-15,4-8 16,7-7-16,16-15 15,23-28-15</inkml:trace>
  <inkml:trace contextRef="#ctx0" brushRef="#br3" timeOffset="-163532.81">3800 6002 0,'0'0'0,"0"0"0,0 0 16,0 0-16,0 0 16,0 0-16,0 0 15,7 0-15,7 2 16,11 0-16,8 1 16,3 1-16,2-2 15,-2-2-15,0-2 16,-3 0-1,-4 0-15,-8 1 16,-21 1-16</inkml:trace>
  <inkml:trace contextRef="#ctx0" brushRef="#br3" timeOffset="-163332.14">3829 6225 0,'0'0'0,"0"0"15,0 0-15,0 0 16,0 0-16,3 1 16,8 3-16,12 1 15,8-4-15,3-3 16,2-3-16,2-1 16,1-1-16,0 2 15,-5 0-15,-6 1 16</inkml:trace>
  <inkml:trace contextRef="#ctx0" brushRef="#br3" timeOffset="-162699.16">4376 5993 0,'0'0'0,"0"0"0,0 0 16,0 0-16,0 0 15,0-1-15,0 1 16,22-9-16,3 1 16,5 1-16,2 3 15,-2 2-15,1 3 16,-4 4-16,-5 5 15,-3 4 1,-6 6-16,-5 7 16,-6 6-16,-6 3 15,-6 1-15,0 0 16,-1-4-16,2-4 16,1-7-16,1-6 15,3-5-15,1-2 16,3-9-16,-5 9 15,5-9 1,0 0-16,-1 7 16,1-7-16,9 11 15,2 4-15,6 5 16,4 2-16,3-1 16,-5-4-16,-3-3 31,-12 8-16,-11 6-15,-14 6 16,-4-12-16,-2-3 16,-12-5-16,-5-3 15,0-3-15,4-4 16,11-1-16,3-3 16,3-1-16,6-1 15,7-2 1,1-4-16</inkml:trace>
  <inkml:trace contextRef="#ctx0" brushRef="#br3" timeOffset="-161133.06">4882 6388 0,'0'0'0,"0"0"0,0 0 16,0 0-16,-6-9 16,6 9-16,0 0 15,0 0-15,-5-7 16,5 7-16,0 0 15,0 0-15,0 0 16,0 0 0,0 0-16</inkml:trace>
  <inkml:trace contextRef="#ctx0" brushRef="#br3" timeOffset="-160383.2">5354 6279 0,'0'0'0,"0"0"0,0 0 16,0 2-16,0 4 15,0 14-15,0 16 16,2 12-16,1 6 15,-1 1-15,0 1 16,0 1 0,0-8-16,0-6 15</inkml:trace>
  <inkml:trace contextRef="#ctx0" brushRef="#br3" timeOffset="-159882.87">5343 6284 0,'0'-2'0,"0"-8"0,1-6 16,0-22-16,0 0 16,-1 7-16,2 6 15,3 6-15,6 0 16,5 2-16,6 5 15,4 4-15,-1 7 16,0 8-16,-3 5 16,-4 10-16,-6 5 15,-8 11 1,-8 10-16,-12 5 16,-5 0-16,-5-7 15,-1-7-15,4-10 16,4-6-16,5-8 15,6-7-15,8-8 16,-9 8-16,9-8 16,0 0-16,0 0 15,0 0 1,12-1-16,4-1 16,9 3-16,2 5 15,1 5-15,-3 5 16,-3 1-16,-1 6 15,-3-3-15,0 1 16,-2-5-16,-6-5 16</inkml:trace>
  <inkml:trace contextRef="#ctx0" brushRef="#br3" timeOffset="-159232.86">5719 6576 0,'0'0'0,"1"-2"0,-1 2 16,4-6-16,0-2 15,6-9 1,4-4-16,0-3 16,2-1-16,-3 0 15,0-1-15,-4 2 16,-4 5-16,-2 2 15,-3 5-15,-3 3 16,3 9-16,-17-4 16,0 14-16,-2 5 15,4 11 1,4 0-16,2 6 16,8 6-16,1-5 15,5 4-15,7-3 16,1-8-16,0-9 15,5-1-15,2-1 16,6-8-16,-1-9 16,2-11-16,2-6 15,3-6-15,1-12 16,2-14 0,-5-8-16,-7-9 15,-3-7-15,-8-3 16,-7 13-16,-2 9 15,-5 12-15,-1 15 16,-2 9-16,-1 9 16,6 11-16,-19-4 15,3 14-15,-7 18 16,0 13 0,2 12-16,4 4 15,7 6-15,2 3 16,6-1-16,2-1 15,5 0-15,0-7 16,3-9-16,8 2 16,1-9-16,0-9 15,0-8-15</inkml:trace>
  <inkml:trace contextRef="#ctx0" brushRef="#br3" timeOffset="-158833.1">6230 6436 0,'0'0'0,"0"0"16,0 0-16,1 3 15,0 5-15,2 11 16,3 9-16,-1 5 15,2-3-15,0-5 16,-1-6-16,-1-6 16,0-6-16,-5-7 15,13 6 1,-13-6-16,24-15 16,-7-5-16,0-2 15,-3 3-15,-7 7 16,-1 5-16,-6 7 15,0 0-15,16 4 16,-1 12-16,-2 10 16,-4 4-16,-1 1 15,0 0 1,-1-1-16,-2-4 16,1-3-16,0-5 15,7-3-15,5-1 16</inkml:trace>
  <inkml:trace contextRef="#ctx0" brushRef="#br3" timeOffset="-158532.89">6781 6256 0,'0'0'0,"0"0"16,-3 4-16,-5 9 16,-7 20-16,-4 15 15,3 6 1,3 9-16,3 8 16,5 2-16,5-2 15,2-8-15,11 12 31,4-11-31,2-12 16,6-14-16,-6-29 16,11-11-16</inkml:trace>
  <inkml:trace contextRef="#ctx0" brushRef="#br3" timeOffset="-158148.33">6903 6584 0,'0'0'0,"1"-3"16,-1 3-16,5-14 16,0 1-16,8 0 15,2 4-15,6 1 16,3 8 0,-1 6-16,-1 6 15,-6 8-15,-3 5 16,-9 15-16,-4 8 15,-7 2-15,-15 3 16,0-14-16,-4 0 16,4-7-16,8-10 15,3-8-15,6-6 16,5-8-16,-3 8 16,3-8-1,17 2-15,11-3 16,8-2-16,3-2 15,1-2-15,-6 0 16,-4 1-16,-4-1 16,-6 4-16,4-1 15</inkml:trace>
  <inkml:trace contextRef="#ctx0" brushRef="#br3" timeOffset="-157916.1">7220 6663 0,'0'0'0,"0"0"15,0 0-15,2 2 16,-2-2-16,21 21 16,6 5-1,5 3-15,1-2 16,-2-3-16,-7-6 15,-3-2-15,-3-2 16</inkml:trace>
  <inkml:trace contextRef="#ctx0" brushRef="#br3" timeOffset="-157699.16">7335 6717 0,'0'0'0,"-1"2"0,1-2 16,-21 25-16,-5 14 15,-3 11-15,8-2 16,2-4-16,6-5 16,4-9-1,4-8-15,2-8 16,2-7-16,1-7 15</inkml:trace>
  <inkml:trace contextRef="#ctx0" brushRef="#br3" timeOffset="-157432.67">7505 6433 0,'0'0'0,"1"-1"0,-1 1 15,10-9-15,-2 2 16,6 0-16,11 7 16,8 7-16,8 10 15,3 7-15,-1 6 16,-4 6 0,-6 0-16,-4 5 15,-16 35 1,-23 11-1,-23 15-15</inkml:trace>
  <inkml:trace contextRef="#ctx0" brushRef="#br3" timeOffset="-151416.03">4662 7199 0,'0'0'0,"0"0"0,4 0 16,-4 0-16,24 0 15,1 0-15,7 0 16,5-1 0,5-4-16,1-4 15,3 1-15,1-3 16,0 1-16,-1 1 16,-2 0-16,2 0 15,4 2-15,-1 0 16,1 0-16,-3 0 15,3 3 1,-1 0-16,-2 1 16,-1 2-16,-4-1 15,0 2-15,-4 2 16,-4 0-16,-1 2 16,0 2-16,0 0 15,-1 2-15,-4-1 16,-1 1-16,0-1 15,-1 0-15,0 1 16,-3 0 0,1-1-16,-1 0 15,1 0-15,2 2 16,0-3-16,-1 0 16,-2-2-16,0 0 15,1-3-15,2 0 16,3-1-16,-1-1 15,1 1-15,-3 0 16,-2 0 0,4-1-16,2 1 15,3-3-15,1 3 16,-1-1-16,-1 0 16,2 0-16,3-2 15,0 2-15,0-1 16,-5 0-16,3 1 15,1-2-15,3 3 16,0-2-16,-1 0 16,0 0-1,0 1-15,-1-1 16,-4 0-16,-4 1 16,-2 0-16,-1 0 15,0 1-15,0-1 16,1 0-16,1 0 15,-2 1-15,-3 1 16,2 0 0,1 0-16,1-1 0,2 1 15,2 0 1,-1 1-16,-1 1 16,2-2-16,2 2 15,1 0-15,-1-3 16,-2 0-16,-3 0 15,1-3-15,0-2 16,-1-1-16,-1-2 16,-2 0-1,2-2-15,-1-1 16,-2 0-16,-2 0 16,-1-1-16,-2-2 15,-1-2-15,-2-1 16,-2-2-16,0-3 15,-1-6-15,-3-4 16,-3-3-16,-4 0 16,-4-3-1,-5-2-15,-5-2 16,-3-1-16,-3 0 16,0 0-16,0 1 15,-1-2-15,1 2 16,1 0-16,0 2 15,1 1-15,0 3 16,-3 0-16,-2 1 16,-4 2-1,-3 2-15,1 2 16,-2 3-16,-5 0 16,-3-1-16,-5-2 15,-2 2-15,-6 0 16,-3 2-16,2 4 15,1 1-15,3 1 16,0 3-16,2 2 16,2 2-1,-2 0-15,1 0 16,0 0-16,-1 1 16,0-1-16,0 1 15,-1 1-15,-2 1 16,-2-2-16,-5 1 15,-2 0-15,-5 1 16,0 1-16,1 2 16,-2-1-1,-1 3-15,3-1 16,-3 1-16,-1 0 16,3 0-16,-1 0 15,2 0-15,3 1 16,-1-1-16,4-2 15,3-4-15,-1-1 16,3-2-16,-2-1 16,2 0-1,0-1-15,3 2 16,-1-1-16,-1-1 16,-1 1-16,2 1 15,-2 2-15,-1 3 16,2 2-16,2 2 15,2-1-15,-3 2 16,0-1-16,1 0 16,2 1-16,-1 1 15,-2 2 1,0 0-16,0 2 16,0 1-16,0 1 15,3 1-15,5 1 16,1 0-16,1 2 15,-1 1-15,1 1 16,2 3-16,-1 3 16,3 0-1,5 0-15,3-1 16,5-1-16,1 0 16,4 0-16,1 2 15,3 0-15,1 4 16,3 2-16,1 6 15,2 4-15,3 4 16,1 3-16,2 1 16,1 2-1,2 1-15,-2 1 16,1-1-16,-1-1 16,1 1-16,0 1 15,-1 1-15,1 1 16,-1-2-16,1 0 15,0 1-15,0 1 16,0 1-16,1-1 16,2-2-16,3 1 15,2-1 1,1-2-16,0-1 16,-1-1-16,-1-3 15,3 3-15,0-6 16,0 0-16,0-1 15,1-1-15,-2-1 16,-1-4 0,0-2-16,-1-2 0,1-3 15,0 0 1,3-1-16,2-2 16,2-2-16,1-2 15,2-1-15,2-2 16,-1-1-16,0-3 15,1-2-15,-1-2 16,-1-1-16,-2 0 16,0 0-16,-1 0 15,0 0 1,-2 0-16,-1-1 16,-1-2-16,2-2 15,-3 1-15,0-1 16,-1-1-16,2-4 15,2 0-15,1-2 16,0 1-16</inkml:trace>
  <inkml:trace contextRef="#ctx0" brushRef="#br3" timeOffset="-144448.91">8863 7288 0,'0'0'0,"0"0"0,0 0 15,0 0-15,-5-2 16,5 2-16,-11-6 16,11 6-16,-20-11 15,6 6-15,0 0 16,-2 1-16,-1 3 15,0 2-15,0 1 16,-2 1-16,1 5 16,0 3-1,2 7-15,2 1 16,0 6-16,5 0 16,3 4-16,5 5 15,5-1-15,4-3 16,4 0-16,6-1 15,1-4-15,2-2 16,-1-6-16,11-5 31,8-5-15,3-4-16,-2-10 16,-14-5-16,-3-6 15,-2-6-15,-2-3 16,-5-2-16,-3-1 15,-3 3-15,-3-1 16,-4-1-16,-3 2 16,-4 3-1,-1 4-15,-6 4 16,-8 1-16,-15 7 16,-11 8-16,-13 9 15,-9 12-15,-4-5 16</inkml:trace>
  <inkml:trace contextRef="#ctx0" brushRef="#br3" timeOffset="-140266.4">9665 7288 0,'0'0'0,"0"0"0,0 0 16,0 0-16,4 0 16,-4 0-16,12 1 15,4-1-15,5 2 16,5 0-1,4-1-15,2 2 16,2-3-16,-5-3 16,0 0-16,-1 1 15,-4-1-15,0 2 16,-7-1-16,-3 2 16,-3-1-16,-11 1 15,13 0-15,-13 0 16,0 0-1,0 0-15,0 0 16,5 12-16,-7-3 16,-1 2-16,-3 2 15,-2 1-15,-3 1 16,-2 0-16,0 1 16,-2 0-16,1 0 15,-1 1-15,-3 2 16,-5 4-16,-3 2 15,-4 0 1,2-1-16,1-2 16,4-3-16,3-1 15,3-2-15,4-3 16,3-1-16,3-3 16,3-2-16,4-7 15,-5 6-15,5-6 16,0 0-1,0 0-15,0 0 0,17 6 16,-3-5 0,0-1-16,4-1 15,3 1-15,2 0 16,-1 0-16,-3-2 16,-1 0-16,-6 0 15,1 1-15,-13 1 16,16-2-1,-16 2-15,11-1 16,-11 1-16,0 0 16,10-2-16,-10 2 15,0 0-15,0 0 16,0 0-16,0 0 16,9-1-16,-9 1 15,0 0-15,0 0 16,14 0-16,-14 0 15,12 1 1,-12-1-16,17 4 16,-17-4-16,12 6 15,-12-6-15</inkml:trace>
  <inkml:trace contextRef="#ctx0" brushRef="#br3" timeOffset="-139432.77">10482 7266 0,'0'0'0,"0"0"0,0 0 0,0 0 0,0 0 16,0 0 0,-2 2-16,-4 5 15,-6 6-15,-8 7 16,-6 4-16,-6 2 16,-4-1-16,-5 3 15,-4-3-15,3-3 16,2-3-16,10-3 15,6-2 1,7 2-16,4-2 16,5-4-16,3-4 15,5-6-15,-2 10 16,2-10-16,17 13 16,5-2-16,10 2 15,4-3-15,-2-1 16,-7 0-1,-3 0-15,4 4 0,-1 7 16,-3 1 0,-5-3-16,-5-4 15,1 2-15,0-1 16,-3 1-16,-3-4 16,-3-3-16,-2-3 15,-4-6-15,7 10 16</inkml:trace>
  <inkml:trace contextRef="#ctx0" brushRef="#br3" timeOffset="-138899.08">10681 7480 0,'0'0'0,"0"0"16,0 0-16,0 0 16,-5 0-16,-6 1 15,-8 3-15,-2 4 16,0 0-16,3 4 15,0 1 1,1 5-16,3 4 16,4 0-16,4 2 15,6 4-15,7 2 16,4-3-16,4-2 16,2-6-16,5-4 15,-1-5-15,4-9 16,3-10-16,1-5 15,3-10-15,-4-5 16,1-2-16,-8-1 16,-7 0-1,-7-1-15,-7 4 16,-5-1-16,-9 2 16,-13-3-16,-11 2 15,-22 5-15,-9 2 16,-5 11-16,4 6 15,6 7-15,8 5 16,4 6 0</inkml:trace>
  <inkml:trace contextRef="#ctx0" brushRef="#br3" timeOffset="-137199.55">8644 8087 0,'0'0'16,"0"0"-16,0 0 15,0 0-15,0 0 16,0 0-16,2 2 16,-2-2-16,26 2 15,1-2-15,5-4 16,0-2-16,1-1 15,1-1-15,-5 1 16,-3 0-16,-6 2 16,-5 1-1,-3 1-15,-12 3 16,17-3-16,-17 3 16,11 1-16,-11-1 15,0 0-15,0 0 16,11 8-16,-11-8 15,3 8-15,-3 0 16,-3 6-16,-2 3 16,-4 6-1,-4 2-15,-2 6 16,-4 2-16,-1-2 16,-2-1-16,3-5 15,1-3-15,6-4 16,1-6-16,4-2 15,1-2-15,6-8 16,-7 8-16,7-8 16,0 0-16,-5 8 15,5-8 1,0 0-16,0 0 16,-3 10-16,3-10 15,8 11-15,3-2 16,8 0-16,9-2 15,6-4-15,-1-3 16,-1-2-16,-3-1 16,-2 0-16,-6-1 15,-4 2 1,-5 1-16,-12 1 16,11-3-16,-11 3 15</inkml:trace>
  <inkml:trace contextRef="#ctx0" brushRef="#br3" timeOffset="-136349.77">9643 7979 0,'0'0'0,"1"2"0,-1-2 16,0 0-1,0 0-15,0 0 16,13 10-16,-2-1 16,4 1-16,5 0 15,5 2-15,4-2 16,4 0-16,-3-1 15,-3-1-15,-4-1 16,-2 0-16,-1-1 16,-3 1-1,-3 1-15,-2-1 16,-4 1-16,-1-2 16,-7-6-16,10 10 15,-10-10-15,5 9 16,-5-9-16,-1 14 15,-4-1-15,-6 2 16,-3 2-16,-8 3 16,-5 1-16,-8 2 15,-3-2 1,1-1-16,1-1 16,3-1-16,-1 0 15,5-3-15,3-1 16,5-2-16,7-3 15,3-3-15,11-6 16,-11 7-16,11-7 16,0 0-1,0 0-15,0 0 16,0 0-16</inkml:trace>
  <inkml:trace contextRef="#ctx0" brushRef="#br3" timeOffset="-135866.31">10083 8284 0,'0'0'0,"0"0"0,0 0 15,0-2-15,0 2 16,0 0 0,0 0-16,0 0 15,0 0-15,0 0 16,0 0-16,-11 2 15,-5 7-15,-4 3 16,-3 3-16,-4 3 16,3 1-16,1-1 15,4-1-15,1 0 16,2 0 0,-2 0-16,1 0 15,1-2-15,5-2 16,1-5-16,10-8 15,-12 9-15,12-9 16,-10 5-16,10-5 16,0 0-16,0 0 15,-10 7 17</inkml:trace>
  <inkml:trace contextRef="#ctx0" brushRef="#br3" timeOffset="-135083.04">10369 8256 0,'0'0'0,"0"0"0,0 0 15,0-2-15,0 2 16,0 0-16,0 0 16,-11-8-1,11 8-15,-10-4 16,10 4-16,-12-1 15,12 1-15,-14 3 16,14-3-16,-17 9 16,8-1-16,-2 6 15,-2 4-15,4 6 16,2 0 0,5 1-16,3 1 15,2 0-15,2-3 16,1-5-16,0-4 15,3-2-15,1-3 16,6 1-16,6 0 16,3-4-16,1-4 15,-3-5-15,-2-3 16,-2-2 0,1-5-16,5-5 15,1-6-15,-4 0 16,-6 1-16,-2 0 15,-4 0-15,-3-2 16,-4 4-16,-4 0 16,-12 0-1,-16-2 1,-23 2 0,-9 3-16,8 12 15,-9 5-15,0 7 16</inkml:trace>
  <inkml:trace contextRef="#ctx0" brushRef="#br3" timeOffset="-128182.65">7409 6554 0,'0'0'0,"0"0"0,-1-2 0,1 2 15,0 0-15,0 0 16,0 0-16,0 0 15,0 0-15,-11-1 16,11 1-16,-20 17 16,5 2-16,-2 5 15,0 6-15,-1 5 16,-1 3-16,3-3 16,1-2-1,2 3-15,1-3 16</inkml:trace>
  <inkml:trace contextRef="#ctx0" brushRef="#br3" timeOffset="-126415.83">1773 7393 0,'0'0'0,"0"0"0,0 0 16,0 0-16,5 4 16,4 4-16,10 7 15,11 5-15,8 4 16,4 1-16,-1-1 16,-2-1-16,-1 0 15,-4-4 1,2 0-16,-4-4 15,1-1-15,-6-7 16</inkml:trace>
  <inkml:trace contextRef="#ctx0" brushRef="#br3" timeOffset="-126149.33">2059 7326 0,'0'0'0,"0"0"16,-2 0-16,2 0 16,0 0-16,-12 2 15,2 6-15,-10 21 16,-9 15-16,0 9 16,5-4-16,2 0 15,4-5-15,2-5 16,3-4-1,3-3-15,4-3 16,2-7-16,2-12 16</inkml:trace>
  <inkml:trace contextRef="#ctx0" brushRef="#br3" timeOffset="-125799.47">2229 7507 0,'0'0'0,"0"0"0,0 0 15,0 0-15,0 0 16,4 0-16,-4 0 16,24 8-16,-2-2 15,4 0-15,4-2 16,0-1-16,1-1 16,-1-2-16,-3-2 15,0 0 1,-3-1-16,-4 1 15,-7 2-15</inkml:trace>
  <inkml:trace contextRef="#ctx0" brushRef="#br3" timeOffset="-125566.09">2285 7757 0,'0'0'0,"0"0"0,0 0 0,0 0 16,0 0-16,0 0 15,0 0-15,6 1 16,7 1-16,7 0 16,9 0-16,1-2 15,4-2-15,3-3 16,2-5-1,-12 4-15</inkml:trace>
  <inkml:trace contextRef="#ctx0" brushRef="#br3" timeOffset="-125316.54">2646 7374 0,'0'0'0,"0"0"0,0 0 16,-2 0-16,2 0 16,0 0-16,-4 12 15,-1 9-15,3 18 16,1 12-16,0 14 16,0 7-16,0 8 15,0-1-15,1-3 16</inkml:trace>
  <inkml:trace contextRef="#ctx0" brushRef="#br3" timeOffset="-122116.58">10177 8783 0,'0'0'0,"0"0"16,0 0-16,0 2 16,0-2-16,0 0 15,0 0 1,0 0-16,0 0 16,0 0-16,0 0 15,0 0-15,0 0 16,0 0-16,0 0 15,0 0-15,0 0 16,0 0-16,-4 8 16,4-8-16,0 0 15,-16 3 1,16-3-16</inkml:trace>
  <inkml:trace contextRef="#ctx0" brushRef="#br3" timeOffset="-119550.23">8206 6332 0,'0'0'0,"3"-1"0,-3 1 16,14-12-16,0 1 16,5-3-1,8 2-15,4 2 16,-1 3-16,-2 4 15,-3 3-15,-3 1 16,-3 4-16,-4 3 16,-3 2-16,-4 3 15,-7 7-15,-7 3 16,-7 4-16,-3 1 16,-2 1-1,-1-2-15,1 2 16,1-4-16,4-6 15,3-4-15,4-5 16,1-2-16,5-8 16,-4 11-16,4-11 15,10 11-15,4 1 16,12 5-16,9 2 16,6 4-1,-1-1-15,-5-1 16,-10 6-16,-7-2 15,-3-2-15,-7-8 16,-4-3-16,-6 1 16,-8 1-16,-3 1 15,-12 1-15,-5-5 16,-1-4-16,1-2 16,6-2-1,0-2-15,5 1 16,5-1-16,3-1 15,11 0-15,-12-1 16,12 1-16</inkml:trace>
  <inkml:trace contextRef="#ctx0" brushRef="#br3" timeOffset="-119366.08">8651 6725 0,'0'0'0,"0"0"16,0 0-16,0 0 15,1 2-15,-1-2 16,-1 9-16,1-9 16</inkml:trace>
  <inkml:trace contextRef="#ctx0" brushRef="#br3" timeOffset="-118933.31">8827 6473 0,'0'0'0,"0"0"15,1-1-15,-1 1 16,12 0-16,7 2 16,7 6-16,-1 6 15,-3 3-15,-6 3 16,-4 1-16,-11 14 31,-8 9-15,-4 11-16,-5-2 15,4-19-15,0-5 16,1-11-16,3-7 16,3-3-16,5-8 15,-4 9-15,4-9 16,16 7-16,6-5 16,9-3-16,7-1 15,5-2 1,-1-2-16,-4-7 15,-1-10-15,-3-2 16</inkml:trace>
  <inkml:trace contextRef="#ctx0" brushRef="#br3" timeOffset="-118699.7">9247 6686 0,'0'0'0,"0"0"16,0 0-16,0 0 15,0 0-15,0 0 16,2 0-16,-2 0 16,22 2-16,1-1 15,1 1-15,3 0 16,-1-1-16,-6 0 16,-3-1-16,-3 0 15,-14 0-15</inkml:trace>
  <inkml:trace contextRef="#ctx0" brushRef="#br3" timeOffset="-118517.02">9196 6866 0,'0'0'0,"0"0"16,0 0-16,0 0 15,0 3 1,0-3-16,18 8 15,10-6-15,9-1 16,5-4-16,3 0 16,-1 1-16,-2-1 15,-1-2-15</inkml:trace>
  <inkml:trace contextRef="#ctx0" brushRef="#br3" timeOffset="-117966.27">9965 6382 0,'0'0'0,"0"0"0,0 0 15,0 0 1,-7 3-16,-6 4 15,-11 7-15,-3 8 16,1 6-16,-2 7 16,-1 4-16,2 5 15,0 7-15,6 27 32,1 9-32,10-7 15,9-16 1,5-24-16,4-10 15,0-11-15,5-9 16,4-7-16,8-5 16,4-6-16,-4-9 15,0-11-15,-7-6 16,-2 2-16,-7-2 16,-6 4-16,-11-2 15,-8-1-15,-5 1 16,-10 7-1,-3 4-15,-6 6 16,-3 6-16,6 5 16,3 8-16,6 1 15,5 4-15,0 3 16,9 1-16,4-1 16,5-3-16,10 4 15</inkml:trace>
  <inkml:trace contextRef="#ctx0" brushRef="#br3" timeOffset="-117516.45">10159 6130 0,'0'0'0,"-1"-2"15,1 2-15,-10-12 16,-10-2-16,-16 0 16,-8 2-16,-8 4 15,-4 6-15,3 4 16,0 6-1,2 4-15,3 8 16,-1 9-16,2 7 16,5 11-16,8 5 15,0 5-15,8 11 16,5 0-16,5 6 16,8-3-16,13 17 31,5 11-31,13-10 15,6-14 1,-3-23-16,15-12 16,17-5-16,-5-2 15</inkml:trace>
  <inkml:trace contextRef="#ctx0" brushRef="#br3" timeOffset="-117050.2">10396 6947 0,'10'-13'0,"3"-16"0,2-5 16,10-43-16,-17 10 16,-7-7-16,-9 2 15,-14 6-15,-4 6 16,-12 4-16,-4 5 16,-6 4-16,-8 5 15,-4 5-15,1 8 16,-2 5-1,8 5-15,7 5 16,7 5-16,10 2 16,8 4-16,5 0 15,4 3-15,12 0 16,-12 0-16,12 0 16,0 0-16,0 0 15,0 0-15,-10 2 16,10-2-1,0 0-15,0 0 16,0 0-16,0 0 16,0 0-16,0 0 15,0 0-15,0 0 16,0 0-16,0 0 16,0 0-1,0 0-15,0 0 0,-11 1 16,-1-4-16</inkml:trace>
  <inkml:trace contextRef="#ctx0" brushRef="#br3" timeOffset="-116133.14">10202 5798 0,'0'0'0,"0"1"0,0-1 15,0 0-15,0 17 16,2 6 0,3 5-16,2 4 15,1-2-15,-1-1 16,1 1-16,-2-5 16,1 0-16,0 0 15,-1-2-15,0-1 16,-2-2-16,2-3 15,0-1 1,-2-5-16,3-4 16,4-3-16,13-7 15,26-13-15,21-15 16,5-6-16,1-4 16,-4-1-16,-6 0 15,-8 3-15,-4 3 16,-8 5-16,-6 3 15,-2 3-15,-7 4 16,0 2 0,-8 6-16,-5 4 15,-5 2-15,-4 2 16,-10 5-16,15-7 16,-15 7-16,9-4 15,-9 4-15,0 0 16,0 0-16,0 0 15,10-4-15,-10 4 16,0 0 0,0 0-16,0 0 15,0 0-15,0 0 16,0 0-16,0 0 16,0 0-16,0 0 15,0 0-15,0 0 16,0 0-16,0 0 15,0 0 1,0 0-16,0 0 16,0 0-16,1-6 15,-1 6-15,-2-12 16</inkml:trace>
  <inkml:trace contextRef="#ctx0" brushRef="#br3" timeOffset="-112733.58">3723 7437 0,'0'0'0,"0"0"16,0 0-16,0 0 15,0 0-15,0 0 16,0 0 0,0 0-16,1 3 15,6 4-15,5 6 16,6 6-16,3 1 15,3 2-15,1 1 16,2 1-16,-1-1 16,0-1-16,-3-4 15,-4-4-15,-6-4 32</inkml:trace>
  <inkml:trace contextRef="#ctx0" brushRef="#br3" timeOffset="-112500.35">3938 7363 0,'0'0'0,"0"0"0,0 0 16,-3 1 0,3-1-16,-5 9 15,-3 6-15,-7 16 16,-3 19-16,2 7 15,1-4-15,3-1 16,2-5-16,3-4 16,5-4-16,1-10 15</inkml:trace>
  <inkml:trace contextRef="#ctx0" brushRef="#br3" timeOffset="-112266.12">4120 7585 0,'0'0'0,"0"0"0,0 0 16,0 0-16,0 0 16,6 3-16,5 2 15,7 4 1,7-2-16,4-4 15,0-3-15,1-3 16,-6-1-16,-5 1 16,-6 1-16,-13 2 15</inkml:trace>
  <inkml:trace contextRef="#ctx0" brushRef="#br3" timeOffset="-112066.58">4177 7788 0,'0'0'0,"0"0"16,0 0-16,0 0 15,0 0-15,6 5 16,8 3 0,18 2-16,7-5 15,1-1-15,-9-3 16,0-7-16</inkml:trace>
  <inkml:trace contextRef="#ctx0" brushRef="#br3" timeOffset="-111882.79">4508 7737 0,'0'0'0,"0"0"0,0 0 15,0 0-15,2-2 16,-2 2-16,25-5 16,-4 2-16,0 1 15,-1-1-15</inkml:trace>
  <inkml:trace contextRef="#ctx0" brushRef="#br3" timeOffset="-111649.77">4757 7461 0,'0'0'0,"0"0"0,0 0 15,0 0-15,0 1 16,0 6-16,0 9 16,0 12-16,1 4 15,1 9 1,-1 4-16,1 2 15,-1-4-15,0-8 16,0-2-16,-1-6 16</inkml:trace>
  <inkml:trace contextRef="#ctx0" brushRef="#br3" timeOffset="-106783.45">10146 7920 0,'0'0'0,"0"0"0,0 0 15,0 0 1,0 0-16,0 0 31,0 2-31,0-2 16,0 0-16,0 0 15,0 0-15,0 7 16,0-7-16,0 0 16,11 9-1,-2-2-15,7 0 16,5 1-16,1-2 16,4-1-16,0 1 15,3 0-15,-2-1 16,2 1-16,-1-2 15,2-1-15,0-1 16,0-1-16,0 1 16,-1 0-1,-1-1-15,-1-1 16,-3 0-16,0-1 16,-3 1-16,-1 0 15,-1 0-15,-2 0 16,0 0-16,-2 0 15,0 0-15,-4-1 16,-1 0 0,-10 1-16,12-2 15,-12 2-15,0 0 16,10-2-16,-10 2 16,0 0-16,0 0 15,0 0-15,0 0 16,0 0-16,0 0 15,0 0-15,0 0 16,0 0-16,0 0 16,0 0-1,0 0-15,0 0 16,0 0-16,0 0 16,0 0-16,0 0 15,0 0-15,0 0 16,0 0-16,0 0 15,0 0-15,0 0 16,0 0-16,0 0 16,0 0-1,0 0-15,0 0 16,0 0-16,0 0 16,0 0-16,0 0 15,0 0-15,0 0 16,0 0-16,0 0 15,0 0-15,0 0 16,-7-9-16,-26-33 16</inkml:trace>
  <inkml:trace contextRef="#ctx0" brushRef="#br3" timeOffset="-106232.72">8874 7844 0,'0'0'0,"0"0"15,0 0 1,0 0-16,0-2 16</inkml:trace>
  <inkml:trace contextRef="#ctx0" brushRef="#br3" timeOffset="-103216.77">5784 7412 0,'0'0'0,"0"0"0,0 0 0,0 0 16,0 0-16,0 3 15,2 4-15,1 10 16,2 12-16,1 4 16,0 1-16,1-3 15,2-4 1,4-3-16,1-4 15,3-6-15,1-3 16,1-5-16,2-4 16,0-6-16,-2-5 15,-1-3-15,-3-3 16,-1-3-16,-4 0 16,-2 2-16,-3 1 15,-2 3 1,-1 4-16,-2 8 15,2-9-15,-2 9 16,0 0-16,0 0 16,0 0-16,0 0 15,0 0-15,0 0 16,0 0-16,0 0 16,0 0-16,0 0 15,0 0-15,0 0 16,0 0-1,0 0-15,0 0 16,-1-7-16,1 7 16,-6-8-16,6 8 15,-7-9-15,7 9 16,0 0-16,-5-8 16,5 8-16,0 0 15,0 0 1,-5 19-16,4 13 15,1 9-15,0 10 16,1 7-16,0 25 31,-18 4-31,-2-16 16,-2-15-16,9-28 16,-2-9-16,-9 2 15,-4-2-15,-6-5 16,-2-4-1,8-8-15,3-6 16,5-2-16,6-1 16,5-4-16,4-8 15,9-11-15,9-7 16,18-10-16,0 3 16,10-5-16,-1 5 15</inkml:trace>
  <inkml:trace contextRef="#ctx0" brushRef="#br3" timeOffset="-102716.58">6351 7656 0,'0'0'0,"0"0"16,0 0-16,0 0 15,9-3-15,8-2 16,11-1-16,2 2 16,3-1-16,1 1 15,0 0-15,-4 0 16,-8 2-16,-11-3 16</inkml:trace>
  <inkml:trace contextRef="#ctx0" brushRef="#br3" timeOffset="-102516.1">6314 7880 0,'0'0'0,"0"0"0,0 0 15,7 0-15,9 2 16,14 0-16,9-6 15,1-2 1,5-3-16,3 0 16,-4 0-16,6-6 15</inkml:trace>
  <inkml:trace contextRef="#ctx0" brushRef="#br3" timeOffset="-102033.18">6969 7558 0,'0'0'0,"0"0"0,0 0 0,0 0 0,-3-2 16,3 2-16,0 0 15,0 0-15,-15 4 16,4 0-16,-2 6 15,-2 4 1,2 4-16,0 6 16,2 6-16,5 9 15,2 4-15,6 1 16,6-2-16,4-3 16,3-5-16,2-6 15,3-4-15,0-6 16,2-3-16,-2-10 15,5-9 1,2-9-16,0-15 16,-1-8-16,-5-10 15,-8-9-15,-6 1 16,-12 1-16,-3 7 16,-5 3-16,-6 7 15,-3 4-15,-7 4 16,-11 7-1,-21 9-15,-29 22 16,-30 23-16</inkml:trace>
  <inkml:trace contextRef="#ctx0" brushRef="#br3" timeOffset="-94466.52">6420 8241 0,'0'0'0,"0"0"0,0 0 0,0 0 15,0 0-15,0 0 16,0 0-16,4 5 16,3 5-16,7 6 15,7 5-15,6 6 16,5 5-16,3-1 16,2 1-16,3-2 15,3-2-15,1-4 16,0-7-1,1-2-15,-4-5 16,-5 0-16,-5-1 16,-4-4-16,-5 0 15,-4-2-15,-3-1 16,-5-2-16,-10 0 16,12-2-16,-12 2 15,8-11 1,-6 5-16,-2-2 15,-3-3-15,-5-2 16,-3-2-16,-1 0 16,-1 2-16,4 3 15,2 3-15,7 7 16,-8-8-16,8 8 16,0 0-16,0 0 15,7 16-15,3 0 16,5 2-16,0 0 15,0-1-15,0-1 16,-2-1 0,-3-2-16,-3-1 15,-4 0-15,-4 0 16,-5 1-16,-7 5 16,-15 4-16</inkml:trace>
  <inkml:trace contextRef="#ctx0" brushRef="#br3" timeOffset="-94132.95">7112 8479 0,'0'0'0,"2"-3"0,-2 3 16,0 0-16,11-3 16,-11 3-16,16 6 15,-6-2-15,1 1 16,0 0-16,-1 0 16,-10-5-16,16 9 15,-16-9-15,17 8 16,-17-8-1,18 10-15,-6-5 16,5 0-16,3-1 16,2 0-16,-4-4 15,-3-1-15</inkml:trace>
  <inkml:trace contextRef="#ctx0" brushRef="#br3" timeOffset="-93616.74">7543 8314 0,'0'0'0,"0"0"0,0 0 16,0 0-16,0 0 15,-1 6-15,-3 8 16,-5 14-16,-4 7 15,-3 3 1,1 2-16,-2 2 16,3 4-16,6-2 15,4 20 1,3-1 0,5-6-16,5-9 15,0-28-15,4-5 16,3-3-16,2-5 15,-1-2-15,-1-5 16,-2-3 0,-5-7-16,-2-4 15,-1-5-15,-3-4 16,-2 6-16,-1 3 16,-7 2-16,-10 1 15,-4-2-15,-6 2 16,4 4-16,4 2 15,2 4-15,3 2 16,3 3-16,11-4 16,-13 11-1,10-4-15,8 7 16,8 0-16,3 0 16</inkml:trace>
  <inkml:trace contextRef="#ctx0" brushRef="#br3" timeOffset="-92233.56">8070 8201 0,'2'-2'0,"1"-5"0,1-2 16,4-9-16,-3-12 16,-2-9-16,-2 0 15,-3 0-15,-7 4 16,-3-2-16,-4 1 15,-2 1-15,-4 1 16,-2 2 0,-4 2-16,-2 1 15,-2 2-15,-3 3 16,-4 5-16,-4 1 16,-2 4-16,-1 5 15,-2 1-15,0 4 16,-1 3-16,5 2 15,5 1-15,3 1 16,3 2-16,3 0 16,5 1-1,2-1-15,6-1 16,4 0-16,2-1 16,11-3-16,-13 4 15,13-4-15,0 0 16,0 0-16,-10 5 15,10-5-15,0 0 16,2-7 0,5-11-16,7-9 15,7-5-15,3-1 16,-1 1-16,1 2 16,-4 4-16,-1 4 15,-5 3-15,-3 4 16,-2 5-16,-4 3 15,-5 7-15,5-6 16,-5 6 0,0 0-16,0 0 15,-12 16-15,-5 9 16,-4 6-16,-2 1 16,2-2-16,1-1 15,0-1-15,3-6 16,4-2-1,3-5-15,2-4 16,1 0-16,1-2 16,4 1-16,3 3 15,7 1-15,4 1 16,9 5-16,8 2 16,3 2-16,-1-3 15,13 4 1,2-1-1,-4-6-15,-10-5 16,-16-6-16,-16-7 16,15 6-1,-15-6-15,0 0 16,10 3-16,-10-3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40:27.628"/>
    </inkml:context>
    <inkml:brush xml:id="br0">
      <inkml:brushProperty name="width" value="0.05292" units="cm"/>
      <inkml:brushProperty name="height" value="0.05292" units="cm"/>
      <inkml:brushProperty name="color" value="#FFC000"/>
    </inkml:brush>
  </inkml:definitions>
  <inkml:trace contextRef="#ctx0" brushRef="#br0">7068 2296 0,'0'0'0,"0"0"0,0 0 0,-3 2 15,3-2-15,0 0 16,-1 7-16,1-7 16,-1 12-16,1-2 15,1 1-15,3 2 16,2-1-16,0 1 16,0-3-1,1-1-15,0 0 16,3 0-16,4-1 15,14-4-15,19-6 16,28-17-16,17-13 16,5-15-16,1-4 15,-7-2-15,-5-5 16,-9 3-16,-10 4 16,-13 8-16,-17 15 15,-12 9 1,-11 7-16,-6 6 15,-8 6-15,14-6 16,-5 6-16,3 4 16</inkml:trace>
  <inkml:trace contextRef="#ctx0" brushRef="#br0" timeOffset="14348.91">8066 3035 0,'0'0'0,"0"0"0,0 0 16,1 3-16,0 4 15,3 7-15,2 6 16,1 5-16,2-1 16,-1-3-1,1-5-15,1-4 16,2-2-16,9-4 15,15-7-15,28-17 16,43-30-16,28-27 16,13-11-16,6-12 15,-7 4-15,-8 5 16,-24 15-16,-18 12 16,-18 12-1,-10 8-15,-1 19 16,-5 10-16,-2 8 15</inkml:trace>
  <inkml:trace contextRef="#ctx0" brushRef="#br0" timeOffset="20299.43">8069 3922 0,'0'0'0,"0"0"0,0 0 0,0 0 15,0 0-15,0 0 16,3 1 0,-3-1-16,0 0 15,0 0-15,0 0 16,3 8-16,-3-8 15,0 0-15,5 6 16,-5-6-16,0 0 16,11 6-16,6-4 15,37-18 1,77-25-16,48-42 16</inkml:trace>
  <inkml:trace contextRef="#ctx0" brushRef="#br0" timeOffset="22584.17">9689 4654 0,'0'0'0,"0"0"0,0 0 0,0 0 16,0 0-16,0 4 15,0-4-15,-1 6 16,1-6-16,-2 12 16,2-12-1,-2 11-15,2-11 16,-1 7-16,1-7 15,0 0-15,0 7 16,0-7-16,0 0 16,4 7-16,-4-7 15,11 7-15,1-1 16,13-2-16,12-9 16,14-6-1,13-9-15,7-6 16,5-3-16,-1-4 15,3 0-15,-5 2 16,-5 3-16,-6 1 16,-9 6-16,-4 0 15,-4 3-15,-1 0 16,1 1-16,3 3 16,6-1-16,-1 3 15</inkml:trace>
  <inkml:trace contextRef="#ctx0" brushRef="#br0" timeOffset="39299.23">8589 5249 0,'0'0'0,"0"0"0,0 0 0,0 0 15,0 2-15,0-2 16,0 0-16,2 9 16,1-2-16,1 4 15,1 1-15,-1 0 16,0 1-1,1-1-15,0 0 16,1 1-16,-1 0 16,2 0-16,1 0 15,2 0-15,1-1 16,0-2-16,2-1 16,1-3-16,2-1 15,3-3-15,5-4 16,7-6-16,6-8 15,10-9 1,3-4-16,5-8 16,2-2-16,-1-1 15,-1-1-15,-3 1 16,-1 3-16,-4 1 16,-2 2-16,-7 6 15,-4 3-15,-5 4 16,-4 2-16,-2 3 15,-3 1 1,-4 5-16,-5 2 16,-11 8-16,13-7 15,-13 7-15,0 0 16,10-2-16,-10 2 16,0 0-16,0 0 15,0 0-15,0 0 16,0 0-16,9 6 15,-9-6 1,0 0-16,0 0 16,0 0-16,0 0 15,0 0-15,0 0 16,0 0-16,0 0 16</inkml:trace>
  <inkml:trace contextRef="#ctx0" brushRef="#br0" timeOffset="64715.41">5002 7685 0,'0'0'0,"0"0"0,0 0 0,0 0 15,0 0-15,0 0 16,4-2-16,-4 2 16,0 0-1,16-2-15,-3 1 16,7-2-16,6 0 16,8 0-16,3 0 15,-1 0-15,4-1 16,4-1-16,2-2 15,0 0-15,4 0 16,0 0-16,-1 0 16,-1-1-1,-2 2-15,-3-1 16,-2 0-16,-3 2 16,-6 0-16,-1 1 15,-2 0-15,2 2 16,-1-1-16</inkml:trace>
  <inkml:trace contextRef="#ctx0" brushRef="#br0" timeOffset="69749.2">10715 7964 0,'0'0'0,"0"0"16,0 0-16,1 2 15,-1-2-15,6 13 16,-2-2-16,2 2 15,1 1 1,-1-1-16,-1 1 16,2 1-16,-1-2 15,0 2-15,2 0 16,-1-1-16,-1-2 16,1-2-16,-1-3 15,-6-7-15,20 7 16,3-14-1,13-12-15,14-18 16,7-14-16,3-6 16,-1-2-16,-7 4 15,-3 4-15,-7 9 16,-8 7-16,-5 6 16,-6 7-16,-5 6 15,-2 5-15,-2 4 16,0 3-16,-3 2 15</inkml:trace>
  <inkml:trace contextRef="#ctx0" brushRef="#br0" timeOffset="72499.08">11378 4668 0,'0'0'0,"0"0"16,0 0-16,-2-2 15,2 2-15,0 0 16,0 0-16,0 0 15,-1 8-15,1 10 16,1 10-16,4 5 16,2 3-1,1 0-15,1-1 16,1 2-16,0-1 16,1-2-16,0-1 15,0-4-15,1-3 16,1-5-16,-2-6 15,2-5-15,1-4 16,4-9-16,5-9 16,5-10-1,0-10-15,-3-3 16,-6 1-16,-4 4 16,-5 5-16,-4 6 15,-2 6-15,-2 6 16,-2 7-16,0 0 15,0 0-15,16 10 16,-3 15-16,2 14 16,-2 1-1,0 3-15,-3-8 16,1-4-16,4-5 16,7-9-16,3-4 15,9-18 1,12-20-1,-4-18-15,-5-13 16,-11 11-16,-11-2 16,-1-3-1,-4 8-15,-5 10 16,0 2-16,-4 8 16,-1 10-16,0 2 15,0 10-15,0-8 16,0 8-16,0 0 15,0 0-15,0 0 16</inkml:trace>
  <inkml:trace contextRef="#ctx0" brushRef="#br0" timeOffset="72749.48">12306 4918 0,'0'0'0,"3"1"0,-3-1 15,17-1 1,13-5-16,8-1 16,-1 1-16,-2 6 15,-2-2-15,-1 0 16,-3 0-16,-3 1 15,-5-1-15,-4-6 16,-17 8-16</inkml:trace>
  <inkml:trace contextRef="#ctx0" brushRef="#br0" timeOffset="73015.22">12286 5236 0,'0'0'0,"-3"0"16,3 0-16,0 0 16,0 0-1,0 0-15,0 0 16,0 0-16,30-11 16,21-2-16,9-6 15,-5-1-15,-3 2 16,-8 2-16,-5 3 15,-2-1-15,-4 2 16</inkml:trace>
  <inkml:trace contextRef="#ctx0" brushRef="#br0" timeOffset="73698.6">12871 4770 0,'0'0'0,"0"-1"16,0 1-16,0 0 15,0 0 1,0 0-16,0 0 16,5 10-16,0 16 15,-1 18-15,-3-7 16,-1 12-16,0-6 15,-1-2 1,0-2-16,0-9 0,4-5 16,5-3-16,2-4 15,2-7 1,7-6-16,5-6 16,6-11-16,0-5 15,2-18-15,-1-2 16,-5 0-16,-5 2 15,-4-2-15,-2 1 16,-4 3-16,-5 18 16,-6 15-16,0 0 15,13 3 1,-2 5-16,0 5 16,-1 7-16,3 11 15,-1 10-15,-2-3 16,-2-2-16,-1-8 15,-2-5-15,3-6 16,4-6-16,3-4 16,1-3-16,4-8 15,4-11-15,0-10 16,-1-13 0,-4 1-16,-5 0 15,-2-9-15,-4 7 16,-2 0-16,-3 8 15,-3 12-15,0-3 16,0 3-16,-1 3 16,1 8-16,0 8 15,0 0-15,0 0 16,4 11 0,3 13-16</inkml:trace>
  <inkml:trace contextRef="#ctx0" brushRef="#br0" timeOffset="73898.25">13707 4984 0,'0'0'0,"1"-4"15,-1 4-15,19-6 16,9 2-16,8 2 15,-1 4-15,-1 1 16,-6 1-16,-5-2 16,-3-1-16,-4-2 15</inkml:trace>
  <inkml:trace contextRef="#ctx0" brushRef="#br0" timeOffset="74515.32">14492 4646 0,'0'0'0,"0"0"0,0 0 0,0 0 15,0 2-15,-7 12 16,-8 25-16,-11 25 16,-1 2-16,-1 0 15,-5 2-15,-13 0 16,-3-6-16,5-4 16,-12 15 15,8-11-31,7-1 15,12-20-15,14-20 16,5-8-16,2-4 16,8-9-16,-18 1 15,6-11-15,2-13 16,1-13 0,7-12-16,7-7 15,3 1-15,4 7 16,1 8-16,0 11 15,0 6-15,-1 10 16,1 5-16,3 8 16,3 7-16,1 10 15,2 8-15,-5 2 16,-2 3 0,-2 2-16,1-1 15,-2-2-15,-2-5 16,1-3-16,8-4 15,7-2-15,6-4 16,12-8-16,4-5 16,10-22-16</inkml:trace>
  <inkml:trace contextRef="#ctx0" brushRef="#br0" timeOffset="75066.25">14862 4627 0,'0'0'0,"0"0"16,0 0-16,0 0 15,0 0-15,0 0 16,0 0-16,2 3 16,-2-3-16,9 9 15,3 2-15,3 5 16,5 2-16,3 8 16,1 11-1,0 7-15,-5 3 16,-4 4-16,-1 2 15,-4-1-15,-3-3 16,-8 8 0,-12-6-1,-7-7-15,-11-11 16,1-17-16,-7-9 16,0-3-16,1-11 15,7-3 1,9-4-16,7-3 15,8-5-15,8-5 16,10-5-16,12-8 16,6 2-16,1 4 15,-5 8-15,-5 8 16,-8 8-16,-4 2 16,-10 8-16,11-7 15</inkml:trace>
  <inkml:trace contextRef="#ctx0" brushRef="#br0" timeOffset="75698.36">15246 4755 0,'0'0'0,"0"0"0,0 0 15,9-1-15,12-1 16,15 2 0,9 1-16,-3 0 15,-1 1-15,-8-1 16,-7-2-16,-7 0 15,-6 0-15,-13 1 16,16-3-16,-16 3 16,0 0-16,2-8 15,-12 5-15,-5 0 16,-1 1-16,3 3 16,2 1-1,11-2-15,-18 13 16,8 0-16,-2 8 15,2 5-15,2 7 16,1 6-16,1 5 16,3 6-16,0-3 15,1-4-15,0-1 16,1-3-16,-1-3 16,1-7-16,0-9 15,1-9-15,0-4 16,0-7-1,-1 6-15,1-6 16,0 0-16,-14 2 16,3-8-16,0-2 15,-1-1-15,4 1 16,-1 1-16,1-1 16,8 8-16</inkml:trace>
  <inkml:trace contextRef="#ctx0" brushRef="#br0" timeOffset="76115.95">14611 5532 0,'0'0'0,"0"0"16,0 0-16,0 0 15,7 3-15,9 2 16,21 4-16,22-7 16,12-2-1,11-7-15,-2-2 16,8-3-16,0 0 15,-2 1-15,-6 0 16,-9 5-16,-7 2 16,-11 4-16,-8 0 15,-5 2-15,-14 0 16,-11 0-16,-15-2 16,10 1-16,-10-1 15,-18 4 1,-32 3-16,-12-3 15</inkml:trace>
  <inkml:trace contextRef="#ctx0" brushRef="#br0" timeOffset="76631.34">14715 5829 0,'0'0'0,"-1"-2"16,1 2-16,-3-6 16,3 6-16,-4-12 15,4 12-15,0 0 16,0 0-1,0 0-15,0 0 16,21 16-16,-1 6 16,-6 14-16,2 14 15,-8 16-15,-11 0 16,0-12-16,-1-1 16,-1 5-16,1-4 15,-1 2-15,-4-19 16,-6-9-16,-1-5 15,0-6 1,-5-9-16,-5-8 16,-3-3-16,2-3 15,11 1-15,4-4 16,4-9-16,5-6 16,5-9-16,12-3 15,7 0-15,0 6 16,-1 10-1,-1 2-15,-4 6 16,8 6-16,4 4 16,-5 0-16</inkml:trace>
  <inkml:trace contextRef="#ctx0" brushRef="#br0" timeOffset="77231.69">15084 6064 0,'0'0'0,"0"2"0,-1 5 0,-1 17 15,-4 17-15,-1 9 16,0 0-1,1-7-15,2-8 16,1-15-16,2-6 16,1-6-16,0-8 15,2 8-15,-2-8 16,12-6-16,6-14 16,8-10-16,1-2 15,-3 4-15,-2 1 16,-4 6-1,-4 6-15,-4 2 16,-3 7-16,-7 6 16,14-6-16,-14 6 15,17 11-15,-5 3 16,0 6-16,0 1 16,0 3-16,-3-5 15,-3-7-15,-2-2 16,-4-10-16,16 1 15,2-9 1,2-6-16,2-9 16,-4-2-16,-2-8 15,-4-10-15,-2-4 16,-4-2-16,-1 5 16,-1 3-16,-2 4 15,0 4 16,-2 10-31,-3 7 16</inkml:trace>
  <inkml:trace contextRef="#ctx0" brushRef="#br0" timeOffset="81514.05">15526 4395 0,'0'0'0,"0"-2"0,0 2 0,0 0 0,-1-7 16,0 1-16,-2-1 15,2-1-15,-2-1 16,0-1-16,-1-1 16,-2-4-1,-3 0-15,-4-2 16,-1 1-16,-2 2 16,-4 2-16,-1 2 15,-4 3-15,-1 1 16,-2 4-16,-1 0 15,-3 4-15,0 5 16,0-1-16,3 0 16,3-2-1,4 1-15,0-1 16,1-2-16,4 1 16,1-2-16,2 1 15,1 0-15,1-1 16,-1 2-16,-1 0 15,-5 6-15,-4 3 16,-5 5-16,-1 2 16,-3 4-1,-1 1-15,2 0 16,3-3-16,2-1 16,1 2-16,3 0 15,2 4-15,4 1 16,4-1-16,-1 5 15,5-2-15,0 3 16,5 0 0,5 5-16,2 2 15,4 2-15,-1-3 16,0 2-16,0 1 16,-1-1-16,-4-1 15,-10 3-15,-8 0 16,-7 5-16,-3-3 15,-4-2-15,-1 0 16,4-5-16,2-4 16,2-2-16,4-4 15,3-1 1,4 1-16,6-5 16,2-4-16,2 1 15,2-2-15,2 0 16,3 1-16,2 5 15,3-2-15,-2 2 16,1-3-16,-2-3 16,-1 3-1,-5 4-15,-2 4 16,-4 3-16,-1 0 16,-5 4-16,-1-2 15,-6 1-15,-2-3 16,1 2-16,0-2 15,2-5-15,3-2 16,4-3-16,2 0 16,4 1-16,3 0 15,3 0 1,2 2-16,2 2 16,3 7-16,1 4 15,2-1-15,8 0 16,4-6-16,1-9 15,1-2-15,-6-8 16,2 5-16,4 1 16,8 7-16,5 3 15,-7-3-15,-1-2 16,-5-7 0,-5-3-16,7 1 15,1 1-15,-1-2 16,-5-1-16,-10-5 15,-2 2-15,-3 0 16,6 2-16,4 6 16,16-1-16,8-6 15,2 0 1,7-3-16,4-7 16,0 2-16,-5-6 15,-11 0-15,-11 0 16,-10 2-16,-1-1 15,0-2-15,0 0 16,3 0-16,-1 0 16,1 0-16,1 0 15,0-2 1,3-2-16,3-3 16,3-2-16,-2-1 15,-3-4-15,1-9 16,-4 1-16,-3-3 15,-5 4-15,-2 1 16,1-6-16,-1-6 16,1-5-16,-2 0 15,-1 3 1,0 2-16,5 1 16,6-2-16,-5 2 15,-12 28-15,1-13 16,1-6-16,-2-3 15,-2-6-15,0 1 16,-1-5-16,-1 1 16,0 3-1,0-4-15,-1 4 16,-13-37-16,10 40 16,-1 4-16,6 1 15,3-2-15,-3 21 16,3-12-16,5-9 15,0-1-15,2 4 16,0-1-16,0 0 16,-2-4-16,-3-2 15,-1-1-15,-1 1 16,-3 2 0,0-4-16,-1-2 15,0-1-15,-1 3 16,1 1-16,-2 5 15,-2-4-15,0 2 16,-1-1-16,-8 1 16,5 5-16,0-4 15,0-3-15,-18-40 16,15 39 0,1 1-16,7-1 15,3-4-15,0 0 16,4-1-16,0 2 15,-2 4-15,1 3 16,-1-3-16,2-1 16,-4 1-16,-5 3 15,-4 4-15,-3 2 16,-7 0-16,-8 4 16,-17 3-1,-13 2-15,-16 9 16,5 4-16,4 8 15,7 3-15,11 1 16,3 5-16</inkml:trace>
  <inkml:trace contextRef="#ctx0" brushRef="#br0" timeOffset="83365.97">8432 3435 0,'0'0'0,"0"0"0,0 0 16,3 0-16,-3 0 16,0 0-16,0 0 15,0 0 1,12 0-16</inkml:trace>
  <inkml:trace contextRef="#ctx0" brushRef="#br0" timeOffset="93515.13">8836 8604 0,'0'0'0,"0"0"0,0 0 0,0 0 15,0 1-15,0-1 16,0 0-16,0 0 16,5 6-16,-5-6 15,14 9-15,-4-4 16,5-1-16,2-2 15,1-1-15,1-1 16,1-2 0,0 1-16,3-1 15,0-1-15,1-1 16,0 0-16,1 0 16,-2 1-16,1-2 15,-1 1-15,1 0 16,2 1-16,0-3 15,-1 3 1,-1-1-16,-3 0 16,0 1-16,0 0 15,1-1-15,-1 1 16,0 0-16,-3 1 16,-1-1-16,-3 2 15,0 0-15,-2 0 16,1 1-16,0 0 15,-4 0 1,-9 0-16,19 0 16,-19 0-16,14 0 15,-14 0-15,15 0 16,-15 0-16,14 0 16,-14 0-16,10 0 15,-10 0-15,0 0 16,12 0-16,-12 0 15,0 0-15,0 0 16,0 0 0,9-3-16,-9 3 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42:30.726"/>
    </inkml:context>
    <inkml:brush xml:id="br0">
      <inkml:brushProperty name="width" value="0.05292" units="cm"/>
      <inkml:brushProperty name="height" value="0.05292" units="cm"/>
      <inkml:brushProperty name="color" value="#FFC000"/>
    </inkml:brush>
  </inkml:definitions>
  <inkml:trace contextRef="#ctx0" brushRef="#br0">15141 736 0,'0'0'0,"0"0"0,0 2 0,0-2 15,-2 14-15,0 5 16,-1 11-16,1 2 16,0 2-16,1 2 15,0 2-15,0-2 16,1 1-1,-1 0-15,0 4 16,1 8-16,-1 5 16,0 5-16,0 2 15,1-1-15,-1 0 16,2-4-16,-1-1 16,0-4-16,1-3 15,0-4-15,0-1 16,-1 2-1,2-4-15,0 2 16,1-1-16,1 1 16,2-1-16,-1-4 15,-1-4-15,0-6 16,0-2-16,-1-5 16,-1-2-16,0-4 15,-2-5 1,1-4-16,-1-6 15,2 9-15,-2-9 16,1 7-16,-1-7 16,1 6-16,-1-6 15,0 0-15,3 7 16,-3-7-16,0 0 16,1 7-16,-1-7 15,0 0-15,0 7 16,0-7-1,0 0-15,-1 7 16,1-7-16,0 0 16,0 0-16,0 0 15,-4 7-15,4-7 16,0 0-16,0 0 16,0 0-16,0 0 15,0 0-15,0 0 16,0 0-1,0 0-15,0 0 16,0 0-16,0 0 16,0 0-16,0 0 15,0 0-15,0 0 16,0 0-16,0 0 16,0 0-16,0 0 15,0 0-15,0 0 16,0 0-1,-1 6-15,1-6 16,0 0-16,0 0 16,0 0-16,0 0 15,0 0-15,0 0 16,0 0-16,0 0 16,0 0-16,0 0 15,0 0-15,0 0 16,0 0-1,0 0-15,0 0 16,0 0-16,0 7 16,0-7-16,0 0 15,0 0-15,0 0 16,0 0-16,0 0 16,0 0-16,0 0 15,0 0-15,0 0 16,0 0-16,0 0 15,0 0 1,0 0-16,0 0 16,0 0-16,0 0 15,0 0-15,0 0 16,0 0-16,0 0 16,0 0-16,0 0 15,0 0-15,0 0 16,0 0-16,0 0 15,0 0 1,0 0-16,0 0 16,0 0-16,0 0 15,0 0-15,0 0 16,0 0-16,0 0 16,0 0-16,0-13 15,0-2-15,1-1 16,0-1-16</inkml:trace>
  <inkml:trace contextRef="#ctx0" brushRef="#br0" timeOffset="966.69">12108 1410 0,'0'0'0,"0"0"16,0 2-16,0-2 15,0 13-15,0 0 16,0 4-16,0 2 16,0 1-16,0 6 15,0 5-15,0 4 16,0 2-16,0 2 15,0 5-15,1 8 16,0 3 0,0 1-16,-1-4 15,0-3-15,0-7 16,0-8-16,0-9 16,0-8-16,0-4 15,0-5-15,0-1 16,0-7-16,0 9 15,0-9-15,2 6 16,-2-6 0,0 0-16,2 7 15,-2-7-15,0 0 16,0 0-16,0 0 16,0 0-16,1 7 15,-1-7-15,0 0 16,0 0-16,0 0 15,-2 7 1,2-7-16,0 0 16,0 0-16,0 0 15,0 0-15,0 0 16,0 0-16,0 0 16,0 0-16,4-11 15</inkml:trace>
  <inkml:trace contextRef="#ctx0" brushRef="#br0" timeOffset="3116.46">12381 1882 0,'0'0'0,"0"0"0,0 0 0,0 0 16,0 0-16,0 0 16,0 0-1,0 0-15,2 1 16,-2-1-16,0 0 16,0 0-16,0 0 15,21 1-15,5-1 16,14 0-16,7 0 15,6 0-15,4 0 16,2 0-16,2 0 16,0 2-1,3 2-15,-1 0 16,3-1-16,-2 0 16,1 1-16,2-2 15,3 2-15,-1-4 16,0-2-16,1 0 15,-2 1-15,2 0 16,1-2-16,-1 2 16,5 0-1,-3-1-15,0 1 16,-1 1-16,3 0 16,-1 0-16,-3 1 15,0-1-15,-2 2 16,-1 0-16,3 1 15,0-2-15,-3 0 16,-3 1-16,-2 0 16,-8-1-1,-2 1-15,-6-1 16,-5 0-16,-2-1 16,-5 0-16,-4 0 15,-4 0-15,-4 0 16,-5-1-16,-3 0 15,-4 0-15,-10 1 16,11-1-16,-11 1 16,0 0-1,0 0-15,0 0 16,0 0-16,0 0 16,0-10-16,-12-1 15,-7-2-15,-6-1 16,-1 0-16,-4 0 15,-1 0-15,3 0 16,-1 0-16,1 1 16,3 1-1,3 2-15,6 3 16,2 0-16,4 3 16,0 0-16,10 4 15,-12-6-15,12 6 16,0 0-16,0 0 15,-11-5-15,11 5 16,0 0-16,0 0 16,0 0-1,0 0-15,0 0 16,0 0-16,0 0 16,9 6-16,8 6 15,6 3-15,5 5 16,-1 0-16,0 0 15,-3-3-15,-2-1 16,-4-2-16,-2-2 16,-4-1-1,-2-2-15,-3-1 0,-2-2 16,-5-6 0,7 12-16,-7-12 15,0 14-15,-6-3 16,-5 5-16,-5 4 15,-1-1-15,-4 0 16,-2-2 0,-1-1-16,-1-2 0,2-3 15,3-1 1,3-2-16,3-3 16,3-2-16,11-3 15,-14 6-15,14-6 16,0 0-16,-11 4 15,11-4-15,0 0 16,0 0-16,0 0 16,0 0-16,0 0 15,0 0 1,0 0-16,0 0 16,0 0-16,0 0 15,0 0-15,0 0 16,0 0-16,0 0 15,0 0-15,0 0 16,0 0-16,0 0 16,0 0-1,0 0-15,0 0 16,0 0-16,0 0 16,0 0-16,0 0 15,0 0-15,0 0 16,0 0-16,0 0 15,0 0-15,0 0 16,0 0-16,0 0 16,0 0-16,0 0 15,0 0 1,0 0-16,0 0 16,0 0-16,0 0 15,0 0-15,0 0 16,0 0-16,0 0 15,-10 2-15,10-2 16,0 0 0,0 0-16,0 0 15,-5 6-15,5-6 16,-21 13-16,-1-2 16,-4-1-16,4-1 15,3-3-15,2 0 16,5-3-16,12-3 15,-16 7-15,16-7 16,0 0-16,-12 4 16,12-4-16,0 0 15,0 0-15,0 0 16,0 0 0,0 0-16,0 0 15,0 0-15</inkml:trace>
  <inkml:trace contextRef="#ctx0" brushRef="#br0" timeOffset="5101.47">12683 1699 0,'0'0'0,"0"-2"16,0 2-16,0 0 16,0 0-16,0 0 15,0 0-15,0 0 16,0 0 0,0 0-16,0 0 15,0 0-15,-20 12 16,0 4-16,-5 3 15,-4 4-15,-4 3 16,-1 0-16,1 1 16,1-1-16,2-1 15,3-1-15,5-1 16,3-3 0,6-5-16,4-4 15,2-2-15,7-9 16,-7 10-16,7-10 15,0 0-15,-5 7 16,5-7-16,0 0 16,0 0-16,0 0 15,0 0-15,1 8 16,-1-8 0,8 6-16,1 4 15,5 4-15,5 5 16,4 2-16,3 2 15,2 0-15,0-2 16,5 2-16,4 0 16,2-3-16,-1-1 15,-7-6-15,-1 1 16,-5-3 0,-5-2-16,-5-3 15,-6-2-15,-9-4 16,10 5-16,-10-5 15,0 0-15,0 0 16,10 4-16,-10-4 16,0 0-16,0 0 15,0 0-15,0 0 16,0 0-16,0 0 16,0 0-1,0 0-15,0 0 16,0 0-16,0 0 15,0 0-15,0 0 16,0 0-16,0 0 16,0 0-16,0 0 15,0 0-15,0 0 16,0 0 0,0 0-16,0 0 15,0 0-15,0 0 16,0 0-16,0 0 15,0 0-15,0 0 16,0 0-16,4 6 16,-4-6-16,0 0 15,0 0-15,0 0 16,0 0-16,0 0 16,0 0-1,0 0-15,0 0 16,0 0-16,0 0 15,0 0-15,0 0 16,0 0-16,0 0 16,0 0-16,0 0 15,0 0-15,0 0 16,0 0-16,0 0 16,0 0-1,0 0-15,0 0 16,0 0-16,0 0 15,0 0-15,0 0 16,0 0-16,0 0 16,0 0-16,0 0 15,0 0-15,0 0 16,0 0-16,0 0 16,0 0-1,0 0-15,0 0 16,0 0-16,0 0 15,0 0-15,0 0 16,0 0-16,0 0 16,0 0-16,0 0 15,0 0-15,0 0 16,0 7-16,0-7 16,0 0-1,0 0-15,0 0 16,0 0-16,0 0 15,0 0-15,0 6 16,0-6-16,0 0 16,0 0-16,0 0 15,0 0-15,0 0 16,0 0-16,0 0 16,0 0-1,0 0-15,0 0 16,0 0-16,0 0 15,0 0-15,0 0 16,0 0-16,0 7 16,0-7-16,0 0 15,0 0-15,0 0 16,0 0-16,0 0 16,0 0-16,0 0 15,0 0 1,-10 6-16,10-6 15,0 0-15,0 0 16,0 0-16,0 0 16,0 0-16,0 0 15,0 0-15,0 0 16,0 0-16,0 0 16,-3-6-16,3 6 15,7-15 1</inkml:trace>
  <inkml:trace contextRef="#ctx0" brushRef="#br0" timeOffset="5683.72">12320 2069 0,'0'0'0,"7"2"0,3 2 15,26 8-15,22 0 16,19-2-16,14-9 16,10-7-16</inkml:trace>
  <inkml:trace contextRef="#ctx0" brushRef="#br0" timeOffset="5933.2">15167 1997 0,'0'0'0,"0"0"0,0 0 15,0 0-15,0 0 16,-6 3-16,-9 4 16,-21-2-16</inkml:trace>
  <inkml:trace contextRef="#ctx0" brushRef="#br0" timeOffset="14483.61">737 1009 0,'0'0'0,"0"0"0,0 0 0,-4 1 16,4-1-16,0 0 15,0 0-15,-11 3 16,11-3-16,0 0 16,0 0-16,0 0 15,0 0 1,0 0-16,0 0 15,0 0-15,19 7 16,6-5-16,7-1 16,3 1-16,4-1 15,4 1-15,-1 0 16,4 0-16,-1-1 16,-2 1-16,-1-2 15,-4 1 1,-2 0-16,-2 0 15,-2 0-15,-1 0 16,1 0-16,1-1 16,0 2-16,2 0 15,-2 2-15,4 0 16,2 0-16,0 0 16,2 0-16,-3 0 15,0-1 1,0 0-16,-1 1 15,-1-2-15,2-1 16,0 0-16,-1 0 16,0-1-16,-2 0 15,2 0-15,0 0 16,0 0-16,1 0 16,-1-1-1,0 0-15,-1 1 0,-3-1 16,-1 1-1,0-1-15,-1 0 16,0 0-16,0 0 16,2 1-16,1 0 15,1 0-15,1 0 16,3 1-16,-1-1 16,2 1-16,-1 0 15,-1 0 1,0 0-16,0 1 15,1 1-15,0 0 16,2-1-16,2 1 16,1-1-16,0 0 15,1 1-15,1 0 16,-3-2-16,1 1 16,-5-1-16,4 2 15,-2-2-15,-1 0 16,2 0-1,2-1-15,4 0 16,0-1-16,0-1 16,0-1-16,-1 0 15,1 0-15,-3-1 16,-2-1-16,1 1 16,-5-2-16,-1 3 15,-6-2-15,-2 2 16,-4 0-1,-5 0-15,0 1 16,-5 0-16,-2 2 16,-2 0-16,-2 0 15,-10 0-15,12 1 16,-12-1-16,0 0 16,12 2-16,-12-2 15,0 0-15,0 0 16,0 0-1,0 0-15,0 0 16,0 0-16,10 7 16,-10-7-16,0 0 15,0 0-15,0 0 16,0 0-16,0 0 16,0 0-16,0 0 15,0 0 1,0 0-16,0 0 15,0 0-15,0 0 16,0 0-16,0 0 16,0 0-16,0 0 15,0 0-15,0 0 16,-12 2-16,12-2 16,0 0-16,0 0 15,0 0-15,0 0 16</inkml:trace>
  <inkml:trace contextRef="#ctx0" brushRef="#br0" timeOffset="38833.12">12602 4324 0,'0'0'0,"0"1"15,0-1-15,0 0 0,-2 19 16,0 10-16,-3 13 16,0 7-16,0 4 15,1 1-15,0 4 16,2 0-16,1 3 16,3-4-16</inkml:trace>
  <inkml:trace contextRef="#ctx0" brushRef="#br0" timeOffset="39983.36">12669 5253 0,'0'0'0,"0"0"15,0 0-15,0 0 16,-3-5-16,3 5 15,-8-10-15,3 3 16,-2-1-16,-6-1 16,-8-1-1,-5 2-15,0 1 16,3 4-16,2 2 16,1 3-16,2 3 15,1 3-15,2 2 16,2 2-16,3 2 15,3 3-15,2 1 16,4 2 0,5-1-16,6-1 15,7 1-15,6-1 16,6 2-16,5-4 16,2 2-16,0-3 15,2 3-15,8 5 31,-8 10-31,-6 2 16,-10-7 0,-12-10-16,-5 9 15,-5-9-15,-5 3 16,-8-1-16,-9-7 16,-11-2-16,-4-3 15,6 0-15,9-3 16,3-5-16,-1-17 15,1-7-15,6 9 16,4 4-16,4-1 16,5-10-1,5-12-15,10-11 16,3 0-16,2 4 16,2 1-16,-2 5 15,-1 2-15,-3 5 16,-5 5-16,-2 4 15,-6 4-15,0 1 16,-5 4-16,-4 0 16,-7 3-16,-12 3 15,-10 4 1,-4 8-16,9 4 16,11 3-16,9-7 15</inkml:trace>
  <inkml:trace contextRef="#ctx0" brushRef="#br0" timeOffset="40266.19">13004 5358 0,'0'0'0,"0"0"0,0 0 0,0 0 16,-3 0-16,3 0 16,-14 7-1,-6 7-15,-4 11 16,-3 12-16,4-5 16,4 0-16,5 3 15,3 5-15,7 2 16,4-18-16,10 10 15,-1-19-15</inkml:trace>
  <inkml:trace contextRef="#ctx0" brushRef="#br0" timeOffset="40416.41">13126 5620 0,'2'-14'0,"-1"-16"15,-4-4-15,-14-25 16,-12 15-16,-12 12 15,-27 9-15,-31 11 16</inkml:trace>
  <inkml:trace contextRef="#ctx0" brushRef="#br0" timeOffset="41999.43">13207 4602 0,'0'0'0,"0"0"15,0 0-15,0-2 16,0 2-16,0 0 16,31-7-1,10 5-15,11 4 16,2 0-16,8 0 15,8-1-15,-1-2 16,-1 1-16,-3-2 16,-3 0-16,-4 0 15,-3 5-15,-5 10 16,-9 0 0,-16-5-16,-7-5 15,-8-4-15</inkml:trace>
  <inkml:trace contextRef="#ctx0" brushRef="#br0" timeOffset="42316.72">13772 4500 0,'0'0'0,"0"0"16,0 0-16,4 2 16,6-1-16,19 3 15,12 4-15,6 1 16,-4 1-16,-5-1 16,-4 0-1,-8 0-15,-7 1 16,-13-3-16,-7 3 15,-12 14-15,-20 26 16,-6-14-16,-9 13 16,12-35-16</inkml:trace>
  <inkml:trace contextRef="#ctx0" brushRef="#br0" timeOffset="43166.36">14888 4375 0,'0'0'0,"0"0"0,0 0 16,0 2-16,0-2 15,-8 14 1,-4 4-16,-6 6 15,-3 0-15,-2 2 16,-2 3-16,-3 8 16,6 5-16,1 22 31,3-4-31,9 8 16,6-9-16,8-27 15,8-6 1,1-11-16,3-3 15,1-2-15,7-1 16,3-4-16,1-8 16,-3-9-16,-3-5 15,-4-10-15,-7 4 16,-8-5-16,-8 0 16,-5 4-1,-13 3-15,-12 4 16,-11 6-16,-1 3 15,5 11-15,7 5 16,5 3-16,8 4 16,8-5-16,5-3 15</inkml:trace>
  <inkml:trace contextRef="#ctx0" brushRef="#br0" timeOffset="43450.89">15177 4562 0,'0'0'0,"-7"3"15,-4 0-15,-15 14 16,-5 13-16,2 4 16,5 4-16,3 7 15,1 3-15,5 16 32</inkml:trace>
  <inkml:trace contextRef="#ctx0" brushRef="#br0" timeOffset="43633.04">15325 4668 0,'0'-2'0,"1"-6"16,-3-7-16,-10-17 16,-9-3-16,-12 9 15,-9 9 1,-5 6-16,1 13 15,10 5-15</inkml:trace>
  <inkml:trace contextRef="#ctx0" brushRef="#br0" timeOffset="44301.09">15371 3595 0,'0'0'0,"0"0"0,0 0 16,-4 0-16,-7 0 15,-8 1 1,-8 4-16,-3 7 15,-3 7-15,-3 6 16,2 4-16,4 1 16,6-1-16,7-3 15,6-4-15,3-6 16,13-2 0,15-3-1,23-6 1,12-10-16,-17-1 15,-4 0-15,-6 1 16,-9 1-16,-3 3 16,-6 2-16,-10-1 15,16 12-15,-10 1 16,-1 5-16,-2 7 16,-3 8-16,-3 1 15,-3 3 1,-3-2-16,-3-1 15,1-1-15,-1-3 16,1 1-16,1-2 16,1-2-16</inkml:trace>
  <inkml:trace contextRef="#ctx0" brushRef="#br0" timeOffset="47000.07">13527 4729 0,'-1'6'0,"1"-1"15,1 2-15,1 2 16,-2-9-16,6 8 16,-6-8-1,13-10-15,-2-1 16,-2-1-16,-4 2 16,-5 10-16,0 0 15,-23-15-15</inkml:trace>
  <inkml:trace contextRef="#ctx0" brushRef="#br0" timeOffset="47916.4">13207 4546 0,'0'0'0,"0"0"16,0 0-1,1-2-15,-1 2 16,0 0-16,13-2 16,6 2-16,17 2 15,9-1-15,5 3 16,3 0-16,2-4 15,8-7-15,2-2 16,-2 0-16,-5-2 16,-1 0-1,-4 1-15,3 3 16,-4 6-16,-2 7 16,-9-2-16,-7 1 15,-4 0-15,-13-2 16,-5 0-16,-12-3 15,10 2-15,-10-2 16,0 0-16,0 0 16,-9-6-1,-2-1-15,-7-1 16,-2-1-16,-1-1 16,-2 0-16,1 1 15,2 1-15,-1-1 16,0 0-16,5 2 15,3 1-15,-1-2 16,5 2-16,9 6 16,0 0-16,0 0 15,0 0 1,0 0-16,0 0 16,0 0-16,0 0 15,8 11-15,10 5 16,7 2-16,5 2 15,8 6-15,1-1 16,-4-2-16,-6-5 16,-4 1-16,-8 1 15,-5-2 1,-5-8-16,-7-10 16,0 9-16,-17-1 15,-23 10-15,-22 0 16,0 0-16,4-2 15,2-4-15,7 1 16</inkml:trace>
  <inkml:trace contextRef="#ctx0" brushRef="#br0" timeOffset="65166.01">12904 5014 0,'0'0'0,"0"-1"0,0 1 0,-9-15 16,0-2-16,0 6 15,-1 3-15,-3 1 16,-9-3 0,-8-5-16,-6-2 15,2 4-15,-7 16 16,-4 2-16,-3 2 15,-4 0-15,1 4 16,-1 5-16,-3 11 16,3 3-16,2 0 15,6 5 1,3 3-16,6-2 0,10-4 16,-2 6-1,11-4-15,4 3 16,3 0-16,8-3 15,-2 3-15,6-2 16,10 5-16,0-2 16,14 5-16,2 2 15,11-5-15,13-7 16,-2 0-16,47 13 31,7-8-15,9-5-16,-9-30 15,-40 3-15,8-4 16,6 2-16,1-2 16,-5-1-16,-3-4 15,-10-5-15,-12-1 16,-2-1-16,-2-6 16,-6-5-1,-4-10-15,-9-5 16,-7-2-16,-5-3 15,-8-7-15,-6-7 16,-12-2-16,-9-3 16,-9 4-16,-14-1 15,-6 2-15,-8 5 16,-5 6 0,-7 10-16,0 6 15,-2 7-15,-6 8 16,1 7-16,1 7 15,5 7-15,16 5 16,1-4-16</inkml:trace>
  <inkml:trace contextRef="#ctx0" brushRef="#br0" timeOffset="66099.61">14731 5106 0,'0'0'0,"0"0"16,0 0-16,0 0 15,5 1-15,6 1 16,13 1-16,15 2 16,8 1-16,6-2 15,5 0-15,-1-2 16,0 0-16,-4 1 16,-4-1-1,-2-1-15,-7 1 16,-7 1-16,-9-1 15,-4 1-15,-6 1 16,-4-2-16,-10-2 16,13 5-16,-13-5 15,0 0-15,0 0 16,11 6-16,-11-6 16,0 0-16,0 0 15,0 0 1,3 7-16,-3-7 15,0 0-15,0 0 16,0 0-16,0 0 16,0 0-16,0 0 15,0 7-15,0-7 16,0 0-16,0 0 16,0 0-1,0 0-15,0 0 16,0 0-16,0 0 15,0 0-15,0 0 16,0 0-16,0 0 16,0 0-16,0 0 15,0 0-15,0 0 16,0 0-16,0 0 16</inkml:trace>
  <inkml:trace contextRef="#ctx0" brushRef="#br0" timeOffset="66899.98">13059 3744 0,'0'0'0,"0"0"0,0 0 16,0 0-16,0 0 16,3 0-16,-3 0 15,12 2-15,1 0 16,3 1-1,-2-1-15,-2 1 16,0 0-16,-2 1 16,0 4-16,-1 6 15,-3 9-15,-3 7 16,-7 6-16,-5 2 16,-3-2-16,0-3 15,1-6 1,2-5-16,4-8 15,2-4-15,0-4 16,3-6-16,-2 7 16,2-7-16,17 9 15,14-3-15,13-1 16,-6-6-16,0-2 16,-4 1-16,-7 0 15,-7 0 1,-6 2-16,-4-1 15,-1 0-15,2-1 16,0-5-16</inkml:trace>
  <inkml:trace contextRef="#ctx0" brushRef="#br0" timeOffset="67332.31">13625 3951 0,'0'0'0,"0"0"16,0 0-16,0 0 16,-3 6-16,-4 4 15,-1 4-15,2 2 16,2 3-16,3 0 16,4-1-16,4 0 15,6-1 1,5-3-16,4-3 15,2-5-15,2-6 16,1-4-16,0-9 16,-4-5-16,-2-4 15,-4-7-15,-3-1 16,-8-1-16,-3 4 16,-4 5-16,-2 3 15,-4 4 1,-7 3-16,-13 2 0,-10 2 15,-6 6 1,3 6-16,5 2 16,4-1-16,5 1 15,8-3-15,18-3 32</inkml:trace>
  <inkml:trace contextRef="#ctx0" brushRef="#br0" timeOffset="67882.66">13889 3589 0,'0'0'0,"2"-4"16,3-2-16,-1-12 15,-2-6-15,-4 1 16,-10 0-16,-10 1 16,-15 0-16,-26 4 15,-17 2-15,-14 15 16,-15 9-16,1 4 15,-5 10 1,7 6-16,4 6 16,4 3-16,10 3 15,13-1-15,10 7 16,14 0-16,13 1 16,12 7-16,12-2 15,13 5-15,11 1 16,18 1-16,22 6 15,22 3 1,92 28 0,-25-21-1,37-16-15,-60-26 16,-26-14-16,11-19 16,-8-2-16,1-10 15,-20-19-15,-10 9 16,12-14-1,-13-12-15,10-8 16,-16-3-16,-7-12 16,-2 2-16,-15 3 15,-18-5-15,-14 15 16,-9-3-16,-8 8 16,-4 6-16,-8 6 15,-24 11-15,-70-8 16,-91 23-1,-50-1-15</inkml:trace>
  <inkml:trace contextRef="#ctx0" brushRef="#br0" timeOffset="78432.5">14825 4378 0,'0'0'0,"0"0"0,0 0 16,0 2-1,0-2-15,0 0 16,0 0-16,0 0 16,0 6-16,0-6 15,0 0-15,0 0 16,0 0-16,0 0 15,0 0-15,0 0 16,0 0-16,0 0 16,0 0-1,0 0-15,0 0 16,0 0-16,0 0 16,0 7-16,0-7 15,0 0-15,0 0 16,0 0-16,0 0 15,0 0-15,0 0 16,0 0-16,0 0 16,0 0-16,0 0 15,0 0 1,0 0-16,0 0 16,0 0-16,0 0 15,0 0-15,0 0 16,0 0-16,0 0 15,0 0-15,0 0 16,0 0-16,0 0 16,0 0-16,0 0 15,0 0 1</inkml:trace>
  <inkml:trace contextRef="#ctx0" brushRef="#br0" timeOffset="82966.35">11430 2204 0,'0'0'0,"0"0"15,0 0-15,0 0 16,2 1-1,-2-1-15,25 13 16,5-3-16,7-1 16,7-3-16,3-3 15,0-3-15,8-2 16,-7-2-16,-6-1 16,-1-1-16,-18 2 15</inkml:trace>
  <inkml:trace contextRef="#ctx0" brushRef="#br0" timeOffset="83215.84">11740 2239 0,'0'0'0,"0"0"16,-2 3-16,-2 6 15,-4 14-15,-2 13 16,-1 7-1,3 1-15,2 1 16,3-1-16,3-1 16,2-8-16,1-3 15,1-1-15,0-5 16,-2-7-16</inkml:trace>
  <inkml:trace contextRef="#ctx0" brushRef="#br0" timeOffset="83382.42">11516 2713 0,'0'0'0,"0"0"0,0 0 16,6 1-16,15 2 15,34 6-15,23 4 16,13-3-16,1-7 15</inkml:trace>
  <inkml:trace contextRef="#ctx0" brushRef="#br0" timeOffset="85983.09">15113 2522 0,'0'0'0,"0"-4"0,0 4 16,0-15-16,0 2 16,0 2-16,1 3 15,-1 8 1,0-7-16,0 7 16,0 0-16,0 0 15,0 0-15,0 0 16,0 0-16,0 0 15,-17 6-15,4 4 16,2 11-16,4 7 16,10 5-1,13 9-15,12 3 16,15 0-16,20-17 31,6-22-31,-5-15 16,-14-9-16,-19-3 15,-5-9-15,-8-1 16,-11-7-16,-12-1 16,-13-2-1,-13 4-15,-15 3 16,-24 7-16,-34 10 16,-28 11-16,-9 19 15,-3 16-15,-4 5 16</inkml:trace>
  <inkml:trace contextRef="#ctx0" brushRef="#br0" timeOffset="91198.76">14554 2387 0,'0'0'0,"0"0"0,0 0 0,0 0 16,0 0-16,0 0 15,-1 2-15,-4 6 16,-7 10-16,-11 7 16,-6 4-16,1-2 15,1-1-15,1 2 16,3 3-16,7 6 15,2-1 1,11 2-16,8 0 16,14-4-16,8-3 15,27-5 1,9-14 0,-8-9-16,-9-10 15,-24-8-15,-6-2 16,-5-2-16,-9-7 15,-8 2 1,-12 2-16,-14 2 16,-14 9-16,-6 6 15,-1 8-15,-3 20 16,6 0-16</inkml:trace>
  <inkml:trace contextRef="#ctx0" brushRef="#br0" timeOffset="101082.82">13061 1359 0,'0'0'0,"0"0"0,0 0 0,0 0 16,0 0-16,-1 3 15,1-3 1,-2 13-16,1-1 16,0 4-16,-2 15 15,1 8-15,-1-4 16,2-4-16,0-4 15,-3-2-15,-2 12 16,-1 3-16,-1-7 16,1-5-1,2-8-15,2-8 16,1-4-16,2-8 16,-3 8-16,3-8 15,11 9-15,10-1 16,12-7-16,-2-3 15,-2-3-15,-3 2 16,-5 0-16,-3 0 16,-4 3-1,-3-1-15,-11 1 16,15-2-16</inkml:trace>
  <inkml:trace contextRef="#ctx0" brushRef="#br0" timeOffset="101866.27">13423 1517 0,'0'0'0,"0"4"0,0-4 16,0 11-16,0 3 15,1 1-15,0 14 16,3 6-16,0 0 16,1-2-16,-1-4 15,-1-5 1,-1-4-16,0-7 16,-1 1-16,0 3 15,0-4 1,-1-13-1,0 6-15,0-6 16,-10-17-16,-1-4 16,-5-10-16,3-1 15,-1-4 1,3 6-16,4 5 16,1-1-16,0-1 15,3 2-15,1 3 16,2 5-16,2 1 15,6 2-15,6-2 16,14-2-16,14 2 16,9 1-16,4 5 15,-4 2 1,-2 3-16,-4 0 16,-8 3-16,-8 2 15,-8 1-15,-4 3 16,-5 1-16</inkml:trace>
  <inkml:trace contextRef="#ctx0" brushRef="#br0" timeOffset="102182.5">13253 1675 0,'0'0'0,"0"0"0,0 0 16,0 0 0,7-2-16,18-5 15,18-2-15,12-1 16,5-2-16,2 1 15,2-1-15,-7 1 16,-1 0-16,-10 3 16,-7 1-16,-2 0 15</inkml:trace>
  <inkml:trace contextRef="#ctx0" brushRef="#br0" timeOffset="111348.89">13686 1152 0,'-2'-3'0,"-2"-3"0,-4-4 15,-5-7-15,-4-1 16,-2 1-16,0 0 16,-1 1-1,1 1-15,-4 4 0,-7 3 16,-4 0-16,-3 3 16,2 1-1,-1 2-15,-1 6 16,-2 2-16,-2 2 15,7 0-15,5 2 16,2 1-16,3 0 16,-1 2-16,-1 2 15,0-1-15,1 2 16,3-1-16,1-1 16,3 2-1,-1 5-15,1 6 16,-2 5-16,4 2 15,-1-1-15,3 3 16,3 1-16,3 5 16,4 4-16,4 0 15,5 1 1,2-2-16,6-2 0,3 2 16,3-5-1,3-2-15,4 2 16,6-2-16,5 3 15,0-6-15,-2-7 16,0-1-16,4-5 16,5-3-16,0-2 15,-4-6-15,1 1 16,5-4-16,5-4 16,0-5-1,5-7-15,-4 0 16,1-5-16,-2-6 15,-3-2-15,4-6 16,-1-7-16,-14 3 16,-3-4-16,-6 4 15,-3-1-15,-7 2 16,-8-6-16,-10 0 16,-3 1-1,-12-8-15,-2 1 16,-7-2-16,-8 0 15,-7 2-15,-5 2 16,-5 3-16,-5 1 16,-4 3-16,-4 4 15,-5 2-15,0 7 16,-10 5-16,-4 16 16,-11 6-1,-3 20-15</inkml:trace>
  <inkml:trace contextRef="#ctx0" brushRef="#br0" timeOffset="144098.84">8365 4109 0,'0'0'0,"-4"-1"0,4 1 0,-17-5 15,0 2-15,-1 3 16,-2 4-16,-2 5 15,0 3 1,0 2-16,2 2 16,4 1-16,3-2 15,2 1-15,4 0 16,3 3-16,5 2 16,6 2-16,7 2 15,6 2-15,8 4 16,6 2-16,-3-5 15,-4-5 1,-8-6 0,-9 2-1,-9 3-15,-11 0 16,-7-5-16,-6 0 16,-4-2-16,2-5 15,4-5-15,4-3 16,4-2-16,13 0 15,-16-7 1,13-3-16,5-6 16,8-12-16,10-12 15,15-12-15,6-1 16,0 1-16,-2 7 16,-6 4-16,2 0 15,-6 8-15,-7 7 16,-6 8-16,-6 7 15,-2 2-15,-8 9 16,6-7-16,-6 7 16,0 0-1,-12-3-15,-6 3 16,-7 3-16,4 4 16,6 1-16,2 3 15,9 4-15</inkml:trace>
  <inkml:trace contextRef="#ctx0" brushRef="#br0" timeOffset="144533.23">8560 4347 0,'0'0'0,"-2"4"15,-3 6-15,-8 15 16,-3 12-16,7 3 16,7-3-16,8-2 15,3-4-15,3-7 16,9-7-16,4-4 15,11-6 1,3-2-16,-10-5 16,-2-3-16,-8-7 15,0-16-15,-2-11 16,-6-9-16,-8 1 16,-5 4-16,-3 4 15,-3 5-15,-4 6 16,-12 7 15,-8 12-31,-4 12 16,3 12-16</inkml:trace>
  <inkml:trace contextRef="#ctx0" brushRef="#br0" timeOffset="146814.48">11921 4142 0,'0'0'0,"0"0"0,-3 0 16,3 0-16,0 0 15,-18 2-15,4 1 16,-2 7-16,-1 3 15,0 4-15,1 2 16,3 3-16,2-1 16,1 2-1,1 2-15,2 1 16,2 4-16,7-1 16,2 1-16,4-5 15,1-6-15,1-2 16,3-2-16,9-3 15,5-1-15,4-5 16,-1-6-16,-8-5 16,-3-3-16,-1-2 15,-1-7 1,-4-5-16,-3-1 16,-5 3-16,-3 1 15,-3 4-15,-2 4 16,-2 2-16,-7 3 15,-8 3-15,-9 1 16,-2 8-16,4 3 16,6 4-16,5 5 15,3-1-15,3 0 16</inkml:trace>
  <inkml:trace contextRef="#ctx0" brushRef="#br0" timeOffset="147231.85">12163 4354 0,'0'0'0,"-2"2"0,2-2 0,0 0 0,-13 11 16,0 2-16,-1 2 16,0 2-16,0 2 15,2-1 1,4-5-16,3-3 16,6 0-16,8 0 15,9 0-15,8-2 16,22-18-1,2-12 1,-1-4-16,-14 0 16,-20 10-16,-4-1 15,-5-1 1,-6 3-16,-9 1 0,-12 2 16,-22 9-1,-22 13-15,-2 8 16</inkml:trace>
  <inkml:trace contextRef="#ctx0" brushRef="#br0" timeOffset="148748.98">9024 4433 0,'0'0'0,"0"0"15,0 0-15,0-2 16,0 2-16,0 0 15,0 0-15,8-7 16,-8 7-16,17-11 16,-3 2-16,2 0 15,1 0-15,-1 2 16,0 1-16,2 2 16,2 2-1,-1 2-15,-1 2 16,-2 0-16,-2 0 15,-2 1-15,-1 1 16,0 0-16,-1 1 16,1 1-16,-1-2 15,-1 2-15,-9-6 16,17 9-16,-17-9 16,10 7-1,-10-7-15,0 0 16,0 0-16,10 5 15,-10-5-15,0 0 16,0 0-16,0 0 16,0 0-16,0 0 15,0 0-15,4-11 16,-7 3 0,1 0-16,-1-1 15,-1 1-15,0-1 16,0 0-16,0 3 15,4 6-15,-8-10 16,8 10-16,0 0 16,-4-7-16,4 7 15,0 0-15,0 0 16,0 0-16,0 0 16,13 1-1,-13-1-15,16 4 16,-16-4-16,18 12 15,-11-3-15,-2 5 16,-5 1-16,-6 4 16,-5 2-16,-1-2 15,-2-2-15,-4 1 16,2-3-16,2-1 16,4-4-1,10-10-15</inkml:trace>
  <inkml:trace contextRef="#ctx0" brushRef="#br0" timeOffset="149382.21">9610 3997 0,'0'0'0,"0"0"15,0 0-15,6 1 16,6 0-16,2 1 16,2-1-16,0-2 15,-2-1-15,-2 0 16,-2 0-16,-10 2 16,14-2-1,-14 2-15,0 0 16,0 0-16,10 9 15,-8 3-15,-3 6 16,-1 3-16,-3 3 16,-1 2-16,0-1 15,-1 0-15,1-2 16,1-3-16,0-3 16,1-4-16,2-3 15,-1-2 1,2-1-16</inkml:trace>
  <inkml:trace contextRef="#ctx0" brushRef="#br0" timeOffset="149985.57">10101 3957 0,'0'0'0,"0"0"16,0 0-16,0 0 16,-2 5-16,-3 5 15,-6 5-15,-2 4 16,-1-2-16,1-2 16,2-1-16,1-2 15,1 0 1,3-1-16,4 2 15,2 0-15,3 0 16,5 0-16,7 5 16,3 0-16,1-1 15,0 0-15,-6-5 16,-2-2-16,-3 0 16,-3-1-16,-4 4 15,-3-1-15,-5 3 16,-6 1-1,-3-1-15,-6-2 16,0-4-16,0-3 16,2-2-16,3-2 15,4-3-15,3-2 16,10 3-16,-8-15 16,11-2-16,6-11 15,12-6 1,7-1-16,4 0 15,-1 5-15,1 0 16,-5 3-16,-4 4 16,-5 6-16,-7 4 15,-4 1-15,-5 2 16,-14 2 15,-45 8-31,-50 30 16,-5 12-16</inkml:trace>
  <inkml:trace contextRef="#ctx0" brushRef="#br0" timeOffset="153232.24">9557 4488 0,'0'0'0,"0"0"0,0 0 15,0 0-15,0 0 16,3 2-16,-3-2 15,18 8 1,2-1-16,6 0 16,4-2-16,4 0 15,1-3-15,7 1 16,0-3-16,0-3 16,-3-1-16,-5 0 15,1 0-15,-3 0 16,-4 0-16,-2 1 15,-3 1 1,-1-1-16,-1 1 16,4-1-16,-1 1 15,3 0-15,-4-2 16,-6 1-16,1 1 16,-4-2-16,1 0 15,1-2-15,1-1 16,-2-1-16,0-2 15,-1 1 1,-1-2-16,0-3 16,-1-2-16,-2-2 15,-1-4-15,0 0 16,-3-3-16,-2-3 16,0-3-16,-2-3 15,-1-3-15,-1 1 16,0 3-16,-1 0 15,-3 2 1,-3 0-16,-1 0 16,-3 5-16,-3 4 15,-2-1-15,-3 3 16,-2 1-16,-1 0 16,-5 1-16,-1 1 15,-1 1-15,-1 3 16,2 4-16,-1 2 15,0 1 1,-5 1-16,0 2 16,-1 2-16,-2 2 15,2 2-15,-1 2 16,0 1-16,3 0 16,0 1-16,3 1 15,3 0-15,4 1 16,-1 1-16,-1 1 15,-1 2 1,1-1-16,4-1 16,3 2-16,3-2 15,-1 4-15,-1 2 16,2 2-16,0 3 16,3-1-16,2-1 15,1 1-15,0 3 16,-1 2-16,1 1 15,4-1-15,2-3 16,0-1 0,2 1-16,-1 3 15,0 3-15,2 1 16,1-5-16,0-1 16,2-5-16,2 2 15,3 4-15,3-1 16,0 3-16,1-4 15,-2-2 1,-1-2-16,0 3 0,3 2 16,0 1-1,-1-2-15,-2-5 16,1-4-16,4 1 16,1-2-16,3-1 15,2-3-15,0-3 16,0-2-16,1-4 15,2-3-15,-2-3 16,1-2 0,0-2-16,-2 0 15,-4 0-15,-2 0 16,-14 10-16,16-11 16,-16 11-16,10-7 15,-10 7-15,0 0 16,0 0-16,0 0 15,0 0-15,0 0 16,0 0 0,0 0-16,0 0 15,0 0-15,0 0 16,0 0-16,0 0 16,-7-7-16,7 7 15,0 0-15,0 0 16,0 0-16,0 0 15,0 0-15,0 0 16,0 0 0,0 0-16,0 0 15,0 0-15,0 0 16,0 0-16,0 0 16,0 0-16,0 0 15,0 0-15,0 0 16,0 0-16,0 0 15,0 0-15,0 0 16,0 0-16,0 0 16,0 0-1,-10-1-15,10 1 16,0 0-16,0 0 16,0 0-16,0 0 15,0 0-15,0 0 16,0 0-16,0 0 15,0 0-15,0 0 16,0 0 0,0 0-16,0 0 15,0 0-15,0 0 16,0 0-16,0 0 16,0 0-16,0 0 15,0 0-15,0 0 16,0 0-16,0 0 15,0 0-15,0 0 16,0 0-16,0 0 16,0 0-1,0 0-15,0 0 16,0 0-16,0 0 16,0 0-16,0 0 15,0 0-15,0 0 16,0 0-16,0 0 15,0 0-15,0 0 16,0 0-16,0 0 16,0 0-1,0 0-15,0 0 16,0 0-16,-10-4 16,10 4-16,0 0 15</inkml:trace>
  <inkml:trace contextRef="#ctx0" brushRef="#br0" timeOffset="156531.31">10180 4593 0,'0'0'0,"0"0"0,0 0 16,0 0-16,0 0 15,0 0-15,0 0 16,0 4-16,0-4 16,-1 10-16,1 1 15,-2 3-15,-2 3 16,0-2 0,1 0-16,0 1 15,0-1-15,0 1 16,0 4-16,-1-1 15,2 1-15,1-1 16,1-1-16,-1-3 16,1-2-16,0-1 15,1-3-15,-1-1 16,2 0-16,-2-8 16,4 11-1,-4-11-15,12 12 16,0-4-16,1-2 15,1-1-15,0-1 16,-1 0-16,1-2 16,2 0-16,1 0 15,1 0-15,6-1 16,8 1 0,1-1-16,-2-1 15,-3 0-15,6 0 16,4 0-16,3 0 15,-3 0-15,-7-1 16,8 1-16,6 0 16,2 0-16,-1 0 15,-4-2-15,7 0 16,0-1-16,0 1 16,0 0-1,1-1-15,2 0 16,0 1-16,-1 0 15,-3-1-15,1 1 16,-6 0-16,4 0 16,1 1-16,-2 0 15,1 0-15,-6 0 16,3 0-16,0 0 16,-5 1-1,-9 0-15,-2 0 16,0 0-16,2 0 15,-1 0-15,-4 0 16,-9 0-16,-5 0 16,-11 0-16,16-2 15,-16 2-15,11-3 16,-11 3-16,6-12 16,-4 1-1,0-3-15,-3-1 16,0 0-16,0 2 15,-1 1-15,1-1 16,-1-2-16,1 0 16,0 0-16,1 2 15,1 1-15,0 2 16,1 2-16,1 2 16,-3 6-1,3-9-15,-3 9 16,0 0-16,0 0 15,0 0-15,0 0 16,0 0-16,0 0 16,0 0-16,-17 4 15,-5 5-15,-2 2 16,4-2 0,3-1-16,2-2 15,2 0-15,3-2 16,10-4-16,-15 8 15,15-8-15,0 0 16,0 0-16,-11 5 16,11-5-16,0 0 15,0 0-15,5-10 16,2-2 0,7-3-16,5-2 15,4 5-15,2 2 16,-4 4-16,-5 2 15,-3 4-15,-1 1 16,0 4-16,1 4 16,-2 1-16,-1 2 15,-2 1 1,0 1-16,-2 0 16,1 4-16,-1 1 15,-1-1-15,-3-3 16,0-3-16,-1-3 15,0 3-15</inkml:trace>
  <inkml:trace contextRef="#ctx0" brushRef="#br0" timeOffset="160631.76">10823 4689 0,'0'0'0,"0"0"0,0 0 16,0 0-16,0 0 16,0 0-1,-1 3-15,0 4 16,-1 4-16,0 7 16,-3 2-16,-1 4 15,-2-2-15,0-2 16,1 2-16,-1 1 15,1-2-15</inkml:trace>
  <inkml:trace contextRef="#ctx0" brushRef="#br0" timeOffset="161348.2">11143 4685 0,'0'0'0,"0"0"15,0 0-15,-4 1 16,4-1-16,-16 8 15,5-4-15,-1 2 16,1 0-16,2 2 16,1-1-1,1-1-15,7-6 16,-9 12-16,8-5 16,2 2-16,7 7 15,3 1-15,7 4 16,0-5-16,2-1 15,2 1-15,-3-3 16,-3-2-16,-2-1 16,-4-4-1,-10-6-15,13 8 16,-13-8-16,1 11 16,-4-1-16,-6 1 15,0-3-15,-2-1 16,1-3-16,10-4 15,-14 5-15,14-5 16,-10 1 0,10-1-16,0 0 15,-7-10-15,9-5 16,5-10-16,10-12 16,2 1-16,1 5 15,-3 5-15,-2 4 16,0 1-16,-4 3 15,-2 4 17,-4 7-32,-5 7 15,0 0-15,0 0 16,-14 1-16,-4 9 16,-2 5-16,0 3 15,-1 1-15</inkml:trace>
  <inkml:trace contextRef="#ctx0" brushRef="#br0" timeOffset="162315.23">11463 4491 0,'0'0'0,"-3"-2"15,3 2 1,-16-10-16,-7-3 16,-15 5-16,-5 1 15,0 3-15,-3 1 16,-3 1-16,0 1 15,1 3-15,-1-1 16,1 2-16,2 0 16,6 5-16,3 3 15,-2 2-15,-4 4 16,0 1 0,4 6-16,10 5 15,3-1-15,6-1 16,0 2-16,1 0 15,4 3-15,3-7 16,6-5-16,1 0 16,5 2-16,8 7 15,1 0 1,2-3-16,5 0 16,-1-2-16,3-1 15,8 8-15,6 3 16,7-3-16,-1-6 15,-4-11-15,2-1 16,4-3-16,4-2 16,-5-3-1,-4-4-15,-1-4 16,6-3-16,6-7 16,-2-5-16,-2-3 15,2-4-15,-2 2 16,-4-1-16,-1 0 15,-9-3-15,-3-3 16,-6-5-16,-4-2 16,-7 8-16,-5 2 15,0 5 1,-4 0-16,-2 1 16,-2 0-16,-4-1 15,-1 2-15,1 2 16,-4 3-1,0 1 1,0 2-16,2 4 16,1 3-16,10 5 15,-16-4 1,16 4-16,-10 0 16,10 0-16,0 0 15,-10 1-15,10-1 16,0 0-16,0 0 15,0 0-15,0 0 16,0 0-16,-9 7 16,9-7-16,0 0 15,0 0 1,0 0-16</inkml:trace>
  <inkml:trace contextRef="#ctx0" brushRef="#br0" timeOffset="163532.07">10479 4042 0,'0'0'0,"0"0"0,0 0 16,0 0-16,-1-2 15,1 2-15,0 0 16,0 0-16,-3-8 15,3 8-15,4-16 16,1 0-16,4-2 16,5 1-16,6 0 15,5 2 1,6-2-16,-2 4 16,-3 1-16,-2 3 15,-2 4-15,2 0 16,-2 3-16,0 2 15,-3 2-15,0 3 16,-5-1-16,-4 1 16,-10-5-16,16 9 15,-16-9-15,8 8 16,-8-8 0,0 0-16,0 0 15,8 7-15,-8-7 16,0 0-16,0 0 15,0 0-15,0 0 16,0 0-16,-13-2 16,1 0-16,2-2 15,0-2-15,10 6 16,-14-9-16,14 9 16,-8-8-1,8 8-15,0 0 16,0 0-16,-6-7 15,6 7-15,0 0 16,0 0-16,11 8 16,-2-1-16,1 1 15,-2 0-15,-1-1 16,-1 1 0,-3 4-16,-2 2 15,-4 0-15,-3 0 16,-3 3-16,-4 0 15,-5 2-15,8-8 16</inkml:trace>
  <inkml:trace contextRef="#ctx0" brushRef="#br0" timeOffset="164998.17">11072 3838 0,'0'0'0,"0"0"16,0 0-16,0 0 15,0 0-15,0 0 16,0 0-16,0 0 16,2 0-16,-2 0 15,12 0 1,1 0-16,4-1 15,1 0-15,-2-1 16,-1 0-16,-2 0 16,-3 2-16,-10 0 15,13-2-15,-13 2 16,10-1-16,-10 1 16,0 0-16,13 3 15,-13-3 1,0 0-16,0 0 15,9 8-15,-9-8 16,2 8-16,-2-2 16,-3 5-16,-2 3 15,-3 4-15,-3 2 16,0-1-16,-1-1 16,3-3-16,-1 0 15,1-2 1,0 1-16,1-2 15,1-1-15,2-4 16,5-7-16,-6 9 16,6-9-16,0 0 15,-5 6-15,5-6 16,0 0-16,0 0 16,0 0-16,0 0 15,0 0 1</inkml:trace>
  <inkml:trace contextRef="#ctx0" brushRef="#br0" timeOffset="166483.13">11437 3954 0,'0'0'0,"0"0"0,-3-1 16,3 1-16,0 0 15,-16-1-15,16 1 16,-21 4-16,11 0 16,1 2-16,-1 0 15,1 2-15,2-1 16,0 0-16,2 2 15,0 3 1,3-1-16,1-1 16,3-2-16,0-1 15,4 1-15,1 0 16,1 0-16,1-1 16,1-2-16,1-3 15,2-2 1,3-3-1,2-7 1,-1-3-16,-4-1 16,-4 0-16,-5-1 15,-3-1-15,-1 2 16,-3-1-16,-2 2 16,-2 3-16,-10 3 15,-13 8-15,-25 19 16</inkml:trace>
  <inkml:trace contextRef="#ctx0" brushRef="#br0" timeOffset="168048.51">11698 4043 0,'0'0'0,"5"0"15,-5 0-15,21 0 16,1 1-16,0 1 16,3 0-16,4 1 15,0 0-15,-5-1 16,-4 0-16,-6 0 15,1 0-15,0 2 16,-2-1-16,-1 1 16,1 1-1,0 1-15,0-1 16,-1 0-16,-12-5 16,12 7-16,-12-7 15,0 0-15,7 9 16,-7-9-16,0 0 15,0 0-15,3 7 16,-3-7-16,0 0 16,0 0-1,0 0-15,0 0 16,0 0-16,0 0 16,0 0-16,0 0 15,0 0-15,-2-6 16,2 6-16,0 0 15,0 0-15,0 0 16,0 0-16,-3-7 16,3 7-16,15 0 15</inkml:trace>
  <inkml:trace contextRef="#ctx0" brushRef="#br0" timeOffset="170413.92">12003 3678 0,'0'0'0,"0"0"16,-1-2-16,1 2 15,0 0-15,-8-7 16,8 7-16,0 0 15,0 0-15,0 0 16,0 0-16,-9-4 16,9 4-16,-10 12 15,1 1-15,-2 3 16,1 1-16,-2 2 16,3-1-1,5 0-15,-1 0 16,0-1-16,1-3 15,3-1-15,11 4 16,-1-4-16</inkml:trace>
  <inkml:trace contextRef="#ctx0" brushRef="#br0" timeOffset="170848.44">12225 3790 0,'-1'-4'0,"1"4"16,0 0 0,0 0-16,-16-2 15,0 4-15,1 5 16,-1 5-16,0 1 15,3 3-15,1-2 16,6 2-16,2-1 16,2-3-16,3-4 15,-1-8 1,6 10-16,-6-10 16,20 9-16,-6-6 15,-2-6-15,4-1 16,1-4-16,-3 1 15,-3 1-15,-2-3 16,-4-1-16,-2-10 16,-6-4-16,-1 8 15,-5 7-15,-3 1 16,-5 2 0,-5-1-16,-1 9 15,5 10-15</inkml:trace>
  <inkml:trace contextRef="#ctx0" brushRef="#br0" timeOffset="173731.86">11352 4467 0,'0'0'0,"0"0"0,0 0 15,0 0-15,0-2 16,0 2-16,3-14 16,0 2-16,0-4 15,-2 8-15,-1 8 16,-5-12-16,-3 4 16,-6-2-16,-2 0 15,-6 0 1,-7 1-16,-7 2 15,-5 4-15,-1 3 16,3 2-16,1 3 16,-3 2-16,-4 6 15,1 4-15,1 1 16,-3 3-16,-1-1 16,3-1-16,8-1 15,5 0 1,3 0-16,2 2 15,0-1-15,5-1 16,0 2-16,2 1 16,5-3-16,2 0 15,5-3-15,2-3 16,1 3-16,2 2 16,5 8-16,4 4 15,3 1-15,7-1 16,-2-3-1,5 0-15,-3-5 16,-2-4-16,-2-1 16,2 0-16,1 2 15,0 0-15,3 4 16,1 1-16,4 4 16,-1-4-16,0-4 15,-5-5 1,-2-2-16,0-3 15,-1-2-15,5 2 16,6 1-16,4 0 16,4-3-16,-6-5 15,-2-1-15,3-2 16,-2-1-16,3 1 16,1-1-16,-2-1 15,-2-1 1,-1 0-16,1-2 15,2-1-15,1-1 16,0 0-16,-5 1 16,1-2-16,-4-4 15,-1-6-15,-2-2 16,-4 2-16,-2 0 16,-3 1-1,2-2-15,0-2 0,-1-5 16,0 0-1,-4 0-15,-7-6 16,-2 6-16,-3-7 16,-3-1-16,1 4 15,-5-17 1,-1 1 0,-6 0-16,-3 6 15,3 12 1,-4 2-16,-2 5 0,-4 3 15,-3 5 1,-5 3-16,-1 1 16,-1 3-16,-1 1 15,3 3-15,-3 2 16,3 1-16,3 2 16,0 0-16,5 0 15,2 1-15,6-1 16,4 2-16,4-1 15,2-1 1,11-2-16,-14 5 16,14-5-16,0 0 15,-10 4-15,10-4 16,0 0-16,0 0 16,0 0-16,0 0 15,0 0-15,-6 6 16,6-6-1,0 0-15,0 0 16,0 0-16,0 0 16,0 0-16,0 0 15,0 0-15,0 0 16,0 0-16,0 0 16,0 0-16,0 0 15,0 0 1,-5 8-16</inkml:trace>
  <inkml:trace contextRef="#ctx0" brushRef="#br0" timeOffset="177314.36">12391 3754 0,'0'0'0,"0"0"0,0-3 15,0 3-15,-2-7 16,2 7-16,-4-13 16,2 7-16,-1-2 15,1 3-15,-2-3 16,0 0-16,1-1 15,-2-1 1,-1-1-16,-8-2 16,-3 0-16,-2 2 15,2 2-15,1 3 16,-4 0-16,-3 1 16,-5 0-16,-1 0 15,1 3-15,1 1 16,-1 4-16,-1 0 15,-2 1 1,1-1-16,-5 2 16,2 1-16,3 1 15,3 2-15,5-1 16,3-1-16,-1 3 16,-2 3-16,0 0 15,-1 2-15,3 0 16,6-1-16,-1 5 15,2 2 1,1 0-16,2-2 16,4-3-16,1-2 15,2-1-15,1 2 16,3 1-16,1 1 16,4 0-16,3 3 15,5 4-15,3 1 16,3 1-16,-2-6 15,-3-1 1,1-2-16,-1-2 16,1 0-16,3-1 15,8 1-15,6-1 16,3-4-16,0-4 16,-2-4-16,5-2 15,5 0-15,3-4 16,-5-3-16,4-2 15,1-3 1,2-2-16,-1-1 16,-8-2-16,0-4 15,-5 2-15,-2-1 16,-5 2-16,-5 2 16,-4 0-16,-6 3 15,-4 1-15,-3 1 16,-2 0-16,-2-2 15,-4-2 1,-3-3-16,-4-4 16,-4 0-16,-2 3 15,-4-3-15,-3-1 16,-1 3-16,-1 1 16,2 4-16,1 1 15,-2 2-15,2 1 16,1 3-16,4 2 15,4 2-15,12 4 16,-15-6-16,15 6 16,0 0-1,-12-4-15,12 4 16,0 0-16,0 0 16,0 0-16,0 0 15,-10 1-15,10-1 16,0 0-16,0 0 15,0 0-15,0 0 16,0 0 0,0 0-16,0 0 15,0 0-15,0 0 16,-8 7-16,8-7 16,0 0-16,0 0 15,0 0-15,0 0 16,0 0-16,0 0 15,0 0 1,0 0-16,0 0 16,0 0-16,0 0 15,0 0-15,-7 6 16,7-6-16,0 0 16,0 0-16,0 0 15,0 0-15,0 0 16,0 0-16,0 0 15,0 0-15,0 0 16,0 0 0,0 0-16,0 0 15,0 0-15,0 0 16,0 0-16,0 0 16,0 0-16,0 0 15,0 0-15,0 0 16,0 0-16,0 0 15,0 0-15,0 0 16,0 0-16,0 0 16,0 0-1,0 0-15,0 0 16,0 0-16,0 0 16,0 0-16,0 0 15,0 0-15,0 0 16,0 0-16,0 0 15,0 0-15,0 0 16,0 0-16,0 0 16,0 0-1,0 0-15,0 0 16,0 0-16,0 0 16,0 0-16,0 0 15,0 0-15,0 0 16,0 0-16,0 0 15,0 0-15,0 0 16,0 0-16,0 0 16,0 0-1,0 0-15,0 0 16,0 0-16,0 0 16,0 0-16,0 0 15,0 0-15,0 0 16,0 0-16,0 0 15,0 0-15,0 0 16,0 0-16,0 0 16,0 0-1,0 0-15,0 0 16,0 0-16,0 7 16,0-7-16,0 0 15,0 0-15,0 0 16,0 0-16,0 0 15,0 0-15,0 0 16,0 0-16,0 0 16,0 0-1,0 0-15,0 0 16,0 0-16,0 0 16,0 0-16,0 0 15,0 0-15,0 0 16,0 0-16,0 0 15,0 0-15,0 0 16,0 0-16,0 0 16,0 0-1,0 0-15,0 0 16,0 0-16,0 0 16,0 0-16,0 0 15,0 0-15,0 0 16,0 0-16,0 0 15,0 0-15,0 0 16,0 0-16,0 0 16,0 0-1,0 0-15,0 0 16,0 0-16,0 0 16,0 0-16,0 0 15,0 0-15,0 0 16,0 0-16,0 0 15,0 0-15,0 0 16,0 0-16,0 0 16,0 0-1,0 0-15,0 0 16,0 0-16,0 0 16,0 0-16,0 0 15,0 0-15,0 0 16,0 0-16,0 0 15,0 0-15,0 0 16,0 0-16,0 0 16,0 0-16,0 0 15,0 0 1,0 0-16,0 0 16,0 0-16,0 0 15,0 0-15,0 0 16,0 0-16,0 0 15,0 0-15,0 0 16,0 0-16,0 0 16,0 0-16,0 0 15,0 0 1,0 0-16,0 0 16,0 0-16,0 0 15,0 0-15,0 0 16,0 0-16,0 0 15,0 0-15,0 0 16,0 0-16,0 0 16,0 0-16,0 0 15,0 0 1,-3 6-16,3-6 16,0 0-16,0 0 15,0 0-15,0 0 16,0 0-16,0 0 15,0 0-15,0 0 16,0 0-16,0 0 16,0 0-16,0 0 15,0 0-15,0 0 16,0 0 0,0 0-16,0 0 15,0 0-15,0 0 16,0 0-16,0 0 15,0 0-15,0 0 16,0 0-16,0 0 16,0 0-16,0 0 15,0 0 1,0 0-16,0 0 16,0 0-16,0 0 15,0 0-15,0 0 16,0 0-16,0 0 15,0 0-15,0 0 16,0 0-16,0 0 16,0 0-16,0 0 15,0 0 1,0 0-16,0 0 16,0 0-16,0 0 15,0 0-15,0 0 16,0 0-16,0 0 15,0 0-15,0 0 16,0 0-16,0 0 16,0 0-16,0 0 15,0 0 1</inkml:trace>
  <inkml:trace contextRef="#ctx0" brushRef="#br0" timeOffset="179315.43">8606 4840 0,'0'0'0,"0"0"0,0 3 0,0-3 15,4 17-15,-1 0 16,1 1 0,3 2-16,1-1 15,4-1-15,4 1 16,3-1-16,6 0 15,3-1-15,5-1 16,7-4-16,4-2 16,7-2-16,5-4 15,2-1-15,3-1 16,-1-1 0,1-1-16,1 0 15,-1 0-15,1 0 16,-3 0-16,1 0 15,2 0-15,-3 0 16,0 1-16,0 0 16,0 0-16,0 0 15,-5 0-15,2-1 16,-1 1-16,0 0 16,0 0-1,-2 0-15,-3 0 16,-2-1-16,-3 0 15,1 0-15,-2 0 16,1 0-16,-2 0 16,1 0-16,1 0 15,2 0-15,1 2 16,0 0 0,-1 0-16,0 1 15,-2-1-15,-1 1 16,1 0-16,-1 1 15,1 0-15,-2 0 16,0-2-16,1 2 16,0-1-16,2 0 15,-2 0-15,3 1 16,-2-1-16,1 0 16,-6 0-16,2-1 15,1 0 1,2 1-16,-1-1 15,0 1-15,1-1 16,-3-1-16,-2-2 16,-6-1-16,-1-2 15,3-2-15,-5 0 16,-2 1-16,-6 1 16,-5 1-1,-3 0-15,-2 1 16,-3 1-16,-10 1 15,16-4-15,-16 4 16,17-5-16,-6 0 16,2 1-16,-1-2 15,0-1-15,1 1 16,-1 0-16,0-1 16,-2 2-1,1-2-15,-1 2 16,-10 5-16,19-9 15,-8 3-15,-1 2 16,-10 4-16,17-9 16,-17 9-16,13-7 15,-13 7-15,0 0 16,13-6 0,-13 6-16,0 0 15,0 0-15,0 0 16,7-7-16,-7 7 15,0 0-15,0 0 16,0 0-16,4-7 16,-4 7-16,9-7 15</inkml:trace>
  <inkml:trace contextRef="#ctx0" brushRef="#br0" timeOffset="204082.29">9438 4879 0,'0'0'0,"0"0"0,-4 2 15,4-2-15,0 0 16,-8 7-16,8-7 16,0 6-16,0-6 15,0 0-15,19 11 16,-4-12-16,3-5 16</inkml:trace>
  <inkml:trace contextRef="#ctx0" brushRef="#br0" timeOffset="-199465.35">10485 6381 0,'0'0'0,"0"0"0,0 0 0,2 3 15,-1 6 1,3 12-16,4 17 16,-3 10-16,0 4 15,0 3-15,-1 0 16,-2-5-16,1-8 15,0-6 1,4-6 0,4-9-16,-2-12 15,-9-9 1,20-7-16,-4-12 16,-1-7-16,-1-6 15,-1-5-15,-3 9 16,-3 5-16,-2 10 15,0 3-15,3 3 16,9 8-16,5 10 16,5 9-16,2 15 15,-2 0-15,-6 3 16,3 7 0,-5-5-16,-5-3 15,-3-11-15,-5-12 16,-2-7-16,-4-7 15,0 0-15,16-3 16,-7-17-16,8-22 16,-5-7-16,-1 0 15,-4-5 1,-6 7-16,-3 1 16,-1 4-16,0 7 31,1 5-31,0 12 15,1 7-15,1 11 16,7-8-16,6 12 16</inkml:trace>
  <inkml:trace contextRef="#ctx0" brushRef="#br0" timeOffset="-199065.8">11251 6586 0,'0'0'0,"0"0"0,3-1 16,8-3 0,15-4-16,11-4 15,4-3-15,-3 1 16,-3-1-16,0 1 15,-6 3-15,-7 4 16,-5 6-16,-4 4 16,-13-3-16</inkml:trace>
  <inkml:trace contextRef="#ctx0" brushRef="#br0" timeOffset="-198815.72">11229 6846 0,'0'0'0,"0"0"0,0 0 16,9-5 0,12-7-16,17-7 15,5-1-15,-1 2 16,-8 4-16,-5 1 15,-4 2-15,-8 3 16,-3 2-16,-3 1 16,-1 5-16,-10 0 15</inkml:trace>
  <inkml:trace contextRef="#ctx0" brushRef="#br0" timeOffset="-198181.85">11734 6382 0,'0'0'0,"0"0"15,0 0-15,0 0 16,0 2-16,-2 9 15,-2 12-15,1 17 16,1 10-16,1 1 16,4 3-16,2-11 15,8-4 17,4-5-32,-3-13 15,2-10-15,-6-11 16,5-11-16,1-14 15,3-11-15,2-6 16,-4 5-16,-4 8 16,-6 8-16,-3 8 15,-1 4-15,-3 9 16,7-8 0,3 12-16,6 12 15,8 6-15,1 9 16,1 8-16,9 12 15,-1-2-15,-9-17 16,1-24-16,-6-9 16,-1-9-16,4-15 15,-4 8 1,1-14-16,-6 8 0,-3-10 16,-11-13-1,0-2-15,-7-4 16,-2 18-16,4 7 15,1 9-15,0 5 16,2 3-16,2 10 16,-2-9-16,12 6 15,7 3-15</inkml:trace>
  <inkml:trace contextRef="#ctx0" brushRef="#br0" timeOffset="-197899.79">12517 6546 0,'-1'-2'0,"1"2"0,0 0 16,0 0-16,0 0 15,0 0-15,12-4 16,9-4-16,2-2 16,4-5-16,-2 1 15,-6 3-15,-3 3 16,-5 2-16,-11 6 16,10-1-1</inkml:trace>
  <inkml:trace contextRef="#ctx0" brushRef="#br0" timeOffset="-197032.18">13295 6109 0,'0'0'0,"0"0"16,0 0-16,0 0 16,0 0-16,0 2 15,0-2-15,-5 22 16,-4 13-16,-8 13 16,-7 11-1,-3 0-15,-5 9 16,-18 39-1,3-5 1,4-10-16,9-26 16,14-35-16,3-6 15,3-7-15,1-9 16,-5-4 0,-7-4-16,-3-7 15,6-5-15,5-13 16,3-11-16,2-5 15,3-4-15,5 8 16,6 2-16,7 1 16,5 4-16,4 4 15,3 6-15,4 8 16,6 5-16,3 6 16,3 7-1,2 10-15,-4 4 16,-5 4-16,-7-3 15,-3 1-15,-3 0 16,-3 2-16,-5-5 16,-5-7-16,0-6 15,-4-7 1,4 7-16,8-10 16,10 0-16,9-4 0</inkml:trace>
  <inkml:trace contextRef="#ctx0" brushRef="#br0" timeOffset="-196332.61">13805 5984 0,'0'0'0,"0"0"0,0 0 0,0 0 16,0 0-16,1 2 15,-1-2-15,14 19 16,4 7-16,6 7 16,-1 0-16,-1-2 15,-5 28 1,-12 17 0,-6 2-1,-20-12-15,-3-29 16,-14 0-16,0 1 15,5-17-15,-1-7 16,5-14-16,2-11 16,6 2-16,2-11 15,6-1-15,7-9 16,9-7-16,6-10 16,4 2-16,6 4 15,-1 9 1,-3 9-16,-3 8 15,-2 7-15,-10 8 16,15-3-16,-15 3 16,17 11-16</inkml:trace>
  <inkml:trace contextRef="#ctx0" brushRef="#br0" timeOffset="-195931.93">14092 6101 0,'0'0'0,"5"-4"16,-5 4-16,25-20 16,13-1-16,8 2 15,4 5 1,1 1-16,-8 5 15,-4 0-15,-7 3 16,-14 2-16,-5 0 16,-13 3-16</inkml:trace>
  <inkml:trace contextRef="#ctx0" brushRef="#br0" timeOffset="-195598.5">14271 6133 0,'0'0'0,"-2"3"0,2-3 16,-16 15-16,3 2 16,0 5-16,6 6 15,0 1-15,8 5 16,10 4-16,0-3 16,5 2-16,-5-10 15,3 3-15,-1-5 16,-5-8-1,-3-5-15,-1-3 16,-4-9-16,-1 11 16,1-11-16,-36 0 15,-9-9-15,2-4 16,6 1-16,13 3 16,-1-1-16,3 2 15,2 0-15,4 3 16,7 2-1,9 3-15,0 0 16,0 0-16,21-6 16</inkml:trace>
  <inkml:trace contextRef="#ctx0" brushRef="#br0" timeOffset="-195016.12">13528 6771 0,'0'2'0,"0"-2"0,0 8 16,0-8-1,7 7-15,7-8 16,22 1-16,23-9 16,7-25-16,0 10 15,15-10-15,0 6 16,25 11-16,-10-1 16,2 0-16,-7 2 15,-22 4-15,-3 1 16,-19 3-1,-8 3-15,-13 2 16,-9 1-16,-7 2 16,-10 0-16,0 0 15,11-1-15,-11 1 16,0 0-16,-8 9 16,-11 7-16</inkml:trace>
  <inkml:trace contextRef="#ctx0" brushRef="#br0" timeOffset="-194449.09">13677 6969 0,'0'0'0,"0"-5"0,0-6 15,-1-7-15,2-2 16,1 14-16,-2 6 16,16 6-16,1 4 15,-1 2-15,-1 1 16,1 9-16,-1 8 15,-1 12 1,-7-3-16,0 11 16,-5 28-1,-8-18 1,-6 6-16,-5-23 16,-2-21-16,-3-5 15,3-4-15,1-6 16,7-4-16,11-3 15,-16 1 1,16-1-16,0 0 16,-9-24-16,13-8 15,9-12-15,1 6 16,3 11-16,8 3 16,2 3-16,4 5 15,-7 3-15,-11 7 16,-13 6-1,0 0-15,0 0 16,0 0-16,-7 22 16,-10 2-16,3-3 15</inkml:trace>
  <inkml:trace contextRef="#ctx0" brushRef="#br0" timeOffset="-192249.12">14118 7017 0,'0'0'0,"0"0"16,0 0-16,0 0 15,0 6-15,0 9 16,0 14-16,-3 8 15,0-3-15,1-3 16,0-9-16,2-7 16,-1-2-1,1-6-15,0-7 0,3 9 16,-3-9 0,30-4-16,-2-8 15,-1-8-15,-7-3 16,-2-3-16,-4 4 15,-1 2-15,-6 8 16,-2 4-16,-5 8 16,0 0-1,0 0-15,11 12 16,-1 14-16,-1 0 16,0-4-16,0 0 15,3 0-15,13-4 16,4-5-16,-2-7 15,-4-8-15,4-8 16,-1-7-16,1-10 16,-4-1-1,-10-1-15,-5 2 16,-7 0-16,-3-1 16,0 3-16,-1 7 15,0 5-15,2 7 16,1 6-16,0 0 15</inkml:trace>
  <inkml:trace contextRef="#ctx0" brushRef="#br0" timeOffset="-187815.35">14709 5894 0,'0'0'0,"0"-2"16,0 2-16,0 0 16,-6-8-1,6 8-15,-14-10 16,14 10-16,-13-10 15,13 10-15,-9-7 16,9 7-16,0 0 16,-13-8-16,13 8 15,0 0-15,0 0 16,-12-6-16,12 6 16,0 0-16,-11-6 15,11 6 1,-14-6-16,1 0 15,0-1-15,-1-1 16,2 1-16,3 0 16,-1 1-16,0-1 15,10 7-15,-19-12 16,8 6-16,-4 1 16,-7 3-16,-3 2 15,-4 2 1,3 2-16,3 1 15,4 0-15,2 1 16,2 0-16,-1 1 16,-2 3-16,0 2 15,-2 4 1,-5 5 0,0 4-1,6-3-15,6-4 16,7-5-16,0 2 15,-1 2-15,0 1 16,-2 7-16,-2 5 16,-2 3-16,2-4 15,1-4-15,0 1 16,-1 1 0,-3 0-16,5-4 15,0-4-15,1 0 16,0-1-16,-1 3 15,0-1-15,1-2 16,0-2-16,3-1 16,1 2-16,1-3 15,2 6-15,2 4 16,0 0-16,-1 0 16,1-6-1,2 13-15,3 22 16,-3-28-16,-1-10 15,-1-4-15,-1-11 16,4 28-16,3-2 16,0-5-16,6 10 15,-3-23-15,1 1 16,0-5-16,2 1 16,1-1-1,1-4-15,-1-1 16,-3 0-16,8 0 15,10 1-15,9 1 16,-2-1-16,-9 0 16,0 0-16,1-1 15,9-10-15,-3-6 16,3-8-16,-2 1 16,-9 6-16,6-4 15,0 2 1,1 0-16,-3 1 15,-3 3-15,0-6 16,-2-9-16,-3 4 16,-3 2-16,0-1 15,3-3-15,-3-2 16,-3 1-16,-2-4 16,-3 2-16,-1 2 15,-4 5 1,-1 3-16,-2 1 15,-3 1-15,0-1 16,-3 1-16,-2-1 16,-1 0-16,-1 2 15,-1 0-15,-1 1 16,-1 2-16,0-1 16,-4 0-16,-1-1 15,-1 2-15,0 1 16,-1 2-1,-1 2-15,0 1 16,0 1-16,-1 1 16,1 0-16,0 2 15,1-2-15,1 2 16,3 2-16,2 2 16,1 0-16,10 2 15,-14-2 1,14 2-16,0 0 15,-12 2-15,12-2 16,0 0-16,0 0 16,0 0-16,0 0 15,0 0-15,0 0 16,-9 4-16,9-4 16,0 0-16,0 0 15,0 0 1,0 0-16,0 0 15,0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0-1,0 0-15,0 0 16,0 0-16,0 0 16,0 0-16</inkml:trace>
  <inkml:trace contextRef="#ctx0" brushRef="#br0" timeOffset="-185749.13">1515 116 0,'0'0'0,"0"0"0,0 0 16,0 0-16,-3 0 16,3 0-16,0 0 15,0 0-15,0 0 16,-6 7-16,6-7 15,-8 10-15,-3 3 16,-11 15 0,-8 11-16,-1 0 15,2 2-15,5 3 16,4 2-16,5 2 16,5-5-16,4 1 15,6-4-15,6-3 16,2-4-16,5-6 15,3-1-15,2-4 16,3-3 0,4-6-16,5-1 15,6-2-15,6-2 16,2-5-16,2-3 16,-1-1-16,7-4 15,-9-7-15</inkml:trace>
  <inkml:trace contextRef="#ctx0" brushRef="#br0" timeOffset="-185348.76">1913 217 0,'0'0'0,"0"0"0,0 0 0,0 0 0,0 0 16,0 0-16,0 0 15,0 0-15,7 3 16,11 2-16,14 1 16,12-4-1,4-2-15,3-3 16,2-2-16,-2-1 16,-2 1-16,-5 1 15,-5 0-15,-3 2 16,-7 3-16,-8 2 15,-7-1-15,-14-2 16</inkml:trace>
  <inkml:trace contextRef="#ctx0" brushRef="#br0" timeOffset="-184915.44">2224 292 0,'0'0'0,"0"0"0,0 0 16,-2 1-16,2-1 15,0 0-15,0 0 16,0 0-16,0 0 16,-7 7-16,6 0 15,0 5 1,1 7-16,3 6 16,3 0-16,2 5 15,1-1-15,1 1 16,0 3-16,-1-4 15,-1-2-15,0 0 16,-4-1-16,-3-5 16,-2-5-16,-1-5 15,-1-3 1,-2-1-16,5-7 16,-21 9-16,2-9 15,-3-3-15,-1-5 16,-1-3-16,5 0 15,0-1-15,0-2 16,1 1-16,4 0 16,3 3-1,3-2-15,7-8 16</inkml:trace>
  <inkml:trace contextRef="#ctx0" brushRef="#br0" timeOffset="-184565.85">2396 197 0,'0'0'0,"0"0"16,0 0-16,0 0 15,2 2-15,-2-2 16,8 11-16,3 2 15,3 4-15,4 4 16,4 2-16,5 0 16,2 3-1,0 0-15,1 1 16,-2 10-16,-8 1 16,-6-2-16,-7 13 15,-5 1-15,-11 2 16,-13 7-16,-6-9 15,-8 4-15,1-5 16,-1-11-16,3-7 16,-1-8-16,3-6 15</inkml:trace>
  <inkml:trace contextRef="#ctx0" brushRef="#br0" timeOffset="-180966.01">815 3049 0,'0'0'0,"0"0"0,0 0 15,0 0-15,-1 1 16,-1 7-16,-5 12 16,-4 16-16,-4 9 15,-4 1 1,-3 3-16,-3 2 15,1-3-15,1 0 16,-1-3-16,4-3 16,0-3-16,2-3 15,4-8-15,4-7 16,1-3-16,3-3 16,2-1-16,1-3 15,1-4 1,2-7-16,0 11 15,0-11-15,0 8 16,0-8-16,0 0 16,0 6-16,0-6 15,0 0-15,0 0 16,6 10-16,-6-10 16,9 13-16,0-4 15,7 1 1,10-3-16,9 3 15,5-5-15,4-5 16,-3 0-16,0-1 16,-4-1-16,-5 0 15,-4-1-15,-5 2 16,-8 0-16,-3 0 16,-12 1-16,11 0 15,-11 0 1,0 0-16,0 0 15,0 0-15,0 0 16,15-8-16,1-12 16</inkml:trace>
  <inkml:trace contextRef="#ctx0" brushRef="#br0" timeOffset="-179649.08">1141 2770 0,'-3'-2'0,"3"2"0,0 0 0,-19-13 0,-9-2 15,-6-1 1,0 2-16,0 2 15,-5 0-15,1 3 16,-4 3-16,1 1 16,-2 3-16,1 3 15,-2 8-15,1 7 16,0 7-16,1 6 16,0 10-16,1 11 15,2 3-15,1 13 16,6 0-1,5 5-15,4 3 16,4 3-16,5 0 16,5-2-16,5-3 15,3-1-15,4-3 16,5 7-16,4-1 16,8-11-16,6-2 15,9-6-15,9-3 16,3-2-1,-2-9-15,2-5 16,3-8-16,6-5 16,5-9-16,0-6 15,7-8-15,4-7 16,-2-8-16,3-6 16,0-7-16,-6-13 15,2-4-15,2-7 16,-6-10-1,-4 0-15,-1-12 16,-10-5-16,-6 4 16,-7-3-16,-14-1 15,-5 10-15,-8-4 16,-6 1-16,-6 10 16,-7 1-16,-6 9 15,-10 1 1,-4 2-16,-8 6 15,-6 3-15,-3 8 16,-7 1-16,2 5 16,0 3-16,0 5 15,5 2-15,3 3 16,3 3-16,6 0 16,4 1-16,3 2 15,3 2-15,5 1 16,4 3-1,1 1-15,3 0 16,1 1-16,10-1 16,-16 4-16,16-4 15,-11 4-15,11-4 16,0 0-16,0 0 16,0 0-16,0 0 15,0 0-15,-11 6 16,11-6-1,0 0-15,0 0 16,0 0-16,0 0 16,0 0-16,-3 7 15,3-7-15,0 0 16,0 0-16,0 0 16,0 0-16,-3 7 15,3-7-15,0 0 16,0 0-16,0 0 15,0 0 1,0 0-16,0 0 16,0 0-16,0 0 15,0 0-15,0 0 16,0 0-16,-5 7 16,5-7-16,0 0 15,0 0-15,0 0 16,0 0-1,0 0-15,0 0 16,0 0-16,0 0 16,0 0-16,0 0 15,0 0-15,0 0 16,0 0-16,0 0 16</inkml:trace>
  <inkml:trace contextRef="#ctx0" brushRef="#br0" timeOffset="-168999.11">14640 6357 0,'0'0'0,"0"0"0,0 0 0,0 0 15,-3 2-15,3-2 16,-2 12-16,0 2 15,0 2-15,-1 1 16,1-1-16,-1 2 16,3-1-16,0-3 15,3 1 1,-1-2-16,2-1 16,1-1-16,0-4 15,-5-7-15,22 5 16,0-11-16,10-8 15,8-10-15,2-3 16,2-6-16,3-4 16,-2 1-16,0 0 15,-3 2 1,-5 2-16,-5 6 16,-4 3-16,-2 1 15,-6 5-15,-5 4 16,-5 4-16,-10 9 15,10-8-15,-10 8 16,0 0-16,0 0 16,0 0-16,0 0 15,0 0 1,-1 10-16,-8 5 16,-9 6-16,-11 4 15,-11-1-15</inkml:trace>
  <inkml:trace contextRef="#ctx0" brushRef="#br0" timeOffset="-165999.54">14651 6340 0,'0'0'0,"0"0"16,0 0-16,0 0 16,0 1-16,4 6 15,4 7 1,3 6-16,4 9 16,0-1-16,2 1 15,-2-1-15,-2-5 16,1 0-16,0-3 15,-1-4-15,1-3 16,-2-4-16,-2-6 16,3-3-16,7-5 15,8-9-15,8-7 16,7-10 0,1-3-16,1-2 15,2-2-15,-6 2 16,-2 2-16,-7 4 15,-6 7-15,-5 3 16,-5 6-16,-6 5 16,-10 9-16,10-9 15,-10 9-15,0 0 16,0 0 0,3 17-16,-13 7 15,-10 6-15,-9 4 16,-8 0-16,-1 0 15,-4-1-15,0-3 16,-4-2-16,1-6 16,3-6-16,2-4 15,4-3-15,3-4 16,1-1 0,5-4-16,5-2 15,5 1-15,3-1 16,3-1-16,11 3 15,-18-12-15,11 3 16,0 1-16,3-1 16,1 0-16,0 0 15,1-4 1,0-2-16,0-3 16,-1-1-16,1 1 15,0 0-15,0-1 16,-1 2-16,2 1 15,-1 3-15,2 2 16,-1 4-16,1 7 16,0-9-16,0 9 15,0 0 1,0 0-16,0 0 16,15 12-16,-4 6 15,1 8-15,-1 8 16,0 0-16,-1 2 15,0-3-15,-2-6 16,1-3-16,1-5 16,5-5-16,1-2 15,2-5-15,1-6 16,4-5 0,4-5-16,6-7 15,2-5-15,0-9 16,2-3-16,0-3 15,-5 0-15,0 3 16,-2-1-16,-2 1 16,-2 1-16,-5 3 15,-4 4-15,-3 5 16,-4 4-16,-1 4 16,-3 3-1,-6 9-15,5-10 16,-5 10-16,0 0 15,3-7-15,-3 7 16,0 0-16,0 0 16,0 0-16,0 0 15,-4 9-15,-4 5 16,-5 7-16,-2 4 16,-3 6-1,-3 2-15,-7 2 16,-4-3-16,-7 0 15,0-3-15,-4 0 16,-1-5-16,3-4 16,-3-3-16,-2-1 15,2-2-15,7-3 16,7-6-16,6-4 16,4-3-1,3 0-15,3-2 16,1-2-16,2-3 15,-1-8-15,0-4 16,1-6-16,5 2 16,1-3-16,2 3 15,3 1-15,2 2 16,1 0 0,1 2-16,-1 4 15,-1 5-15,1 3 16,-3 8-16,5-8 15,-5 8-15,0 0 16,17 3-16,-4 11 16,2 11-16,0 14 15,1 7-15,-4 6 16,-2-2-16,-1-6 16,0-4-1,-1-4-15,5-3 16,4-4-16,1-8 15,2-7-15,1-10 16,5-6-16,5-8 16,4-8-16,2-6 15,1-8-15,-4-2 16,0-7 0,-1-2-16,0-3 15,-1 2-15,-1 3 16,-4 3-16,-1 2 15,-2 2-15,-3 4 16,-3 5-16,-3 5 16,-4 5-16,-4 4 15,-2 4-15,-5 7 16,6-8-16,-6 8 16,0 0-1,0 0-15,0 0 16,4-7-16,-4 7 15,0 0-15,0 0 16,0 0-16,0 0 16,0 0-16,0 0 15,0 0 1,0 0-16,0 0 16,0 0-16,0 0 0,0 0 15,0 0 1,0 0-16,0 0 15,0 0-15,0 0 16,0 0-16,0 0 16,0 0-16,0 0 15,0 0-15,0 0 16,0 0-16,0 0 16,0 0-1,0 0-15,0 0 16,0 0-16,0 0 15,0 0-15,0 0 16,0 0-16,0 0 16,0 0-16,0 0 15,0 0-15,0 0 16,0 0-16,0 0 16,0 0-1,0 0-15,0 0 16,0 0-16,0 0 15,0 0-15,0 0 16,0 0-16,0 0 16,0 0-16,0 0 15,0 0-15,0 0 16,0 0-16,0 0 16,0 0-16,0 0 15,0 0-15,0 0 16,0 0-1,0 0-15,0 0 16,0 0-16,0 0 16,0 0-16,0 0 15,0 0-15,0 0 16,0 0-16,0 0 16,0 0-16,0 0 15,0 0 1,0 0-16,0 0 15,0 0-15,0 0 16,0 0-16,0 0 16,0 0-16,0 0 15,0 0-15,0 0 16,0 0-16,0 0 16,0 0-16,0 0 15,0 0 1,0 0-16,0 0 15,0 0-15,0 0 16,0 0-16,0 0 16,0 0-16,0 0 15,0 0-15,0 0 16,0 0-16,0 0 16,0 0-1,0 0-15,0 0 16,0 0-16,0 0 15,0 0-15,0 0 16,0 0-16,0 0 16,0 0-16,0 0 15,0 0-15,0 0 16,0 0-16,0 0 16,0 0-16,0 0 15,0 0 1,0 0-16,0 0 15,0 0-15,0 0 16,0 0-16,0 0 16,0 0-16,0 0 15,0 0-15,0 0 16,0 0 0,0 0-16,0 0 15,0 0-15,0 0 16</inkml:trace>
  <inkml:trace contextRef="#ctx0" brushRef="#br0" timeOffset="-154299.37">5738 1170 0,'3'0'0,"-3"0"0,0 0 0,29-2 0,22 0 16,14 0-16,9 0 15,5-1-15,3 1 16,-1 0-16,-3-1 15,0 0-15,4 1 16,0 0-16,2-1 16,4 2-16,2 1 15,0 3 1,9 1-16,-1 0 16,6 0-16,5 0 15,-3 0-15,3 0 16,-7 0-16,3-1 15,-2 0-15,0-2 16,2 0-16,-7 0 16,3 0-16,-5 0 15,1 0 1,0 0-16,-3-1 16,-6 2-16,-8-2 15,-5 1-15,-7-1 16,-5 0-16,-8-1 15,-8-1-15,-10-1 16,-8 1-16,-8 2 16,-4-1-16,-2 0 15,-1 1 1,6 5-16</inkml:trace>
  <inkml:trace contextRef="#ctx0" brushRef="#br0" timeOffset="-118100.08">5955 386 0,'0'0'0,"0"0"0,0 0 0,0 0 15,0 0-15,0 2 16,0-2-16,0 7 15,0 2-15,0 6 16,1 3 0,3 4-16,1 1 15,2-2-15,3-2 16,2 0-16,6-1 16,8-5-16,18-8 15,27-16-15,26-22 16,7-7-16,1-12 15,-5 1-15,2-2 16,-1 1 0</inkml:trace>
  <inkml:trace contextRef="#ctx0" brushRef="#br0" timeOffset="-111448.74">7038 2238 0,'0'0'0,"0"0"0,0 0 0,0 0 15,0 0 1,0 0-16,0 0 16,0 0-16,0 0 15,0 0-15,0 0 16,0 0-16,0 0 16,0 0-16,0 0 15,0 0-15,0 0 16,0 0-16,0 0 15,0 0 1,0 0-16,0 0 16,0 0-16</inkml:trace>
  <inkml:trace contextRef="#ctx0" brushRef="#br0" timeOffset="-109582.74">1051 5377 0,'0'0'0,"0"0"16,0 0-16,0 3 16,4 3-16,3 7 15,5 5-15,4 0 16,4 0-16,3 0 15,3 0-15,2-1 16,-2-3 0,0-1-16,-1-2 15,1 0-15,-2 0 16,-3-2-16,-1-1 16,-2-1-16,-3 0 15,1 1-15,0 2 16,-1 1-16,-1-1 15,-1-1-15,-3-2 16</inkml:trace>
  <inkml:trace contextRef="#ctx0" brushRef="#br0" timeOffset="-108899.58">1651 5275 0,'0'0'0,"0"0"0,0 0 15,-1 3-15,0 4 16,-2 8-16,-2 6 16,0 4-1,0 0-15,0 2 16,-1-1-16,2 0 16,0-3-16,0-3 15,0-2-15,1-2 16,0-1-16,0 1 15,1-3-15,0 0 16,0-3-16,1 0 16,-1 1-1,1 0-15,-1 0 16,1 0-16,0-5 16,1-6-16,0 10 15,0-10-15</inkml:trace>
  <inkml:trace contextRef="#ctx0" brushRef="#br0" timeOffset="-108533.45">1567 5606 0,'0'0'0,"0"0"0,0 0 15,0 0-15,0 0 16,0 0-16,0 2 15,0-2-15,1 13 16,0 5-16,0 7 16,0 5-16,1 4 15,-1 2 1,1 8-16,-1 5 16,1 3-16,-1 1 15,0-4-15,1 3 16,-2-5-16,1-4 15,0-3-15,-2-3 16,0-4-16,1-7 16,-1-7-16,1-7 15,0-5 1,0-7-16</inkml:trace>
  <inkml:trace contextRef="#ctx0" brushRef="#br0" timeOffset="-107549.84">1231 4840 0,'0'0'0,"0"0"0,0 0 15,0 0 1,0 1-16,0-1 16,0 0-16,-1 11 15,0-2-15,0 5 16,-2 3-16,-1 3 15,-3 2-15,-1 1 16,0-2-16,1-3 16,1-3-16,1-5 15,2-3-15,3-7 16,-3 7-16,3-7 16,0 0-1,0 0-15,0 0 16,0 0-16,0 0 15,-11-5-15,6-4 16,1-2-16,-1-1 16,2 0-16,1 4 15,0 1-15,2 7 16,-1-8-16,1 8 16,0 0-1,0-8-15,0 8 16,0 0-16,0 0 15,0 0-15,13-7 16,-1 3-16,8-1 16,5 1-16,6 2 15,4 2-15,2 4 16,0 0 0,-4 2-16,-1 3 15,-3 1-15,-1 1 16,-4-2-16,-7-1 15,-4-2-15,-1-1 16,-12-5-16,17 6 16,-3-3-16,8-4 15</inkml:trace>
  <inkml:trace contextRef="#ctx0" brushRef="#br0" timeOffset="-106450.36">1349 4939 0,'0'0'0,"0"0"0,0 0 15,0 0-15,0 0 16,0 1-16,0-1 16,-6 14-16,-2 1 15,-1 5-15,-4 6 16,-3 7-16,-2 1 16,-2 1-1,0-1-15,-1-1 16,0-4-16,5-4 15,3-7-15,3-3 16,4-4-16,1-4 16,5-7-16,-8 11 15</inkml:trace>
  <inkml:trace contextRef="#ctx0" brushRef="#br0" timeOffset="-105016.03">2513 5154 0,'0'0'0,"0"0"0,0 0 16,-3-1-16,3 1 15,0 0-15,0 0 16,0 0-16,-4 12 16,1 5-16,3 8 15,5 6-15,3 3 16,3 0 0,1 1-16,3 3 15,0-1-15,1-3 16,-2-3-16,0-5 15,-4-5-15,-1-6 16,-4-4-16,0-3 16,-5-8-16,6 8 15,-6-8-15,11-6 16,3-10-16,6-14 16,4-13-16,-2-3 15,2-6-15,-1 1 16,-3 0-1,-3 3-15,-5 6 16,-4 7-16,-3 8 16,-3 8-16,-2 5 15,0 5-15,0 9 16,-2-9-16,2 9 16,0 0-1,-14 35-15,-4 35 0,-2 23 16,3 16-1,1 78 1,17-28 0,-1-7-16,1-45 15,-1-57-15,-5-5 16,-6-5-16,0-11 16,-2-8-16,-1-5 15,3-8-15,-2-6 16,-6-13-1,-6-19-15,0-20 16,7-3-16,10-2 16,4-1-16,4 6 15,6 2-15,3 9 16,3 5-16,6 6 16,3 5-16,5 2 15,2 6 1</inkml:trace>
  <inkml:trace contextRef="#ctx0" brushRef="#br0" timeOffset="-104765.91">3060 5725 0,'0'0'0,"0"0"15,0 0-15,0 0 16,4-6-16,5-6 16,6-4-16,2 0 15,3-1-15,4-2 16,-2 1 0,0 1-16,-6 3 0</inkml:trace>
  <inkml:trace contextRef="#ctx0" brushRef="#br0" timeOffset="-104266.23">3318 5140 0,'0'0'0,"0"0"0,0 1 15,0 7-15,2 17 16,0 22-16,2 11 16,0 2-16,-1-1 15,-1-5-15,1-3 16,-2-7-16,1-11 16,-2-5-16,1-12 15,-1-8-15,0-8 16,0 7-16,0-7 15,9-8 1,8-17-16,3-11 16,-2-6-16,-2-1 15,-1 7-15,-4 4 16,-1 9-16,0 6 16,2 5-16,-2 3 15,-10 9-15,17-3 16,-7 13-16,2 11 15,-2 12 1,-6 6-16,-1 3 16,-3-1-16,1-3 15,-1-9-15,2-7 16,3 0-16,4-8 16,1-6-16</inkml:trace>
  <inkml:trace contextRef="#ctx0" brushRef="#br0" timeOffset="-103515.96">3830 5301 0,'0'0'0,"-2"0"15,2 0-15,-13 1 16,-4 5-16,-7 16 16,-4 13-16,1 14 15,4 2-15,8-2 16,5-11-16,5-3 16,5-13-16,6-5 15,1-6-15,-7-11 16,16 3-16,-1-16 15,7-13 1,0-6-16,-3-4 16,-3-2-16,-4 7 15,-3 3-15,-2 10 16,-3 7-16,-1 5 16,-3 6-16,11-3 15,-2 10-15,5 12 16,2 13-16,-1 11 15,-2-4 1,-1-4-16,-4-9 16,0-1-16,6-5 15,4-4-15,4-8 16,-1-10-16,2-11 16,1-14-16,-1-7 15,0-16-15,-3-4 16,-4-8-16,-3 1 15,-4 1-15,-2 5 16,-2 11 0,-1 9-16,-2 11 15,-2 8-15,1 7 16,-1 9-16,0 0 16,0 0-16,-5 9 15,-8 26-15,-2 21 16,0 4-16,6 1 15,7-7 1,8-5-16,4-12 16,1-10-16,2-10 15,4-4-15,3-5 16,8-5-16,6-6 16,-1-7-16,-5-8 15,-5-6-15,-5-6 16</inkml:trace>
  <inkml:trace contextRef="#ctx0" brushRef="#br0" timeOffset="-103267.06">4080 5352 0,'0'0'0,"0"0"15,0 0-15,11-5 16,13-7 0,14-6-16,2-2 15,1 3-15,0 2 16,-4 3-16,-11 5 16</inkml:trace>
  <inkml:trace contextRef="#ctx0" brushRef="#br0" timeOffset="-101933.58">4424 5009 0,'-2'-1'0,"2"1"0,-16-10 16,-9 0-1,-13 1-15,-2 1 16,1 2-16,-3-2 16,-1 3-16,-9-2 15,-5-1-15,-2 0 16,-4-3-16,3 0 15,1-1-15,1-1 16,-1-1 0,2 1-16,0 0 15,3 1-15,-2-1 16,3 1-16,-2 2 16,-1 0-16,-4 1 15,1 3-15,-4 2 16,3 6-16,0 4 15,-1 4-15,0-1 16,-4 5 0,-2 6-16,1 4 15,6 1-15,3-1 16,1 3-16,3 1 16,-1 5-16,3 5 15,4 2-15,2 3 16,3-2-16,4 4 15,4-4-15,7-3 16,4 0 0,5-3-16,3 2 15,3 0-15,5-7 16,5 0-16,4-3 16,3 5-16,2 5 15,2 5-15,2 1 16,0-4-16,6 1 15,4 4-15,4-2 16,5 5-16,-2-8 16,6 5-1,1-2-15,4 2 16,3-1-16,24 10 31,12 2-31,4-15 16,3-3-16,-27-17 15,10 2-15,-2-8 16,-3-9 0,14 0-16,6-5 0,-2-1 15,11-2 1,-10-8-16,2-2 16,-2 0-16,3-5 15,-5-2-15,7-9 16,5-2-16,5-10 15,-6 1-15,-11 3 16,-1-4-16,-10 5 16,3-7-1,-5-8-15,-10 2 16,-2-8-16,-7 3 16,-8-1-16,-3 3 15,-11 2-15,-5-5 16,-7 2-16,-5 2 15,-3 3-15,-9 4 16,-8-6-16,-5 2 16,-9 0-1,-2 2-15,-7 3 16,-7 2-16,-5 1 16,-1 4-16,-3 5 15,-3 3-15,0 6 16,-2 3-16,6 4 15,-3 0-15,3 4 16,-1 3 0,0 2-16,7 3 15,-4 3-15,-8 0 16</inkml:trace>
  <inkml:trace contextRef="#ctx0" brushRef="#br0" timeOffset="-100783.92">1604 4716 0,'-2'-1'0,"2"1"15,-18-5-15,-4-1 16,-5 0-16,-2 2 16,-2 4-1,-1 2-15,2 0 16,-1 2-16,0-2 16,1 1-16,2 0 15,1 1-15,0 2 16,0 0-16,-1 4 15,0 6-15,-3 8 16,-4 12-16,-6 9 16,-4 12-16,1 5 15,2 3 1,3 1-16,5 2 16,4-5-16,5 3 15,5 0-15,5-2 16,2 0-16,4 0 15,1-2-15,2 3 16,5 4-16,2-5 16,4-2-16,4-1 15,11 22 17,7 10-32,7-5 15,2-11-15,-7-27 16,2-6-16,11 2 15,5-3-15,5-7 16,-1-5-16,1-6 16,3-7-16,0-5 15,10-2 1,-7-6-16,14-7 16,-2-3-16,0-10 15,15-7-15,-17-2 16,-1-8-16,-11-3 15,0 0-15,4-6 16,-7-1-16,-6-10 16,-7-17-16,0 7 15,-3-4 1,-11-8-16,-6-5 16,-6 2-16,-9 1 15,-1 8-15,-7 0 16,-5-4-16,-5 0 15,-5 8-15,-6-1 16,-33-26 15,-8 1-31,-9 4 16,7 18-16,17 26 16,-7-1-16,-2 5 15,-4 3-15,1 4 16,-1 1-16,2 5 15,1 1-15,1 5 16,0 2-16,5 5 16,2 5-16,2 5 15,-1 8 1,-2 12-16,0 15 16,1 15-16</inkml:trace>
  <inkml:trace contextRef="#ctx0" brushRef="#br0" timeOffset="-91782.94">9122 2145 0,'0'0'0,"0"0"0,0 0 0,0 0 0,0 0 15,0 0-15,-1 1 16,1-1 0,0 0-16,0 0 15,0 0-15,0 0 16,0 0-16,0 0 15,-1 7-15,1-7 16,1 7-16,1 0 16,1 4-16,0 1 15,1 3-15,2-1 16,-1 1 0,2-2-16,-3-2 15,-1-2-15,0-3 16,-3-6-16,4 9 15,-4-9-15,0 0 16,4 7-16,-4-7 16,0 0-16,0 0 15,0 0-15,0 0 16,0 0 0,0 0-16,0 0 15,0 0-15,10 6 16,-10-6-16,0 0 15,0 0-15,0 0 16,11 2-16,-11-2 16,0 0-16,14-1 15,-14 1-15,11-3 16,-11 3-16,12-6 16,-12 6-1,13-6-15,-13 6 16,17-9-16,-7 3 15,1-2-15,-1-1 16,1 1-16,-2-2 16,-2 0-16,-1 0 15,-2 0-15,-1 2 16,-1 1 0,-2 7-16,2-7 15,-2 7-15,0 0 16,0 0-16,-2-6 15,2 6-15,0 0 16,0 0-16,0 0 16,0 0-16,0 0 15,0 0-15,-2 7 16,0 8 0,0 9-16,-1 5 15,2 5-15,-1-3 16,1-1-16,0-4 15,0-3-15,0-5 16,-3 1-16,-1 0 16,0-3-16,0-2 15,0-3-15,1-2 16,1 0 0,-1-1-16,1-1 15,3-7-15,-6 11 16,6-11-16,-9 9 15,9-9-15,-21 6 16,3-5-16,-1-3 16,-2-1-16,-1-2 15,-5-2-15,1-1 16,1-1 0,4 2-16,1 0 15</inkml:trace>
  <inkml:trace contextRef="#ctx0" brushRef="#br0" timeOffset="-89949.87">7902 2276 0,'0'0'0,"0"0"0,0 0 16,0 0-16,1 3 16,-1-3-16,4 13 15,0-2-15,-1-1 16,1 1-16,0-1 16,0 2-16,-1 0 15,1-1 1,-1 2-16,2-2 15,1 1-15,2 1 16,1-2-16,1 0 16,0 0-16,0 0 15,0-2-15,0-1 16,1-1-16,-1 0 16,2-1-16,2-2 15,3-2 1,2-1-16,2-2 15,2-5-15,0-3 16,-2-2-16,-3 0 16,-2 0-16,-2 0 15,-3 0-15,-3 1 16,-2 1-16,-3 1 16,0 0-16,-3 8 15,4-10 1,-4 10-16,1-8 15,-1 8-15,0 0 16,0-9-16,0 9 16,0 0-16,0 0 15,0 0-15,0 0 16,0 0-16,0 0 16,0 0-1,0 0-15,0 0 16,-8 13-16,4 1 15,0 4-15,-2 6 16,0 2-16,0 6 16,0 1-16,0-1 15,1-5-15,-1 6 32,-2 7-32,3 1 15,0-7 1,2-12-16,1-9 15,-1 1-15,0-2 16,-2-2-16,-1-2 16,-9 0-16,-5-2 15,-5-3-15,2-3 16,3-2-16,0-4 16,2-1-1,-1-3-15,1 0 0,5 0 16,1 1-1,1 0-15,2-2 16,0 1-16,5 2 16,3-6-16</inkml:trace>
  <inkml:trace contextRef="#ctx0" brushRef="#br0" timeOffset="-89184.33">8161 2134 0,'0'0'0,"0"0"0,0 0 15,0 0-15,0 0 16,0 0-1,0 0-15,0 0 16,0 0-16,0 0 16,0 0-16,0 0 15,0 0-15,-3 1 16,3-1-16,-8 10 16,0-2-16,-1 2 15,1 0 1,-1 0-16,2 1 15,0-1-15,1-1 16,1-1-16,5-8 16,-7 10-16,7-10 15,0 0-15,-4 7 16,4-7-16,0 0 16,0 0-16,0 0 15,0 0-15,0 0 16,12-10-1,-3 0-15,1-1 16,1-2-16,0 1 16,1 0-16,-1 2 15,1-1-15,-1 3 16,0 2-16,-1 1 16,-10 5-16,18-6 15,-7 6-15,0 0 16,1 3-1,-1 1-15,1 3 16,0 1-16,2 3 16,2 2-16</inkml:trace>
  <inkml:trace contextRef="#ctx0" brushRef="#br0" timeOffset="-86684.49">8557 2486 0,'0'0'0,"0"0"15,0 0-15,0 0 16,0 3-16,0-3 15,0 9-15,0-9 16,0 0-16,0 0 16,0 0-1,0 0-15,11-2 16,-1-4-16,3-1 16,6-3-16,1 0 15,5-2-15,3 1 16,-3 2-16,-2 2 15,-4 1-15,0 0 16,-3 1-16,-1 1 16,-3 1-16,-2 1 15,-10 2 1,11-4-16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55:50.752"/>
    </inkml:context>
    <inkml:brush xml:id="br0">
      <inkml:brushProperty name="width" value="0.05292" units="cm"/>
      <inkml:brushProperty name="height" value="0.05292" units="cm"/>
      <inkml:brushProperty name="color" value="#EE0000"/>
    </inkml:brush>
  </inkml:definitions>
  <inkml:trace contextRef="#ctx0" brushRef="#br0">1537 3542 0,'0'0'0,"0"0"0,0 0 15,0 0-15,0 2 16,0-2-16,0 0 15,11 8-15,1-1 16,9 3-16,6-3 16,4 0-16,4-1 15,2-2-15,6-1 16,0-1 0,2 1-16,-1-1 15,0 1-15,0-1 16,-1 1-16,-2-1 15,-2 0-15,-2 2 16,-6 0-16,-2-1 16,-1 0-16,-3 0 15,0-1-15,-2 0 16,0 0-16,2-1 16,3 1-1,4-1-15,6-1 16,0 0-16,0-3 15,-4 0-15,0-1 16,-3 0-16,-2 0 16,-3 1-16,0 0 15,2-1-15,2 1 16,1 0 0,3 0-16,1 0 15,6-2-15,1 1 16,3 1-16,0 2 15,2 1-15,2 4 16,5 3-16,-4 1 16</inkml:trace>
  <inkml:trace contextRef="#ctx0" brushRef="#br0" timeOffset="1399.48">937 6415 0,'0'0'0,"0"0"15,0 2-15,0-2 16,0 0-16,1 6 16,-1-6-16,10 7 15,4 0-15,9 0 16,9-1-16,4 0 16,8-4-16,1-2 15,2 0 1,4-2-16,-1-2 15,2 0-15,1 2 16,0-2-16,1 0 16,-3 1-16,2-1 15,-4 1-15,-3-1 16,-2-1-16,-7 2 16,1-1-16,-2 1 15,0 1-15,-4-1 16,-5 1-1,2 1-15,3-1 16,6 0-16,3 1 16,5-1-16,3 1 15,8-1-15</inkml:trace>
  <inkml:trace contextRef="#ctx0" brushRef="#br0" timeOffset="3415.28">8932 2759 0,'0'0'0,"0"0"0,0 0 15,0 0-15,0 0 16,4 0-16,-4 0 16,21 0-16,2 0 15,-1 0-15,5 0 16,1 0-16,0 0 15,-1-2-15,-1 1 16,-1 0 0,-4 0-16,0 0 15,-2 0-15,-2 1 16,-1-1-16,0 0 16,-1 0-16,-1 0 15,0 0-15,0 1 16,-1-1-16,0 0 15,2 1 1,-1 0-16,4 0 16,5 0-16,6 0 15,12 0-15,15-1 16,17-7-16</inkml:trace>
  <inkml:trace contextRef="#ctx0" brushRef="#br0" timeOffset="7215.33">10529 2868 0,'0'0'0,"-2"-1"0,2 1 15,0 0-15,-13-7 16,13 7-16,0 0 16,-14-5-16,14 5 15,-11-2-15,11 2 16,-13-2 0,13 2-16,-23-2 15,-2 1-15,-10 3 16,-4 5-16,5 3 15,5 0-15,1 1 16,0 5-16,1 3 16,0 3-16,4 1 15,3-2-15,1 0 16,2-1 0,3-3-16,2-2 15,2 0-15,3-3 16,0-1-16,1-1 15,1 3-15,-3 1 16,1 3-16,-1 2 16,1 1-16,-1 3 15,0 2 1,0 2-16,1 2 16,1 1-16,0-2 15,3-3-15,0-3 16,1-1-16,0-1 15,0 0-15,1 0 16,0 0-16,-1 0 16,0 0-16,1-1 15,1 0-15,2 0 16,0-1 0,0-3-16,0-1 15,1-2-15,0 1 16,0-2-16,0 1 15,2-2-15,-1 1 16,2 0-16,1-1 16,1 2-16,2 0 15,1-1 1,-1-2-16,1 1 16,0-1-16,0-1 15,3 0-15,1 1 16,2-2-16,0 0 15,0-3-15,1 1 16,3-3-16,1-1 16,0-2-16,3-1 15,-2 0-15,1-1 16,0 1 0,2-1-16,-3-1 15,1-1-15,-3 0 16,0-1-16,2-3 15,-1 0-15,-2-1 16,2-1-16,-2 1 16,1 0-16,1-1 15,-2 0-15,-1-1 16,-2 1 0,-1-1-16,-1 0 15,2-2-15,1-3 16,0-3-16,0 0 15,1-3-15,-3 0 16,1-1-16,-1 0 16,-1 1-16,1-1 15,-1-2-15,1 0 16,2-2 0,-2 0-16,-2 2 15,3-2-15,-2 1 16,-1 2-16,-1 2 15,-2 0-15,-3-1 16,-3-4-16,-5 0 16,-5 0-16,-1 1 15,-4 0-15,-6 0 16,-3-1 0,-3-1-16,-5 2 15,-2 1-15,-5 2 16,-4 4-16,-3 3 15,-5 5-15,-3 4 16,-2 4-16,-3 5 16,0 3-16,1 3 15,-2 6-15,0 4 16,-4 4-16,1 5 16,-1 3-1,2 5-15,0 6 16,-4 7-16</inkml:trace>
  <inkml:trace contextRef="#ctx0" brushRef="#br0" timeOffset="11065.6">9790 3737 0,'0'0'0,"0"0"0,0 0 15,0 0-15,0 0 16,0 0-16,0 0 15,0 0-15,0 0 16,0 0 0,0 0-16,0 0 15,0 0-15,3 0 16,-3 0-16,0 0 16,0 0-16,0 0 15,0 0-15,10-4 16,1 0-16,6 0 15,4-1 1,3 1-16,2 0 16,-1 2-16,0 0 15,-2 1-15,-2-1 16,-1 0-16,-2 1 16,-1 1-16,-2-2 15,-1 1-15,-2 0 16,-12 1-16,16-1 15,-16 1 1,0 0-16,11-2 16,-11 2-16,0 0 15,0 0-15,0 0 16,10-3-16,-10 3 16,0 0-16,0 0 15,0 0-15,0 0 16,0 0-16,0 0 15,0 0-15,0 0 16,0 0 0,0 0-16,0 0 15,9 2-15,-9-2 16,0 0-16,0 0 16,0 0-16,0 0 15,0 0-15,0 0 16,0 0-16,0 0 15,0 0 1,9 6-16,-9-6 16,0 0-16,0 0 15,0 0-15,0 0 16,0 0-16,0 0 16,0 0-16,5 7 15,-5-7-15,0 0 16,0 0-16,0 0 15,0 0 1,0 0-16,0 0 16,0 0-16,6 6 15,-6-6-15,0 0 16,0 0-16,0 0 16,0 0-16,0 0 15,0 0-15,1 7 16,-1-7-16,0 0 15,0 0-15,-2 7 16,2-7 0,0 0-16,0 0 15,0 0-15,0 0 16,17 10-16,4 0 16,10 2-16,3-7 15</inkml:trace>
  <inkml:trace contextRef="#ctx0" brushRef="#br0" timeOffset="13098.9">10492 3769 0,'0'0'0,"0"0"0,0 0 16,0 0-16,0 0 16,0 0-16,0 0 15,0 0-15,0 0 16,0 0-16,0 0 15,0 0-15,0 0 16,0 0 0,0 0-16,3 0 15,-3 0-15,0 0 16,22-3-16,1 1 16,9 0-16,2 1 15,-4 0-15,-2 2 16,-3-1-16,-4 1 15,-2 0-15,-5 0 16,-3-1 0,-11 0-16,13 0 15,-13 0-15,0 0 16,0 0-16,11 0 16,-11 0-16,0 0 15,0 0-15,0 0 16,0 0-16,0 0 15,0 0-15,0 0 16,0 0-16,0 0 16,0 0-1,0 0-15,0 0 16,0 0-16,0 0 16,0 0-16,0 0 15,0 0-15,0 0 16,0 0-16,0 0 15,0 0-15,0 0 16,0 0-16,0 0 16,0 0-1,0 0-15,0 0 16,0 0-16,5 6 16,-5-6-16,0 0 15,0 0-15,0 0 16,0 0-16,0 0 15,0 0-15,0 0 16,0 0-16,0 0 16,0 0-1,0 0-15,0 0 16,0 0-16,0 0 16,0 0-16,0 0 15,0 0-15,0 0 16,0 0-16,0 0 15,0 0-15,0 0 16,0 0-16,0 0 16,0 0-1,0 0-15,0 0 16,0 0-16,0 0 16,0 0-16,0 0 15,0 0-15,0 0 16,0 0-16,0 0 15,0 0-15,0 0 16,0 0-16,0 0 16,0 0-1,0 0-15,0 0 16,0 0-16,0 0 16,0 0-16,0 0 15,0 0-15,0 0 16,0 0-16,6 6 15,-6-6-15,0 0 16,0 0-16,0 0 16,0 0-1,0 0-15,0 0 16,0 0-16,0 0 16,0 0-16,0 0 15,0 0-15,0 0 16,0 0-16,0 0 15,0 0-15,7 7 16,-7-7-16,0 0 16,0 0-1,0 0-15,0 0 16,0 0-16,0 0 16,5 7-16,-5-7 15,0 0-15,0 0 16,0 0-16,0 0 15,0 0-15,0 0 16,6 6-16,-6-6 16,0 0-16,0 0 15,0 0 1,0 0-16,0 0 16,0 0-16,1 7 15,-1-7-15,0 0 16,0 0-16,0 0 15,0 0-15,0 0 16,0 0-16,0 6 16,0-6-16,0 0 15,0 0 1,0 0-16,0 0 16,0 0-16,0 0 15,0 0-15,0 0 16,0 0-16,0 0 15,0 0-15,0 0 16,0 0-16,0 0 16,0 0-16,0 0 15,0 0 1,0 0-16,0 0 16,0 0-16,6-11 15,-3 3-15</inkml:trace>
  <inkml:trace contextRef="#ctx0" brushRef="#br0" timeOffset="36014.67">11487 5150 0,'10'6'0,"19"9"0,13 9 0,57 28 16,-10 1-16,3 9 16</inkml:trace>
  <inkml:trace contextRef="#ctx0" brushRef="#br0" timeOffset="38101.76">10377 7122 0,'0'0'0,"0"0"0,0 0 0,-2-3 15,2 3-15,-14-11 16,2 3-16,-2 3 16,-3-1-16,0 2 15,-1-1-15,3 3 16,1 0 0,2 1-16,-2 2 15,1 2-15,-2 3 16,-1 3-16,0 3 15,0 4-15,1 2 16,2 4-16,1 0 16,1 2-16,2 2 15,2-1-15,2 1 16,1-2 0,2-2-16,1-1 15,2-3-15,1 1 16,1-1-16,1-3 15,0 0-15,-1 2 16,1-1-16,0 1 16,-2-1-16,1-2 15,1 0-15,-2 0 16,0 1 0,0-1-16,-2-1 15,0 2-15,0 2 16,-2 5-16,0 3 15,-3 5-15,1 1 16,-2-2-16,2 3 16,-2 0-16,1 4 15,-2 1-15,1-1 16,1-1-16,0-2 16,2 2-1,-1 1-15,2-3 16,1-3-16,1-6 15,0-4-15,2-1 16,0-2-16,1-2 16,3-1-16,1-2 15,2-2 1,6 0-16,10-4 0,10-2 16,11-6-1,9-12-15,2 0 16,0-5-16</inkml:trace>
  <inkml:trace contextRef="#ctx0" brushRef="#br0" timeOffset="38798.6">11500 7047 0,'0'0'0,"0"0"0,0 0 16,4 0-16,-4 0 16,11-2-16,5 0 15,8-1-15,4 3 16,1 2-16,-6 4 16,-2 4-16,-3 8 15,0 6-15,-3 9 16,-2 6-1,-7 11-15,-5 11 16,-2 7-16,-4 10 16,1 0-16,-1 6 15,0 1-15,1-5 16,4 0-16,5-4 16,3-5-16,-1-7 15,0-10 1,-2-10-16,-1-7 31,-6-10-31,-12-7 16,-4-6-16,-12-6 15,-25-3-15,-6-13 16,-13-15-16</inkml:trace>
  <inkml:trace contextRef="#ctx0" brushRef="#br0" timeOffset="39565.14">12466 7446 0,'0'0'0,"0"0"0,0 0 15,0 0-15,0 1 16,0-1-1,-11 8-15,-9 7 16,-4 4-16,4-4 16,3-2-16,2 1 15,-2 8-15,5 1 16,4-2-16,7 6 16,3 1-16,2 8 15,-1-2-15,1 2 16,-1 1-1,0-4-15,0-10 16,-2-4-16,1-3 16,1-3-16,4-4 15,5-6-15,5 0 16,12-1-16,5 1 16</inkml:trace>
  <inkml:trace contextRef="#ctx0" brushRef="#br0" timeOffset="40114.66">13643 7571 0,'0'0'0,"2"2"16,-2-2-16,23 2 15,6-2-15,11 0 16,9-1-1,3 0-15,-2 2 16,-5-1-16,-11 0 16,-8 0-16,-5 0 15,-2 0-15,-1 0 16,-3 0-16,-3 2 16,-1 12-16,1 6 15,0 7-15,-2 2 16,2 8-1,-2 7-15,-1-3 16,-1 4-16,-2-9 16,-1-7-16,0-4 15,-3-7-15,-2-4 16,-2-1-16,-8 0 16,-9-3-16,-21-4 15,-28-3-15,-16-6 16,-11-14-1</inkml:trace>
  <inkml:trace contextRef="#ctx0" brushRef="#br0" timeOffset="42281.62">11859 8442 0,'0'0'0,"0"-2"0,0 2 0,0 0 0,6-11 15,4-2-15,15-2 16,8 0 0,7 0-16,0 2 15,-3 1-15,4-2 16,4-1-16,13-4 16,4-2-16,5 0 15,9-3-15,-12 3 16,1 1-16,0 2 15,-1 5-15,-2 1 16,-5 0 0,-3 1-16,-9-5 15,-4 2-15,-13 4 16,-5 2-16,-6 2 16,-7 3-16,-10 3 15,0 0-15,0 0 16,0 0-16,-24 19 15,-20-13-15,-3 7 16,-7-3-16,-6 3 16,5-1-1,-4 0-15,-1 0 16,0 0-16,-9 1 16,-3 1-16,9-4 15,-6 2-15,14-3 16,1 0-16,-5 3 15,12-2-15,-3 3 16,7 0-16,8 0 16,5 1-1,10-2-15,6-2 16,4-3-16,10-7 16,-10 9-16,10-9 15,0 0-15,2 7 16,15-6-16,11 1 15,21-9-15,4-7 16,10-4-16,1-2 16,-7 0-1,7-1-15,-2 1 16,7-4-16,-12 3 16,-11 3-16,-5 2 15,-10 5-15,-5 3 16,-7 1-16,-7 3 15,-12 4-15,0 0 16,0 0 0,-18 0-16,-38 13 15,-23 10-15,-6 3 16,6 1-16,-1 2 16,17-3-16,5 5 15,-2 3-15,21-11 16,8-3-16,10-7 15,10-7-15,11-6 16,0 0-16,64-22 16,69-25-1</inkml:trace>
  <inkml:trace contextRef="#ctx0" brushRef="#br0" timeOffset="56697.53">6358 4089 0,'0'0'0,"0"0"0,0 0 16,0 0-16,0 0 16,0 0-16,0 0 15,0 0-15,0 0 16,0 0-16,0 0 16,0 0-16,3 3 15,-3-3-15,24 10 16,-1 1-16,12 2 15,7-1 1,4 2-16,2-3 16,1 1-16,4-2 15,-4-1-15,-2-1 16,0-1-16,-2 1 16,0-3-16,-1 1 15,-1-3-15,1 1 16,1-2-1,0 1-15,1-1 16,-1 0-16,-1 1 16,-1 0-16,1-2 15,-1 2-15,-1 0 16,-4-1-16,-2 0 16,0 1-16,0 0 15,-1-1-15,-3-1 16,-4 1-1,-1 0-15,1 0 16,2 0-16,-1-1 16,-1 0-16,-5 0 15,-2-1-15,1 0 16,-4-1-16,2 1 16,0-2-16,1 0 15,1-1-15,-3 0 16,-1 2-16,1-1 15,-2 0 1,2 0-16,1-2 16,-1 1-16,2-2 15,1 2-15,-1-2 16,0 2-16,0-1 16,0-1-16,0 2 15,2-2-15,-3 1 16,1 0-16,2 0 15,0 0 1,1 0-16,0 0 16,0-1-16,-3 3 15,-3-1-15,-1 1 16,-2-1-16,0 1 16,-3 0-16,0-1 15,-1 1-15,1 0 16,-2-1-16,0 0 15,-1 0 1,-9 3-16,16-5 16,-16 5-16,14-5 15,-14 5-15,12-5 16,-12 5-16,11-5 16,-11 5-16,10-5 15,-10 5-15,13-4 16,-13 4-16,11-5 15,-11 5-15,10-4 16,-10 4 0,0 0-16,10-5 15,-10 5-15,0 0 16,0 0-16,0 0 16,0 0-16,10-2 15,-10 2-15,0 0 16,0 0-16,0 0 15,0 0 1,0 0-16,0 0 16,0 0-16,0 0 15,0 0-15,0 0 16,0 0-16,0 0 16,10 0-16,-10 0 15,0 0-15,0 0 16,0 0-16,0 0 15,0 0-15,0 0 16,0 0 0,0 0-16,0 0 15,0 0-15,0 0 16,0 0-16,0 0 16,10 1-16,-10-1 15,0 0-15,0 0 16,0 0-16,0 0 15,0 0-15,0 0 16,0 0 0,0 0-16,0 0 15,0 0-15,0 0 16,0 0-16,0 0 16,0 0-16,0 0 15,0 0-15,0 0 16,0 0-16,0 0 15,0 0 1,0 0-16,0 0 16,0 0-16,0 0 15,0 0-15,0 0 16,0 0-16,0 0 16,0 0-16,0 0 15,0 0-15,0 0 16,0 0-16,0 0 15,0 0-15,0 0 16,0 0 0,0 0-16,0 0 15,0 0-15,0 0 16,0 0-16,0 0 16</inkml:trace>
  <inkml:trace contextRef="#ctx0" brushRef="#br0" timeOffset="62515.87">6846 5720 0,'0'0'0,"0"0"0,0 0 0,-4-4 16,4 4-16,-10-7 15,10 7 1,-11-6-16,11 6 15,-14-6-15,4 2 16,-4 0-16,-2-2 16,-2 0-16,0 1 15,1 2-15,2 0 16,2 2-16,3 0 16,10 1-16,-11 0 15,11 0-15,0 0 16,0 0-1,-11 4-15,11-4 16,0 0-16,0 0 16,0 0-16,0 0 15,-8 9-15,6-2 16,-5 8 0,-2 6-16,0 2 0,-1 2 15,-1 2 1,0 2-16,1 1 15,0 2-15,1-2 16,0-1-16,-1 3 16,0 3-16,-1 2 15,0 2-15,-1 1 16,2 0-16,3-1 16,0 2-16,3-5 15,2-3-15,2-5 16,2-1-1,1 0-15,-1-2 16,2-2-16,2-2 16,2-3-16,1-2 15,3-1-15,1-2 16,3-2-16,3-3 16,2-3-16,4-2 15,1-4-15,4-6 16,1-4-1,4-5-15,-2-6 16,1-3-16,-2-2 16,-1-3-16,1-3 15,-2-4-15,0 0 16,-2-1-16,-6-1 16,-2 0-16,-3-3 15,-5 0-15,-2 1 16,-4 3-16,-4 0 15,-2 2 1,-2-4-16,-4 0 16,0 2-16,-2 1 15,1 3-15,-2 1 16,0-1-16,-2 4 16,-2 3-16,-3 5 15,2 4-15,-5 3 16,-4 2-1,-4 2-15,0 5 16,-6 4-16,-1 5 16,-2 6-16,-2 4 15,-1 5-15,2 4 16,2-1-16,4 1 16,4-1-16,3-1 15,2 0-15,3 0 16,3 0-1,3-1-15,5 1 16,3 1-16,1 0 16</inkml:trace>
  <inkml:trace contextRef="#ctx0" brushRef="#br0" timeOffset="94547.57">4109 3820 0,'0'0'0,"0"0"0,0 0 15,0 0-15,0 0 16,0 0-16,3 2 16,-3-2-16,10 1 15,-10-1-15,21 4 16,-4-4-1,4-2-15,2-2 16,2 0-16,1-1 16,-2-1-16,1 1 15,-2-3-15,0 1 16,-1 1-16,-4 0 16,-1 0-16,-2 1 15,-1 1-15,-3 1 16,-1-1-16,-10 4 15,14-4 1,-14 4-16,0 0 16,10-3-16,-10 3 15,0 0-15,0 0 16,0 0-16,0 0 16,0 0-16,0 0 15,0 0-15,0 0 16,9 5-1,-9-5-15,0 0 16,0 0-16,0 0 16,0 0-16,0 0 15,0 0-15,0 7 16,0-7-16,0 0 16,0 0-16,0 0 15,0 0-15,0 0 16,0 0-1,0 0-15,0 0 16,0 0-16,0 0 16,0 0-16,0 0 15,0 0-15,0 0 16,0 0-16,0 0 16,0 6-16,0-6 15,0 0-15,0 0 16,0 0-16,0 0 15,0 0 1,0 0-16,0 0 16,0 0-16,0 0 15,0 0-15,0 0 16,0 0-16,0 0 16,0 0-16,0 6 15,0-6-15,0 0 16,0 0-1,0 0-15,0 0 16,0 0-16,0 0 16,0 0-16,0 0 15,0 0-15,0 0 16,0 0-16,0 0 16,0 0-16,0 0 15,0 0-15,0 0 16,0 0-16,0 0 15,0 0 1,0 0-16,0 7 16,0-7-16,0 0 15,0 0-15,0 0 16,0 0-16,0 0 16,0 0-16,0 0 15,0 0-15,0 0 16,0 0-16,0 0 15,0 0 1,0 0-16,0 0 16,0 0-16,-1 6 15,1-6-15,0 0 16,0 0-16,0 0 16,0 0-16,0 0 15,0 0-15,0 0 16,0 0-16,0 0 15,0 0 1,-3 7-16,3-7 16,0 0-16,0 0 15,0 0-15,0 0 16,0 0-16,0 0 16,0 0-16,0 0 15,0 0-15,0 0 16,0 0-16,-1 7 15,1-7-15,0 0 16,0 0 0,0 0-16,0 0 15,0 0-15,0 0 16,0 0-16,0 0 16,0 0-16,0 0 15,0 0-15,0 0 16,0 0-16,0 0 15,0 0-15,0 0 16,0 0 0,0 6-16,0-6 15,0 0-15,0 0 16,0 0-16,0 0 16,0 0-16,0 0 15,0 0-15,0 0 16,0 0-16,0 0 15,0 0 1,0 0-16,0 0 16,0 0-16,0 0 15,0 0-15,0 0 16,0 0-16,0 0 16,0 0-16,0 0 15,0 0-15,0 0 16,0 0-16,0 0 15,0 0-15,0 0 16,0 0 0,0 0-16,0 0 15,0 0-15,0 0 16,0 0-16,0 0 16,0 0-16,0 0 15,0 0-15,0 0 16,0 0-16,0 0 15,0 0-15,0 0 16,0 0 0,0 0-16,0 0 15,0 0-15,0 0 16,0 0-16,0 0 16,0 0-16,0 0 15,0 0-15,0 0 16,0 0-16,0 0 15,0 0-15,0 0 16,0 0 0,0 0-16,0 0 15,0 0-15,0 0 16,11-1-16,-11 1 16</inkml:trace>
  <inkml:trace contextRef="#ctx0" brushRef="#br0" timeOffset="98564.4">4424 3857 0,'0'0'0,"0"0"15,0 0-15,0 0 16,0 0-16,3 1 16,-3-1-16,17 5 15,0-2-15,5-2 16,4-5-16,0-2 16,2-1-1,0-4-15,-1 1 16,-3 0-16,0 0 15,-2 1-15,-2 0 16,-1-1-16,-4 3 16,-3-1-16,-1 3 15,-11 5-15,16-7 16,-16 7-16,11-4 16,-11 4-1,0 0-15,0 0 16,0 0-16,0 0 15,9-6-15,-9 6 16,0 0-16,0 0 16,0 0-16,0 0 15,0 0-15,0 0 16,0 0-16,0 0 16,0 0-1,0 0-15,0 0 16,0 0-16,0 7 15,0-7-15,0 0 16,0 0-16,0 0 16,0 0-16,0 0 15,0 0-15,0 0 16,0 0-16</inkml:trace>
  <inkml:trace contextRef="#ctx0" brushRef="#br0" timeOffset="112731.09">6440 6382 0,'0'0'0,"0"0"0,0 0 15,0 0-15,5 2 16,7-1-16,13 2 15,11-3-15,8-4 16,2-2-16,5-4 16,-4-2-16,3-4 15,-1-4-15,-3-1 16,-4 0-16,-4 4 16,-4 1-1,-7 4-15,-6 2 16,-6 2-16,-4 3 15,-11 5-15,12-5 16,-12 5-16,0 0 16,0 0-16,0 0 15,0 0-15,0 0 16,0 0 0,0 0-16,0 0 15,0 0-15,-14 21 16,-8 1-16</inkml:trace>
  <inkml:trace contextRef="#ctx0" brushRef="#br0" timeOffset="116730.69">6687 2611 0,'-2'-1'0,"2"1"15,-13-9-15,-7-3 16,-7 0-16,-5 3 15,-2 3-15,-3 7 16,-2 7-16,1 6 16,-2 5-16,2 7 15,-1 13-15,2 8 16,5 11-16,4-1 16,3 7-1,5 4-15,2 4 16,4 1-16,5-2 15,0 4-15,2-5 16,3-3-16,0-1 16,1-7-16,2-1 15,2-4-15,5 1 16,1-3-16,3-1 16,2 0-16,0-7 15,4 3 1,1-3-16,0-3 15,1 0-15,0-3 16,-1-1-16,-2-1 16,1-3-16,-2-2 15,-1-3-15,1-3 16,2-5-16,-2-5 16,3-5-1,-2-3-15,-2-2 16,-1-3-16,1 0 15,-2-1-15,0-2 16,1-1-16,2-2 16,6-3-16,1-4 15,5-2-15,-3-3 16,-3-5-16,1-5 16,0-3-16,-2-1 15,1 1 1,1-4-16,2-3 15,3-5-15,1 0 16,-3 3-16,-1 1 16,-3-4-16,-5-7 15,-2-1-15,-3 3 16,-2-2-16,-2 1 16,0-2-16,-3 2 15,-1 1 1,-2-1-16,-3-4 15,-1 2-15,-2 0 16,-1 2-16,-1-2 16,-1-3-16,1 3 15,-2 1-15,-2 1 16,-1 1-16,1 5 16,-4 2-1,2 2-15,-3 2 16,-1 1-16,2 2 15,0 5-15,1 1 16,-1 3-16,0 2 16,-1 4-16,3 3 15,1 3-15,3 1 16,1 1-16,1 2 16,8 7-16,-12-10 15,12 10 1,0 0-16,-9-8 15,9 8-15,0 0 16,0 0-16,0 0 16,0 0-16,0 0 15,0 0-15,0 0 16,-10-4-16,10 4 16,0 0-16,0 0 15,0 0 1,0 0-16,0 0 15,0 0-15,0 0 16,0 0-16,0 0 16,0 0-16,0 0 15,0 0-15,0 0 16,0 0-16,0 0 16,0 0-1,0 0-15,0 0 16,0 0-16,0 0 15,0 0-15,0 0 16,0 0-16,0 0 16,0 0-16,0 0 15,0 0-15,0 0 16,0 0-16,0 0 16,0 0-16,0 0 15,0 0-15,0 0 16,0 0-16,0 0 15,0 0 1,0 0-16,0 0 16,0 0-16,0 0 15,0 0-15,0 0 16,0 0-16,0 0 16,0 0-16,0 0 15,0 0-15,0 0 16,0 0-1,0 0-15,0 0 16,0 0-16,0 0 16,0 0-16,0 0 15,0 0-15,0 0 16,0 0-16,0 0 16,0 0-16,0 0 15,0 0 1,0 0-16,0 0 15,0 0-15,0 0 16,0 0-16,0 0 16,0 0-16,0 0 15,0 0-15,-8 6 16,8-6-16,0 0 16,0 0-16,0 0 15,0 0-15,0 0 16,0 0-1,0 0-15,0 0 16,0 0-16,0 0 16,0 0-16,0 0 15,0 0-15,0 0 16,0 0-16,0 0 16,0 0-16,0 0 15,0 0 1,0 0-16,0 0 15,0 0-15,0 0 16,0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inkml:trace>
  <inkml:trace contextRef="#ctx0" brushRef="#br0" timeOffset="123497.17">6946 3910 0,'0'0'0,"0"0"0,0 0 0,0 0 16,0 0-16,0 1 16,0-1-16,0 0 15,10 4-15,7 0 16,11-3-16,12-4 16,4-3-1,5-2-15,4-2 16,3-1-16,3 0 15,3 0-15,-1-1 16,1 1-16,1 0 16,0-1-16,2 1 15,-2 1-15,2-2 16,-2 2-16,0 2 16,1 2-1,-5 2-15,-3 2 16,-1 0-16,-2 1 15,-2 1-15,-5 1 16,-1 0-16,-4-1 16,-3 0-16,-1 1 15,-4 2-15,-4 0 16,-4-2-16,1 1 16,-2-1-1,1 1-15,-1-1 16,-4 1-16,-3 0 15,-2-2-15,-15 0 16,16 1-16,-16-1 16,0 0-16,10 0 15,-10 0-15,0 0 16,0 0-16,0 0 16,0 0-16,0 0 15,0 0-15,0 0 16,0 0-1,0 0-15,0 0 16,0 0-16,0 0 16,0 0-16,0 0 15,0 0-15,0 0 16,0 0-16,0 0 16,0 0-16,0 0 15,0 0 1,0 0-16,0 0 15,0 0-15,0 0 16,0 0-16,0 0 16,0 0-16,0 0 15,0 0-15,0 0 16,0 0-16,0 0 16,0 0-16,0 0 15,0 0 1,0 0-16,0 0 15,0 0-15,0 0 16,0 0-16,0 0 16,0 0-16,0 0 15,0 0-15,9 0 16,-9 0-16,0 0 16,0 0-1,0 0-15,0 0 16,0 0-16,0 0 15,0 0-15,0 0 16,0 0-16,0 0 16,0 0-16,0 0 15,0 0-15,0 0 16,0 0-16,0 0 16,0 0-16,0 0 15,0 0-15,0 0 16,0 0-1,0 0-15,0 0 16,0 0-16,0 0 16,0 0-16,0 0 15,0 0-15,0 0 16,0 0-16,0 0 16,0 0-16,0 0 15,0 0-15,0 0 16,0 0-16,0 0 15,0 0 1,0 0-16,0 0 16,0 0-16,0 0 15,0 0-15,0 0 16,0 0-16,0 0 16,0 0-16,0 0 15,0 0-15,0 0 16,0 0-1,0 0-15,0 0 16,0 0-16,0 0 16,0 0-16,0 0 15,0 0-15,0 0 16,0 0-16,0 0 16,0 0-16,0 0 15,0 0 1,0 0-16,0 0 15,0 0-15,0 0 16,0 0-16,0 0 16,0 0-16,0 0 15,0 0-15,0 0 16,0 0-16,0 0 16,0 0-16,0 0 15,0 0-15,0 0 16,0 0-1,0 0-15,0 0 16,0 0-16,0 0 16,0 0-16,0 0 15,0 0-15,0 0 16,0 0-16,0 0 16,0 0-16,0 0 15,0 0-15,0 0 16,0 0-1,0 0-15,0 0 16,0 0-16,0 0 16,0 0-16,0 0 15,0 0-15,0 0 16,0 0-16,0 0 16,0 0-16,0 0 15,0 0-15,0 0 16,12-7-16,-3-5 31,12-21-15</inkml:trace>
  <inkml:trace contextRef="#ctx0" brushRef="#br0" timeOffset="125813.93">10488 1315 0,'0'0'0,"0"0"0,0 0 16,0 2-16,0-2 15,0 19-15,0 7 16,0 7-16,0-1 15,-1-2-15,-2 3 16,0-4-16,-2 0 16,1 0-1,-1-1-15,1-1 16,1-2-16,-1 1 16,1 0-16,0-1 15</inkml:trace>
  <inkml:trace contextRef="#ctx0" brushRef="#br0" timeOffset="126131.14">10068 1933 0,'0'0'0,"0"0"0,0 0 16,0 0-16,6 0 15,12 0-15,13 0 16,9 0-16,7 0 16,7-1-1,7-3-15,0-2 16,-2-2-16,-4 0 16,-5 1-16,-1-1 15,-8 2-15,-7 3 16,-6 2-16,-6 2 15,-5 1-15,-6 1 16,-11-3-16,8 7 16</inkml:trace>
  <inkml:trace contextRef="#ctx0" brushRef="#br0" timeOffset="126563.91">10264 2141 0,'0'0'0,"0"0"0,0 0 16,1-1-1,-1 1-15,0 0 16,16-3-16,-16 3 16,17 6-16,-8 2 15,-3 3-15,-1 0 16,-3 3-16,-4 3 15,-4 4-15,-5 5 16,-5 0 0,0-2-16,3-4 15,3-3-15,3-4 16,3-2-16,3-1 16,2-1-16,5-2 15,4-1-15,8-2 16,12-8-16,9-2 15,3-6-15,2-1 16,-5 1-16,-4 1 16,0-1-1,-2-1-15,-3-2 16,-1 0-16,-4-1 16</inkml:trace>
  <inkml:trace contextRef="#ctx0" brushRef="#br0" timeOffset="126897.55">10688 1614 0,'1'2'0,"-1"-2"15,9 14-15,9 11 16,8 4 0,3 0-16,1-6 15,-5-7-15,2-1 16,0-5-16,0-1 15,2-2-15,-3-3 16,-2-1-16,-2-1 16</inkml:trace>
  <inkml:trace contextRef="#ctx0" brushRef="#br0" timeOffset="127164.56">10937 1556 0,'0'0'0,"0"0"15,0 0-15,-3 1 16,3-1 0,-22 19-16,3 2 15,0 7-15,0 0 16,2-3-16,5-2 15,0-3-15,0-1 16,0-1-16,1 1 16,0-4-16,1-3 15,2-3 1,3-3-16</inkml:trace>
  <inkml:trace contextRef="#ctx0" brushRef="#br0" timeOffset="127713.95">11214 1554 0,'0'0'0,"4"0"15,-4 0-15,21 3 16,4-1-16,1 5 16,-3-2-16,-4 3 15,-5-1 1,-1 0-16,-3 0 16,-3 1-16,-3 0 15,-3 3-15,-4 3 16,-11 8-16,-7 6 15,-3 2-15,-1-4 16,6-6-16,3-6 31,4-2-15,2-5-16,10-7 16,-8 7-16,8-7 15,0 0-15,23 2 16,14-2-16,9-4 15,-2-4-15,-2-1 16,-5 1-16,-2 0 16,-7 2-16,-6 1 15,-7 1-15,-4 2 16,-11 2-16,14-3 16,-14 3-1,0 0-15,13-1 16,-13 1-16</inkml:trace>
  <inkml:trace contextRef="#ctx0" brushRef="#br0" timeOffset="128063.55">11626 1536 0,'0'0'0,"0"0"16,-10 5-16,-20 12 15,-24 17-15,-14 7 16,-7 6-16,-8 1 16,-5-3-16,3-1 15,0-2-15,11-4 16</inkml:trace>
  <inkml:trace contextRef="#ctx0" brushRef="#br0" timeOffset="128446.98">10707 2111 0,'0'0'0,"0"0"0,-6 3 15,-16 7-15,-26 18 16,-21 18-16,-9 11 16,-12 6-16,-15 11 15,-18 13-15,-4 2 16,-14 8-16</inkml:trace>
  <inkml:trace contextRef="#ctx0" brushRef="#br0" timeOffset="144630.41">10475 359 0,'0'0'0,"0"0"0,0 0 0,-1 5 16,0 11-16,-5 22 15,-4 10-15,-4 5 16,-5-1-16,-3 0 16,-4-5-1,-1-7-15,0-5 16,3-5-16,5-7 15,5-5-15,4-7 16,6-4-16,4-7 16,4 12-16,10-8 15,13 1-15,13-5 16,7-8-16,1-1 16,-2-2-1,-1 0-15,-2-1 16,-7 2-16,-3 1 15,-5 2-15,-1-1 16</inkml:trace>
  <inkml:trace contextRef="#ctx0" brushRef="#br0" timeOffset="144880.35">10874 622 0,'0'0'0,"0"0"15,0 0-15,0 0 16,10 4-16,8 6 16,11 4-16,2-3 15,-3-4 1,-2-3-16,-4-2 15,-3-2-15,-2-1 16,-2 0-16,-4-1 16</inkml:trace>
  <inkml:trace contextRef="#ctx0" brushRef="#br0" timeOffset="145080.4">10881 855 0,'0'0'0,"0"0"0,0 0 16,5 0-16,10 0 15,15 1-15,7 0 16,2 0-16,0 0 16,2-3-1,4-5-15,-4-2 16</inkml:trace>
  <inkml:trace contextRef="#ctx0" brushRef="#br0" timeOffset="146296.6">11828 449 0,'0'0'0,"0"0"16,0 0-16,0 0 15,0 1-15,0-1 16,0 15-16,1 1 16,1 4-16,0 3 15,1 0-15,0 0 16,3 3-1,5-3-15,8-1 16,4-2-16,5-9 16,6-9-16,2-6 15,5-12-15,0-6 16,-2-4-16,-5-5 16,-7 1-16,-6-2 15,-4 1-15,-5 8 16,-4 6-1,-3 6-15,-5 11 16,4-9-16,-4 9 16,0 0-16,0 0 15,-4 23-15,-2 15 16,-2 17-16,-7 11 16,-8 11-16,-1 4 15,0 3-15,-12 40 31,6-19-15,6-10-16,13-31 16,11-37-16,-1-12 15,-1-8-15,2-7 16,-10 6-16,10-6 16,-31-4-16,5-9 15,3-8-15,16-4 16,9-10-1,15-16-15,1-1 16,2 8-16,12 10 16,-1 3-16,2 5 15,-4 2-15,-5 2 16,-2-4-16,-1 2 16</inkml:trace>
  <inkml:trace contextRef="#ctx0" brushRef="#br0" timeOffset="146730.54">12058 202 0,'0'0'0,"0"0"0,0 0 16,-1 4-16,-13 17 15,-16 16-15,3-6 16,7-11-16,10-10 16,3-4-16,7-6 15,-10 8-15,10-8 16,0 0-16,0 0 15,7-10 1,21-20-16,7-4 16,3 4-16,10 0 15,-9 9-15,-1 5 16,-8 10-16,-4 6 16,2 11-16,2 5 15,0 5-15,-2 7 16,-2 0-16,1 7 15,2 8 1</inkml:trace>
  <inkml:trace contextRef="#ctx0" brushRef="#br0" timeOffset="147014">12567 583 0,'0'9'0,"0"-9"16,0 0-16,4 8 15,3-2-15,6 9 16,6 0-16,4-3 15,5-5-15,4 2 16,2 1 0,2-22-16</inkml:trace>
  <inkml:trace contextRef="#ctx0" brushRef="#br0" timeOffset="147563.97">13033 501 0,'-1'-6'0,"1"6"0,0 0 15,0 0-15,-1 10 16,-3 19-16,-1 4 16,2 4-16,3-8 15,3-14-15,2-5 16,-5-10-16,13 1 15,4-10-15,8-6 16,1-5 0,-1-9-16,-5 5 15,0-2-15,-4 7 16,-5 3-16,0 1 16,-3 7-16,-8 8 15,11-1-15,-1 17 16,1 22-16,-6 27 15,-8 12 1,-9 11-16,-5-23 16,-17 65-1,7-38 1,-1-18-16,-7-8 16,7-39-16,-3-2 15,7-4-15,8-11 16,5-3-16,-5-4 15,0-5 1,5-8-16,6-9 16,13-19-16,17-15 15,9-5-15,13 0 16,-7 14-16,6 0 16,-3 4-16,3-3 15</inkml:trace>
  <inkml:trace contextRef="#ctx0" brushRef="#br0" timeOffset="148014.44">13555 292 0,'0'0'0,"3"5"0,-3-5 0,7 9 16,14 19-16,8 23 16,-8 20-16,-3 6 15,-10 3-15,-10 3 16,-8-3-16,-9 0 15,-10-4-15,-12-5 16,-13-6 0</inkml:trace>
  <inkml:trace contextRef="#ctx0" brushRef="#br0" timeOffset="148396.78">11625 205 0,'-6'5'0,"-14"13"0,-5 8 16,-31 45-1,10 6-15,11 4 16,5 1-16,13-1 16,12-5-16,3-1 15,17 6-15,11-4 16,14-1-16,27-8 15,23-11-15,31-15 16,27-20-16,1-1 16</inkml:trace>
  <inkml:trace contextRef="#ctx0" brushRef="#br0" timeOffset="148814.07">13707 69 0,'0'0'0,"0"0"0,0 0 0,0 0 0,14 6 16,18 9-16,9 9 16,-6-2-1,-11-1-15,-5-4 16,-5-1-16,-3-1 16,-5 2-16,-6 5 15,-4 8-15,-7 7 16,-5 2-16,-1-3 15,0-4-15,3-6 16,6-8 0,4-3-16,8 0 15,9-2-15,20-2 16,33-10-16,23-5 16,11-8-16,14-13 15</inkml:trace>
  <inkml:trace contextRef="#ctx0" brushRef="#br0" timeOffset="152097.17">14077 863 0,'0'0'0,"0"0"0,0 0 16,0 0-1,0 0-15,0 0 16,2 0-16,-2 0 15,33 9-15,5-4 16,6-2-16,-2-3 16,-2 0-16,-2-2 15,-4 0-15,-4 0 16,-7 1-16,-6 0 16,-4 1-1,-13 0-15,16 0 16,-16 0-16,0 0 15,12 0-15,-12 0 16,0 0-16,3-7 16,-4-5-16,-5-3 15,-4-2-15,-2 0 16,2 4-16,2 3 16,2 4-16,6 6 15,-5-7 1,5 7-16,0 0 15,0 0-15,7 9 16,11 8-16,8 3 16,3-1-16,-4-3 15,-3-2-15,-6-4 16,-5-2-16,-11-8 16,7 13-1,-12-2-15,-15 6 16,-13 8-16,-17 0 15</inkml:trace>
  <inkml:trace contextRef="#ctx0" brushRef="#br0" timeOffset="154396.51">14711 417 0,'0'0'0,"0"0"0,1 5 16,2 8-16,8 13 15,6 10-15,6 1 16,0 0 0,-2-2-16,2-1 15,-5-3-15,-5 1 16,-7 1-16,-7 0 16,-8 1-16,-7-4 15,-6 0-15,-6-6 16,0-3-16,5-8 15,4-5 1,6-8-16,1-3 16,3-6-16,0-5 15,6-9-15,4-7 16,10-5-16,6-2 16,5 2-16,1 5 15,-3 5-15,-2 5 16,-4 5-16,-3 6 15,-3 0 1,0 3-16,1-1 16,1-2-16</inkml:trace>
  <inkml:trace contextRef="#ctx0" brushRef="#br0" timeOffset="154830.79">15105 444 0,'0'0'0,"0"0"0,0 0 16,1 6-16,0 8 15,1 10-15,-4 8 16,-5 5-16,-6 0 15,-1-1 1,-1-3-16,-1-5 16,2-3-16,3-7 15,2-3-15,1-3 16,2-3-16,1 0 16,0-3-16,5-6 15,-5 9-15,5-9 16,0 0-16,-1 9 15,9-3 1,10 5-16,12-5 16,7-3-16,1-3 15,-1-2-15,-4-1 16,-4 1-16,-3 0 16,-3-2-16,-5-1 15,-7 2-15,-11 3 16</inkml:trace>
  <inkml:trace contextRef="#ctx0" brushRef="#br0" timeOffset="155146.96">14140 1083 0,'0'0'0,"0"0"16,0 0-16,9 0 15,20 0-15,27 0 16,12-1-16,1-1 16,5-6-16,-2-3 15,-5-2-15,-3-3 16,-6 0-16,-6 1 15,-5 1 1,-8 3-16,-6 4 0,-10 3 16,-6 4-1,-7 0-15</inkml:trace>
  <inkml:trace contextRef="#ctx0" brushRef="#br0" timeOffset="155563.66">14407 1139 0,'0'0'0,"0"0"0,-1 3 16,-1 6-16,-5 17 16,-4 13-16,-1 6 15,1 2-15,-2-2 16,2 2-16,-6-2 15,-5 0-15,-4-6 16,-3-1-16,-4-3 16,1-7-1,-3-5-15,2-9 16,4-7-16,6-6 16,7-2-16,6-5 15,3-2-15,6-5 16,9-8-16,7-4 15,11 1-15,4 5 16,5 2-16,0 2 16,-1 1-1,2 0-15,4-1 16,0 0-16</inkml:trace>
  <inkml:trace contextRef="#ctx0" brushRef="#br0" timeOffset="156080.66">14586 1366 0,'0'0'0,"0"0"16,0 0-16,0 0 16,-1 4-1,0 4-15,-3 11 16,0 6-16,-2 5 16,2-6-16,2-3 15,2-1-15,3-8 16,3-2-16,8-2 15,5-8-15,6-5 16,5-10-16,0-5 16,-3-1-1,-5 2-15,-3 3 16,-6 3-16,-4 5 16,-9 8-16,8-8 15,-8 8-15,11 11 16,-4 5-16,-4 13 15,-4 12-15,-6 11 16,-5 3 0,-7 4-16,-4 4 15,-2 2-15,0-3 16,-2-1-16,0-7 16,-26-3-1,-8-11 1,11-15-16,7-13 15,21-12-15,6-5 16,4-4-16,9-5 16,8-8-1,19-16-15,8-11 16,-2 6-16,9-5 16,5 5-16,-3 2 15,5-3-15</inkml:trace>
  <inkml:trace contextRef="#ctx0" brushRef="#br0" timeOffset="156430.29">14752 1180 0,'0'0'0,"-2"2"0,2-2 0,0 0 0,-19 24 16,-6 6-1,0 3-15,5-6 16,7-6-16,5-6 16,3-5-16,5-10 15,0 0-15,0 0 16,37-17-16,5-12 15,-1-1-15,-2 2 16,-4 2-16,2 9 16,0 10-1,-3 9-15,-1 11 16,-2 8-16,-3 9 16,-5 2-16</inkml:trace>
  <inkml:trace contextRef="#ctx0" brushRef="#br0" timeOffset="157130.51">15044 1156 0,'0'0'0,"0"0"0,0 0 15,7 1-15,11 1 16,15 2-16,4 1 15,-3-1-15,-4-1 16,-4 0-16</inkml:trace>
  <inkml:trace contextRef="#ctx0" brushRef="#br0" timeOffset="157330.64">15230 1297 0,'0'0'0,"0"0"15,6-1-15,13-1 16,15-3 0,5 0-16,0 1 15,-1 0-15</inkml:trace>
  <inkml:trace contextRef="#ctx0" brushRef="#br0" timeOffset="160596.92">13000 2610 0,'0'0'0,"1"-2"0,-1 2 16,8-6-16,2-2 16,5 2-16,2 3 15,-1 3 1,-4 4-16,-2 5 15,-2 4-15,-5 9 16,-7 8-16,-14 13 16,-12 3-16,-10 7 15,0-5-15,5-6 16,9-10-16,8-9 16,8-3-16,7-6 15,8 0 1,9-3-16,14-3 15,15-8-15,4-4 16,-1-8-16,-7-2 16,-9 2-16,-7 3 15,-5 1-15,-4 2 16,-4 2-16,-10 4 16,12-4-16,-12 4 15,0 0 1</inkml:trace>
  <inkml:trace contextRef="#ctx0" brushRef="#br0" timeOffset="160913.97">13487 2594 0,'-1'1'0,"-3"6"15,-2 9-15,-12 27 16,-8 19-16,-2 6 16,2 2-16,5-8 15,4-4-15,5-9 16,7-9-16,5-3 15,4-7 1,4-7-16,17-7 31,26-6-31,2-14 16,4-1-16</inkml:trace>
  <inkml:trace contextRef="#ctx0" brushRef="#br0" timeOffset="161482.07">13755 2764 0,'0'-5'0,"0"5"0,0 0 16,0 0-16,-1 15 15,1 13 1,-1 10-16,0-5 16,1-10-16,0-2 15,0-12-15,0-9 16,0 0-16,11-10 16,1-3-16,5-12 15,-3 5-15,-4 6 16,0-1-1,-3 5-15,-7 10 16,0 0-16,0 0 16,13 27-16,-7 8 15,-5 11-15,-11 7 16,-1-3-16,-4 3 16,-7 9-1,3-8 1,0-12-1,1-11-15,6-14 16,-3-8-16,1-5 16,0-6-16,2-3 15,5-4-15,4-10 16,6-13-16,9-11 16,3 2-16,5 6 15,4 0-15,3 3 16,1 1-1,1 0-15,3 4 16</inkml:trace>
  <inkml:trace contextRef="#ctx0" brushRef="#br0" timeOffset="161846.98">13794 2521 0,'0'0'0,"-5"6"16,0 1-16,-6 11 16,0 3-16,4-5 15,2-4-15,3-5 16,2-7-16,1 8 15,9-9-15,13-7 16,9-10 0,0-2-16,-4 0 15,-4 4-15,-5 3 16,-2 4-16,3 12 16,0 10-16,-2 10 15,0 6-15</inkml:trace>
  <inkml:trace contextRef="#ctx0" brushRef="#br0" timeOffset="162080.32">14092 2896 0,'0'0'0,"0"0"16,0 0-16,0 2 16,0-2-16,3 8 15,3-2-15,-1 1 16,6-2-16,6-2 16,8-7-16,-4-5 15,-1-17-15</inkml:trace>
  <inkml:trace contextRef="#ctx0" brushRef="#br0" timeOffset="162530.64">14321 2857 0,'0'0'0,"0"5"16,0 2-16,0 14 16,0 7-16,0-3 15,0-3-15,0-6 16,1-6-16,0-3 15,-1-7-15,23-3 16,5-12 0,5-8-16,-6-3 15,-6 4-15,-6 4 16,-6 7-16,-4 4 16,-5 7-16,11 2 15,-2 16-15,-2 16 16,-5 13-16,-8 10 15,-6 6-15,-3 1 16,-6-3 0,-23 7-1,-3-19 1,1-4-16,-2-17 16,27-24-16,-2-4 15,-1-13-15,14-3 16,10-2-16,17-14 15,21-10-15,-4-1 16,7-2 0,4 0-16,-1 6 15,6-4-15</inkml:trace>
  <inkml:trace contextRef="#ctx0" brushRef="#br0" timeOffset="162763.6">14742 2735 0,'0'0'0,"0"0"0,0 2 16,6 8-16,5 17 16,9 17-16,1 5 15,-15 13-15,-11 10 16,-15-1-16,-15 3 15,-21-1 1,-8 7-16</inkml:trace>
  <inkml:trace contextRef="#ctx0" brushRef="#br0" timeOffset="164814.28">13128 2780 0,'0'0'0,"2"-3"0,2-3 16,0-2 0,2 1-16</inkml:trace>
  <inkml:trace contextRef="#ctx0" brushRef="#br0" timeOffset="165463.89">13165 2157 0,'0'0'0,"0"0"0,0 0 15,-9 1 1,-7 1-16,-15 2 16,-4 7-16,-3 3 15,3 6-15,2 8 16,-4 4-16,4 5 15,-1 3-15,-3 7 16,-1 24-16,-1 9 16,7-8-16,7 15 15,7-16-15,5 5 16,9 15 0,7-26-16,10 3 15,16-9 1,9-15-1,13-9-15,5-18 16,-4-21-16,-1-12 16,2-13-16,1-8 15,-3-7-15,1-12 16,-8-1 0,1-11-16,-5-4 15,-7-1-15,-6 0 16,-9 1-16,-5 6 15,-9 0-15,-4 5 16,-7 5-16,-8 4 16,-3 8-16,-4 4 15,-1 8-15,-1 7 16,-1 6 0,-3 5-16,-4 6 15,-8 11-15,-6 6 16,1 6-16</inkml:trace>
  <inkml:trace contextRef="#ctx0" brushRef="#br0" timeOffset="169513.64">13163 2520 0,'0'0'0,"-1"4"16,-7 7-16,-20 27 16,-23 28-16,-10 9 15,-5 7-15,-8 7 16,-6 6-16,-6 1 15,0-3-15,6-11 16,12-12 0,16-17-16</inkml:trace>
  <inkml:trace contextRef="#ctx0" brushRef="#br0" timeOffset="169830.15">13501 2457 0,'0'0'0,"0"0"0,-3 5 16,-10 15-1,-30 30-15,-18 16 16,-2-3-16,1-1 16,7-8-16,2-2 15,4-3-15,4-4 16,-1 0-16,2-2 16,5-4-16,1-2 15,9-8-15</inkml:trace>
  <inkml:trace contextRef="#ctx0" brushRef="#br0" timeOffset="170130.21">13169 2570 0,'-5'7'0,"-17"14"15,-11 10-15,-46 46 16,12-6-16,0 7 16,8-6-16,12-10 15,8-8-15,7-11 16,9-12-16,5-5 15,4-7-15,2-1 16,1-3 0</inkml:trace>
  <inkml:trace contextRef="#ctx0" brushRef="#br0" timeOffset="-186833.66">3250 8046 0,'0'0'0,"0"0"0,-3-2 15,3 2-15,-12-8 16,12 8-16,-11-7 16,11 7-1,-9-7-15,9 7 16,0 0-16,0 0 15,-5-8-15,5 8 16,10-13-16,3 1 16,9-4-16,8-2 15,4 1 1,5 0-16,1 1 16,-1 1-16,-2 2 0,-1 0 15,0 1 1,-2 1-16,-3 0 15,-2 1-15,-2 1 16,-1 1-16,-3 1 16,-1 1-16,-6 2 15</inkml:trace>
  <inkml:trace contextRef="#ctx0" brushRef="#br0" timeOffset="-186299.96">3939 7472 0,'0'0'0,"0"0"0,0 0 16,0 0-16,0 0 15,0 0-15,0 0 16,3 2-16,-3-2 16,13 4-16,-1-1 15,2 1-15,0 0 16,0 1-16,-2-2 16,1 3-16,1 7 15,-1 5 1,1 5-16,-7 4 15,-5 5-15,-4 3 16,-4 4-16,-1-2 16,-1-7-16,2-4 15,0-5-15,2-5 16,0-6-16,2-3 16,2-7-1,0 9-15,0-9 16,11 10-16,4-7 15,9-3-15,8-6 16,5-7-16,1-6 16,-5-2-16,1-5 15,-3-1-15,-5-2 16,-14-8-16</inkml:trace>
  <inkml:trace contextRef="#ctx0" brushRef="#br0" timeOffset="-186066.76">4229 7402 0,'0'0'0,"0"0"15,0 0-15,0 0 16,0 0-16,0 0 16,2 1-1,-2-1-15,27 16 16,2 1-16,7 5 15,6 4-15,4 6 16,-1 8-16,-11 6 16,-3 8-16,-8-3 15,-11-8-15,-4-9 16,-8-9-16,-11-5 16</inkml:trace>
  <inkml:trace contextRef="#ctx0" brushRef="#br0" timeOffset="-185667.01">3073 7673 0,'0'0'0,"0"0"16,0 0-16,0 7 15,0 18-15,5 26 16,11 14-1,8-1-15,4-7 16,11-4-16,9-8 16,3-8-16,12-13 15,3-6-15,6-14 16,10-5-16,-1-10 16,45-35 15,-10 11-31</inkml:trace>
  <inkml:trace contextRef="#ctx0" brushRef="#br0" timeOffset="-185233.72">4499 7247 0,'0'0'0,"0"0"0,-2-3 16,2 3-16,-7-6 16,7 6-16,0 0 15,-6-8-15,6 8 16,0 0-16,8-7 16,-8 7-16,22-9 15,-10 7-15,-1 3 16,-11-1-16,19 8 15,-11 1 1,1 4-16,-1 1 16,-1-1-16,-1-2 15,-2-3-15,3 0 16,6-3-16,7-4 16,7-4-16,3-7 15,1-1-15,-3 0 16,-2 1-1,1 0-15,-7 2 16</inkml:trace>
  <inkml:trace contextRef="#ctx0" brushRef="#br0" timeOffset="-185049.57">4877 7464 0,'0'0'0,"0"0"15,0 0-15,0 0 16,0 0-16,3 0 16,-3 0-16,18 3 15,-2-5-15,2-3 16,3-3-16,2-1 16,-3-2-16,-4 4 15,-6 0-15</inkml:trace>
  <inkml:trace contextRef="#ctx0" brushRef="#br0" timeOffset="-184865.75">4973 7641 0,'0'0'0,"3"0"0,-3 0 0,0 0 16,26 0-1,7-9-15,4-11 16,-2-8-16,-7-5 16,1-15-16</inkml:trace>
  <inkml:trace contextRef="#ctx0" brushRef="#br0" timeOffset="-184434.08">5325 7254 0,'0'0'0,"0"0"0,0 0 16,-4 3-16,4-3 16,-8 11-16,4 10 15,1 13-15,3 1 16,3-4-16,0-8 16,3-6-16,1-2 15,4-4-15,1-2 16,4-5-1,2-6-15,3-6 16,1-4-16,-3-3 16,-3-1-16,-5-2 15,-3 1-15,-2 2 16,-1 3-16,-2 2 16,-3 10-16,2-9 15,-2 9-15,0 0 16,0 0-16,0 0 15,0 0-15,12 14 16,-3 20 0,2 21-16,-2 13 15,-4 19-15,5 17 32,-2-9-32</inkml:trace>
  <inkml:trace contextRef="#ctx0" brushRef="#br0" timeOffset="-182750.69">4564 8317 0,'0'0'0,"0"0"0,0 0 16,0 0-16,0 0 15,0 0-15,0 0 16,0 0-16,0 0 15,3-1-15,-3 1 16,24-9-16,-3 1 16,2-2-1,2-1-15,-1-1 16,-3 0-16,0-1 16,-2 0-16,1-1 15,1 1-15,0-1 16,-1 1-16,-7 5 15</inkml:trace>
  <inkml:trace contextRef="#ctx0" brushRef="#br0" timeOffset="-182316.83">4917 8075 0,'0'0'0,"0"0"0,0 0 16,-5 1-16,5-1 15,0 0-15,0 0 16,0 0-16,0 0 16,0 0-16,0 0 15,0 0 1,6 7-16,-6-7 16,13 8-16,-6-1 15,0 6-15,-3 4 16,-1 5-16,-3 3 15,-3 2-15,-1 0 16,0-9-16,0-4 16,1-5-16,3-9 15,-2 9 1,2-9-16,0 0 16,0 0-16,0 0 15,18 3-15,0-7 16,6-5-16,3-4 15,-2 0-15,-3 1 16,-1 1-16,-3 0 16,-1 1-1,1 2-15,2 4 16,-2 4-16,-2 2 16</inkml:trace>
  <inkml:trace contextRef="#ctx0" brushRef="#br0" timeOffset="-181833.64">5198 7923 0,'0'0'0,"-3"-2"16,3 2-16,0 0 16,0 0-1,0 0-15,0 0 16,0 0-16,9 29 16,11 11-16,2 4 15,2 4-15,0-1 16,3 8-1,-3-7 1,-1-8-16,-3-6 16,-9-17-1,-7-11-15,-4-6 16</inkml:trace>
  <inkml:trace contextRef="#ctx0" brushRef="#br0" timeOffset="-181533.56">4406 8167 0,'0'0'0,"-6"0"16,6 0-16,-16 3 16,16-3-16,-13 2 15,13-2-15,-2 24 16,11 6 0,12 9-16,7 1 15,6 1-15</inkml:trace>
  <inkml:trace contextRef="#ctx0" brushRef="#br0" timeOffset="-181184.05">5703 8113 0,'0'0'0,"0"0"16,0 0-16,2 2 15,-2-2-15,12 4 16,2-4-16,9-2 16,3-3-16,2-2 15,-2-1 1,-8 1-16</inkml:trace>
  <inkml:trace contextRef="#ctx0" brushRef="#br0" timeOffset="-180950.56">5776 8219 0,'0'0'0,"0"0"16,0 0 0,0 0-16,7 1 15,8 0-15,8 0 16,1-4-16,10-9 15,2-5-15,7-7 16,-2-4-16,-9-6 16,-10 0-16,-17 7 15,-9 5 1</inkml:trace>
  <inkml:trace contextRef="#ctx0" brushRef="#br0" timeOffset="-180633.7">6088 7962 0,'0'0'0,"-1"1"16,1-1-16,0 0 16,0 0-16,0 0 15,0 0-15,11 2 16,4 1 0,3-1-16,-2 1 15,1 0-15,-6 2 16,2 5-16,-5 7 15,-7 7-15,3 4 16,-7 1-16,2-5 16,-1-2-16,-2-2 15,2-8-15,1-2 16,0-3 0,4 0-16,8 2 15,11-2-15,17-12 16,14-18-16,9-16 15,11-18-15</inkml:trace>
  <inkml:trace contextRef="#ctx0" brushRef="#br0" timeOffset="-178633.8">6031 7874 0,'0'0'0,"-2"-3"0,2 3 0,-9-11 15,2 1 1,0-3-16,3-9 15,5-6-15,12-11 16,2-4-16,14-8 16,7-1-16,9-1 15,9 2-15,4 0 16,9-1-16,-2 6 16,6 4-16,-5 9 15,2 3 1,-2 6-16,-5 4 15,-4 5-15,-5 5 16,-5 3-16,-2 1 16,-7 4-16,-7 2 15,-5 0-15,-6 2 16,-4-1-16,-2 0 16,-4 0-1,-10-1-15,10 1 16,-10-1-16,0 0 15,0 0-15,6-7 16,-6-5-16,-5-4 16,-4-2-16,-4 2 15,-5 1-15,-3 3 16,1 2-16,3 5 16,4 1-16,13 4 15,-12-2 1,12 2-16,0 0 15,0 0-15,3 6 16,8 2-16,8 1 16,3 0-16,0 0 15,2 1-15,-3-3 16,-2 1-16,-3-2 16,-3 1-16,-2 1 15,-5 4 1,-7 6-16</inkml:trace>
  <inkml:trace contextRef="#ctx0" brushRef="#br0" timeOffset="-173317.94">5525 7194 0,'0'0'0,"0"0"0,-3-3 16,3 3-16,-10-5 15,10 5-15,-13-4 16,1 0-16,-2-1 16,-3-1-16,1 0 15,1 0 1,-6-1-16,-1-1 16,-1 3-16,-4 3 15,0 7-15,-5 4 16,1 6-16,3 5 15,5 3-15,4 12 16,4 9-16,4 6 16,5 5-16,6 1 15,5 0 1,12-8-16,9-3 16,6-13-16,7-7 15,2 1-15,8-12 16,5-5-16,3-6 15,2-4-15,0-5 16,-4-6-16,-3-4 16,-3-2-16,-3-1 15,-5-5-15,-9-2 16,-11-5 0,-3 3-16,-5 2 15,-7 0-15,-8-13 16,-5-10-16,-17-17 15,-9 0-15,-11 7 16,-7 11-16,-2 5 16,-4 16-16,-8 14 15,1 11-15,-56 59 32</inkml:trace>
  <inkml:trace contextRef="#ctx0" brushRef="#br0" timeOffset="-153732.58">7413 6867 0,'0'0'0,"0"0"0,0 0 0,0 3 16,0-3-16,1 7 16,-1-7-16,4 11 15,0-4-15,3 2 16,3 2-16,5 1 15,2-1 1,5-2-16,2-4 16,3-3-16,3-2 15,0-2-15,1 0 16,2-2-16,-1-2 16,-1 1-16,-2-2 15,-1 0-15,1-1 16,-2 0-1,-2 0-15,-1 0 16,-2 3-16,-1-2 16,-1 2-16,-2 0 15,-1 0-15,-2 1 16,-2 1-16,-2 2 16,-11 1-16,17-2 15,-17 2-15,13 0 16,-13 0-16,0 0 15,10 1 1,-10-1-16,0 0 16,0 0-16,0 0 15,0 0-15,0 0 16,10 6-16,-10-6 16,0 0-16,0 0 15,0 0-15,0 0 16,0 0-16,0 0 15,0 0-15,0 0 16,11 2 0,-11-2-16,22-2 15</inkml:trace>
  <inkml:trace contextRef="#ctx0" brushRef="#br0" timeOffset="-153183.84">7796 6856 0,'0'0'0,"0"0"16,1 2 0,-1-2-16,6 6 15,2 3-15,6-1 16,5 1-16,6 0 16,3-4-16,1 0 15,-3-4-15,-2-1 16,1-2-16,-2-2 15,0 2-15,0-1 16,-1 0 0,0 1-16,0-2 15,-2 2-15,0-2 16,-1-1-16,-5 1 16</inkml:trace>
  <inkml:trace contextRef="#ctx0" brushRef="#br0" timeOffset="-152784.55">7785 6956 0,'0'0'0,"0"0"15,0 0-15,0 0 16,7 1-16,6 2 15,13-2-15,7 1 16,4-2 0,2-2-16,1 1 15,0-3-15,-2 2 16,1-1-16,0-1 16,-2-1-16,-4-3 15</inkml:trace>
  <inkml:trace contextRef="#ctx0" brushRef="#br0" timeOffset="-152483.74">8022 6971 0,'0'0'0,"0"0"16,0 0-1,4 1-15,-4-1 16,30 7-16,0-5 16,9-4-16,5-5 15,0-3-15,-2-1 16,-1-4-16,-4 0 15,3-7-15,-3-17 16</inkml:trace>
  <inkml:trace contextRef="#ctx0" brushRef="#br0" timeOffset="-148233.86">8414 6023 0,'0'0'0,"0"0"16,0 2-16,0-2 15,0 0 1,2 8-16,-2-8 15,0 0-15,0 0 16,3 6-16,-3-6 16,0 0-16,0 0 15,9 8-15,-9-8 16,25 4-16,-1-4 16,3-4-16,2-1 15,-2 1 1,-2 0-16,-2 0 15,-1 0-15,-1 0 16,-2-1-16</inkml:trace>
  <inkml:trace contextRef="#ctx0" brushRef="#br0" timeOffset="-147934.6">8458 6160 0,'0'0'0,"0"0"0,0 0 16,0 0-16,0 0 15,0 0-15,5-3 16,-5 3-1,25-8-15,-8 2 16,0 0-16,0-1 16,-3 0-16,-1 3 15,-2-1-15,-11 5 16,15-5-16,-15 5 16</inkml:trace>
  <inkml:trace contextRef="#ctx0" brushRef="#br0" timeOffset="-147783.37">8516 6123 0,'0'0'0,"0"0"15,0 0-15,0 0 16,0 0-16,0 0 16,3 2-16,-3-2 15,18 8-15,4-7 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48:38.522"/>
    </inkml:context>
    <inkml:brush xml:id="br0">
      <inkml:brushProperty name="width" value="0.05292" units="cm"/>
      <inkml:brushProperty name="height" value="0.05292" units="cm"/>
      <inkml:brushProperty name="color" value="#FFC000"/>
    </inkml:brush>
    <inkml:context xml:id="ctx1">
      <inkml:inkSource xml:id="inkSrc27">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1" timeString="2026-02-15T10:49:43.687"/>
    </inkml:context>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EE0000"/>
    </inkml:brush>
  </inkml:definitions>
  <inkml:trace contextRef="#ctx0" brushRef="#br0">1043 1504 0,'0'0'0,"0"0"0,0 0 16,0 0-16,0 0 15,0 0-15,0 3 16,0-3-16,1 6 16,2 1-1,1 3-15,5 5 16,3 2-16,6 4 15,5 1-15,3 3 16,3 0-16,-1 0 16,-1 1-16,0-2 15,-1-1-15,0 1 16,-4-4-16,-3-2 16,-3-4-1,-1-1-15,-2-1 16,-3-2-16,0 0 15,-1 0-15,-2 0 16,1 1-16,-1-1 16,0-2-16</inkml:trace>
  <inkml:trace contextRef="#ctx0" brushRef="#br0" timeOffset="1067.03">1720 1535 0,'0'0'0,"0"0"0,0 0 15,0 0-15,0-2 16,0 2-16,0 0 16,0 0-16,0 0 15,0 0-15,0 0 16,0 0-16,0 0 16,-14 13-1,1 2-15,-3 7 16,-1 7-16,0 4 15,0 4-15,0-1 16,2-3-16,1-1 16,2-3-16,0-5 15,4-3-15,1-5 16,2-4-16,0-3 16,2-2-1,3-7-15,-3 9 16,3-9-16,0 0 15,-3 8-15,3-8 16,0 0-16,0 0 16,-4 6-16,4-6 15,0 0-15,0 0 16,0 0-16,0 0 16,0 0-1,0 0-15,0 0 16</inkml:trace>
  <inkml:trace contextRef="#ctx0" brushRef="#br0" timeOffset="1433.76">1489 1904 0,'0'0'0,"0"0"0,0 0 0,0 0 16,0 0-16,-1 1 16,1-1-16,0 0 15,-6 14-15,2-2 16,0 1-16,-1 1 16,0-2-16,1 1 15,0 1-15,-1 3 16,-1 5-1,0 4-15,0 4 16,1 0-16,1-2 16,0-2-16,1-2 15,1-2-15,0-2 16,0-4-16,1-2 16,0-3-1,1-1-15,2-1 16</inkml:trace>
  <inkml:trace contextRef="#ctx0" brushRef="#br0" timeOffset="4333.29">746 2344 0,'0'0'0,"0"0"15,0 0-15,0 0 16,0 0-16,0 2 16,0-2-16,0 0 15,0 0-15,0 0 16,18 8-16,9-5 15,20-7 1,10-1-16,11-6 16,10-1-16,7-2 15,1 0-15,-1 0 16,3 0-16,-2 1 16,2 0-16,2 0 15,-4 0-15,6 2 16,-10 0-16,5 0 15,-6 2-15,-9 1 16,-3-1 0,-18 1-16,-4 3 15,-9 0-15,-10 1 16,-7 2-16,-8 0 16,-13 2-16,15-1 15,-15 1-15,0 0 16,10 5-16,-10-5 15</inkml:trace>
  <inkml:trace contextRef="#ctx0" brushRef="#br0" timeOffset="4817.37">1195 2534 0,'0'0'0,"0"0"0,0 0 15,0 0-15,0 2 16,1 6-16,0 14 16,1 9-16,0 2 15,-1 4-15,-1 2 16,-1 6-16,0 5 15,0-1-15,0 3 16,0-2-16,1-1 16,0-3-1,0-1-15,0-3 16,0-6-16,1-6 16,0-7-16,0-6 15,1-5-15,1-5 16</inkml:trace>
  <inkml:trace contextRef="#ctx0" brushRef="#br0" timeOffset="5417.29">1736 2730 0,'0'0'0,"-2"-2"0,2 2 16,0 0-1,0 0-15,0 0 16,-13 0-16,13 0 16,-16 14-16,7-3 15,0 0-15,0 4 16,0 2-16,0 5 15,2 6-15,1 9 16,6 6-16,4 0 16,5-2-1,4-5-15,14 5 32,10-2-32,4-5 15,2-13-15,-12-15 16,1-12-16,-1-7 15,-1-7-15,0-5 16,-2-2-16,-4-4 16,-2-2-1,-4-4-15,-5-3 16,-5 1-16,-5 0 16,-4 5-16,-6 0 15,-4-1-15,-4 2 16,-2 4-16,-2 3 15,-1 8-15,-6 3 16,-5 3-16,-5 6 16,-6 6-1,-5 10-15,-5 5 16,3 5-16,1 6 16,9-7-16</inkml:trace>
  <inkml:trace contextRef="#ctx0" brushRef="#br0" timeOffset="6167.28">1424 3813 0,'0'0'0,"0"0"0,0 0 15,0 0-15,0 0 16,-2 4-16,2-4 16,-1 10-16,1 1 15,-2 3 1,1 6-16,-1 7 16,-1 8-16,-2 7 15,-1 4-15,-1-1 16,-1 5-16,-1 1 15,0-3-15,1-6 16,-2 6 0,2-5-1,3-6 1,5-11-16,2-16 16,-2-10-16</inkml:trace>
  <inkml:trace contextRef="#ctx0" brushRef="#br0" timeOffset="7767.07">945 3881 0,'0'0'0,"0"0"0,4-2 16,7-6-16,9-6 15,5-3-15,6 1 16,0 0-16,2 1 16,-1 2-16,1-1 15,0 5-15,1 2 16,-2 4 0,-3 3-16,-2 4 15,-3 4-15,-1 1 16,-2 4-16,-2 2 15,-5-1-15,-1 2 16,-3 0-16,-3 1 16,0 3-16,-2 4 15,-2 3-15,-4 3 16,-3-1 0,-2 0-16,-2-2 15,0-4-15,1-2 16,0 0-16,-1-1 15,0 0-15,0 0 16,-3 2-16,-3 2 16,-5 5-16,-4 4 15,-5 1-15,-1 0 16,-2 2-16,4-3 16,3-5-1,4-5-15,3-5 16,4-5-16,2-2 15,4-4-15,7-7 16,-9 9-16,9-9 16,0 0-16,0 0 15,0 0-15,0 0 16,12-7 0,9-3-16,5-3 15,9-1-15,-3 2 16,3-1-16,1 2 15,-1 0-15,1 0 16,-3 3-16,-1 1 16,2 2-16,-2 0 15,-1 2-15,-3 1 16,-1 4 0,-3 1-16,-4 1 15,-2 1-15,-3 3 16,-1 0-16,-1 0 15,-1 0-15,0-1 16,2-1-16,5-4 16,6-3-16</inkml:trace>
  <inkml:trace contextRef="#ctx0" brushRef="#br0" timeOffset="8367.07">2071 4001 0,'0'0'0,"-3"0"0,3 0 0,0 0 0,-12-1 15,12 1-15,-14-2 16,14 2-16,-15 2 16,4 0-16,-1 3 15,-2-1-15,0 3 16,0 3-16,-1 4 16,2 4-1,-1 7-15,3 7 16,3 6-16,5 1 15,8 8 1,10 2 0,3-5-16,6-7 15,-1-13-15,-1-8 16,2-4 0,5-7-16,2-4 15,-1-6-15,-2-7 16,1-3-16,-3-7 15,-2-4-15,-4-4 16,-5-5-16,-3-4 16,-3-2-16,-4 0 15,-7 2-15,-3 4 16,-4 0-16,-5 2 16,-4 5-1,-4 5-15,-5 5 16,-8 6-16,-11 8 15,-8 10-15,-5 14 16,4 1-16,6 3 16,5 0-16</inkml:trace>
  <inkml:trace contextRef="#ctx0" brushRef="#br0" timeOffset="9132.87">2553 1366 0,'0'0'0,"0"0"15,0 0-15,-1 2 16,-1 10-16,-5 13 16,-4 18-16,2 4 15,3 7 1,2 6-16,4 6 15,3 10-15,4 6 16,1 7-16,4 5 16,1 2-16,1 7 15,1 3-15,-1 4 16,2 1-16,-1-3 16,-3 3-1,0-2-15,-2-4 16,1 2-16,-2-6 15,2 4-15,-3-2 16,1 1-16,-2-1 16,-1 1-16,-2-5 15,0-1-15,1-6 16,-2-4-16,0-12 16,-1-10-16,0-8 15,-1-10 1,1-7-16,-1-9 15,0-9-15,-1-9 16,2-7-16,-2-7 16,0 0-16</inkml:trace>
  <inkml:trace contextRef="#ctx0" brushRef="#br0" timeOffset="10050.24">2297 2131 0,'0'0'0,"0"0"0,0 0 15,0 0-15,0 0 16,0 0-16,0 1 16,0-1-16,0 0 15,0 0-15,19 13 16,3-5-16,16-4 16,13 0-16,11-2 15,5-1-15,1 1 16,3-1-1,1 1-15,0 1 16,3 1-16,-4-1 16,-4 0-16,1 0 15,-2 1-15,-1-1 16,8-2-16,-2 0 16,4-2-1,3-2-15,-6 1 16,6-2-16,-5 2 15,2-1-15,2 0 16,-1-1-16,1-2 16,4-2-16,-6-2 15,-1 1-15,1 0 16,-6 1-16,5-1 16,-4 0-16,1 1 15,0 0-15,2 0 16,-4 1-16,-3 0 15,1 1 1,-2 0-16,-1-1 16,3 0-16,-2 1 15,-4 0-15,4-1 16,-1 1-16,1 0 16,1-1-16,-1 3 15,-6 1-15,1 1 16,-2 1-1,-3 1-15,0 0 16,-3 0-16,-4 0 16,-5 0-16,-6 0 15,-8 0-15,-7 0 16,-4 0-16,-4 0 16,-5 0-16,-9 0 15</inkml:trace>
  <inkml:trace contextRef="#ctx0" brushRef="#br0" timeOffset="10800.63">3066 1516 0,'0'0'0,"0"0"0,0 0 0,0 0 15,2 3-15,3 4 16,4 6-16,1 5 16,1 0-16,1 2 15,2 1-15,3 1 16,1 2-16,1-3 15,4 3 1,2 1-16,-1 0 16,-1-1-16,0-2 15,-2 0-15,-1-1 16,1-2-16,-4-4 16,-4-6-16</inkml:trace>
  <inkml:trace contextRef="#ctx0" brushRef="#br0" timeOffset="11337.68">3599 1519 0,'0'0'0,"0"0"16,0 0-16,0 0 15,0 0 1,-7 6-16,-9 10 16,-11 10-16,-2 3 15,1-2-15,0-1 16,0 2-16,2-1 16,1 2-16,3-1 15,2-1-15,2 1 16,5-2-16,2-4 15,5-4 1,2-3-16,3-4 16,-1-3-16,2-8 15,-2 10-15,2-10 16,0 7-16,0-7 16,1 7-16,-1-7 15,3 10-15,-2-3 16,2 5-1,1 1-15,1 5 16,1 6-16,-2 0 16,-2 3-16,-1 0 15,1-2-15,-2-2 16,0 0-16,0-3 16,-2 1-16,1-3 15,-1-3-15,0-1 16,1-7-16</inkml:trace>
  <inkml:trace contextRef="#ctx0" brushRef="#br0" timeOffset="11933.8">3371 1216 0,'0'0'0,"0"0"0,0 0 16,0 0-16,-1 1 15,1-1 1,-20 17-16,0 0 16,0 1-16,2-4 15,1 1-15,-1 1 16,2 0-16,2-1 16,4-1-16,2-2 15,3-3-15,2-2 16,3-7-16,-1 10 15,1-10 1,13 5-16,4-7 16,8-7-16,0-4 15,-2-1-15,-2-2 16,-4 1-16,-4 3 16,-5 3-16,-8 9 15,8-8-15,-8 8 16,9-3-16,3 5 15,5 4-15,5 4 16,0 1 0,-1 1-16,1-1 15,7 3-15,7 0 16,5-4-16,3 0 16,-4-3-16</inkml:trace>
  <inkml:trace contextRef="#ctx0" brushRef="#br0" timeOffset="14567.19">3251 2499 0,'0'0'0,"0"0"0,0 0 15,0 0-15,0 0 16,0 2-16,0-2 16,1 14-16,0 3 15,0 6 1,0 8-16,2 6 16,-1 5-16,-1 6 15,-2 3-15,-1 4 16,-1-2-16,-1 1 15,1-4-15,0-2 16,1-6-16,1-7 16,-1-6-16,1-3 15,1-2-15,1-6 16,1-5 0,-1-4-16,2-2 15</inkml:trace>
  <inkml:trace contextRef="#ctx0" brushRef="#br0" timeOffset="15350.18">3535 2694 0,'0'0'0,"0"0"16,0-2-16,0 2 16,2-6-16,3-3 15,6-7-15,7-6 16,6-2-16,0 0 16,2 2-1,0 0-15,-2 3 16,1 2-16,-1 4 15,3 4-15,2 3 16,-1 5-16,-3 2 16,-1 8-16,-3 2 15,-3 1-15,-3 4 16,-3 3 0,-3 2-16,0 4 15,-3 4-15,-3 5 16,-5 5-16,-7 4 15,-6 4-15,-7 4 16,-4 5-16,-5-2 16,2-2-16,-1-6 15,1-5-15,3-5 16,1-5-16,4-3 16,2-7-1,4-4-15,2-4 16,4-4-16,4-3 15,5-6-15,-7 9 16,7-9-16,0 0 16,0 0-16,-8 6 15,8-6-15,0 0 16,0 0 0,0 0-16,0 0 15,0 0-15,0 0 16,16 6-16,1-4 15,5 0-15,6-1 16,5 0-16,4-1 16,2 0-16,-1 0 15,4 0-15,2 0 16,2 0 0,-5 0-16,-7-1 15,-1-2-15,1-1 16,0-2-16,-1 0 15,-4-1-15,0-3 16,1-2-16</inkml:trace>
  <inkml:trace contextRef="#ctx0" brushRef="#br0" timeOffset="19566.13">4557 1632 0,'0'0'0,"0"-4"0,0 4 0,-4-15 16,-2 2-16,3 4 15,0 3-15,3 6 16,-4-7-16,4 7 15,0 0-15,0 0 16,-9 10 0,0 10-16,1 14 15,-1 16-15,1 13 16,4 9-16,3 10 16,2 7-16,6 9 15,0 3-15,3 7 16,0-3-16,0 6 15,1-2-15,0 5 16,0 2 0,0 0-16,0 1 15,-2 0-15,-4 2 16,-2-1-16,-2 1 16,-1 2-16,0-4 15,0 3-15,0-8 16,0-4-16,0-8 15,0-9 1,0-11-16,1-12 16,2-12-16,0-10 15,1-11-15,0-11 16,-1-8-16,0-5 16,-3-11-16,4 8 15,-4-8-15,0 0 16</inkml:trace>
  <inkml:trace contextRef="#ctx0" brushRef="#br0" timeOffset="23265.81">4932 1494 0,'0'0'0,"0"0"0,0 0 16,0 0-16,0 0 15,0 0-15,0 0 16,1 3-16,-1-3 16,8 14-16,1 0 15,3 3-15,1 1 16,1 2 0,4 2-16,4 2 15,5 1-15,0-4 16,-1-6-16,-1-3 15,1-5-15,1-6 16,0-5-16,1-8 16,-2-3-16,-1-4 15,-2-3-15,-3 0 16,-3-3-16,-3 3 16,-5 1-1,-3 4-15,-2 4 16,-1 4-16,-2 2 15,-1 7-15,0 0 16,1-6-16,-1 6 16,0 0-16,0 0 15,0 0-15,-5 12 16,-1 7-16,-1 14 16,-2 6-1,2 5-15,1 2 16,3-4-16,0 17 31,1 1-31,-1-4 16,2-11-16,0-22 15,-3-4-15,-3-3 16,-4-1 0,-5 1-16,-3-3 15,-7-5-15,-4 0 16,-3-3-16,-1-3 15,3-5-15,4-5 16,1 0-16,2-3 16,2 0-16,1-2 15,6-1-15</inkml:trace>
  <inkml:trace contextRef="#ctx0" brushRef="#br0" timeOffset="23899.93">5131 1195 0,'0'0'0,"-4"3"0,4-3 0,0 0 15,-19 19-15,3 0 16,-2 8-16,3-1 15,1 2-15,2-3 16,2-1-16,2-3 16,3-6-16,1-4 15,0-4-15,4-7 16,-3 9-16,3-9 16,0 0-1,0 0-15,14-9 16,7-11-16,4-9 15,1-3-15,2-1 16,-5 5-16,-4 4 16,-3 6-16,-4 4 15,-4 4-15,-1 4 16,-7 6-16,14-5 16,-14 5-16,20 6 15,-6 3 1,1 3-16,0 2 15,-2 0-15,3 4 16,0 1-16,2 1 16,2 1-16,2-4 15</inkml:trace>
  <inkml:trace contextRef="#ctx0" brushRef="#br0" timeOffset="24217.02">5708 1544 0,'0'0'0,"0"2"0,0-2 0,0 0 15,0 0-15,0 0 16,0 0-16,10 2 16,2-2-16,5 0 15,2-1 1,1 1-16,-1-3 15,0 1-15,-2-1 16</inkml:trace>
  <inkml:trace contextRef="#ctx0" brushRef="#br0" timeOffset="25066.81">6025 1251 0,'0'0'0,"0"0"0,0 0 16,0 0-16,-1 5 16,2 5-1,1 8-15,0 3 16,0 0-16,1 3 15,4-2-15,6 5 16,2-3-16,-1-1 16,2 1-16,3 0 15,5 0-15,-1-5 16,5-2-16,1-3 16,-1-1-16,1-4 15,-5-6 1,-2-5-16,-1-5 15,1-6-15,-2-4 16,1-9-16,-3 0 16,-3 0-16,-5 1 15,-2 5-15,-4 4 16,-1 2-16,0 3 16,-3 3-16,0 8 15,1-10 1,-1 10-16,0 0 15,0 0-15,-1-6 16,1 6-16,0 0 16,0 0-16,-8 21 15,5 5-15,2 12 16,4 5-16,0 5 16,3 1-16,-1 1 15,1-2-15,0-6 16,-1-1-1,0-4-15,0 0 16,0-5-16,-2-4 16,0-5-16,-1-4 15,-3-5-15,-1-2 16,0-1-16,0-3 16,-1-2-16,3-6 15,-17 12 1,-1-7-16,-8-3 15,-1-5-15,-1-4 16,-2-5-16,-1-2 16,-4-6-16,1-3 15,2-1-15,4 3 16,6 2-16,3 3 16,0 1-16,0-1 15,-2 0-15,-9 2 16</inkml:trace>
  <inkml:trace contextRef="#ctx0" brushRef="#br0" timeOffset="28617.13">3330 3763 0,'0'0'0,"0"-2"0,0 2 16,0 0-16,0 0 16,0 0-16,0 0 15,0 0-15,0 0 16,-11 4-16,8 3 15,0 4-15,0 4 16,-2 8-16,3 9 16,-1 8-1,3 10-15,2 4 16,3 5-16,2 1 16,1-4-16,1-5 15,-2-7-15,2-4 16,-1-6-16,0-3 15,-1-6-15,0-4 16,-1-2-16,0-6 16</inkml:trace>
  <inkml:trace contextRef="#ctx0" brushRef="#br0" timeOffset="29466.83">4056 3793 0,'0'0'0,"0"0"16,-1-3-16,1 3 15,0 0-15,0 0 16,0 0-16,0 0 15,-9-8-15,9 8 16,-25-10-16,5 1 16,0 2-16,4 1 15,2 3 1,1 3-16,-1 6 16,0 7-16,-1 10 15,2 2-15,2 6 16,4 0-16,2 4 15,4 1-15,5-1 16,2-1-16,2-8 16,4-2-16,3-3 15,3-1-15,5 1 16,4 1 0,2 2-16,4 2 15,2 1-15,-5-3 16,-2-3-16,-3-1 31,-6-4-31,-5-4 16,-5-2-16,-9-10 15,4 12 1,-8-5-16,-6 5 16,-8 2-16,-7-4 15,-5-5-15,-1-6 16,0-4-16,4-3 15,0-1-15,0-2 16,-2-4-16,2-4 16,7-5-16,5-9 15,3-1 1,4 1-16,3-2 16,11 2-16,4-2 15,2-1-15,5 1 16,2 1-16,1 1 15,1 2-15,0 4 16,-4 2-16,0 3 16,-1 1-16,-4 4 15,-2 4 1,-3 1-16,-3 1 16,-2 1-16,-2-1 15,-4 1-15,-9 0 16,-12 3-16,-14 6 15,-10 12-15,-8 1 16</inkml:trace>
  <inkml:trace contextRef="#ctx0" brushRef="#br0" timeOffset="31115.86">4952 4072 0,'0'0'0,"0"0"16,0 0-16,0 0 16,0 0-1,0 0-15,0 0 16,0 0-16,6-2 15,15-4-15,14-1 16,10-1-16,1 1 16,1 0-16,-1 2 15,-2-1-15,-4 1 16,-7 2-16,-8 1 16,-4 2-1,-9 1-15,-12-1 16,13 3-16,-13-3 15,3 8-15,-3-8 16</inkml:trace>
  <inkml:trace contextRef="#ctx0" brushRef="#br0" timeOffset="31717.04">5582 3818 0,'0'0'0,"0"-1"0,0 1 16,0 0-16,1-7 16,-1 7-16,12-9 15,2 3 1,3-1-16,3 0 15,1 2-15,-1 0 16,4 0-16,2 2 16,4 2-16,-1 3 15,-2 6-15,-1 7 16,-5 6-16,-5 10 16,-6 7-1,-10 8-15,-12 10 16,-6 3-16,-7 2 15,-8-3-15,2-5 16,-3-2-16,-3-3 16,8-10-16,4-4 15,6-9-15,4-5 16,3-5-16,6-6 16,6-9-16,-4 9 15,4-9 1,12 5-16,12-5 15,14-4-15,7-6 16,3-2-16,2-3 16,-3 0-16,1-1 15,-5 0-15,-1 3 16,-6 0-16,-9 4 16,-6 3-1,-7 1-15,-4 4 16,-10 1-16,0 0 15,0 0-15</inkml:trace>
  <inkml:trace contextRef="#ctx0" brushRef="#br0" timeOffset="46949.93">2910 3412 0,'0'0'0,"0"0"0,0 0 0,0 0 15,3 1-15,-3-1 16,14 9-16,0-2 16,11 1-16,10-3 15,8-3-15,2-1 16,3-2-16,1 0 16,1-1-1,0 0-15,2 0 16,0 0-16,2 0 15,0 0-15,1 0 16,-1 1-16,1 2 16,-3 0-16,0 3 15,-2-1-15,-4-1 16,-1 1-16,-3-2 16,-2 2-16,-4-1 15,-5-1 1,-1 1-16,-1-1 15,-1 1-15,1 0 16,-3-1-16,-4-1 16,-3-2-16,-4 0 15,-4 0-15,-11 2 16,13-2-16,-13 2 16,0 0-16,0 0 15,0 0-15,10-5 16,-10 5-1,0 0-15,0 0 16,0 0-16,0 0 16,0 0-16,0 0 15,0 0-15,0 0 16,0 0-16,0 0 16,0 0-16,0 0 15</inkml:trace>
  <inkml:trace contextRef="#ctx0" brushRef="#br0" timeOffset="48049.51">1246 3423 0,'0'0'0,"0"0"15,0 0-15,0 0 16,0 0-16,0 0 16,0 0-16,6 0 15,9 0-15,10-1 16,11-2-16,5-2 15,4-1 1,5-3-16,2 0 16,5 0-16,2-1 15,3 0-15,2-1 16,-1 1-16,2 3 16,0 3-16,-3 0 15,-4 2-15,-9 0 16,-4 1-1,-7 0-15,-9 1 16,-10 0-16,-6 0 16,-13 0-16,13 2 15,-13-2-15,0 0 16,0 0-16,11 4 16,-11-4-16</inkml:trace>
  <inkml:trace contextRef="#ctx1" brushRef="#br0">5506 3211 0</inkml:trace>
  <inkml:trace contextRef="#ctx0" brushRef="#br0" timeOffset="65566.87">3711 6808 0,'0'0'0,"0"0"0,0 0 0,0 0 15,0 0-15,0 0 16</inkml:trace>
  <inkml:trace contextRef="#ctx0" brushRef="#br0" timeOffset="76049.23">5086 2465 0,'0'0'0,"0"0"0,0 0 15,0 0-15,0 0 16,0 0-16,0 0 15,7-2-15,7-4 16,7 0-16,3-1 16,1 0-16,1 0 15,1 2-15,3 5 16,2 2 0,0 4-16,-3 4 15,-6 3-15,-6 7 16,-4 5-16,-6 4 15,-9 4-15,-8 5 16,-9 3-16,-7 0 16,-1-2-16,2-9 15,6-7-15,4-6 16,4-5-16,4-2 16,2-4-1,5-6-15,-7 9 16,7-9-16,0 0 15,0 0-15,0 0 16,0 0-16,0 0 16,0 0-16,-3 7 15,3-7-15,27 1 16,3-1 0,6-1-16,4-1 15,3-1-15,2-1 16,1-1-16,2 1 15,-2 0-15,-2 1 16,0-2-16,-4 1 16,-3 1-16,-7 1 15,-3-1-15,-7 1 16,-3 1-16,-4 2 16,-1 1-1,-1-1-15</inkml:trace>
  <inkml:trace contextRef="#ctx0" brushRef="#br0" timeOffset="76832.58">5971 2018 0,'0'0'0,"0"0"0,0 0 0,0 0 0,0 0 16,0 0-16,0 0 15,0 0-15,0 0 16,4-1-16,10-2 16,22-3-16,17-3 15,5-1-15,4 0 16,3 0-16,11 1 16,1 4-1,8 5-15,3 1 16,2 3-16,0 0 15,2 1-15,3-1 16,-1 1-16,2-2 16,-6-2-16,1-2 15,-3 0-15,-3-1 16,-2 0-16,-1-1 16,1 2-16,-4-1 15,4 1 1,-10-1-16,0 2 15,-6 0-15,-3-2 16,-2 1-16,-4 1 16,-4-1-16,-2 0 15,-8-1-15,-5-3 16,-5 0-16,-8-1 16,-7 1-16,-6 0 15,-13 5 1,15-6-16,-15 6 15,2-15-15</inkml:trace>
  <inkml:trace contextRef="#ctx0" brushRef="#br0" timeOffset="77615.78">7184 1003 0,'0'0'0,"0"0"16,0 0-16,0 3 16,1 5-16,0 11 15,1 12-15,1 12 16,0 7 0,1 7-16,-1 7 0,1 5 15,0 6 1,0 6-16,-1 4 15,-1 7-15,0 3 16,0 1-16,-1 5 16,0 0-16,0 3 15,2 4-15,3-3 16,2 0-16,2-1 16,1-2-16,-2 1 15,1-1-15,0 0 16,-1-5-1,0 2-15,-2-3 16,0-1-16,-2-4 16,-1-3-16,1-2 15,-2-2-15,0-3 16,0-3-16,0-5 16,-1-5-16,0-5 15,1-5 1,-1-2-16,0-5 15,-1-4-15,1-5 16,-2-4-16,2-5 16,-2-2-16,1-3 15,0-3-15,-1-2 16,1-4-16,0-2 16,0 0-16,-1-4 15,1-1 1,-1-3-16,1-1 15,-1-2-15,0-6 16,-3 10-16,-9-6 16</inkml:trace>
  <inkml:trace contextRef="#ctx0" brushRef="#br0" timeOffset="78615.3">4677 4770 0,'0'0'0,"0"0"0,0 0 0,0 0 0,0 0 15,0 0-15,0 0 16,4 1-16,8 2 16,12 2-16,12 0 15,7-5-15,4-1 16,5-5-16,3 1 16,4-2-16,2 1 15,3-1-15,6 0 16,3-1-1,0 5-15,5 2 16,-5 3-16,2 3 16,0 0-16,-4 1 15,4-1-15,-1 1 16,4-1-16,0-3 16,2-4-16,3-1 15,-3-1 1,4-1-16,-4 2 15,-1-2-15,2 1 16,-9 1-16,4 0 16,-5 0-16,-8 0 15,3-1-15,-8-1 16,-2 1-16,-3 0 16,-4 0-16,-2 2 15,-6-1 1,-10 1-16,-9 2 15,-7-1-15,-5 1 16,-10 0-16,10 0 16,-10 0-16,0 0 15,0 0-15,0 0 16,0 0-16,0 0 16,0 0-16,0 0 15,0 0-15,0 0 16,0 0-1,0 0-15,0 0 16,0 0-16,0 0 16,0 0-16,0 0 15,0 0-15,0 0 16,0 0-16,0 0 16,0 0-16,0 0 15,0 0-15,0 0 16,0 0-16,0 0 15,0 0 1,0 0-16,0 0 16,0 0-16</inkml:trace>
  <inkml:trace contextRef="#ctx0" brushRef="#br0" timeOffset="79432.53">4728 5777 0,'0'0'0,"0"0"0,0 0 0,0 0 0,0 0 16,0 3-16,0-3 15,8 6-15,8 3 16,15-2-16,10-1 16,9-2-16,6-3 15,7-2-15,6-3 16,3-1-16,9-2 15,1-1-15,6 0 16,2-1 0,2 1-16,3 1 15,-1-2-15,1 2 16,-2-2-16,-3 1 16,-3 0-16,0 0 15,-3 1-15,0 2 16,-4 3-16,0 1 15,-6 2 1,-2 1-16,-4 2 16,-3-1-16,-5 2 15,-1-2-15,-5 1 16,-5 0-16,-6 0 16,-8 0-16,-3 0 15,-2-2-15,-2 1 16,-5-1-16,-3 1 15,-2-2 1,-5 0-16,0 1 16,-1 0-16,0-1 15,-1 1-15,-11-2 16,14 1-16,-14-1 16</inkml:trace>
  <inkml:trace contextRef="#ctx0" brushRef="#br0" timeOffset="80233.86">6085 5065 0,'0'0'0,"-3"-3"15,3 3-15,-11-15 16,1 0-16,-1 2 15,0 1-15,-1 3 16,2 2 0,-2 2-16,0 3 15,-2 1-15,1 2 16,1 3-16,-1 1 16,-2 3-16,-4 7 15,-1 5-15,2 5 16,1 4-16,5 4 15,2 7-15,2 7 16,6-1-16,3-3 16,4 0-1,5 1-15,4-1 16,5 1-16,3-5 16,3-4-16,5-5 15,1-2-15,4-6 16,3-5-16,0-6 15,2-7-15,6-5 16,-1-7 0,-2-6-16,-1-5 15,-6-6-15,-3-4 16,-4-2-16,-4-4 16,-5-4-16,-5-1 15,-4 0-15,-5 0 16,-4 5-16,-5 0 15,-5-2-15,-3 2 16,-3 4 0,-1 4-16,-4 0 15,-3 1-15,-2 3 16,-3 2-16,-1 4 16,-3 2-16,-7 4 15,-7 3-15,-1 4 16,0 4-16,5 0 15,2 3-15,3 2 16,-2 1 0,-4 3-16</inkml:trace>
  <inkml:trace contextRef="#ctx0" brushRef="#br0" timeOffset="99799.5">5391 822 0,'0'0'0,"0"0"0,0 0 16,0 0-16,0 0 15,0 0-15,0 0 16,0 0-16,0 0 16,0 0-1,0 0-15</inkml:trace>
  <inkml:trace contextRef="#ctx0" brushRef="#br0" timeOffset="100964.96">3557 853 0,'0'0'0,"-3"-2"0,3 2 0,0 0 0,-9-10 16,2 1-16,-1 0 16,-2 0-16,-6 0 15,-3 0-15,-9 4 16,-10 3-16,-5 5 16,-6 6-16,0 7 15,-4 6 1,-2 6-16,3 3 15,-1 5-15,4 4 16,1 8-16,1 5 16,6 3-16,2 4 15,4 0-15,3 6 16,4-2-16,3-1 16,5-4-16,8-5 15,4 2 1,5 0-16,4 0 15,5 2-15,9-2 16,3 2-16,8 0 16,-2-4-16,4-1 15,2-2-15,2-1 16,8-6-16,2-4 16,6-2-16,-1-11 15,9 1 1,0-7-16,5-8 15,4-1-15,-4-9 16,4-8-16,0-3 16,2-13-16,9-5 15,-7 0-15,0-9 16,-5 1-16,-3-9 16,0-5-16,-3-1 15,-3 2 1,-4-4-16,-6-6 0,-12 4 15,-2-3 1,-6 2-16,-6-1 16,-5-6-16,-9 3 15,-8 2-15,-6 0 16,-5 4-16,-4 0 16,-5-3-16,-7 0 15,-7 2-15,-6-2 16,-4 1-1,-5 2-15,-4 1 16,-2 5-16,-2 3 16,-3 1-16,-1 2 15,-2 8-15,0 8 16,-6 7-16,-5 5 16,-7 11-16,-5 12 15,-5 15-15,-7 21 16,0 21-1</inkml:trace>
  <inkml:trace contextRef="#ctx0" brushRef="#br0" timeOffset="107082.42">7790 939 0,'0'0'0,"0"0"0,0 0 0,-3-1 15,3 1-15,0 0 16,0 0-16,0 0 15,-11 0-15,11 0 16,0 0-16,0 0 16,0 0-16,0 0 15,0 0-15,-11 6 16,11-6-16,0 0 16,-3 7-16,3 0 15,-2 5 1,1 7-16,1 6 15,0 4-15,1 5 16,-1-2-16,0 1 16,0 0-16,0-1 15,0 0-15,0-2 16,0-2-16,0-2 16,0 0-16,0 0 15,0 0 1,0 3-16,0 1 15,-1 0-15,0-1 16,0-4-16,1-3 16,-2-1-16,2-2 15,0-2-15,0-4 16,2-4-16,-2 1 16,1-3-16,0 0 15,0 0 1,0 1-16,1 2 15,1 2-15</inkml:trace>
  <inkml:trace contextRef="#ctx0" brushRef="#br0" timeOffset="110032">8226 1051 0,'0'0'0,"0"0"0,0 0 16,0 0-16,-1 2 16,1-2-16,0 0 15,0 0-15,0 0 16,0 0-1,0 0-15,0 0 16,-5 6-16,5-6 16,0 0-16,0 0 15,0 0-15,0 0 16,0 0-16,0 0 16,0 0-16,0 0 15,0 0 1,0 0-16,0 0 15,-1 7-15,1-7 16,-1 7-16,1 1 16,0 2-16,0 1 15,1 3-15,0-1 16,2 1-16,-1-1 16,0-1-16,1-1 15,-1-2 1,0 0-16,0-3 15,1 1-15,-3-7 16,3 11-16,-3-11 16,4 8-16,-4-8 15,3 8-15,-3-8 16,0 0-16,2 9 16,-2-9-16,0 0 15,0 0 1,3 7-16,-3-7 0,0 0 15,0 0 1,0 0-16,0 0 16,0 0-16,0 0 15,2 7-15,-2-7 16,0 0-16,0 0 16,0 0-16,0 0 15,0 0-15,0 0 16,0 6-16,0-6 15,0 0 1,0 0-16,0 0 16,0 0-16,0 0 15,0 0-15,0 0 16,0 0-16,0 0 16,0 0-16,0 0 15,0 0-15,0 0 16,0 0-1,0 0-15,0 0 16,0 0-16,0 0 16,0 0-16,0 0 15,0 0-15,0 0 16,0 0-16,0 0 16,0 0-16,0 0 15,0 0-15,0 0 16,0 0-16,0 0 15,0 0 1,0 0-16,0 0 16,0 0-16,0 0 15,0 0-15,0 0 16,0 0-16,0 0 16,0 0-16,0 0 15,0 0-15,0 0 16,0 0-1,9 3-15,-9-3 16,6 7-16,0 1 16,-1 1-16,0-2 15,0 2-15,0-2 16,-1-1-16,-4-6 16,7 11-16,-7-11 15,5 7-15,-5-7 16,4 7-1,-4-7-15,0 0 16,7 8-16,-7-8 16,0 0-16,7 6 15,-7-6-15,0 0 16,0 0-16,0 0 16,0 0-16,0 0 15,0 0-15,10 6 16,-10-6-1,0 0-15,0 0 16,0 0-16,0 0 16,0 0-16,0 0 15,0 0-15,0 0 16,10-1-16,-10 1 16,25-6-16,5-1 15,5-1-15,-1-2 16,-6-5-16,-4-3 15,-4 1-15,-4 0 16,-4 0 0,-4 2-16,-3 3 15,-2 0-15,-3 3 16,0 1-16,0 8 16,0-8-16,0 8 15,0 0-15,0 0 16,0 0-16,0 0 15,0 0-15,-14 22 16,4 8 0,2 7-16,0 8 15,1 6-15,-1 4 16,0 4-16,1-2 16,0-5-16,2-9 15,-5 3 1,-2-6-1,-1-6-15,0-8 16,4-12 0,-1-4-16,0-3 15,-3 0-15,-4-2 16,-5-1-16,-4-3 16,-4-5-16,-2-3 15,3-2-15,2-3 16,0-2-16,4-3 15,1-1 1,3-1-16,4 0 16,4 2-16,4 2 15,3 4-15,4 0 16,6-3-16,8-1 16</inkml:trace>
  <inkml:trace contextRef="#ctx0" brushRef="#br0" timeOffset="110665.55">8582 716 0,'0'0'0,"0"0"15,0 1-15,0-1 16,0 0-16,-1 8 16,1-8-16,-7 11 15,3-3-15,0-2 16,4-6-16,-9 14 15,2-6-15,0 3 16,-1 0-16,0 1 16,3-1-1,0 0-15,2-4 16,3-7-16,-3 8 16,3-8-16,0 0 15,0 0-15,0 0 16,25-8-16,-4-6 15,7-6-15,3-6 16,3-2 0,-2 3-16,-6 4 15,-7 5-15,-5 6 16,-3 5-16,-1 2 16,2 6-16,3 6 15,2 7-15,0 6 16,-1 4-16,-1 3 15,-2 0-15,-2 1 16,-1-8 0,-1 1-16,-2-4 15,0-3-15,-1-1 16,-1-2-16</inkml:trace>
  <inkml:trace contextRef="#ctx0" brushRef="#br0" timeOffset="111132.63">8880 1476 0,'0'0'0,"0"0"15,0 2-15,0-2 16,0 0 0,0 0-16,0 0 15,0 0-15,0 0 16,0 0-16,8 6 16,8-3-16,14-2 15,6-1-15,-2 0 16,-4-1-16,-5 0 15,-8 0-15,-3 0 16,-3 1-16,-11 0 16,15 0-1,-15 0-15</inkml:trace>
  <inkml:trace contextRef="#ctx0" brushRef="#br0" timeOffset="112082.22">9348 1135 0,'0'0'0,"0"0"0,0 0 0,0 0 16,0 0-16,0 3 15,0-3-15,3 10 16,-2 0-16,1 1 16,0 1-1,1 2-15,0 0 16,-1 1-16,0 3 16,0 1-16,1 1 15,-1 1-15,1 1 16,3-4-16,4 0 15,2-4-15,5-3 16,5-5 0,3-3-16,3-7 15,0-6-15,0-6 16,-2-3-16,-4-1 16,-5-1-16,-4 3 15,-5 4-15,-3 3 16,-1 3-16,-4 8 15,4-9-15,-4 9 16,0 0-16,0 0 16,1-7-1,-1 7-15,0 0 16,0 0-16,0 0 16,0 0-16,-2 15 15,-2 6-15,1 8 16,0 7-16,1 6 15,-2 3-15,0 6 16,0 0-16,1-5 16,1 4 15,-3-3-31,-1-4 16,-4-6-16,1-12 15,3-7-15,1-5 16,0-2-16,1-3 15,-1 0-15,5-8 16,-15 9-16,2-7 16,-5-2-16,-2-3 15,-2-4 1,1-3-16,0-2 16,1-1-16,4-1 15,3 2-15,3 1 16,2 0-16,4 4 15,1 1-15,3 6 16,2-15-16,7 3 16,9-5-1,8-3-15,4 3 16,1 0-16,0 3 16,-2 1-16,0 2 15,-1 0-15,-1 1 16,1-1-16,-4 0 15</inkml:trace>
  <inkml:trace contextRef="#ctx0" brushRef="#br0" timeOffset="112549.08">10061 862 0,'0'0'0,"0"0"15,0 0-15,0 0 16,0 4-16,0 6 16,0 9-16,0 9 15,0 5-15,0 9 16,0 5 0,-2 1-16,-2 4 15,-1 3-15,-2 2 16,-3 3-16,-2 5 15,-2 1-15,0 3 16,1-8-16,1-6 16,2-7-16,2-8 15,1-6 17,1-3-32,-2 0 15,-3-2-15</inkml:trace>
  <inkml:trace contextRef="#ctx0" brushRef="#br0" timeOffset="113432.3">8372 1996 0,'0'0'0,"0"0"0,0 0 16,0 0-16,0 0 15,0 0-15,1 2 16,-1-2 0,0 0-16,22 12 15,0-4-15,16-2 16,13-2-16,10-3 15,5 1-15,5-1 16,2 0-16,5 0 16,1 0-16,3 2 15,-2 1 1,1 1-16,-2-1 16,-3 0-16,1-1 15,-2 0-15,0 1 16,4-3-16,3 0 15,2 0-15,0 0 16,-4 0-16,-1-1 16,-4 1-16,-5 1 15,-3-2-15,-6 2 16,-5 0 0,-4 2-16,-1-2 15,-4 1-15,-1-1 16,-3-1-16,-3 1 15,-3-1-15,-1 1 16,-2 0-16,-2 0 16,1-1-16,-4 1 15,0-1-15,-3-1 16,-4 0 0,0-1-16,-2 0 15,0 0-15,-1 0 16,0-1-16,1-2 15,-1 0-15,-2-2 16,-1 0-16,-3 3 16,-1-2-16,-1 2 15,-11 3-15,15-7 16,-15 7 0,8-10-16,-6-7 15</inkml:trace>
  <inkml:trace contextRef="#ctx0" brushRef="#br0" timeOffset="114332.03">10609 501 0,'0'0'0,"0"0"0,-2 4 16,-5 11-16,-4 22 16,-1 17-1,2 3-15,3 4 16,2 0-16,2 2 15,1 3-15,2-3 16,0 0-16,2 7 16,0-1-16,1 13 15,-1-3-15,1 5 16,1 7 0,-1-3-16,-1 10 15,-2-7-15,-5 2 16,-4-4-16,0 1 15,-1-1-15,2-9 16,-1 7-16,0-8 16,1 6-16,2 1 15,2-2-15,3 11 16,1-3 0,1 0-16,-1-4 15,0 6-15,0-6 16,0 5-16,0-9 15,0-1-15,0-4 16,0-6-16,0 1 16,0-4-16,0 1 15,0-3-15,0-1 16,0-4-16,3-4 16,-1-3-1,1-2-15,-1-5 16,2 0-16,0-3 15,0-8-15,-1 0 16,-1-5-16,1 2 16,1-1-16,-2-4 15,0-3-15,-1-2 16,1-2-16,0-2 16,-1 2-16,1 0 15,-1-1 1,0-3-16,0-2 15,0 2-15,0 0 16,0 1-16,0-1 16,-1-4-16,0-3 15,0-2-15,0-3 16,0-7-16,0 10 16,0-10-16,0 0 15,1 7 1,-1-7-16,0 0 15</inkml:trace>
  <inkml:trace contextRef="#ctx0" brushRef="#br0" timeOffset="125564.75">8774 2443 0,'0'0'0,"0"0"0,0-2 0,0 2 16,0 0-16,0 0 15,24-10-15,-2 2 16,1 2-16,1 0 15,0 2-15,0 4 16,1 2 0,-2 5-16,-1 4 15,-5 3-15,-4 9 16,-4 5-16,-10 12 16,-10 9-16,-9 2 15,-11 4-15,-3-6 16,1-7-16,2-6 15,5-10-15,5-6 16,5-4 0,5-6-16,4-3 15,7-7-15,-6 6 16,6-6-16,0 0 16,0 0-16,0 0 15,0 0-15,5 7 16,18-4-16,22-1 15,9-2 1,1-3-16,0 0 16,-2-1-16,-2-2 15,-5 1-15,-9-1 16,-3 2-16,-4 0 16,-3-1-16,-4 2 15,-6 2-15</inkml:trace>
  <inkml:trace contextRef="#ctx0" brushRef="#br0" timeOffset="126750.25">8518 3580 0,'0'0'0,"0"0"16,0 0-16,0 0 16,0 0-16,0 0 15,-2-3-15,2 3 16,5-11-16,2-1 15,7-3-15,4-1 16,2 1-16,2 2 16,0 1-1,-1 1-15,1 4 16,2 1-16,4 4 16,2 2-16,0 4 15,-4 3-15,-1 1 16,-4 3-16,-2 1 15,-3 2-15,-5 4 16,-2 4 0,-7 6-16,-6 2 15,-7 3-15,-8 4 16,-6 2-16,-7-1 16,-3 1-16,1-5 15,0-1-15,3-5 16,3-5-16,0-2 15,1 1-15,-1-2 16,3-1 0,2-3-16,4-2 15,1-2-15,3-1 16,1-2-16,3-2 16,1-1-16,10-6 15,-15 10-15,15-10 16,0 0-16,-11 7 15,11-7 1,0 0-16,0 0 0,0 0 16,0 0-16,0 0 15,0 0 1,0 9-16,12-4 16,10 1-16,7-2 15,6-1-15,1-2 16,2-2-16,0 0 15,-3-1-15,3-2 16,0 1-16,-2 0 16,0 0-1,0 1-15,-1 0 16,2-1-16,-3 0 16,-3 2-16,-3-1 15,-6 2-15,-4-1 16,-6 0-16,-12 1 15,16 0-15,-16 0 16,0 0-16,0 0 16,12 0-16,-12 0 15</inkml:trace>
  <inkml:trace contextRef="#ctx0" brushRef="#br0" timeOffset="129731.83">11200 991 0,'0'0'0,"0"0"16,0 0-16,0 0 16,0 2-1,0-2-15,0 8 16,0-2-16,0 2 15,0 2-15,0 2 16,0 4-16,-2 2 16,0 3-16,-2-1 15,2-1-15,-1-1 16,0 1 0,1 1-16,4 0 15,5 1-15,2-3 16,3-2-16,4-3 15,3-4-15,0-4 16,1-5-16,2-5 16,0-7-16,6-7 15,6-6-15,0-4 16,-3 2-16,-6 2 16,-5 3-1,-6 3-15,-3 4 16,-4 5-16,-7 10 15,6-9-15,-6 9 16,0 0-16,0 0 16,0 0-16,0 0 15,2 17-15,-2 4 16,0 5-16,-1 5 16,0 8-16,-1 2 15,-1 2 1,0-5-16,-1 2 15,-3 3-15,-3 3 16,0 0-16,0-6 16,1 0-16,-1 0 15,-1 6 1,-1-5 0,-4-9-1,-4-9-15,5-10 16,-3-4-16,1-3 15,-1-4-15,0-3 16,2-2-16,4-4 16,1-3-16,3-5 15,4-4-15,4 0 16,6-6-16,5-1 16,5-2-16,4 1 15,4 1 1,3 2-16,0 2 15,-1 3-15,0 3 16,0 0-16,2-2 16</inkml:trace>
  <inkml:trace contextRef="#ctx0" brushRef="#br0" timeOffset="130414.84">11482 582 0,'0'0'0,"0"0"16,0 0-16,0 0 15,0 0 1,0 0-16,0 0 15,-4 4-15,0 3 16,-5 4-16,1 1 16,-2 1-16,2-2 15,-1-1-15,3-2 16,0-1-16,6-7 16,-8 10-16,8-10 15,0 0 1,0 0-16,0 0 15,0 0-15,0 0 16,10-3-16,12-8 16,7-5-16,1-1 15,0-1-15,-2 0 16,1 1-16,-4 1 16,-6 6-16,-4 4 15,-3 2 1,-12 4-16,17 5 15,-9 2-15,1 10 16,1 5-16,-2 9 16,0 1-16,-2-5 15,-1-2-15,-1-3 16,0-2-16,0 0 16,0 3-16</inkml:trace>
  <inkml:trace contextRef="#ctx0" brushRef="#br0" timeOffset="130866.16">11794 1381 0,'0'0'0,"0"0"16,0 0-16,-2 1 16,2-1-16,0 0 15,0 0-15,0 0 16,6 6-16,-6-6 16,26 9-16,-2-6 15,2-4 1,-2-1-16,1-3 15,-2 1-15,-1 0 16,-1 0-16,-4 1 16,-3-2-16</inkml:trace>
  <inkml:trace contextRef="#ctx0" brushRef="#br0" timeOffset="131715.12">12293 1006 0,'0'0'0,"0"0"0,0 0 15,0 5 1,0 9-16,0 14 15,0 5-15,0 0 16,0-4-16,0 0 16,0-4-16,0-5 15,0-5-15,0-1 16,1-5-16,3-3 16,-4-6-16,21 9 15,-1-8-15,9-7 16,6-10-16,2-5 15,-2-5 1,-6 2-16,-4-1 16,-5 4-16,-6 1 15,-4 6-15,-4 5 16,-6 9-16,6-9 16,-6 9-16,0 0 15,0 0-15,0 0 16,-1 9-16,-3 10 15,-1 9 1,-2 3-16,0 3 16,0 3-16,-1 0 15,2 4-15,-1-1 16,5-3-16,-2 4 16,1 1-16,0 0 15,0 1-15,1-1 16,2-1-1,0-3-15,0-4 16,0-5-16,-3-2 16,-2-5-16,-1-1 15,-3-3-15,-1-1 16,-4-5-16,0-3 16,-4-2-16,-2-5 15,-3-3-15,-1-7 16,0-4-1,2-3-15,5-1 16,2-3-16,3-5 16,4-4-16,5-4 15,6 3-15,5 0 16,4 2-16,5-2 16,7 1-16,2 2 15,2 1-15,6-2 16,6-3-1</inkml:trace>
  <inkml:trace contextRef="#ctx0" brushRef="#br0" timeOffset="132082.13">12736 848 0,'0'0'0,"0"0"0,0 0 16,0 0-16,7 7 15,8 8-15,9 14 16,-1 13-16,-1 4 16,-6 3-16,-2 7 15,-2-1-15,-3 4 16,-2-2-1,-3 7-15,-3 3 16,-6 1-16,-13 9 16,-7 1-16,-9-4 15,-13-8-15,-40 10 32,-13-17-32,-7-9 15,10-14-15,20-39 16,7-12-16</inkml:trace>
  <inkml:trace contextRef="#ctx0" brushRef="#br0" timeOffset="132564.92">11104 832 0,'0'0'0,"0"0"16,0 0-16,-1 1 15,-7 7-15,-14 14 16,-13 12-16,2-1 16,3 0-16,2-2 15,4-2-15,3 4 16,3-1-16,2 4 15,4 8-15,7 1 16,9 7 0,6 3-16,13 6 15,9 0-15,7-3 16,17 4-16,10 4 16,73-4-1</inkml:trace>
  <inkml:trace contextRef="#ctx0" brushRef="#br0" timeOffset="133266.26">13015 573 0,'0'-5'0,"0"5"16,0 0-16,0 0 15,0 0-15,0 0 16,13-3-16,1 2 15,3-4-15,0 2 16,-3-2 0,2 1-16,4 9 15,1 4-15,4 12 16,-11-6-16,-4-1 16,-3 1-16,-4 8 15,-6 16-15,-5 0 16,-8 0-16,-4-15 15,4-5-15,-3 2 16,4-5-16,3-3 16,3-3-1,3-4-15,6-6 16,-6 6-16,6-6 16,0 0-16,0 0 15,0 0-15,19 10 16,16-6-16,12 0 15,4-4-15,-4 0 16,-4-1-16,-4 1 16,-3 0-1,-4 0-15,-8 1 16,-3 1-16</inkml:trace>
  <inkml:trace contextRef="#ctx0" brushRef="#br0" timeOffset="134215.24">10943 2143 0,'0'0'0,"0"0"16,0 0-16,0 0 15,0 0-15,0-1 16,0 1-16,0 0 15,15-7 1,2-1-16,10 0 0,9-2 16,9 0-1,7 1-15,10 2 16,0 1-16,9 0 16,3 1-16,0 1 15,10 0-15,0 0 16,-1 0-16,2 1 15,-3-1-15,3 1 16,-3 1-16,-5 0 16,-1-1-1,0 0-15,-2 2 16,-5 0-16,1-1 16,-5 0-16,1 4 15,-1 1-15,-5 1 16,-1 2-16,2-1 15,-8 1-15,-1-1 16,-7 1-16,-4-1 16,1 0-1,1 0-15,-5-1 16,-3-1-16,-5 1 16,-4-2-16,1 1 15,-4 1-15,-2-2 16,-3 0-16,-6 0 15,-12-2-15,16 1 16,-16-1-16,0 0 16,11 2-16,-11-2 15,0 0 1,0 0-16,0 0 16,0 0-16,9 7 15,-9-7-15,0 0 16,0 0-16,0 0 15,0 0-15</inkml:trace>
  <inkml:trace contextRef="#ctx0" brushRef="#br0" timeOffset="135566.15">11624 2535 0,'0'0'0,"0"0"16,3-2-16,-3 2 16,32-15-16,2 4 15,3 4 1,-2 3-16,-5 2 16,-1 1-16,-1-1 15,-3 3-15,-1 2 16,-5 3-16,-3 3 15,-4 2-15,-4 9 16,-5 5-16,-6 10 16,-10 4-16,-9 3 15,-9 1-15,-10 1 16,-1-2 0,4-7-16,6-6 15,6-7-15,6-3 16,4-4-16,4-5 15,5-3-15,7-7 16,-10 8-16,10-8 16,0 0-16,0 0 15,-6 7 1,6-7-16,0 0 16,0 0-16,4 6 15,7 3-15,13 5 16,17-2-16,4-2 15,4-3-15,-9-2 16,-3-3-16,-5-4 16,-2-1-16,5-1 15,-13 1 1,0 0-16,-10 1 16,-12 2-16,10-1 15,-10 1-15,0 0 16,0 0-16</inkml:trace>
  <inkml:trace contextRef="#ctx0" brushRef="#br0" timeOffset="136698.62">11530 3510 0,'0'0'0,"0"0"16,0 0-16,0 0 15,0 0-15,0 0 16,-1 3-16,1-3 16,0 0-16,-3 8 15,3-2-15,-2 4 16,0 5-16,-1 3 16,0 1-1,0 6-15,1 3 16,0 2-16,1 4 15,0 1-15,1-1 16,0-1-16,1-4 16,0-4-16,0-1 15,0 1-15,1-2 16,0 1 0,-1 0-16,2-6 15,0-1-15,1-2 16,1-2-16,-1 0 15,2 0-15,1-2 16,2 3-16,3-2 16,4 2-16,3-3 15,3-4-15,1-3 16,-1-3-16,-1-1 16,-2-1-1,0-5-15,5 0 16,2-1-16,-2-1 15,-5 3-15,-8 1 16,-11 4-16,11-10 16,-5 3-16,0 1 15,-1-1-15,0 1 16,-5 6 0,8-8-16,-8 8 15,0 0-15,0 0 16,5-7-16,-5 7 15,0 0-15,0 0 16,0 0-16,0 0 16,0 0-16,0 0 15,0 0-15,0 0 16,0 0 0,0 0-16,0 0 15,0 0-15,0 0 16,0 0-16,0 0 15,0 0-15,0 0 16,0 0-16,-3-6 16,3 6-16,0 0 15,0 0-15,0 0 16,0 0-16,0 0 16,0 0-1,0 0-15,-7-10 16,7 10-16</inkml:trace>
  <inkml:trace contextRef="#ctx0" brushRef="#br0" timeOffset="137931.65">11401 2256 0,'0'0'0,"0"0"0,0 0 0,0 0 16,0 2-16,0-2 16,0 21-16,0 3 15,0 7-15,-1 3 16,0 1 0,-2 1-16,-1-1 15,-1-1-15,0 0 16,0-2-16,1-2 15,-1-3-15,1-2 16,1-5-16,1-2 16,1-5-16,2-1 15,1 0-15,1-1 16,2-1-16,2-1 16,3-1-16,5 1 15,5 2 1,5 1-16,2-1 15,1-2-15,2-1 16,6 0-16,2-2 16,-2-2-16,-5-4 15,-5-1-15,1-4 16,1-2-16,4-5 16,-2-1-16,-3-3 15,-4-3 1,-3-7-16,-3-1 15,-1-6-15,-2 1 16,-2-1-16,-4 1 16,-3 3-16,-3 0 15,-2-1-15,-2 3 16,-1 5-16,-1 5 16,1 3-16,1 6 15,2 8 1,-2-10-16,2 10 15,0 0-15,0 0 16,0 0-16,0 0 16,-11 15-16,5 10 15,1 18-15,1 14 16,2 10-16,0 11 16,1-2-16,-1-2 15,1-1 1,-1-6-16,1-10 15,0-11-15,0-9 16,0-9-16,0-7 16,1-7-16,0-4 15,0-2-15,0-8 16,-1 8-16,1-8 16,0 0-1,0 0-15,0 0 16</inkml:trace>
  <inkml:trace contextRef="#ctx0" brushRef="#br0" timeOffset="139432.06">11582 3373 0,'0'0'0,"0"0"0,0 0 0,0 3 16,-3 5-16,-2 14 15,-4 15-15,1 8 16,2 2-16,0 5 16,0-5-16,1-1 15,0-1-15,1-6 16,2-5-1,1-6-15,1-8 16,1-3-16,0-3 16,1-3-16,2 0 15,0-2-15,3 1 16,3 1-16,6 1 16,6-2-16,7-3 15,5 0 1,2-2-16,-1-2 15,-5 0-15,4-1 16,0-1-16,2-1 16,2-1-16,-7-1 15,0 1-15,-4 0 16,-1-1-16,3 1 16,-5-2-16,-2 1 15,-6-1-15,-1 1 16,-3-1-1,-12 3-15,17-16 16,-10 4-16,2-3 16,-2-1-16,-1-2 15,-6-6-15,-4 4 16,-3-9-16,-7-4 16,0 0-16,-2 1 15,4 10-15,3 5 16,1 1-1,1 3-15,1 0 16,2 4-16,4 9 16,-4-9-16,4 9 15,0 0-15,0 0 16,0 0-16,0 0 16,0 0-16,-1 14 15,2 18-15,0 14 16,1 11-16,0 6 15,0-5 1,-3 3-16,-4-2 16,-1-7-16,0-3 15,1-7-15,-1-7 16,-1-4-16,3-6 16,0-6-16,2-2 15,-2-1-15,2-3 16,0-1-16,0 0 15,-1 1 1,0 3-16,2 1 16,1 2-16,1 4 15,-1 0-15,1-1 16,0-1-16,0-3 16,-1-1-16,0-2 15,0-4-15,0-1 16,0-2-1,0-2-15,0-6 16,0 8-16,0-8 16,0 0-16,0 0 15,0 0-15,0 0 16,0 0-16,0 0 16</inkml:trace>
  <inkml:trace contextRef="#ctx0" brushRef="#br0" timeOffset="140314.9">7618 4891 0,'0'0'0,"0"0"0,0 0 0,0 0 16,2 2-16,-2-2 15,18 10-15,11-3 16,23-2-16,17-5 16,15-3-16,9-4 15,8-3-15,11-1 16,4 0-16,8-2 15,1 3 1,3 6-16,3 3 16,-7 2-16,2 2 15,-2-1-15,-9-1 16,-1 1-16,-9-5 16,-3-4-16,-9 1 15,-7-1-15,-8-1 16,-9 2-16,-9 2 15,-9 0 1,-9 2-16,-7 1 16,-10 1-16,-7 1 15,-7 0-15,-11-1 16,11 1-16,-11-1 16,0 0-16,0 0 15,0 0-15,0 0 16</inkml:trace>
  <inkml:trace contextRef="#ctx0" brushRef="#br0" timeOffset="141349.87">8784 5206 0,'0'0'0,"0"0"16,0 0-16,-2 1 15,2-1-15,0 0 16,-3 9-16,3 1 15,0 8-15,-1 12 16,1 6 0,0 2-16,0 1 15,0 0-15,0 0 16,0 1-16,0-1 16,0-5-16,1-4 15,1-3-15,1-7 16,2-3-16,2-3 15,2-4-15,2-1 16,7-4-16,9-4 16,7-3-1,6-6-15,0-5 16,0-6-16,1-6 16,-1-2-16,-4 0 15,-5 0-15,-2-3 16,-7-3-16,-5-2 15,-5 5-15,-4 2 16,-5 5-16,-1 2 16,-4 3-1,-1 1-15,0 5 16,0 2-16,0 3 16,3 7-16,-4-7 15,4 7-15,0 0 16,0 0-16,0 0 15,-12 23-15,6 20 16,4 22 0,1 10-16,2 13 15,1-2-15,2 2 16,0 0-16,-1-9 16,0-2-16,-1-15 15,0-14-15,1-8 16,0-10-16,0-6 15,4-12 1</inkml:trace>
  <inkml:trace contextRef="#ctx0" brushRef="#br0" timeOffset="141932.32">11121 4786 0,'0'0'0,"0"0"0,0 0 15,3 3-15,-3-3 16,11 10-16,13-4 15,18 3-15,10-1 16,7-5 0,5-1-16,5-5 0,10-1 15,2-4 1,4-1-16,0-2 16,2 0-16,-6-1 15,-7 2-15,3 0 16,-12 1-16,-3 5 15,-11 0-15,-8 2 16,-11 4-16,-8 0 16,-8-1-16,-16-1 15,14 2 1,-14-2-16,0 0 16,-29 0-16</inkml:trace>
  <inkml:trace contextRef="#ctx0" brushRef="#br0" timeOffset="142766.07">11694 5132 0,'0'0'0,"0"0"0,0 0 16,0 0-16,3 0 15,-3 0 1,0 0-16,0 0 16,-12 6-16,-13 4 15,-12 1-15,1-3 16,6 0-16,3-1 15,1-1-15,2 4 16,4 5-16,4 1 16,5 4-1,5 3-15,6 2 16,7 0-16,6 0 16,3-3-16,5-1 15,7-2-15,3-1 16,2-2-16,0-3 15,-2 0-15,1-1 16,-3-2-16,-10-1 16,-4 2-1,-8 13 1,-13 17 0,-15 8-16,-11-3 15,-1-15-15,-7-5 16,-2-8-16,-2-7 15,10-5-15,3-5 16,5-4-16,1-7 16,3-1-16,8-4 15,5 0 1,6-2-16,9-8 16,8-4-16,10-7 15,8 3-15,6 1 16,7 1-16,2 1 15,2-1-15,-4 3 16,2-1-16,-5 2 16,-7 5-16,-4 2 15,-9 6 1,-5 3-16,-6 0 16,-3 1-16,-3 1 15,-4 3-15,-4-2 16,-10-2-16,-17 0 15,-18 0-15,-10 7 16,1 6-16,5 2 16,3 5-16,-9-2 15</inkml:trace>
  <inkml:trace contextRef="#ctx0" brushRef="#br0" timeOffset="143249.6">10904 5896 0,'0'0'0,"0"0"0,6 3 16,6 4-1,9 5-15,12 1 16,7-2-16,7-3 16,2-3-16,7-3 15,3-3-15,5-1 16,5-1-16,3-2 15,5 0-15,-1 0 16,-3 0-16,1 1 16,-4 0-16,2-1 15,-4 4 1,-7 0-16,-4 2 16,-9-1-16,-5 0 15,-3 0-15,-7 0 16,-4-1-16,-6-1 15,-5 0-15,-3-2 16,-4-1-16,-11 5 16,13-12-16,-10-2 15</inkml:trace>
  <inkml:trace contextRef="#ctx0" brushRef="#br0" timeOffset="151932.04">11631 1940 0,'0'0'0,"0"0"0,0 0 16,3 0-16,-3 0 15,18 3-15,3 0 16,4 0-16,6 0 16,5 1-1,6 0-15,1 0 16,4 2-16,2-4 16,5-3-16,1-1 15,-2 0-15,-2-1 16,-3 0-16,-2 2 15,0-1-15,0 2 16,-2 2-16,-2 0 16,-3 0-16,2 1 15,0 0 1,0-1-16,-5 0 16,-1 1-16,-2-1 15,2-1-15,-1-1 16,-5 0-16,-2 0 15,-2 0-15,-3 0 16,0 0-16,0 0 16,-2 0-16,-3 0 15,-3 0-15,-3 0 16,-11 0 0,16 0-16,-16 0 15,10 0-15,-10 0 16,0 0-16,0 0 15,0 0-15,11 1 16,-11-1-16,0 0 16,0 0-16,0 0 15,0 0-15,0 0 16,0 0 0,0 0-16,0 0 15,0 0-15,0 0 16,0 0-16,0 0 15,0 0-15,0 0 16,0 0-16,0 0 16,1 6-16,-1-6 15,0 0-15,0 0 16,0 0 0,0 0-16,0 0 15,0 0-15,0 0 16,0 0-16,0 0 15,0 0-15,0 0 16,0 0-16,0 0 16,0 0-16,-9 7 15,9-7 1,0 0-16,0 0 16,0 0-16,0 0 15,0 0-15,0 0 16,0 0-16,0 0 15,0 0-15,0 0 16,0 0-16,-7 6 16,7-6-16,0 0 15,0 0 1,0 0-16,0 0 16,0 0-16,0 0 15,0 0-15,0 0 16,0 0-16,0 0 15,0 0-15,0 0 16,0 0-16,0 0 16,0 0-16,0 0 15,0 0-15,0 0 16,0 0 0,0 0-16,0 0 15,0 0-15,0 0 16,0 0-16,0 0 15,0 0-15,0 0 16,0 0-16,0 0 16,0 0-16,0 0 15,0 0-15,0 0 16,0 0-16,0 0 16,-10 6-1,10-6-15,0 0 16,0 0-16,0 0 15,0 0-15,0 0 16,0 0-16,0 0 16,0 0-16,0 0 15,0 0-15,0 0 16,0 0-16,0 0 16,0 0-1,0 0-15,0 0 16,0 0-16,0 0 15,0 0-15,0 0 16,0 0-16,0 0 16,0 0-16,0 0 15,0 0-15,0 0 16,0 0-16,0 0 16,0 0-1,0 0-15,0 0 16,0 0-16,0 0 15,0 0-15,0 0 16,0 0-16,0 0 16,0 0-16,0 0 15,0 0-15,0 0 16,0 0 0,0 0-16,0 0 15,0 0-15,0 0 16,0 0-16,0 0 15,0 0-15,0 0 16,0 0-16,0 0 16,0 0-16,0 0 15,0 0-15,0 0 16,0 0 0,0 0-16,0 0 15,0 0-15,0 0 16,0 0-16,0 0 15,0 0-15,0 0 16,0 0-16,0 0 16,0 0-16,0 0 15,0 0-15,0 0 16,0 0-16,2-9 16,-2 9-1,6-11-15,0 2 16</inkml:trace>
  <inkml:trace contextRef="#ctx0" brushRef="#br1" timeOffset="164998.07">2743 4190 0,'0'0'0,"0"0"0,0 0 0,0 0 15,0 0-15,0 2 16,0-2-16,-1 9 16,1 0-16,-2 7 15,1 7-15,0 6 16,-2 8-16,1 7 15,0 11-15,0 6 16,-1 10-16,0 3 16,1 7-16,0 3 15,2 5 1,0 3-16,0 3 16,0 1-16,0 0 15,0 1-15,0-3 16,-2 2-16,0-1 15,0-1-15,1-4 16,-1-1-16,3-4 16,3 3-16,3 0 15,1-3 1,3 1-16,-1 0 16,1-3-16,1-2 15,-1-1-15,-2-6 16,0-2-16,0 0 15,-2-10-15,1-3 16,-1-8-16,1-4 16,-2-1-16,0-3 15,-1-4 1,0-7-16,-2-4 16,1-3-16,-1-3 15,1-3-15,-1-5 16,0-1-16,0-6 15,-3-7-15,2 8 16</inkml:trace>
  <inkml:trace contextRef="#ctx0" brushRef="#br1" timeOffset="166083.46">4635 4333 0,'0'0'0,"0"0"0,0 0 0,0 0 16,0 0-16,0 3 16,0-3-16,0 14 15,0 3 1,0 7-16,0 5 16,0 3-16,0 7 15,0 5-15,-2 4 16,0 4-16,-1 7 15,-2 3-15,1 5 16,-1 2-16,1 2 16,-1 2-16,1-2 15,0 2-15,-1-1 16,3-4 0,0 0-16,2 0 15,0 1-15,0-1 16,0 4-16,2-1 15,0 0-15,0 0 16,-1 1-16,1 0 16,0-1-16,0-3 15,1-3-15,0-2 16,1 0 0,-1-4-16,0 0 15,0-1-15,-1 0 16,1 0-16,-1-1 15,-1-1-15,-2-2 16,-1 2-16,0-2 16,1-1-16,0-1 15,-1-3-15,1 0 16,0-2 0,-1-5-16,0-1 15,0-6-15,1-1 16,-1-2-16,1-2 15,0-3-15,0-3 16,0-2-16,1 0 16,-1-1-16,2-1 15,0 1 1,2-1-16,1 0 16,0-1-16,0-1 15,-1-4-15,1-2 16,1-4-16</inkml:trace>
  <inkml:trace contextRef="#ctx0" brushRef="#br1" timeOffset="167032.18">7410 4263 0,'0'0'0,"0"0"0,0 0 16,0 0-16,-1 2 16,1-2-1,-4 8-15,0 0 16,0 3-16,-2 0 15,1 3-15,-2 3 16,0 2-16,-1 7 16,2 7-16,0 11 15,1 12-15,1 7 16,1 11-16,1 7 16,1 8-1,1 0-15,1 4 16,1 0-16,0 2 15,0 3-15,0 0 16,0-2-16,0 0 16,0-1-16,1-4 15,-2 1-15,-1-2 16,0 2 0,0-5-16,0 1 15,0-1-15,0-4 16,0 0-16,0-7 15,0-2-15,0-4 16,0-3-16,0-4 16,0-5-16,0-5 15,0-3-15,0-3 16,0-6-16,0-1 16,0-2-1,0-3-15,0-1 16,0-5-16,0-4 15,0-3-15,0-2 16,1-3-16,-1 0 16,2-4-16,-1-2 15,1-1-15,0-3 16,2 0-16</inkml:trace>
  <inkml:trace contextRef="#ctx0" brushRef="#br1" timeOffset="168381.75">10587 4609 0,'0'0'0,"0"0"0,0 0 0,0 0 0,0 0 15,0 0-15,0 2 16,0-2-16,0 0 16,0 8-1,0-8-15,-1 10 16,1-10-16,-2 13 15,0-2-15,-1 6 16,1 8-16,-2 6 16,0 7-16,-1 11 15,-2 8-15,0 8 16,1 6-16,-2 1 16,0 1-1,0 5-15,0-5 16,1 5-16,0-2 15,-1-2-15,1 2 16,0-3-16,1-2 16,2 6-16,1-1 15,3 4-15,-1-2 16,1 4-16,-1-2 16,0 0-1,0-3-15,1 1 16,-2-4-16,2-3 15,-1 1-15,0-6 16,0-4-16,1-5 16,-1-3-16,1-4 15,0-3-15,0-1 16,0-3-16,0-3 16,0-1-1,1-4-15,-1-3 16,0-3-16,2 0 15,1-1-15,-1-2 16,0-2-16,0-2 16,1-3-16,-1-2 15,1 0-15,-2-1 16,2 0-16,-1 1 16,1-2-16,-1-1 15,-1-1 1,2-1-16,-1 0 15,0-2-15,-1-2 16,0 0-16,-1-8 16,3 10-16,-3-10 15,1 11-15,-1-11 16,2 8-16,-2-8 16,0 0-16,2 7 15,-2-7 1,0 0-16,0 7 15,0-7-15,0 0 16,0 0-16,0 7 16,0-7-16,0 0 15,0 0-15,0 0 16,0 0-16,0 7 16,0-7-16,0 0 15,0 0 1,0 0-16,0 0 15,0 0-15,0 0 16,0 0-16,0 0 16,-5-14-16,-1-4 15,-1-9-15</inkml:trace>
  <inkml:trace contextRef="#ctx0" brushRef="#br1" timeOffset="169514.33">2921 7282 0,'0'0'0,"0"0"0,0 0 15,0 0-15,0 0 16,0 1-16,0-1 16,8 19-16,1 8 15,0 5-15,-2 0 16,-3 7-1,-1 3-15,-2-1 16,-1-6-16,0-7 16,0-4-16,0-4 15,0-1-15,0-1 16,0-1-16,1-4 16,-1-2-16,0-2 15,0-3-15,0-6 16,0 10-16,0-10 15,0 0 1,1 7-16,-1-7 16,0 0-16,0 0 15,0 0-15,0 0 16</inkml:trace>
  <inkml:trace contextRef="#ctx0" brushRef="#br2" timeOffset="185564.31">1409 6456 0,'0'0'0,"0"0"0,0 0 16,0 0-16,-2 1 15,2-1-15,0 0 16,0 9 0,0 1-16,0 8 15,0 3-15,0 3 16,0 3-16,0 4 16,0 3-16,1 4 15,1 1-15,0-2 16,0 1-16,0 3 15,-1 1 1,0-2-16,1 1 16,-1-8-16,-1-3 15,0-3-15,-2-1 16,1-2-16,0-4 16,0-4-16,0-2 15,2-3-15,1-1 16</inkml:trace>
  <inkml:trace contextRef="#ctx0" brushRef="#br2" timeOffset="186414.36">1970 6782 0,'0'0'0,"0"0"0,0 0 16,-2-1-16,2 1 15,0 0-15,0 0 16,0 0-16,0 0 15,0 0-15,-10-2 16,10 2 0,0 0-16,0 0 15,0 0-15,0 0 16,0 0-16,0 0 16,-9 8-16,6 0 15,-2 5-15,0 4 16,1-2-16,3 2 15,6 4 1,4 4-16,6 3 16,2 1-16,2-7 15,3 1-15,4 0 16,2-2-16,-1-1 16,-1-3-16,1 0 15,0-4-15,-3-1 16,-2-4-16,-1-2 15,-1-3-15,-1-1 16,-2-1 0,1-5-16,0-7 15,1-5-15,-2-5 16,-5-1-16,-2-3 16,-3-8-16,-2 0 15,-4 1-15,-5 2 16,-4 0-16,-5-2 15,-3 3-15,-4-1 16,-4 5 0,0 9-16,-4 4 15,-1 1-15,-4 2 16,0 2-16,-1 1 16,-3 6-16,-2 5 15,-1 2-15,-1 2 16,5 0-16,2 4 15,6 1-15,6-1 16,4 3 0,3 1-16,7 3 15,4-1-15,10 6 16</inkml:trace>
  <inkml:trace contextRef="#ctx0" brushRef="#br2" timeOffset="189715.72">3411 6554 0,'0'0'0,"0"0"15,-1-1-15,1 1 16,0 0-16,0 0 16,0 0-1,0 0-15,0 0 16,0 0-16,0 0 15,0 0-15,-8 13 16,7 2-16,3 3 16,1 3-16,1 1 15,1 3-15,2 5 16,1 8 0,1 3-16,-1-1 15,1 2-15,-2-9 16,-1 1-16,0-1 15,-3-4-15,0-4 16,-2-8-16,-1-4 16,0-4-16,0-1 15,0-8-15,0 10 16,0-10-16,0 6 16,0-6-1,0 9-15,0-9 16,0 11-16,0-5 15,0-6-15,3 9 16</inkml:trace>
  <inkml:trace contextRef="#ctx0" brushRef="#br2" timeOffset="190731.98">3614 6585 0,'0'0'0,"0"0"16,0 0-16,0 0 15,0 0-15,0 0 16,0 3-16,0-3 16,0 6-16,1 0 15,1 4-15,-1 3 16,3 4-16,1 3 16,4 4-1,1 5-15,2 4 16,-1 0-16,2-2 15,-2-1-15,0 0 16,-2-2-16,-2-7 16,-3-7-16,-1-4 15,-1-3-15,-2-7 16,3 7-16,-3-7 16,0 0-1,2 7-15,-2-7 16,0 0-16,0 0 15,0 0-15,0 0 16,0 0-16,18 5 16,-2-4-16,5 0 15,0-1-15,2-1 16,0-2-16,0-1 16,2-2-1,-1 1-15,0-1 16,-3 1-16,-3 1 15,-3 0-15,-3 0 16,-2-3-16,-1 0 16,-1-3-16,1-4 15,-3-1-15,-1-4 16,-3-2-16,-3-5 16,-4-1-16,0 1 15,-2 1 1,3 3-16,-1 5 15,1 2-15,0 3 16,1 4-16,3 8 16,-4-9-16,4 9 15,0 0-15,0 0 16,0 0-16,0 0 16,-6 14-16,8 12 15,5 14 1,1 13-16,3 5 15,0 7-15,1 2 16,-2-3-16,2 0 16,-1-2-16,-2-5 15,-1-9-15,-1-8 16,-1-8-16,-3-10 16,0-8-16,-2-4 15,0-3 1,-1-7-16,1 8 15,-1-8-15,0 0 16,0 0-16,0 0 16</inkml:trace>
  <inkml:trace contextRef="#ctx0" brushRef="#br2" timeOffset="194514.84">5762 6412 0,'0'0'0,"0"0"0,0 0 0,0 0 16,-1 3-16,1-3 15,0 0-15,-1 7 16,1-7-16,1 12 16,0 1-16,0 3 15,-1 1-15,1 2 16,0 7-1,2 5-15,2 9 16,-2-3-16,0 2 16,1 2-16,-1-10 15,-1 0-15,1-3 16,-2-4-16,0-5 16,0-7-16,-1-6 15,0-6-15,0 0 16,0 9-16,0-9 15,0 0-15,0 6 16,0-6-16,0 0 16,0 0-1,0 0-15,0 0 16,0 0-16,14 7 16,0-4-16,6 2 15,7 0-15,4 1 16,0 0-16,4-2 15,-2-1-15,0 0 16,1-1 0,-3 0-16,-3-2 15,-4 0-15,-3-3 16,-2-2-16,-3-1 16,-3-2-16,-2 1 15,-4-1-15,0-3 16,-2-2-16,-2-6 15,-2-4-15,-3-3 16,-2-2-16,-2-3 16,-1 1-1,-1 1-15,0 6 16,2 5-16,0 4 16,3 6-16,3 8 15,-4-10-15,4 10 16,0 0-16,0 0 15,0 0-15,0 0 16,-5 7 0,5 21-16,4 20 15,5 8-15,3 10 16,2 5-16,1 3 16,-1-2-16,0-2 15,-2-7-15,-1-8 16,-5-10-16,0-10 15,-3-7-15,0-8 16,-1-7-16,-2-3 16,1-2-1,-1-8-15,0 9 16,0-9-16,0 0 16,-1 8-16,1-8 15,0 0-15,0 0 16,0 0-16,0 0 15,0 0-15,0 0 16,0 0 0,0 0-16,0 0 15,0 0-15</inkml:trace>
  <inkml:trace contextRef="#ctx0" brushRef="#br2" timeOffset="196697.75">8793 6604 0,'0'0'0,"0"0"15,0 0-15,0 0 16,0 0 0,0 3-16,0-3 15,0 7-15,2-1 16,1 3-16,0 7 15,1 4-15,1 3 16,2 7-16,0-1 16,0 3-16,0-1 15,-1 0-15,-2-3 16,-2-1 0,0-7-16,0-3 15,-1-5-15,-1-5 16,0-7-16,2 9 15,-2-9-15,0 0 16,1 7-16,-1-7 16,0 0-16,0 0 15,0 0-15,13 5 16,2-2 0,9 3-16,5-1 15,3-1-15,-4-1 16,-4-2-16,-5 0 15,-4 0-15,-4-1 16,-11 0-16,13-2 16,-13 2-16,0 0 15,8-6 1,-5-1-16,0-11 16,-2-10-16,-1-9 15,-2 1-15,0 3 16,-1 2-16,-1-1 15,1 0-15,-1 2 16,1 6-16,-1 7 16,2 4-16,0 3 15,1 3-15,1 7 16,-4-10 0,4 10-16,0 0 15,0 0-15,0 0 16,0 0-16,0 0 15,0 0-15,-8 25 16,10 14-16,4 14 16,3 6-16,4 5 15,0 2-15,3-2 16,0-4 0,-2-5-16,-1-8 15,-2-7-15,-3-9 16,-3-10-16,-1-5 15,-2-6-15,-1-3 16,-1-7-16,3 8 16,-3-8-16,0 0 15,0 0-15,0 0 16,0 0 0,0 0-16,0 0 15,-1 14-15</inkml:trace>
  <inkml:trace contextRef="#ctx0" brushRef="#br2" timeOffset="197648.03">11211 6442 0,'0'0'0,"0"0"0,0 0 16,0 0-16,0 4 15,0 5-15,0 11 16,0 17-16,0 10 16,0 2-1,0 3-15,-1-3 16,1 3-16,-2-1 15,2 1-15,-2-4 16,1-3-16,0-8 16,-1-4-16,1-8 15,0-6-15,-1-4 16,1-4-16,1-2 16,-1-1-1,1-8-15,-2 9 16,2-9-16,-2 8 15,2-8-15,-1 7 16,1-7-16,-1 8 16,1-8-16,2 9 15</inkml:trace>
  <inkml:trace contextRef="#ctx0" brushRef="#br2" timeOffset="198965.52">12161 6552 0,'0'0'0,"0"0"0,0 0 16,-3 2-16,3-2 15,0 0-15,0 0 16,-7 9-16,7-9 16,-21 7-16,-1-6 15,-5-5 1,-3-2-16,-10-1 15,-9-2-15,-4 1 16,-2 6-16,4 8 16,-1 4-16,0 5 15,3 3-15,1 6 16,4 5-16,2 1 16,2 6-1,7-1-15,3 1 16,9 0-16,5 0 15,4-1-15,5 2 16,4-3-16,6 3 16,6 1-16,5-1 15,11-1-15,2-1 16,4-3-16,4-3 16,8-2-16,7-3 15,4-3 1,-1-4-16,-4-5 15,-2-1-15,3-5 16,2-3-16,5-4 16,-4-5-16,-6-1 15,-14-2-15,-6 1 16,-8-1-16,-5-3 16,-1 2-16,-5-1 15,0-1 1,-1 0-16,-3-2 15,-4-1-15,-8-2 16,-11-7-16,-4-2 16,-9 2-16,-8 2 15,2 2-15,-2 3 16,5 3-16,6 4 16,-5 0-16,-4 2 15,2 3-15,3 3 16,2 2-1,-5 2-15,-4 5 16,1 1-16,2 1 16,7 3-16,1 2 15,1 2-15,4 0 16,4 0-16,4-3 16,2-1-16,1-1 15,5-2 1,2-3-16,6-6 15,-8 7-15,8-7 16,0 0-16,-4 7 16,4-7-16,0 0 15,0 0-15,0 0 16,0 0-16,-2 8 16,2-8-16,-6 12 15,1-5-15,0 4 16,-2 0-1,0 3-15,-2 0 16,1 0-16,0-1 16,-1 0-16,-1-3 15,1-1-15,1-2 16,8-7-16,-12 7 16,12-7-16,0 0 15,0 0-15,-9-3 16</inkml:trace>
  <inkml:trace contextRef="#ctx0" brushRef="#br2" timeOffset="203232.39">6543 6304 0,'0'0'0,"0"0"0,0 0 16,-4-1 0,4 1-16,-22-7 15,3 2-15,-3-2 16,-2 0-16,-1-1 16,-2 1-16,-2-2 15,1 0-15,-6-1 16,0-1-16,0 1 15,2-1 1,-2 1-16,0 0 16,1 1-16,3 2 15,2 1-15,2 1 16,-1 0-16,2 0 16,4 3-16,0 1 15,4 1-15,2 1 16,-1 1-16,2 2 15,1 0 1,2 0-16,11-4 16,-15 5-16,15-5 15,-12 6-15,12-6 16,-17 6-16,0 2 16,-3 3-16,-3 2 15,2 2-15,2-1 16,2 3-16,-1 2 15,1 2 1,1 2-16,0 4 16,-2 2-16,1 2 15,0 0-15,1-2 16,-1 0-16,1 0 16,0 0-16,2 3 15,3-3-15,1 0 16,1 0-16,2-3 15,1-1-15,1-3 16,2-3 0,-1 7-16,2 0 15,2-1-15,0-1 16,2-1-16,1 3 16,1 4-16,3-2 15,-1-2-15,2-2 16,2 0-16,1 0 15,3 1-15,0-1 16,2 3 0,1 0-16,1 0 15,1 2-15,-1-2 16,3 3-16,-1 0 16,-1-1-16,3 4 15,-1 1-15,1 0 16,-1-2-16,-2-5 15,0 0-15,0-2 16,1-2-16,4 5 16,2-1-1,0-1-15,1-6 16,-3-9-16,4-3 16,2 0-16,3-3 15,0-1-15,-2-4 16,3-1-16,0-4 15,4-1-15,2-4 16,0-3 0,-2-1-16,0-4 15,1-2-15,0-4 16,-1-1-16,-4 1 16,-5 3-16,-2 0 15,-1 2-15,-4 0 16,-1 0-16,-3 0 15,-1-1-15,-2-3 16,-1 0-16,-1-3 16,-3-1-1,0-1-15,-2-1 16,-2-2-16,-2-3 16,0-1-16,-2-2 15,-1 2-15,-1 1 16,-1-2-16,-1-3 15,-1 1-15,1 0 16,-1 2-16,-3 2 16,-1-1-1,-2 2-15,-3 1 16,-1-3-16,-2 4 16,-2-2-16,-1 3 15,0 0-15,-5-1 16,0 0-16,-6-3 15,-5 1-15,-1 1 16,-2 2 0,-1 0-16,-5-1 15,2 1-15,0 2 16,3 3-16,-2 1 16,-6 1-16,-4 5 15,-5 5-15,0 1 16,1 5-16,-1 1 15,5 3-15,4 1 16,2 1-16,5 1 16,7 3-1,8-1-15,8 0 16,4 0-16,12-2 16,-16 5-16,16-5 15,-10 2-15,10-2 16,0 0-16,0 0 15,-11 8-15,11-8 16,0 0-16,0 0 16,0 0-1,0 0-15,-3 6 16,3-6-16,0 0 16,0 0-16,0 0 15,0 0-15,0 0 16,0 0-16,0 0 15,0 0-15,5 6 16,-5-6-16,0 0 16,0 0-1,0 0-15,0 0 16,0 0-16,0 0 16,0 0-16,0 0 15,0 0-15,0 0 16,0 0-16,0 0 15,0 0-15,0 0 16,0 0-16,0 0 16,0 0-16,0 0 15,0 0 1,0 0-16,0 7 16,0-7-16,0 0 15,0 0-15,0 0 16,0 0-16,0 0 15,0 0-15,0 0 16,0 0 0,0 0-16,0 0 0,0 0 15,0 0 1,0 0-16,0 0 16,0 0-16,0 0 15,0 0-15,0 0 16,0 0-16,0 0 15,0 0-15,0 0 16,0 0-16,0 0 16,0 0-16,0 0 15,0 0 1,0 0-16,0 0 16,0 6-16,0-6 15,0 0-15,0 0 16,0 0-16,0 0 15,0 0-15,0 0 16,0 0-16,0 0 16,0 0-1,0 0-15,0 0 16,0 0-16,0 0 16,0 0-16,0 0 15,0 0-15,0 0 16,0 0-16,0 0 15,0 0-15,0 0 16,0 0-16,0 0 16,0 0-1,0 0-15,0 0 16,0 0-16,0 0 16,0 0-16,0 0 15,0 0-15,0 0 16,0 0-16,0 0 15,0 0-15,6-6 16,1-4-16,10-14 16</inkml:trace>
  <inkml:trace contextRef="#ctx0" brushRef="#br2" timeOffset="207997.74">12517 6784 0,'0'0'0,"0"0"16,0 4 0,0-4-16,0 9 15,0-9-15,1 10 16,0-4-16,1 5 15,-2-2-15,1-1 16,1 0-16,0 1 16,3 4-16,1 4 15,6 8-15,-1-1 16,2 0-16,2 4 16,-3-8-1,1-2-15,-3-4 16,0-2-16,-1-1 15,-1-1-15,-8-10 16,10 9-16,-10-9 16,0 0-16,8 7 15,-8-7-15,0 0 16,0 0-16,16 4 16,0-13-1,13-9-15,3-7 16,1-1-16,1 1 15,0-2-15,8-10 16,-3 1-16,1-5 16,-6 6-16,1 0 15,1-3-15,-3 7 16,9-5 0,-4 3-16,2-1 15,0 2-15,-5 7 16,-3 6-16,0 1 15,-1 1-15,0 1 16,-3 1-16,-3 1 16,-5 1-16,-4 2 15,-2 1-15,-4 4 16,-10 6 0,13-9-16,-13 9 15,0 0-15,11-7 16,-11 7-16,0 0 15,0 0-15,0 0 16,0 0-16,4-7 16,-4 7-16,0 0 15,0 0-15,0 0 16,0 0-16,0 0 16,0 0-1,0 0-15,0 0 16,0 0-16,0 0 15,0 0-15,0 0 16,0 0-16,0 0 16,0 0-16,0 0 15,0 0-15,0 0 16,0 0-16,0 0 16,0 0-1,0 0-15,0 0 16,0 0-16,0 0 15,0 0-15,0 0 16,0 0-16,0 0 16,0 0-16,0 0 15,0 0-15,0 0 16,0 0-16,0 0 16,0 0-16,0 0 15,0 0 1,0 0-16,0 0 15,0 0-15,0 0 16,0 0-16,0 0 16,0 0-16,0 0 15,0 0-15,0 0 16,0 0-16,-9-1 16,9 1-16,0 0 15,0 0 1,0 0-16,0 0 15,0 0-15,0 0 16,0 0-16,0 0 16,0 0-16,0 0 15,0 0-15,0 0 16,0 0-16,0 0 16,0 0-1,0 0-15,0 0 16,0 0-16,0 0 15,0 0-15,0 0 16,0 0-16,0 0 16,0 0-16,0 0 15,0 0-15,0 0 16,0 0-16,0 0 16,0 0-1,0 0-15,0 0 16,0 0-16,0 0 15,0 0-15,0 0 16,0 0-16,0 0 16,0 0-16,0 0 15,0 0-15,0 0 16,0 0-16,0 0 16,0 0-1,0 0-15,0 0 16,0 0-16,0 0 15,0 0-15,0 0 16,0 0-16,0 0 16,0 0-16,0 0 15,0 0-15,0 0 16,0 0-16,0 0 16,0 0-16,0 0 15,0 0 1,0 0-16,0 0 15,0 0-15,0 0 16,0 0-16,0 0 16,0 0-16,0 0 15,0 0-15,0 0 16,0 0-16,0 0 16,0 0-16,0 0 15,0 0-15,0 0 16,0 0-1,0 0-15,0 0 16,0 0-16,0 0 16,0 0-16,0 0 15,0 0-15,0 0 16,0 0-16,0 0 16,0 0-16,0 0 15,0 0 1,0 0-16,0 0 15,0 0-15,0 0 16,0 0-16,0 0 16,0 0-16,0 0 15,0 0-15,0 0 16,0 0-16,0 0 16,0 0-16,0 0 15,0 0-15,0 0 16,0 0-1,0 0-15,0 0 16,0 0-16,0 0 16,0 0-16,0 0 15,0 0-15,0 0 16,0 0-16,0 0 16,0 0-16,0 0 15,0 0-15,0 0 16,0 0-1,0 0-15,0 0 16,0 0-16,0 0 16,0 0-16,0 0 15,0 0-15,0 0 16,0 0-16,0 0 16,0 0-16,0 0 15,0 0 1,0 0-16,0 0 15,0 0-15,0 0 16,0 0-16,0 0 16,0 0-16,0 0 15,0 0-15,0 0 16,0 0-16,0 0 16,0 0-1,0 0-15,0 0 16,0 0-16,0 0 15,0 0-15,0 0 16,0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0-1,0 0-15,0 0 16,0 0-16,0 0 16,0 0-16,0 0 15,0 0-15,0 0 16,0 0-16,0 0 16,0 0-16,0 0 15,0 0-15,0 0 16,0 0-1,0 0-15,0 0 16,0 0-16,0 0 16,0 0-16,0 0 15,0 0-15,0 0 16,0 0-16,0 0 16,0 0-16,0 0 15,0 0-15,0 0 16,0 0-16,0 0 15,0 0 1,-8 6-16,8-6 16,0 0-16,0 0 15,0 0-15,0 0 16,0 0-16,0 0 16,0 0-16,0 0 15,0 0-15,0 0 16,0 0-1,0 0-15,0 0 16,0 0-16,0 0 16,0 0-16,0 0 15,0 0-15,0 0 16,0 0-16,0 0 16,0 0-16,0 0 15,0 0-15,0 0 16,0 0-16,0 0 15,0 0 1,0 0-16,0 0 16,0 0-16,0 0 15,0 0-15,0 0 16,0 0-16,0 0 16,0 0-16,0 0 15,0 0-15,0 0 16,0 0-16,-11-6 15,5-2-15,2 0 16</inkml:trace>
  <inkml:trace contextRef="#ctx0" brushRef="#br2" timeOffset="210914.85">5725 2098 0,'0'-2'0,"0"2"0,0 0 0,-7-8 16,0-4-16,-5-1 15,-3 1-15,-2 1 16,-5 1-16,-2 1 16,-5 0-1,-5 0-15,-1 2 16,1-1-16,-1 1 16,-1 0-16,-1 2 15,-1 1-15,4 3 16,6 1-16,1 3 15,0-1-15,-4 1 16,2 2-16,2 3 16,3 2-1,2 2-15,-2 5 16,-1 2-16,-3 4 16,-1 5-16,1 0 15,0 6-15,4 0 16,3 6-16,1 5 15,1 2-15,-1 8 16,2-3-16,-2 8 16,0 3-1,3-4-15,2 5 16,6-11-16,1-1 16,4-1-16,6 0 15,2 0-15,6 0 16,3 0-16,4-3 15,6 0-15,4-4 16,7 3 0,4-2-16,8 0 15,3-6-15,6 0 16,3-10-16,0-4 16,8-1-16,-6-4 15,2-5-15,2-5 16,0-3-16,2-1 15,3-5-15,-5-8 16,-5-4-16,-2-4 16,-3-1-16,-1-1 15,2-4-15,-3-6 16,1-6 0,0-8-16,-8 5 15,-5-3-15,-7 0 16,-1-4-16,-4-1 15,-6-1-15,-4-1 16,-6-2-16,-4-1 16,-3 2-16,-7-2 15,-5-1-15,-8 0 16,-2 2 0,-4-4-16,-1 6 15,-4 0-15,2 2 16,-6 2-16,-2 3 15,-3 2-15,-1 6 16,1 5-16,-5 2 16,-2 1-1,-4 0-15,0 2 16,2 3-16,1 2 16,4 4-16,6 4 15,7 3-15,8 3 16,4 1-16,4 1 15,10 0-15,-13 1 16,13-1-16,0 0 16,-12 2-16,12-2 15,0 0 1,0 0-16,-7 7 16,7-7-16,0 0 15,0 0-15,0 0 16,0 0-16,0 7 15,0-7-15,0 0 16,0 0-16,12 0 16,-12 0-16,21 0 15,9 6-15,20 11 16</inkml:trace>
  <inkml:trace contextRef="#ctx0" brushRef="#br2" timeOffset="212431.19">12249 2328 0,'0'0'0,"0"-1"0,0 1 16,-5-10-16,-5 0 15,-2-1-15,-1 0 16,0 0-16,-1 0 16,0-1-16,-1-1 15,-1 0 1,-1-1-16,-4-4 16,-8-7-16,-7-3 15,-14-1-15,-7 6 16,3 3-16,-7 1 15,-1 6-15,-4 1 16,0 4-16,-6 4 16,6 4-16,2 4 15,-2 4-15,8-1 16,4 5 0,-2 2-16,4 2 15,-2 3-15,5 3 16,1-1-16,2 6 15,4 2-15,2 3 16,3 2-16,6 1 16,-1 8-16,4 6 15,1 4-15,1 9 16,4-2 0,3 6-16,2 9 15,6-8-15,4 5 16,2-7-16,7-1 15,4 3-15,6-7 16,4 0-16,6-4 16,8-3-16,9-1 15,5-8-15,8-3 16,7-2-16,8-5 16,2-5-1,4-9-15,5-2 16,-3-8-16,3-2 15,1-4-15,2-6 16,9-3-16,-1-7 16,10-7-16,-3-4 15,-1-2-15,5-7 16,-9-1-16,-7-2 16,-7-4-1,-16 3-15,-6-4 16,-6-1-16,-10 3 15,-3-3-15,-8-4 16,-7-2-16,-6-2 16,-8 6-16,-6 1 15,-5-7-15,-7-7 16,-8-9 0,-5 5-16,0 15 15,-5 6-15,-3-4 16,-3-1-16,-6-5 15,6 8-15,-4 6 16,-2 6-16,0 2 16,6 3-16,4 3 15,8 5-15,2 2 16,3 2 0,1 2-16,6 5 15,11 5-15,-15-7 16,15 7-16,-10-3 15,10 3-15,0 0 16,0 0-16,-11 0 16,11 0-16,0 0 15,0 0-15,0 0 16,0 0-16,0 0 16,0 0-1,-3 10-15</inkml:trace>
  <inkml:trace contextRef="#ctx0" brushRef="#br2" timeOffset="-213899.24">4891 3018 0,'0'0'0,"0"0"15,0 0-15,-6 0 16,6 0-1,0 0-15,-12 0 16,12 0-16,0 0 16,0 0-16,-12-1 15,12 1-15,0 0 16,0 0-16,0 0 16,0 0-16,0 0 15,0 0-15,0 0 16,0 0-1,0 0-15,15-3 16,11 0-16,9 0 16,4 0-16,-1 2 15,5 1-15,4 1 16,2 1-16,-1-1 16,2 2-16,2-1 15,-1 1-15,2-1 16,-3 0-16,3 1 15,-1 0 1,-2-3-16,1 0 16,-3 0-16,-2 0 15,-5 0-15,1 0 16,-4 0-16,-3 0 16,-3 0-16,-5 0 15,-3 0-15,-1 0 16,-1 0-16,-6 1 15,-3 0-15,-13-1 16,17 3 0,-17-3-16,13 4 15,-13-4-15,0 0 16,0 0-16,0 0 16,9 3-16,-9-3 15,0 0-15,0 0 16,0 0-16,0 0 15,0 0-15,0 0 16,0 0 0,0 0-16,0 0 15,0 0-15,0 0 16,0 0-16,0 0 16,0 0-16,0 0 15,0 0-15,0 0 16,0 0-16,0 0 15,0 0 1,10-3-16</inkml:trace>
  <inkml:trace contextRef="#ctx0" brushRef="#br2" timeOffset="-212865">5577 7710 0,'0'0'0,"0"0"0,0 0 16,5 1-16,5 1 15,16 2-15,18-4 16,9-1-16,10-4 16,7-4-16,-2-3 15,5-4-15,-2-1 16,-3 1-16,2 1 15,-8 1-15,-2 0 16,-2 1 0,-6 4-16,-4 3 15,-6 0-15,-5 3 16,-8 2-16,-5 0 16,-5 1-16,-5 1 15,-4-1-15,-10 0 16,10 2-16,-10-2 15,0 0-15,0 0 16,0 0-16,0 0 16,0 0-1</inkml:trace>
  <inkml:trace contextRef="#ctx0" brushRef="#br2" timeOffset="-210232.71">5875 3046 0,'0'0'0,"0"0"15,0 0-15,2 2 16,-2-2 0,9 10-16,1-1 15,4 4-15,5 3 16,1-1-16,5 3 16,8 3-16,5 0 15,5 3-15,-1 0 16,6 2-16,6 4 15,5 6-15,6 4 16,-1 0 0,5 6-16,-2 0 15,0 3-15,-4-3 16,3 4-16,-2-2 16,-1 0-16,0 0 15,-4-3-15,2 0 16,-2-1-16,-1-2 15,0-3-15,2-1 16,1-1-16,0-2 16,2-1-16,-2-1 15,-2-1 1,-3-1-16,2 0 16,-4-2-16,-3-2 15,-4-2-15,-3-1 16,-5-1-16,-4-1 15,-3 0-15,-6-1 16,-5 0-16,-1 1 16,-6-2-1,-1 1-15,-3 1 16,-3-1-16,-2-1 16,-2 4-16,-3 7 15,-4 5-15,-5 8 16,-6 4-16,-9 7 15,-6 4-15,-6 6 16,-9 7-16,-2 3 16,-7 9-16,-4 2 15,-4 6 1,-4 6-16,0 0 16,-3 5-16,2 1 15,2 7-15,5 3 16,1-1-16,3 0 15,1-2-15,2 1 16,2-2-16,1-2 16,2-4-1,1-3-15,4-6 16,2-8-16,7-9 16,5-11-16,4-8 15,5-9-15,5-9 16,1-7-16,4-7 15,3-9-15,3-6 16,0-4 0,4-8-16,-3 7 15,3-7-15,0 0 16,0 0-16,0 0 16,-1 7-16,1-7 15,0 0-15,0 0 16,0 0-16,0 0 15,0 0-15,0 0 16,0 0-16,0 0 16,0 0-1,0 0-15,0 0 16,0 0-16,0 0 16,0 0-16,0 0 15,0 0-15,0 0 16,0 0-16,-2 7 15,2-7-15,0 0 16,0 0-16,0 0 16,0 0-1,0 0-15,0 0 16,0 0-16,0 0 16,0 0-16,0 0 15,0 0-15,0 0 16,0 0-16,0 0 15,0 0-15,0 0 16,0 0-16,0 0 16,0 0-16,0 0 15,0 0 1,0 0-16,0 0 16,0 0-16,0 0 15,0 0-15,0 0 16,0 0-16,0 0 15,0 0-15,0 0 16,0 0-16,0 0 16,0 0-16,0 0 15,0 0-15,0 0 16,0 0 0,0 0-16,0 0 15,0 0-15,0 0 16,0 0-16,0 0 15,0 0-15,0 0 16,0 0-16,0 0 16,0 0-16,0 0 15,0 0 1,0 0-16,0 0 16,0 0-16,0 0 15,0 0-15,0 0 16,0 0-16,0 0 15,0 0-15,0 0 16,0 0-16,0 0 16,0 0-16,0 0 15,0 0-15,0 0 16,0 0 0,0 0-16,0 0 15,0 0-15,0 0 16,0 0-16,0 0 15,0 0-15,0 0 16,0 0-16,0 0 16,0 0-1,0 0-15,0 0 16,0 0-16,0 0 16,0 0-16,0 0 15,0 0-15,0 0 16,0 0-16,0 0 15,0 0-15,0 0 16,0 0-16,0 0 16,0 0-16,0 0 15,0 0 1,0 0-16,0 0 16,0 0-16,0 0 15,0 0-15,0 0 16,0 0-16,0 0 15,0 0-15,0 0 16,0 0 0,0 0-16,0 0 0,0 0 15,0 0 1,0 0-16,0 0 16,0 0-16,0 0 15,0 0-15,0 0 16,0 0-16,0 0 15,0 0-15,0 0 16,0 0-16,0 0 16,0 0-16,0 0 15,0 0-15,0 0 16,0 0 0,0 0-16,0 0 15,0 0-15,0 0 16,0 0-16,0 0 15,0 0-15,0 0 16,0 0-16,-3-15 16,9-2-16</inkml:trace>
  <inkml:trace contextRef="#ctx0" brushRef="#br2" timeOffset="-204915.62">12536 2953 0,'0'0'0,"0"0"0,0 0 0,0 0 15,0 0-15,0 0 16,0 2-16,0-2 16,6 6-1,0 1-15,-6-7 16,9 11-16,-9-11 15,8 9-15,-8-9 16,0 0-16,8 7 16,-8-7-16,22 13 15,-5-4-15,4 4 16,2 2 0,0 1-16,-2 0 15,2 2-15,0 0 16,2 0-16,0 1 15,1 1-15,-1-1 16,4 2-16,3 3 16,3 2-16,2 1 15,2 1-15,0-2 16,4-4-16,3 2 16,-1-3-16,4 2 15,3 4 1,-4 2-16,-4-2 15,-3-4-15,-1 1 16,4 1-16,9 5 16,-9-4-16,2 1 15,0 2-15,-6-1 16,2 6-16,-3-1 16,-1-2-16,0 0 15,3 2 1,-6-4-16,3 1 15,1-2-15,0-3 16,-4-4-16,-1 0 16,-3-1-16,-2-2 15,1 3-15,-3-1 16,-2-1-16,-3 0 16,-4-3-1,-5-1-15,-2-1 16,-2 1-16,0 0 15,-2 0-15,1 1 16,-3-2-16,0 2 16,-3 1-16,0 0 15,-3 1-15,-2 2 16,-4 3-16,-3 5 16,-3 5-1,-6 4-15,-4 3 16,-1 0-16,-2-2 15,-3-2-15,-1-4 16,-3 2-16,0 0 16,-4 3-16,1 0 15,2 2-15,-1 1 16,8-7-16,2-4 16,-4 3-16,-1 1 15,-5 3 1,-1 2-16,4-4 15,-1 0-15,1-1 16,1 0-16,-1 0 16,-1 1-16,0 0 15,0 0-15,2-3 16,0 1-16,-1 0 16,-2 3-1,-3 3-15,-1 1 16,-2 3-16,4-6 15,-1 3-15,1 2 16,-1 1-16,-1 4 16,3-4-16,0 0 15,3-4-15,-3-1 16,-1-1-16,3-4 16,-2 1-16,2 0 15,-3-1 1,4-1-16,0-1 15,1 0-15,1-1 16,-2 2-16,-3 2 16,-2 3-16,3-2 15,0-1-15,3-3 16,0 0-16,-3 3 16,4-2-16,5-6 15,5-6 1,6-5-16,1-1 15,-3 1-15,4-1 16,3-3-16,9-10 16,-8 10-16,8-10 15,0 0-15,-7 8 16,7-8-16,0 0 16,-5 8-16,5-8 15,0 0 1,-1 7-16,1-7 15,0 0-15,0 0 16,0 0-16,0 0 16,0 0-16,0 8 15,0-8-15,0 0 16,0 0-16,0 0 16,0 0-16,0 0 15,0 0-15,0 0 16,0 0-1,0 0-15,0 0 16,0 0-16,0 0 16,0 0-16,0 6 15,0-6-15,0 0 16,0 0-16,0 0 16,0 0-16,0 0 15,0 0 1,0 0-16,0 0 15,0 0-15,0 0 16,0 0-16,0 0 16,0 0-16,0 0 15,0 0-15,0 0 16,0 0-16,0 0 16,0 0-16,0 0 15,0 0 1,0 6-16,0-6 15,0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16,3 7-1,-3-7-15,0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0-16,0-7 16,0 7-16,0 0 15,0 0-15,0 0 16,0 0-16,0 0 15,0 0 1,0 0-16,0 0 16,0 0-16,0 0 15,0 0-15,0 0 16,0 0-16,0 0 16,0 0-16,0 0 15,0 0-15,0 0 16,0 0-16,0-6 15,0 6 1,0 0-16,0 0 16,0 0-16,0 0 15,0 0-15,0 0 16,0 0-16,0 0 16,0 0-16,0 0 15,0 0-15,0 0 16,0 0-16,0 0 15,0 0 1,0 0-16,0 0 16,0 0-16,0 0 15,0 0-15,0 0 16,0 0-16,0 0 16,0 0-16,0 0 15,0 0-15,0 0 16,0 0-16,0 0 15,0 0-15,0 0 16,0 0 0,0 0-16,0 0 15,0 0-15,0 0 16,0 0-16,0 0 16,0 0-16,0 0 15,0 0-15,0 0 16,0 0-16,0 0 15,0 0 1,0 0-16,0 0 16,0 0-16,0 0 15,0 0-15,0 0 16,0 0-16,0 0 16,0 0-16,0 0 15,0 0-15,0 0 16,0 0-1,0 0-15,0 0 16,0 0-16,0 0 16,0 0-16,0 0 15,0 0-15,0 0 16,0 0-16,0 0 16,0 0-16,3-6 15,-3 6-15,0 0 16,0 0-16,0 0 15,0 0-15,0 0 16,0 0 0,0 0-16,0 0 15,0 0-15,0 0 16,0 0-16,0 0 16,0 0-16,0 0 15,0 0-15,0 0 16,0 0-16,0 0 15,0 0-15,0 0 16,0 0 0,0 0-16,0 0 15,0 0-15,0 0 16,0 0-16,0 0 16,0 0-16,0 0 15,0 0-15,0 0 16,0 0-16,0 0 15,0 0-15,0 0 16,0 0 0,0 0-16,0 0 15,0 0-15,0 0 16,0 0-16,0 0 16,0 0-16,0 0 15,0 0-15,0 0 16,0 0-16,0 0 15,0 0-15,0 0 16,0 0 0,0 0-16,0 0 15,0 0-15,0 0 16,0 0-16,0 0 16,0 0-16,0 0 15,0 0-15,0 0 16,0 0-16,0 0 15,0 0-15,0 0 16,0 0 0,0 0-16,0 0 15,0 0-15,0 0 16,0 0-16,0 0 16,0 0-16,0 0 15,0 0-15,0 0 16,0 0-16,0 0 15,0 0-15,0 0 16,0 0 0,0 0-16,0 0 15,0 0-15,0 0 16,0 0-16,0 0 16,0 0-16,0 0 15,0 0-15,0 0 16,0 0-16,0 0 15,0 0-15,0 0 16,0 0 0,0 0-16,0 0 15,0 0-15,0 0 16,0 0-16,0 0 16,0 0-16,0 0 15,0 0-15,0 0 16,0 0-16,0 0 15,0 0-15,0 0 16,0 0 0,0 0-16,0 0 15,0 0-15,0 0 16,0 0-16,0 0 16,-2-13-16,1 0 15,-1-3-15,1 0 16</inkml:trace>
  <inkml:trace contextRef="#ctx0" brushRef="#br2" timeOffset="-202232.34">14701 3720 0,'0'0'0,"0"0"16,0 3-16,0-3 15,0 11-15,0 2 16,0 14-16,0 12 16,0 10-16,0 0 15,0 1-15,-2 1 16,-2 1-16,-2 0 16,-2-3-1,1-2-15,-1-2 16,3-5-16,-2-4 15,2-4-15,2-4 16,0-5-16,1-6 16,2-4-16,1-6 15,-1-7-15</inkml:trace>
  <inkml:trace contextRef="#ctx0" brushRef="#br2" timeOffset="-201532.67">14955 3902 0,'0'0'0,"0"0"15,0 0-15,0 0 16,0 0-16,3 1 16,-3-1-16,16 1 15,1 0-15,4-1 16,-1 0 0,0 0-16,0 0 15,-3 0-15,0 0 16,-2 1-16,-1 3 15,0 7-15,-1 8 16,-4 4-16,-8 8 16,-4 1-16,-8 3 15,-5 2-15,-9 0 16,-5 0 0,-2-5-16,-1-3 15,1-4-15,2-5 16,7-7-16,4-4 15,5 0-15,4-3 16,10-6-16,-12 6 16,12-6-16,0 0 15,0 0-15,0 0 16,12 9-16,15-5 16,7-3-1,5-2-15,3-1 16,-1-1-16,1-2 15,-2 1-15,-6 0 16,-3 1-16,-4 0 16,-5 2-16,-4 0 15,-6 0-15,-12 1 16,15-2-16,-15 2 16,0 0-1,0 0-15,0 0 16,0 0-16,2-13 15</inkml:trace>
  <inkml:trace contextRef="#ctx0" brushRef="#br2" timeOffset="-200799.49">15183 3461 0,'0'0'0,"-4"0"0,4 0 16,-23 0-16,-9 0 15,-11 0-15,-4 0 16,0 1-16,3 3 16,2 2-16,4 4 15,4 2-15,0 2 16,-1 6-16,-2 6 16,-2 5-1,-1 7-15,-2 8 16,0 9-16,2 3 15,1 8-15,4 2 16,2 2-16,8 2 16,1 2-16,8-3 15,13 2-15,4-8 16,37 43 0,2-18-1,23 2 1,-2-27-16,-12-33 15,17-3-15,-9-2 16,3-7-16,16-7 16,-5-7-16,0-16 15,7-8-15,-19-2 16,1-8-16,0-12 16,-7-13-16,3-6 15,-7-14-15,-5 1 16,-7-3-1,-6-7-15,-2 6 16,-7-9-16,-12 4 16,-6 2-16,-10 0 15,-8 6-15,-5 2 16,-6 3-16,-2 10 16,-9 1-16,-10 1 15,-16 1 1,-33-1-16,-35-6 15</inkml:trace>
  <inkml:trace contextRef="#ctx0" brushRef="#br2" timeOffset="-193415.21">3348 7542 0,'0'0'0,"0"0"0,0 0 16,0 0-16,1 3 16,-1-3-16,0 0 15,3 7-15,-3-7 16,0 0-16,10 10 16,-10-10-1,17 11-15,-4-4 16,5-1-16,2 0 15,0 1-15,1-2 16,0-2-16,0 1 16,4-1-16,3 0 15,2 1-15,1-1 16,-4 0-16,-2-1 16,1 0-1,5 0-15,1 2 16,0-2-16,-3-1 15,-3 1-15,0 2 16,-2 0-16,5 2 16,0-1-16,0 1 15,0 0-15,-4-1 16,-1-1 0,-2 1-16,0-1 15,0 0-15,-1 0 16,-1 0-16,0 0 15,-1-1-15,-3 0 16,1 1-16,-3-2 16,0 1-16,-1 0 15,2-1-15,-2 0 16,1 0 0,-1-1-16,-3-1 15,-10 0-15,17 0 16,-17 0-16,11 0 15,-11 0-15,0 0 16,0 0-16,0 0 16,10-2-16,-10 2 15,0 0-15,0 0 16,0 0-16,0 0 16,0 0-1,0 0-15,0 0 16,-10-7-16,10 7 15,0 0-15,-14-7 16,14 7-16,0 0 16,-13-6-16,13 6 15,0 0-15,-13-6 16,13 6-16,-13-8 16,13 8-1,-17-9-15,17 9 16,-15-9-16,15 9 15,-14-7-15,14 7 16,-12-6-16,12 6 16,-15-9-16,3 3 15,-3-3-15,-4 0 16,1-1-16,2 1 16,-3 0-16,0-2 15,-2 1 1,0-1-16,0 0 15,1 2-15,1 3 16,3 1-16,2 1 16,2 3-16,12 1 15,-14-2-15,14 2 16,0 0-16,0 0 16,-10 0-1,10 0-15,0 0 16,0 0-16,15 11 15,5 2-15,6 2 16,3 1-16,-1-3 16,3 2-16,2 0 15,-3-1-15,-3-2 16,-7-3-16,-3-2 16,0 1-16,-5 1 15,0-1 1,-5-1-16,-7-7 15,10 10-15,-10-10 16,6 7-16,-6-7 16,2 7-16,-2-7 15,0 7-15,0-7 16,-2 6-16,2-6 16,0 0-1,-3 9-15,-6-3 16,-11 10-16</inkml:trace>
  <inkml:trace contextRef="#ctx0" brushRef="#br2" timeOffset="-182765.93">4045 6185 0,'0'0'0,"0"0"0,0 0 0,-3-3 15,3 3-15,-12-10 16,2 0-16,-4-2 16,-5-2-16,-6 1 15,-4 2-15,-6 3 16,0 3-1,-1 3-15,-4 4 16,-4 3-16,-2 1 16,-2 4-16,1 2 15,2 1-15,1 1 16,6-1-16,5-1 16,0 2-16,3 1 15,0 2-15,2 3 16,2 5-16,5 2 15,2 1 1,0 5-16,2 6 16,2 2-16,2 2 15,4 0-15,3 1 16,3 1-16,3 1 16,6 2-16,1-2 15,2-2-15,2 3 16,0-1-1,2-5-15,2 3 0,2 1 16,3 3 0,1 2-16,0-7 15,3-3-15,-1-1 16,4 2-16,0 1 16,2-1-16,4-7 15,3-6-15,-1 0 16,4 1-16,-3-2 15,5 4 1,-3-4-16,-4-6 16,27 4-1,3-14 1,11-9-16,-5-5 16,-23-4-16,3-5 15,-10-7-15,-6-9 16,6-10-16,-2-2 15,-4-2 1,0-9-16,-12-3 16,-4-16-16,-2 5 15,-5-2-15,-1-4 16,-4 6-16,-3 0 16,-4-18-16,-5 13 15,0 7-15,-3 3 16,-4 12-16,-2-3 15,-7 3-15,-1 7 16,-3 4-16,-7 5 16,-1 4-1,-2 2-15,-4 4 16,-3 4-16,0 3 16,1 2-16,0 2 15,2 3-15,1 1 16,4 4-16,2 1 15,2 1 1,3 1-16,3 0 16,3 0-16,0 2 15,3 2-15,2 0 16,2 1-16,3-1 16,12-4-16,-15 7 15,15-7-15,0 0 16,-12 6-16,12-6 15,0 0 1,0 0-16,-4 7 16,4-7-16,0 0 15,0 0-15,0 0 16,0 0-16,-2 6 16,2-6-16,0 0 15,0 0-15,0 0 16,0 0-16,0 0 15,0 0 1</inkml:trace>
  <inkml:trace contextRef="#ctx0" brushRef="#br2" timeOffset="-181682.49">3156 7655 0,'0'0'0,"0"0"0,0 0 0,0 0 15,0 0-15,6 0 16,15 0-16,19-2 16,9-3-1,4-2-15,7-2 16,2-1-16,7 0 16,-3 0-16,4-1 15,-1 1-15,-3 0 16,2 1-16,-3 2 15,-6 1-15,-4 2 16,-6 1-16,-6 1 16,-5 2-16,-7 2 15,-6-1 1,-8 0-16,-4 0 16,-13-1-16,12 0 15,-12 0-15,0 0 16</inkml:trace>
  <inkml:trace contextRef="#ctx0" brushRef="#br2" timeOffset="-181432.89">3534 7681 0,'0'0'0,"0"0"16,2 1-16,-2-1 16,27 12-1,12-6-15,13-7 16,9-9-16,0-5 16,1-10-16,-2-17 15</inkml:trace>
  <inkml:trace contextRef="#ctx0" brushRef="#br2" timeOffset="-180764.88">2965 3476 0,'0'0'0,"0"0"0,0 0 16,0 0-16,0 0 15,0 0-15,0 0 16,0 0-16,3 2 16,-3-2-16,29 13 15,3-4 1,10-4-16,7-2 16,11-1-16,7-1 15,11-2-15,2 1 16,6 0-16,-1 0 15,-4 4-15,1 1 16,-10 1-16,-2 0 16,-6-2-16,-7 2 15,-8-3 1,-7 0-16,-8-1 16,-3-2-16,-6-1 15,-5-1-15,-7 0 16,-13 2-16,13-3 15,-13 3-15,0 0 16,0 0-16,-21-18 16</inkml:trace>
  <inkml:trace contextRef="#ctx0" brushRef="#br2" timeOffset="-179782.88">2910 3434 0,'0'0'0,"0"0"16,0 0-16,0 0 15,0 0-15,2 2 16,-2-2-16,24 14 15,7 1-15,14-3 16,6-3-16,12-4 16,2-1-16,12-3 15,7-2 1,-4-1-16,8-1 16,-8 2-16,1 0 15,-7 0-15,-3 2 16,-2 1-16,-5 0 15,-7 2-15,-7-2 16,-4 1-16,-6-2 16,-5 1-16,-7-1 15,-8-1-15,-5 1 16,-5 1 0,-10-2-16,13 1 15,-13-1-15,0 0 16,0 0-16,11 3 15,-11-3-15,0 0 16,0 0-16,0 0 16,0 0-16,0 0 15,0 0 1,0 0-16,0 0 16,0 0-16,0 0 15,0 0-15,0 0 16,0 6-16,0-6 15,0 0-15,0 0 16,0 0-16,0 0 16,0 0-16,-4 7 15,4-7-15,0 0 16,0 0 0,0 0-16,0 7 15,0-7-15,0 0 16,0 0-16,0 0 15,0 0-15,0 0 16,0 0-16,6 7 16,-6-7-16,0 0 15,0 0-15,0 0 16,0 0 0,0 0-16,4 6 15,-4-6-15,0 0 16,0 0-16,0 8 15,0-8-15,0 0 16,0 0-16,0 0 16,0 0-16,0 0 15,0 0-15,0 0 16,0 0 0,0 0-16,0 0 15,0 0-15,0 0 16,-9-9-16,5-2 15,0-7-15</inkml:trace>
  <inkml:trace contextRef="#ctx0" brushRef="#br2" timeOffset="-178365.7">14081 4620 0,'-1'-2'0,"1"2"15,0 0-15,0 0 0,-1-7 16,1 7-1,0 0-15,0 0 16,18 2-16,3 1 16,11 0-16,13-1 15,3-2-15,5-1 16,8-1-16,3-3 16,8 0-16,5 0 15,0 0 1,-2 0-16,3 2 15,-3 2-15,2 2 16,-6 1-16,-5-1 16,-5 1-16,-9 0 15,-7-2-15,-11 2 16,-7-1-16,-6 0 16,-5-1-16,-3 1 15,-4 0 1,-9-1-16,14 2 15,-14-2-15,0 0 16,0 0-16,0 0 16,0 0-16,0 0 15,-14-5-15</inkml:trace>
  <inkml:trace contextRef="#ctx0" brushRef="#br2" timeOffset="-177916.12">14071 4594 0,'2'2'0,"-2"-2"0,7 6 15,1 2-15,12 4 16,24 3-16,22 3 16,9-9-16,10-2 15,-1-6-15,6-3 16,1-2-16,-3-3 16,1-1-1,2 0-15,-1-1 16,-5 3-16,1 0 15,-8 3-15,-3 3 16,-7 3-16,-11 0 16,-10 2-16,-10-3 15,-5 0-15,-9-1 16,-8 1-16,-15-2 16,13 0-1,-13 0-15,0 0 16,0 0-16,-33 0 15,-47-5-15</inkml:trace>
  <inkml:trace contextRef="#ctx0" brushRef="#br2" timeOffset="-177015.7">14384 4684 0,'0'0'0,"0"0"0,0 0 16,0 0-16,0 0 16,0 0-16,0 0 15,3 0-15,-3 0 16,23 0-16,15 0 16,21 0-16,11-3 15,4 0-15,7-3 16,4-2-1,3 1-15,0-1 16,-6 2-16,-4 2 16,-8 4-16,-8 3 15,-6 1-15,-9 2 16,-8-1-16,-11-1 16,-10-1-16,-6 0 15,-12-3-15,14 5 16,-14-5-1,0 0-15,10 7 16,-10-7-16,0 0 16,4 8-16,-4-8 15,0 7-15,0-7 16,-1 10-16,1-10 16,0 0-16,-2 8 15,2-8 1,0 0-16,-3 7 15,3-7-15,0 0 16,0 0-16,0 0 16,-5 6-16,5-6 15,0 0-15,0 0 16,0 0-16,0 0 16,0 0-16,-5 7 15,5-7-15,0 0 16,0 0-1,0 0-15,0 0 16,0 0-16,-5 6 16,5-6-16,0 0 15,0 0-15,0 0 16,0 0-16,0 0 16,0 0-16,-6 7 15,6-7-15,0 0 16,0 0-1,0 0-15,0 0 16,0 0-16,0 0 16,-2 7-16,2-7 15,0 0-15,0 0 16,0 0-16,0 0 16,-2-7-16,2 7 15,-2-15-15,2 6 16,-1-1-1,0 1-15,-1-2 16,-26-8-16</inkml:trace>
  <inkml:trace contextRef="#ctx0" brushRef="#br2" timeOffset="-176165.78">11197 7522 0,'0'0'0,"0"0"16,0 0-16,0 0 16,-3 2-16,3-2 15,0 0-15,0 0 16,-3 8-16,3-8 15,1 6 1,-1-6-16,9 8 16,2-1-16,9 2 15,6-1-15,8-2 16,9-1-16,5-3 16,6-1-16,0-2 15,5 0-15,-2-2 16,4-1-16,-6 2 15,-5-1 1,-4-1-16,-4 1 16,-2 0-16,-5-1 15,-8 1-15,-7 2 16,-8 0-16,-12 1 16,12 0-16,-12 0 15,0 0-15,0 0 16,0 0-16,0 0 15</inkml:trace>
  <inkml:trace contextRef="#ctx0" brushRef="#br2" timeOffset="-175548.68">11045 3326 0,'0'0'0,"0"0"0,0 0 16,0 0 0,0 0-16,0 0 15,6-1-15,13 1 16,19 0-16,16-1 16,4-6-16,9-2 15,14-4-15,16-3 16,12-2-16,10-2 15,-3 4 1,-3 7-16,-1 5 16,-17 3-16,-5 2 15,-14 0-15,-12 2 16,-10-1-16,-9 1 16,-8 1-16,-8 0 15,-12 4-15,-8 3 16</inkml:trace>
  <inkml:trace contextRef="#ctx0" brushRef="#br2" timeOffset="-174549.48">10982 8052 0,'0'0'0,"0"0"0,0 0 0,4 1 15,9 2-15,16 2 16,16-4-16,11-2 16,6-1-1,5-1-15,9-1 16,-3 2-16,8-2 16,5 3-16,-7 6 15,5 2-15,-10 2 16,0 1-16,-12-3 15,-12 0-15,-4-1 16,-12-1-16,-10 0 16,-7-3-1,-17-2-15,15 4 16,-15-4-16,0 0 16,11 5-16,-11-5 15,0 0-15,1 6 16,-1-6-16,0 0 15,0 0-15,0 8 16,0-8 0,0 0-16,0 0 15,-1 7-15,1-7 16,0 0-16,0 0 16,0 0-16,0 0 15,0 0-15,-7 7 16,7-7-16,0 0 15,0 0-15,0 0 16,0 0 0,0 0-16,0 0 15,0 0-15,0 0 16,0 0-16,0 0 16,0 0-16,0 0 15,0 0-15,0 0 16,0 0-16,0 0 15,0 0-15,0 0 16,0 0 0,0 0-16,-11 4 15,11-4-15,0 0 16,0 0-16,-4-7 16,1 0-16,-1-4 15,0-2-15</inkml:trace>
  <inkml:trace contextRef="#ctx0" brushRef="#br2" timeOffset="-164883.27">13277 1411 0,'0'0'0,"0"0"0,0 0 0,0 0 16,0 2-16,-1 5 15,0 10-15,-1-2 16,1 3-16,-1-2 16,2 5-1,-1 8-15,1-3 16,1 0-16,-1-5 16,1 8-16,0 0 15,0 7-15,-1-9 16,2-7-16,-1 0 15,1 3-15,1-1 16,2-5 0,-1-6-16,0-5 15,-4-6-15,9 9 16,5-11-16,19-7 16,40-14-16,26-28 15,11-1-15,7-22 16,-8 0-16,7-1 15,0 4-15,7 10 16,2 4-16,-12 6 16,-11 6-1,-19 11-15,-19 9 16,-14 6-16,-14 7 16,-8 6-16,-8 3 15,-7 3-15,-3 2 16,-10-2-16,12 5 15,-12-5-15,8 9 16,-8-9-16,3 13 16,-2-7-1,-1 1-15,0-7 16,-2 11-16,2-11 16,-3 8-16,3-8 15,-3 7-15,3-7 16,0 0-16,-5 8 15,5-8-15,0 0 16,-4 8-16,4-8 16,0 0-1,-5 8-15,5-8 16,0 0-16,-4 7 16,4-7-16,0 0 15,0 0-15,-7 8 16,7-8-16,0 0 15,0 0-15,-1 7 16,1-7-16,0 0 16,-2 8-16,2-8 15,0 0 1,-2 7-16,2-7 16,0 0-16,0 0 15,0 7-15,0-7 16,0 0-16,0 0 15,0 7-15,0-7 16,0 6-16,0-6 16,1 10-16,-1-10 15,2 8-15,-2-8 16,0 0 0,2 9-16,-2-9 15,2 6-15,-2-6 16,0 0-16,2 9 15,-2-9-15,0 0 16,1 7-16,-1-7 16,0 0-1,0 0-15,1 7 16,-1-7-16,0 0 16,2 7-16,-2-7 15,0 0-15,0 7 16,0-7-16,0 0 15,0 0-15,0 0 16,0 6-16,0-6 16,0 0-16,0 0 15,0 0-15,0 0 16,0 0 0,0 0-16,0 0 15,0 0-15,0 0 16,0 0-16,0 0 15,0 0-15,0 0 16,0 0-16,0 0 16,0 0-16,0 0 15,0 0 1,0 0-16,0 0 16,0 0-16,0 0 15,0 0-15,0 0 16,0 0-16,0 0 15,0 0-15,0 0 16,0 0-16,0 0 16,10 5-16,-10-5 15,0 0 1,0 0-16,0 0 16,0 0-16,0 0 15,0 0-15,0 0 16,0 0-16,0 0 15,0 0-15,0 0 16,0 0-16,0 0 16,0 0-1,0 0-15,0 0 16,0 0-16,0 0 16,0 0-16,0 0 15,0 0-15,0 0 16,0 0-16,0 0 15,0 0-15,0 0 16,0 0-16,0 0 16,0 0-1,0 0-15,0 0 16,0 0-16,0 0 16,0 0-16,0 0 15,0 0-15,0 0 16,0 0-16,0 0 15,0 0-15,0 0 16,0 0-16,0 0 16,0 0-16,0 0 15,0 0 1,0 0-16,0 0 16,10 5-16,-10-5 15,0 0-15,0 0 16,0 0-16,0 0 15,0 0-15,0 0 16,0 0-16,0 0 16,0 0-16,0 0 15,0 0-15,0 0 16,0 0 0,0 0-16,0 0 15,0 0-15,0 0 16,0 0-16,0 0 15,0 0-15,0 0 16,0 0-16,0 0 16,0 0-16,0 0 15,10 5-15,-10-5 16,0 0 0,0 0-16,0 0 15,0 0-15,6-12 16,-2-2-16,4-10 15,0-4-15,-1-3 16,-2 2-16,-2 1 16</inkml:trace>
  <inkml:trace contextRef="#ctx0" brushRef="#br2" timeOffset="-163115.83">13937 1522 0,'0'0'0,"0"2"0,0-2 0,2 11 15,2 5-15,-2 5 16,-1 5 0,-3 6-16,1-2 15,-1 1-15,0 6 16,1-1-16,0 5 15,1 7-15,2 10 16,7 0-16,0 2 16,5 7-16,1-5 15,0-1-15,7 8 16,-3-12-16,5-2 16,2-6-1,2-4-15,4 4 16,-1-9-16,1-2 15,0-9-15,8-5 16,2 2-16,0-3 16,2-2-16,0-2 15,1-3-15,1-6 16,-4-4-16,4-3 16,1-4-16,7-4 15,4-8 1,2-12-16,1-6 15,2-6-15,-2-5 16,-4 0-16,-5-2 16,-5 1-16,-7 0 15,-1-5-15,-8 4 16,-5-4-16,-3 2 16,-2 1-16,-3 1 15,0 1 1,0-2-16,-3 0 15,-1-2-15,-2 2 16,-2 2-16,-3 4 16,0-2-16,-4 8 15,0 1-15,-3 1 16,0 3-16,-1 2 16,0 3-1,0 4-15,1 2 0,-1 0 16,-1 3-1,0 1-15,0 2 16,-1 1-16,1 1 16,0 0-16,-1-1 15,1 2-15,0 1 16,0-1-16,1 2 16,1 6-16,-3-11 15,3 11 1,-4-9-16,4 9 15,-2-6-15,2 6 16,0 0-16,0 0 16,-2-7-16,2 7 15,0 0-15,0 0 16,0 0-16,0 0 16,0 0-16,0 0 15,0 0 1,0 0-16,0 0 15,0 0-15,0 0 16,0-7-16,0 7 16,0 0-16,0 0 15,0 0-15</inkml:trace>
  <inkml:trace contextRef="#ctx0" brushRef="#br2" timeOffset="-159732.96">13397 1279 0,'0'0'0,"0"0"0,0-1 16,0 1-16,0 0 15,0 0-15,0 0 16,3 10 0,0 2-16,5 10 15,4 3-15,7 12 16,2 4-16,7 14 16,9 18-16,-1-1 15,12 22-15,-2-1 16,13 25-16,0 3 15,-2-8-15,6 14 16,-8-10 0,-4-12-16,3 8 15,-10-20-15,1 6 16,-10-8-16,-4-12 16,-7-7-16,-1-3 15,-5-11-15,-2-7 16,-3-6-16,-1-7 15,1-2-15,1-8 16,0-4 0,0-6-16,0-5 15,4-2-15,3-3 16</inkml:trace>
  <inkml:trace contextRef="#ctx0" brushRef="#br2" timeOffset="-158832.99">13535 2695 0,'0'-3'0,"0"3"0,13-8 16,28 6-16,38 8 15,21 13-15,16 6 16,13 2-16,8 3 16,-3-5-1,7-11-15,-13-2 16,4 1-16,-11-1 16,3-1-16,-14-2 15,-3-2-15,-11-3 16,-11 0-16,-12-2 15,-17-1-15,-13 0 16,-11 0-16,-8-1 16,-7 0-1,-17 0-15,12 0 16,-12 0-16,-11-1 16</inkml:trace>
  <inkml:trace contextRef="#ctx0" brushRef="#br2" timeOffset="-158299.71">14390 3187 0,'0'0'0,"0"0"16,0 0-16,4-3 15,10-7-15,16-17 16,14-10-16,9-10 16,6-7-1,4-5-15,2-8 16,2-7-16,-2-8 16,-6 4-16,2-9 15,-13 9-15,2-5 16,-2 0-16,-4 3 15,3-7-15,-4 9 16,-3 3-16,-1 4 16,-2 10-1,-2 11-15,-8 13 16,-7 13-16,-8 9 16,-5 7-16,-7 8 15,0 0-15,0 0 16</inkml:trace>
  <inkml:trace contextRef="#ctx0" brushRef="#br2" timeOffset="-152915.36">13744 5584 0,'0'0'0,"0"5"0,0 1 16,-1 9-16,-2 9 15,0 3 1,-3 2-16,-1 11 16,-5-3-16,1-4 15,-1 5-15,0-10 16,0 2-16,1-3 16,4-7-16,2-3 15,4-8-15,1-9 16,3 8-1,7-8-15,8-6 16,11-9-16,1-8 16,2-18-16,-6 11 15,-1-1-15,-4 6 16,-4 5-16,-4 3 16,-4 7-16,-1 4 15,-8 6-15,11-7 16,-11 7-16,12 7 15,-5 6 1,2 9-16,-2 5 16,-4 0-16,2 1 15,-3-5-15,1-5 16,-1-2-16,0-2 16,3-5-16,11-4 15,3-8-15,8-4 16,-4-2-1,5-10-15,3-12 16,-3-5-16,-4-1 16,-9 9-16,0-1 15,-4-2-15,-3 3 16,-3 7-16,-2 9 16,-1 4-16,-2 8 15,0 0-15</inkml:trace>
  <inkml:trace contextRef="#ctx0" brushRef="#br2" timeOffset="-146015.97">7867 1922 0,'0'0'0,"0"0"0,0 0 0,3 1 15,9 6-15,18 5 16,16 2-16,16-3 16,10-1-16,9-5 15,9-4 1,3-2-16,6-2 0,3-4 15,0-2 1,3-2-16,-3-5 16,-3 0-16,0-3 15,-2-1-15,-5 0 16,-2-6-16,-4-1 16,-2-4-16,-4-2 15,-4-2-15,-6-2 16,-3-6-16,-6-3 15,-3-2 1,-6 1-16,-4-2 16,-7 3-16,-7-1 15,-6 0-15,-10-1 16,-6-5-16,-9-3 16,-7-4-16,-10-2 15,-4-2-15,-11-4 16,-4 8-16,-5-2 15,-9 2-15,-3 2 16,-7-6 0,-1 5-16,-1 2 15,-2 1-15,-2 2 16,-9 1-16,-10 4 16,-5 3-16,-4 2 15,-1 4-15,-1 5 16,-8 4-16,2 10 15,-9 6 1,4 5-16,0 6 16,4 6-16,1 6 15,5 6-15,8 3 16,-1 5-16,10 3 16,1 5-16,7 3 15,4 7-15,-1 8 16,4 3-16,0 6 15,9 0 1,0 1-16,7 1 16,3 5-16,8 4 15,7-1-15,6 3 16,8-5-16,6-1 16,6 1-16,9-2 15,5-5-15,7-3 16,10-1-1,6-2-15,8-3 16,9-8-16,9-2 16,12-7-16,10-7 15,5-3-15,2-6 16,-3-5-16,-1-1 16,-6-5-16,-5-4 15,-5-1-15,-6-3 16,-4 0-1,-5-1-15,1-4 16,-1-4-16</inkml:trace>
  <inkml:trace contextRef="#ctx0" brushRef="#br2" timeOffset="-141449.6">9407 2613 0,'0'0'0,"0"0"0,0 0 16,0 4-16,1 4 16,0 10-16,1 8 15,0 5-15,1 4 16,0 3-16,0 1 15,1 6-15,-2 6 16,-4 9-16,-5 7 16,-4 5-16,-5 1 15,-4 11-15,-1-4 16,-2 0 0,2-10-16,3-10 15,2-3-15,2-8 16,2-3-16,4-5 15,4-5-15,3-6 16,1-9-16,0-7 16,1-6-16,-1-8 15,2 6-15,-2-6 16,0 0 0,14-17-16,11-27 15,6-20-15,-3-4 16,-4 1-16,-5-10 15,-2-2-15,-2-4 16,-4-2-16,-1 6 16,-3 7-16,-5 4 15,-2 10 1,-1 3-16,0 10 16,-4 6-16,0 8 15,1 10-15,1 6 16,1 7-16,2 8 15,0 0-15,0 0 16,0 0-16,0 0 16,0 0-16,-13 29 15,3 15-15,1 16 16,0 19 0,2 8-16,-3 9 0,-1 8 15,-2 2 1,-1-4-16,-1-11 15,2-7-15,4-14 16,-1-9-16,3-13 16,3-15-16,1-11 15,2-10-15,0-4 16,1-8 0,-1 6-16,1-6 15,0 0-15,0 0 16,2-10-16,2-22 15,7-32-15,1-8 16,1-5-16,0-4 16,1-4-16,0-4 15,-1 3-15,0 2 16,-3 14-16,-2 12 16,-1 16-16,-3 13 15,0 12 1,-3 6-16,-1 11 15,1-6-15,-1 6 16,0 0-16,-10 27 16,-9 22-16,-9 17 15,-6 7-15,-4 11 16,0-1-16,-1 10 16,13 9-16</inkml:trace>
  <inkml:trace contextRef="#ctx0" brushRef="#br2" timeOffset="-133615.84">7985 7206 0,'0'0'0,"0"0"0,2 3 0,-2-3 15,15 16-15,3 3 16,5 6-16,4 6 16,4 3-16,2 3 15,2 2 1,2 3-16,1 2 16,2 1-16,3 2 15,1 3-15,1-1 16,-1 0-16,2 1 15,0-2-15,-1-2 16,-2-3-16,-1-4 16,0 0-16,-2-4 15,0 1 1,-4-2-16,-2-4 16,1 1-16,-3-1 15,1-2-15,-2-2 16,-2-2-16,-1-2 15,-2-2-15,-2-3 16,-3-3-16,-1-2 16,-6-4-16,-3-1 15,-11-7-15,15 6 16,-15-6-16,0 0 16,11 3-1,-11-3-15,0 0 16,0 0-16,0 0 15,0 0-15,0 0 16,0 0-16,0 0 16,10-6-16,-10 6 15,0 0-15,4-6 16,0-4 0,6-10-16,4-7 15,-1-2-15,1-4 16,2-5-16,2-3 15,3-6-15,-1 1 16,1-3-16,1 0 16,-2 2-16,0 1 15,1 2-15,1-2 16,1 0-16,0 2 16,0 1-1,-4 5-15,0-1 16,0 0-16,1 1 15,-2 2-15,-1 2 16,0-1-16,0 0 16,1-1-16,0 1 15,0 1-15,-1 3 16,0 0-16,-1 2 16,0 0-16,-1 2 15,-1 1 1,0 1-16,-2 3 15,0 2-15,-2 4 16,-2 3-16,-1 1 16,-1 2-16,-1 1 15,1 1-15,-3 1 16,-3 7-16,6-8 16,-6 8-16,0 0 15,0 0 1,0 0-16,5-7 15,-5 7-15,0 0 16,0 0-16,0 0 16,0 0-16,0 0 15,0 0-15,0 0 16,0 0-16,0 0 16,0 0-1,0 0-15,4-7 16,-4 7-16,0 0 15,0 0-15,0 0 16,0 0-16,0 0 16,-7-7-16,-3 0 15</inkml:trace>
  <inkml:trace contextRef="#ctx0" brushRef="#br2" timeOffset="-131999.14">7818 8527 0,'0'0'0,"0"0"0,1 2 15,-1-2-15,0 0 16,0 0-16,6 6 16,-6-6-16,13 4 15,2 1-15,4-4 16,4-1-16,2-1 16,1-3-1,3 1-15,1 0 16,0-2-16,-2 1 15,-2 0-15,1 0 16,2 1-16,0 2 16,1 1-16,0 1 15,-1 2-15,0-1 16,2 2-16,1-1 16,2 0-16,-1 0 15,0-1 1,-2-2-16,2-2 15,1-1-15,-2 0 16,-2 0-16,-1-1 16,-2 2-16,-1-1 15,1 2-15,1-3 16,-2 2-16,0 0 16,-2 0-16,-2 1 15,2-1 1,0 0-16,2 1 15,0-1-15,-1 0 16,-1 1-16,-3-1 16,-1 0-16,0 1 15,-1-1-15,3 0 16,1 1-16,-1-1 16,0 1-16,-1-1 15,-2 0 1,1 1-16,2-1 15,3 0-15,2 1 16,0-2-16,1 0 16,-1 0-16,0 1 15,1-1-15,1 0 16,0-1-16,-1 1 16,0 0-16,0 0 15,-1-1 1,1 1-16,3 0 15,1 0-15,-2 0 16,-2-1-16,1 1 16,1 0-16,1 1 15,-1-1-15,-1 3 16,-4-1-16,0 0 16,-1 0-16,-1 0 15,0 1 1,1 0-16,-2 0 15,0 0-15,-3 1 16,-2 0-16,0 0 16,-3 0-16,2-1 15,-1 1-15,0 1 16,1-2-16,1 1 16,1 0-16,-1-1 15,1 0-15,-1-1 16,-1 0-1,2-1-15,-1 1 16,2-2-16,1 1 16,2 0-16,0-1 15,3-1-15,-2 2 16,0-2-16,-2 0 16,0 1-16,0-1 15,0 0 1,2-1-16,-3 2 15,2-1-15,-2 0 16,-2 0-16,-3 1 16,-3 1-16,0 1 15,-12 1-15,16-3 16,-16 3-16,11-1 16,-11 1-16,0 0 15,10-3 1,-10 3-16,0 0 15,0 0-15,0 0 16,0 0-16,0 0 16,5-9-16,1-12 15</inkml:trace>
  <inkml:trace contextRef="#ctx0" brushRef="#br2" timeOffset="-129116.87">9237 8515 0,'0'0'0,"0"0"0,0 0 16,0 0-16,0 0 16,-2 4-16,1 3 15,-2 2-15,2 1 16,-1-1-16,2 0 15,1-1 1,1-1-16,-2-7 16,5 9-16,-5-9 15,0 0-15,11 3 16,-7-9-16,3-5 16,-2-4-16,-4-4 15,-1 2-15,-4-1 16,-2 1-16,-1 0 15,-3 3 1,-1 1-16,2 4 16,1 3-16,8 6 15,-12-5-15,12 5 16,-16 20-16,7 9 16,4 8-16,5 7 15,5-4-15,4-4 16,2-5-16,0-9 15,0-3 1,-1-6-16,1-7 16,0-4-16,4-8 15,2-10-15,3-6 16,0-12-16,-4-2 16,-5-4-16,-5 1 15,-5 4-15,-4 5 16,-1 6-16,-2 4 15,-1 4-15,0 6 16,2 2 0,5 8-16,-12-8 15,0 14-15,-8 14 16,-5 17-16,6 10 16,8 1-16,6-4 15,7-4-15,3-6 16,3-6-16,3-5 15,-1-7 1,2-7-16,0-3 16,0-7-16,2-7 15,0-11-15,0-5 16,-5-6-16,-7-3 16,-5-1-16,-7-2 15,-4 2-15,-3 3 16,-2 5-16,0 4 15,2 6 1,3 5-16,4 3 16,10 8-16,-13-6 15,13 6-15,-15 20 16,3 10-16,7 10 16,8 0-16,5-2 15,4-5-15,4-6 16,-1-8-1,0-5-15,0-5 16,-1-6-16,3-6 16,3-10-16,0-9 15,0-10-15,-7-6 16,-6-3-16,-6 0 16,-5 3-16,-5 4 15,-3 3-15,-3 6 16,1 4-16,2 7 15,1 5-15,1 3 16,-6 9 0,-8 10-16,-4 16 15,3 11-15,8 2 16,6-1-16,7-3 16,6-3-16,5-6 15,3-7-15,3-5 16,1-5-16,3-7 15,3-9-15,1-5 16,0-8 0,-2-6-16,-2-8 15,-5-4-15,-3-2 16,-5 3-16,-5 2 16,-5 3-16,-1 2 15,-2 5-15,2 8 16,1 5-16,1 2 15,5 7-15,0 0 16,-16 1 0,2 20-16,-2 17 15,4 5-15,10-2 16,5-3-16,5-1 16,3-7-16,2-6 15,0-6-15,3-5 16,-1-3-16,1-5 15,0-5-15,0-7 16,1-10 0,0-8-16,-5-7 15,-4-6-15,-8-1 16,-4-3-16,-6 0 16,-7 2-16,-2 6 15,-1 5-15,2 7 16,4 7-16,3 5 15,3 4-15,8 6 16,-10-7-16,10 7 16,-12 5-1,1 8-15,0 9 16,7 6-16,4 2 16,4 0-16,5-3 15,1-5-15,1-7 16,2-3-16,-1-4 15,-1-2-15,-11-6 16,15 5 0,-15-5-16,0 0 15,12-12-15,-12-2 16,-5-6-16,-6-4 16,-3-2-16,-4 1 15,1 6-15,-2 2 16,3 6-16,4 3 15,1 5-15,2 3 16,-4 7-16,-3 13 16,-1 10-1,7 9-15,4 1 16,5-1-16,4-4 16,3-7-16,1-5 15,-1-6-15,0-6 16,0-5-16,-6-6 15,17 0-15,-5-12 16,1-5-16,-2-8 16,-4-6-1,-3 4-15,-2 0 16,-4 4-16,-3 5 16,0 4-16,-2 4 15,-3 3-15,-7 5 16,-3 8-16,-6 9 15,4 5-15,2 5 16,-1 12 15</inkml:trace>
  <inkml:trace contextRef="#ctx0" brushRef="#br2" timeOffset="-125033.16">8594 8089 0,'0'0'0,"0"0"0,-3 0 0,3 0 15,-17-2-15,3 1 16,-3-1-16,-3 1 16,-1-1-16,-1 0 15,-4 2 1,-2 0-16,0 2 15,3 3-15,1 2 16,3 1-16,-1 3 16,-1 15-1,0 11 1,5 5-16,7 0 16,5-13-16,4-5 15,0-5 1,2-4-16,1-4 15,0-3-15,-1-8 16,1 10-16,-1-10 16,0 0-16,2 6 15,-2-6-15,0 0 16,0 0-16,0 0 16,0 0-16,-13-13 15,2 4 1,0-2-16,-1-1 15,4 2-15,1 3 16,7 7-16,-8-8 16,8 8-16,0 0 15,0 0-15,0 0 16,0 0-16,0 0 16,0 0-16,4 9 15,-4-9 1,9 8-16,-9-8 15,14 6-15</inkml:trace>
  <inkml:trace contextRef="#ctx0" brushRef="#br2" timeOffset="-124083.2">9741 8013 0,'0'0'0,"0"0"15,4-3-15,4-4 16,9-6-16,6 0 16,6 1-16,2 3 15,5 3 1,-1 2-16,1 2 15,-1 3-15,-4 2 16,2 2-16,-5 1 16,-2 0-16,0 2 15,-1-2-15,-2 1 16,-3 0-16,-3-1 16,-2-1-16,-5 0 15,-10-5 1,13 5-16,-13-5 15,0 0-15,0 0 16,0 0-16,0 0 16,0 0-16,0 0 15,-11-12-15,0 1 16,-5-3-16,1 0 16,3 3-16,2 1 15,2 2 1,5 1-16,3 7 15,-5-8-15,5 8 16,6-7-16,-6 7 16,24-8-16,-7 8 15,1 3-15,-2 2 16,-2 1-16,-2 0 16,-12-6-16,15 11 15,-15-11 1,9 11-16,-7-2 15,-5 7-15,-7 7 16,-7 5-16,-2 2 16,-1-5-16,2-2 15,2-6-15,3-5 16,1-3-16</inkml:trace>
  <inkml:trace contextRef="#ctx0" brushRef="#br2" timeOffset="195081.27">6349 901 0,'0'0'0,"-3"-1"0,3 1 0,-16-4 15,-5-2 1,-9-3-16,-6-5 16,-8-4-16,0-1 15,0-1-15,4 2 16,1 0-16,-1 0 16,-4 2-16,-2 3 15,-4 3-15,0 5 16,0 2-1,3 1-15,-4 5 16,1 2-16,1 0 16,-1 3-16,1 0 15,-3 5-15,0 3 16,-4 7-16,0 5 16,1 6-16,-2 7 15,3 4-15,-2 6 16,4 3-1,4 3-15,3 2 16,6 3-16,2 0 16,5 5-16,5-2 15,5-1-15,8 4 16,3-1-16,7-5 16,8 2-16,5-4 15,8 3-15,6-3 16,6-2-16,7-1 15,8-2 1,8-3-16,6-3 16,6-5-16,9-4 15,4-5-15,7-5 16,5-9-16,2-6 16,7-6-16,5-12 15,-4-7-15,5-7 16,-1-11-16,-6-2 15,1-7 1,-6-5-16,-3-10 16,-6-3-16,-4-9 15,-13-3-15,-9 1 16,-7-11-16,-11 1 16,-6-4-16,-13-5 15,-10 5-15,-11-4 16,-11 2-16,-11 0 15,-12 0 1,-9 3-16,-21 6 16,-10 5-16,-13 7 15,-17 10-15,-8 7 16,-14 17-16,-4 12 16,-10 18-16,-6 18 15,5 11-15,-2 15 16,18 10-16,12-1 15</inkml:trace>
  <inkml:trace contextRef="#ctx0" brushRef="#br2" timeOffset="195863.81">7785 1766 0,'0'0'0,"0"0"0,0 0 16,8 4-16,16 10 15,21 12 1,12 5-16,15-5 16,15-3-16,10-7 15,15-6-15,9-5 16,10-8-16,4-2 16,4-2-16,-4-2 15,-3 0-15,-2 1 16,-2 0-16,0 1 15,-7 6-15,1 9 16,-11-1 0,-4 1-16</inkml:trace>
  <inkml:trace contextRef="#ctx0" brushRef="#br2" timeOffset="196830.25">10719 1833 0,'0'0'0,"0"0"15,5 2-15,12 3 16,22 1-16,23 3 15,10-3-15,9-2 16,0-2 0,9-2-16,3-3 15,5-3-15,10-1 16,1-2-16,7-1 16,4-2-16,8 1 15,3-6-15</inkml:trace>
  <inkml:trace contextRef="#ctx0" brushRef="#br2" timeOffset="196964.07">12795 1821 0,'0'0'0,"0"0"16,0 0-16,3 1 16,-3-1-16,0 0 15,11 11-15,-1-2 16,4-1-16,5 0 15,5-8-15</inkml:trace>
  <inkml:trace contextRef="#ctx0" brushRef="#br2" timeOffset="200332.46">5282 2115 0,'0'0'0,"7"0"0,7-1 16,29-3-16,18-4 15,14-2-15</inkml:trace>
  <inkml:trace contextRef="#ctx0" brushRef="#br2" timeOffset="203614.07">5390 747 0,'0'0'0,"0"0"16,0 0-16,0 3 15,0-3-15,0 14 16,0 1-16,0 6 16,2 4-16,2 1 15,1 0-15,1-4 16,1 0-16,1-2 15,3 2-15,5 2 16,3 1-16,8-2 16,8-6-1,12-7-15,12-11 16,11-9-16,8-14 16,7-8-16,4-9 15,2-9-15,-4-3 16,1-1-16,-4 2 15,1-3-15,-3 3 16,1 0-16,-12 6 16,-6 5-1,-10 10-15,-13 7 16,-10 9-16,-11 6 16,-9 4-16,-12 5 15,16-3-15,-16 3 16,0 0-16,11 2 15,-11-2-15,7 7 16,-1 3 0</inkml:trace>
  <inkml:trace contextRef="#ctx0" brushRef="#br2" timeOffset="212597.46">13104 1082 0,'0'0'0,"0"0"0,0 3 0,0-3 16,-4 14-16,1-1 16,0 1-1,0 0-15,1-1 16,1-2-16,1 0 16,1-1-16,1 0 15,1 1-15,-1 0 16,2 0-16,1-1 15,3 1-15,-1-1 16,2 0 0,6-1-16,2-1 15,3-1-15,5-6 16,5-2-16,6-6 16,8-6-16,5-6 15,17-10-15,3-4 16,10-6-16,8-5 15,2-2-15,3-3 16,-1-2-16,1-1 16,-1 3-1,4-5-15,-3 3 16,-2 3-16,-5 4 16,-7 6-16,-7 7 15,-11 4-15,-7 5 16,-9 3-16,-7 5 15,-7 3-15,-9 6 16,-8 1-16,-3 3 16,-10 1-1,11-3-15,-11 3 16,0 0-16,0 0 16,0 0-16,0 0 15,10 3-15,-10-3 16,0 0-16,0 0 15,0 0-15,0 0 16,0 0 0,0 0-16,3 6 15,-3-6-15,0 0 16,0 0-16,0 0 16,0 0-16,0 7 15,0-7-15,0 0 16,0 0-16,0 0 15,0 0-15,0 0 16,0 0-16,0 6 16,0-6-1,0 0-15,0 0 16,0 0-16,0 0 16,0 0-16,0 0 15,0 8-15,0-8 16,0 0-16,0 0 15,-1 7-15,1-7 16,0 0-16,0 0 16,-1 7-1,1-7-15,0 0 16,0 0-16,0 0 16,0 0-16,-1 6 15,1-6-15,0 0 16,0 0-16,0 0 15,0 0-15,0 0 16,0 7-16,0-7 16,0 0-16,0 0 15,0 0 1,0 0-16,0 0 16,0 0-16,0 0 15,0 0-15,0 0 16,0 0-16,0 0 15,0 0-15,0 0 16,0 0-16,0 0 16,0 0-1,0 0-15,0 0 16,0 6-16,0-6 16,0 0-16,0 0 15,0 0-15,0 0 16,0 0-16,0 0 15,0 0-15,0 0 16,0 0-16,0 0 16,0 0-1,0 0-15,0 0 16,0 0-16,0 0 16,0 0-16,0 0 15,0 0-15,0 0 16,0 0-16,0 0 15,0 0-15,0 0 16,0 0-16,0 0 16,0 0-1,0 0-15,0 0 16,0 0-16,0 0 16,0 0-16,0 0 15,0 0-15,0 0 16,0 0-16,0 0 15,0 0-15,0 0 16,0 6 0,0-6-16,0 0 0,0 0 15,0 0 1,0 0-16,0 0 16,1 8-16,-1-8 15,0 0-15,0 0 16,0 0-16,0 0 15,0 0-15,0 0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0:55:22.284"/>
    </inkml:context>
    <inkml:brush xml:id="br0">
      <inkml:brushProperty name="width" value="0.05292" units="cm"/>
      <inkml:brushProperty name="height" value="0.05292" units="cm"/>
      <inkml:brushProperty name="color" value="#EE0000"/>
    </inkml:brush>
  </inkml:definitions>
  <inkml:trace contextRef="#ctx0" brushRef="#br0">15062 1048 0,'0'0'0,"-1"6"0,1-6 0,-3 13 0,-6 26 16,-4 17-16,-1 3 15,1 5 1,2-1-16,1 1 16,2 5-16,2 0 15,0 3-15,2 9 16,3-3-16,0 12 16,2-1-16,1 1 15,2 1 1,1-7-16,2 4 15,1-11-15,1 0 16,2-6-16,-1-10 16,2-2-16,-2-7 15,1-5-15,-1-4 16,0-4-16,0-8 16,0-3-16,-2-5 15,-2-6 1,0-2-16,-2-4 15,-1-3-15,-3-8 16,4 10-16,-4-10 16,0 0-16,0 0 15,0 0-15,0 0 16</inkml:trace>
  <inkml:trace contextRef="#ctx0" brushRef="#br0" timeOffset="1716.91">11291 2173 0,'0'0'0,"0"0"0,0 0 0,0 0 15,0 0 1,0 2-16,0-2 16,0 0-16,0 0 15,0 0-15,18 10 16,0-5-16,12-2 16,12-2-16,6-2 15,7-3-15,3-1 16,6 0-16,6-1 15,4 0 1,3 1-16,2-1 16,2-1-16,2 0 15,-3 0-15,1 1 16,-3-1-16,-1 0 16,0 1-16,-1-1 15,1 4-15,-3 0 16,3 3-16,-2 0 15,5 2 1,-3-2-16,-2 1 16,-2 0-16,-2 0 15,0 0-15,0-2 16,1 0-16,0 0 16,-3 0-16,1 1 15,-2-2-15,2 2 16,2-2-16,-2 2 15,1-1 1,-2 0-16,-5 1 16,-1-1-16,-4 0 15,-2 0-15,-2 0 16,-5 1-16,-5 0 16,-2 0-16,-8 0 15,-6-1-15,-6 0 16,-5 0-16,-5 1 15,-13 0 1,15-2-16,-15 2 16,0 0-16,0 0 15,0 0-15,0 0 16,6-8-16,-6 8 16,0 0-16,-8-8 15,0-1-15,-9-8 16,-9-7-16,-4-3 15,-8-2 1,-3 1-16,-6 1 16,-4-1-16,4 3 15,9 5-15,12 5 16,10 7-16,16 8 16,-19-10-16,2 4 15,-7-2-15,-1 1 16,7 4-16,8 1 15,10 2-15,0 0 16,0 0 0,0 0-16,0 11 15,15 10-15,13 9 16,11 3-16,3-1 16,4-1-16,-3-3 15,-2-4-15,-2-2 16,-4-3-16,-7-4 15,-7-3-15,-6-4 16,-3-2-16,-12-6 16,13 9-1,-13-9-15,8 11 16,-7 1-16,-4 8 16,-11 13-16,-15 13 15,-18 12-15,-21 11 16,-16 8-16,-27 15 15,-34 17-15,-25 5 16,-36 14 0</inkml:trace>
  <inkml:trace contextRef="#ctx0" brushRef="#br0" timeOffset="-95133.17">8752 3867 0,'0'0'0,"0"0"0,0 0 16,0 0-16,0 0 15,-2 1-15,2-1 16,0 0 0,0 0-16,0 0 15,0 0-15,-3 9 16,3-9-16,0 5 15,0-5-15,3 14 16,-2-3-16,1 4 16,0 1-16,1 0 15,-1-2-15,0 0 16,-1-2-16,2-2 16,-2-1-16,1-1 15,-1-1 1,1 0-16,-2-7 15,3 8-15,-3-8 16,3 7-16,-3-7 16,5 7-16,-5-7 15,10 9-15,-10-9 16,17 7-16,-3-4 16,2-4-16,6-3 15,3-3 1,5-5-16,1-1 15,2-3-15,1-1 16,0-2-16,2-1 16,2-2-16,0 0 15,-1 1-15,0-1 16,-1 2-16,0-1 16,-1-1-16,-1 1 15,-1 0 1,-1 2-16,-2 0 15,-4 5-15,-4 1 16,-5 3-16,-4 3 16,-2 1-16,-11 6 15,13-7-15,-13 7 16,0 0-16,11-6 16,-11 6-16,0 0 15,0 0-15,0 0 16,0 0-1,0 0-15,0 0 16,0 0-16,10-2 16,-10 2-16,0 0 15,0 0-15,0 0 16,0 0-16,0 0 16,0 0-16,0 0 15,0 0-15,0 0 16,0 0-1,0 0-15,0 0 16,0 0-16,0 0 16,0 0-16,0 0 15,0 0-15,0 0 16,2 6-16,-2-6 16,0 0-16,0 0 15,0 0 1,0 7-16,0-7 15,0 0-15,0 0 16,0 0-16,0 7 16,0-7-16,0 0 15,0 0-15,0 6 16,0-6-16,0 0 16,0 0-16,0 8 15,0-8 1,0 0-16,0 8 15,0-8-15,0 0 16,-1 10-16,1-10 16,0 7-16,0-7 15,-2 10-15,2-10 16,0 10-16,0-10 16,-1 12-16,0-6 15,1-6-15,0 11 16,0-11-1,0 8-15,0-8 16,0 8-16,0-8 16,0 8-16,0-8 15,0 0-15,0 8 16,0-8-16,0 0 16,0 0-16,0 0 15,0 6-15,0-6 16,0 0-1,0 0-15,0 0 16,0 0-16,0 0 16,0 0-16,0 7 15,0-7-15,0 0 16,0 0-16,0 0 16,0 0-16,0 0 15,0 0-15,0 0 16,0 0-1,0 0-15,0 0 16,0 0-16,0 0 16,0 0-16,0 0 15,0 0-15,0 0 16,0 0-16,0 0 16,0 0-16,0 0 15,0 0-15,0 0 16,0 0-16,0 0 15,0 0-15,0 0 16,0 0 0,0 0-16,0 0 15,0 0-15,0 0 16,0 0-16,0 0 16,0 0-16,0 0 15,0 0-15,0 0 16,0 0-16,0 0 15,0 0 1,0 0-16,0 0 16,0 0-16,0 0 15,0 0-15,0 0 16,0 0-16,0 0 16,0 0-16,0 0 15,0 0-15,0 0 16,0 0-16,0 0 15,0 0 1,0 6-16,0-6 16,0 0-16,0 0 15,0 0-15,0 0 16,0 0-16,0 0 16,0 0-16,0 0 15,0 0-15,0 0 16,0 0-1,0 0-15,0 0 16,0 0-16,0 0 16,0 0-16,0 0 15,0 0-15,0 0 16,0 0-16,0 0 16,0 0-16,0 0 15,0 0-15,0 0 16,0 0-16,0 0 15,0 0 1,0 0-16,0 0 16,0 0-16,0 0 15,0 0-15,0 0 16,0 0-16,0 0 16,0 0-16,0 0 15,0 0-15,0 0 16,0 0-1,0 0-15,0 0 16,0 0-16,0 0 16,0 0-16,0 0 15,0 0-15,0 0 16,0 0-16,0 0 16,0 0-16,0 0 15,0 0-15,0 0 16,0 0-1,0 0-15,0 0 16,0 0-16,0 0 16,0 0-16,0 0 15,0 0-15,0 0 16,0 0-16,0 0 16,0 0-16,0 0 15,0 0-15,0 0 16,0-8-16,0 1 15,0-4 1,0-1-16,0-6 16,0 0-16,0 0 15</inkml:trace>
  <inkml:trace contextRef="#ctx0" brushRef="#br0" timeOffset="-92081.19">10693 2653 0,'0'0'0,"0"0"0,0 0 15,0 0-15,-2 2 16,2-2 0,0 0-16,0 0 15,-2 7-15,2-7 16,0 0-16,0 6 16,0-6-16,0 0 15,0 0-15,0 8 16,0-8-16,1 7 15,1 1 1,0 3-16,0 0 16,2 4-16,-2 1 15,2-1-15,0 0 16,-1-3-16,2 0 16,-1 0-16,-2-2 15,1-1-15,-1-2 16,0 0-16,1 0 15,-1 0-15,1 3 16,-1-2 0,0 1-16,2 2 15,0-2-15,1 0 16,-1-1-16,-4-8 16,9 10-16,-9-10 15,0 0-15,11 8 16,-11-8-16,0 0 15,0 0-15,11 5 16,-11-5-16,0 0 16,17 1-1,-6-1-15,6-3 16,5-6-16,5-3 16,3-6-16,1-3 15,2-4-15,1-1 16,4-3-16,0-1 15,5 0-15,5 0 16,5-2 0,3-1-16,0 0 15,0 3-15,5 2 16,3 4-16,1-2 16,2 2-16,-2-2 15,-7 4-15,-3 2 16,-13 4-16,-10 3 15,-3 2-15,-9 3 16,-5 3-16,-15 5 16,12-3-1,-12 3-15,0 0 16,0 0-16,0 0 16,0 0-16,10 2 15,-10-2-15,0 0 16,0 0-16,0 0 15,0 0-15,0 0 16,4 6-16,-4-6 16,0 0-1,0 0-15,0 0 16,-2 7-16,2-7 16,0 0-16,0 0 15,0 0-15,0 0 16,0 0-16,-2 6 15,2-6-15,0 0 16,0 0 0,0 8-16,0-8 15,0 0-15,0 0 16,0 0-16,0 0 16,0 0-16,0 0 15,7 7-15,-7-7 16,0 0-16,0 0 15,0 6-15,0-6 16,0 0-16,0 0 16,-2 8-1,2-8-15,0 0 16,0 0-16,0 0 16,0 0-16,-1 7 15,1-7-15,0 0 16,0 0-16,0 0 15,0 0-15,0 0 16,0 0-16,0 0 16,0 0-16,0 6 15,0-6 1,0 0-16,0 0 16,0 0-16,0 0 15,0 0-15,0 0 16,0 0-16,0 0 15,0 0-15,0 0 16,0 0-16,0 0 16,0 0-1,0 0-15,0 0 16,0 0-16,-2 6 16,2-6-16,0 0 15,0 0-15,0 0 16,0 0-16,0 0 15,0 0-15,0 0 16,0 0-16,0 0 16,0 0-16,0 0 15,0 0-15,0 0 16,0 0 0,0 0-16,0 0 15,0 0-15,0 0 16,0 0-16,0 0 15,0 0-15,0 0 16,-3 7-16,3-7 16,0 0-16,0 0 15,0 0 1,0 0-16,0 0 16,0 0-16,0 0 15,0 0-15,0 0 16,0 0-16,0 0 15,0 0-15,0 0 16,0 0-16,0 0 16,0 0-16,0 0 15,0 0 1,0 0-16,0 0 16,0 0-16,0 0 15,-4 6-15,4-6 16,0 0-16,0 0 15,0 0-15,0 0 16,0 0-16,0 0 16,0 0-1,0 0-15,0 0 16,0 0-16,0 0 16,0 0-16,0 0 15,0 0-15,0 0 16,0 0-16,0 0 15,0 0-15,0 0 16,0 0-16,0 0 16,0 0-16,0 0 15,0 0 1,0 0-16,0 0 16,0 0-16,0 0 15,0 0-15,0 0 16,0 0-16,0 0 15,0 0-15,0 0 16,0 0-16,0 0 16,0 0-16,0 0 15,0 0 1,0 0-16,0 0 16,0 0-16,0 0 15,0 0-15,0 0 16,0 0-16,0 0 15,0 0-15,0 0 16,0 0-16,0 0 16,0 0-16,0 0 15,0 0 1,0 0-16,0 0 16,0 0-16,0 0 15,0 0-15,1 7 16,-1-7-16,0 0 15,0 0-15,0 0 16,0 0-16,0 0 16,0 0-16,0 0 15,0 0 1,0 0-16,0 0 16,0 0-16,0 0 15,0 0-15,0 0 16,0 0-16,0 0 15,0 0-15,0 0 16,0 0-16,0 0 16,0 0-16,0 0 15,0 0-15,0 0 16,1-10-16,-1 0 16,0 1-1</inkml:trace>
  <inkml:trace contextRef="#ctx0" brushRef="#br0" timeOffset="-41998.48">7461 1141 0,'0'0'0,"0"0"0,0 0 0,0 0 16,0 0-16,0 0 15,-2 4-15,1 7 16,-1 15-16,2 13 16,1 9-1,1 5-15,1 2 16,0 7-16,-1 2 15,0 4-15,0 1 16,1-3-16,-1-1 16,0-2-16,6-7 15,5-5-15,4-2 16,2-5 0,3-3-16,3-6 0,3-4 15,5-5 1,5-8-16,0-4 15,5-5-15,-2-6 16,3-8-16,2-6 16,1-10-16,0-7 15,-4-3-15,-3-5 16,-3 0-16,-2-7 16,-2-1-1,-4-2-15,-1-1 16,-4-1-16,-2-2 15,0-4-15,0-1 16,-1-1-16,1-2 16,-1 3-16,1-5 15,2 2-15,1 0 16,6 3-16,0 6 16,3 2-16,3 4 15,-2 4 1,1 4-16,-2 9 15,-1 8-15,-3 6 16,-4 5-16,-2 5 16,-3 7-16,-2 4 15,-1 7-15,-2 8 16,-2 7-16,-4 5 16,-4 8-1,-3 7-15,-2 5 16,-4 3-16,-4 8 15,-3 2-15,-2 4 16,-1 5-16,-1 0 16,-1-1-16,1 0 15,1-10-15,0-1 16,3-3-16,4-7 16,6-5-1,3-9-15,4-4 16,4-3-16,4-2 15,2-3-15,3-4 16,5-3-16,1-5 16,5-5-16,5-7 15,6-3-15,4-6 16,1-8-16,0-3 16,4-8-16,0-7 15,-2-1-15,2-2 16,-5 2-1,2-5-15,-5-3 16,-3-1-16,0-3 16,-5-2-16,1-4 15,-5-4-15,-2-2 16,-1-4-16,0-1 16,0-6-16,1-4 15,0-1 1,1 0-16,-1 1 15,0-1-15,0 5 16,6 1-16,3 4 16,2 3-16,1 6 15,-3 6-15,-2 7 16,-2 7-16,-3 5 16,-1 3-16,-4 8 15,-1 5-15,-1 6 16,-3 8-1,-2 6-15,-2 2 16,-4 8-16,0 8 16,-3 10-16,-4 8 15,-5 3-15,-3 5 16,-2 1-16,-3 1 16,-2-1-1,0-1-15,-3-1 16,1 0-16,-2-2 15,1 0-15,1-4 16,0 0-16,1-1 16,0-3-16,0-1 15,2 0-15,-1-3 16,0 2-16,1 1 16,5 2-16,2 0 15,2 2-15,1 3 16,0 2-1,2 3-15,-1 2 16,-1-1-16,2 0 16,1-2-16,1 0 15,0-5-15,2-2 16,2-1-16,0-2 16,0-1-16,0-4 15,2-4-15,-2-5 16,3 0-1,3 0-15,0-3 16,1-3-16,3-4 16,5-4-16,5-1 15,3-5-15,4-4 16,2-6-16,2-6 16,4-8-16,-4-5 15,-2-1-15,0-5 16,0-2-1,0-2-15,-1-2 16,-3-4-16,-3 1 16,-1-2-16,0-2 15,0-2-15,-2-4 16,-2 0-16,-4 1 16,-3 2-16,-2-7 15,0-3-15,-1-3 16,-2-4-16,0 2 15,-3-1 1,0-1-16,0 3 16,-2-1-16,0 0 15,-1 2-15,-3 4 16,1 1-16,-3 6 16,-1 1-16,0 1 15,-1 1-15,2-3 16,-1-2-16,0-2 15,4-2 1,6 2-16,5-2 16,2 3-16,2 0 15,3 1-15,4-1 16,2 3-16,5 4 16,0 5-16,1 4 15,4-1-15,0 3 16,1 1-1,-5 6-15,-3 3 16,0 3-16,-1 1 16,4 4-16,-3 1 15,-2 2-15,-5 3 16,-3 2-16,-1 1 16,-1 1-16,0 2 15,-1 1-15,-4 0 16,-3 1-1,-3 0-15,0 1 16,-1 1-16,-10-5 16,19 12-16,-8-5 15,-2 3-15,0 0 16,-2 1-16,-1 0 16,-1 0-16,0 2 15,0 2-15,-1 1 16,-1 0-1,-1 1-15,0 3 16,0 0-16,1 2 16,-2 0-16,0 1 15,-1 0-15,-2 0 16,0 1-16,0-2 16,-1-1-16,1 1 15,0 0-15,-1 0 16,1 1-1,0 0-15,0 2 16,1-1-16,0 1 16,2 1-16,0-1 15,2 1-15,1-2 16,1-2-16,-1 0 16,2 1-16,-1-1 15,0 2-15,1 3 16,2-1-1,1 0-15,-1-3 16,2-1-16,-1 0 16,-1-3-16,3 1 15,-1-3-15,1 0 16,1-1-16,0 1 16,2 0-16,1 0 15,0 1-15,2 0 16,0-2-16,0-1 15,1 0 1,1-1-16,1 1 16,2-3-16,-1-1 15,1-3-15,2-2 16,1 0-16,1-1 16,1-1-16,-3 0 15,1-4-15,2-3 16,4-1-1,-1-2-15,1 0 16,1 0-16,0-2 16,0 0-16,1-3 15,-1-3-15,2-2 16,3-5-16,4-5 16,5-8-16,6-11 15,5-9-15,7-13 16,2-10-16,-4-4 15,-7 2-15,-4-2 16,-10 5 0,-3-3-16,1-1 15,4-8-15,10-8 16</inkml:trace>
  <inkml:trace contextRef="#ctx0" brushRef="#br0" timeOffset="-13133.99">10497 3195 0,'0'0'0,"0"0"0,0 0 15,0 0-15,0 0 16,-3 1-16,3-1 16,0 0-16,0 0 15,0 0-15,0 0 16,0 0-16,0 0 16,0 0-1,0 0-15,1 7 16,-1-7-16,18 7 15,2 2-15,4-1 16,4 2-16,3 1 16,4 0-16,-2-3 15,-4 0-15,-2-3 16,-4 0-16,0 0 16,-1 0-16,2-3 15,-1 1 1,0 0-16,2-1 15,1 0-15,2 0 16,1 0-16,1 1 16,1-1-16,-4 1 15,-1 0-15,-4-2 16,-2 0-16,-2 1 16,-2-1-1,-3 0-15,-1 0 16,-12-1-16,17 2 15,-17-2-15,11 0 16,-11 0-16,0 0 16,0 0-16,11 0 15,-11 0-15,0 0 16,0 0-16,0 0 16,0 0-16,0 0 15,0 0-15,0 0 16,0 0-1,0 0-15,0 0 16,0 0-16,0 0 16,0 0-16,0 0 15,0 0-15,0 0 16,0 0-16,0 0 16,0 0-16,0 0 15,0 0 1,0 0-16,0 0 15,0 0-15,0 0 16,0 0-16,0 0 16,0 0-16,0 0 15,0 0-15,0 0 16,0 0-16,0-8 16,0 8-16,-8-11 15,0 3 1,-1-3-16,1 2 15,1 0-15,-1 1 16,3 0-16,5 8 16,-10-10-16,10 10 15,-6-8-15,6 8 16,0 0-16,-7-6 16,7 6-16,0 0 15,0 0 1,0 0-16,-3-6 15,3 6-15,0 0 16,0 0-16,0 0 16,0 0-16,0 0 15,0 0-15,0 0 16,0 0-16,16 1 16,-4 5-16,4 2 15,3 3 1,-4-1-16,0 0 15,-4 0-15,-4-3 16,-7-7-16,11 11 16,-11-11-16,5 6 15,-5-6-15,3 7 16,-7 1-16,-8 7 16,-14 9-1,-9 3-15,-2-1 16,2-6-16,3-2 15,4-4-15,3-1 16,7-4-16,7-3 16</inkml:trace>
  <inkml:trace contextRef="#ctx0" brushRef="#br0" timeOffset="3999.62">9115 1994 0,'0'0'0,"0"0"0,0 0 0,0 0 16,-1-2-16,1 2 15,0 0-15,-3-7 16,3 7-16,-7-13 16,2 5-1,-1-1-15</inkml:trace>
  <inkml:trace contextRef="#ctx0" brushRef="#br0" timeOffset="4582.45">8982 2030 0,'0'0'0,"0"0"16,0 2 0,0-2-16,6 7 15,0 0-15,1 2 16,1 1-16,1 0 16,-1-2-16,-1 1 15,0-2-15,-1-1 16,1 1-16,2 0 15,-1 1-15,2 0 16,-1 0 0,-2-2-16,-7-6 15,13 9-15,-13-9 16,17 4-16,-3-11 16,9-9-16,11-12 15,4-6-15,3-7 16,2-5-16,1-4 15,4-4-15,1-2 16,-2 3 0,-1 4-16,-7 8 15,-8 9-15,-9 10 16,-7 8-16,-6 6 16,-9 8-16,10-9 15,-10 9-15,0 0 16,0 0-16,0 0 15,8-6 1</inkml:trace>
  <inkml:trace contextRef="#ctx0" brushRef="#br0" timeOffset="5499.16">7739 1888 0,'0'0'0,"0"0"0,0 0 15,0 0-15,0 0 16,2 3-16,-2-3 15,10 14-15,-3-5 16,0 0-16,1 1 16,1 0-16,1-1 15,-1 0 1,1 0-16,2 0 16,0-2-16,2-1 15,2 1-15,4-3 16,7-4-16,10-5 15,11-11-15,11-14 16,3-8-16,3-7 16,-1-5-16,-3 0 15,1-3 1,-4 0-16,-7 5 16,-7 7-16,-5 6 15,-7 4-15,-5 6 16,-5 5-16,-7 8 15,-2 2-15,-5 3 16,-8 7-16,12-7 16,-12 7-1,13-5-15</inkml:trace>
  <inkml:trace contextRef="#ctx0" brushRef="#br0" timeOffset="23698.18">12686 3320 0,'0'0'0,"0"0"0,0 0 0,0 0 16,0 0-16,0 0 15,0 0 1,0 0-16,0 0 16,0 0-16,0 2 15,0-2-15,0 0 16,2 10-16,1-3 15,0 6-15,3 6 16,0 2-16,2 6 16,4 3-1,1 4-15,3 4 16,0 0-16,2 3 16,-3-3-16,-1-2 15,-2-1-15,-3-2 16,1-1-16,-2-5 15,0-1-15,-2-2 16,1 1-16,1 2 16,2 0-16,3 3 15,3 1 1,2 0-16,2-1 16,1 0-16,-3-2 15,1 0-15,-1-1 16,-1-1-16,-2-3 15,-2-4-15,0-1 16,1 1-16,1-1 16,2-1-16,-2 1 15,0-2-15,-1 1 16,4 2 0,1 4-16,2 0 15,2 0-15,1-1 16,2-1-16,2-3 15,-1-2-15,0-1 16,0-2-16,1-2 16,2-3-16,-1-1 15,1-2-15,-1-2 16,2-3 0,6-1-16,-1-3 15,-1-1-15,0 0 16,-3 0-16,4-1 15,-2-2-15,2 0 16,-1 0-16,0-1 16,2-1-16,-5-4 15,0 2-15,1-4 16,-1-1 0,0-2-16,-1-2 15,-3 2-15,-2-2 16,-2 2-16,1-1 15,-2-1-15,1-2 16,1-1-16,1-3 16,0-2-16,-2 1 15,-4 3-15,-4 4 16,0-2 0,1-5-16,1-2 15,-1-2-15,-3 1 16,0-1-16,1-1 15,0 0-15,1-1 16,-1-3-16,1 0 16,-4 0-16,1 3 15,-3 4 1,0-2-16,-1-1 16,1 2-16,-2 1 15,1 0-15,-2 3 16,-1 1-16,-2-1 15,-1 0-15,0-2 16,1-3-16,-1 4 16,-1 2-16,0 2 15,0 1 1,-1 0-16,-1-1 16,0-1-16,0 1 15,0 6-15,0 1 16,0 3-16,0-1 15,0 1-15,0 1 16,0 3-16,-1-2 16,0 0-16,0 1 15,0 1 1,0 1-16,1 2 16,-1 0-16,1 7 15,-1-10-15,1 10 16,-2-6-16,2 6 15,0 0-15,0 0 16,-2-7-16,2 7 16,0 0-16,0 0 15,0 0-15,0 0 16,0 0 0,0 0-16,0 0 15,0 0-15,0 0 16,0 0-16,0 0 15,2 14-15,0-1 16,0 3-16,1 3 16,-1 3-16,0 3 15,-2 3-15,0 1 16,0-4-16,0-3 16,-1-3-1,1 0-15,0-2 16,0 1-16,0 2 15,0 3-15,0 2 16,1-2-16,0 0 16,1-4-16,0 0 15,0 0-15,0 1 16,0 0 0,1-1-16,-2 3 15,1 0-15,-2 1 16,-2 1-16,-2 0 15,-2-1-15,-3 1 16,1 0-16,-4-1 16,2 1-16,-2-3 15,2-1-15,-2 1 16,1-1-16,-1 2 16,2-3-1,-2-1-15,1-2 16,-2 0-16,1 1 15,0-1-15,2-2 16,0-1-16,1 1 16,-1 0-16,1 3 15,-1-1-15,1-1 16,1 0-16,0-2 16,1-1-1,2 1-15,-1 1 16,-1 2-16,1 1 15,1-1-15,0 0 16,-1-1-16,1 1 16,-1 2-16,-1 0 15,0 1-15,-3 0 16,-1 2 0,-1-2-16,0 1 15,-3-1-15,0 0 16,-1-1-16,-1 1 15,0-5-15,2 0 16,-1-1-16,-2 0 16,0-1-16,-1 0 15,-2 0-15,0-3 16,0-1-16,2-2 16,1 1-1,-3-2-15,0 1 16,1-2-16,0 1 15,0 0-15,-1 0 16,-2-2-16,1 0 16,-1 0-16,2 0 15,-3-1-15,0 2 16,2-1 0,1-1-16,2-1 15,-1-1-15,1-3 16,-1-2-16,1 0 15,-1-2-15,-1 0 16,-2 0-16,1-1 16,-2-1-16,-1-1 15,-1-2-15,2 2 16,0-3 0,0-1-16,-2-2 15,0-2-15,2 0 16,-1 0-16,3 0 15,-2-1-15,2 1 16,1 2-16,0-1 16,1 3-16,0-2 15,-2-1-15,2-2 16,2 3-16,1-3 16,0 0-1,0-1-15,0-1 16,3 2-16,1 0 15,1 1-15,0-2 16,-2-2-16,1 1 16,1-1-16,1 4 15,0 0-15,1-1 16,-1 1-16,2 0 16,0 2-1,-1-1-15,0-1 16,1 0-16,-1 0 15,0-1-15,0 1 16,-1-3-16,2 0 16,0 4-16,2 0 15,0 2-15,1-1 16,-1-1-16,-2-2 16,0-2-16,0-1 15,1 1 1,1 1-16,-1 2 15,1 1-15,0-1 16,1 1-16,-1 1 16,-1 2-16,2 2 15,-2 1-15,0-1 16,1 2-16,0 0 16,0-1-1,0 0-15,-2-1 16,2 1-16,0 1 15,2 2-15,0 0 16,0 1-16,1-1 16,0 2-16,1-1 15,-1 1-15,0-1 16,1 1-16,-1-1 16,4 7-16,-7-11 15,4 4 1,3 7-16,-5-11 15,5 11-15,-5-10 16,5 10-16,-7-10 16,7 10-16,-6-8 15,6 8-15,0 0 16,-5-9-16,5 9 16,0 0-16,0 0 15,0 0 1,-6-7-16</inkml:trace>
  <inkml:trace contextRef="#ctx0" brushRef="#br0" timeOffset="25399.47">12703 3302 0,'0'0'0,"0"0"0,0 0 0,0 0 15,0 0-15,0 4 16,4 6-16,2 7 16,2 6-16,1 4 15,1 3-15,2 5 16,0 1-16,2 3 16,1 3-16,2 3 15,1 4-15,1 3 16,0-1-16,1 5 15,1-4 1,5 1-16,4-4 16,-1-4-16,3-1 15,0-5-15,0-1 16,4 1-16,-2-4 16,0-4-16,-4-2 15,1-1-15,3 1 16,2-1-1,4 0-15,-1-3 16,4-2-16,4-4 16,3-2-16,3-2 15,2-4-15,-2-3 16,-1-6-16,-4-4 16,0-3-16,-3-2 15,-5-1-15,-3-2 16,-5-2-1,-3 0-15,-4-2 16,-3 1-16,-1-3 16,-1 0-16,-2 1 15,-3 0-15,-2 1 16,-3-1-16,1-1 16,-3 0-16,2-3 15,0-6-15,-1-5 16,0-5-1,-1 0-15,-1-2 16,0 0-16,1-4 16,0-4-16,-1-3 15,1 0-15,-1 1 16,0 1-16,1 0 16,0-2-16,-1 0 15,0 0-15,1 3 16,-2 1-1,0 5-15,-1 3 16,0-2-16,-1 1 16,-1 1-16,2 4 15,-2 4-15,-2 3 16,0 2-16,-1 0 16,1 3-16,0-1 15,0 3 1,0 3-16,0 3 15,-1 2-15,1 0 16,0-1-16,-1 1 16,1 1-16,1-2 15,5-4-15,10-14 16</inkml:trace>
  <inkml:trace contextRef="#ctx0" brushRef="#br0" timeOffset="44832.44">13900 5121 0,'0'0'0,"0"0"0,-3-2 15,3 2-15,-26-10 16,-6 5-16,-12 2 15,-8 3-15,-10 3 16,-7 3-16,-8 3 16,6 5-16,3 4 15,9 3 1,9 4-16,6 1 16,9 2-16,9 2 15,8-5-15,7 0 16,7 2-16,8 3 15,11-1-15,12-4 16,17-2-16,10-3 16,13-2-16,0-6 15,8-4 1,0-4-16,-5-2 16,2 2-16,-12-2 15,-8 2-15,-11 2 16,-10 3-16,-7 3 15,-8-1-15,-8 2 16,-6 5-16,-12 2 16,-23 8-16,-19 2 15,-17 4-15,-6-6 16,-4-2 0,-1-2-16,5-3 15,2 0-15,4-1 16,9-3-16,4 0 15,4 2-15,3 0 16,4 1-16,2 1 16,5 1-16,5 3 15,5 4 1,4 4-16,4-1 16,7 4-16,5 0 15,11 1-15,10 3 16,3-3-16,9-3 15,11-2-15,7-7 16,10-5-16,17-2 16,-1-10-16,17-1 15,-2-5 1,-17-3-16,7 1 16,-19-1-16,-5 1 15,-8 1-15,-13 0 16,-8 3-16,-4 2 15,-7 4-15,-4 7 16,-5 4-16,-5 2 16,-14 3-16,-15 2 15,-9-3 1,-8-1-16,0-6 16,-13 6-16,-4 0 15,-7 4-15,11-3 16,3 1-16,-4-1 15,11-2-15,1-2 16,4 0-16,7 8 16,6 2-16,0 0 15,10-5 1,6-3-16,7 0 16,7 4-16,5 3 15,11 0-15,10 4 16,3-10-16,12-6 15,6-1-15,9-10 16,17-3-16,-3-5 16,14-8-16,-4-9 15,1 0-15,8-3 16,-6 2 0,-4 8-16,-4 7 15,-9 8-15,-10 0 16,-5 1-16,-16 4 15,-11 3-15,-7 6 16,-4 1-16,-7 0 16,-13 2-16,-25 13 15,-26 15-15,-14 0 16,5-3 0,-8-4-16,13-13 15,9-4-15,-3 1 16,15 1-16,9 2 15,6 0-15,6-4 16,11-1-16,7 14 16,6 1-16,7-5 15,-1-6-15,8-10 16,21-1-16,15-3 16,16 0-16,2-8 15,-7-19 1,35-14-16,2-6 15,18-40-15,25 3 16</inkml:trace>
  <inkml:trace contextRef="#ctx0" brushRef="#br0" timeOffset="54247.72">13571 4797 0,'0'0'0,"0"0"16,0 0-16,0 0 16,0 2-16,0-2 15,0 0-15,0 0 16,0 0 0,0 0-16,0 0 15,-1 8-15,1-8 16,-2 9-16,1 0 15,-1 6-15,-1 3 16,-1 6-16,1 2 16,-2 3-16,0-2 15,2-1-15,-2 0 16,3 0 0,-3-2-16,2 2 15,-1-2-15,1-1 16,3-2-16,0-3 15,0 0-15,1-1 16,0 1-16,0 4 16,0 3-16,0 2 15,0 4-15,2-2 16,0-4 0,1 1-16,-1-1 15,2 0-15,0 1 16,1-1-16,-2-2 15,1 0-15,-2 1 16,1-2-16,-1 3 16,-1-2-16,2 3 15,-1 0-15,-1 0 16,1 1 0,1 1-16,-2 0 15,1-1-15,1 0 16,-2-1-16,-1-1 15,1 0-15,-1 0 16,-1 1-16,0 1 16,0-1-16,0 0 15,0 1-15,0 0 16,0 1-16,0 2 16,0 2-1,0-1-15,0-2 16,0-2-16,0 0 15,0 0-15,0-2 16,0 1-16,0-1 16,0-1-16,0-1 15,0 2-15,0 0 16,0-1-16,0-2 16,0 2-16,0 1 15,0 1 1,0-1-16,0-2 15,0-1-15,0-2 16,0 1-16,0-1 16,0-1-16,0-1 15,0 1-15,0 1 16,0 0-16,0 0 16,0-1-16,0 1 15,0 0 1,0 1-16,0 1 15,0 1-15,0-1 16,0 0-16,0 0 16,0-1-16,0 0 15,0 0-15,0-1 16,0 1-16,0 3 16,0 0-16,0 0 15,0-1 1,0 1-16,0 1 15,0-2-15,0 3 16,0-1-16,0-1 16,0 2-16,0-1 15,0 2-15,0 0 16,0 0-16,0 0 16,0 1-1,0 0-15,0 3 16,0-1-16,0 0 15,2 0-15,-1-1 16,-1 0-16,1 3 16,1 2-16,-1-2 15,1-3-15,-1-6 16,1-4-16,0-1 16,-1 0-1,0-2-15,1-1 16,-1 0-16,2-1 15,-1 0-15,0 0 16,0 0-16,1-1 16,-2-1-16,1-2 15,-1-1-15,0 0 16,0-1-16,-1 0 16,0 2-16,-1 1 15,0-2 1,1 0-16,-1 0 15,0-3-15,0 1 16,1-7-16,-1 10 16,1-10-16,-4 11 15,2-4-15,0 0 16,2-7-16,-5 9 16,5-9-16,0 0 15,-4 8 1,4-8-16,0 0 15,0 0-15,0 0 16,0 0 0,0 0-1,0 0-15</inkml:trace>
  <inkml:trace contextRef="#ctx0" brushRef="#br0" timeOffset="63714.71">14216 5133 0,'0'0'0,"0"0"0,0 0 0,4 1 15,-4-1 1,10 10-16,-3 3 16,2 9-16,1 9 15,3 3-15,-2 2 16,2 2-16,0 0 16,0 1-16,-1 0 15,0 1-15,0-1 16,-1-1-16,1-2 15,-3-4 1,-1-5-16,0-2 16,-3-5-16,1-3 15,-2-2-15,0-4 16,-1-3-16,-3-8 16,2 10-16,-2-10 15,3 8-15,-3-8 16,0 0-16,0 8 15,0-8 1,0 0-16,0 0 16,0 0-16,0 0 15,0 6-15,0-6 16,0 0-16,0 0 16,0 0-16,0 0 15,0 0-15,0 0 16,0 7-16,0-7 15,0 0 1,0 0-16,0 0 16,0 0-16,0 0 15,0 0-15,0 0 16,0 0-16,0 0 16,0 0-16,0 0 15,0 0-15,0 0 16,0 0-16</inkml:trace>
  <inkml:trace contextRef="#ctx0" brushRef="#br0" timeOffset="64631.65">14587 5082 0,'0'0'0,"0"0"0,0 0 0,0 0 16,0 0-16,0 0 15,0 0-15,-1 2 16,1-2-16,0 0 16,-5 8-16,0 2 15,-3 5-15,-3 6 16,-5 8-16,-3 8 15,-4 7 1,-4 8-16,-4 7 16,-2 6-16,1 4 15,-3 1-15,1 3 16,1-3-16,2-7 16,6-11-16,5-10 15,6-11-15,0-3 16,5-8-16,3-5 15,0-3-15,3-4 16,0-1 0,0-1-16,3-6 15,0 0-15,-2 8 16,2-8-16,0 0 16,0 0-16,0 0 15,0 0-15,0 0 16,0 0-16,0 0 15,0 0-15,0 0 16,0 0 0,0 6-16,0-6 15,0 0-15,0 0 16,-4 7-16,4-7 16,0 0-16,0 0 15,0 0-15,0 0 16,0 0-16,0 0 15,-3 7-15,3-7 16,0 0 0,0 0-16,0 0 15,0 0-15,0 0 16,0 0-16,0 0 16,0 0-16,0 0 15,0 0-15,0 0 16,0 0-16,0 0 15,0 0-15,0 0 16,0 0 0,0-20-1</inkml:trace>
  <inkml:trace contextRef="#ctx0" brushRef="#br0" timeOffset="82081.73">13640 4275 0,'7'-5'0,"12"-14"0,5-5 0,35-35 15,-6 6-15,3-10 16,14-18-16,-15-13 15,-10 19-15</inkml:trace>
  <inkml:trace contextRef="#ctx0" brushRef="#br0" timeOffset="94248.84">10142 5311 0,'0'0'0,"0"0"0,0 0 16,0 0-16,0 0 16,-2 0-16,2 0 15,0 0-15,0 0 16,0 0-16,0 0 16,0 0-16,16-9 15,-5 2 1,2 0-16,2 1 0,-4 2 15,1 0 1,-2 4-16,-10 0 16,16 2-16,-16-2 15,16 8-15,-11 0 16,1 2-16,-3 3 16,0 3-16,-5 6 15,-2 4-15,-4 2 16,-5-1-16,-3 0 15,-2-3 1,0-1-16,1-2 16,2-3-16,1-3 15,1 0-15,2-2 16,2-2-16,2-3 16,1-2-16,6-6 15,-8 10-15,8-10 16,0 0-16,0 0 15,-5 9 1,5-9-16,0 0 16,0 0-16,3 7 15,-3-7-15,20 9 16,1-3-16,10-5 16,6-3-16,1-4 15,-3-3-15,-5-1 16,-5 0-16,-2 1 15,-2 3-15,-3-1 16,0 0 0</inkml:trace>
  <inkml:trace contextRef="#ctx0" brushRef="#br0" timeOffset="96481.36">9996 5210 0,'0'0'0,"0"0"0,0 0 16,0 0-16,0 0 15,0 0-15,-2 5 16,-3 4-16,-3 10 16,-4 6-1,-4 7-15,-6 7 16,-1 5-16,-5 10 16,-1 3-16,-3 2 15,-1 5-15,14 28 31,17-2-31,2-21 16,14-13-16,0-22 16</inkml:trace>
  <inkml:trace contextRef="#ctx0" brushRef="#br0" timeOffset="97081.57">10652 5076 0,'0'0'0,"0"0"15,0 0-15,0 0 16,1 4-16,-1-4 16,6 16-1,-2-3-15,2 4 16,1 10-16,-2 11 16,-5 11-16,-4 3 15,-7 34 1,-13 35-1,-4-26-15,1 10 16</inkml:trace>
  <inkml:trace contextRef="#ctx0" brushRef="#br0" timeOffset="169964.25">7355 2204 0,'0'0'0,"0"0"0,4 1 0,13 2 16,30 2-16,30-3 15,10-3-15,12-1 16,8 0-16,2 0 16,0 1-16,-9 1 15,-8 5-15,-11 5 16,-10 4-16,-6 4 15</inkml:trace>
  <inkml:trace contextRef="#ctx0" brushRef="#br0" timeOffset="170314.63">8563 2349 0,'0'0'0,"0"0"0,0 0 16,4 0-1,29 0-15,53 1 16,33 3-16,6 1 16,9 1-16,1 0 15,-3 1-15,7 1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1:15:57.906"/>
    </inkml:context>
    <inkml:brush xml:id="br0">
      <inkml:brushProperty name="width" value="0.05292" units="cm"/>
      <inkml:brushProperty name="height" value="0.05292" units="cm"/>
      <inkml:brushProperty name="color" value="#C00000"/>
    </inkml:brush>
  </inkml:definitions>
  <inkml:trace contextRef="#ctx0" brushRef="#br0">1644 3659 0,'0'0'0,"0"0"0,0 0 15,0 0-15,0 0 16,0 0-16,0 0 16,0 2-16,0-2 15,0 0-15,0 0 16,0 0-16,0 0 15,0 0 1,0 0-16,6 8 16,-6-8-16,24 7 15,-1 0-15,3-1 16,-1 0-16,-1-3 16,1 1-16,0 1 15,2-1-15,0-1 16,-3-1-1,-4-1-15,-1-1 16,-2-1-16,1 0 16,-1-1-16,3 1 15,4-1-15,6 0 16,-2 1-16,1-2 16,-5 1-16,0 0 15,-1 0-15,0-1 16,2 0-16,-1 0 15,-1 1-15,-5 1 16,-1-1 0,-1 0-16,0 1 15,2-1-15,-3 0 16,6 1-16,1-1 16,3 0-16,1 1 15,-4-1-15,1 1 16,-3-1-1,1 0-15,1 0 16,4 1-16,0-1 16,2 1-16,-4 0 15,-3 1-15,2-2 16,-1 2-16,5-1 16,2-1-16,1 1 15,-2-1-15,-2 1 16,-1 0-1,1-1-15,2-1 16,1 0-16,-3 1 16,1-1-16,-4 1 15,-1 1-15,2-1 16,-3 1-16,1-1 16,1 0-16,-3 1 15,-1-1 1,0 1-16,-4 0 0,-1 0 15,-1 1 1,0 0-16,-3 0 16,-10 0-16,17 2 15,-17-2-15,13 1 16,-13-1-16,0 0 16,11 2-16,-11-2 15,0 0-15,0 0 16,0 0-16,0 0 15,10 3 1,-10-3-16,0 0 16,0 0-16,0 0 15,0 0-15,0 0 16</inkml:trace>
  <inkml:trace contextRef="#ctx0" brushRef="#br0" timeOffset="37301.61">1216 2836 0,'0'0'0,"0"0"0,0 0 15,0 0-15,0 0 16,0 0-16,4 4 15,-4-4-15,9 12 16,1-4 0,4-1-16,7-2 15,7-5-15,7-5 16,6-9-16,3-8 16,6-8-16,0-8 15,-1 0-15,-4 1 16,-4 5-16,-7 4 15,-4 5 1,-7 4-16,-5 6 16,-3 3-16,-3 3 15,-1 2-15,-1 1 16,2 1-16,-1 1 16,4 0-16,-4 2 15</inkml:trace>
  <inkml:trace contextRef="#ctx0" brushRef="#br0" timeOffset="38083.47">1206 3467 0,'0'0'0,"0"0"16,0 0-16,0 0 15,0 0 1,3 0-16,-3 0 16,24 2-16,7 0 15,11-7-15,11-15 16,11-11-16,10-17 16,10-15-16,-1-5 15,-2 0-15,-9 7 16,-11 9-16,-12 11 15,-11 16-15,-15 12 16</inkml:trace>
  <inkml:trace contextRef="#ctx0" brushRef="#br0" timeOffset="39016.47">1030 4126 0,'0'0'0,"0"0"0,0 0 0,0 0 16,0 0-16,0 0 16,2 2-16,-2-2 15,15 10-15,-2 0 16,2 0-16,2-2 15,2-2-15,1-3 16,3-3 0,4-5-16,3-7 15,5-5-15,6-8 16,9-11-16,10-14 16,0-7-16,-1-5 15,-6 2-15,-7 5 16,-8 6-16,-8 10 15,-8 12-15,-8 8 16,-5 7 0,-3 5-16,-6 7 15,0 0-15,6-6 16,-6 6-16</inkml:trace>
  <inkml:trace contextRef="#ctx0" brushRef="#br0" timeOffset="42266.45">2151 5057 0,'0'0'0,"0"0"0,0 0 16,0 0-16,3-1 15,-3 1-15,20-3 16,1 0-16,2-2 16,2 2-16,-1-1 15,0 1-15,4 0 16,1-1 0,-1 1-16,0 1 15,0 0-15,1 1 16,1-1-16,3 0 15,0 0-15,0 1 16,-3-1-16,0 1 16,0-1-16,0 0 15,3 1-15,1-1 16,1 0-16,-1-1 16,0-1-1,-3-2-15,4-1 16,-1 0-16,2 0 15,1-1-15,-4 1 16,1 1-16,-1 0 16,3 0-16,0 2 15,-4 1-15,1 1 16,-1 1-16,4 1 16,2 0-1,0 0-15,-2 0 16,1 0-16,4 0 15,1 0-15,-1 0 16,-4 0-16,2 0 16,3 0-16,1 0 15,-1 0-15,-3 0 16,2 0 0,1 0-16,2 0 15,-3 0-15,-2 0 16,3 0-16,0 0 15,-2 0-15,-3 0 16,0 1-16,0 0 16,0 1-16,-3 0 15,-1 1-15,-5 0 16,2 0 0,3 1-16,-2 0 15,1 0-15,-3 0 16,-1-2-16,1 2 15,2-1-15,3 0 16,-2 0-16,-3-2 16,-3-1-16,0 1 15,0-1-15,2 0 16,3 0-16,-1 0 16,0-1-1,-2 0-15,0-2 16,3 0-16,1-1 15,0 0-15,-4 0 16,-2 1-16,-3 1 16,-2 0-16,1-1 15,0 1-15,1 2 16,-1 0-16,-2 1 16,-1 1-16,-5 0 15,0-1 1,-2 1-16,-2-1 15,0 1-15,-10-2 16,16 1-16,-4 2 16,5-1-16,10 2 15,10 0-15,17-21 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1:21:59.269"/>
    </inkml:context>
    <inkml:brush xml:id="br0">
      <inkml:brushProperty name="width" value="0.05292" units="cm"/>
      <inkml:brushProperty name="height" value="0.05292" units="cm"/>
      <inkml:brushProperty name="color" value="#EE0000"/>
    </inkml:brush>
  </inkml:definitions>
  <inkml:trace contextRef="#ctx0" brushRef="#br0">3980 6790 0,'0'0'0,"0"0"15,0 0-15,0 0 16,0 2-16,0-2 15,0 0-15,0 0 16,7 6-16,-7-6 16,18 10-16,-2-4 15,2 0-15,0-1 16,3 0-16,7-1 16,3 1-16,4-1 15,-1-2 1,-2-1-16,1 1 15,1-1-15,2 1 16,-1 0-16,-2 0 16,0-1-16,0 1 15,-1-1-15,2 2 16,-2-1-16,1 0 16,3 1-16,1-1 15,-1 1-15,2 0 16,2 1-1,-2-1-15,1 1 16,-5-3-16,-1 3 16,-2-1-16,-1 0 15,-2 1-15,-4-2 16,-3 1-16,-4-1 16,-2-1-16,-1 1 15,-4-1-15,-10-1 16,16 3-1,-16-3-15,16 4 16,-5 0-16,3 1 16,5 6-16</inkml:trace>
  <inkml:trace contextRef="#ctx0" brushRef="#br0" timeOffset="7099.24">6475 6801 0,'0'0'16,"0"0"-16,0 0 0,0 0 16,0 0-16,-2-1 15,2 1-15,0 0 16,0 0-16,0 0 15,0 0-15,0 0 16,0 0-16,0 0 16,0 0-16,0 0 15,0 0-15,0 0 16,0 0-16,0 0 16,0 0-1,0 0-15,9 5 16,-9-5-16,19 5 15,-3-1-15,0-2 16,3-1-16,1-1 16,-2-1-16,1 0 15,-3 1-15,-1-2 16,-1 0-16,4 0 16,1 0-1,1-1-15,1 0 16,-2 1-16,-2 0 15,1 1-15,-3-1 16,-3 2-16,-1-1 16,-1 0-16,0 1 15,2 0-15,1 1 16,0 0-16,1 0 16,-1 1-16,-2-1 15,0 1 1,-2-1-16,1 1 15,1 0-15,1 0 16,1 0-16,-2-1 16,-1 1-16,-10-2 15,17 3-15,-17-3 16,12 4-16,-12-4 16,11 3-1,-11-3-15,0 0 16,13 5-16,-13-5 15,0 0-15,13 5 16,-13-5-16,0 0 16,11 5-16,-11-5 15,0 0-15,11 2 16,-11-2-16,0 0 16,10 2-1,-10-2-15,0 0 16,10 0-16,-10 0 15,0 0-15,0 0 16,12 0-16,-12 0 16,0 0-16,0 0 15,0 0-15,9 0 16,-9 0-16,0 0 16,0 0-1,0 0-15,0 0 16,0 0-16,0 0 15,0 0-15,0 0 16,0 0-16,0 0 16,0 0-16,11 0 15,-11 0-15,0 0 16,11 5-16,-11-5 16,15 7-16,-15-7 15,19 8 1,-7-4-16,0 0 15,0-1-15,-1-1 16,1 0-16,-1-2 16,-1 1-16,1 0 15,0 0-15,0 0 16,3 0-16,-2-1 16,0 0-1,0 0-15,0 0 16,0 0-16,-1 0 15,1 0-15,-12 0 16,18 0-16,-18 0 16,14 0-16,-14 0 15,0 0-15,12 0 16,-12 0-16,0 0 16,0 0-16,0 0 15,0 0-15,0 0 16,0 0-1,10 0-15,-10 0 16,0 0-16,0 0 16,0 0-16,0 0 15,0 0-15,0 0 16,0 0-16,0 0 16,0 0-16,0 0 15,0 0 1,0 0-16,0 0 15,0 0-15,0 0 16,3 7-16,-3-7 16,0 0-16,0 0 15,0 0-15,0 0 16,0 0-16,0 0 16,0 0-16,0 0 15,0 0 1,0 0-16,0 0 15,0 0-15,0 0 16,0 0-16,0 0 16,0 0-16,0 0 15,0 0-15,0 0 16,0 0-16,0 0 16,0 0-16,0 0 15,0 0 1,-2-10-16,0 3 31,2 0-31</inkml:trace>
  <inkml:trace contextRef="#ctx0" brushRef="#br0" timeOffset="13016.18">6529 6226 0,'0'0'0,"0"0"0,0 0 16,-3-2-16,3 2 15,-7-8-15,7 8 16,-9-12-16,2 3 16,2-4-16,2-9 15,1-9-15,4-5 16,3-3 0,3 6-16,1 1 15,-1 1-15,1 3 16,-1 2-1,-2 4 1,-5 2-16,-2 5 16,-2 5-16,-2 2 15,5 8-15,-22-4 16,3 10 0,-2 6-16,1 4 15,4-2-15,3-3 16,4-3-16,3-1 15,6-7-15,-8 8 16,8-8-16,0 0 16,0 0-16,0 0 15,3-10-15,12-13 16,4-4 0,1 1-16,0 4 15,-1 4-15,2 3 16,-2 2-16,-3 4 15,-3 3-15,-1 4 16,-1 2-16,-1 2 16,-10-2-16,13 9 15,-13-9-15</inkml:trace>
  <inkml:trace contextRef="#ctx0" brushRef="#br0" timeOffset="13834">6503 5121 0,'0'0'0,"0"0"16,0 0-16,0 0 15,0 0-15,0 0 16,1 3-16,-1-3 16,4 11-1,-1-1-15,2 4 16,-1 3-16,3 3 15,-1 2-15,2 0 16,3-2-16,6-4 16,0-3-16,2-4 15,1-5-15,2-7 16,3-10-16,0-7 16,-2-7-1,-6-1-15,-2-1 16,-3 2-16,-2 2 15,-5 4-15,-1 6 16,-2 6-16,0 1 16,-2 8-16,1-7 15,-1 7-15,0 0 16,0 0-16,-3 8 16,-4 15-1,-3 15-15,-1 12 16,-1 5-16,-2 37 31,5 1-31,4-5 16,5-4-16,0-42 15,3 1-15,0-6 16,-2-13-16,1 0 16,-8-2-1,-3-5-15,-2-4 16,-1-5-16,-7-10 15,-3-4-15,1-4 16,0-11-16,4-1 16,4-8-16,3-11 15,8 1-15,8-3 16,3 4-16,2 4 16,3 0-1,0 2-15,2 4 16,2 2-16,-2 6 15,6-6-15</inkml:trace>
  <inkml:trace contextRef="#ctx0" brushRef="#br0" timeOffset="14366.05">6749 4859 0,'0'0'0,"0"1"0,0-1 15,0 0-15,0 0 16,0 0-16,-1 7 16,1-7-16,-7 16 15,-1-1-15,-1 2 16,0-3-16,2-2 16,0-1-16,3-3 15,4-8 1,-5 10-16,5-10 15,0 0-15,0 0 16,0 0-16,0 0 16,0-13-16,6-4 15,4-3-15,2-2 16,2 1-16,3 3 31,0 5-15,4 6-16,2 3 15,-1 8-15,5 6 16,5 5-16,6 6 16</inkml:trace>
  <inkml:trace contextRef="#ctx0" brushRef="#br0" timeOffset="19949.34">7462 6836 0,'0'0'0,"0"0"0,0 0 0,0 0 15,0 0-15,0 0 16,0 0-16,-1 1 15,1-1-15,0 0 16,10 7-16,1-2 16,6 1-16,6-2 15,3-3 1,0-2-16,-2-1 16,-4 0-16,-1 1 15</inkml:trace>
  <inkml:trace contextRef="#ctx0" brushRef="#br0" timeOffset="20132.89">7548 6935 0,'0'0'0,"0"0"15,0 0-15,10 4 16,8 2-16,8 1 16,3-3-16</inkml:trace>
  <inkml:trace contextRef="#ctx0" brushRef="#br0" timeOffset="25748.82">5882 5892 0,'0'0'0,"-2"-1"16,2 1-16,0 0 15,-11-4-15,11 4 16,-10-1-16,10 1 15,-19 3 1,2 2-16,-1 4 16,0 3-16,3 0 15,0 0-15,2 0 16,0 2-16,1 0 16,1-1-16,1 0 15,1 1-15,0 0 16,1-2-16,3 2 15,1-2 1,1-2-16,2-1 16,1 0-16,1 0 15,1-1-15,-1-1 16,2 0-16,-1 0 16,1-1-16,1 1 15,-4-7-15,8 11 16,-8-11-1,7 11-15,-7-11 16,7 12-16,-7-12 16,8 12-16,-6-4 15,1 2-15,-2 3 16,0 4-16,0 2 16,0-2-16,0-1 15,-1-2-15,1 0 16,0-2-16,-1-1 15,1 0 1,0 0-16,0-1 16,-1-1-16,1-3 15,0 2-15,0-2 16,1 1-16,-1-1 16,1 1-16,2 3 15,1 3-15,1 1 16,-2-1-16,0-3 15,-1 0 1,1 2-16,0 1 16,-3 3-16,0-2 15,-1 0-15,0 0 16,0-2-16,0 3 16,-1 2-16,1 2 15,-1 0-15,0-1 16,0-1-16,0-2 15,0-1-15,-1-1 16,0-3 0,2 0-16,-2-2 15,0-1-15,1 0 16,1-7-16,-3 12 16,3-12-16,-2 9 15,2-9-15,-1 7 16,1-7-16,-2 7 15,2-7-15,0 10 16,2-2 0,0 0-16,1 0 15,1 5-15,0-1 16,1 4-16,-1 0 16,-1-5-16,1 0 15,-2-1-15,2 2 16,2 0-16,1 3 15,0 0-15,2-2 16,-2 0 0,0-3-16,-2-2 15,1 0-15,0 0 16,-2-2-16,-4-6 16,11 11-16,-11-11 15,11 10-15,-11-10 16,14 12-16,-14-12 15,16 11 1,-16-11-16,12 5 16,-12-5-16,10 4 15,-10-4-15,0 0 16,13 2-16,-13-2 16,11 0-16,-1-2 15,3-1-15,-3 0 16,-10 3-16,19-6 15,-19 6-15,14-7 16,-14 7 0,11-9-16,-11 9 15,12-14-15,-5 6 16,0-2-16,-1 0 16,0 0-16,-1 0 15,-1-2-15,2-2 16,-1-2-16,0 2 15,-1 0-15,0 3 16,-1-1 0,2-3-16,-1 3 15,-1 0-15,1 3 16,-3 1-16,2-1 16,1 0-16,-2 1 15,0 1-15,0 0 16,-2 7-16,3-13 15,-1 3-15,1 0 16,2 0-16,-3 1 16,0 2-1,1 1-15,-1 0 16,1-2-16,-1-3 16,2 0-16,-1-5 15,-3 1-15,0 0 16,-1 1-16,0 1 15,-1 0-15,0 1 16,0 0-16,1 0 16,-2 0-1,1-1-15,-1-3 16,-1-3-16,-1-2 16,1-1-16,0 1 15,1 3-15,1 2 16,-2-1-16,1 1 15,0 0-15,-1 0 16,0-3-16,-1 3 16,0-1-1,-1-2-15,2 0 16,-2 1-16,1 1 16,0 2-16,2 0 15,-2-3-15,0 1 16,0-1-16,1 0 15,0 1-15,-1 0 16,1 3 0,0-1-16,-2 0 15,1 1-15,-3 0 16,2 3-16,1 2 16,-2-1-16,-2-1 15,1 1-15,-1 2 16,0 0-16,3 1 15,-3 0-15,9 7 16,-14-11-16,14 11 16,-17-12-1,6 6-15,0 0 16,0 1-16,1 1 16,0 1-16,-1 2 15,11 1-15,-17-1 16,17 1-16,-12 0 15,12 0-15,-11 1 16,2 10-16</inkml:trace>
  <inkml:trace contextRef="#ctx0" brushRef="#br0" timeOffset="37132.19">6027 7265 0,'0'0'0,"0"0"0,-3 0 15,3 0-15,-17-3 16,4 1-16,2 0 16,0-1-16,-3 1 15,-7 1-15</inkml:trace>
  <inkml:trace contextRef="#ctx0" brushRef="#br0" timeOffset="37899.31">5778 7163 0,'0'0'0,"0"0"0,-2 0 16,2 0-16,0 0 15,-13-3-15,13 3 16,-14-5-1,14 5-15,-11-4 16,11 4-16,0 0 16,-9-5-16,9 5 15,0 0-15,0 0 16,0 0-16,0 0 16,0 0-16,9-4 15,7 1-15,2-1 16,-1 0-1,2 0-15,0 0 16,-1-2-16,1 0 16,-3 1-16,-3-1 15,-2 1-15,-11 5 16,17-9-16,-17 9 16,13-7-16,-13 7 15,0 0-15,11-4 16,-11 4-1,0 0-15,0 0 16,0 0-16,0 0 16,0 0-16,0 0 15,0 0-15,0 0 16,0 0-16,0 0 16,0 0-16,-15-1 15,15 1-15,-17 1 16,17-1-1,-18 3-15,18-3 16,-13 2-16,13-2 16,0 0-16,0 0 15,-10 4-15,10-4 16,0 0-16,0 0 16,0 0-16,3 10 15,-3-10-15,13 13 16,1-4-1,5-1-15,2 0 16,3-4-16,-2 0 16,-1-2-16,-3 0 31</inkml:trace>
  <inkml:trace contextRef="#ctx0" brushRef="#br0" timeOffset="38498.91">5897 7265 0,'0'0'0,"0"0"15,-3 0-15,3 0 16,0 0-16,0 0 16,-12 8-16,12-8 15,0 0-15,0 0 16,-5 7-16,5-7 16,0 0-16,0 0 15,0 0-15,0 0 16,0 0-1,0 0-15,0 0 16,0 0-16,0 0 16,0 0-16,0 0 15,0 0-15,0 0 16,0 0-16,0 0 16,0 0-16,0 0 15,0 0-15,0 0 16,0 0-1,0 0-15,0 0 16,0 0-16,0 0 16,0 0-16,0 0 15,0 0-15,0 0 16,0 0-16,0 0 16,0 0-16,0 0 15,0 0-15,0 0 16,0 0-16,0 0 15,0 0 1,0 0-16,0 0 16</inkml:trace>
  <inkml:trace contextRef="#ctx0" brushRef="#br0" timeOffset="39349.54">5657 7136 0,'0'0'0,"0"0"0,-5-3 15,5 3-15,0 0 16,-10-5-16,10 5 16,0 0-16,0 0 15,0 0-15,0 0 16,-10-3-16,10 3 15,0 0 1,0 0-16,0 0 16,0 0-16,0 0 15,0 0-15,0 0 16,0 0-16,0 0 16,0 0-16,0 0 15,0 0-15,0 0 16,0 0-16,0 0 15,0 0 1,0 0-16,0 0 16,0 0-16,0 0 15,0 0-15,0 0 16,0 0-16,0 0 16,0 0-16,0 0 15,0 0-15,0 0 16,0 0-16,0 0 15</inkml:trace>
  <inkml:trace contextRef="#ctx0" brushRef="#br0" timeOffset="46465.74">6336 6924 0,'0'0'0,"-3"-3"0,3 3 0,-5-8 16,2 1-16,-1 0 16,2 1-16,0-1 15,3-1-15,2-1 16,6-2-16,4-1 16,1 3-16,2 1 15,4 1-15,3 1 16,2 1-1,2 2-15,0-1 16,1 1-16,1 1 16,-1 0-16,-1 0 15,2 1-15,-2 0 16,-1 0-16,0 0 16,-2 0-16,1 1 15,1-1-15,1 0 16,0 0-1,-2 0-15,-1 0 16,0 0-16,-1 0 16,3 0-16,-2 1 15,3 0-15,-1 0 16,-2 1-16,0 1 16,-4 0-16,-1 0 15,-1-1-15,2 1 16,-1 0-16,2-1 15,-2 1 1,-1-1-16,0 1 16,-3-2-16,0 1 15,-1 0-15,-1 0 16,-1 0-16,-1-1 16,-2 0-16,-9 0 15,19 0-15,-9 0 16,-10 0-16,17 0 15,-17 0 1,14 0-16,-14 0 16,10 0-16,-10 0 15,0 0-15,11 0 16,-11 0-16,0 0 16,0 0-16,0 0 15,11 0-15,-11 0 16,0 0-16</inkml:trace>
  <inkml:trace contextRef="#ctx0" brushRef="#br0" timeOffset="47315.67">6470 6848 0,'0'0'0,"0"0"0,0 0 16,0 0-16,0 0 15,0 0-15,3-1 16,-3 1-16,26-8 16,-5 0-16,4 0 15,3-1-15,3-1 16,2 0-1,1-2-15,1 2 16,0 2-16,0-1 16,3 3-16,1 2 15,1 3-15,0 1 16,-2 2-16,1 1 16,-2 0-16,-1 0 15,-3 0-15,1-1 16,-2-1-16,2 2 15,-3-1 1,2 0-16,-1-1 16,-1 1-16,3-1 15,-1 1-15,-2-1 16,-3 2-16,-2-3 16,-4 1-16,-1 0 15,-5-1-15,-1 0 16,-5 0-16,-10 0 15,12-1 1,-12 1-16,0 0 16,0 0-16,0 0 15,10-1-15,-10 1 16,0 0-16,0 0 16,0 0-16,0 0 15,0 0-15,0 0 16,0 0-16,0 0 15,0 0 1,0 0-16,0 0 16,0 0-16,0 0 15,0 0-15,0 0 16,0 0-16,0 0 16,0 0-16,0 0 15,0 0-15</inkml:trace>
  <inkml:trace contextRef="#ctx0" brushRef="#br0" timeOffset="49165.53">7084 6898 0,'0'0'0,"0"0"16,-1-2-16,1 2 16,0 0-16,0 0 15,-10-7-15,10 7 16,0 0-16,0 0 15,0 0-15,0 0 16,0 0-16,0 0 16,0 0-1,-2 10-15,6 1 16,4 4-16,1 5 16,2-1-16,-1-1 15,-1 1-15,1-2 16,0 1-16,0 0 15,0-2-15,1 1 16,1-3-16,-1 0 16,0-3-1,1 0-15,4-1 16,1 1-16,2 0 16,1-1-16,1 0 15,1 0-15,1-1 16,0-1-16,-1-1 15,1 0 1,0 0-16,1-1 16,0-1-16,1-1 15,1-1-15,0 0 16,0-1-16,0 0 16,-1 0-16,1-1 15,2 0-15,0 0 16,-1-1-16,-2 0 15,2 0-15,0-1 16,0 0-16,0-1 16,1-1-1,-2-2-15,1-1 16,-2 0-16,-2 0 16,1-1-16,-1-2 15,-1-1-15,0-1 16,-2 0-16,-4 2 15,-1 1-15,-3-1 16,0 2 0,-2 1-16,-1-1 15,-9 7-15,14-9 16,-14 9-16,9-6 16,-9 6-16,0 0 15,0 0-15,7-7 16,-7 7-16,0 0 15,0 0-15,0 0 16,0 0-16,0-7 16,0 7-1,-10-5-15,-4 0 16,-7-2-16,-2 2 16,-1 1-16,1 0 15,1 0-15,3 1 16,2 0-16,1 1 15,1 0-15,4 1 16,1 0-16,10 1 16,-12-1-1,12 1-15,0 0 16,-10-1-16,10 1 16,0 0-16,0 0 15,0 0-15,0 0 16,0 0-16,0 0 15,0 0-15,13-6 16,2 6-16,4 0 16,3 0-16,0 2 15,3-1 1,-2-1-16,-3 1 16,-1 0-16,-2 0 15,-1-1-15,-3 0 16,-13 0-16,17 0 15,-17 0-15,10 0 16,-10 0 0,0 0-16,0 0 15,10 4-15,-8 4 16,-1 8-16,-4 5 16,-3 6-16,-2-1 15,-2-3-15,0-3 16,-3 3-16,-1-2 15,0-1-15,2-2 16,1-3-16,-1-3 16,2-1-1,1-1-15,-3 2 16</inkml:trace>
  <inkml:trace contextRef="#ctx0" brushRef="#br0" timeOffset="51166.6">8813 6080 0,'0'0'0,"0"0"15,0 0-15,0 0 16,0 0-16</inkml:trace>
  <inkml:trace contextRef="#ctx0" brushRef="#br0" timeOffset="55698.65">7505 5526 0,'0'0'0,"0"0"0,0 0 16,0 1-16,0-1 16,-2 17-16,0 2 15,-3 4-15,-5 2 16,-1 4-16,-1-5 15,3-5-15,2-7 16,1-3-16,6-9 16,-8 10-1,8-10-15,0 0 16,-9 2-16,3-8 16,2-9-16,1-9 15,5-4-15,3 0 16,2 1-16,2 0 15,1-1-15,3-1 16,-1 4-16,1 5 16,0 4-1,-1 5-15,3 3 16,-1 6-16,2 3 16,0 5-16,-2 3 15,0 6-15,-1 5 16,3 10-1,-1 6 1,-1 2-16,-3 0 16,-5-13-16,-3-4 15,-3-3 1,-1-4-16,-4-1 16,-2-1-16,-3-4 15,-10-1-15,-4-6 16</inkml:trace>
  <inkml:trace contextRef="#ctx0" brushRef="#br0" timeOffset="55883.03">7390 5725 0,'0'0'0,"0"-4"16,0 4-16,-1-8 15,1 8-15,5-13 16,3 1-16,6-5 15,4-1-15,4-3 16,2-1 0,2-1-16,-1 0 15</inkml:trace>
  <inkml:trace contextRef="#ctx0" brushRef="#br0" timeOffset="56298.53">7701 5247 0,'0'0'0,"0"-3"16,0 3-16,3-9 16,3 0-16,4-2 15,4 2-15,0 1 16,-2 6-16,-1 2 15,-11 0-15,14 7 16,-10 0-16,-4 5 16,-4 5-1,-3 3-15,-1-1 16,-1-2-16,2-3 16,1-4-16,6-10 15,-4 9-15,4-9 16,0 0-16,10 4 15,4-2-15,5-5 16,3-5 0,2-2-16,0-2 15,-2 0-15,-1 2 16,-3 1-16,0 1 16</inkml:trace>
  <inkml:trace contextRef="#ctx0" brushRef="#br0" timeOffset="56565.48">7913 5555 0,'0'0'0,"0"0"0,2-2 16,-2 2-16,18-10 16,-4 3-16,3 3 15,0-1 1,2 1-16,-1 0 16,1 0-16,-4 1 15,-3 1-15</inkml:trace>
  <inkml:trace contextRef="#ctx0" brushRef="#br0" timeOffset="56782.8">7872 5754 0,'0'0'0,"1"-2"16,-1 2-16,0 0 15,10-6-15,5-2 16,6 0-16,0 0 16,-1 1-1,3 2-15,1-1 16,-10 3-16</inkml:trace>
  <inkml:trace contextRef="#ctx0" brushRef="#br0" timeOffset="58948.97">8484 5424 0,'0'0'0,"0"0"16,0 0-16,-1 5 16,0 7-1,-2 10-15,-4 6 16,-3 3-16,0 2 15,-2 2-15,0 2 16,2-5-16,2-7 16,3-8-1,1-5 1,1-4-16,3-8 16,0 0-1,0 0-15,-2-17 16,4-17-16,3-7 15,3 5-15,1-3 16,3 2-16,0-3 16,0 6-16,-2 5 15,1 5-15,-2 5 16,0 6-16,-1 4 16,-8 9-1,17-9-15,-7 10 16,3 5-16,-1 8 15,0 14-15,1 7 16,-4 11-16,-4-6 16,-1 9-16,-2 1 15,-2 0-15,1-8 16,-1-11-16,0-5 16,1-7-1,0-3-15,0-6 16,-1-10-16,2 7 15</inkml:trace>
  <inkml:trace contextRef="#ctx0" brushRef="#br0" timeOffset="59182.9">8461 5672 0,'0'0'0,"0"0"0,-2-2 15,2 2-15,-7-9 16,7 9-16,-3-8 16,3 8-16,4-6 15,4-5-15,7-4 16,6-5-16,3-3 16,-3 4-1,0-1-15,-1 1 16</inkml:trace>
  <inkml:trace contextRef="#ctx0" brushRef="#br0" timeOffset="59515.51">8688 5049 0,'0'0'0,"0"0"0,0 0 16,0 0-16,6-1 16,6 0-1,11-3-15,3-2 16,0 1-16,1-3 15,0-2-15,1-1 16,-2-1-16,-4 1 16,-4 1-16</inkml:trace>
  <inkml:trace contextRef="#ctx0" brushRef="#br0" timeOffset="59716.79">8863 5027 0,'0'0'0,"0"0"0,0 0 16,0 2-16,0 6 16,0 10-16,0 4 15,0 3 1,0 3-16,0 0 15,0 3-15,0-7 16</inkml:trace>
  <inkml:trace contextRef="#ctx0" brushRef="#br0" timeOffset="60731.46">9177 5378 0,'0'0'0,"0"0"0,0 0 15,0 0-15,0 7 16,0 8-1,0 11-15,-2 2 16,-3 2-16,-2-2 16,-1 1-16,-1 2 15,-2 0-15,1 1 16,0-3-16,4-3 16,2-5-16,1-3 15,0-6 1,2-2-16,1-10 15,-1 9-15,1-9 16,0 0-16,0 0 16,-5-23-16,3-5 15,6-6-15,3-1 16,1 0-16,3-3 16,1-2-16,0-2 15,2 3 1,1 4-16,1 6 15,1 1 1,0 5 0,-2 4-16,-3 7 15,-2 5-15,-1 4 16,3 2-16,-1 4 16,2 3-16,-3 5 15,3 4 1,-1 7-16,0 6 15,-3 5-15,-2 5 16,-2 0-16,0-1 16,-1-9-16,-1-6 15,-1-5-15,0-7 16,0 1-16,-1 1 16,2 2-16,-1-7 15,-2-7 1,0 0-16,0 0 15,0 0-15,0 0 16,0 0-16</inkml:trace>
  <inkml:trace contextRef="#ctx0" brushRef="#br0" timeOffset="60981.23">9094 5634 0,'0'0'0,"0"0"0,0 0 15,0 0-15,0 0 16,1-2-16,10-4 16,7-1-16,6-4 15,4-2-15,5-2 16,-2 1-16,0 0 15,-2 1 1,-8-1-16</inkml:trace>
  <inkml:trace contextRef="#ctx0" brushRef="#br0" timeOffset="64332.4">9140 6974 0,'0'0'0,"0"0"0,0 0 15,0-2-15,0 2 16,0 0 0,0 0-16,0 0 15,0 0-15,0 0 16,0 0-16,0 0 16,0 0-16,0 0 15,0 0-15,0 0 16,5-7-16,-5 7 15,0 0-15,16-7 16,-16 7-16,18-8 16,-4 1 15,6-1-31,1-1 16,-1 0-16,-3 2 15,-2 0-15,-3 3 16,-2 0-16,-10 4 15,18-7-15,-18 7 16,18-3-16,-9 2 16,-9 1-1,19-2-15,-9 2 16,0 0-16,1 2 16,1-2-16,1 1 15,1 0-15,2-1 16,-1 2-16,-1-2 15,1 0-15,-1 1 16,0 0 0,1 0-16,-1 0 15,0 0-15,3 0 16,-2-1-16,2 0 16,0 0-16,-2-1 15,-1 1-15,-3 0 16,2-1-16,0-1 15,-1 0-15,-1 2 16,-1-2 0,-10 2-16,17-4 15,-17 4-15,12-3 16,-12 3-16,14-2 16,-14 2-16,13-1 15,-13 1-15,16-1 16,-16 1-16,14 1 15,-14-1-15,16 1 16,-16-1-16,15 3 16,-15-3-1,16 4-15,-16-4 16,18 2-16,-18-2 16,19 3-16,-19-3 15,16 3-15,-16-3 16,16 1-16,-16-1 15,16 0-15,-16 0 16,16-1-16,-16 1 16,19-3-16,-9 2 15,1-1 1,-1 1-16,0 0 16,1-2-16,-1 2 15,0-1-15,-10 2 16,18-3-16,-18 3 15,19-3-15,-19 3 16,18-3-16,-8 1 16,-1 0-1,-9 2-15,15-1 16,-15 1-16,0 0 16,11-3-16,-11 3 15,0 0-15,0 0 16,0 0-16,0 0 15,0 0-15,10-1 16,-10 1-16,0 0 16,0 0-16,0 0 15,0 0 1,0 0-16,0 0 16,0 0-16,0 0 15,0 0-15,0 0 16,0 0-16,5 7 15,-5-7-15,0 0 16,0 0-16,0 0 16,0 0-1,0 0-15,0 0 16,0 0-16,0 0 16,0 0-16,0 0 15,0 0 1</inkml:trace>
  <inkml:trace contextRef="#ctx0" brushRef="#br0" timeOffset="66864.94">10837 6892 0,'0'0'0,"0"0"0,1 2 16,-1-2-16,0 0 15,0 0-15,3 6 16,-3-6-16,0 0 15,0 0-15,0 0 16,6 8-16,-6-8 16,10 3-16,1-1 15,2 0 1,4-2-16,5 0 16,1-1-16,2 0 15,-4-1-15,-1 0 16,-1-1-16,-1 1 15,-1 0-15,0 0 16,1 0-16,0 0 16,-1 1-16,0-1 15,0 0 1,-2 1-16,3 1 16,-1 1-16,1 0 15,0 2-15,0-1 16,-1 1-16,1 1 15,-1 0-15,-1-1 16,0-1-16,-2 0 16,-1 0-16,0 0 15,-1 0 1,1 0-16,-2 0 16,2 1-16,2-1 15,0 1-15,0-1 16,2 1-16,1-1 15,0 1-15,2-1 16,0-2-16,0 0 16,2 0-16,0-2 15,-1-1 1,3 0-16,0-2 16,1-1-16,2 1 15,-4-1-15,1 1 16,-1-1-16,1 1 15,-3 0-15,-1-1 16,-2 3-16,-3-1 16,-1 1-16,1 0 15,-2 1 1,0-1-16,-2 2 16,-11 1-16,19-4 15,-19 4-15,11-1 16,-11 1-16,0 0 15,0 0-15,0 0 16,0 0-16,0 0 16,10-2-16,-10 2 15,0 0-15,0 0 16,0 0 0,0 0-16,0 0 15,0 0-15,0 0 16,0 0-16,0 0 15,0 0-15,0 0 16,0 0-16,0 0 16,0 0-16,0 0 15,0 0-15,0 0 16,0 0 0,0 0-16,0 0 15,0 0-15,0 0 16,0 0-16,0 0 15,0 0-15,0 0 16,0 0-16,0 0 16,0 0-16,0 0 15,0 0 1,0 0-16,0 0 16,0 0-16,0 0 15,0 0-15,0 0 16,0 0-16,0 0 15,0 0-15,0 0 16,0 0-16,0 0 16,0 0-16,0 0 15,0 0-15,0 0 16,0 0 0,0 0-16,0 0 15,0 0-15,0 0 16,0 0-16,0 0 15,0 0-15,0 0 16,0 0-16,0 0 16,0 0-16,0 0 15,0 0-15,0 0 16,0 0-16,0 0 16,0 0-1,0 0-15,0 0 16,0 0-16,0 0 15,0 0-15,0 0 16,0 0-16,0 0 16,0 0-16,0 0 15,0 0-15,0 0 16,0 0-16,0 0 16,0 0-1,0 0-15,0 0 16,0 0-16,0 0 15,0 0-15,0 0 16,0 0-16,0 0 16,0 0-16,0 0 15,0 0-15,0 0 16,0 0-16,0 0 16,0 0-1,0 0-15,0 0 16,0 0-16,0 0 15,0 0-15,0 0 16,0 0-16,0 7 16,0-7-16,0 0 15,0 0-15,0 0 16,0 0 0,0 0-16,0 0 15,0 0-15,0 0 16,0 0-16,0 0 15,0 0-15,0 0 16,0 0-16,0 0 16,0 0-16,0 0 15,0 0-15,0 0 16,0 0-16,0 0 16,0 0-1,0 0-15,0 0 16,0 0-16,0 0 15,0 0-15,0 0 16,0 0-16,0 0 16,0 0-16,0 0 15,0 0-15,-9 4 16,9-4-16,0 0 16,0 0-1,0 0-15,0 0 16,-9-13-1,6 3 1,0 3-16,3 7 16</inkml:trace>
  <inkml:trace contextRef="#ctx0" brushRef="#br0" timeOffset="77715.42">10761 3681 0,'0'0'0,"-1"-1"16,1 1-16,-3-8 15,3 8 1,-8-13-16,4 5 16,4 8-16,-6-10 15,6 10-15,0 0 16,0 0-16,0 0 16,0 0-16,0 0 15,0 0-15,0 0 16,0 0-16,0 0 15,0 0 1,-9 12-16,9 5 16,0 10-16,0 5 15,0 7-15,1 1 16,0-3-16,0-3 16,0-3-16,-1-5 15,0-6-15,0-5 16,-1-4-16,0-3 15,1-8 1,0 10-16,0-10 16,0 7-16,0-7 15,0 0-15,0 6 16,0-6-16,0 0 16,0 0-16,0 0 15,26-1-15,6-9 16,5-5-16,-1 0 15,-3-3-15,-4 1 16,-3 3 0,-5 1-16,-3 2 15,-1 1-15,-5 2 16,-12 8-16,14-5 16,-14 5-16,11-4 15,-11 4-15,0 0 16</inkml:trace>
  <inkml:trace contextRef="#ctx0" brushRef="#br0" timeOffset="79681.92">11181 3602 0,'0'0'0,"0"0"0,-2-2 16,2 2-16,0 0 0,-12-9 15,12 9 1,-20-14-16,5 4 16,-2-1-16,2 3 15,1-1-15,0 1 16,-1 0-16,1 2 15,-1 4-15,0-2 16,1 1 0,1 2-16,3-1 15,10 2-15,-11-1 16,11 1-16,0 0 16,0 0-16,-10 1 15,10-1-15,0 0 16,0 0-16,0 0 15,0 0-15,0 0 16,0 0-16,0 0 16,0 0-1,0 0-15,0 0 16,0 0-16,0 0 16,0 0-16,0 0 15,-10-3-15,10 3 16,0 0-16,-13-5 15,3 1-15,-2 1 16,-5 1-16,-6 1 16,-5 3-1,-3 5-15,3 1 16,-3 3-16,3 1 16,0 2-16,-3 2 15,2 3-15,0 1 16,2 1-16,3 0 15,0 0-15,3 1 16,2 0-16,1 1 16,3 2-1,-1 0-15,3 4 16,3-1-16,0 2 16,2 3-16,1 4 15,4 3-15,1-1 16,4-1-16,1-2 15,1-2-15,3-2 16,3-3-16,1-3 16,3-4-1,12 2 1,12-2 0,7-1-16,3-7 15,-10-5-15,0-5 16,4-3-16,3-3 15,0-3-15,3-4 16,-1-4-16,4-4 16,-3-3-1,-2-2-15,-3-4 16,1-3-16,-4 0 16,-3-3-16,-3-2 15,-6-1-15,-4 1 16,-2-3-16,-5 2 15,-3 3-15,-6-2 16,-6 0-16,-5-3 16,-5 0-1,-7 2-15,-5 1 16,-6 3-16,-6 1 16,-2 0-16,-1 5 15,1 4-15,2 4 16,4 4-16,2 3 15,7 2-15,5 4 16,14 4-16,-17-5 16,1 10-16,-15 9 15,-15 10 1,7 5-16,10-12 16</inkml:trace>
  <inkml:trace contextRef="#ctx0" brushRef="#br0" timeOffset="83948.25">3614 6354 0,'0'0'0,"0"0"0,0 0 15,0 0-15,0 0 16,0 0-1,0 0-15,1 4 16,-1-4-16,4 9 16,1 0-16,0 1 15,2 3-15,0 1 16,0 1-16,2-1 16,1 2-16,5-1 15,-2-3-15,4-3 16,0-5-1,4-6-15,7-8 16,5-8-16,7-16 16,4-10-16,7-11 15,-3-2-15,-2 0 16,-5 5-16,-4 6 16,-5 7-16,-4 4 15,-6 8 1,-4 4-16,-3 5 15,-3 4-15,-4 3 16,-1 3-16,-7 8 16,8-9-16,-8 9 15,0 0-15,4-8 16,-4 8-16,0 0 16,0 0-16,0 0 15,11 1 1</inkml:trace>
  <inkml:trace contextRef="#ctx0" brushRef="#br0" timeOffset="91132.26">10465 4248 0,'0'0'0,"0"0"0,5-2 0,8-3 16,16-5-16,18-2 15,9-4-15,5-1 16,5-1-16,4-5 16,-1 0-16,0-3 15,-3-3 1,-2 0-16,-5 0 15,-4 2-15,-9 3 16,-6 4-16,-8 3 16,-9 5-16,-4 2 15,-5 3-15,-14 7 16,15-8-16,-15 8 16,0 0-16,0 0 15,0 0 1,10-4-16,-10 4 15,0 0-15,0 0 16,0 0-16,0 0 16,0 0-16,0 0 15,0 0-15,0 0 16,0 0-16,0 0 16,0 0-16,0 0 15,0 0 1,0 0-16,0 0 15,0 0-15,0 0 16,0 0-16,0 0 16,0 0-16,0 0 15,0 0-15,0 0 16,0 0-16,0 0 16,0 0-16,0 0 15,0 0 1,0 0-16,0 0 15,0 0-15,0 0 16,0 0-16,0 0 16,0 0-16,0 0 15,0 0-15,0 0 16,0 0-16,0 0 16,0 0-16,0 0 15,0 0 1,0 0-16,9 4 15,-9-4-15,0 0 16,0 0-16,0 0 16,0 0-16,0 0 15,0 0-15,0 0 16,0 0-16,0 0 16,0 0-16,0 0 15,0 0 1,0 0-16,0 0 15,0 0-15,0 0 16,0 0-16,0 0 16,0 0-16,0 0 15,0 0-15,0 0 16,0 0-16,0 0 16,0 0-16,0 0 15,0 0 1,0 0-16,0 0 15,0 0-15,0 0 16,0 0-16,0 0 16,0 0-16,0 0 15,0 0-15,0 0 16,0 0-16,0 0 16,0 0-16,0 0 15,0 0-15,0 0 16,0 0-1,0 0-15,0 0 16,0 0-16,0 0 16,0 0-16,0 0 15,0 0-15,0 0 16,0 0-16,0 0 16,0 0-16,0 0 15,0 0-15,0 0 16,0 0-1,0 0-15,0 0 16,0 0-16,0 0 16,0 0-16,0 0 15,17 3-15</inkml:trace>
  <inkml:trace contextRef="#ctx0" brushRef="#br0" timeOffset="91814.75">11981 2566 0,'0'0'0,"0"0"15,0 0-15,-1 4 16,-1 8-16,-3 15 16,2 6-16,-1 0 15,0 0-15,1-2 16,-3 1-16,-5-1 15,-1-1 1,-1 1-16,0-4 16,1-2-16,0-2 15,3-3-15,0-4 16,3-2-16,1-3 16,1-2-16,-1-1 31</inkml:trace>
  <inkml:trace contextRef="#ctx0" brushRef="#br0" timeOffset="92298.17">11424 3201 0,'0'0'0,"0"0"0,0 0 16,0 0-16,0 0 16,7 1-16,10 0 15,13 2-15,10 0 16,2-6-16,8-5 15,5-5 1,3-1-16,0-2 16,-1 2-16,-1-1 15,-3 0-15,-5 4 16,-2-1-16,-3 1 16,-1 3-16,-1 0 15,-2 2-15,-8 2 16,-4 2-16,-6 0 15,-5 0 1,-3 1-16,-13 1 16,17 0-16,-17 0 15,0 0-15,0 0 16,-4 15-16,-18 9 16</inkml:trace>
  <inkml:trace contextRef="#ctx0" brushRef="#br0" timeOffset="93030.93">11765 3373 0,'0'0'0,"0"0"16,0 0-16,0 0 15,0 0-15,0 4 16,0 3 0,-1 9-16,0 6 15,-1 3-15,1 1 16,-1 0-16,0-2 16,-1-3-16,0-2 15,1-3-15,0-2 16,0-1-16,1-4 15,1-9 1,0 8-16,0-8 16,0 0-16,0 0 15,0 0-15,0 0 16,-7-13-16,4-4 16,1-8-16,4-3 15,2-2-15,1 3 16,2 3-16,-1 3 15,1 4 1,1 3-16,-1 3 16,3 2-16,0 3 15,3 1-15,5 3 16,4 4-16,3 3 16,-3 1-16,-1 2 15,-1 2-15,-2 1 16,-1 1-16,-3-1 15,-2 1-15,-1-1 16,2 4 0,1 0-16,-2-1 15,-2-3-15,-4-4 16,-6-7-16,0 0 16,0 0-16,0 0 15,11-3-15,-4-11 16,2-9-16,-1-4 15,0-3-15,1-1 16,-2 5 0,-1 2-16,-1 6 15,-1 3-15,-1 4 16,3 2-16,4 1 16</inkml:trace>
  <inkml:trace contextRef="#ctx0" brushRef="#br0" timeOffset="93765.22">12434 2759 0,'0'0'0,"0"0"0,0 0 15,1 5-15,5 3 16,2 8-16,6 1 16,4 0-16,2-3 15,1-2-15,-2-3 16,-4-3-16,0-2 15,-3-2-15,-1 0 16,0 0-16,1-1 16</inkml:trace>
  <inkml:trace contextRef="#ctx0" brushRef="#br0" timeOffset="93981.11">12562 2747 0,'0'0'0,"0"0"0,0 0 15,-1 3 1,-2 6-16,-3 13 16,-4 8-16,0 3 15,0-3-15,0-3 16,0-7-16,1-3 15,1-3-15,2-4 16,6-10-16</inkml:trace>
  <inkml:trace contextRef="#ctx0" brushRef="#br0" timeOffset="94631.29">12851 2872 0,'0'0'0,"0"0"0,0 0 15,1 2-15,-1-2 16,4 13-16,-3-5 15,-1-8-15,3 9 16,-3-9-16,0 0 16,10 2-1,2-5-15,2-6 16,4-6-16,-1-2 16,1-5-16,1-6 15,2-5-15,-2-4 16,-5 8-16,0 1 15,-2 2-15,-3 4 16,-4 7 15,-3 5-31,-2 10 16,1-8-16,-1 8 16,0 0-16,-4-7 15,4 7-15,0 0 16,-17-1-16,3 9 15,-6 7-15,1 2 16,-2 6-16,0 14 16,5-5-16,0 18 15,6-12 1,3-7-16,3-5 16,2-4-16,3-2 15,4-4-15,4-2 16,7-3-16,9-3 15,12-5-15,14-5 16,7-8-16,-8 0 16,5-4-1,-12 4-15</inkml:trace>
  <inkml:trace contextRef="#ctx0" brushRef="#br0" timeOffset="96449.39">13182 2383 0,'0'0'0,"-2"0"0,2 0 15,-23-6-15,-4 1 16,-9 11-16,-4 8 15,1 1-15,1 1 16,6 0-16,-5 13 16,1 11-16,4-6 15,9-7-15,-1 2 16,1 1 0,1 16-16,5 3 15,6-6-15,2 13 16,5-21-16,3 6 15,5 2-15,23 19 32,11 9-32,4-17 15,6-10-15,-14-21 16,-1-8-16,12-2 16,5-9-1,2-6-15,-2-12 16,-3-11-16,6-6 15,-6-1-15,-2-1 16,0-6-16,0-5 16,1-6-16,-8 1 15,-7 1-15,-9 2 16,-4-4-16,-8 4 16,-8 3-1,-7 4-15,-7 1 16,-12 2-16,-4 1 15,-10 2-15,-7 5 16,3 6-16,2 5 16,7 7-16,7 2 15,4 4-15,7 2 16,3 1-16,12 1 16,-13-1-1,13 1-15,0 0 16,0 0-16,-12 4 15</inkml:trace>
  <inkml:trace contextRef="#ctx0" brushRef="#br0" timeOffset="98082.18">13113 3114 0,'0'0'0,"-4"5"15,-1 4-15,-13 18 16,-8 16-16,-4 1 16,-6 5-16,-6 6 15,-5 0-15,-5 5 16,1 0-16,-3 2 16,0 2-16,5-2 15,6 3 1,6 1-16,3 0 15,2 0-15,5 4 16,4 1-16,5 2 16,0 4-16,3-1 15,3-2-15,3 8 16,0-4-16,0 5 16,0 1-1,-11-9-15,-3 2 16,0-5-16,-3 0 15,1 2-15,-2-1 16,5-5-16,-2 1 16,3-5-16,-1 0 15,1-4-15,2-3 16,0-1-16,3-6 16,0-1-16,1-10 15,0-1 1,2-3-16,-2-5 15,0-2-15,-3-5 16,1-3-16,3-5 16,2-1-16,3-5 15,3-1-15,0-1 16,6-7-16,-9 9 16,9-9-16,0 0 15,-7 7 1,7-7-16,0 0 15,0 0-15,-4 6 16,4-6-16,0 0 16,0 0-16,0 0 15,0 0-15,0 0 16,0 0-16,0 0 16,0 0-16,-13-3 15,8-6 1,-3-5-16,-1-3 15,0-3-15,1 1 16,2 4-16,3 3 16,0 4-16,3 8 15,0 0-15,0 0 16,0 0-16,0 0 16,12 20-16,-6 3 15,-3 3 1,-1 3-16,-1 1 15,-1-1-15,1-5 16,1-6-16,0-5 16,2-6-16,-4-7 15,19 2-15,6-13 16,12-10 0,8-14-16,-2-1 0,0-2 15,3-6-15,-2 4 16,-6 7-1,-1 0-15</inkml:trace>
  <inkml:trace contextRef="#ctx0" brushRef="#br0" timeOffset="102898.64">2082 7837 0,'0'0'0,"0"0"0,0 0 0,0 0 16,0 0-16,0 0 15,9 4-15,4 2 16,7 1-16,0-1 15,2 1-15,0 1 16,3 0-16,2-1 16,-1-1-1,-1-3-15,-3-1 16,-3-1-16,-2 0 16,-2 0-16,-1 0 15,0 0-15,-1 0 16,0-1-16,-2 1 15,1 0-15,0 0 16,1-1-16,1-1 16,-14 1-16</inkml:trace>
  <inkml:trace contextRef="#ctx0" brushRef="#br0" timeOffset="105632.33">4068 7810 0,'0'0'0,"-3"0"0,3 0 15,0 0 1,0 0-16,-12 0 15,12 0-15,0 0 16,0 0-16,0 0 16,0 0-16,0 0 15,0 0-15,0 0 16,0 0-16,11-2 16,3 0-16,5-2 15,2-1 1,2-1-16,1-2 15,3-3-15,-1 0 16,-2 2-16,-2-1 16,-3 1-16,-1 1 15,-3-2-15,-4 2 16,-11 8-16,12-6 16,-12 6-16,0 0 15,0 0-15,0 0 16,0 0-1,0 0-15,0 0 16,6-7-16,-6 7 16,0 0-16,0 0 15</inkml:trace>
  <inkml:trace contextRef="#ctx0" brushRef="#br0" timeOffset="108214.7">3627 7880 0,'0'0'0,"0"0"0,0 0 16,0 0 0,3 0-16,-3 0 15,28-4-15,1-2 16,2-1-16,-1-2 16,-5 1-16,1-3 15,2-2-15,-2-2 16,-2 1-16,-5 3 15,-2 1 1,-2 4-16,-1 2 16,-14 4-16,17-2 15,-17 2-15,10-2 16,-10 2-16,0 0 16,0 0-16,12-1 15,-12 1-15,0 0 16,0 0-16,0 0 15,0 0-15,0 0 16,0 0 0,0 0-16,0 0 15,8 7-15,-8-7 16,0 0-16,0 0 16,0 0-16,-7 7 15,7-7-15,0 0 16,0 0-16,0 0 15,0 0 1,-6 6-16,6-6 16,0 0-16,0 0 15,0 0-15,0 0 16,0 0-16,0 0 16,0 0-16,0 0 15,0 0-15,0 0 16,0 0-16</inkml:trace>
  <inkml:trace contextRef="#ctx0" brushRef="#br0" timeOffset="110232.12">3275 7862 0,'0'0'0,"0"0"0,-2-1 16,2 1-16,0 0 16,-10-2-16,10 2 15,0 0-15,0 0 16,0 0-16,0 0 15,0 0-15,0 0 16,15 5-16,3-2 16,7-2-1,5-2-15,0-2 16,4-2-16,-2-2 16,0-3-16,-5 0 15,-3-1-15,-6 3 16,-4 0-16,-1 0 15,-3 2-15,-10 6 16,11-8-16,-11 8 16,0 0-1,8-7-15,-8 7 16,0 0-16,-6-11 16,-2 4-16,-7 1 15,-5-1-15,-3 5 16,0 2-16,-2 3 15,3 3-15,0-2 16,4 1-16,1 1 16,1 0-16,4-1 15,2-1 1,10-4-16,-13 5 16,13-5-16,0 0 15,0 0-15,-10 8 16,10-8-16,0 0 15,0 0-15,3 7 16,-3-7-16,12 9 16,0-4-1,4-3-15,2-2 16,0-2-16,-2-3 16,-3 0-16,-13 5 15,13-9-15,-13 9 16,2-10-16,-3 4 15,-2-2-15,-5 0 16,-3 0-16,-6 3 16,-2 3-1,-3 2-15,-1 4 16,2-1-16,2 3 16,6-1-16,-1 1 15,5-1-15,9-5 16,-12 7-16,12-7 15,0 0-15,0 0 16,-5 6-16,5-6 16,4 7-16,-4-7 15,16 12 1,-3-7-16,4 0 16,3-3-16,0-2 15,0-1-15,0-1 16,-1 0-16,-2-1 15,-5-1-15,-12 4 16,16-4-16,-16 4 16,0 0-16,0 0 15,9-6 1,-9 6-16,0 0 16,-13-8-16,-2 6 15,-5 2-15,-3 3 16,0 1-16,1 1 15,3-1-15,2 0 16,1 0-16,5-3 16,11-1-1,-13 4-15,13-4 16,0 0-16,0 0 16,0 0-16,0 0 15,2 9-15,-2-9 16,22 13-16,-5-8 15,6-1-15,2-2 16,0-1-16,-1-1 16,-1-1-16,-3-1 15,-4-1 1,-3 0-16,-13 3 16,16-6-16,-16 6 15,0 0-15,12-9 16,-12 9-16,-2-9 15,-2 2-15,-6-1 16,-3-1-16,-2 2 16,-2 3-1,2 0-15,-1 3 16,2 0-16,2 1 16,3 0-16,9 0 15,-13 0-15,13 0 16,0 0-16,-9 0 15,9 0-15,0 0 16,0 0-16,7 10 16,-7-10-16,18 12 15,-18-12 1,19 8-16,-8-6 16,0-1-16,-1-2 15,-10 1-15,17-3 16,-17 3-16,16-7 15,-16 7-15</inkml:trace>
  <inkml:trace contextRef="#ctx0" brushRef="#br0" timeOffset="112848.86">1211 6256 0,'0'0'0,"0"0"16,0 0-16,0 0 15,0 0-15,0 0 16,0 0-16,5 1 16,-5-1-16,23 6 15,-4 0 1,5 0-16,5-3 15,9-2-15,1 0 16,4-1-16,0 0 16,0 0-16,3 0 15,1 0-15,1 0 16,1-2-16,1 0 16,1-2-1,-1-2-15,-3 1 16,-1-3-16,0 1 15,1-1-15,-2 0 16,-2 1-16,-2 0 16,-1 1-16,1-1 15,-2 2-15,-5-1 16,-5 1-16,-2-1 16,-3 1-1,-5 1-15,-4 1 16,-6 0-16,-9 3 15,13-3-15,-13 3 16,0 0-16,0 0 16,10-1-16,-10 1 15,0 0-15,0 0 16,0 0-16,-3-12 16,-3 5-1,-2-4-15,-6-1 16,-3-3-16,-2 2 15,1-1-15,1 4 16,3 1-16,1 2 16,1 0-16,3 2 15,9 5-15,-12-5 16,12 5-16,0 0 16,0 0-1,-10-4-15,10 4 16,0 0-16,9 12 15,1-1-15,7 5 16,3 2-16,2 1 16,-2-3-16,-3-1 15,-3-4 1,-4 2 0,-9 9-16,-4 4 15,-5 3 1,-10 7-16,-6 1 15,-2 1-15,-3-4 16,1-1-16</inkml:trace>
  <inkml:trace contextRef="#ctx0" brushRef="#br0" timeOffset="113415.06">1334 6077 0,'0'0'0,"0"0"16,0 0-16,0 0 15,0 0 1,-3 0-16,3 0 15,0 0-15,0 0 16,-5 15-16,2-3 16,-1 1-16,0 1 15,-1 2-15,1-1 16,-1 4-16,-1 2 16,-1 3-16,2 0 15,1-1 1,1-3-16,2-1 15,0-2-15,1-2 16,1-1-16,0-3 16,2 0-16,1-2 15,3 0 1,6 2 0</inkml:trace>
  <inkml:trace contextRef="#ctx0" brushRef="#br0" timeOffset="113980.86">1479 5903 0,'0'0'0,"0"0"16,0 0-16,0 0 16,0 0-16,0 0 15,0 0-15,0 0 16,1 4-16,0 3 16,1 6-16,3 5 15,0 8-15,2 3 16,-1 4-1,1 0-15</inkml:trace>
  <inkml:trace contextRef="#ctx0" brushRef="#br0" timeOffset="114865.17">1796 5949 0,'0'0'0,"-1"-1"16,1 1-16,0 0 15,0 0 1,0 0-16,-2-8 16,2 8-16,9-7 15,-9 7-15,11-6 16,-11 6-16,12 0 16,-12 0-16,12 5 15,-12-5-15,14 16 16,-9-4-1,0 0-15,-2 2 16,-2 0-16,-1-2 16,-1-1-16,0-5 15,1-6-15,0 0 16,0 0-16,0 0 16,12-1-16,-2-7 15,5-3-15,2 0 16,4-3-1,4 3-15,-5 1 16</inkml:trace>
  <inkml:trace contextRef="#ctx0" brushRef="#br0" timeOffset="115298.08">2179 5863 0,'0'0'0,"0"0"15,0 0-15,0 0 16,0 0-16,0 0 16,0 0-16,0 0 15,4 0-15,-4 0 16,0 0-16,0 0 15,13 2-15,-13-2 16,9 9 0,-9-9-16,12 12 15,-5-6-15,-1 1 16,-6-7-16,14 10 16,-14-10-16,10 4 15,-10-4-15,10 2 16,-10-2-16,0 0 15,11 3-15,-11-3 16,0 0 0,0 0-16,12 9 15,-12-9-15,5 12 16,-2-5-16,0 0 16,0 2-16,-2 3 15</inkml:trace>
  <inkml:trace contextRef="#ctx0" brushRef="#br0" timeOffset="116364.58">2650 5892 0,'0'0'0,"0"0"15,0 0-15,0 0 16,0 0-16,0 0 16,1 1-16,-1-1 15,6 14-15,-2-3 16,0 1-16,2-2 15,0-2-15,4-4 16,5-4-16,6-3 16,2-5-1,-4-3-15,-3-1 16,0-4-16,0-2 16,-3 3-16,-2 1 15,-4 6-15,-7 8 16,13-6-16,2 11 15,4 3-15,8 8 16,2 3 0,1 1-16</inkml:trace>
  <inkml:trace contextRef="#ctx0" brushRef="#br0" timeOffset="118864.51">9282 8063 0,'0'0'0,"-3"0"15,3 0-15,-12 1 16,-3 0-16,-3 1 16</inkml:trace>
  <inkml:trace contextRef="#ctx0" brushRef="#br0" timeOffset="119415.04">9015 8059 0,'0'0'0,"0"0"15,0 0-15,0 0 16,0 0 0,3 1-16,-3-1 0,0 0 15,0 0 1,0 0-16,0 0 15,11 4-15,-11-4 16,18 0-16,-3 0 16,3 0-16,1 0 15,3 0-15,2 0 16,2 0-16,2 0 16,1 0-1,0 0-15,1 0 16,1 0-16,-1 0 15,-1 0-15,-1 0 16,-1 0-16,-2-1 16,-4 0-16,-1 0 15,-1 1-15,-2-1 16,0 0 0,0 1-16,-2-2 15,-2 2-15,0-1 16,-4 0-16,-9 1 15,16-2-15,-16 2 16,0 0-16,11 0 16,-11 0-16,0 0 15,0 0-15,0 0 16,0 0-16</inkml:trace>
  <inkml:trace contextRef="#ctx0" brushRef="#br0" timeOffset="119865.5">8752 7993 0,'0'0'0,"0"0"15,0 0-15,0 0 16,0 2-16,0-2 16,0 0-16,12 2 15,10 1 1,12-2-16,5-1 15,6-4-15,4-1 16,4-1-16,2 1 16,-2 1-16,-2 0 15,-3 1-15,-5 3 16,-4 4-16,-7 2 16,-3 0-16,-4 1 15,-8-1 1,-3-2-16,-4 1 15,-10-5-15,12 6 16,-12-6-16,10 12 16</inkml:trace>
  <inkml:trace contextRef="#ctx0" brushRef="#br0" timeOffset="-195283.47">874 6787 0,'0'0'0,"0"0"15,-4 0-15,4 0 16,-11 1-1,11-1-15,0 0 16,-11 2-16,11-2 16,-2 12-16,0 8 15,4 15-15,1 8 16,0-3 0,0-7-16,0-7 15,-2-7-15,1-5 16,-2-4-16,0-10 15,1 9-15,-1-9 16,0 0-16,0 0 16,-17-17-16,7-12 15,2-6-15,2 0 16,2-2-16,2 3 16,2 5-16,3 5 15,2 9 1,3 2-16,3 4 15,4 4-15,2 4 16,4 5-16,0 6 16,3 4-16,2 5 15,1 3-15,-2-1 16,-4-4-16,-3-2 16,-3-2-16,0-5 15,-1-6 1,-3-5-16,-1-7 15,0-6-15,0-4 16,-1-10-16,-3-5 16,0-8-16,-3-2 15,-2 9-15,-1 5 16,0 6-16,0 7 16,1 5-16,2 3 15,1 2 1,-4 8-16</inkml:trace>
  <inkml:trace contextRef="#ctx0" brushRef="#br0" timeOffset="-195066.12">1349 6797 0,'0'0'0,"0"0"0,2-3 16,-2 3-16,20-18 16,-1 1-16,4-3 15,-1 1-15,-2 2 16,-1 3-16,-4 4 16,-2 7-16,1 3 15</inkml:trace>
  <inkml:trace contextRef="#ctx0" brushRef="#br0" timeOffset="-194865.11">1440 6994 0,'0'0'0,"0"0"15,0 0 1,0 0-16,5-2 15,5-3-15,9-8 16,6-9-16,2-7 16,5-8-16,1-4 15,-7 0-15</inkml:trace>
  <inkml:trace contextRef="#ctx0" brushRef="#br0" timeOffset="-194649.21">1714 6465 0,'0'0'0,"0"0"16,0 2-16,0-2 15,3 8-15,0 6 16,2 7-16,1 6 16,1 4-16,2 3 15,5 3-15,0-1 16,4-2-1,1-3-15</inkml:trace>
  <inkml:trace contextRef="#ctx0" brushRef="#br0" timeOffset="-193599.62">1938 6587 0,'0'0'0,"0"0"0,0 0 0,0 0 16,0 0-16,-4 4 16,0 11-16,3 15 15,6 8-15,2-1 16,1-6-16,1-5 16,0-3-16,4-9 15,2-7-15,0-4 16,0-5-1,-4-1-15,0-3 16,-2-7-16,-1-7 16,-1-6-16,-4 1 15,0 4-15,-3 0 16,-2 3-16,-2 0 16,-3 2-16,-2 1 15,3 4-15,-1 3 16,7 8-1,-7-10-15,7 10 16,0 0-16,0 0 16,-5-8-16,5 8 15,5-8-15,-5 8 16,12-8-16,-12 8 16,14-2-16,-14 2 15,14 10-15,-6 3 16,2 9-1,-1 9-15,1 2 16,-4-5-16,-2-6 16,-1-8-16,0-5 15,1-3-15,-4-6 16,16 5-16,-4-8 16,-2-4-16,0-7 15,2-8-15,-5-3 16,1-3-16,-4 1 15,-5 1 1,-2 2-16,-2 5 16,-1 6-16,2 4 15,0 1-15,4 8 16,-5-9-16,5 9 16,0 0-16,0-7 15,0 7-15,18-10 16,2 2-16,2 2 15,4-1 1,-4 2-16,3-1 16,-2 0-16,2 1 15,-2 0-15,-4 1 16,-4 0-16,-5 3 16,-10 1-16,18 7 15,-7 8-15,-1 5 16,0 5-1,-1-3-15,-2-4 16,0 1-16,-2-3 16,0-2-16,2-3 15,3 2-15,2-4 16,-1-2-16,0-6 16,-2-6-16,-1-7 15,-4-5-15,-4-6 16,-5-7-1,-7 0-15,-6-1 16,-1 5-16,2 8 16,1 5-16,-4 4 15,-9 9-15,-11 9 16</inkml:trace>
  <inkml:trace contextRef="#ctx0" brushRef="#br0" timeOffset="-189133.34">1074 7950 0,'0'0'0,"0"0"0,0 0 15,0 0-15,0 0 16,-3 2 0,3-2-16,0 0 15,0 0-15,-3 7 16,2 2-16,0 7 15,-1 8-15,3 5 16,2 5-16,3 1 16,2 1-16,1-4 15,1-4-15,-1 1 32,0-2-17,0-2-15,-3-5 16,-2-5-16,-3-6 15,2-2-15,-3-7 16,1 8-16,-1-8 16</inkml:trace>
  <inkml:trace contextRef="#ctx0" brushRef="#br0" timeOffset="-187649.73">1425 7981 0,'0'0'0,"0"0"0,0 0 15,-4 2 1,4-2-16,0 0 15,0 0-15,0 0 16,-6 6-16,6-6 16,2 10-16,1-2 15,1 2-15,1 5 16,2 6-16,2 6 16,1 4-1,0 1-15,2-2 16,-2-3-16,0-2 15,-2-4-15,0-1 16,0 0-16,-2-1 16,0-2-16,-3-3 15,-1-4-15,-1-3 16,0 0-16,-1-7 16,0 11-16,0-11 15,0 11 1,0-11-16</inkml:trace>
  <inkml:trace contextRef="#ctx0" brushRef="#br0" timeOffset="-185649.51">1883 8034 0,'0'0'0,"0"0"0,0 0 15,-3 0-15,3 0 16,0 0-16,-11 0 16,11 0-16,0 0 15,0 0-15,-12 3 16,12-3-16,0 0 15,0 0 1,0 0-16,-4 8 16,4-1-16,2 3 15,2 8-15,2 6 16,2 6-16,0 1 16,0-5-16,-1-1 15,-2-2-15,0-3 16,1 1-16,-1 0 15,0 3-15,-1-1 16,-2-2 0,-1-3-16,-1-4 15,0-4-15,0 0 16,0-1-16,0-2 16,0-1-16,0-6 15,0 10-15,0-10 16,0 6-16</inkml:trace>
  <inkml:trace contextRef="#ctx0" brushRef="#br0" timeOffset="-184299.63">2310 8027 0,'0'0'0,"0"0"16,0 0-16,0 0 15,0 0-15,0 0 16,0 0-16,0 0 15,0 0-15,1 2 16,-1-2-16,4 11 16,-1-4-16,0 5 15,3 1 1,-1 6-16,1 5 16,0 4-16,-2 7 15,0 1-15,-2-3 16,-1-1-16,-1-3 15,1 0-15,-2-1 16,-1-1-16,-3-1 16,1-4-1,0-5-15,1-2 16,1-4-16,-1-2 16,2 0-16,0-1 15</inkml:trace>
  <inkml:trace contextRef="#ctx0" brushRef="#br0" timeOffset="-182766.41">2857 8007 0,'0'0'0,"0"0"0,0 0 15,0 0-15,-2-2 16,2 2-16,0 0 16,0 0-16,0 0 15,0 0 1,0 0-16,0 0 16,0 0-16,0 0 15,0 0-15,2 12 16,0-2-16,1 1 15,2 6-15,0 7 16,0 6-16,-1 6 16,-2-1-16,-1-4 15,0-4 1,-1-1-16,0 0 16,0 0-16,0-3 15,-1-4-15,1-3 16,0-6-16,0-1 15,0-3-15,0-6 16,0 13-16</inkml:trace>
  <inkml:trace contextRef="#ctx0" brushRef="#br0" timeOffset="-179549.77">1149 7995 0,'0'0'0,"0"0"15,0 0-15,0 0 16,0 0-16,6 2 15,-6-2-15,20 1 16,-4-1-16,5 1 16,0-1-16,2 0 15,-1 0-15,-5 0 16,2 0-16,2 0 16,3 0-16,5 0 15,1 0 1,-2 0-16,-1 0 15,-2 0-15,-1 0 16,5 0-16,3 0 16,-1 0-16,-2 1 15,-2 0-15,-1 1 16,4 1-16,6 1 16,2-1-1,-4 0-15,-3 0 16,-1 0-16,7 2 15,3-2-15,-1 2 16,-6-2-16,1 0 16,6 1-16,2 1 15,-1-2-15,-10 1 16,-2-1-16,4-1 16,6 1-16,-1-2 15,-6 0-15,-4-1 16,-3 1-1,6 0-15,6 0 16,1-1-16,-4 0 16,-5-1-16,-1-1 15,8 1-15,3-1 16,-1-1-16,-7-1 16,-6-1-16,-2-2 15,4-4 1,1-4-16,1-4 15,-4 0-15,-2 0 16,-5 0-16,-4 3 16,-1 0-16,-3 1 15,-1 1-15,-2 0 16,-2 2-16,-2-3 16,-3 0-16,-4-1 15,-3-3 1,-2 4-16,-4 1 15,-7 6-15,-9 1 16,-11 1-16,-5 2 16,-2 4-16,-6 3 15,5 2-15,-3 2 16,-8-2-16,1 2 16,-4 0-16,-3-1 15,8 0 1,-6 0-16,-3 1 15,4-1-15,-9 0 16,5 0-16,4-2 16,-6-2-16,6 0 15,3-1-15,-1-2 16,4 1-16,3 0 16,3 0-16,4 0 15,-2 1-15,0 0 16,4 0-1,8-1-15,2 0 16,2 0-16,-2 0 16,4 0-16,5 0 15,3 0-15,2 0 16,2 0-16,2 0 16,0 0-16,3 0 15,1 0-15,1 1 16,1 2-1,-2 5-15,-1 7 16,2 8-16,1 2 16,4 3-16,5-3 15,2-2-15,3-3 16,7-2-16,3-4 16,5-5-16,9-5 15</inkml:trace>
  <inkml:trace contextRef="#ctx0" brushRef="#br0" timeOffset="-178399.49">1476 7189 0,'0'0'0,"-3"-3"0,3 3 15,-10-7-15,10 7 16,-15-11-16,15 11 16,-15-13-16,6 6 15,-1-1-15,-2 2 16,-2 1-16,1 1 15,-1 3 1,0 1-16,1 2 16,2 1-16,-1 1 15,3 2-15,0 4 16,2 3-16,1 4 16,3 3-16,3 3 15,2 3-15,3 0 16,1-3-16,2-3 15,0-6-15,6-4 16,2-5 0,4-3-16,1-7 15,-3-5-15,1-3 16,-1-5-16,-1-4 16,-3-3-16,-4-4 15,-3-6-15,-4-1 16,0 1-16,-2 3 15,-3 4 1,-2 3-16,-1 4 16,0 2-16,-1 4 15,1 3-15,2 5 16,3 7-16,-4-7 16,4 7-16,0 0 15,0 0-15,-6 12 16,3 1-16,2 7 15,6 9 1,3 5-16,4 4 16,2-2-16,0-4 15,9 8 1,2-1 0,1-4-16,-3-9 15,-8-13-15,-3-5 16,0-3-1,1-5-15,2-2 16</inkml:trace>
  <inkml:trace contextRef="#ctx0" brushRef="#br0" timeOffset="-178116.38">1758 7067 0,'0'0'0,"0"0"16,0 0-16,0 0 16,0 0-16,6 0 15,6 0-15,5-2 16,5-1-16,-1-2 15,-2-1-15,-3 0 16,0-1 0,2-1-16</inkml:trace>
  <inkml:trace contextRef="#ctx0" brushRef="#br0" timeOffset="-177867.09">1819 7179 0,'0'0'0,"0"0"16,0 0-16,5 0 15,-5 0-15,22 0 16,-9-1-16,3 0 15,6-5-15,3-3 16,1-1 0,2-2-16,-1 3 15</inkml:trace>
  <inkml:trace contextRef="#ctx0" brushRef="#br0" timeOffset="-177283.51">2306 6835 0,'0'0'0,"0"0"15,0 0-15,0 0 16,0 0-16,0 0 15,-4 1-15,4-1 16,0 0 0,0 0-16,-14 7 15,14-7-15,-20 13 16,11-5-16,-1 5 16,6 6-16,2 2 15,2 2-15,2-3 16,-1-6-16,2 1 15,-1-1-15,2-2 16,0-2 0,1 2-16,2-1 15,0-2-15,1-1 16,0 0-16,7 4 16,0 3-16,-1-4 15,-4-1-15,0 0 16,-1-3-16,-3 1 15,-3 1-15,-2 1 16,-4 3 0,-3 0-16,-4-1 15,0-2-15,0-2 16,2-1-16,8-7 16,-17 7-16,17-7 15,-12 3-15,12-3 16,-12-7-16</inkml:trace>
  <inkml:trace contextRef="#ctx0" brushRef="#br0" timeOffset="-176916.3">2332 6933 0,'0'0'0,"0"0"0,-1-2 0,1 2 15,0 0 1,0 0-16,0 0 16,-5-8-16,5 1 15,2-1-15,1-2 16,1-2-16,6-5 15,3-3-15,5-2 16,2 3-16,-1 1 16,7-4-1,-1 0-15,7-4 16,-1 0-16,-3 4 16,0-1-16,-4 6 15,7-5-15</inkml:trace>
  <inkml:trace contextRef="#ctx0" brushRef="#br0" timeOffset="-174449.75">4053 7752 0,'0'0'0,"-2"-2"0,2 2 15,0 0-15,-6-7 16,6 7-16,0 0 15,0 0-15,0 0 16,0 0-16,0 0 16,0 0-16,0 0 15,0 0-15,11 2 16,-11-2 0,18 5-16,-6-1 15,4-1-15,1 1 16,1-2-16,-2-2 15,-1-3-15,-3-1 16,-2 1-16,-10 3 16,11-5-16,-11 5 15,0 0-15,0 0 16,10-4 0,-10 4-16,0 0 15,0 0-15,0 0 16,-14 9-16,4-3 15,-5-1-15,-2-1 16,-1-1-16,5-1 16,3-1-16,-3 1 15,0-1 1,2 1-16,11-2 16,-13 2-16,13-2 15,0 0-15,0 0 16,0 0-16,0 0 15,0 0-15,0 0 16,12 1-16,0-1 16,4 0-16,-2 0 15,1 0-15,1 0 16,-1 0 0,2 0-16,-2-1 15,-3-1-15,-12 2 16,12-5-16,-12 5 15,0 0-15,0 0 16,5-6-16,-5 6 16,0 0-16,-16-4 15,3 2-15,-3 1 16,0-1 0,0 0-16,5 1 15,11 1-15,-15 0 16,15 0-16,0 0 15,-13 0-15,13 0 16,0 0-16,0 0 16,0 0-16,0 0 15,8 8-15,2-3 16,4-3-16,0-2 16,3-5-1,1 0-15,-2-1 16,-4 3-16,-1-2 15,-11 5-15,13-3 16,-13 3-16,0 0 16,0 0-16,11-3 15,-11 3-15,0 0 16,0 0 0</inkml:trace>
  <inkml:trace contextRef="#ctx0" brushRef="#br0" timeOffset="-169799.54">2394 7871 0,'0'0'0,"0"0"0,0 0 16,0 0-16,0 0 15,4 1-15,-4-1 16,16 5-16,1-2 15,6 3 1,2-3-16,3 1 16,-2-5-16,5-2 15,2-1-15,4-1 16,0-1-16,-4 0 16,3 0-16,3 0 15,4-2-15,-3 2 16,-4 0-16,-4 1 15,1-1-15,3 1 16,1-1 0,2 0-16,-2 0 15,-3 2-15,1 1 16,2 1-16,3 2 16,0-1-16,-1 0 15,1 0-15,0 1 16,-1 1-16,-2 1 15,-1 0 1,3 0-16,0 1 16,-1 0-16,-4 0 15,-1-1-15,4 0 16,3 2-16,-1 0 16,-4-1-16,0 0 15,3 1-15,2-1 16,0 0-16,-5 0 15,-1-2-15,5 0 16,2-1 0,1-1-16,-2 0 15,-1 0-15,5-2 16,1 1-16,-1-1 16,-4 0-16,6 1 15,2-1-15,-2 1 16,-2 0-16,2 1 15,1-1-15,-1 0 16,-2 2-16,1 2 16,2 0-1,0-1-15,-2 2 16,0-2-16,0 2 16,-1-1-16,-1 2 15,0 0-15,3 0 16,-2 1-16,-2-2 15,-4 0-15,3 0 16,2 1 0,-3-1-16,-4-1 15,-5 0-15,-2 0 16,4-1-16,3 1 16,-2-1-16,-3 1 15,-3-1-15,0 1 16,2 0-16,1 0 15,2-1-15,-2 1 16,-5-1 0,0 0-16,3 1 15,0 0-15,2-1 16,0 1-16,-8-2 16,3 1-16,-2 0 15,4 0-15,1 0 16,-1-1-16,-1-1 15,-4 0 1,-1-1-16,-3 0 16,1 0-16,-1-1 15,0 1-15,-2-1 16,0 1-16,-2 1 16,2 2-16,1 2 15</inkml:trace>
  <inkml:trace contextRef="#ctx0" brushRef="#br0" timeOffset="-169167.13">8799 8094 0,'-3'0'0,"3"0"15,-21-7-15,-6-1 16,-4 0-16,2 2 16,2 0-16,3-1 15,-5-1-15</inkml:trace>
  <inkml:trace contextRef="#ctx0" brushRef="#br0" timeOffset="-166915.78">8327 7987 0,'0'0'0,"0"0"16,0 0-1,0 0-15,1 2 16,-1-2-16,0 0 16,0 0-16,10 4 15,0-1-15,6 1 16,4-1-16,3-2 15,1 0-15,0-2 16,0 0-16,0-1 16,-1-2-16,-1 2 15,0-1 1,2 1-16,-1-1 16,2 1-16,-1 0 15,-2 0-15,-1 0 16,1 0-16,-3 1 15,2 0-15,-1 2 16,1 0-16,0 1 16,1-2-16,-1 1 15,2 0 1,-1-1-16,0 2 16,0-2-16,1 1 15,-1 0-15,0 0 16,1-1-16,-2-1 15,-1 1-15,-1 0 16,0 0-16,2 0 16,-2 0-1,1 0-15,0 0 16,-1 0-16,-1 0 16,0 0-16,-1 0 15,-1 0-15,-1 0 16,0 0-16,0 0 15,0 0-15,-1 0 16,1 0-16,-3 0 16,1 1-16,-1-1 15,0 0 1,-1 0-16,0 0 16,0 0-16,-2 0 15,-9 0-15,20 0 16,-11 0-16,-9 0 15,17 0-15,-17 0 16,19 0-16,-19 0 16,19 2-16,-10-1 15,-9-1 1,17 2-16,-17-2 16,12 1-16,-12-1 15,0 0-15,11 3 16,-11-3-16,0 0 15,0 0-15,0 0 16,0 0-16,0 0 16,0 0-16,0 0 15,10 2 1,-10-2-16,0 0 16,0 0-16,0 0 15,0 0-15,0 0 16,6-10-16,1-4 15,1-6-15,-1 0 16,-2 2-16,-1 2 16,2 0-16,-2-1 15,1 0-15,-2 1 16,2 1 0,-1 1-16,-1 1 15,1 2-15,-1 0 16,-1 1-16,0 1 15,0-1-15,0-1 16,-2 0-16,0 0 16,0 0-16,0-1 15,0 0-15,-1-1 16,0-2 0,1 0-16,-2-2 15,2-3-15,-1 1 16,0-3-16,0-2 15,0 2-15,0-1 16,0 0-16,1 1 16,-1-1-16,0-2 15,0 1 1,0-2-16,0-1 16,1 3-16,-1 2 15,0 1-15,0 0 16,0 0-16,-2 0 15,1 1-15,-2 0 16,2-1-16,-3 3 16,1 0-16,-2 3 15,1 0 1,-2 2-16,-2 1 16,-1 0-16,-6 1 15,-4 0-15,-6 4 16,-6 2-16,-3 4 15,-5 2-15,-3 3 16,0 2-16,1 4 16,0 1-16,1 1 15,1 2-15,2 0 16,-1-1 0,1 0-16,3 0 15,1-2-15,3-1 16,0-3-16,0-1 15,1-3-15,0-2 16,2-2-16,1-1 16,-1-3-16,2 1 15,1-2-15,0 0 16,1 2 0,2-2-16,3 2 15,1 0-15,3 1 16,2 1-16,3 0 15,10 2-15,-14-3 16,14 3-16,0 0 16,0 0-16,-11-1 15,11 1-15,-12 9 16,-6 8 0,-3 9-16,2 0 15,3 0-15,2 7 16,-1 3-16,2 3 15,1 2-15,2-2 16,1 1-16,-1 0 16,1-1-16,0 0 15,1-2-15,1-3 16,-1-1 0,0 1-16,2 0 15,2-2-15,-1 0 16,2 0-16,1 3 15,2-2-15,2-2 16,-1-2-16,0-6 16,0-2-16,0-5 15,-1-4-15,0-3 16,0-9-16,0 8 16,0-8-1,0 0-15</inkml:trace>
  <inkml:trace contextRef="#ctx0" brushRef="#br0" timeOffset="-152116.93">9630 7678 0,'0'0'0,"0"0"15,0 0-15,0 2 16,0-2-16,-5 9 16,2-1-16</inkml:trace>
  <inkml:trace contextRef="#ctx0" brushRef="#br0" timeOffset="-144217.33">10275 8041 0,'0'0'0,"0"0"0,0 2 16,0-2-16,0 0 15,0 0-15,0 0 16,0 0-16,-3 7 16,3-7-1,-1 13-15,-2 3 16,-2 13-1,-1 11 1,0 3-16,1-4 16,2-12-16,0-5 15,1-4-15,0-2 16,1-3 0,0-1-16,1-2 15,0-4-15,0-6 16,0 9-16,0-9 15,0 0-15,0 6 16,0-6-16,0 0 16,0 0-16,0 0 15,0 0-15,0 0 16,0 0 0,1 7-16,-1-7 15,0 0-15,0 0 16,0 0-16,0 0 15,0 0-15,0 0 16,0 0-16,0 0 16,0 0-16,0 0 15,0 0 1</inkml:trace>
  <inkml:trace contextRef="#ctx0" brushRef="#br0" timeOffset="-142583.12">10261 8077 0,'0'0'0,"0"0"15,0 0-15,0 0 16,0 0-16,0 0 16,3-1-16,7-5 15,9-3 1,8-2-16,1 0 15,-1 2-15,-3 0 16,-2 2-16,-3 3 16,-4 0-16,-3 2 15,-12 2-15,16 6 16,-12 1-16,-2 5 16,-7 6-16,-6 8 15,-8 3 1,-3 0-16,-2-7 15,4-4-15,1-5 16,4-3-16,0-2 16,4-3-16,1-1 15,10-4-15,-16 6 16,16-6-16,-10 4 16,10-4-1,0 0-15,-10 2 16,10-2-16,0 0 15,-4 8-15,4-8 16,4 13-16,5-2 16,8-1-16,7 3 15,5-3-15,-1-3 16,-2-2 0,-4-2-16,-5 1 15,1-2-15,-2 2 16,0 1-16,-1 3 15,-5-3-15,-10-5 16,12 10-16,-12-10 16,8 8-16,-8-8 15,3 13-15,0-6 16</inkml:trace>
  <inkml:trace contextRef="#ctx0" brushRef="#br0" timeOffset="-142231.46">10877 8308 0,'0'0'0,"0"0"16,0 0-16,0 0 15,0 0-15,-7 6 16,-8 5-16,-6 7 16,-1 3-16,-1 2 15,1 4 1,1-2-16,4-4 15,1 1-15,1 1 16,0 1-16,4 1 16,3-5-16,4-7 15,2-3-15,2-10 16</inkml:trace>
  <inkml:trace contextRef="#ctx0" brushRef="#br0" timeOffset="-141598.65">11344 8107 0,'0'-1'0,"0"1"16,0-8-16,-1-1 16,-1-4-16,-4-1 15,-2 2-15,-3 0 16,0 2-1,-2 1-15,-2 2 16,-5 0-16,-8 4 16,-4 7-16,-4 9 15,6 5-15,2 4 16,2 8-16,5 4 16,3 6-16,4 0 15,4-4-15,1 1 16,4 1-1,7 1-15,3-4 16,2-8-16,1-8 16,0-5-16,3 0 15,3-2-15,9-2 16,9-2-16,5-4 16,-4-5-16,-8-2 15,-5-1 1,-1-1-16,6-4 15,1 1-15,-2-2 16,-6 2-16,-6 3 16,-12 5-16,12-9 15,-12 9-15,5-8 16,-5 8-16</inkml:trace>
  <inkml:trace contextRef="#ctx0" brushRef="#br0" timeOffset="-139566.79">10520 7904 0,'0'0'0,"0"0"16,0-2-16,0 2 15,0 0 1,-5-8-16,5 8 16,-7-9-16,7 9 15,-11-14-15,3 6 16,-3-2-16,-4 0 16,-5 0-16,-6 1 15,1 4-15,-3 2 16,-1 3-16,-2 4 15,-1 1 1,2 2-16,1 3 16,1-1-16,3 1 15,3 0-15,2 0 16,-1 4-16,1 2 16,2 1-16,2 2 15,2 4-15,1-1 16,2 4-16,0 0 15,2 0-15,1 4 16,3-1 0,2 3-16,1 0 15,2-2-15,1-3 16,1 0-16,2-2 16,0-3-16,2 2 15,2-2-15,1 1 16,1 2-16,1-3 15,1-2 1,2-2-16,-1-3 16,3 5-16,1-1 15,2 2-15,-2-2 16,0-2-16,2 2 16,6-3-16,0-3 15,-6-3-15,-1-4 16,1-2-16,2-3 15,8-3 1,3-1-16,1-1 16,0 0-16,-1-2 15,-3-6-15,0-1 16,-1-2-16,1-3 16,1-3-16,-2-1 15,-7 1-15,-3-4 16,0-7-16,-2-3 15,-5-2 1,-3 2-16,-2-1 16,0-1-16,-2 1 15,0-2-15,-4 3 16,-6-1-16,-3 2 16,-3 0-16,-2 4 15,-13-12 1,-8 1-1,-7 2 1,0 9-16,12 11 16,2 3-16,3 5 15,1 2-15,1 2 16,-1 4-16,-2-1 16,4 4-16,4 0 15,4 0-15,2 0 16,1 3-16,11-3 15,-16 3-15,16-3 16,0 0 0,-12 3-16,12-3 15,0 0-15,0 0 16,0 0-16,0 0 16,0 0-16,0 0 15,0 0-15,-10 6 16,10-6-16,0 0 15,0 0-15,0 0 16,0 0 0,0 0-16,0 0 15,0 0-15,0 0 16,0 0-16,0 0 16,0 0-16,0 0 15,0 0-15,0 0 16,0 0-16,0 0 15,0 0-15,0 0 16,0 0 0,0 0-16,0 0 15,0 0-15,0 0 16,0 0-16,0 0 16,0 0-16,0 0 15,0 0-15,0 0 16,0 0-16,0 0 15,0 0-15,0 0 16,0 0-16,0 0 16,0 0-1,0 0-15,0 0 16,0 0-16,0 0 16,0 0-16,0 0 15,0 0-15</inkml:trace>
  <inkml:trace contextRef="#ctx0" brushRef="#br0" timeOffset="-137216.64">3277 7842 0,'0'0'0,"0"0"0,0 0 16,0-2-16,0 2 15,0 0 1,0 0-16,0 0 16,0 0-16,0 0 15,0 0-15,0 0 16,-6-7-16,6 7 15,0 0-15,0 0 16,0 0-16,0 0 16,0 0-16,0 0 15,0 0 1,12-4-16,1 3 16,4 0-16,3-4 15,2-1-15,-5 0 16,0 2-16,0-1 15,-1 0-15,0 0 16,-1 1-16,-4 0 16,-11 4-16,11-2 15,-11 2 1,0 0-16,0 0 16,0 0-16,0 0 15,0 0-15,0 0 16,-11 1-16,-6 1 15,2 1-15,0-2 16,-3 1-16,-1 0 16,-2-1-16,1-1 15,3-1 1,4 0-16,3 0 16,10 1-16,-13-2 15,13 2-15,0 0 16,0 0-16,0 0 15,0 0-15,0 0 16,0 0-16,0 0 16,11 9-16,0-5 15,0-1-15,1-2 16,-1-1 0,-11 0-16,15-1 15,-15 1-15,0 0 16,0 0-16,9-3 15,-9 3-15,0 0 16,0 0-16,-11-11 16,-6 4-16,-8 0 15,4 5 1,2 2-16,2 2 16,4-2-16,2 1 15,11-1-15,-16 2 16,16-2-16,0 0 15,-12 0-15,12 0 16,0 0-16,0 0 16,0 0-16,0 0 15,16 0 1,3-1-16,5-1 16,1 2-16,3-2 15,-1-1-15,-2 0 16,-4 0-16,-2-1 15,-3 0-15,-1-1 16,-4-1-16,-11 6 16,12-6-16,-12 6 15,0 0 1,0 0-16,0 0 16,9-7-16,-9 7 15,0 0-15,0 0 16,0 0-16,0 0 15,-7-6-15,7 6 16,0 0-16,0 0 16,-10-2-16,10 2 15,0 0-15,0 0 16,0 0 0,0 0-16,0 0 15,0 0-15,-10 0 16,10 0-16,0 0 15,0 0-15,0 0 16,0 0-16,0 0 16,0 0-16,0 0 15,0 0-15,0 0 16,-13 7 0</inkml:trace>
  <inkml:trace contextRef="#ctx0" brushRef="#br0" timeOffset="-134498.74">14766 6876 0,'0'0'0,"0"0"15,0 0-15,0 0 16,0 0-16,-1-1 16,1 1-16,-6-11 15,0 0 1,-2-2-16,-2-2 15,-2 1-15,0 0 16,-3-1-16,0 1 16,-5 0-16,-4 4 15,-1 4-15,-1 3 16,3 8-16,2 3 16,3 5-16,1 4 15,1 4 1,-1 6-16,2 5 15,4 4-15,5 1 16,4-4-16,0 4 16,2 4-16,2 2 15,1 4-15,1-3 16,0-1-16,0 2 16,1 3-16,0 1 15,-2 2-15,-1 1 16,-2-2-1,0-4-15,-2 1 16,-1 0-16,-2 5 16,0-5-16,2-4 15,0-6-15,0 1 16,1 0-16,2 0 16,2-6-16,2-6 15,-1-3 1,1-5-16,1-2 15,-1 1-15,3 5 16,0 1-16,0 1 16,-1-9-16,-2-4 15,1-2-15,-1-3 16,-4-6-16,5 11 16,-5-11-16,4 7 15,-4-7 1,21-4-16,-1-2 15,2 0-15,0-1 16,1 1-16,0-1 16,-3-3-16,4-6 15</inkml:trace>
  <inkml:trace contextRef="#ctx0" brushRef="#br0" timeOffset="-132283.59">15230 6833 0,'0'0'0,"0"0"15,0 0-15,0-2 16,0 2-16,0 0 16,0 0-16,17-6 15,-4 1-15,6 0 16,3 1-16,0 1 16,1-2-16,-1 1 15,-2 2-15,-3 1 16,-3 2-16,0 2 15,-1 5 1,2 4-16,-2 8 16,-4 4-16,-2 6 15,-3 4-15,-3 0 16,-2 9-16,0 7 16,-2 1-16,1-1 15,0 2-15,-1 4 16,0-2-1,0-2-15,2-4 16,-2 2-16,1-2 16,1-1-16,1-8 15,3-1-15,0-1 16,0 1-16,0 0 16,0-7-16,0 1 15,0-1-15,2 0 16,3 2-16,-2-3 15,-1-6 1,-2 1-16,-1 2 16,-1-4-16,0-3 15,-1-4-15,-1-2 16,1 2-16,-1-3 16,1-1-16,-1-5 15,0 0-15,1-7 16,-2 12-1,2-12-15,-4 12 16,4-12-16,-6 10 16,6-10-16,-7 8 15,7-8-15,0 0 16,-16 7-16,6-6 16,-5-2-16,-4-4 15,-3 0-15,2 1 16,1-2-1,-2 1-15,1-3 16,1-1-16,2 0 16,6 2-16,11 7 15,-14-8-15,14 8 16,-10-5-16,10 5 16,0 0-16,-11-4 15,11 4-15,0 0 16,0 0-16,-10-1 15,10 1 1,0 0-16,0 0 16,-9 0-16,9 0 15,0 0-15,-17 0 16,3 2-16,-3 1 16,2 0-16,0-1 15,0 0-15,0-1 16,2-3-16,3 0 15,10 2 1,-12-2-16,12 2 16,0 0-16,0 0 15,-9-3-15,9 3 16,0 0-16,0 0 16,0 0-16,0 0 15,0 0-15,0 0 16,0 0-16,0 0 15,0 0 1,0 0-16,0 0 16,0 0-16,0 0 15,0 0-15,0 0 16,0 0-16,0 0 16,0 0-16,0 0 15,0 0-15,0 0 16,0 0-16,0 0 15,0 0 1,0 0-16,0 0 16,0 0-16,0 0 15,-10-6-15,10 6 16,0 0-16,0 0 16,0 0-16,0 0 15,0 0-15,0 0 16,0 0-16,0 0 15,0 0 1,0 0-16,0 0 16,0 0-16,0 0 15,0 0-15,0 0 16,0 0-16,0 0 16,0 0-16,0 0 15,0 0-15,0 0 16,0 0-16,0 0 15,0 0 1,0 0-16,0 0 16,0 0-16,0 0 15,0 0-15,0 0 16,0 0-16,0 0 16,0 0-16,0 0 15,0 0-15,0 0 16,0 0-16,0 0 15,0 0-15,0 0 16,0 0 0,0 0-16,0 0 15,0 0-15,0 0 16,0 0-16,0 0 16,0 0-16,0 0 15,0 0-15,0 0 16,0 0-16,0 0 15,0 0 1,0 0-16,0 0 16,0 0-16,0 0 15,2-7-15,-2 7 16,0 0-16,0 0 16,0 0-16,0 0 15,0 0-15,0 0 16,0 0-16,0 0 15,2-6-15,-2 6 16,0 0 0,3-7-16,-3 7 15,0 0-15,0 0 16,3-7-16,-3 7 16,2-7-16,-2 7 15,4-11-15,0 4 16,1-6-16,4-8 15</inkml:trace>
  <inkml:trace contextRef="#ctx0" brushRef="#br0" timeOffset="-130583.83">14880 5605 0,'0'3'0,"-1"4"16,0 6 0,-1 16-16,-1 5 15,0 0-15,-1-3 16,-4-1-16,2-4 16,-1-3-16,3-8 15,1-3-15,3-12 16,-2 7-16,2-7 15,0 0-15,0-8 16,0-9-16,0-9 16,-1-6-16,-1-3 15,-2-1 1,0-2-16,1 2 16,0 1-16,3 4 15,3-5 1,4 3-1,2 6-15,0 4 16,0 13-16,2 2 16,4 4-16,5 6 15,2 5 1,-4 6-16,-3 2 16,-5 2-16,-4 3 15,-5 5-15,-7 1 16,-9 2-16,-1-4 15,-7-1-15,-2-7 16,2-5-16,1-3 16,7-4-1,5-2-15,10-2 16,-11 3-16,11-3 16,0 0-16,0 0 15,2 14-15,7 0 16,5 1-16,4 4 15,4-1-15,3 2 16,2 0-16,-1-6 16,-1-3-16,0-3 15,-4-3 1,-1-1-16,1-3 16</inkml:trace>
  <inkml:trace contextRef="#ctx0" brushRef="#br0" timeOffset="-129950.56">15084 5297 0,'0'0'0,"0"0"16,0-2-16,0 2 15,0 0-15,0 0 16,3 11-16,1 2 16,-1 0-16,-1-1 15,0-3 1,-1-3-16,-1-6 16,0 0-16,0 0 15,0 0-15,0 0 16,0 0-16,-3-18 15,4-2-15,4-7 16,2-4-16,2 4 16,0 4-16,0 3 15,-1 6 1,1 3-16,4 4 16,1 4-16,2 7 15,1 6-15,0 7 16,0 7-16,-3 3 15,-3-4-15,-2-1 16,-1-3-16,-2-4 16,-2-5-16,-1-3 15,-3-7 1,0 0-16,0 0 16,11-4-16,-3-9 15,2-11-15,0-2 16,-2-3-16,-1 1 15,0 3-15,-1 2 16,-2 4-16,0 5 16,-1 2-16,0 3 15,-1 3-15,-2 6 16,10-7 0</inkml:trace>
  <inkml:trace contextRef="#ctx0" brushRef="#br0" timeOffset="-124733.99">15280 6345 0,'0'0'0,"0"0"0,0 0 0,0 0 0,0 0 16,-3 5 0,-3 3-16,-6 7 15,-6 11-15,-3 7 16,-2 7-16,0 2 16,0 2-16,0 3 15,4-1-15,2-4 16,5-8-16,2-7 15,2-8-15,4-4 16,0-5 0,2-2-16,2-8 15,-3 9-15,3-9 16,0 0-16,-1 7 16,1-7-16,0 0 15,0 0-15,0 0 16,0 0-16,0 0 15,8-8-15,-8 8 16,0 0 0,2-7-16,-5-1 15</inkml:trace>
  <inkml:trace contextRef="#ctx0" brushRef="#br0" timeOffset="-123883.08">15802 6453 0,'0'0'0,"0"0"0,0 0 0,0 3 0,0-3 0,-1 15 0,-2 8 0,-8 19 0,-26 45 0,22-45 0,-5 5 15,4-5-15,0-2 16,2-4 0,1-2-16,2-5 15,1-7-15,4-6 16,1-6-16,3-4 16,2-6-16,-2 8 15,2-8-15,0 0 16,0 0-16,0 0 15,0 0-15</inkml:trace>
  <inkml:trace contextRef="#ctx0" brushRef="#br0" timeOffset="-121667.5">14194 7077 0,'0'0'0,"0"0"0,-2-2 16,2 2-16,-12-7 16,12 7-16,-14-9 15,14 9 1,-16-6-16,16 6 16,-20-6-16,10 4 15,-1 0-15,1 1 16,-1 1-16,1 0 15,10 0-15,-15 2 16,15-2-16,0 0 16,-10 2-16,10-2 15,0 0 1,0 0-16,0 0 16,20 4-16,-1-1 15,7-1-15,6 0 16,8-1-16,2-1 15,6-1-15,6-1 16,-2-2-16,-3 2 16,0-1-16,-5 2 15,-1-1-15,-3 1 16,-3 0 0,-4 0-16,-4 0 15,-6 0-15,-5 0 16,-5 0-16,-3 1 15,-10 0-15,10 0 16,-10 0-16,0 0 16,0 0-16,0 0 15,0 0-15,-3-9 16,-12 0-16,-4 0 16,0 0-1,2 1-15,1 2 16,2 0-16,2 1 15,12 5-15,-15-6 16,15 6-16,0 0 16,-10-5-16,10 5 15,0 0-15,0 0 16,0 0 0,0 0-16,0 0 15,27 6-15,-5 2 16,3 0-16,-1 0 15,-1 1-15,-4-2 16,-3 0-16,-4-1 16,-5 1-16,-4 5 15,-8 5 1,-6 3-16,-11 5 16,-14 3-1,-8 3 1,7-6-16</inkml:trace>
  <inkml:trace contextRef="#ctx0" brushRef="#br0" timeOffset="-119197.61">14910 6991 0,'0'0'0,"0"0"0,0 0 16,3 3-16,-3-3 16,12 17-16,-3-3 15,2 1-15,-1 1 16,-2-3-16,0-3 16,0-3-16,4-5 15,0-1-15,3-3 16,-2-4-16,-1-3 15,0-1 1,-1-5-16,-2-4 16,-1 0-16,-2-2 15,-3 5-15,-3 5 16,0 3-16,0 8 16,0 0-16,0 0 15,0 0 1,-6 9-16,2 14 15,1 10-15,2 11 16,1 0-16,0 0 16,0-8-16,0-1 15,0 1-15,0-1 32,0-4-32,-2-12 15,-2-8-15,4-11 16,-10-4-1,2-10-15,1-3 16,4 3-16,2 0 16,2 2-16,2 0 15,2 0-15,1 1 16,2-2-16,1 1 16,2 2-1,2-3-15</inkml:trace>
  <inkml:trace contextRef="#ctx0" brushRef="#br0" timeOffset="-118967.37">15213 7094 0,'0'0'0,"0"0"0,0 0 15,0 0-15,4 3 16,2 6-16,2 8 15,-2 6 1,-2 3-16,-2-3 16,-4 1-16,-2 7 15,-6-4-15</inkml:trace>
  <inkml:trace contextRef="#ctx0" brushRef="#br0" timeOffset="-118234.09">14819 7346 0,'0'0'0,"0"2"16,0-2-16,3 6 15,1 3-15,1 4 16,1 3-16,0 1 16,-1 1-16,0-1 15,-1 0-15,1-1 16,-1-1-16,-2-6 15,-2-9 1,13 6-16,-3-6 16,0-4-16,2-3 15,3-5-15,1-3 16,-3 1-16,-6 5 16,-7 9-16,0 0 15,0 0-15,0 0 16,-3 18-1,-2 10-15,4 9 16,-1 2-16,2-7 16,0-1-16,0-1 15,0-3-15,0-3 16,0-3-16,-3-7 16,-3 0-16,-2-7 15,8-7-15,-16 1 16,16-1-1,-11-13-15,9 1 16,6-7-16,0 1 16,5 1-16,-1 3 15,0 4-15</inkml:trace>
  <inkml:trace contextRef="#ctx0" brushRef="#br0" timeOffset="-116850.56">15042 7619 0,'0'0'0,"0"0"0,0 0 15,1-2 1,-1 2-16,0 0 16,0 0-16,9-6 15,-9 6-15,11-3 16,-1 2-16,3 1 16,3 2-16,-1 2 15,-1 2-15,-2 1 16,0 1-16,-1 6 15,-5 5-15,-3 4 16,-7 4 0,-8 3-16,-3-1 15,-2-4-15,1-5 16,3-5-16,1-4 16,4-2-16,1-2 15,7-7-15,-8 8 16,8-8-16,0 0 15,0 0-15,0 0 16,0 0 0,13 9-16,19-4 15,10-3-15,-2-1 16,-3-1-16,-6-1 16,0 0-16,-2 1 15,-7-1-15,-4 0 16,-3 0-16,-4 1 15,-11 0-15,11 0 16,-11 0 0,0 0-16,-2 11 15,-2-2-15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1:07:54.877"/>
    </inkml:context>
    <inkml:brush xml:id="br0">
      <inkml:brushProperty name="width" value="0.05292" units="cm"/>
      <inkml:brushProperty name="height" value="0.05292" units="cm"/>
      <inkml:brushProperty name="color" value="#EE0000"/>
    </inkml:brush>
  </inkml:definitions>
  <inkml:trace contextRef="#ctx0" brushRef="#br0">1509 1554 0,'0'0'0,"0"0"0,0 0 0,0 0 16,-1 3-16,1-3 15,-6 19-15,0 7 16,2 5-16,1-1 16,3-4-1,0-4-15,2-4 16,2-3-16,2-3 16,3-1-16,6-2 15,4-3-15,5-5 16,1-5-16,0-6 15,1-4-15,-5-4 16,0-2-16,-3-3 16,-3 1-16,-3-1 15,-4 5 1,-3 4-16,-4 5 16,-1 9-16,2-10 15,-2 10-15,0 0 16,0 0-16,-3 21 15,-4 16-15,-2 14 16,-2 10-16,0 8 16,3-2-1,1 2-15,5-2 16,1-7-16,0 14 31,1-8-31,-1-10 16,-3-13-16,-2-21 15,-8-5-15,-2-5 16,-2-3-16,2-6 16,2-6-16,1-8 15,-2-8-15,1-10 16,3-7 0,3-3-16,9-7 15,5-2-15,6-2 16,7 2-16,4 4 15,7 1-15,2-1 16,-1 6-16</inkml:trace>
  <inkml:trace contextRef="#ctx0" brushRef="#br0" timeOffset="1103.55">1628 1280 0,'0'0'0,"0"0"16,0 0-16,0 0 15,-5 6-15,-5 8 16,-10 10-16,-2 3 15,5-6-15,5-4 16,1-4-16,4-2 16,0-3-16,2-2 15,5-6-15,-6 8 16,6-8 0,0 0-16,0 0 15,4-8-15,12-16 16,12-12-16,3 1 15,0 1-15,-2 4 16,-2 2-16,-3 7 16,-3 7-1,-2 7-15,1 5 0,1 9 16,1 11 0,0 8-16,-1 8 15,0 2-15,-4 0 16,0-1-16</inkml:trace>
  <inkml:trace contextRef="#ctx0" brushRef="#br0" timeOffset="2166.69">1971 1839 0,'0'0'0,"0"0"0,0 0 0,0 0 0,0 0 16,0 0-1,3-1-15,-3 1 16,26-5-16,3-1 15,8 0-15,3 0 16,-2 0-16,-2 1 16,-5 0-16,-5 1 15,-6 1-15,-6 1 16</inkml:trace>
  <inkml:trace contextRef="#ctx0" brushRef="#br0" timeOffset="2366.76">1955 2088 0,'0'0'0,"0"0"0,0 0 16,5 1-1,9 2-15,15 1 16,5-6-16,4-2 15,-5-3-15,3-1 16,5-4-16</inkml:trace>
  <inkml:trace contextRef="#ctx0" brushRef="#br0" timeOffset="3033.56">2430 1731 0,'0'2'0,"0"-2"16,-7 18-1,1 15-15,0 12 16,1 1-16,4-5 15,1-9-15,1-7 16,2-6-16,1-6 16,0-4-16,-4-9 15,14 3-15,4-15 16,8-15-16,6-16 16,0-8-1,-6 8-15,-1-1 16,-5 10-16,-6 11 15,-4 6-15,-6 8 16,-4 9-16,0 0 16,0 0-16,13 7 15,-6 10-15,-1 7 16,-1 2-16,-3 3 16,0-2-1,0-1-15,0-5 16,0-3-16,-1-4 15,0-7-15,-1-7 16,0 0-16,19 0 16,0-12-16,4-16 15,-1-7-15,-4-7 16,-1-9-16,-3 2 16,-3 3-1,-1 6-15,-5 10 16,0 3-16,-2 9 15,0 8-15,-3 10 16,1-7-16,-1 7 16,0 0-16,6 16 15</inkml:trace>
  <inkml:trace contextRef="#ctx0" brushRef="#br0" timeOffset="3583.64">2964 1711 0,'0'0'0,"0"0"16,3 0-16,-3 0 15,22-8 1,0 4-16,1 4 15,-1 5-15,1 5 16,-2 4-16,-5 2 16,-4 5-16,-4 7 15,-5 7-15,-3 4 16,-5 2-16,-3-9 16,-1-5-16,1-9 15,1-5-15,3-5 16,4-8-1,-5 9-15,5-9 16,0 0-16,0 0 16,20-17-16,7-11 15,5-10-15,-4 0 16,-2-1-16,-4 5 16,-6 10-16,-5 5 15,-3 8-15,-8 11 16,5-10-1,-5 10-15,0 0 16,0 0-16,2 21 16,-10 13-16,-2 3 15,2-2-15,1-6 16,5-7-16,13-5 16,11-9-16,27-13 15,29-26-15,-7-4 16</inkml:trace>
  <inkml:trace contextRef="#ctx0" brushRef="#br0" timeOffset="6399.22">4755 1345 0,'0'0'0,"-2"-2"0,2 2 0,0 0 16,0 0-16,0 0 15,0 0-15,0 0 16,-13 10 0,5 6-16,0 4 15,-2 6-15,-1 1 16,-3 7-16,-1 4 16,-1 0-16,1 0 15,1-2-15,2-7 16,-1-2-16,2-6 15,2-3-15,1-4 16,3-5 0,2-1-16,3-8 15,-2 11-15,2-11 16,5 7-16,-5-7 16,28 8-16,0-7 15,4-5-15,0-3 16,-1 0-16,-5 1 15,-5 1-15,-2 5 16,-2 1-16,-1 1 16,2 1-1,4-1-15</inkml:trace>
  <inkml:trace contextRef="#ctx0" brushRef="#br0" timeOffset="6716.48">5080 1562 0,'0'0'0,"0"0"15,0 0-15,1 3 16,-1-3-16,19 13 15,1-3-15,3 2 16,0-4 0,-1 0-16,-3-1 15,-1-4-15,-1-1 16,2-2-16,-4-1 16,-2 1-16,-13 0 15,12 1-15</inkml:trace>
  <inkml:trace contextRef="#ctx0" brushRef="#br0" timeOffset="6933.58">4976 1832 0,'0'0'0,"0"0"0,0 0 0,0 0 15,0 0-15,4 1 16,-4-1-16,25 3 15,7-1-15,11-3 16,0-3 0,0-3-16,-3 0 15,-4 1-15,-5 0 16,-5 1-16,3-1 16</inkml:trace>
  <inkml:trace contextRef="#ctx0" brushRef="#br0" timeOffset="7749.36">6196 1426 0,'0'3'0,"2"5"16,-1 6-16,3 13 16,0 5-1,0 4-15,-3-1 16,0-3-16,0-4 16,0-9-16,0-2 15,3-5-15,8-4 16,8-7-16,9-11 15,15-10-15,0-8 16,1-9-16,-7-4 16,-4-10 15,-3 9-31,-11 12 16,-8 11-16,-7 13 15,-5 6-15,0 0 16,0 0-16,5 27 15,-6 13-15,-7 12 16,-2 6-16,-4 5 16,-2 1-16,-1 8 15,0-1 1,0 1-16,1 1 16,0-4-16,3-9 15,2-2-15,1-14 16,3-11-16,0 5 15,1-6-15,1-2 16</inkml:trace>
  <inkml:trace contextRef="#ctx0" brushRef="#br0" timeOffset="7903.26">6226 2217 0,'2'-3'0,"8"-14"0,5-9 15,17-32-15,1 0 16,1 11-16,7 6 16,-3 3-16,-3 8 15,-3 6 1</inkml:trace>
  <inkml:trace contextRef="#ctx0" brushRef="#br0" timeOffset="8766.68">6707 1818 0,'0'0'0,"0"0"16,0 0-16,0 0 15,0 0-15,0 0 16,0 0-16,1 1 16,-1-1-16,11 3 15,8 0-15,10-2 16,3-3 0,5-3-16,-1 1 15,2-2-15,-4 1 16,-6 1-16,-7 1 15,-7 1-15,-4 0 16,-10 2-16,10-1 16,-10 1-16</inkml:trace>
  <inkml:trace contextRef="#ctx0" brushRef="#br0" timeOffset="14883.27">7380 1507 0,'0'0'0,"0"0"0,0 0 0,0 0 16,0 3-16,0 6 15,-2 11-15,0 10 16,-1 7 0,1-1-16,1-1 15,-1-6-15,2-2 16,-1-5-16,0-6 16,1-4-16,0-5 15,0-7-15,0 0 16,0 0-16,0 0 15,18 1-15,-8-8 16,0-5-16,1-3 16,-3 1-1,-2 3-15,-3 5 16,-3 6-16,0 0 16,0 0-16,0 0 15,7 14-15,-2 1 16,0 0-16,0 1 15,-1 0-15,5-3 16,1 0 0,7-7-16,1-5 15,1-4-15,-1-8 16,-3-4-16,-1-7 16,-2-6-16,-2-5 15,-1 2-15,-2 4 16,-3 5-16,0 5 15,-1 3-15,-1 3 16,-1 4-16,0 0 16</inkml:trace>
  <inkml:trace contextRef="#ctx0" brushRef="#br0" timeOffset="15433.67">7684 1625 0,'0'0'0,"0"0"16,0 0-16,0 0 16,4-2-16,8-4 15,6 1 1,5 0-16,-1 3 16,-4 3-16,0 3 15,-2 5-15,-2 2 16,-2 4-16,-5 4 15,-5-1-15,-4 3 16,-3-2-16,-1-3 16,0-4-16,2-4 15,4-8 1,-5 9-16,5-9 16,0 0-16,0 0 15,-4-12-15,7-10 16,5-9-16,4-1 15,2 3-15,-1 7 16,-3 5-16,-2 8 16,-8 9-16,7-8 15,-7 8 1,0 0-16,0 0 16,7 15-16,-5 8 15,-2 6-15,-1 1 16,1-3-16,1-8 15,3-4-15,6-3 16,7-5-16,5-1 16,7-8-1,4-11-15,5-8 16</inkml:trace>
  <inkml:trace contextRef="#ctx0" brushRef="#br0" timeOffset="15650.04">8150 1380 0,'0'0'0,"0"0"0,0 0 16,2 2-16,3 12 15,10 16-15,4 11 16,2 5-16,2 3 15,1 4-15,0 0 16,-8-7-16,-15 8 16,-4-10-1,-13-1-15</inkml:trace>
  <inkml:trace contextRef="#ctx0" brushRef="#br0" timeOffset="16100.77">6161 1257 0,'0'0'0,"0"0"15,0 2-15,-6 8 16,-10 22-16,-12 33 16,-6 16-1,-2 7-15,-2 8 16,2 3-16,-8 53 31,20-27-31,12 4 16,21-41-16,14-39 15</inkml:trace>
  <inkml:trace contextRef="#ctx0" brushRef="#br0" timeOffset="16816.46">8524 1309 0,'0'0'0,"0"0"16,0 0-16,-2-2 15,2 2 1,0 0-16,0 0 16,0 0-16,6-8 15,7-1-15,5 0 16,2 1-16,1 5 15,0 5-15,-4 4 16,-2 6-16,-7 4 16,-8 8-16,-10 7 15,-9 10-15,-9-2 16,3-3 0,2-8-16,4-7 15,5-5-15,5-6 16,3-3-16,6-7 15,0 0-15,0 0 16,32-3-16,23-8 16,12-7-16,4 0 15,-1-1-15,-8 1 16,-9 3 0,-5 3-16,-6 0 15</inkml:trace>
  <inkml:trace contextRef="#ctx0" brushRef="#br0" timeOffset="24516.22">4491 2029 0,'0'0'0,"0"0"0,0 0 16,0 0-16,0 0 15,0 0-15,0 0 16,4 2-16,-4-2 15,18 8-15,-1-3 16,5 0-16,1-2 16,0-2-16,0-1 15,-2-1 1,1 0-16,3-1 16,4 1-16,1-1 15,0-1-15,-3 1 16,-2-2-16,2-1 15,6-1-15,1-1 16,0 0-16,-3 2 16,-5 0-16,0 0 15,5-1 1,1 0-16,1 0 16,-3 1-16,-5 3 15,0 0-15,-1 2 16,2-1-16,0-1 15,0 2-15,-3 0 16,-2 2-16,-1 0 16,-3 0-16,0 2 15,-2-2 1,2 1-16,1 2 16,3-1-16,2 2 15,0 0-15,-2 0 16,-3-1-16,-1-1 15,-1-1-15,1 2 16,2-1-16,2 2 16,1 1-16,0-1 15,-1 0-15,-1 0 16,0-2 0,0 1-16,0 0 15,2 0-15,2 1 16,1-1-16,-2-2 15,2-1-15,-1-2 16,3 0-16,3 0 16,-1 0-16,-2 0 15,-3 0 1,1 0-16,-1 0 16,0 0-16,2 0 15,0 0-15,2 0 16,1 0-16,-2-2 15,-4 2-15,0-1 16,2 0-16,2 1 16,0-1-16,1 0 15,-2 0-15,2 0 16,2 1-16,1-1 16,2 1-1,0 0-15,3 0 16,-2 0-16,2 0 15,1 0-15,-2 0 16,1 0-16,2 0 16,0 0-16,2 0 15,-3 0-15,1 0 16,-2 0-16,-3-1 16,-1 1-1,-4 0-15,-4 0 16,0 0-16,-2 0 15,-3 2-15,-1 0 16,0 0-16,-1 2 16,0-1-16,0 0 15,-2 0-15,-2 1 16,-1-2 0,-1 1-16,-11-3 15,17 3-15,-17-3 16,0 0-16,10 3 15,-10-3-15,0 0 16,0 0-16,0 0 16,0 0-16</inkml:trace>
  <inkml:trace contextRef="#ctx0" brushRef="#br0" timeOffset="26699.69">11840 398 0,'0'0'0,"2"2"0,-2-2 0,0 0 15,0 0-15,6 6 16,-6-6-16,0 0 16,0 0-16,3 9 15,-3-9 1,0 0-16,0 9 15,0-9-15,3 16 16,-1-2-16,1 8 16,0 4-16,0 10 15,0 6-15,0 1 16,-2 2-16,-2-1 16,-2 1-16,-3 2 15,1-4 1,-2 4-16,0 0 15,1-4-15,0-1 16,4-3-16,1 4 16,0 2-16,0-3 15,0-1-15,2-2 16,2 3-16,0-3 16,-1-5-16,0-4 15,0-2-15,0-3 16,0-4-1,-2-3-15,1-3 16,0-1-16,0-4 16,0-2-16,-1-8 15,2 9-15,-2-9 16,0 0-16,0 0 16,0 0-16,0 0 15</inkml:trace>
  <inkml:trace contextRef="#ctx0" brushRef="#br0" timeOffset="27400.07">11831 427 0,'0'0'0,"0"0"16,0 0-16,-6 1 15,-4 3-15,-10 8 16,-6 8-16,2-3 16,6 0-16,4-3 15,3 0-15,-1 0 16,3-1-1,0-1-15,2-1 16,4-5-16,3-6 16,0 0-16,-2 7 15,2-7-15,17 3 16,11-11-16,13-7 16,7-5-16,-1-3 15,-3-1-15,1-2 16,-8 2-1,-3 1-15,-9 5 16,-11 10-16,-4 0 16,-10 8-16,14-4 15,-3 13-15,2 11 16,3 6-16,-4-2 16,-2-3-16,0-2 15,-1 1 1,5 6-16,1 4 15,-1-5-15,0-1 16,-7-15-16,-7-9 16,0 0-16,10 6 15</inkml:trace>
  <inkml:trace contextRef="#ctx0" brushRef="#br0" timeOffset="27866.09">11270 329 0,'0'0'0,"0"0"0,0 0 16,0 0-16,0 2 16,0 5-16,0 9 15,-1 8-15,1 1 16,-2 2-16,-1 2 16,-2 4-16,1 3 15,0-3-15,0-1 16,-1-8-1,1 1-15,-2-2 16,2-1-16,0-4 16,1-4-16,2-3 15,1-4-15,3 0 16,-3-7-16,24 10 16,0-8-16,16-8 15,7-6-15,1-1 16,-2-4-16,-3 1 15,-6 2 1</inkml:trace>
  <inkml:trace contextRef="#ctx0" brushRef="#br0" timeOffset="29933.02">11815 1576 0,'0'0'0,"0"0"0,0 0 16,-2 0 0,2 0-16,0 0 15,0 0-15,0 0 16,-3 10-16,3-10 16,6 12-16,1-3 15,6-1-15,9 1 16,9-2-16,12-1 15,6-5-15,10-1 16,5 1-16,-2-1 16,-2 0-1,-4-1-15,1-5 16,-2 1-16,-1 0 16,0-1-16,-3 2 15,-1-1-15,0 4 16,0 1-16,1 0 15,2 1 1,1-1-16,-1 0 0,1 0 16,-1 0-1,-1 0-15,0-1 16,-1-7-16,-2 2 16,-3 0-16,-1 1 15,-2 0-15,-3 0 16,-4 2-16,1 0 15,-1-1-15,-2 2 16,-5 0-16,-3 4 16,-3 0-1,-4-1-15,-3 1 16,-2-2-16,-3 0 16,-11 0-16,11 0 15,-11 0-15,0 0 16,0 0-16,0 0 15,10-5-15,-10 5 16,0 0-16,0 0 16,0 0-1,0 0-15,0 0 16,0 0-16,0 0 16,0 0-16,-18-8 15,-1-1-15,2-1 16,-1 2-16,-2-2 15,-8-6-15,1 2 16,8 3 0,2 4-16,17 7 15,-15-8-15,15 8 16,0 0-16,-11-4 16,11 4-16,0 0 15,0 0-15,0 0 16,0 0-16,0 0 15,13 12-15,11 7 16,3 2 0,1-2-16,-5-5 15,0-2-15,-5-3 16,-5-3-16,1-1 16,-3 1-16,0 8 15,-3 8-15,-4-1 16,-6-5-16,-9-6 15,-12-4-15,-11 0 16,-5 0-16,-1-1 16,6 4-1,2 3-15,3 1 16,15-8-16</inkml:trace>
  <inkml:trace contextRef="#ctx0" brushRef="#br0" timeOffset="31266.39">13958 1615 0,'0'0'0,"-1"3"15,1-3-15,-3 10 16,3-10-16,-3 6 15,3-6-15,-1 8 16,0 2-16,0-3 16,-1 3-16,0 2 15,-1 1 1,0 4-16,1-1 16,2-1-16,-1 8 15,1-3-15,0 4 16,0-5-16,0-5 15,1-1-15,0-4 16,3 0-16,1-1 16,-1-2-16,5 1 15,6-2 1,0-4-16,2-2 16,-5-2-16,-12 3 15,19-13-15,-8-1 16,-1-1-16,0-3 15,1 0-15,-7 9 16,-4 9-16,6-9 16,-6 9-1,0 0-15,5-7 16,-5 7-16,0 0 16,0 0-16,7-7 15,-7 7-15,0 0 16,0 0-16,0 0 15,19 13-15,2 5 16,0 1-16,-1 0 16,-6 0-16,3 0 15,-2-1 1,0 1-16,0-7 16,-2-4-16,1-3 15,4-5-15,7-5 16,-1-4-16,1-3 15,-6-3-15,0-3 16,-2-3-16,-4 0 16,-4-4-1,-2 0-15,-2-1 16,-2 3-16,-1 5 16,-1 3-16,-1 6 15,-1 2-15,1 7 16,-2-6-16,2 6 15,0 0-15,-3-9 16</inkml:trace>
  <inkml:trace contextRef="#ctx0" brushRef="#br0" timeOffset="36616.25">11994 735 0,'0'0'0,"-2"-3"0,2 3 16,0 0-16,0 0 15,-14-7-15,14 7 16,0 0-16,0 0 16,-11 10-16,11-2 15,0 1-15,2 0 16,-1-1-1,2 2-15,0 0 16,1-2-16,0 1 16,1 2-16,6 5 15,-1-2-15,0 0 16,-1-3-16,-1 0 16,2 2-16,-1-1 15,0-1-15,-1-1 16,2 3-1,-1-3-15,-3-2 16,1 1-16,1-1 16,0 5-16,3 1 15,2 2-15,-1-1 16,-1 1-16,-1-3 16,-1-1-16,2 2 15,-1-2-15,3 1 16,-2-2-1,-1 1-15,0-3 16,-2-1-16,2 2 16,0 0-16,0 0 15,1 1-15,-1-1 16,-1 0-16,3 2 16,0 0-16,-1-2 15,1-2-15,0-2 16,0 2-1,2-1-15,-2 0 16,2 1-16,-2-2 16,0 1-16,1 0 15,-2 1-15,2 0 16,-1-1-16,-1 0 16,0-1-16,1-1 15,3 0-15,3 1 16,2 0-1,-3-2-15,-1 0 16,-2 0-16,1-1 16,2 3-16,1 2 15,1-1-15,0 2 16,0-3-16,3-2 16,-1-4-16,-1-1 15,-1-2-15,-1 1 16,-2-2-1,5-1-15,1-2 16,0-1-16,3 0 16,-5 1-16,0 1 15,-2 1-15,-3 0 16,-1 0-16,-1 0 16,3 0-16,-1 0 15,1 1-15,0-3 16,-1 2-1,0 1-15,-2 0 16,-1-1-16,2 0 16,1-1-16,1-3 15,0-1-15,-3 1 16,0 0-16,-3 0 16,1-1-16,2-3 15,0 0-15,2-1 16,-1 1-1,-2 1-15,-1 0 16,-1 2-16,-1 2 16,-1-1-16,-2 2 15,0 0-15,0 1 16,0-1-16,0 0 16,2 0-16,-2-1 15,0 0 1,2 0-16,-1-2 15,-2 1-15,1 0 16,-2 1-16,0 2 16,-4 6-16,7-13 15,-2 4-15,2-1 16,-1-3-16,0 3 16,1-5-16,-1 1 15,0 2-15,0-2 16,-1 3-1,0 1-15,-1-2 16,0 5-16,-4 7 16,9-13-16,-3 4 15,1-1-15,-2 1 16,3-1-16,0-2 16,3-4-16,-2-1 15,-2 4-15,-3 7 16,-1-1-1,2 1-15,-5 6 16,5-11-16,-5 11 16,7-15-16,-2 8 15,0-4-15,-5 11 16,5-9-16,-5 9 16,4-10-16,0 0 15,0 2-15,-4 8 16,3-10-16,-3 10 15,0 0 1,0 0-16,0 0 16,6-9-16,-6 9 15,0 0-15,0 0 16,0 0-16,0 0 16,0 0-16,0 0 15,0 0-15,0 0 16,0 0-16,0 0 15,0 0 1,0 0-16,0 0 16,0 0-16,8-10 15,-8 10-15,0 0 16,2-11-16,-1 2 16,-1 2-16,1-4 15,-1 11-15,0 0 16,0-7-16,0 7 15,0 0 1,0 0-16,0 0 16,0 0-16,0 0 15,0 0-15,0 0 16,0 0-16,0 0 16,0 0-16,0 0 15,0 0-15,0 0 16,0 0-16,0 0 15,0 0 1,0 0-16,0 7 16,0-7-16,0 0 15,0 0-15,0 0 16,0 0-16,0 0 16,0 0-16,0 0 15,0 0-15,0 0 16,0 0-16,0 0 15,0 0-15,0 0 16,0 0 0,0 0-16,0 0 15,0 0-15,0 0 16,0 0-16,0 0 16,0 0-16,0 0 15,0 0-15,0 0 16,0 0-16,-2 6 15,2-6-15,0 0 16,0 0 0,0 0-16,0 0 15,0 0-15,0 0 16,-1 7-16,1-7 16,0 0-16,0 0 15,0 0-15,0 0 16,0 0-16,0 0 15,-2-6 1,2 6-16,0 0 16,0 0-16,0 0 15,0 0-15,0 0 16,0 0-16,0 0 16,0 0-16,0 0 15,0 0-15,0 0 16,0 0-16,0 0 15,0 0-15,0 0 16,0 0 0,0 0-16,0 0 15,0 0-15,0 0 16,0 0-16,0 0 16,0 0-16,0 0 15,0 0-15,0 0 16,0 0-16,0 0 15,0 0 1,0 0-16,0 0 16,0 0-16,0 0 15,0 0-15,0 0 16,0 0-16,0 0 16,0 0-16,0 0 15,0 0-15,-3-7 16,3 7-16,0 0 15,0 0 1,0 0-16,0 0 16,0 0-16,0 0 15,0 0-15,0 0 16,0 0-16,0 0 16,0 0-16,0 0 15,0 0-15,0 0 16,0 0-16,-2-9 15,2 9 1,0 0-16,0 0 16,0 0-16,0 0 15,0 0-15,0 0 16,0 0-16,0 0 16,0 0-16,0 0 15,0 0-15,0 0 16,0 0-16,0 0 15,0 0-15,0 0 16</inkml:trace>
  <inkml:trace contextRef="#ctx0" brushRef="#br0" timeOffset="58066.05">1159 2762 0,'0'0'0,"0"0"0,0 0 0,0 0 16,0 0-16,-4 0 15,4 0-15,0 0 16,0 0-1,0 0-15,0 0 16,0 0-16,0 0 16,0 0-16,0 0 15,0 0-15,-10 7 16,7 3-16,-3 6 16,0 7-16,-1 6 15,0 7 1,2 2-16,1 0 15,3-2-15,2-5 16,2-2-16,0-4 16,2-4-16,1-5 15,0-7-15,-6-9 16,19 7-16,-5-11 16,4-6-16,3-6 15,1-6-15,-2-1 16,-2-3-16,-6 1 15,-2 0 1,-3 3-16,-2 4 16,-2 5-16,-2 5 15,-1 8-15,1-8 16,-1 8-16,0 0 16,0 0-16,0 0 15,0 0-15,0 0 16,-1 15-1,1 7-15,0 11 16,0 14-16,-1 10 16,-4 8-16,-2 3 15,1-1-15,-1-1 16,1-3-16,-8 23 31,-5-4-31,-2-8 16,3-12-1,7-24-15,1-3 16,2-10-16,2-6 16,2-6-16,1-6 15,3-7-15,-6 10 16,6-10-16,0 0 16,-15 0-16,6-10 15,-2-10-15,4-9 16,5-6-1,5-3-15,5-3 16,5-2-16,5-1 16,5 1-16,7 6 15,3 2-15,5 2 16,3 0-16,-2 3 16,6-3-16</inkml:trace>
  <inkml:trace contextRef="#ctx0" brushRef="#br0" timeOffset="58849.37">1071 2540 0,'0'0'0,"0"0"16,0 0-16,0 0 16,0 0-16,0 0 15,-1 2-15,1-2 16,-4 16-16,-1-1 15,0 2-15,-2 3 16,-1 1 0,1-2-16,0-3 15,3-5-15,1-2 16,3-9-16,-5 10 16,5-10-16,0 0 15,0 0-15,9-10 16,9-9-16,2-6 15,-2 0 1,-3 2-16,-3 5 16,-2 4-16,-2 2 15,2 4-15,6 8 16,6 6-16,4 8 16,4 10-16,1 9 15,-1 11-15</inkml:trace>
  <inkml:trace contextRef="#ctx0" brushRef="#br0" timeOffset="61032.68">1606 3101 0,'0'0'0,"0"0"0,0 0 15,0 0-15,0 0 16,0 0-16,0 2 15,0-2-15,0 0 16,9 7-16,2-2 16,6 1-16,7-2 15,3-3 1,2-1-16,2 0 16,0-1-16,-2 0 15,-2 0-15,-3 1 16,-3 0-16,-1 1 15,-3 0-15,-2 0 16,-2 1-16,-2 1 16,-11-3-16,14 5 15</inkml:trace>
  <inkml:trace contextRef="#ctx0" brushRef="#br0" timeOffset="61333.13">1634 3395 0,'0'0'0,"0"0"0,0 0 16,0 0-16,0 0 15,0 0-15,1 1 16,-1-1-16,13 3 15,4 0-15,10-3 16,6-5-16,6-4 16,1-1-16,-2 0 15,-1 0 1,-6 2-16,-5 1 16,-2 1-16,0 5 15,0 6-15,-2 7 16</inkml:trace>
  <inkml:trace contextRef="#ctx0" brushRef="#br0" timeOffset="63382.83">3269 582 0,'0'0'0,"0"0"0,0 0 16,0 0-16,-2-2 15,2 2-15,0 0 16,-5-7-16,5 7 16,-9-11-16,2 3 15,-2-1-15,-1-1 16,-1 2-16,-2 3 16,-2 3-1,0 2-15,0 3 16,-4 3-16,-1 4 15,0 10-15,-3 5 16,5 8-16,3 4 16,2-3-16,7-3 15,-2 4-15,5 0 16,1 1 0,4 1-16,3-4 15,1-6-15,2-1 16,5 2-16,5 1 15,5 1-15,5-1 16,0-3-16,2-4 16,-2-3-16,0-6 15,4-5-15,3-4 16,2-4-16,-6-3 16,-5-3-1,3-5-15,-2-6 16,0-6-16,-5-3 15,-3-3-15,-2 0 16,-5 1-16,-3-3 16,-6-3-16,-3-4 15,-4-1 1,-4 1-16,-3 1 0,-6 2 16,-3-2-1,0 4-15,-4 2 16,-5 4-16,-4 10 15,-5 3-15,-5 3 16,-6 8-16,-10 15 16,-17 18-16</inkml:trace>
  <inkml:trace contextRef="#ctx0" brushRef="#br0" timeOffset="65183.13">4953 574 0,'0'0'0,"0"0"16,0 0-16,-1-2 16,1 2-16,0 0 15,0 0-15,0 0 16,-17-7-1,6 4-15,-4 0 16,0 0-16,1 2 16,-2 2-16,-1 1 15,-1 4-15,-1 3 16,-1 7-16,1 6 16,0 4-16,2 2 15,5 2-15,2 3 16,5 4-1,2 1-15,4-1 16,3-2-16,2-2 16,0-3-16,2 1 15,2 1-15,3 2 16,3 2-16,4-6 16,4-1-16,2-4 15,1-7-15,2-1 16,0-4-1,2 0-15,5-3 16,1-2-16,1-6 16,-2-2-16,0-2 15,-4 0-15,2-5 16,0-1-16,-2-3 16,-4-2-16,-3-3 15,-2-5-15,-1-3 16,-3-2-1,-2-3-15,-5 1 16,-2-1-16,-3 0 16,-4-2-16,-5 0 15,-4-2-15,-7 2 16,-2 0-16,-2 5 16,-4-2-16,-2 3 15,-2 0-15,-7 0 16,1 4-1,-2 1-15,-1 4 16,-2 0-16,-1 5 16,-1 1-16,0 4 15,2 3-15,5 2 16,-1 3-16,2 0 16</inkml:trace>
  <inkml:trace contextRef="#ctx0" brushRef="#br0" timeOffset="66716.75">3587 960 0,'0'0'0,"0"0"0,3 0 15,-3 0-15,12 3 16,3-1 0,5 2-16,3 0 15,4-1-15,0-2 16,0 0-16,-5-1 16,-1 0-16,1 0 15,0 0-15,-2 0 16,-1 0-16,-5 0 15,-1 0 1,-2 0-16,1-1 16,1 1-16,-2-1 15,-11 1-15,14-1 16,-14 1-16,0 0 16,12-3-16,-12 3 15,0 0-15,0 0 16,3-7-16,-3 7 15,-7-14 1,-1 2-16,-2-1 16,-2 1-16,0 0 15,2 3-15,0 1 16,1 1-16,9 7 16,-12-10-16,12 10 15,0 0-15,-9-7 16,9 7-16,0 0 15,0 0 1,0 0-16,0 0 16,0 0-16,-2 12 15,10 0-15,6 7 16,5 2-16,-2-1 16,0-2-16,-6-4 15,1 4 1,-7 11-1,-2 3 1,-5-4-16,-3-8 0,-9-1 16,0 1-1,-4 0-15,0-5 16,7-6-16,0-2 16,11-7-16,-14 6 15,14-6-15,0 0 16</inkml:trace>
  <inkml:trace contextRef="#ctx0" brushRef="#br0" timeOffset="67565.96">3793 572 0,'0'0'0,"0"0"15,0 0-15,0 0 16,0 0 0,0 0-16,0 0 15,0 0-15,-2 3 16,0 4-16,-4 5 16,1 1-16,-1 1 15,2-1-15,0 1 16,2 1-16,0 1 15,4 1 1,1-3-16,3-1 0,0-4 16,0-2-1,-6-7-15,20 5 16,-2-9-16,5-6 16,0-2-16,-5-1 15,-5 3-15,-4 2 16,-1 0-16,-8 8 15,8-6 1,-8 6-16,0 0 0,0 0 16,0 0-1,0 0-15,8 17 16,-8 1-16,-5 7 16,2 2-16,-2 2 15,2-2-15,0-2 16,-1-1-16,-1-1 15,-4 3 1,-3 0 0,-1-4-1,2-6-15,1-3 16,-2-2-16,0-2 16,1-3-16,11-6 15,-16 7-15,16-7 16,-11-1-16,11 1 15,-10-14-15,7-4 16,1-7 0,2-6-16,2-4 15,5 5-15,2 2 16,0 7-16,1 1 16,1 0-16,6-5 15</inkml:trace>
  <inkml:trace contextRef="#ctx0" brushRef="#br0" timeOffset="68032.1">3877 363 0,'0'0'0,"0"0"0,0 0 0,0 0 0,0 0 16,0 0-16,-2 2 16,-3 4-16,-4 6 15,-4 7-15,1 0 16,1 1-16,3-6 15,2-2-15,3-3 16,1-2-16,2-7 16,-3 6-1,3-6-15,0 0 16,0 0-16,22-6 16,-2-5-16,3-2 15,-1-1-15,0 1 16,-2 1-16,-4 2 15,1 5-15,5 9 16,2 3 0,2 6-16,4 8 0,-8 0 15</inkml:trace>
  <inkml:trace contextRef="#ctx0" brushRef="#br0" timeOffset="71265.85">4133 1020 0,'0'0'0,"0"0"0,0 0 0,0 0 15,0-3-15,0 3 16,0 0-16,0 0 15,0 0-15,0 0 16,-1-6-16,1 6 16,13-6-16,-2 2 15,3-1 1,1 2-16,7 1 0,1 2 16,5 0-1,2 2-15,-1 0 16,4 1-16,-2 2 15,2 1-15,1 2 16,-1-2-16,0 2 16,-2-2-16,0-1 15,1-3-15,0 0 16,-2-1-16,0-1 16,-4 0-16,-3 0 15,-3 0 1,-2 0-16,-1 0 15,-2 0-15,0 0 16,-2 0-16,-3 0 16,-10 0-16,13 0 15,-13 0-15,0 0 16,10 0-16,-10 0 16,0 0-1,0 0-15,0 0 16,0 0-16,0-8 15,0 8-15,-18-13 16,4 4-16,-1 0 16,-3-1-16,1 1 15,-1 1-15,0 1 16,-1 1-16,3 2 16,2 0-1,1 2-15,2-1 16,11 3-16,-18-4 15,18 4-15,-14-3 16,14 3-16,-12-4 16,12 4-16,0 0 15,0 0-15,-10-3 16,10 3-16,0 0 16,0 0-16,0 0 15,0 0 1,6 10-16,1-1 15,3 2-15,1 3 16,3 2-16,-1-2 16,-3-2-16,0 0 15,-2-3-15,-3 0 16,-3 1-16,-3 4 16,-5 3-1,-8 7-15,-9 1 16,-1-2-16,0-3 15,2-3-15,2-3 16</inkml:trace>
  <inkml:trace contextRef="#ctx0" brushRef="#br0" timeOffset="74432.78">4279 643 0,'0'0'0,"0"0"15,0 0-15,0 0 16,0 0-16,0 0 15,0 1-15,0-1 16,0 0 0,-1 11-16,0-3 15,0 3-15,0 0 16,1 2-16,-1-1 16,0 0-16,0 1 15,1 2-15,-1-1 16,0-2-16,1 1 15,1-3 1,0-1-16,0-2 16,-1-7-16,2 8 15,-2-8-15,0 0 16,0 0-16,0 0 16,11 3-16,-11-3 15,0 0-15,9-9 16,-9 9-16,4-6 15,-4 6 1,0 0-16,3-7 16,-3 7-16,0 0 15,0 0-15,0 0 16,0 0-16,7 12 16,-4 0-16,0 1 15,1 1-15,2 0 16,0-2-16,0-3 15,0 0-15,-6-9 16,12 9 0,-12-9-16,20-4 15,-7-5-15,1-6 16,-3 0-16,-1-4 16,1 0-16,-1-3 15,-2-4-15,0 2 16,-2 1-16,-3 2 15,-2 4-15,0 2 16,-1 2 0,-1 3-16,1 4 15,0 6-15,0-11 16</inkml:trace>
  <inkml:trace contextRef="#ctx0" brushRef="#br0" timeOffset="75565.75">4529 844 0,'0'0'0,"0"0"0,0 0 16,0 0-16,0-2 15,0 2-15,0 0 16,0 0-16,2-8 15,-2 8-15,2-8 16,-2 8 0,3-10-16,-3 10 15,4-10-15,-4 10 16,6-9-16,-6 9 16,6-6-16,-6 6 15,0 0-15,0 0 16,12-6-16,-12 6 15,0 0-15,10 5 16,-10-5-16,10 11 16,-3 1-1,-3 8-15,-2 3 16,-4-1-16,-3-1 16,-1-2-16,-2 0 15,-2-1-15,-2 1 16,-1-2-16,1-1 15,2-5-15,3-3 16,7-8-16,-10 10 16,10-10-1,0 0-15,-7 7 16,7-7-16,0 0 16,0 0-16,0 0 15,0 0-15,0 0 16,0 0-16,0 0 15,0 0-15,14-8 16,2-1-16,3-3 16,4-1-1,7-5-15,5-2 16,5 1-16,4 0 16</inkml:trace>
  <inkml:trace contextRef="#ctx0" brushRef="#br0" timeOffset="79249.19">2891 1981 0,'0'0'0,"0"0"0,-2-1 16,2 1-16,0 0 16,0 0-16,0 0 15,-10-7-15,10 7 16,0 0-16,0 0 16,0 0-16,0 0 15,0 0-15,-6 21 16,5 14-1,-2 25-15,-1 33 16,-7 23-16</inkml:trace>
  <inkml:trace contextRef="#ctx0" brushRef="#br0" timeOffset="81232.16">2451 2856 0,'0'0'16,"0"0"-16,0 0 15,0 0-15,-3-2 0,3 2 16,0 0 0,0 0-16,0 0 15,0 0-15,0 0 16,-10 9-16,4 7 16,-1 11-16,-3 13 15,-1 11-15,0 7 16,0 10-16,0 4 15,2-3 1,1-5-16,2-11 16,2-10-16,5-9 15,3-6-15,1-9 16,-1-4-16,3-7 16,-7-8-16,20 4 15,-2-10-15,4-6 16,0-8-16,2-6 15,1-8-15,-1-5 16,-3-1 0,-2 5-16,-3 1 15,-3 7-15,-4 2 16,-2 7-16,-2 2 16,-1 4-16,-1 3 15,-3 9-15,2-9 16,-2 9-16,0 0 15,0 0-15,9 14 16,-3 2 0,1 3-16,0 2 15,-2-1-15,0-1 16,0 1-16,2 2 16,-2-3-16,0-4 15,0-5-15,-5-10 16,18 6-16,-6-7 15,1-4 1,1-3-16,3-5 16,3-7-16,-1-3 15,-6-3-15,-2-8 16,-1-2-16,-5-1 16,1 2-16,-3 3 15,0 1-15,0-2 16,-2 2-1,1 0-15,0 3 16,0 2-16,0 6 16,-1 3-16,-1 5 15,0 3-15,0 3 16,0 6-16,0-8 16,0 8-16,0 0 15,0 0-15,0 0 16,0 0-1</inkml:trace>
  <inkml:trace contextRef="#ctx0" brushRef="#br0" timeOffset="82031.98">2850 3439 0,'0'0'0,"2"-3"15,-2 3-15,15-19 16,2 0-16,0-1 15,-5 7-15,-2 0 16,-2 4 0,2 0-16,0-1 15,1 4-15,-11 6 16,15-2-16,-7 12 16,-1 11-16,1 9 15,-5 6-15,-10 2 16,-8 8-16,-5 5 15,-5-3 1,1-6-16,3-8 0,2-4 16,1-3-1,4-7-15,3-6 16,2-3-16,3-4 16,6-7-16,-9 10 15,9-10-15,0 0 16,-11 6-16,11-6 15,0 0-15,0 0 16,0 0 0,-12-2-16,12 2 15,0 0-15,-3-9 16,3 9-16,1-7 16,-1 7-16,6-6 15,-6 6-15,16-8 16,2 5-16,4 3 15,3 2-15,1 3 16,-5 0-16,-1-1 16,1-1-1,1 2-15,0-1 16,1-1-16,-4 1 16,-3-1-16,-2-2 15,-2-2-15,0-1 16,-12 2-16,14-3 15,-14 3-15,0 0 16,0 0 0,11-4-16,-11 4 15,0 0-15</inkml:trace>
  <inkml:trace contextRef="#ctx0" brushRef="#br0" timeOffset="83532.72">3258 3110 0,'0'0'0,"0"0"0,0 0 16,0 3-16,0-3 15,0 0 1,0 10-16,0-10 16,0 8-16,0-8 15,0 8-15,0-8 16,0 0-16,0 6 15,0-6-15,0 0 16,0 0-16,0 0 16</inkml:trace>
  <inkml:trace contextRef="#ctx0" brushRef="#br0" timeOffset="84435.48">3754 2685 0,'0'0'0,"0"0"0,0 0 0,0 0 16,0 0-16,-1 2 15,1-2 1,-5 10-16,-2 1 16,-4 7-16,-1 3 15,-1 5-15,-2 3 16,-1 5-16,0 10 15,3 4-15,2 0 16,4 6-16,1 2 16,3 2-1,1-2-15,1-3 0,0-1 16,2 14 15,1 13-31,0-14 16,3-9-16,2-19 15,2-8-15,8 1 16,2-4-16,2-7 16,4-6-16,-1-7 15,-1-2-15,3-2 16,5-1 0,3 0-16,-3-1 15</inkml:trace>
  <inkml:trace contextRef="#ctx0" brushRef="#br0" timeOffset="85949.76">2530 2373 0,'0'0'0,"0"0"16,4 1-16,-4-1 16,36 7-16,3 0 15,9 2 1,5-2-16,2-2 0,0 0 16,4-4-1,-4-3-15,7-2 16,1-5-16,1 1 15,3-3-15,-2-1 16,0-2-16,0-3 16,-2-2-16,0-3 15,-3-2-15,-3-2 16,-10-1 0,-2-4-16,-8-9 15,-7 0-15,-4-4 16,-9 0-16,-3 2 15,-5-2-15,-9 3 16,-5-3-16,-7 0 16,-8-4-16,-5-1 15,-5 4-15,-6 0 16,-4 2 0,-7-1-16,-4 0 15,-5 2-15,2 7 16,3 4-16,2 2 15,3 5-15,-1-2 16,-1 3-16,3 6 16,0 4-16,1 2 15,3 3 1,2 1-16,2 2 16,-5 1-16,-2 6 15,1 2-15,-1 3 16,7 3-16,-1 6 15,-3 5-15,5 1 16,3 3-16,4 2 16,4 0-16,0 3 15,3 2-15,3 4 16,2 1-16,5 1 16,3-1-1,3-4-15,3-3 16,0 0-16,2 2 15,3 6-15,2 4 16,2 0-16,4 2 16,0-1-16,1 1 15,0 4-15,2-1 16,-2 1-16,0-2 16,-4-4-1,1-2-15,0-3 16,0-1-16,6-6 15,2-7-15,8-8 16,11-6-16,7-4 16,7-13-16,2-3 15,-4-3-15,0-2 16,-7 4-16</inkml:trace>
  <inkml:trace contextRef="#ctx0" brushRef="#br0" timeOffset="87165.94">3981 3018 0,'0'0'0,"0"0"16,0 0-16,0 2 16,-1 7-16,-1 7 15,1 11-15,1 8 16,1-1-1,2-3-15,1-8 16,-1-6-16,0-4 16,-1-3-16,2-3 15,-4-7-15,6 7 16,-6-7-16,20-3 16,-1-8-16,1-5 15,-2-4 1,-1-2-16,-7 0 15,-1 5-15,-5 2 16,-1 3-16,-2 5 16,-1 7-16,1-8 15,-1 8-15,0 0 16,0 0-16,5 14 16,1 8-16,1 7 15,0-2 1,-1 0-16,0-6 15,-1-1-15,2-6 16,2-4-16,1-1 16,9-5-16,10-5 15,4-6-15,-3-16 16,-7-10-16,-4-6 16,-3-1-16,-2 1 15,-6 2 1,-1 1-16,-4-3 15,-1 6-15,-2 9 16,-2 6-16,1 7 16,1 11-16,-1-9 15,1 9-15,0 0 16,-9 10-16</inkml:trace>
  <inkml:trace contextRef="#ctx0" brushRef="#br0" timeOffset="87432.51">4539 3255 0,'0'0'0,"0"0"0,0 3 16,-1 4-16,0 12 15,-2 13 1,2 7-16,1 5 15,0-4-15,0-1 16,0 1-16,0-2 16,0-4-16,1-5 15,1-11-15,0-6 16,-2-12 0</inkml:trace>
  <inkml:trace contextRef="#ctx0" brushRef="#br0" timeOffset="87749.11">4671 3063 0,'0'0'0,"0"0"0,0 0 15,0 0-15,0 0 16,0 2-1,7 8-15,4 12 16,6 8-16,0 3 16,0-2-16,0 3 15,2 0-15,2 0 16,3-1-16,0-3 16,0-3-16,-2-4 15,-5-7-15,-3-4 16,-4-5-1,-10-7-15,13 4 16,-13-4-16</inkml:trace>
  <inkml:trace contextRef="#ctx0" brushRef="#br0" timeOffset="87982.55">4905 3059 0,'0'0'0,"-2"0"0,2 0 16,0 0-16,0 0 15,-12 9 1,-2 9-16,-8 17 16,-3 10-16,1-1 15,1 2-15,2 1 16,3-4-16,4-1 16,3-6-16,3-5 15,2 2-15,6-7 16</inkml:trace>
  <inkml:trace contextRef="#ctx0" brushRef="#br0" timeOffset="88698.82">5051 2688 0,'0'0'0,"0"2"0,0-2 0,0 0 16,0 0-16,6 12 15,7 8-15,5 10 16,4 4-1,5 7-15,2 2 16,4 5-16,-1-1 16,-7 49-1,-26 26 1,-23-3-16,-3-6 16,-9-36-16,-4 15 15</inkml:trace>
  <inkml:trace contextRef="#ctx0" brushRef="#br0" timeOffset="90699.52">2545 4089 0,'0'0'0,"0"0"0,0 0 15,0 0-15,-3 0 16,3 0-16,0 0 15,0 0-15,0 0 16,18 2 0,7 2-16,12-2 15,6-2-15,3 0 16,2-2-16,1 0 16,-1 0-16,1 0 15,-3 2-15,-3-1 16,-7 1-16,-7 0 15,-6 0-15,-7 0 16,-6 0 0,-10 0-16,11 0 15,-11 0-15,0 0 16,0 0-16,-15 5 16,-22 2-16,-13 0 15,-4-1-15,1-3 16,0-1-16,1-1 15,-2 0-15,3 0 16,3 0 0,3-1-16,5 2 15,0 1-15,3 0 16,6 0-16,6 0 16,6-2-16,6 0 15,4-1-15,9 0 16,-10 0-16,10 0 15,0 0-15,0 0 16,0 0 0,26 10-16,17-1 15,11-6-15,7-1 16,1-4-16,4-1 16,0-1-16,-3-4 15,-1 1-15,-6-1 16,-4 1-16,-9-1 15,-7 2-15,-3 1 16,-6 1 0,-3 1-16,-5 1 15,-4 0-15,-4 1 16,-11 1-16,14-2 16,-14 2-16,0 0 15,0 0-15,10 0 16,-10 0-16,0 0 15,0 0-15,0 0 16,0 0 0,0 0-16,0 0 15,0 0-15,0 0 16,0 0-16,0 0 16,0 0-16,0 0 15,0 0-15,0 0 16,0 0-16,0 0 15,0 0-15,0 0 16,0 0 0,0 0-16,0 0 15,2 7-15,-2-7 16,0 0-16,0 0 16,0 0-16,0 0 15,0 0-15,0 0 16,2 6-16,-2-6 15,0 0-15,0 0 16,0 0-16,0 0 16,0 0-1,0 0-15,0 0 16,0 0-16,0 0 16,0 0-16,0 0 15,0 0-15,0 0 16,0 0-16,0 0 15,0 0-15,0 0 16,0 0-16,0 0 16,0 0-1,0 0-15,0 0 16,0 0-16,0 0 16,0 0-16,0 0 15,0 0-15,0 0 16,0 0-16,0 0 15,0 0-15,0 0 16,0 0 0,0 0-16,0 0 15,0 0-15,0 0 16,0 0-16,0 0 16,0 0-16,0 0 15,0 0-15,0 0 16,0 0-16,0 0 15,0 0-15,0 0 16,0 0-16,0 0 16,0 0-1,0 0-15,0 0 16,0 0-16,0 0 16,0 0-16,0 0 15,0 0-15</inkml:trace>
  <inkml:trace contextRef="#ctx0" brushRef="#br0" timeOffset="92232.05">5525 3161 0,'0'0'0,"0"0"15,0 0-15,0 0 16,0 0-16,0 0 15,0 0-15,0 0 16,0 0-16,0 0 16,0 0-16,9-6 15,10-3-15,9-6 16,5-2-16,1 1 16,6-1-1,2 2-15,1 1 16,1 0-16,2-1 15,2 0-15,-1 1 16,-2 0-16,-4 2 16,-2 0-16,0 0 15,-5 1-15,-3 0 16,-5 2 0,-5 2-16,-3 0 15,-2 3-15,-5-1 16,-11 5-16,12-4 15,-12 4-15</inkml:trace>
  <inkml:trace contextRef="#ctx0" brushRef="#br0" timeOffset="92748.82">5641 3409 0,'0'0'0,"0"0"16,0 0-16,-2 1 15,2-1-15,0 0 16,0 0-16,0 0 16,0 0-16,-4 7 15,4-7 1,0 0-16,0 0 16,13 2-16,9-1 15,13-1-15,7-2 16,3 0-16,1-2 15,-2 1-15,2-3 16,-2 2-16,-1-1 16,1-1-16,-2-2 15,-2-2-15,-2-2 16,-9 1 0,-4 1-16,-5 2 15,-4 3-15,-2 0 16,0 0-16,-2 2 15,-1 0-15,-1 2 16</inkml:trace>
  <inkml:trace contextRef="#ctx0" brushRef="#br0" timeOffset="94001.43">7016 2865 0,'0'0'0,"0"0"16,0 0-16,0 0 16,0 0-16,0 0 15,0 0 1,0 0-16,0 0 15,0 0-15,0 0 16,0 0-16,-3 0 16,3 0-16,-2 10 15,-2 5-15,-2 11 16,-1 8-16,-2 4 16,-1 4-16,1-2 15,-1 0 1,3-7-16,0-3 15,2-3-15,2-6 16,2-8 0,4-6-1,-3-7-15,18 2 16,0-7-16,4-10 16,2-10-1,-1-5-15,1-6 16,-3 5-16,-2 1 15,-3 3-15,-6 7 16,0 4-16,-5 7 16,-5 9-16,4-9 15,-4 9-15,0 0 16,0 0-16,12 11 16,-6 8-16,-2 9 15,-1 2 1,0 2-16,0-1 15,0-2-15,-1 0 16,1-6-16,0-4 16,1-3-16,0-3 15,1-2-15,-1-2 16,3-2-16,-7-7 16,19 5-16,-6-10 15,7-9 1,5-9-16,-1-8 15,-1-6-15,-3 3 16,-5-1-16,-3 4 16,-5 4-16,-3 5 15,-2 4-15,-2 4 16,0 4-16,0 4 16,0 6-1,0-6-15,0 6 16,0 0-16,0 0 15,0 0-15,0 0 16,0 0-16,0 0 16</inkml:trace>
  <inkml:trace contextRef="#ctx0" brushRef="#br0" timeOffset="94582.61">7608 3256 0,'0'0'0,"0"0"0,0 0 0,0 0 0,0 0 16,0 0-16,-2 3 15,-1 4-15,-1 6 16,-2 10-16,1 7 16,0 3-16,-1 2 15,0 3 1,1 1-16,1-1 15,-1-2-15,1-5 16,1-6-16,1-9 16,-1-2-16,2-6 15,0-1-15,1-7 16,-1 7-16,1-7 16,0 0-16</inkml:trace>
  <inkml:trace contextRef="#ctx0" brushRef="#br0" timeOffset="95415.82">7905 2924 0,'0'0'0,"0"0"16,0 0-16,0 0 16,0 4-16,0 3 15,0 8-15,0 6 16,-1 3-1,-1 8-15,-4 7 16,-1 8-16,-1 0 16,0-3-16,2-3 15,3-1 1,6-6 0,5-9-16,1-14 15,3-9-15,4-8 16,1-8-16,0-4 15,-1-6 1,-1-7-16,-3 1 16,-2-1-16,-3 4 15,-2 4-15,-2 6 16,-1 6-16,-1 5 16,-1 6-16,0 0 15,0 0-15,0 0 16,17 11-1,-10 14-15,-1 6 16,-3 1-16,0-2 16,-1-3-16,1 2 15,-1-2-15,1-5 16,2-4-16,3-4 16,0-2-16,0-3 15,-2-2-15,-6-7 16,13 4-1,-3-10-15,5-9 16,2-11-16,2-5 16,-5-1-16,-2-5 15,-2-4-15,-3-1 16,-3 5-16,-1 8 16,-1 9-16,0 6 15,-2 4 1,1 3-16,-1 7 15,0-10-15,0 10 16,0 0-16,0 0 16,0 0-16,0 0 15,0 0-15,3 19 16</inkml:trace>
  <inkml:trace contextRef="#ctx0" brushRef="#br0" timeOffset="96032.68">8240 3393 0,'0'0'0,"0"0"15,0 0-15,5-1 16,-5 1-1,19-2-15,-3 0 16,1 0-16,-1 0 16,0 2-16,0 1 15,0 1-15,-1 0 16,0-1-16,-4 3 16,0 3-16,-3 6 15,-1 7-15,-3 4 16,-4 6-16,-5 9 15,-16 5 17,-1 0-32,-4-2 15,-1-14-15,10-10 16,2-4-16,-1-1 16,3-1-16,1-2 15,3 1-15,4-3 16,2-1-16,3-7 15,0 7 1,0-7-16,20 5 16,2-4-16,2-8 15,0 1-15,3-3 16,3 0-16,4-2 16,-4 1-16,-2 1 15,-5 2-15,-3 1 16,-3 1-16,-4 1 15,-13 4-15,16-5 16,-16 5 0,0 0-16,10-3 15,-10 3-15,0 0 16</inkml:trace>
  <inkml:trace contextRef="#ctx0" brushRef="#br0" timeOffset="97498.75">8779 3077 0,'0'0'0,"0"0"0,0 0 16,0 0-16,0 0 15,0 0-15,0 0 16,0 0-16,0 0 16,0 0-16,0 0 15,0 0-15,0 0 16,0 0-16,0 0 15,0 0 1,3 0-16,-3 0 16,0 0-16,0 0 15,0 0-15,11-2 16,-11 2-16,0 0 16,0 0-16,0 0 15,11 2-15,-11-2 16,0 0-16,0 0 15,12 8-15,-12-8 16,17 12 0,-5 0-16,-1 2 15,-1 4-15,-3 2 16,-3 3-16,-3 4 16,-3 3-16,-3 0 15,-3 1-15,-5-2 16,-1-2-16,-2-5 15,2-4-15,2-5 16,2-3 0,0-2-16,2-2 15,8-6-15,-12 9 16,12-9-16,0 0 16,-10 7-16,10-7 15,0 0-15,0 0 16,0 0-16,0 0 15,0 0 1,0 0-16,0 0 16,0 0-16,0 0 15,0 0-15,0 0 16,11-6-16,5-5 16,6-7-16,2-7 15,-1-3-15,2-6 16,2-5-16,-1-2 15,0 0 1,-2 2-16,-2 4 16,-3 3-16,-1 4 15,-3 4-15,-2 5 16,-2 5-16,-2 3 16,-3 4-16,-6 7 15,8-9-15,-8 9 16,0 0-16,0 0 15,0 0-15,0 0 16,0 0-16,0 0 16,0 0-1,0 0-15,0 0 16,0 0-16,-5 14 16,-11 12-16,-5 7 15,-2 6-15,0-1 16,2-1-16,1 7 31,3-1-31,3-7 16,5-7-1,6-12-15,3-3 16,5-1-16,5-3 16,9-5-16,12-7 15,13-6-15,3-7 16,4-2-16,0-5 15,2-4-15,-5-4 16</inkml:trace>
  <inkml:trace contextRef="#ctx0" brushRef="#br0" timeOffset="105848.95">7068 3867 0,'0'0'0,"0"0"16,0 0-16,0 0 16,0 0-16,0 0 15,0 0-15,0 0 16,0 0-1,0 0-15,0 0 16,0 0-16,0 0 16,3 0-16,-3 0 15,12 3-15,-12-3 16,17 2-16,-17-2 16,18 5-16,-8-4 15,0 0 1,-10-1-16,19 1 15,-9 0-15,0-1 16,1 1-16,0 1 16,-1-2-16,0 1 15,-10-1-15,18 2 16,-18-2-16,18 1 16,-18-1-16,14 2 15,-14-2 1,16 2-16,-16-2 15,17 1-15,-7 0 16,1 0-16,-1 0 16,1-1-16,1 3 15,2-3-15,3 3 16,2-2-16,-1 1 16,0-1-1,-1 1-15,1-1 0,0-1 16,-3-1-1,1 0-15,0 0 16,0 1-16,2-2 16,2 1-16,-1-1 15,-1 0-15,-3 2 16,-2-2-16,0 1 16,-2 1-16,-1 0 15,1 0 1,-1 0-16,-10 0 15,18 3-15,-8-3 16,1 3-16,0-1 16,1 1-16,-2 1 15,1-1-15,-1-1 16,-10-2-16,17 5 16,-17-5-16,17 5 15,-17-5-15,17 5 16,-8-3-1,2 1-15,0-1 16,0 1-16,-1-1 16,-10-2-16,17 5 15,-17-5-15,15 4 16,-15-4-16,17 5 16,-7-2-16,1-1 15,1 0-15,1 1 16,0-1-1,1 1-15,0-1 16,0 0-16,0 1 16,2-1-16,1-1 15,1 0-15,1-1 16,0-1-16,0 0 16,0-2-16,-2 1 15,2-2-15,-1 1 16,-2 1-1,-2-1-15,1 1 16,-3 0-16,1-1 16,-1 0-16,-2 2 15,1 0-15,-1 0 16,-10 1-16,17-1 16,-17 1-16,15-2 15,-15 2-15,11-2 16,-11 2-1,0 0-15,0 0 16,11 0-16,-11 0 16,0 0-16,0 0 15,0 0-15,0 0 16,0 0-16,0 0 16,0 0-16,0 0 15,10 0-15,-10 0 16,0 0-1,0 0-15,0 0 16,0 0-16,0 0 16,0 0-16,0 0 15,0 0-15,0 0 16,0 0-16,0 0 16,0 0-16,0 0 15,0 0-15,0 0 16,0 0-16,0 0 15,0 0-15,0 0 16,0 0 0,-18 7-16,-15 1 15,-19 1-15,5-3 16,9-2-16,6-2 16,-1-2-16,-1 0 15,-3 0-15,2 0 16,2 0-16,2 0 15,-2 0-15,1 0 16,-1-2 0,1-1-16,1 1 15,-1-2-15,2-2 16,3-1-16,2 0 16,3-1-16,-2 1 15,0 0-15,1-1 16,2 2-16,5 1 15,0 1 1,2 0-16,1 1 16,0-2-16,1 2 15,1-1-15,0 1 16,1-1-16,0 0 16,0-2-16,10 6 15,-18-11-15,18 11 16,-16-9-16,16 9 15,-17-10 1,17 10-16,-17-10 16,17 10-16,-18-10 15,18 10-15,-18-10 16,18 10-16,-16-9 16,16 9-16,-19-10 15,19 10-15,-19-9 16,19 9-1,-17-7-15,17 7 16,-16-6-16,16 6 16,-15-4-16,15 4 15,-11-2-15,11 2 16,0 0-16,0 0 16,-11-3-16,11 3 15,0 0-15,0 0 16,0 0-16,0 0 15,0 0 1,0 0-16,0 0 16,0 0-16,0 0 15,0 0-15,0 0 16,0 0-16,0 0 16,0 0-16,12 6 15,3 0-15,5 0 16,4 1-16,-1-2 15,0-2 1,0 2-16,2-2 16,0 1-16,1-1 15,2-2-15,0 1 16,1-2-16,-4 0 16,2 0-16,1 0 15,-1 0-15,0 0 16,-1 0-16,1 0 15,-2 0-15,0 0 16,0 0 0,0 1-16,-2 0 15,1-1-15,0 1 16,-2 0-16,0 0 16,-1 1-16,-1 0 15,0 1-15,-1 1 16,-3 0-16,-3 0 15,1-1-15,-1-1 16,-1 1 0,-1 0-16,-11-3 15,19 5-15,-19-5 16,16 5-16,-16-5 16,13 3-16,-13-3 15,0 0-15,0 0 16,10 3-16,-10-3 15,0 0-15,0 0 16,0 0 0,0 0-16,0 0 15,0 0-15,0 0 16,0 0-16,-31 8 16,-1-8-16,-3-2 15,-2-2-15,-1-1 16,3-1-16,2 1 15,-1 0-15,-4 0 16,-1 0 0,-2 2-16,0 3 15,-1 0-15,-2 0 16,2 0-16,0 0 16,3 0-16,0 0 15,1 0-15,2 0 16,3 2-16,1 0 15,2 0-15,2-1 16,3 0 0,3 0-16,5 0 15,4-1-15,3 0 16,10 0-16,-12 0 16,12 0-16,0 0 15,0 0-15,0 0 16,0 0-16,-9 0 15,9 0-15,0 0 16,0 0 0,0 0-16,19 3 15,8 2-15,7-1 16,3 3-16,6 0 16,3-1-16,0 1 15,-2 0-15,1-1 16,1-1-16,-1 0 15,0-3-15,-2-1 16,3-1 0,0-1-16,0 0 15,0 1-15,0-1 16,0 0-16,-5 1 16,-5 0-16,-5 0 15,-1 0-15,-2 0 16,-3 0-16,-6 0 15,-6 0-15,-13 0 16,14 0 0,-14 0-16,0 0 15,0 0-15,10 0 16,-10 0-16,0 0 16,0 0-16,-21 5 15,-19 4-15,-9-1 16,1-2-16,1-2 15,-3-3-15,1-1 16,1-1 0,-3-2-16,4 1 15,6-2-15,0 0 16,1-1-16,2 1 16,3-1-16,5 2 15,0-3-15,0 1 16,2-2-16,2 1 15,5-1-15,4 2 16,2 0 0,4 0-16,11 5 15,-13-5-15,13 5 16,0 0-16,0 0 16,0 0-16,0 0 15,-5-7-15,14 7 16,13-3-16,8 1 15,4 2-15,4 0 16,2 0-16,3 0 16,3 0-1,-1 0-15,1 0 16,-2-2-16,4 0 16,1-3-16,1 1 15,-1 0-15,0 0 16,-2 1-16,-1 0 15,-5 0-15,-2 1 16,-4 2-16,-2 0 16,-2 2-1,-5-1-15,-3 0 16,-3 0-16,-4-1 16,-3 1-16,-2 0 15,-11-1-15,14 2 16,-14-2-16,0 0 15,11 0-15,-11 0 16,0 0-16,0 0 16,0 0-1,0 0-15,0 0 16,0 0-16,0 0 16,0 0-16,-13 6 15,-12-1-15,-1 1 16,0-2-16,-3-1 15</inkml:trace>
  <inkml:trace contextRef="#ctx0" brushRef="#br0" timeOffset="106782.69">7232 3867 0,'0'0'0,"0"0"15,0 0-15,4 0 16,6 3-16,9 1 16,8 1-16,4 2 15,6-1-15,2-2 16,1-1-16,-2-3 15,2-2-15,3 1 16,-1-1-16,0 0 16,-4 1-1,1-1-15,2 0 16,0 2-16,-1 0 16,-5 0-16,1 2 15,-1 0-15,-3-1 16,-4 1-16,-6-1 15,-5 0-15,-3-1 16,-3 0-16,-11 0 16,13 0-1,-13 0-15,0 0 16,0 0-16,0 0 16,9 0-16,-9 0 15,0 0-15,0 0 16,-19 0-16,-8 0 15,-6 0-15,-2-2 16,1 0-16,-3 0 16,-4-1-1,-2 1-15,1-1 16,3 1-16,0 0 16,1 0-16,3-2 15,3 3-15,3 0 16,3 0-16,0 0 15,1 0-15,1-2 16,1 0-16,4 0 16,5 1-16,1-1 15,3 1-15,10 2 16,-14-5 0,14 5-16,0 0 15,-11-4-15,11 4 16,0 0-16,0 0 15,0 0-15,0 0 16,0 0-16,-4-6 16</inkml:trace>
  <inkml:trace contextRef="#ctx0" brushRef="#br0" timeOffset="110065.89">7158 3880 0,'0'0'0,"0"0"0,0 0 0,0 0 16,0 0 0,0 0-16,0 0 15,3 2-15,-3-2 16,9 7-16,1 1 15,7 2-15,8 1 16,5-3-16,1 0 16,4 0-16,-1-2 15,1 0-15,-2-2 16,0 0-16,-3 0 16,-1-1-1,-2 0-15,-2-1 16,1 0-16,-1 1 15,4 0-15,1-1 16,3 0-16,1 1 16,-4-1-16,0-2 15,0 0 1,3 0-16,-1-2 0,1-1 16,-5 1-1,0-1-15,-2-1 16,-3 0-16,-4 1 15,-6 0-15,-3 1 16,-10 2-16,11-2 16,-11 2-16,0 0 15,0 0-15,0 0 16,0 0 0,0 0-16,0 0 15,0 0-15,0 0 16,-29-1-16,-5 0 15,-2-3-15,-2-2 16,-6-2-16,-2 0 16,-4 0-16,3-1 15,0 2-15,4 0 16,0 0 0,1 1-16,3 1 15,-3 0-15,4 1 16,4-1-16,5 3 15,4-1-15,3 1 16,3 0-16,4 1 16,5 0-16,10 1 15,-10-1-15,10 1 16,0 0-16,0 0 16,0 0-1,0 0-15,0 0 16,0 0-16,16-1 15,13 1-15,13 0 16,3 0-16,0 1 16,-2 0-16,1 0 15,2 0-15,-3 0 16,0 0-16,-1 0 16,0 0-1,-1-1-15,-2-1 16,-6-1-16,-1 0 15,-4 1-15,-3 0 16,-4 0-16,-5 0 16,-5 1-16,-11 0 15,11 0-15,-11 0 16,0 0-16,0 0 16,0 0-1,-16 9-15,-20-2 16,-7-2-16,-2-2 15,-4 0-15,1-1 16,-2-1-16,1 1 16,-1 0-16,3-1 15,2 0-15,7 0 16,3-1 0,3 0-16,11 0 15,6 0-15,5 0 16,10 0-16,0 0 15,-12 0-15,12 0 16,0 0-16,0 0 16,0 0-16,33-3 15,1-1-15,5 1 16,6 0-16,2 2 16,1 1-16,-1-1 15,1 0 1,1 1-16,-3 0 15,-3 0-15,-3-2 16,-1-1-16,-3-1 16,-3 1-16,-5 0 15,-3 0-15,-3-1 16,-5 2-16,-4 0 16,-3 1-1,-10 1-15,12 0 16,-12 0-16,0 0 15,0 0-15,0 0 16,10 0-16,-10 0 16,0 0-16,0 0 15,0 0-15,0 0 16,0 0-16,0 0 16,0 0-16,0 0 15,0 0 1,0 0-16,0 0 15,0 0-15,0 0 16,0 0-16,0 0 16,0 0-16,0 0 15,1 6-15,-1-6 16,0 0-16,0 0 16,0 0-16,0 0 15,0 0-15,0 0 16,0 0-1,0 0-15,0 0 16,0 0-16,0 0 16,0 0-16,0 0 15,0 0-15,0 0 16,0 0-16,0 0 16,0 0-16,0 0 15,0 0 1,0 0-16,0 0 15,0 0-15,0 0 16,0 0-16,0 0 16,0 0-16,0 0 15,0 0-15,0 0 16,0 0-16,0 0 16,0 0-16,0 0 15,0 0 1,0 0-16,0 0 15,0 0-15,0 0 16,0 0-16,0 0 16,0 0-16,0 0 15,0 0-15,0 0 16,0 0-16,0 0 16,0 0-16,0 0 15,0 0 1,0 0-16,0 0 15,0 0-15,0 0 16,0 0-16,0 0 16,0 0-16,0 0 15,0 0-15,6 7 16,-6-7-16,0 0 16,0 0-1,0 0-15,0 0 16,0 0-16,0 0 15,0 0-15,0 0 16,0 0-16,0 0 16,0 0-16,0 0 15,0 0-15,0 0 16,0 0-16,0 0 16,0 0-16,0 0 15,0 0 1,0 0-16,0 0 15,0 0-15,0 0 16,0 0-16,0 0 16,0 0-16,0 0 15,0 0-15,0 0 16,0 0-16,0 0 16,0 0-16,0 0 15</inkml:trace>
  <inkml:trace contextRef="#ctx0" brushRef="#br0" timeOffset="110565.35">7752 3881 0,'0'0'0,"0"0"0,0 0 15,0 0-15,0 0 16,-1 4-16,3 3 16,0 0-16</inkml:trace>
  <inkml:trace contextRef="#ctx0" brushRef="#br0" timeOffset="110781.92">7598 3940 0,'0'0'0,"0"0"0,0 0 16,1 2-16,2 4 15,5 11-15,-2-2 16</inkml:trace>
  <inkml:trace contextRef="#ctx0" brushRef="#br0" timeOffset="110983.03">7599 3982 0,'0'0'0,"0"0"0,0 0 16,0 0-16,0 7 15,2 8 1</inkml:trace>
  <inkml:trace contextRef="#ctx0" brushRef="#br0" timeOffset="111182.66">7598 4022 0,'0'0'0,"0"0"0,0 0 16,0 0-16,1 2 16</inkml:trace>
  <inkml:trace contextRef="#ctx0" brushRef="#br0" timeOffset="111365.85">7654 3984 0,'0'0'0,"0"0"0,0 0 0,0 0 0,0 2 15,-2 6 1</inkml:trace>
  <inkml:trace contextRef="#ctx0" brushRef="#br0" timeOffset="111549.3">7591 4053 0,'0'0'0,"0"0"16,0 0-16</inkml:trace>
  <inkml:trace contextRef="#ctx0" brushRef="#br0" timeOffset="111665.51">7603 4017 0,'0'0'0,"0"0"0,0 0 16</inkml:trace>
  <inkml:trace contextRef="#ctx0" brushRef="#br0" timeOffset="111782.03">7572 3960 0,'0'0'0,"0"0"0,1 2 16</inkml:trace>
  <inkml:trace contextRef="#ctx0" brushRef="#br0" timeOffset="119548.32">2916 88 0,'0'0'0,"0"0"0,0 0 15,0 0-15,0 0 16,0 0-16,0 0 15,0 0-15,-1 1 16,1-1 0,0 0-16,0 0 15,-4 7-15,-2 1 16,-3 5-16,-5 6 16,0 2-16,1-2 15,1 1-15,2 0 16,1 0-16,1 0 15,2-2-15,2-2 16,1-3 0,1-2-16,1-3 15,1-1-15,1 0 16,-1-7-16,11 11 16,3-4-16,5 0 15,3-3-15,2-2 16,-1-1-16,-1-1 15,-2 0-15,0 0 16,-1 0 0,-1 0-16,-3 0 15,-2 0-15,-2 0 16,-11 0-16,16 2 16</inkml:trace>
  <inkml:trace contextRef="#ctx0" brushRef="#br0" timeOffset="119765.32">3140 370 0,'0'0'0,"0"0"0,0 0 16,0 0-16,0 0 16,0 0-16,0 3 15,0-3-15,-2 15 16,0 2-16,-1 5 15,1 3-15,0 0 16,0-1 0,0 6-16</inkml:trace>
  <inkml:trace contextRef="#ctx0" brushRef="#br0" timeOffset="120481.69">5029 172 0,'0'0'0,"0"0"16,0 0-16,0 0 15,0 0-15,0 4 16,1 3 0,1 1-16,-1 4 15,1 2-15,0 2 16,0 0-16,-2 0 16,-2 1-16,1 0 15,0-1-15,-1-2 16,1 1-16,4-2 15,3 2-15,6 0 16,2-1-16,6-3 16,1-3-1,3-4-15,4-4 16,4-2-16,3-2 16,-1-1-16,0 0 15,-1 0-15,0-3 16,-1 1-16,3-1 15,-8 0-15</inkml:trace>
  <inkml:trace contextRef="#ctx0" brushRef="#br0" timeOffset="120949.88">5493 338 0,'0'0'0,"0"0"16,0 0-16,0 0 15,0 0-15,0 0 16,0 0-16,0 0 16,0 0-1,3-1-15,8-5 16,5-3-16,1 2 16,-1 2-16,-1 2 15,-3 3-15,0 4 16,-1 4-16,-3 6 15,-5 9-15,-3 9 16,-6 3 0,-4-1-16,-2-3 15,-1-6-15,2-4 16,3-5-16,2-4 16,2-5-16,4-7 15,-4 8-15,4-8 16,0 0-16,26 3 15,14-6-15,14-7 16,0-2-16,6-4 16,-4 0-1,-4 0-15,-3 0 16,-9 3-16,-2 2 16,-7 1-16,-8 3 15</inkml:trace>
  <inkml:trace contextRef="#ctx0" brushRef="#br0" timeOffset="126198.48">8317 2790 0,'0'0'0,"0"0"0,-1-2 16,1 2-16,-7-9 15,7 9-15,-9-13 16,2 4-16,-3-1 16,-3-3-16,-2-2 15,-4-1-15,-4 1 16,-2 1 0,-1-1-16,0 3 0,-1 1 15,0 0 1,-2 1-16,-2-1 15,3 1-15,-3 0 16,1-1-16,-1 0 16,2 2-16,2 0 15,-2-3-15,-1 0 16,1-3-16,2 3 16,0-1-16,0 1 15,1 0 1,2 1-16,1 3 15,1 0-15,0 3 16,-2 1-16,0 1 16,-2 1-16,-1-1 15,1 1-15,0 1 16,0 1-16,-2 2 16,-2 1-16,-3 1 15,2 0 1,4-1-16,2 3 15,-2 0-15,1 2 16,0 2-16,1 1 16,2-1-16,-2 2 15,2 1-15,-2 4 16,0 1-16,3 0 16,1-1-16,1 1 15,0-2 1,1 2-16,1 1 15,2 0-15,1 2 16,0 0-16,1 3 16,-1 2-16,0 1 15,1 1-15,0 2 16,-1 1-16,-1 3 16,0 0-16,1 0 15,2-1-15,-2 2 16,2 2-1,-1 1-15,2-2 16,1-3-16,2-2 16,1-4-16,2 1 15,2 0-15,1 4 16,2-1-16,1-3 16,2-3-16,0 0 15,0-1 1,2 2-16,1 1 15,2-1-15,0-2 16,-1-1-16,3-2 16,1 1-16,1-2 15,1-1-15,0 3 16,1-1-16,3 3 16,-2 0-16,1 1 15,1-1-15,-1-2 16,1-3-1,1-1-15,0-3 16,1 0-16,2-2 16,2 1-16,1 1 15,2-2-15,2-2 16,3 0-16,-1-3 16,0-1-16,0-3 15,-2 0-15,-2 0 16,-1 0-1,-1-1-15,0 2 16,0 1-16,-1 1 16,2 2-16,0-1 15,1 0-15,0 0 16,-1-1-16,0 0 16,-1-2-16,0 0 15,2-1-15,1 0 16,-2-1-16,2-1 15,0 0 1,-2 1-16,0-2 16,-3 1-16,0 0 15,1-1-15,1 1 16,1 0-16,0 1 16,0 0-16,1 1 15,-1-2-15,2 0 16,0 1-1,-1-1-15,1 0 16,0-2-16,0-2 16,-2 0-16,0-2 15,0 1-15,2-1 16,1 0-16,-1-1 16,1-1-16,-1 0 15,-1-3-15,2-2 16,2-1-1,-1-1-15,-2 1 16,-1 1-16,-1-2 16,2-3-16,-3-1 15,1 0-15,0-3 16,0 0-16,0-2 16,-1 1-16,0-1 15,-1-2-15,1-1 16,-1 2-16,-1 1 15,-2 0 1,0 1-16,0 0 16,-3 2-16,-2 0 15,0 0-15,-1-2 16,-1-2-16,0-2 16,-4 0-16,0-1 15,-3 4-15,-1-3 16,-2-1-16,-2-3 15,-1-6 1,-2 3-16,-2 0 16,-2 1-16,-3 1 15,-2-3-15,-3-3 16,-1 1-16,-2 0 16,-2 1-16,0 1 15,-2 0-15,-3-1 16,-1 1-16,0 0 15,1 3 1,0 1-16,-1 2 16,1 1-16,-2 2 15,-1 0-15,1 2 16,1 2-16,0 2 16,2 1-16,-3 1 15,-2 1-15,0 3 16,0 2-16,3 2 15,1 3 1,-1 0-16,-4 2 16,-3 0-16,-1 2 15,2 2-15,3 1 16,2 1-16,0 0 16,0 0-16,3 0 15</inkml:trace>
  <inkml:trace contextRef="#ctx0" brushRef="#br0" timeOffset="136199.04">6561 3914 0,'0'0'0,"0"0"0,0 0 0,2 0 16,-2 0-16,34 0 15,6 0-15,6 0 16,5 0 0,2 0-16,4 1 0,8 0 15,3 1-15,3 2 16,9-1-16,0 1 15,-1-1 1,2 0-16,-5-1 16,0 1-16,-5-1 15,-6-1-15,-5 1 16,-5 1-16,-8 0 16,-9-2-16,-11 0 15,-7 0-15,-9-1 16,-11 0-1,12 0-15,-12 0 16,0 0-16,0 0 16,0 0-16,0 0 15,0 0-15,0 0 16,-9 7-16,-21-4 16,-61-9-16,-48-2 15,9-4-15,26 3 16,36 3-16,18 0 15,3 0 1,-26-2-16,-38-6 16,-4 16-16,26 6 15,37-1-15,25-2 16,14-2-16,13-3 16,-11 2-16,11-2 15,0 0-15,0 0 16,0 7-1,13 2-15,33 4 16,33 2-16,15-8 16,12 0-16,6-3 15,2 1-15,-2-1 16,-5 0-16,-4-1 16,-8 0-16,-8 0 15,-11-1-15,-14 0 16,-14 0-1,-14-1-15,-12-1 16,-9 0-16,-13 0 16,0 0-16,11 0 15,-11 0-15,0 0 16,0 0-16,-11-9 16,-43-5-16,-80-8 15,-14 3-15,4 4 16,36 3-1,6 2-15,5 1 16,-12-1-16,1 2 16,10 7-16,12 10 15,23 0-15,16 1 16,16-1-16,11 0 16,8-1-16,5-2 15,7 2-15,9 4 16,19 6-16,23-1 15,21-3 1,15-5-16,10-4 16,8-3-16,11-1 15,-1-1-15,5 1 16,-1-1-16,-6 0 16,-4 0-16,-13 0 15,-10-1-15,-11 0 16,-12-1-16,-11-1 15,-16 1 1,-9 0-16,-12 1 16,-15 1-16,12-2 15,-12 2-15,0 0 16,0 0-16,0 0 16,0 0-16,-22-5 15,-37-6-15,-46-2 16,-6 1-16,26 4 15,24 3-15,18 1 16,-9-1 0,-23-1-16,-10-2 15,16 3-15,25 1 16,20 3-16,11 1 16,13 0-16,-10 0 15,10 0-15,0 0 16,0 0-16,0 0 15,0 0-15,0 0 16,8 9 0,13 0-16,24 4 15,13 2-15,7-2 16,5-1-16,-3-2 16,1-1-16,-6-2 15,-9-1-15,-8-1 16,-10-2-16,-7 0 15,-7-2-15,-6 0 16,-6 0 0,-9-1-16,10 0 15,-10 0-15,0 0 16,0 0-16,0 0 16,0 0-16,0 0 15,0 0-15,0 0 16,0 0-16,0 0 15,0 0-15,0 0 16,0 0 0,-4 7-16,4-7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0-16,0 0 15,0 0-15,0 0 16,0 0 0,0 0-16,0 0 15,0 0-15,0 0 16,0 0-16,0 0 16,0 0-16,0 0 15,0 0-15,0 0 16,0 0-16,0 0 15,0 0-15,0 0 16,0 0 0,0 0-16,0 0 15,0 0-15,0 0 16,0 0-16,0 0 16,-10 1-16,10-1 15,0 0-15,0 0 16,0 0-16,0 0 15,0 0-15,0 0 16,0 0 0,0 0-16,0 0 15,0 0-15,0 0 16,0 0-16,0 0 16,0 0-16,0 0 15,0 0-15,0 0 16,0 0-16,0 0 15,0 0-15,0 0 16,0 0 0,0 0-16,0 0 15,0 0-15,0 0 16,0 0-16,0 0 16,0 0-16,0 0 15,0 0-15,0 0 16,0 0-16,0 0 15,0 0-15,0 0 16,0 0 0,0 0-16,0 0 15,0 0-15,0 0 16,0 0-16,0 0 16,0 0-16,0 0 15,0 0-15,0 0 16,0 0-16,0 0 15,0 0-15,0 0 16,0 0 0,0 0-16,0 0 15,0 0-15,0 0 16,0 0-16,0 0 16,0 0-16,0 0 15,0 0-15,0 0 16,0 0-16,0 0 15,0 0-15,0 0 16,0 0-16,0 0 16,0 0-1,0 0-15,0 0 16,0 0-16,0 0 16,0 0-16,0 0 15,0 0-15,0 0 16,0 0-16,0 0 15,0 0-15,0 0 16,0 0-16,0 0 16,0 0-1,0 0-15,0 0 16,0 0-16,0 0 16,0 0-16,0 0 15,0 0-15,0 0 16,0 0-16,0 0 15,0 0-15,0 0 16,0 0-16,0 0 16,-3-7-1,3 7-15,3-7 16,-3 7-16,7-11 16,-3 4-16,-4 7 15</inkml:trace>
  <inkml:trace contextRef="#ctx0" brushRef="#br0" timeOffset="144298.53">9924 1722 0,'0'0'0,"0"0"0,0 0 15,0 0-15,0 2 16,0-2-16,0 0 16,0 0-1,0 7-15,0-7 16,0 0-16,0 0 15,3 7-15,-3-7 16,0 0-16,0 0 16,0 0-16,4 7 15,-4-7-15,5 6 16,-5-6-16,4 10 16,-4-10-1,5 8-15,-5-8 16,4 8-16,-4-8 15,3 9-15,-3-9 16,4 12-16,-2-4 16,0-1-16,1 2 15,0 2-15,0 2 16,2 2-16,-1 2 16,1 0-1,-1-1-15,2-1 16,-1 0-16,1 0 15,0-1-15,0 0 16,2 0-16,0 0 16,1 2-16,-1-1 15,2 0-15,-1 0 16,0 0-16,0-1 16,1 1-1,1 0-15,-1 0 16,0-1-16,0-2 15,-2-1-15,1 1 16,-2-1-16,3 1 16,1-1-16,1 2 15,1-1-15,1 0 16,-1-1-16,-1-2 16,2 0-16,-2-1 15,1 0 1,0-1-16,0 1 15,4-1-15,0 0 16,-1 1-16,3-2 16,2-2-16,0-2 15,0 0-15,3-1 16,3 1-16,0 0 16,2-2-16,-2-2 15,1-3 1,1 0-16,-3-2 15,3 0-15,2-1 16,-1-1-16,-1 1 16,-4 1-16,-1-1 15,0-2-15,1-1 16,-1-2-16,-3-1 16,-1 1-16,0-1 15,2-2 1,-1-1-16,-1 0 15,-2 2-15,-4 1 16,-2 1-16,-1 0 16,1-1-16,-2 0 15,-1 3-15,-2 1 16,0 0-16,-1 1 16,0-2-1,-1 1-15,0 1 16,1-3-16,-2 3 15,1-3-15,1 0 16,0-2-16,1 1 16,0-1-16,-1 2 15,2 0-15,0-1 16,1 2-16,1-1 16,2-1-1,0 2-15,0-1 16,-2 1-16,0 1 15,-2 2-15,0 0 16,-1 1-16,-7 7 16,12-10-16,-12 10 15,11-9-15,-11 9 16,9-6-16,-9 6 16,0 0-1,12-7-15,-12 7 16,0 0-16,0 0 15,0 0-15,9-4 16,-9 4-16,0 0 16,0 0-16,0 0 15,0 0-15,0 0 16,0 0-16,0 0 16,0 0-16,0 0 15,0 0 1,0 0-16,12 1 15,-12-1-15,0 0 16,9 5-16,-9-5 16,14 6-16,-14-6 15,20 7-15,-9-3 16,-1 1-16,-10-5 16,14 8-16,-14-8 15,13 8 1,-13-8-16,12 11 15,-6-4-15,-1-1 16,2 1-16,-1 2 16,0 0-16,-1 0 15,0 0-15,1-1 16,-1 0-16,0-1 16,1 1-16,-1 0 15,0 0 1,-1 0-16,0 1 15,0-1-15,0-1 16,0 2-16,-1 0 16,0-1-16,-1 1 15,2 0-15,-1 2 16,2-1-16,-2-1 16,-1 0-16,2-1 15,0 1-15,0-1 16,1-1-1,0 1-15,-1-1 16,0 0-16,1 0 16,0 1-16,1 2 15,-1-2-15,0 1 16,0-2-16,0 1 16,1 0-16,0 1 15,0 0-15,-1-1 16,1 1-1,1 1-15,0 1 16,1 0-16,1 2 16,2-1-16,2 3 15,0-1-15,1-1 16,-1 1-16,1-2 16,0-1-16,-1-1 15,2 1-15,0 0 16,-1-2-1,0 1-15,-1-3 16,-1 0-16,2 1 16,0 1-16,2-1 15,4 0-15,1-1 16,0 0-16,-4-3 16,-4 0-16,1 0 15,-1 0-15,-2-2 16,2 0-16,-2 0 15,2 1 1,-1-1-16,0-1 16,1 1-16,0-1 15,1 1-15,-1-1 16,-1-2-16,0 0 16,-12 1-16,17-3 15,-17 3-15,14-3 16,-14 3-1,12-4-15,-12 4 16,0 0-16,10-3 16,-10 3-16,0 0 15,0 0-15,0 0 16,0 0-16,0 0 16,0 0-16,8-6 15,-8 6-15,0 0 16,0 0-1,0 0-15,0 0 16,0 0-16,0 0 16,10-6-16,-10 6 15,12-9-15,-12 9 16,12-8-16,-12 8 16,17-12-16,-8 6 15,1-2-15,0 1 16,-1 1-1,0 0-15,-9 6 16,17-11-16,-17 11 16,16-8-16,-16 8 15,12-5-15,-12 5 16,0 0-16,11-6 16,-11 6-16,0 0 15,0 0-15,0 0 16,10-2-1,-10 2-15,0 0 16,0 0-16,0 0 16,0 0-16,11-6 15,-11 6-15,9-7 16,-9 7-16,11-9 16,-11 9-16,12-10 15,-12 10-15,10-9 16,-10 9-16,10-11 15,-10 11 1,8-10-16,-8 10 16,7-6-16,-7 6 15,6-7-15,-6 7 16,0 0-16,6-8 16,-6 8-16,5-8 15,-5 8-15,3-7 16,-3 7-16,4-6 15,-4 6 1,3-7-16,-3 7 16,0 0-16,3-7 15,-3 7-15,0 0 16,3-7-16,-3 7 16,3-10-16,0 3 15,0 1-15,-3 6 16,8-11-16,-8 11 15,10-9-15,-10 9 16,9-7 0,-9 7-16,8-7 15,-8 7-15,6-6 16,-6 6-16,6-7 16,-6 7-16,0 0 15,7-7-15,-7 7 16,0 0-16,6-7 15,-6 7 1,0 0-16,0 0 16,0 0-16,7-6 15,-7 6-15,0 0 16,0 0-16,0 0 16,11-6-16,-11 6 15,0 0-15,8-7 16,-8 7-16,0 0 15,0 0 1,8-7-16,-8 7 16,0 0-16,0 0 15,0 0-15,0 0 16,0 0-16,0 0 16,7-6-16,-7 6 15,0 0-15,9-7 16,-9 7-16,9-8 15,-9 8-15,7-6 16,-7 6 0,8-6-16,-8 6 15,9-7-15,-9 7 16,11-7-16,-11 7 16,11-7-16,-11 7 15,9-6-15,-9 6 16,0 0-16,14-7 15,-14 7-15,12-5 16,-12 5 0,0 0-16,0 0 15,11-5-15,-11 5 16,0 0-16,0 0 16,0 0-16,0 0 15,0 0-15,0 0 16,0 0-16,0 0 15,0 0-15,10-2 16,-10 2 0,0 0-16,0 0 15,0 0-15,0 0 16,0 0-16,0 0 16,0 0-16,0 0 15,0 0-15,0 0 16,13-6-16,-13 6 15,10-6-15,-10 6 16,10-6 0,-10 6-16,12-4 15,-12 4-15,10-5 16,-10 5-16,0 0 16,12-6-16,-12 6 15,0 0-15,0 0 16,0 0-16,9-4 15,-9 4-15,0 0 16,0 0 0,0 0-16,0 0 15,0 0-15,0 0 16,0 0-16,0 0 16,0 0-16,0 0 15,0 0-15,0 0 16,0 0-16,0 0 15,0 0-15,0 0 16,0 0 0,0 0-16,0 0 15,11 0-15,-11 0 16,0 0-16,0 0 16,0 0-16,0 0 15,0 0-15,0 0 16,0 0-16,3 7 15,-3-7-15,0 0 16,0 0 0,2 6-16,-2-6 15,6 10-15,-2-3 16,1 0-16,-1 0 16,1 1-16,-2-1 15,2 0-15,0 1 16,-1-2-16,1 2 15,-1-2-15,1 1 16,-1-1 0,1 1-16,0-1 15,1 2-15,0 1 16,1 0-16,-1 0 16,2 0-16,-3 0 15,2-1-15,-1 1 16,0-1-16,0 0 15,-1-1-15,0 1 16,1 1 0,0 2-16,0 0 15,0 1-15,-1-1 16,1 0-16,-2 1 16,2 0-16,-1 0 15,1 1-15,-2-1 16,1 0-16,-1-1 15,2 1 1,-2 1-16,2 2 16,-1 0-16,0-2 15,1 0-15,0 1 16,2-2-16,-3 0 16,1-1-16,1 1 15,0-1-15,-1-1 16,1 0-16,-3-1 15,2-1-15,-2 1 16,1-1 0,0 0-16,0 0 15,0 2-15,0-2 16,-2-1-16,-3-7 16,7 10-16,-7-10 15,7 10-15,-7-10 16,7 10-16,-7-10 15,12 12-15,-5-4 16,0-1-16,1 1 16,0-2-1,1 1-15,0 0 16,-1-1-16,-8-6 16,18 12-16,-18-12 15,18 10-15,-9-5 16,1 0-16,2 0 15,0 1-15,-1-1 16,2 1 0,1-1-16,-2-1 15,1 0-15,0 0 16,-1-1-16,1-1 16,2 0-16,-1 0 15,1-1-15,-2-1 16,2 1-16,-3 0 15,1-1-15,1 0 16,1 0 0,1-3-16,1-3 15,0 1-15,-2-1 16,0-2-16,0 0 16,-2 0-16,1-2 15,0-1-15,-1 0 16,0-1-16,-1 1 15,-1 1-15,-1-3 16,0 0 0,1-3-16,2-1 0,-1-2 15,1 0 1,-3 0-16,1 2 16,-1 0-16,3-2 15,-1-3-15,0 0 16,2 0-16,-3 2 15,0 2-15,0-1 16,4-1-16,-2 2 16,2 0-1,-1 3-15,1 1 16,-2 2-16,4-1 16,-1 1-16,-1-1 15,0 2-15,-1 1 16,-2 1-16,1-1 15,0 0-15,0 0 16,0 0-16,-1 1 16,-2 1-1,1 0-15,1-2 16,-2 2-16,0 1 16,-2-1-16,0 2 15,1-1-15,-1 1 16,0 0-16,2-2 15,0 2-15,1 0 16,0 0-16,2 1 16,0 1-1,-2 1-15,1 0 16,-1 0-16,3 0 16,-1 2-16,2 0 15,1 0-15,1-1 16,0 0-16,1 1 15,2-1-15,2 0 16,1 1-16,-1-1 16,4 1-16,0-1 15,1 1 1,-1-1-16,-1 0 16,1 0-16,6 1 15,2-2-15,1 1 16,-1-3-16,-3 1 15,-1-1-15,5 0 16,2-1 0,0 1-16,2-1 15,1 0-15,4 0 16,3 0-16</inkml:trace>
  <inkml:trace contextRef="#ctx0" brushRef="#br0" timeOffset="146416.22">10193 2968 0,'0'0'0,"0"0"0,0 0 15,0 0-15,0 0 16,4 0-16,7 0 15,9 0-15,5 0 16,4 0-16,4 1 16,4-1-16,4 0 15,4 0-15,4 0 16,5 0-16,3 0 16,5 2-1,2-1-15,3 2 16,6 1-16,5 1 15,2-1-15,0 0 16,-1 0-16,-4-1 16,1 1-16,-1-1 15,3 0-15,-3-1 16,-2-2-16,2-1 16,-2 0-1,-3 0-15,-4 0 16,-11 0-16,-8 1 15,-12 0-15,-8 0 16,-7 0-16,-7 0 16,-13 0-16,9 0 15,-9 0-15,0 0 16,0 0-16</inkml:trace>
  <inkml:trace contextRef="#ctx0" brushRef="#br0" timeOffset="146832.19">10368 3166 0,'0'0'0,"0"0"15,0 0-15,2 0 16,-2 0-16,37 6 16,17 2-16,13 1 15,11-6-15,8-5 16,7-5-16,7-3 16,6-4-1,-2-2-15,1 0 16,-4 0-16,-4 1 15,-1-1-15,-7 3 16,-2 4-16,-9 0 16,-12 5-16,-14 2 15,-11 0-15,-12 2 16,-9 0-16,-9 0 16,-11 0-16,0 0 15,0 0 1,0 0-16</inkml:trace>
  <inkml:trace contextRef="#ctx0" brushRef="#br0" timeOffset="147100">10900 3073 0,'0'0'0,"0"0"16,0 0-16,8 1 16,23 2-16,35 3 15,12 1-15,0 1 16,-5-2-16,-1 1 16,0-5-16,-4-5 15,2-4 1,-4-2-16,-10 0 15,-4 0-15</inkml:trace>
  <inkml:trace contextRef="#ctx0" brushRef="#br0" timeOffset="150448.09">11804 2096 0,'0'0'0,"0"0"15,1 3-15,1 5 16,5 14-16,2 13 15,2 8-15,1 1 16,0-1 0,-1 2-16,1 1 15,1 0-15,2-2 16,3-2-16,8 1 16,4-3-16,-1-3 15,2-4-15</inkml:trace>
  <inkml:trace contextRef="#ctx0" brushRef="#br0" timeOffset="151498.4">12320 2932 0,'0'0'0,"6"1"0,-6-1 16,23-1-16,-7 0 15,-1 1 1,-2-2-16,-13 2 16,15 0-16,-15 0 15,0 0-15,0 0 16,0 0-16,0 0 15,0 0-15,0 0 16,-40-5-16</inkml:trace>
  <inkml:trace contextRef="#ctx0" brushRef="#br0" timeOffset="163382.38">12725 3099 0,'0'0'0,"-1"5"0,1 5 0,0 16 15,1 11 1,1 3-16,0 0 16,-1-2-16,1-6 15,-2-8-15,1-8 16,-1-6-16,0-3 16,0-7-16,0 6 15,0-6-15,0 0 16,5-16-1,2-14-15,0-9 16,-3-4-16,0-6 16,-1-1-16,0 4 15,0 4-15,-2 11 16,0 6-16,1 7 16,2 7-16,3 5 15,4 4-15,6 6 16,8 11-1,3 10-15,3 7 16,-2 2-16,-2-1 16,-3-5-16,-4-3 15,1-5-15,0-10 16,1-7-16,2-6 16,-2-9-16,3-7 15,2-10-15,-4-4 16,-2-2-1,-7 5-15,-2 2 16,-3 3-16,-3 4 16,-1 9-16,-3 5 15,-2 7-15,0 0 16,6 7-16,1 9 16,2 12-16,-2 10 15,0 10-15,-2 3 16,-1-3-1,0 1-15,13 2 32</inkml:trace>
  <inkml:trace contextRef="#ctx0" brushRef="#br0" timeOffset="163797.98">13473 3066 0,'0'0'0,"0"0"15,0 0-15,-2 5 16,-2 4-16,-4 11 16,-1 6-16,4 3 15,2 0-15,4-2 16,6 1-16,9-1 15,4-4 1,4-5-16,2-5 16,-4-7-16,1-7 15,-1-12-15,-6-10 16,-6-10-16,-10-7 16,-7 2-16,-8 1 15,-4 0-15,-2 8 16,-3 7-1,3 7-15,3 5 16,1 5-16,0 5 16,-1 4-16,0 5 15,4 3-15,4 2 16,4-2-16,6-12 16</inkml:trace>
  <inkml:trace contextRef="#ctx0" brushRef="#br0" timeOffset="164681.91">13700 2968 0,'0'0'0,"0"0"15,0 0-15,4 6 16,6 11-16,3 11 16,-1 9-16,-4 0 15,-1-2-15,-3-1 16,2-3-1,-3-5-15,0-7 16,1-8-16,-4-11 16,19 4-16,-1-16 15,6-10-15,0-12 16,-1-5-16,-5 2 16,-4 4-16,-5 10 15,-3 8-15,-3 5 16,-3 10-16,0 0 15,0 0 1,15 5-16,-5 9 16,-1 1-16,-1 0 15,-1-2-15,-1-1 16,3-3-16,9-9 16,6-8-16,8-12 15,1-4-15,-3-2 16,-6 3-16,-6 7 15,-7 5 1,-11 11-16,19 1 16,-9 16-16,-2 17 15,-3 11-15,-5 4 16,-2-8-16,-1-8 16,0-10-16,0-9 15,2-6-15,1-8 16,0 0-16,0 0 15,10-9 1,7-19-16,1-8 16,-2 3-16,-3 7 15,-4 8-15,-2 6 16,1 4-16,5 7 16,5 3-16,1 5 15,3 3-15,-1 3 16,-2-3-16,-3-2 15,3-6 1,4-12-16,5-10 16,0-9-16,-3-15 15,-5-3-15,-4-3 16,-6 5-16,-3 9 16,-2 8-16,-2 9 15,-1 8-15,-2 11 16,0 0-16,0 0 15,0 0 1,-11 23-16,2 16 16,4 12-16,1-1 15,2 0-15,1-6 32</inkml:trace>
  <inkml:trace contextRef="#ctx0" brushRef="#br0" timeOffset="165297.97">14675 2880 0,'0'0'0,"4"-3"0,-4 3 0,22-16 16,-3 3 0,0 1-16,-3 3 15,-6 3-15,-10 6 16,0 0-16,0 0 16,0 0-16,-2 7 15,-13 8-15,-5 3 16,3 0-16,1-1 15,5 3-15,3-2 16,5-6 0,2-3-16,1-9 15,8 7-15,7-7 16,6-2-16,5-6 16,-1-1-16,-1-1 15,-5 3-15,-3 2 16,3 8-16,2 10 15,-2 0-15,0 5 16,-3-2 0,-4-2-16,-1-4 15,-11-10-15,17 6 16,-17-6-16,18-17 16,-7-1-16,-2-4 15,0 0-15,-5 10 16,-4 12-16,3-7 15,-3 7-15,6 19 16,1 10 0,-3-2-16,-1-5 15,-4-10 1,1-12 0</inkml:trace>
  <inkml:trace contextRef="#ctx0" brushRef="#br0" timeOffset="165465.29">14982 2631 0,'0'0'0,"0"2"0,0-2 16,0 0-16,6 14 15,0-1-15,-3 2 16</inkml:trace>
  <inkml:trace contextRef="#ctx0" brushRef="#br0" timeOffset="172198.36">10729 3633 0,'0'0'0,"0"0"0,-1-2 16,1 2-16,-6-8 15,6 8-15,-10-8 16,10 8-16,0 0 16,-17 1-16,3 3 15,-8 6-15,-3 5 16,1 2-16,5 4 15,4 10-15,3 7 16,6 5 0,7 1-16,7-2 15,3 3-15,5-4 16,3-7-16,-3-10 16,1-6-16,-2-7 15,-2-5-15,2-6 16,-2-4-16,2-4 15,-2-2 1,-2 0-16,-3 2 16,-8 8-16,8-9 15,-8 9-15,0 0 16,0 0-16,4 8 16,-1 9-16,-2 10 15,-6 9-15,0 6 16,-2 1-16,1-3 15,1-4 1,-1-2-16,-1-1 16,3-4-16,-1-4 15,2-4-15,0-5 16,0-2-16,3-14 31</inkml:trace>
  <inkml:trace contextRef="#ctx0" brushRef="#br0" timeOffset="172715.08">10908 4033 0,'0'0'0,"0"-2"16,0 2-16,0 0 16,0 0-16,0 0 15,0 0-15,12 5 16,2 4-16,7 4 15,3 4 1,4 4-16,0 2 16,-3 5-16,-9 2 15,-7 6 1,-8-3 0,-5-6-16,-6-5 15,0-8-15,-4-4 16,-2-2-16,0-8 15,0-7-15,2-10 16,5-8 0,3-12-16,8-6 15,6 0-15,6 1 16,0 9-16,3 6 16,-1 6-16,3 6 15,0 6-15,-4 3 16</inkml:trace>
  <inkml:trace contextRef="#ctx0" brushRef="#br0" timeOffset="173181.95">11321 4077 0,'0'0'0,"0"-1"0,0 1 15,0 0-15,-1-8 16,1 8-16,-5-7 16,5 7-1,-14-8-15,4 5 16,0 2-16,-1 3 16,0 5-16,1 2 15,1 10-15,3 3 16,4 6-16,5 0 15,3-4 1,5-6-16,5-9 16,2-7-16,4-7 15,0-5-15,0-6 16,-3-4-16,-7 2 16,-3 1-16,-4 4 15,-3 3-15,-1 4 16,-1 6-16,0 0 15,0 0-15,-5 11 16,0 10-16,4 7 16,4 2-1,5-1-15,1-3 16,9-4 0</inkml:trace>
  <inkml:trace contextRef="#ctx0" brushRef="#br0" timeOffset="173681.25">11688 4108 0,'0'0'0,"0"0"16,-2-2-16,2 2 16,-13-3-16,0 3 15,-5 4-15,-6 7 16,-1 7-16,1 3 15,2 3-15,3 1 16,3 1-16,6-2 16,6 0-1,6-3-15,5-3 16,2-4-16,1-6 16,5-4-16,1-6 15,3-6-15,1-8 16,-3-13-16,-2-11 15,-3-8-15,-3-3 16,-6 8 0,-1-1-16,-2 4 15,-2 6-15,2 7 16,-2 10-16,2 7 16,-1 3-16,1 7 15,0 0-15,0 0 16,0 0-16,6 27 15,-1 8-15,3 7 16,0 4 0,2-2-16,2-2 15,9-1-15,-7-11 16</inkml:trace>
  <inkml:trace contextRef="#ctx0" brushRef="#br0" timeOffset="173832.19">11901 4178 0,'0'0'0,"0"0"16,0 3-16,0-3 16,2 10-16,1-3 15,-3-7-15</inkml:trace>
  <inkml:trace contextRef="#ctx0" brushRef="#br0" timeOffset="174082.24">12195 4007 0,'0'0'0,"0"0"0,0 0 0,0 0 0,0 2 16,0 6-16,0 7 16,0 12-1,0 8-15,0 5 16,0 3-16,0-4 16,-4 4-16</inkml:trace>
  <inkml:trace contextRef="#ctx0" brushRef="#br0" timeOffset="174481.04">12026 3912 0,'0'0'0,"-2"-6"0,0-1 16,-1-5-16,1-1 15,3 6-15,5-1 16,11 0-16,12-4 16,11 3-1,6 7-15,6 3 16,6 7-16,-1 3 16,0 3-16,-6 4 15,-4 10-15,-7 7 16,-8 5-16,-13-3 15,-11-3-15,-23 24 32,-26 7-32,-13-7 15,0-10 1,12-30-16,7-3 16,-6-2-16,6-8 15,14-3-15,-4 1 16,14-3-16,11 0 15,0 0-15</inkml:trace>
  <inkml:trace contextRef="#ctx0" brushRef="#br0" timeOffset="175215.11">12564 4243 0,'0'0'0,"3"0"0,-3 0 0,0 0 0,13 4 16,0 0-16,-3 0 16,1 0-16,-1 0 15,2-4 1,8-13-16,0-3 16,2-6-16,1-4 15,-3-3-15,-3-2 16,-5 3-16,-5 3 15,-4-1-15,-1 7 16,-3 4-16,-1 6 16,2 9-1,-9-8-15,-4 11 32,-6 9-32,-3 10 15,0 6-15,10-1 16,6 1-16,5 1 15,9 2-15,5 0 16,5 0-16,3-6 16,4-8-16,5-6 15,5-9 1,5-12-16,-3-7 16,1-11-16,-2-4 15,1-7-15,-4 0 16,-9 0-16,-6 3 15,-8 5-15,-6 6 16,-2 9-16,-4 4 16,-2 4-16,-5 1 15,-1 4 1,-3 2-16,1 3 16,0 7-16,1 8 15,1 7-15,6 7 16,5 0-16,15 4 15,-3-2-15,3 1 16,-1 0-16,-7-11 16,-2 1-16,-4-8 15,-2-4-15,-3-3 16,0 0 0,-3-2-16,-8 8 15,-17 6-15,-13 2 16,8-15-16</inkml:trace>
  <inkml:trace contextRef="#ctx0" brushRef="#br0" timeOffset="175582.71">13326 3933 0,'0'0'0,"0"0"0,0 0 16,0 0-16,-5 7 16,-6 10-16,-8 10 15,-6 6 1,-3 1-16,-3 1 16,0 1-16,3-5 15,6 0-15,10 0 16,4-5-16,7-1 15,12-1 1,21 3 0,25-7-16,7-10 15,-12-11 1,-5-3-16,-8 1 16,-4-2-16,-18-4 15,-5 0-15</inkml:trace>
  <inkml:trace contextRef="#ctx0" brushRef="#br0" timeOffset="176848.4">10420 4801 0,'0'0'0,"0"0"0,0 0 16,5 2-16,13 0 15,31-5-15,31-15 16,17-3-16,14-7 16,17-11-16,6 1 15,16-5-15,12-4 16,15 0 0,4 9-16,15 4 15,-3 7-15,76 23 31,11-8-31,-25 20 16,-31 0-16,-129-1 16,43 3-16,-30 0 15,-12-1-15,-14-2 16,-10 0-16,-16-2 16,-11-2-1,-10 0-15,-12-1 16,-6 0-16,-6-1 15,-11-1-15,12 3 16,-12-3-16,0 0 16,0 0-16,10 7 15,-10-7-15,0 0 16,3 7-16,-3-7 16,0 0-1,-1 8-15,1-8 16,0 0-16,0 8 15,0-8-15,0 0 16,0 8-16,0-8 16,0 0-16,0 0 15,0 7-15,0-7 16,0 0 0,0 0-16,0 8 15,0-8-15,0 0 16,0 0-16,0 0 15,0 0-15,0 0 16,0 6-16,0-6 16,0 0-16,0 0 15,0 0-15,0 0 16,0 0 0,0 0-16,0 0 15,0 0-15,0 7 16,0-7-16,0 0 15,0 0-15,0 0 16,0 0-16,0 0 16,0 0-16,0 0 15,0 0-15,0 0 16,0 0 0,0 0-16,0 0 15,0 0-15,0 0 16,0 0-16,0 0 15,0 6-15,0-6 16,0 0-16,0 0 16,0 0-16,0 0 15,0 0-15,0 0 16,0 0-16,0 0 16,0 0-1,0 0-15,0 0 16,0 0-16,0 0 15,0 0-15,0 0 16,0 0-16,0 0 16,0 0-16,0 0 15,0 0-15,0 0 16,0 0-16,0 0 16,-1-7-1,-2-9-15</inkml:trace>
  <inkml:trace contextRef="#ctx0" brushRef="#br0" timeOffset="184781.5">11592 2261 0,'0'0'0,"-1"2"0,1-2 0,0 0 16,0 0-16,0 0 15,-2 9 1,2-9-16,6 11 16,1-1-16,6 4 15,8 3-15,8 2 16,8-1-16,10-2 15,4-4-15,4 0 16,5-1-16,-2-2 16,-1-3-16,3 0 15,-5 0 1,-2-1-16,-1 0 16,-5-1-16,-5-1 15,-3 0-15,-10 0 16,-8-1-16,-6-2 15,-6 1-15,-9-1 16,10 0-16,-10 0 16,0 0-1,0 0-15,0 0 16,-32 13-16,-31-2 16,-7-4-16,6-5 15,0 0-15,2-4 16,0 0-16,5-1 15,1 0-15,6-1 16,5 1-16,4-3 16,7 0-16,5-1 15,6 1 1,2 1-16,3 0 16,4 1-16,4-1 15,10 5-15,0 0 16,0 0-16,0 0 15,0 0-15,0 0 16,16-1-16,19 9 16,17 5-16,9 4 15,5 0 1,2 3-16,1-2 16,-2-3-16,0-2 15,-3-5-15,-5-5 16,-6 0-16,-5-3 15,-6 0-15,-4 0 16,-7-2-16,-9 0 16,-8-1-16,-14 3 15,14-3-15,-14 3 16,0 0 0,-12 0-16,-34 0 15,-22 0-15,-5 0 16,-8 0-16,-1-1 15,3-4-15,5-1 16,10-1-16,5 0 16,6-1-16,4-1 15,7 0 1,5 1-16,6 0 16,10 2-16,5 2 15,7 1-15,9 3 16,0 0-16,0 0 15,0 0-15,-8-8 16,18 5-16,24-1 16,28 3-16,11 6 15,8 6-15,5-2 16,-1 1-16,1-1 16,-9-1-1,-6-2-15,-4-5 16,-10-4-16,-6-1 15,-12-1-15,-11-2 16,-8 4-16,-9-1 16,-11 4-16,0 0 15,7-6 1,-30-4-16,-43-6 16,-20 5-16,-5 5 15,3 2-15,0 2 16,6 2-16,11 0 15,-1 0-15,11 0 16,5 0-16,4 0 16,10 0-16,9-1 15,9-1-15,11 0 16,13 2 0,-12-2-16,12 2 15,0 0-15,0 0 16,0 0-16,34-4 15,31 12-15,10 5 16,7 4-16,0 1 16,-4-1-16,-4-1 15,-6-1-15,-4-5 16,-9-6 0,-9-4-16,-7-2 15,-8-3-15,-8 1 16,-5-2-16,-7 2 15,-11 4-15,10-6 16,-10 6-16,-7-7 16,-27-6-16,-33-2 15,-14 1-15,-2 9 16,-3 1 0,1 2-16,5 2 15,9-1-15,7 0 16,6 2-16,8 0 15,10-1-15,11 0 16,9 0-16,7 1 16,13-1-16,-10 0 15,10 0-15,0 0 16,0 0 0,0 0-16,38 9 15,37 3-15,13-2 16,-2 1-16,10 1 15,-9-3-15,0 0 16,-14-2-16,-8-2 16,-8-2-16,-12-1 15,-9-2-15,-9-2 16,-10 1 0,-6-1-16,-11 2 15,0 0-15,11-2 16,-11 2-16,0 0 15,-33-9-15,-39 0 16,-10-2-16,4 3 16,-2-1-16,-3 2 15,-2 2 1,3 1-16,3 2 16,4 1-16,6-2 15,9 3-15,8-1 16,7 1-16,10 0 15,12 0-15,9-1 16,14 1-16,-13 0 16,13 0-16,0 0 15,0 0-15,0 0 16,14-6-16,34 2 16,26 5-16,1 5 15,5 2 1,-2 0-16,-5 1 15,-3 0-15,-6-2 16,-6 0-16,-9-1 16,-8-2-16,-5 1 15,-6-4-15,-8 0 16,-6-2 0,-6 0-16,-10 1 15,0 0-15,0 0 16,0 0-16,-17-10 15,-41-4-15,-16 2 16,-1 4-16,1 1 16,-1 0-16,5 2 15,4-1-15,3 2 16,7-1-16,6 1 16,5 1-1,6 0-15,6 0 16,8 1-16,10 1 15,15 1-15,-13-3 16,13 3-16,0 0 16,0 0-16,0 0 15,0 0-15,21-9 16,35 7-16,18 3 16,-2 3-1,11 4-15,-5 0 16,8 0-16,-1 1 15,-2-2-15,-1 1 16,-10-5-16,-2-3 16,-8-3-16,-9-1 15,-6 0-15,-10 1 16,-5 0-16,-8 2 16,-6-1-16,-9 2 15,-9 0-15,0 0 16,12 1-1,-12-1-15,0 0 16,-23 5-16,-27 4 16,-15 0-16</inkml:trace>
  <inkml:trace contextRef="#ctx0" brushRef="#br0" timeOffset="209914.78">6961 3933 0,'0'0'0,"0"0"0,0 0 15,0 0-15,0 0 16,0 0-16,0 2 16,0-2-16,0 0 15,0 0-15,0 0 16,0 0-16,0 0 16,18 10-16,0-2 15,5 1 1,6-1-16,5-1 15,1-1-15,0-2 16,-3 1-16,-1-1 16,0-1-16,-1 0 15,3 1-15,-3-1 16,1-1-16,0-1 16,2 1-1,3 0-15,-1-1 16,3 1-16,2 0 15,0-1-15,3 1 16,1-1-16,0 1 16,2-2-16,0-2 15,-2-1-15,-1-1 16,1-1-16,-2 0 16,-2-1-16,-1 1 15,-2 2 1,0-1-16,-2-1 15,-1 2-15,1-2 16,-5 2-16,-2 1 16,-2 2-16,-5 0 15,-1 0-15,-5 1 16,-2 0 0,-4 0-16,-9-1 0,12 1 15,-12-1 1,0 0-16,0 0 0,0 0 15,9 5 1,-9-5-16,0 0 16,0 0-16,0 0 15,0 0-15,0 0 16,0 0-16,0 0 16,0 0-16,0 0 15,0 0 1,0 0-16,0 0 15,0 0-15,0 0 16,10 5-16,-10-5 16,0 0-16,0 0 15,0 0-15,0 0 16,0 0-16,10 3 16,-10-3-16,0 0 15,0 0-15,0 0 16,0 0-16,0 0 15,0 0 1,0 0-16,4 6 16,-4-6-16,0 0 15,0 0-15,0 0 16,0 0-16,0 0 16,0 7-16,0-7 15,0 0-15,0 0 16,-1 7-1,1-7-15,0 0 16,0 0-16,0 0 16,-2 7-16,2-7 15,0 0-15,0 0 16,0 0-16,0 0 16,0 0-16,0 0 15,0 0-15,0 0 16,0 0-1,0 0-15,0 0 16,0 0-16,0 0 16,-2 6-16,2-6 15,0 0-15,0 0 16,0 0-16,0 0 16,0 0-16,0 0 15,0 0-15,0 0 16,0 0-16,0 0 15,0 0 1,0 0-16,0 0 16,0 0-16,0 0 15,0 0-15,0 0 16,0 0-16,0 0 16,0 0-16,0 0 15,0 0-15,0 0 16,0 0-16,0 0 15,0 0-15,0 0 16,0 0 0,0 0-16,0 0 15,-7 6-15,7-6 16,0 0-16,0 0 16,0 0-16,0 0 15,0 0-15,0 0 16,0 0-16,0 0 15,0 0 1,0 0-16,0 0 16,0 0-16,0 0 15,0 0-15,0 0 16,0 0-16,0 0 16,0 0-16,0 0 15,0 0-15,0 0 16,0 0-16,0 0 15,0 0 1,0 0-16,0 0 16,0 0-16,0 0 15,0 0-15,0 0 16,-10 7-16,10-7 16,0 0-16,0 0 15,0 0-15,0 0 16,0 0-16,0 0 15,0 0 1,0 0-16,0 0 16,0 0-16,0 0 15,0 0-15,0 0 16,0 0-16,0 0 16,0 0-16,0 0 15,0 0-15,-10 4 16,10-4-16,0 0 15,0 0 1,0 0-16,0 0 16,0 0-16,0 0 15,-6-6-15,5-4 16,-2-5-16</inkml:trace>
  <inkml:trace contextRef="#ctx0" brushRef="#br0" timeOffset="211148.32">5386 4349 0,'0'0'0,"0"0"0,0 0 16,0 0-16,-2 2 15,2-2-15,0 0 16,-2 11 0,0 0-16,0 7 15,0 9-15,3 5 16,1 6-16,2 4 16,1 3-16,4-1 15,1-4-15,3-6 16,0-2-16,1-5 15,-1-6-15,-2-6 16,-4-6 0,-7-9-16,11 6 15,-11-6-15,13-10 16,-4-6-16,-2-7 16,-2-3-16,0 1 15,-2 4-15,0 6 16,0 4-16,-2 4 15,-1 7-15,0 0 16,0 0 0,15 3-16,0 12 15,0 7-15,2 4 16,-2 3-16,-1-3 16,0-1-16,1-7 15,2-8-15,3-8 16,1-4-16,1-12 15,1-7-15,-2-3 16,-3-7 0,-3-8-16,-5-1 15,-3 1-15,-4 1 16,-1 9-16,-2 3 16,-1 7-16,0 4 15,-1 3-15,0 5 16,2 7-16,0 0 15,-1-7-15,1 7 16,-5 7 0,0 7-16</inkml:trace>
  <inkml:trace contextRef="#ctx0" brushRef="#br0" timeOffset="211431.78">5886 4760 0,'0'0'0,"0"0"0,0 0 0,0 2 0,0-2 16,0 0-16,-1 15 16,1 6-16,-3 10 15,-1 6-15,-2 5 16,1 1-16,-2 2 15,-1-1-15,0-4 16,2-9 0,0-5-16,3-7 15,1-7-15,3-4 16</inkml:trace>
  <inkml:trace contextRef="#ctx0" brushRef="#br0" timeOffset="212564.79">6147 4524 0,'0'0'0,"0"0"0,0 0 0,0 0 0,0 5 16,0 9-16,2 14 15,1 12-15,3 0 16,0-3-16,-1-6 16,1-4-1,1-5-15,-2-6 16,-1-6-16,-4-10 16,11 4-16,2-13 15,6-4-15,2-9 16,0-3-16,-4 3 15,-4 1-15,-2 7 16,-5 4-16,-6 10 16,14-7-1,-4 11-15,3 6 16,2 6-16,-1 10 16,2 3-16,-2 4 15,-1-5-15,-3-6 16,-2-5-16,-3-4 15,2-6-15,-7-7 16,18 0-16,-6-10 16,3-7-1,-3-9-15,-1-5 16,-2 0-16,-7-1 16,-1 2-16,-1-1 15,0 5-15,0 4 16,0 6-16,0 6 15,0 4-15,0 6 16,0-9-16,0 9 16,0 0-16,13-5 15,-1 10 1,6 8-16,1 8 16,-1 3-16,-3 17 31,-4-1-31,-5 1 15,-4-3-15,-2-18 16,0-4-16,0-5 16,0-3-1,0-1-15,0-7 16,0 9-16,0-9 16,1 7-16,-1-7 15,13 11-15,2-2 16,4 2-16,0 0 15,0 0-15,-2 2 16,-1 8-16,-7 9 16,-3 3-1,-8 5-15,-8 0 16,-9 3-16,-3-2 16,-4 0-16,1-7 15,3-7-15,4-4 16,5-6-16,5-6 15,1-2-15,7-7 16,-6 7-16,6-7 16,0 0-16,0 0 15,0 0 1,14 5-16,21-8 16,10-3-16,3-4 15,-1-1-15,-1 0 16,-4 2-16,-4 1 15,-6 2-15,-6 0 16,-7 2-16,-6 0 16,-13 4-16,14-2 15,-14 2 1,0 0-16</inkml:trace>
  <inkml:trace contextRef="#ctx0" brushRef="#br0" timeOffset="212981.19">7302 4757 0,'0'0'0,"0"0"0,0 0 0,0 0 0,0 0 16,0 0-16,0 0 15,0 0 1,0 0-16,0 0 16,0 0-16,0 0 15,0 0-15,0 0 16,0 0-16,6 0 15,9 0-15,13-1 16,11 1-16,0 0 16,-3 0-16,-6 0 15,-7 0 1,-1 1-16,-3 2 16,-2 1-16,-6-1 15,-11-3-15,0 0 16</inkml:trace>
  <inkml:trace contextRef="#ctx0" brushRef="#br0" timeOffset="213231.41">7165 5071 0,'0'0'0,"0"0"16,0 0-16,0 0 15,-3 1-15,3-1 16,0 0-16,24 13 16,12-6-16,11-3 15,7-6 1,-2-7-16,3-2 16,-3-3-16,-2-3 15,-4 2-15,-7 1 16,-5 3-16,-7 2 15</inkml:trace>
  <inkml:trace contextRef="#ctx0" brushRef="#br0" timeOffset="-214431.69">8564 4500 0,'0'0'0,"-4"-1"0,4 1 16,-21-4-16,-8 4 16,-16 1-1,-4 4-15,0 1 16,6 1-16,-3-1 15,0 3-15,0 2 16,3 6-16,5 7 16,5 2-16,6 15 15,4 2-15,5 14 16,9 1 0,8-4-16,7 5 15,5-2-15,7-5 16,5 0-16,9-13 15,-1-8-15,3-5 16,4-6-16,4-3 16,6-5-16,-2-10 15,-2-6-15,-5-6 16,-6-3-16,0-3 16,-6-3-16,-7-1 15,-6-1-15,-8-1 16,-8 0-1,-8-3-15,-28-12 32,-23 2-32,2 7 15,2 13-15,15 10 16,-9 7 0,-11 11-16,-3 10 15,7 14-15</inkml:trace>
  <inkml:trace contextRef="#ctx0" brushRef="#br0" timeOffset="-206982.27">4302 5635 0,'0'0'0,"-3"6"0,2 6 16,-2 25-16,2 14 15,1-2-15,1-7 16,2-8-16,1-8 16,0-7-16,-1-8 15,-1-4-15,-2-7 16,4 6-16,-4-6 16,7-14-1,5-13-15,-3-4 16,-1 3-16,-4 7 15,-1 6-15,-2 7 16,-1 8-16,0 0 16,0 0-16,0 0 15,19 15-15,-5 11 16,0 2-16,0-4 16,-2-1-1,4-7-15,4-8 16,0-5-16,-3-6 15,0-10-15,-2-11 16,2-4-16,-7-5 16,-3 1-16,-4 0 15,-2 4-15,-1 5 16,-1 8-16,1 5 16,0 10-16,0 0 15,0 0 1,0 0-16,2 32 15,1 17-15,1 2 16,4-3-16</inkml:trace>
  <inkml:trace contextRef="#ctx0" brushRef="#br0" timeOffset="-206765.87">4699 6007 0,'0'0'0,"0"0"15,0 0-15,0 0 16,-3 1-16,0 6 16,-4 12-16,-3 17 15,1 8-15,3 4 16,2-3-16,4 1 16,4-6-1,3-6-15,1-3 16,0-7-16,-1-4 15,1-8-15</inkml:trace>
  <inkml:trace contextRef="#ctx0" brushRef="#br0" timeOffset="-206298.23">4954 5963 0,'0'0'0,"0"0"0,0 0 16,2 0-16,-2 0 15,26-3 1,3 1-16,1 0 15,1-1-15,-2 2 16,1-1-16,-4 0 16,0 2-16,-3-1 15,-4 0-15,-2 2 16,-17-1-16</inkml:trace>
  <inkml:trace contextRef="#ctx0" brushRef="#br0" timeOffset="-206081.86">4982 6230 0,'0'0'0,"0"0"16,3 1-16,-3-1 15,31 3-15,4-8 16,1-5-1,-4 0-15,-2-2 16,-1 0-16,0-1 16,-5 2-16,-4 3 15,-5 0-15,-2 2 16</inkml:trace>
  <inkml:trace contextRef="#ctx0" brushRef="#br0" timeOffset="-205615.68">5438 5803 0,'0'0'0,"0"0"0,2-4 0,-2 4 15,12-12-15,6 5 16,5 3-16,2 5 16,-1 3-16,-4 3 15,-3 5-15,-5 7 16,-5 7-16,-8 10 16,-8 6-16,-7 9 15,-2 1-15,0-5 16,0-4-1,4-10-15,1-6 16,0-5-16,6-8 16,3-6-16,4-8 15,0 0-15,0 0 16,11-1-16,15-12 16,7-8-16,1-3 15,1 0 1,-5 4-16,-7 3 15,-2 4-15,-4 4 16,-3 7-16,-1 7 16</inkml:trace>
  <inkml:trace contextRef="#ctx0" brushRef="#br0" timeOffset="-203948.68">6528 5786 0,'0'0'0,"0"0"0,0 0 0,0 0 16,0 0-16,1 4 15,0 5 1,2 11-16,2 10 16,0 5-16,1 6 15,0-1-15,0-3 16,4-2-16,4-3 16,4-9-1,4-9 1,-3-10-16,-1-10 15,-4-9 1,-1-4-16,-4-4 16,-3 0-16,-1 3 15,-2 3-15,-1 5 16,-2 3-16,0 9 16,1-6-16,-1 6 15,0 0-15,23 15 16,-7 3-16,-1 4 15,3 3 1,0 1-16,-3-2 16,-1-4-16,0-9 15,5-5-15,2-8 16,1-4-16,0-9 16,2-7-16,-1-6 15,-4-8-15,-7 2 16,-4-2-16,-2-3 15,-2 5-15,0 5 16,-3 8 0,1 7-16,-1 4 15,-1 4-15,0 6 16,0 0-16,0 0 16</inkml:trace>
  <inkml:trace contextRef="#ctx0" brushRef="#br0" timeOffset="-203498.68">7228 6099 0,'0'0'0,"0"0"16,0 0-16,9-3 15,1-1-15,6 1 16,1 3-16,-1 3 16,2 6-1,-2 4-15,-2 6 16,-9 2-16,-10 1 16,-2 4-16,-9 8 15,-2 3-15,1-3 16,3-6-16,2-9 15,3-3-15,2-4 16,2-3 0,5-9-16,-3 8 15,3-8-15,0 0 16,25 4-16,11-6 16,6-6-16,-6-1 15,-9 0-15,0-3 16,9-3-16,-5-1 15,0 3-15,-5 0 16</inkml:trace>
  <inkml:trace contextRef="#ctx0" brushRef="#br0" timeOffset="-203282.25">7676 6045 0,'0'0'0,"0"0"0,0 0 0,0 0 0,0 0 15,3 0-15,-3 0 16,24-1-16,-3-3 16,6-2-1,6-3-15,0 0 16,5-2-16,0 1 16,-6 2-16,-8 1 15,-9 3-15,-5 2 16</inkml:trace>
  <inkml:trace contextRef="#ctx0" brushRef="#br0" timeOffset="-203031.85">7643 6229 0,'0'0'0,"0"0"0,0 0 15,4 0-15,12 0 16,16-3 0,10-5-16,1-6 15,-2-1-15,6-2 16,-3 0-16,-6 3 16,-1 1-16,-5 1 15,1-2-15,-11 4 16</inkml:trace>
  <inkml:trace contextRef="#ctx0" brushRef="#br0" timeOffset="-202532.36">8206 5818 0,'0'0'0,"1"-3"0,-1 3 15,9-13-15,8-1 16,10 1 0,1 1-16,0 6 15,-3 1-15,-8 2 16,-3 3-16,-2 0 16,-12 0-16,14 10 15,-11 5-15,-4 4 16,-6 8-16,-6 7 15,-3-4-15,-2 1 16,1-3-16,5-6 16,3-7-1,4-3-15,2-5 16,3-7-16,1 8 16,9-5-16,7 2 15,9-2-15,5 0 16,3 1-16,3-1 15,-3 1 17,-9 1-32,-7 14 15,-8 3-15,-10-3 16,-12 2-16,-20 4 16,-29 4-16,-11 1 15,-10-3-15,-16-7 16</inkml:trace>
  <inkml:trace contextRef="#ctx0" brushRef="#br0" timeOffset="-200649.28">4480 6763 0,'0'0'0,"0"0"0,0 0 16,0 0-16,0 0 15,0 0-15,1 5 16,1 10-16,2 17 15,2 12-15,0 3 16,1-4-16,-2-10 16,0-7-16,2-7 15,-2-7 1,0-4-16,-5-8 16,4 7-16,3-14 31,6-18-31,6-14 15,-4 7-15,-6 13 16,-2 4-16,0 6 16,2 4-16,6 5 15,2 3-15,3 4 16,1 3 0,0 1-16,-2-2 15,-3 0-15,-2-5 16,1-6-16,4-7 15,0-11-15,-5 1 16,-5-9-16,-3 0 16,-3 5-16,-2 7 15,-1 4 1,-1 4-16,1 8 0,-4-7 16,4 7-1,0 0-15</inkml:trace>
  <inkml:trace contextRef="#ctx0" brushRef="#br0" timeOffset="-200448.89">5002 6900 0,'0'0'0,"0"0"15,0 0-15,0 3 16,0 8-16,0 17 15,0 17-15,0 3 16,0 2-16,0-4 16,0-6-16,4-5 15,4-6-15,7-9 16</inkml:trace>
  <inkml:trace contextRef="#ctx0" brushRef="#br0" timeOffset="-200215.83">5235 6955 0,'0'0'0,"0"0"0,0 0 16,-3-1-1,3 1-15,0 0 16,10 8-16,3-1 15,4-1-15,3 1 16,1 0-16,-2-2 16,1-3-16</inkml:trace>
  <inkml:trace contextRef="#ctx0" brushRef="#br0" timeOffset="-199998.97">5247 7204 0,'0'0'0,"0"0"0,0 0 15,0 0-15,0 0 16,2 1-16,-2-1 16,29 5-1,1-6-15,8-9 16,5-8-16,3-8 15,-8-4-15,0-1 16,-1-9-16</inkml:trace>
  <inkml:trace contextRef="#ctx0" brushRef="#br0" timeOffset="-199565.41">5630 6861 0,'0'0'0,"0"0"0,0 0 16,0 0-16,0 0 15,0 0-15,6-4 16,6-4-16,4-2 16,3 1-16,1 0 15,0 5-15,-2 1 16,-1 4 0,-1 11-16,-4 4 15,-2 8-15,-8 2 16,-3-1-16,-2 2 15,-1-4-15,0-6 16,1-3-16,1-4 16,0-1-16,2-2 15,0-7-15,14 10 16,3-8 0,4 0-16,-3-1 15,-3-1 1,-2 3-1,-2 11-15,-2 14 16,-4-2-16,-7 2 16,-13-5-16,-15 4 15,-3 2-15,-4-4 16,9-8-16,4-1 16</inkml:trace>
  <inkml:trace contextRef="#ctx0" brushRef="#br0" timeOffset="-198665.27">6817 6822 0,'0'0'0,"0"0"0,-3-1 16,3 1-16,0 0 15,0 0-15,0 0 16,0 0-1,0 0-15,-7 6 16,13 16-16,3 7 16,0 1-16,3-4 15,-1-5 1,0-2-16,2-6 0,-1-2 16,-1-4-16,-11-7 15,14 6-15,-14-6 16,15-2-1,-15 2-15,17-8 16,-17 8-16,13-7 16,-13 7-16,16-4 15,-4 6-15,3 2 16,-1 1-16,0-2 16,-1 1-16,1-3 15,3-9-15,3-6 16,0-5-1,-4-7-15,-5-2 16,-2-2-16,-5 1 16,-2 4-16,-2 5 15,-1 3 1,1 5 0,0 5-16,0 7 15,0 0-15</inkml:trace>
  <inkml:trace contextRef="#ctx0" brushRef="#br0" timeOffset="-198297.71">7283 6994 0,'0'0'0,"0"0"16,0 0-16,2-3 15,-2 3-15,16-9 16,2 1-16,1 4 16,-2 5-16,-2 4 15,-4 3-15,-1 4 16,-4 5-16,-4 5 16,-3 7-16,-3 2 15,-1-5 1,2-5-16,-2-8 15,3-1-15,0-6 16,2-6-16,-1 10 16,1-10-16,11 8 15,1-8-15,7 0 16,7-2-16,3-6 16,2 1-16,-1 0 15,-2 0-15</inkml:trace>
  <inkml:trace contextRef="#ctx0" brushRef="#br0" timeOffset="-198048.85">7738 6915 0,'0'0'0,"0"0"16,0 0-16,0 0 15,0 0-15,0 0 16,16 0-16,9 0 16,7-2-16,2-5 15,-5 0-15,-5 0 16,-5 3-16,-19 4 16</inkml:trace>
  <inkml:trace contextRef="#ctx0" brushRef="#br0" timeOffset="-197882.07">7745 7079 0,'0'0'0,"0"0"0,4 0 15,6-4-15,10-2 16,14-6-1,9 0-15,1-1 16</inkml:trace>
  <inkml:trace contextRef="#ctx0" brushRef="#br0" timeOffset="-197015.94">8327 6647 0,'0'0'0,"0"0"16,0 0-16,0-2 15,0 2 1,11-7-16,0 0 16,6 3-16,2 7 15,1 6-15,-3 3 16,-7 9-16,-7 5 16,-10 13-16,-5 6 15,-6-3-15,-4 2 16,-4 0-16,1-1 15,5-7-15,5-10 16,5-9 0,4-6-16,2-4 15,4-7-15,1 7 16,13-6-16,20-8 16,22-23-16,4-3 15,2-5-15,3-1 16</inkml:trace>
  <inkml:trace contextRef="#ctx0" brushRef="#br0" timeOffset="-195382.12">10001 5342 0,'0'0'0,"0"0"0,0 0 15,0 0-15,0 0 16,0 0-16,-4 3 15,4-3-15,-8 20 16,0 3 0,1 7-16,4-1 15,3-1-15,3-3 16,1-2-16,2-6 16,1-4-16,-1-4 15,-6-9-15,16 8 16,-16-8-16,19-2 15,-8-3-15,-11 5 16,16-11-16,-16 11 16,7-5-1,-7 5-15,0 0 16,0 0-16,19 11 16,-5 2-16,0 1 15,0 1-15,0 0 16,1-5-16,2-5 15,0-8-15,0-7 16,-1-6 0,-3-6-16,-3-1 15,-3-4-15,-5 0 16,-2-1-16,-2 5 16,-1 4-16,-1 6 15,2 4-15,2 9 16,-1-9-16,1 9 15</inkml:trace>
  <inkml:trace contextRef="#ctx0" brushRef="#br0" timeOffset="-195131.76">10495 5553 0,'0'0'0,"0"0"15,2 3-15,-2 6 16,2 13 0,-7 22-16,-5 9 15,0 0-15,-1 5 16,2-6-16,2-3 16,3 0-16,4-2 15,4-1-15,3-6 16,8-10-16,1-20 15</inkml:trace>
  <inkml:trace contextRef="#ctx0" brushRef="#br0" timeOffset="-194865.36">10724 5632 0,'0'0'0,"0"0"16,0 0-16,0 0 16,0 0-1,0 0-15,3 0 16,-3 0-16,29 6 16,1-1-16,3-3 15,1-4-15,-2-4 16,0-1-16,-6 1 15,2-1-15,-9 1 16</inkml:trace>
  <inkml:trace contextRef="#ctx0" brushRef="#br0" timeOffset="-194682.69">10686 5882 0,'0'0'0,"0"0"0,0 0 0,0 0 16,1 1-16,-1-1 16,11 3-1,13 0-15,14-6 16,8-6-16,-2-6 16,6-8-16,1-18 15</inkml:trace>
  <inkml:trace contextRef="#ctx0" brushRef="#br0" timeOffset="-194465.09">11288 5368 0,'0'0'0,"0"0"16,0 0-16,0 2 15,0-2-15,-1 14 16,1 4-16,-2 13 15,1 6-15,-1 7 16,1 4-16,-2-2 16,2-3-1</inkml:trace>
  <inkml:trace contextRef="#ctx0" brushRef="#br0" timeOffset="-193848.94">12158 5297 0,'0'0'0,"0"0"0,-3 3 16,-1 4-16,-3 7 15,4 17 1,2 9-16,1 6 16,-1 5-16,-2 4 15,1-14 1,3-15-1,11-8-15,3-12 16,-2-9-16,2-8 16,2-7-16,-1-3 15,0-2 1,-2 1-16,-3 7 16,-6 6-16,-5 9 15,0 0-15,16 9 16,-6 3-16,1 4 15,-1 0-15,-2-3 16,-2-4-16,-6-9 16,10 9-16,-10-9 15,21-5-15,-7-3 16,0-9 0,0-5-16,-1-4 15,-2-1-15,-3 6 16,-3 6-16,-2 5 15,-1 5-15,-2 5 16,0 0-16,0 0 16,0 0-16</inkml:trace>
  <inkml:trace contextRef="#ctx0" brushRef="#br0" timeOffset="-193599.18">12600 5610 0,'0'0'0,"3"4"0,-3-4 16,10 13-16,-2 3 16,-5 6-16,-5 6 15,-5 4 1,-8 0-16,1-1 16,-7 6-16,2-3 15,0-3-15,4-7 16,7-11-16,3-5 15,5-8-15,-1 10 16,15-6-16,14-7 16,14-11-16</inkml:trace>
  <inkml:trace contextRef="#ctx0" brushRef="#br0" timeOffset="-193394.17">12961 5615 0,'0'0'0,"0"0"0,3 2 0,-3-2 16,25 5-16,-4-1 15,6-1-15,-1-3 16,-1-1-16</inkml:trace>
  <inkml:trace contextRef="#ctx0" brushRef="#br0" timeOffset="-193215.45">12895 5872 0,'0'0'0,"0"0"0,0 0 0,0 0 0,4-1 16,11-1-16,8-1 16,16-1-16,6-3 15</inkml:trace>
  <inkml:trace contextRef="#ctx0" brushRef="#br0" timeOffset="-192832.12">13579 5417 0,'0'0'0,"0"0"0,-1 2 16,1-2-1,-14 22-15,-6 10 16,-6 8-16,-2 5 15,-1 4-15,6 1 16,7 8-16,6 1 16,23 19 15,-3-12-31,8-21 16,2-25-16,-5-15 15,8-10-15,-2-7 16,2 1-16,-4-8 15,-13 4-15,-6-5 16,-15-8-16,-17-3 16,-16 5-16,-19 16 15,-18 21-15</inkml:trace>
  <inkml:trace contextRef="#ctx0" brushRef="#br0" timeOffset="-191799.25">10091 6551 0,'0'0'0,"-3"-1"0,3 1 16,0 0-16,0 0 15,0 0-15,0 0 16,-8 11-16,11 25 16,6 14-16,0 6 15,0-6-15,0 1 32,1-9-17,-2-12-15,0-14 16,-8-16-16,20-1 15,2-18-15,4-10 16,-6-4-16,-9 5 16,-2 5-16,-2 6 15,-3 4-15,-1 6 16,-3 7-16,0 0 16,17 0-1,-6 7-15,2-1 16,-1 1-16,-2-2 15,5-7-15,1-8 16,1-4-16,-1-8 16,-4-7-16,-2 0 15,-4 4-15,-3 6 16,-2 6-16,0 5 16,-1 8-1,0 0-15</inkml:trace>
  <inkml:trace contextRef="#ctx0" brushRef="#br0" timeOffset="-191565.19">10628 6678 0,'0'0'0,"0"0"16,0 3-16,-2 6 15,0 14-15,-4 14 16,1 9-16,-1 1 16,0-2-16,2-8 15,1-5-15,3-6 16</inkml:trace>
  <inkml:trace contextRef="#ctx0" brushRef="#br0" timeOffset="-191345.13">10867 6644 0,'0'0'0,"0"0"16,0 1-1,0-1-15,0 0 16,11 13-16,8-3 15,9 2-15,8-3 16,-2-7-16,0-4 16,-3-1-16,-2-1 15,-5 1-15</inkml:trace>
  <inkml:trace contextRef="#ctx0" brushRef="#br0" timeOffset="-191132.21">10841 6942 0,'0'0'0,"0"0"0,0 0 16,5-2-16,12-3 16,19-5-16,13-4 15,-3 1 1,6-1-16,-4 1 15</inkml:trace>
  <inkml:trace contextRef="#ctx0" brushRef="#br0" timeOffset="-190948.34">11292 6710 0,'0'0'0,"0"0"0,0 0 16,0 0-16,10-5 15,13-5-15,10-6 16,4-1-16,-2 2 16</inkml:trace>
  <inkml:trace contextRef="#ctx0" brushRef="#br0" timeOffset="-190598.38">11649 6450 0,'0'0'0,"0"0"16,3 1-16,-3-1 16,17 6-16,-1 0 15,4 4-15,-1 7 16,-2 8-1,-12 22 1,-18 14 0,-15 4-16,2-10 15,10-29-15,5-6 16,3-9-16,4-4 16,4-7-16,-5 6 15,5-6-15,0 0 16,28 2-1,15-9-15,3-6 16,-9-4-16,-5-2 16,-5-2-16,-7 3 15,-7 7-15</inkml:trace>
  <inkml:trace contextRef="#ctx0" brushRef="#br0" timeOffset="-189997.61">12598 6382 0,'0'0'0,"0"0"0,0 2 15,-2 8-15,-1 16 16,-2 23-16,-1-3 16,1 2-16,3-20 15,5-7 16,5-10-31,5-7 16,6-5-16,1-6 16,-8 2-16,2-4 15,-3 1-15,-1 1 16,-10 7-16,13-6 16,-13 6-1,15 9-15,-7-2 0,-1 1 16,0-2-1,-7-6-15,18 5 16,0-11-16,5-9 16,8-11-16,-3-5 15,-4 2-15,-7 3 16,-7 4-16,-6 2 16,-3 4-16,-3 5 15,0 1-15,2 10 16,-5-8-1,5 8-15,-14-2 16,14 2-16,-10 2 16</inkml:trace>
  <inkml:trace contextRef="#ctx0" brushRef="#br0" timeOffset="-189698.8">13024 6546 0,'0'0'0,"0"0"0,3 0 16,-3 0-16,13 5 16,-2 4-16,-4 7 15,-5 2-15,-6 2 16,-11 9-16,-2 4 16,-6 11-1,6-11 1,6-17-1,2-2-15,9-14 16,-5 11-16,10 2 16,11 1-16,14-4 15,11-16-15,5-22 16,-4-12-16,-18 26 16</inkml:trace>
  <inkml:trace contextRef="#ctx0" brushRef="#br0" timeOffset="-189532.32">13434 6593 0,'-1'2'0,"1"-2"16,0 0-16,0 0 16,20 5-16,5-2 15,9-2-15,3-2 16,7-5-1</inkml:trace>
  <inkml:trace contextRef="#ctx0" brushRef="#br0" timeOffset="-189298.46">13450 6732 0,'0'10'0,"0"-10"16,4 10-16,9 3 16,15-10-16,12-7 15,4-15-15,8-5 16,-13 7-16,1 24 16,-2 1-16,-11-3 15</inkml:trace>
  <inkml:trace contextRef="#ctx0" brushRef="#br0" timeOffset="-189148.89">13943 6600 0,'7'11'0,"10"3"16,-6-6-16,22-10 15</inkml:trace>
  <inkml:trace contextRef="#ctx0" brushRef="#br0" timeOffset="-188716.42">14232 6467 0,'0'0'0,"3"-1"0,-3 1 16,28-6 0,5 2-16,-1 0 15,0 2-15,-6-1 16,-8 2-16,-7 0 16,-11 1-16,0 18 31,-28 18-31,-9 9 15,6-15-15,13-12 16,2-3 0,5-4-16,5-4 15,6-7-15,3 14 16,6 3-16,12 11 16,7-3-16,5-5 15,0 3-15,-11-10 16,-4-2-16,-5 0 15,-9 2-15,-8 7 16,-16 9 0,-21 8-16,-24-5 15,-6-15-15,-68-15 16</inkml:trace>
  <inkml:trace contextRef="#ctx0" brushRef="#br0" timeOffset="-182749.22">10667 7492 0,'0'0'0,"-1"-3"16,1 3-16,-7-15 15,0 1 1,0 0-16,-1 0 16,3 4-16,0 1 15,5 9-15,-4-10 31,4 10-31,2-8 16,5 2-16,6-2 16,7 2-16,8 1 15,7 1 1,6-1-16,5 0 16,7 0-16,1-1 15,2-1-15,0-3 16,-1-1-16,-1 2 15,1-2-15,-4 2 16,-4-2-16,6-1 16,-4 2-16,0-1 15,-2 2 1,-1-1-16,2 0 16,-1 1-16,0 2 15,0 3-15,-3 0 16,1 4-16,-5 0 15,-6 0-15,9 0 16,-9 0-16,-1 3 16,-4-1-1,-3 1-15,2 0 16,1 0-16,-1 1 16,7-1-16,0 2 15,-1-1-15,-5-1 16,-1 0-16,6 1 15,1 0-15,0 0 16,-4 0-16,1 1 16,10 0-16,2 1 15,3-2-15,-2-2 16,1-1 0,7-1-16,1-1 15,1 1-15,-2 0 16,0 0-16,-5 0 15,-1 1-15,-1 0 16,-3-1-16,-4 0 16,-3 0-16,-1 0 15,1 0 1,4 0-16,-7 0 0,1 0 16,-5 1-1,1 1-15,0 2 16,0-1-16,5 3 15,3-2-15,0 2 16,-2-2-16,-2 1 16,-1-1-16,2 0 15,0 0-15,-4 0 16,-2 0-16,-5-1 16,6 0-1,4 2-15,8 3 16,1-1-16,-5 1 15,-1-1-15,0 0 16,4 2-16,1-1 16,1-3-16,-4 0 15,1 0-15,0 0 16,-3-3 0,-5-2-16,-8-1 15,-5 0-15,-3 1 16,-5 0-16,-11 0 15,10 0-15,-10 0 16,0 0-16,0 0 16,10 0-16,-10 0 15,0 0-15,0 0 16,0 0-16,0 0 16,0 0-1,0 0-15,0 0 16,13-4-16,-13 4 15,16-8-15,-6 3 16,1 0-16,-11 5 16,15-7-16,-15 7 15,0 0-15,12-5 16,-12 5 0,0 0-16,0 0 15,0 0-15,0 0 16,0 0-16,0 0 15,0 0-15,0 0 16,0 0-16,0 0 16,0 0-16,0 0 15,0 0-15,0 0 16,0 0-16,0 0 16,0 0-1,0 0-15,0 0 16,0 0-16,0 0 15,0 0-15,0 0 16,0 0-16,0 0 16,0 0-16,0 0 15,0 0-15,0 0 16,0 0-16,0 0 16,0 0-1,0 0-15,0 0 16,0 0-16,0 0 15,0 0-15,0 0 16,0 0-16,0 0 16,0 0-16,0 0 15,0 0-15,0 0 16,0 0-16,0 0 16,0 0-1,0 0-15,0 0 16,0 0-16,0 0 15,0 0-15,15-8 16,-3-3-16,8-7 16,3-4-16,2-4 15,2-2-15,-2-1 16,-1 1 0,-3 2-16,-3 2 15,-2 2-15,-1 0 16,-1 2-16,-3 2 15,0 2-15,-2 0 16,-1-4-16,0-2 16,-3-3-16,1-2 15,-1-3-15,0-4 16,-1-4-16,-1-8 16,-2-4-1,-1-2-15,-1 1 16,0-2-16,-1-8 15,0-3-15,1-5 16,-1 7-16,-1 1 16,1-1-16,0 0 15,-1 1-15,-3-3 16,-5 1 0,-9-7-16,-3-1 15,-5-2-15,-4 0 16,-3 5-16,-11-3 15,-7 1-15,-13-5 16,-6 2-16,-7 2 16,-2 9-16,-8 3 15,-1 8-15,-1 0 16,3 10-16,7 1 16,1 2-1,-1 0-15,-6-1 16,-5 17-16,-13 15 15,-4-8-15,-5 8 16,-4-3-16,1 5 16,-2 7-16,-3-4 15,8 8-15,3-3 16,0 3-16,10 6 16,-1 1-1,2 3-15,1 0 16,2 0-16,1-2 15,4-6-15,3-1 16,-6-3-16,1 0 16,-11-1-16,-1-1 15,-3-1-15,3-1 16,1-1-16,2-3 16,1-2-16,-1-1 15,7 2 1,-4-1-16,-3 1 15,-2-1-15,-9 2 16,-4 7-16,-12 5 16,-1 5-16,-1 2 15,-2 2-15,3 6 16,-6 3-16,9-1 16,-2 3-1,10 0-15,-1 2 16,8-1-16,1 0 15,6-2-15,4 0 16,2 0-16,10-4 16,10-2-16,8-4 15,12-4-15,6-4 16,1-2-16,-4 0 16,-12-1-16,-18 3 15,-8-1-15,2 1 16,6-1-1,17-1-15,-9-1 16,1 1-16,-21 0 16,-6 2-16,12-3 15,6 0-15,16-4 16,0-4-16,-10-5 16,-4-2-1,1-5-15,1 1 16,2-4-16,-7-1 15,2 1-15,0 0 16,-2 0-16,-10-2 16,-12 9-16,-4 5 15,2 4-15,8 2 16,4 0-16,4 2 16,-1 0-16,3 0 15,5 1-15,2 0 16,2 1-1,0 1-15,3-1 16,1 0-16,6-1 16,8-1-16,-4 0 15,0 6-15,-8 9 16,-1 8-16,8 2 16,11 1-16,10-3 15,6 7-15,3 9 16,5 10-1,5 6-15,8 3 16,6 5-16,7 4 16,5 5-16,8 3 15,6-2-15,4-2 16,5 2-16,6-2 16,3 2-16,1-1 15,2 0-15,5 0 16,3-1-1,6 4-15,3-3 16,5-1-16,6-2 16,8-8-16,4-3 15,8-3-15,9-1 16,7-6-16,7-2 16,1-8-16,6-5 15,4-4-15,7-3 16,9-4-1,-4-2-15,11-4 16,-4-4-16,8-3 16,1-6-16,3-3 15,-2-4-15,7-2 16,-2-1-16,1-2 16,-1 3-16,1-1 15,1 0-15,3 1 16,3 0-1,0 0-15,3 1 16,-1 3-16,-1 1 16,1-2-16,4 1 15,-1-2-15,5-2 16,-8-3-16,-4-1 16,-2 0-16,-5 0 15,-8 0-15,-9 2 16,-10 1-1,-5 1-15,-4 7 16,-10 3-16,-1 0 16,-9 0-16,-6-2 15,-2 0-15,-12-1 16,-8 0-16,-6-4 16,-7-1-16,-4-3 15,-5-3-15,-2-3 16,-4-1-1,1-4-15,-8-3 16,-7-8-16</inkml:trace>
  <inkml:trace contextRef="#ctx0" brushRef="#br0" timeOffset="-181682.59">9196 4919 0,'0'0'0,"0"0"0,0 0 16,0 0-1,0 0-15,0 0 16,2 0-16,-2 0 16,0 0-16,0 0 15,12-6-15,2-7 16,8-15-16,-1-7 16,-7 4-16,-3 3 15,-5-1-15,0-4 16,-4 2-16,-3-5 15,-3 2 1,-3 1-16,-4 1 16,-1 6-16,-2 0 15,-5 1-15,-2 1 16,-3 1-16,0 5 16,3 5-16,4 3 15,2 5-15,-2 0 16,-15 7-1,-29 6-15,-21 11 16,8 3-16,19-1 16,15-4-16,9-1 15,4 0-15,-2 3 16,1 1-16,8-4 16,7-4-16,4-4 15,9-8-15,-7 7 16,7-7-16,0 0 15,0 0 1,0 0-16,0 0 16,5-8-16,9-15 15,4-9-15,-1 1 16,-1-2-16,-2 1 16,-2 1-16,-4 3 15,-2 7-15,-2 4 16,-1 7-1,-2 2-15,-1 8 16,1-6-16,-1 6 16,0 0-16,0 0 15,0 0-15,0 0 16,-26 14-16,-3 10 16,-2 5-16,3-1 15,6-5-15,4-2 16,5-4-16,3-1 15,3-1 1,3 0-16,5 2 16,5 2-16,8 2 15,10 2-15,13 2 16,13 0-16,12 3 16,8-5-16</inkml:trace>
  <inkml:trace contextRef="#ctx0" brushRef="#br0" timeOffset="-172498.84">8817 5930 0,'0'0'0,"0"0"0,0 0 0,0 0 0,2 3 16,-2-3-1,4 9-15,0-2 16,-4-7-16,9 11 16,-9-11-16,14 9 15,1-7-15,8-6 16,10-9-16,13-13 15,8-18-15,4-9 16,5-7 0,-5 3-16,-1 1 15,-8 9-15,-6 6 16,-6 6-16,-8 5 16,-4 4-16,-5 3 15,-3 4-15,-4 2 16,-1 3-16,-4 4 15</inkml:trace>
  <inkml:trace contextRef="#ctx0" brushRef="#br0" timeOffset="-172182.57">8865 6079 0,'0'0'0,"0"0"0,0 0 16,6-3-16,15-9 16,21-13-16,9-9 15,2-2-15,-3-4 16,-3-2-16,-4 2 15,-1 1-15,-6 3 16,-4 4 0,-2 3-16,-3 3 15,-4 5-15,-4 1 16,-3 5-16,-4 5 16,-6 2-16</inkml:trace>
  <inkml:trace contextRef="#ctx0" brushRef="#br0" timeOffset="-171948.95">8818 6213 0,'0'0'0,"0"0"15,0 2-15,0-2 16,0 0-16,0 0 16,7 7-1,-7-7-15,24-3 16,14-18-16,21-22 16</inkml:trace>
  <inkml:trace contextRef="#ctx0" brushRef="#br0" timeOffset="-171732.03">9564 5668 0,'0'0'0,"0"1"0,0-1 15,-2 12-15,1-1 16,1-2-16,0-9 15,0 9-15,0-9 16,0 0-16,0 0 16,-3-14-16</inkml:trace>
  <inkml:trace contextRef="#ctx0" brushRef="#br0" timeOffset="-170232">9204 6025 0,'0'0'0,"-1"3"16,-4 6-16</inkml:trace>
  <inkml:trace contextRef="#ctx0" brushRef="#br0" timeOffset="-168066.32">2593 4721 0,'0'0'0,"0"0"16,0-2-16,0 2 15,-3-10-15,1 4 16,-1-4-16,-1-2 16,-2-5-16,-3 2 15,-2 3-15,-3-2 16,-3 0 0,-5-2-16,-5 0 15,-3 2-15,-3 5 16,-3 5-16,-1 2 15,-2 2-15,-1 1 16,-4 1-16,-2 5 16,-2 1-16,-3 4 15,1 2-15,0 2 16,3 3-16,4 0 16,4 2-16,1 1 15,2-1 1,5 1-16,3 2 15,7 2-15,3 1 16,4-2-16,2 0 16,4-2-16,5 0 15,1-2-15,4 2 16,3-2-16,4 2 16,2-2-1,3-2-15,5 2 16,6-2-16,3 0 15,2-1-15,4-2 16,6-2-16,3 1 16,1 0-16,-2-1 15,-1 0-15,-3 0 16,0 1-16,-3 2 16,-3 1-16,-1 0 15,-1 3 1,-3 0-16,-2 3 15,-5-1-15,-6-4 16,-2-1-16,-2 0 16,-2 1-16,-2 1 15,-2-3-15,-3-2 16,-1-3-16,-2 0 16,-4 4-16,-5 0 15,-8 3-15,-7 1 16,-14 5-1,-12 6-15,-9 4 16,-8 2-16,0 1 16,-2 1-16,4-3 15,4-2-15,5 2 16,4 3-16,6 3 16,6-1-16,4 2 15,5-1-15,5 3 16,4 0-1,7 0-15,5-2 16,4-5-16,5-2 16,5 0-16,4 1 15,3 0-15,8-2 16,6-1-16,6-3 16,7-2-16,5-1 15,10-3-15,12-3 16,11-6-1,6-11-15,4-3 16,-2-8-16,-2-1 16,1-5-16,-4-4 15,-3-1-15,-6-1 16</inkml:trace>
  <inkml:trace contextRef="#ctx0" brushRef="#br0" timeOffset="-166282.35">1980 4150 0,'0'0'0,"0"0"16,0 3-16,0 3 15,0 10 1,0 11-16,-3 9 15,0 6-15,-2 5 16,0 3-16,1 3 16,0 5-16,-2 3 15,2 5-15,1 5 16,0 0-16,1 5 16,1 5-16,2 4 15,0 11-15,0 2 16,0 4-1,-1 4-15,2 3 16,-2 1-16,1 2 16,-1-1-16,1-2 15,0-2-15,0-6 16,1-1-16,2-7 16,4-2-16,1-5 15,0-2 1,-1-4-16,-1-8 15,0-7-15,-1-6 16,-1-6-16,0-6 16,-1-9-16,-1-8 15,-1-7-15,-1-4 16,1-6-16,-2-3 16,1-1-16,0-3 15,-1-6-15,1 8 16,-1-8-1,0 0-15,0 0 16,1 7-16,-1-7 16,0 0-16,0 0 15,0 0-15,0 0 16,0 0-16,-2 7 16,2-7-16,0 0 15,0 0-15,0 0 16,0 0-1,0 6-15,0-6 16,0 0-16,0 0 16,0 0-16,0 0 15,0 0-15,0 0 16,0 6-16,0-6 16,0 0-16,0 0 15,0 0-15,0 0 16,0 0-16,0 0 15,0 7 1,0-7-16,0 0 16,0 0-16,0 0 15,0 0-15,0 0 16,0 0-16,0 0 16,0 0-16,0 0 15,0 0-15,0 0 16,0 0-1,0 0-15,0 0 16,0 0-16,0 0 16,0 0-16,0 0 15,0 0-15,0 0 16,0 0-16,0 0 16,0 0-16,0 0 15,0 0-15,0 0 16,0 0-16,0 0 15,0 0 1,0 0-16,0 0 16,0 0-16,0 0 15,0 0-15,0 0 16,0 0-16,0 0 16,0 0-16,0 0 15,0 0-15,0 0 16,0 0-16,0 0 15,0 0-15,0 0 16,0 0 0,0 0-16,0 0 15,0 0-15,0 0 16,0 0-16,-7 6 16,7-6-16,0 0 15,0 0-15,0 0 16,0 0-16,0 0 15,0 0-15,0 0 16,0 0 0,0 0-16,0 0 15,0 0-15,0 0 16,0 0-16,0 0 16,0 0-16,0 0 15,0 0-15,0 0 16,0 0-16,0 0 15,0 0-15,0 0 16,0 0 0,0 0-16,0 0 15,0 0-15,0 0 16,0 0-16,0 0 16,-3-7-16,2-1 15,1-4-15,0-6 16,0 7-16</inkml:trace>
  <inkml:trace contextRef="#ctx0" brushRef="#br0" timeOffset="-165315.43">1673 4517 0,'0'0'0,"0"0"0,0 1 0,0-1 16,0 0-16,2 11 16,4 2-16,10 3 15,11 3-15,7 1 16,10 0-16,3-3 15,1-2-15,2-2 16,8-1 0,3-1-16,4 0 15,3-2-15,1-1 16</inkml:trace>
  <inkml:trace contextRef="#ctx0" brushRef="#br0" timeOffset="-164482.65">1492 5297 0,'0'0'0,"0"0"0,0 0 16,0 0-16,14 0 16,22-3-16,24-6 15,9-2 1,8-3-16,7 0 16,8-1-16,8-2 15,7 0-15,-1 0 16,8-2-16,1 4 15,4 4-15,10 6 16,-10 1-16</inkml:trace>
  <inkml:trace contextRef="#ctx0" brushRef="#br0" timeOffset="-163732.87">1468 5685 0,'0'0'0,"3"-1"0,-3 1 15,31-3 1,15 3-16,20 5 16,5 8-16,10 5 15,1 2-15,0 3 16,12 5-16,-3 0 15,12 5-15,3 0 16,7 2-16,6-7 16,-4-13-1</inkml:trace>
  <inkml:trace contextRef="#ctx0" brushRef="#br0" timeOffset="-163016.46">1479 6962 0,'0'0'0,"0"0"0,0 0 15,0 0-15,3 0 16,-3 0-16,30-8 16,11-3-16,14-7 15,12-10-15,14-8 16,11-7 0,10-7-16,7-8 15,11-5-15,8-6 16,5-1-16</inkml:trace>
  <inkml:trace contextRef="#ctx0" brushRef="#br0" timeOffset="-144898.02">3689 4240 0,'0'0'0,"6"1"0,-6-1 16,31 7-16,6-5 16,12-2-16,12-1 15,-3-6-15,13-6 16,-4 2-1,3-1-15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1:13:08.225"/>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B0F0"/>
    </inkml:brush>
    <inkml:context xml:id="ctx1">
      <inkml:inkSource xml:id="inkSrc49">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1" timeString="2026-02-15T11:18:05.554"/>
    </inkml:context>
  </inkml:definitions>
  <inkml:trace contextRef="#ctx0" brushRef="#br0">1306 1523 0,'0'0'0,"0"0"0,0 2 16,-1 5-16,-2 10 15,-3 15-15,-2 11 16,1 5 0,2-5-16,1 0 0,4-4 15,4-4 1,3-6-16,0-7 15,4-5-15,3-3 16,6-5-16,7-7 16,4-6-16,0-9 15,-1-5-15,-3-3 16,-2-2-16,-2 1 16,-3 2-16,-6 5 15,-4 5 1,-4 3-16,-6 7 15,0 0-15,0 0 16,12 3-16,-3 22 16,1 26-16,-6 13 15,-4 8-15,-2-1 16,-3 2 0,-1-2-16,0-5 15,0-2-15,-1-2 16,-1 0-16,2-7 15,-1-6-15,1-9 16,0-5-16,-1-3 16,-2-5-16,-2-8 15,-3-7-15,-3-4 16,-4-7-16,-2-4 16,1-5-1,0-7-15,4-2 16,2-6-16,6-10 15,8-10-15,8-8 16,9-5-16,7 2 16,8-3-16,6 1 15,4 3-15,1 6 16,-2 5-16,-2 1 16,-1 2-1,-1 3-15</inkml:trace>
  <inkml:trace contextRef="#ctx0" brushRef="#br0" timeOffset="2499.33">1504 1312 0,'0'0'16,"0"0"-16,0 0 0,0 0 0,0 0 0,-3 1 15,3-1 1,-15 14-16,-4 3 16,-2 2-16,3-2 15,3-4-15,3-2 16,3-3-16,9-8 16,-11 10-16,11-10 15,0 0-15,0 0 16,0 0-16,13-20 15,9-10-15,3-2 16,-4 7 0,-2 5-16,-5 5 15,-3 4-15,0 4 16,0 4-16,3 7 16,3 6-16,4 6 15,0 7-15,2 3 16,-1 0-16</inkml:trace>
  <inkml:trace contextRef="#ctx0" brushRef="#br0" timeOffset="3032.25">1941 1846 0,'0'0'0,"0"0"0,0 0 16,0 0-16,2 2 15,-2-2-15,32 11 16,11-3-16,8-8 16,2-3-16,-1-5 15,-2 0-15,-3 0 16,0 1-16,-6 0 15,-17-4-15</inkml:trace>
  <inkml:trace contextRef="#ctx0" brushRef="#br0" timeOffset="3233.24">2027 2143 0,'0'0'0,"0"0"16,0 0-16,0 0 15,14 0-15,27 0 16,23-3-16,3-6 16,-6 0-16,-3-6 15,-5 0-15,-9 1 16</inkml:trace>
  <inkml:trace contextRef="#ctx0" brushRef="#br0" timeOffset="4715.67">4229 1464 0,'0'0'0,"0"0"16,0 0-16,0 0 15,-1 2-15,1-2 16,-6 14-16,0 4 16,-2 5-16,0 1 15,1 0 1,1 4-16,0 3 16,2-4-16,4-1 15,2-3-15,2-1 16,3-3-16,3-4 15,3-4-15,5-3 16,1-3-16,1-5 16,0-4-1,-1-2-15,-3-1 16,-5 2-16,-11 5 16,14-7-16,-14 7 15,0 0-15,17-4 16,-6 10-16,2 1 15,0 3-15,5 1 16,-1 1-16,0-3 16,1-1-1,2-7-15,-3-4 16,-1-3-16,-2-10 16,1-5-16,-2-5 15,-4-4-15,-3 4 16,-4 2-16,0 6 15,-2 5-15,-2 6 16,2 7-16,-1-10 16,1 10-16,0 0 15,0-7 1,0 7-16</inkml:trace>
  <inkml:trace contextRef="#ctx0" brushRef="#br0" timeOffset="4949.87">4697 1785 0,'0'0'0,"0"0"0,0 0 16,-1 3-16,0 4 15,-3 7-15,-1 12 16,-2 7-16,-2 4 15,2-2-15,0-5 16,1-4-16,1-2 16,1-4-16,0-2 15,0-6 1,4-5-16</inkml:trace>
  <inkml:trace contextRef="#ctx0" brushRef="#br0" timeOffset="5849.29">4983 1591 0,'0'0'0,"0"0"0,3 0 15,-3 0-15,10-3 16,-10 3-16,16-3 15,-6 2-15,0 2 16,-1 1-16,-9-2 16,18 9-16,-8 0 15,-3 7 1,-2 6-16,-6 5 16,-4 1-16,-7 3 15,-1-3-15,0-2 16,2-6-16,3-6 15,3-4-15,2-4 16,3-6-16,0 0 16,0 0-16,0 0 15,0 0 1,33-16-16,-2-4 16,5-8-16,0-2 15,-2-3-15,-4-1 16,-5 4-16,-8 7 15,-4 4-15,-6 7 16,-3 5-16,-4 7 16,5-9-16,-5 9 15,0 0 1,0 0-16,-10 3 16,-7 7-16,-2 7 15,0 10-15,4 3 16,3 0-16,7-2 15,5-4-15,4-1 16,10-3-16,7-4 16,11-1-16,12-10 15,3-1-15,1-10 16,-1-6 0,1-18-16</inkml:trace>
  <inkml:trace contextRef="#ctx0" brushRef="#br0" timeOffset="8032.61">4056 1207 0,'0'0'0,"0"0"0,0 0 16,-2 5-16,-4 10 15,-12 19-15,-11 16 16,-1 4-16,1 2 16,7 9-16,5 10 15,4 2-15,11 7 16,12 0-16,13-5 16,9-2-16,20-3 15,7-5 1,16 1-16,6-25 15,4-2-15</inkml:trace>
  <inkml:trace contextRef="#ctx0" brushRef="#br0" timeOffset="8449.56">5575 1281 0,'0'0'0,"0"0"0,0 0 16,2 3-16,4 7 16,11 20-16,2 15 15,1 8 1,1 13-16,-3 5 15,0 0-15,-3 5 16,-3-6-16,-7 2 16,-12 8-16,-14 1 15,-20 1-15,-23 10 16,2-21-16</inkml:trace>
  <inkml:trace contextRef="#ctx0" brushRef="#br0" timeOffset="9499.99">3544 1813 0,'0'0'0,"0"0"0,8-3 15,8-1 1,12-5-16,2 1 15,2 0-15,-2 1 16,-6 1-16,-7 2 16,-7 2-16,-10 2 15,13-3-15,-13 3 16,0 0-16,0 0 16,0 0-16,0 0 15,-10-7-15,-18 5 16,-10-2-16,-6 4 15,-1 4 1,0 1-16,1 2 16,3 1-16,2 2 15,2 3-15,5 1 16,2 3-16,3 1 16,5 1-16,0-1 15,6 0-15,1 3 16,2 0-1,4 0-15,2 1 16,5-1-16,4 4 16,6-1-16,0-3 15,4-1-15,2-2 16,4-4-16,4-4 16,3-2-16,0-4 15,-1-3-15,0-6 16,-3-4-16,0-4 15,-5-2 1,-3 0-16,-2-3 16,-3-2-16,-3-4 15,-3-2-15,-3 2 16,-3 0-16,-2 5 16,-3 1-16,-4 1 15,-2 1-15,-4 4 16,1 8-16</inkml:trace>
  <inkml:trace contextRef="#ctx0" brushRef="#br0" timeOffset="15499.67">2463 1738 0,'0'0'0,"-1"-2"0,1 2 0,-2-6 15,-2-2-15,0-1 16,-1-4-16,2-3 16,2 4-16,0 4 15,1 8-15,-1-10 16,1 10 0,0 0-16,0 0 0,-3 14 15,0 5 1,-2 9-16,-4 7 15,0 5-15,0-1 16,0 0-16,3-3 16,3-5-16,2-7 15,2-6-15,2-4 16,2-2-16,0-3 16,-5-9-1,15 9-15,-4-9 16,2-3-16,0-4 15,-1-5-15,0-1 16,-2-2-16,-3 1 16,-2 5-16,-2 0 15,-3 9-15,4-9 16,-4 9 0,0 0-16,0 0 15,0 0-15,0 0 16,1 13-16,-1-1 15,1 0-15,2 0 16,5-1-16,2-2 16,4-2-16,5-1 15,2-4-15,-1-5 16,-5-5-16,-1-5 16,2-8-16,-1-10 15,-2-2 1,-3 1-16,-1 2 15,-1 2-15,-3 1 16,1 0-16,0-1 16,-3 4-16,0 9 15,-1 6-15,-2 9 16,0-7-16,0 7 16,0 0-16,0 0 15</inkml:trace>
  <inkml:trace contextRef="#ctx0" brushRef="#br0" timeOffset="15917.36">2773 2143 0,'0'0'0,"0"0"0,0 0 15,0 0-15,6 0 16,-6 0-16,23 6 16,-7-2-16,0 4 15,-1 0-15,-1 3 16,-1 4-16,-2 3 16,-4 3-1,-7 5-15,-3 6 16,-4 1-16,-1-1 15,-4-3-15,-4 5 16,-3-2-16,-2-1 16,4-10-16,8-10 15,2-2-15,7-9 16,-7 9-16,7-9 16,0 0-16,0 0 15,0 0 1,21-13-16,5-7 15,2-1-15,-3 3 16,1-2-16,2 3 16,1 2-16,-3 0 15</inkml:trace>
  <inkml:trace contextRef="#ctx0" brushRef="#br0" timeOffset="16099.25">2875 1980 0,'0'0'0,"0"0"0,0 0 0,0 0 16,1 2-16</inkml:trace>
  <inkml:trace contextRef="#ctx0" brushRef="#br0" timeOffset="20232.79">3400 2636 0,'0'0'0,"0"0"16,0-2-16,0 2 15,0 0-15,0 0 16,0 0-16,0-7 15,0 7-15,0 0 16,27-5-16,3 2 16,7 0-1,14-3-15,11 1 16,17-2-16,2-1 16,13-1-16,6 1 15,1-2-15,12 1 16,1-2-16,8-1 15,-6-2-15,3 0 16,-8 0-16,1 1 16,1 2-16,-11 2 15,4 2 1,-11 1-16,1 0 16,-6-3-16,-9-1 15,-9-1-15,-14 2 16,-11 1-16,-11 2 15,-9 2-15,-7 2 16,-7 0-16,-13 2 16,15-2-1,-15 2-15,0 0 0,0 0 16,0 0 0,9 0-16,-9 0 15,0 0-15</inkml:trace>
  <inkml:trace contextRef="#ctx0" brushRef="#br0" timeOffset="21899.13">2360 2751 0,'0'0'0,"0"1"0,0-1 16,0 0-16,0 0 15,0 7-15,0-7 16,0 0-16,0 0 16,19 9-1,34-7-15,51-20 16,17-6-16,8-8 15,10-1-15,-16 3 16</inkml:trace>
  <inkml:trace contextRef="#ctx0" brushRef="#br0" timeOffset="33233.1">6602 2162 0,'0'0'0,"0"0"0,0 0 0,0-2 16,0 2-16,-2-15 16,7-11-16,7-18 15,5-11 1,6-11-16,4-10 15,6-9-15,-2 3 16,-1 1-16,-1 5 16,-2 12-16,0 8 15,-5 15-15,1 13 16,-3 7-16,-3 10 16,1 7-16,-1 7 15,-1 9 1,-2 12-16,1 9 15,-4 13-15,-2 1 16,-3 4-16,0 2 16,1 4-16,2 5 15,4-3-15,5-1 16,1-2-16,2-7 16,3-4-1,-1-8-15,2-6 16,-2-8-16,0-6 15,10-13-15,11-13 16,11-20-16,0-20 16,-7-2-16,-11-4 15,-6 0-15,-9 9 16,-3 3-16,-5 7 16,-3 7-16,-5 11 15,-2 8 1,-4 10-16,2-6 15,-2 6-15,15 14 16,3 14-16,-2 21 16,-4 15-16,-2 4 15,-6 6-15,0-3 16,-2-5 0,0-9-16,-1-12 15,2-9-15,1-11 16,1-6-16,-1-7 15,1-3-15,-5-9 16,7 7-16,-7-7 16,25-11-16,15-27 15,18-31-15,-5-12 16,-6 2-16,-6-1 16,-5 2-16,-10 4 15,-7 12 1,-8 16-16,-3 14 15,-4 15-15,-3 9 16,-1 8-16,0 0 16,11 13-16,8 26 15,-6 24-15,-1-1 16,-2 1-16,-2-6 16,-3-11-16,-1-8 15,1-9 1,-1-7-16,1-6 15,0-5-15,2-3 16,5-8-16,13-13 16,10-22-16,2-6 15,-6-7-15,-9 2 16,-6 9-16,-6 11 16,-5 11-16,-2 8 15,-3 7-15,2-7 16,-2 7-1,4 12-15,3 28 16,1 19-16,-3 6 16,-1-1-16,-1-8 15,-1-9-15,0-9 16,1-10-16,0-7 16,1-6-16,0-5 15,-4-10-15,5 9 16,-5-9-1,0 0-15,8 7 16,-8-7-16,10 3 16,-10-3-16,0 0 15,0 0-15,10 3 16,-10-3-16,0 0 16,0 0-16,10 5 15,-10-5 1,0 0-16,10 9 15,-10-9-15,0 0 16,8 7-16,-8-7 16,0 0-16,0 0 15,0 0-15,0 0 16,0 0-16,0 0 16,12 2-16,-12-2 15,12-5 1,-12 5-16,15-7 15,-5 0-15,2-3 16,0-2-16,0 0 16,-3 0-16,0 2 15,-1 0-15,-1 0 16,1-1-16,2-1 16,3-7-16,2-2 15,1-2-15,3-4 16,2-3-1,2-5-15,3-10 16,-1-8-16,2-9 16,1-14-16,-4-5 15,-2-1-15,-7 15 16,-4 14-16,-2 12 16,-3 12-16,-2 6 15,-1 8-15,-1 2 16,0 4-1,-1 1-15,2-1 16,-1 1-16,1-3 16,2-1-16,-1-3 15,4-3-15,2-6 16,4-5-16,0 0 16,4-4-16,2-2 15,4-4-15,5-1 16,2 0-16,-3 5 15,-3 5 1,-6 10-16,-6 7 16,-5 6-16,-8 7 15,8-7-15,-8 7 16,0 0-16,0 0 16,15-1-16,1 6 15,10 9-15,2 11 16,1 12-16,-5 12 15,-5 14 1,-5 8-16,-11 12 16,-6 5-16,-6 4 15,-6 4-15,-6 2 16,-1 2-16,0-2 16,3-10-16,2-11 15,3-7-15,6-11 16,7-2-16,3-7 15,2-5 1,3-3-16,1-4 16,3-4-16,1-4 15,0-4-15,-1-7 16,0-5-16,-1-4 16,0-5-16,1-3 15,11-8-15,29-21 16,37-27-16,16-35 15,-8-1 1,-10-2-16,-18 4 16,-15 9-16,-15 11 15,-8 7-15,-8 12 16,-4 9-16,-2 5 16,-2 3-16,6-1 15,1 4-15,2 3 16,-1 3-16,2 1 15,1 1-15,1-1 16,0-2 0,-1 1-16,3 0 15,1-2-15,3-4 16,-2-2-16,-6 4 16,-6 8-16,-8 7 15,-3 6-15,-7 6 16,0 0-16,0 0 15,12 29 1,-3 22-16,-4 4 16,-1-7-16,0-8 15,3-7-15,13-3 16,14-4-16,13-7 16,9-9-16,0-4 15,-6-6-15,-8-3 16,-7-1-16,-5-2 15,-2 1 1,8-3-16,9-1 16,8-2-16,12-1 15,-5 1-15,-1 1 16,-11 4-16,-17 6 16,-6 4-16,-6 4 15,-3 4-15,-3 2 16,-2 3-16,-1 2 15,-1-1 1,-1-1-16,3 3 16,8-1-16,20-5 15,12-3-15,0-2 16,-1-4-16,-9-1 16,2 0-16,-1 1 15,0 1-15,20 4 16,19 2-16,39-13 15,8-25 1,-4-1-16,6-17 16,-28 13-16,-2-8 15,-26 8-15,-9 5 16,-7-1-16,-9 8 16,14-6-16,20-3 15,13-5-15</inkml:trace>
  <inkml:trace contextRef="#ctx0" brushRef="#br0" timeOffset="37949.25">6612 2510 0,'0'0'0,"0"0"0,0 0 0,0 0 16,-2 1-16,2-1 16,0 0-16,3 8 15,-3-8-15,15 12 16,5-2-16,12 0 16,9-3-1,8-3-15,8-4 16,5-7-16,3-3 15,-2-3-15,0-2 16,-5-1-16,-6 4 16,-4-1-16,-3 2 15</inkml:trace>
  <inkml:trace contextRef="#ctx0" brushRef="#br0" timeOffset="38182.94">7009 2582 0,'0'0'0,"0"0"15,0 0-15,0 0 16,0 0-16,0 0 15,0 2-15,0-2 16,8 6-16,5 2 16,11-4-16,7-5 15,7-8-15</inkml:trace>
  <inkml:trace contextRef="#ctx0" brushRef="#br0" timeOffset="40215.83">6606 2639 0,'0'0'0,"0"0"0,0 4 16,0-4-16,1 13 16,-1-4-16,1 0 15,0 0-15,-1-3 16,0-6-1,-1 9-15,1-9 16,0 0-16,-3 8 16,3-8-16,0 0 15,0 0-15,0 0 16,0 0-16,0 0 16,0 0-16,0 0 15,0 0-15,0 0 16,0 0-16,0 0 15,-6-6 1,6 6-16,0 0 16,0 0-16,0 0 15,0-9-15,0 9 16,1-12-16,1 5 16</inkml:trace>
  <inkml:trace contextRef="#ctx0" brushRef="#br0" timeOffset="41698.91">3085 3183 0,'0'0'0,"0"0"0,0 0 0,0 1 15,0-1-15,1 14 16,2 9-16,-1 17 15,-1 13-15,-2 4 16,-1-1 0,1-5-16,0-4 15,1-6-15,4-7 16,1-8-16,0-9 16,0-5-16,1-4 15,-6-8-15,14 7 16,1-15-16,7-5 15,3-7 1,-2-6-16,-4 3 16,-2 1-16,-5 5 15,-3 3-15,-3 5 16,-6 9-16,6-9 16,-6 9-16,11 4 15,2 6-15,3 9 16,0 5-16,0 2 15,-2-5-15,-1-2 16,0-6 0,6-7-16,1-7 15,4-11-15,-1-14 16,-2-5-16,-5-9 16,0-3-16,-6-4 15,-3 0-15,-3 2 16,-3 5-16,0 9 15,0 9-15,-1 7 16,0 5 0,0 4-16,0 6 15,0 0-15,18-3 16</inkml:trace>
  <inkml:trace contextRef="#ctx0" brushRef="#br0" timeOffset="41948.93">3696 3637 0,'0'0'0,"0"0"0,0 1 16,0-1-16,0 12 16,0 4-16,0 7 15,0 7-15,0-1 16,0-2-16,0-1 15,0-3-15,0-1 16,0-1 0,1 1-16,2 2 15,1 1-15,1-5 16,3-4-16</inkml:trace>
  <inkml:trace contextRef="#ctx0" brushRef="#br0" timeOffset="42549.09">4013 3353 0,'0'0'0,"0"0"0,0 0 0,0 0 0,0 3 16,4 9-16,2 18 15,6 16-15,-1 2 16,-1-5-16,-1-1 16,-1-10-16,-3-9 15,0-6 1,-2-6-16,0-3 16,-3-8-16,6 9 15,-6-9-15,17-2 16,-2-11-16,4-5 15,-2-6-15,-1-3 16,-5 4-16,-1 5 16,-6 7-16,0 4 15,-4 7 1,0 0-16,0 0 16,0 0-16,22 22 15,-4 7-15,1 7 16,-2 2-16,1-3 15,-6-9-15,-2-7 16,-2-7-16,-8-12 16,17 4-1,-7-15-15,3-10 16,-2-14-16,-2-8 16,-2-6-16,-4-2 15,-3 3-15,0 8 16,-1 5-16,1 8 15,0 5-15,0 2 16,2 5-16,2 2 16,5 2-16,2 4 15</inkml:trace>
  <inkml:trace contextRef="#ctx0" brushRef="#br0" timeOffset="42932.24">4581 3702 0,'0'0'0,"0"0"15,2 4-15,-2-4 16,5 11-16,-2-3 16,1 3-16,3 4 15,3 5-15,1 2 16,2 1-16,-1 3 15,-6 3-15,-7 8 16,-2 0-16,-1-5 16,1-7-16,1-7 15,0-7 1,3-4-16,-1-7 16,30 3-16,13-13 15,11-11-15,0-5 16,-7 4-16,-7 3 15,-11 5-15,-8 3 16,-9 6-16,-12 5 16,0 0-1,0 0-15</inkml:trace>
  <inkml:trace contextRef="#ctx0" brushRef="#br0" timeOffset="45115.81">3411 1536 0,'0'0'0,"0"0"0,-1-1 16,1 1-16,-17 7 16,-26 24-16,-15 22 15,10-1-15,8 9 16,4 12-16,2 4 15,1 8-15,5-2 16,7-1-16,12 2 16,11-9-16,14 8 15,13-10 1,13-8-16,12-2 16,8-20-16,12-12 15,9-15-15,0-14 16,6-17-16,3-5 15,-8-9-15,4-21 16,-15 6-16,-5-18 16,-10-7-16,-10 2 15,-10-5 1,-15 4-16,-7 3 16,-9 0-16,-12 2 15,-4 5-15,-13 4 16,-11-4-16,-6 5 15,-13-5-15,0 5 16,-4 3-16,2 7 16,2 5-16,7 5 15,8 8-15,5 3 16,4 4 0,6 7-16,6 2 15,7 4-15,9 5 16,-12-6-16,12 6 15,0 0-15,-10-1 16,10 1-16,0 0 16,0 0-16,0 0 15,0 0-15,-10 6 16,10-6 0,0 0-16,-2 7 15,2-7-15,0 0 16,0 8-16,0-8 15,2 7-15,-2-7 16,1 9-16,-1-9 16,2 6-16,-2-6 15,0 0-15,0 8 16,0-8-16,0 0 16,0 7-1,0-7-15,0 0 16,0 0-16,0 8 15,0-8-15,0 0 16,0 0-16,-3 6 16,3-6-16,0 0 15,0 0-15,0 0 16,0 0 0,-6 7-16,6-7 15,0 0-15,0 0 16,0 0-16,0 0 15,0 0-15,-9 7 16,9-7-16,0 0 16,0 0-16,0 0 15,0 0 1,0 0-16,0 0 16,0 0-16,0 0 15,0 0-15,0 0 16,-9 1-16,9-1 15,0 0-15,0 0 16,0 0-16,0 0 16,0 0-16,0 0 15,0 0-15,0 0 16,0 0 0,0 0-16,0 0 0,0 0 15,0 0 1,-4 7-16,4-7 15,0 0-15,0 0 16,0 0-16,0 0 16,0 0-16,0 0 15,0 6-15,0-6 16,0 0-16,0 0 16,0 0-1,0 0-15,0 0 16,0 0-16,0 0 15,0 0-15,0 6 16,0-6-16,0 0 16,0 0-16,0 0 15,0 0-15,0 0 16,0 0-16,0 0 16,0 0-1,0 0-15,0 0 16,0 0-16,0 0 15,0 0-15,0 0 16,0 0-16,-1 7 16,1-7-16,0 0 15,0 0-15,0 0 16,0 0-16,0 0 16,0 0-1,-1 7-15,1-7 16,0 0-16,0 0 15,0 0-15,0 0 16,0 0-16,0 0 16,0 0-16,0 0 15,0 0-15,0 0 16,0 0-16,5-8 16,-2-4-1,5-3-15,2-3 16</inkml:trace>
  <inkml:trace contextRef="#ctx0" brushRef="#br0" timeOffset="47215.86">8755 2179 0,'0'0'0,"3"-5"0,5-6 16</inkml:trace>
  <inkml:trace contextRef="#ctx0" brushRef="#br0" timeOffset="82198.42">8260 2383 0,'0'0'0,"0"0"0,0 0 0,0 0 15,0 0 1,0 0-16,1 2 16,-1-2-16,0 0 15,0 0-15,12 5 16,-12-5-16,23 7 16,-4-4-16,7-2 15,5 1-15,2-2 16,-2-1-16,2-1 15,-1 0-15,0-2 16,-1 2 0,-2 0-16,-2 0 15,0-1-15,-1 0 16,0-2-16,0-1 16,-1 0-16,-3 0 15,-1 0-15,-1 0 16,-3 0-16,-3 0 15,-4 2-15,-10 4 16,0 0 0,12-7-16,-12 7 15,0 0-15,0 0 16,0 0-16,0 0 16,4-7-16,-4 7 15,0 0-15,0 0 16,0 0-16,-10 2 15,10-2-15,-23 3 16,-32 4 0,-28 0-16,14-3 15,21-1-15,22-2 16,10 0-16,2 0 16,-13 1-16,-25 2 15,-11 7-15,13-1 16,21-4-16,14-2 15,5-1-15,10-3 16,-11 3 0,11-3-16,0 0 15,0 0-15,0 0 16,-10 4-16,10-4 16,0 0-16,0 0 15,0 0-15,0 0 16,0 0-16,0 0 15,0 0-15,22-3 16,17-1 0,13-3-16,4 1 15,-2-1-15,-1 2 16,-1-1-16,-4 1 16,-1 0-16,-7 1 15,-3 1-15,-3-1 16,-4-1-16,-5 1 15,-6 0-15,-6 2 16,-3 0 0,-10 2-16,10-2 15,-10 2-15,0 0 16,0 0-16,0 0 16,0 0-16,0 0 15,-16-9-15,-51 9 16,-22 6-16,22 1 15,20-1 1,13-2-16,-1 2 16,-18 3-16,-11 2 15,8-2-15,20-2 16,14-2-16,11-3 16,11-2-16,-13 2 15,13-2-15,0 0 16,0 0-16,-10 3 15,10-3 1,0 0-16,0 0 16,0 0-16,0 0 15,0 0-15,35-7 16,20-6-16,8 2 16,0 2-16,1 0 15,-2 2-15,-3 1 16,-5-1-16,-5 2 15,-5-1-15,-5 1 16,-5 2 0,-7-2-16,-7 2 15,-7 0-15,-13 3 16,14-2-16,-14 2 16,0 0-16,0 0 15,0 0-15,0 0 16,-22 5-16,-43 11 15,-12 2-15,7-4 16,4 0-16,5-2 16,2-1-1,-4 0-15,6 0 16,3-1-16,4-1 16,6-1-16,5-1 15,9-2-15,9-1 16,10-3-16,11-1 15,-12 1-15,12-1 16,0 0-16,0 0 16,0 0-1,28 10-15,12-8 16,9-4-16,4-1 16,-2-2-16,2-2 15,-2 0-15,-5-2 16,-2-1-16,-6 0 15,-7 0-15,-4-1 16,-7 1-16,-7 3 16,-13 7-1,14-9-15,-14 9 16,0 0-16,0 0 16,6-8-16,-23 5 15,-33-3-15,-23 8 16,12 3-16,8 0 15,4 1-15,2 2 16,5 1-16,1 2 16,9-1-16,6-2 15,7-2 1,7-1-16,12-5 16,-12 8-16,12-8 15,0 0-15,10 8 16,10 0-16,17-8 15,14-2-15,3-4 16,3-4-16,-3-1 16,-2 0-1,-4-1-15,-4 0 16,-6 3-16,-6 0 16,-7 1-16,-5 2 15,-7 1-15,-13 5 16,13-5-16,-13 5 15,0 0-15,0 0 16,-6-8-16,-31 1 16,-24 6-1,6 4-15,5 4 16,2 0-16,-1 2 16,2 0-16,6 0 15,4 0-15,4 1 16,5 0-16,8-2 15,4-1-15,16-7 16,-14 8-16,14-8 16,0 0-1,-3 7-15,3-7 16,23 9-16,10-7 16,11-2-16,6-4 15,2-5-15,-1-3 16,-4-1-16,-2-2 15,-5 1-15,-5 1 16,-5 1-16,-8 2 16,-5 2-1,-7 2-15,-10 6 16,12-9-16,-12 9 16,0 0-16,-6-10 15,-23 5-15,-24 1 16,-6 6-16,4 2 15,2 2-15,3 2 16,2 2-16,0 0 16,4 1-1,4-1-15,8-1 16,8-1-16,6-2 16,8-1-16,10-5 15,-13 6-15,13-6 16,0 0-16,0 0 15,10 8-15,18 0 16,15-2-16,7-4 16,1-2-16,-1-1 15,0 0 1,-2-3-16,-4 0 16,-4 0-16,-5 0 15,-6 0-15,-8 2 16,-5-3-16,-16 5 15,16-6-15,-16 6 16,0 0-16,0 0 16,0 0-16,-21-11 15,-36 5 1,0 2-16,11 3 16,7 1-16,-1 0 15,-9 3-15,-1 1 16,7 1-16,13-2 15,3 1-15,3 1 16,5 1-16,5-1 16,14-5-16,-14 5 15,14-5 1,0 0-16,0 0 16,16 6-16,29-1 15,15-5-15,2-2 16,-1-2-16,-3-1 15,-4 0-15,-4 0 16,-5-1-16,-6 0 16,-8 1-16,-7 0 15,-7 1 1,-5 1-16,-12 3 16,10-3-16,-10 3 15,0 0-15,0 0 16,0 0-16,-57-12 15,-28 10-15,16 3 16,14 0-16,8 2 16,-3 0-16,-4 3 15,-4 2-15,12-1 16,18-2 0,11-1-16,17-4 15,-14 4-15,14-4 16,0 0-16,0 0 15,0 0-15,22 7 16,30-4-16,19-4 16,4-4-16,-1 0 15,-4 0-15,-3 0 16,-8-1 0,-7 2-16,-8-2 15,-8 0-15,-9 1 16,-8 1-16,-7 2 15,-12 2-15,12-3 16,-12 3-16,0 0 16,0 0-16,0 0 15,-40 7 1,-54 8-16,0-1 16,24-6-16,18-1 15,5-2-15,-5 2 16,-4 0-16,5 1 15,18-1-15,11-4 16,10 0-16,12-3 16,-12 2-16,12-2 15,0 0 1,0 0-16,0 0 16,0 0-16,12 5 15,16-6-15,9-3 16,0-3-16,1-1 15,-3 1-15,-4 1 16,-1-1-16,-4 0 16,-6 2-16,-5 0 15,-5 3-15,-10 2 16,11-4 0,-11 4-16,0 0 15,0 0-15,0 0 16,0 0-16,10-6 15,-10 6-15,0 0 16,0 0-16,0 0 16,0 0-16,0 0 15,0 0 1,0 0-16,0 0 16,0 0-16,0 0 15,0 0-15,0 0 16,0 0-16,0 0 15,0 0-15,0 0 16,0 0-16,0 0 16,0 0-16,0 0 15,0 0-15,0 0 16,0 0 0,0 0-16,0 0 15,0 0-15,0 0 16,0 0-16,0 0 15,0 0-15,0 0 16,0 0-16,0 0 16,0 0-16,0 0 15,0 0-15,0 0 16,0 0-16</inkml:trace>
  <inkml:trace contextRef="#ctx0" brushRef="#br0" timeOffset="146097.74">3103 4365 0,'0'0'0,"0"0"0,0 0 0,0 0 0,0 0 15,0 2-15,0-2 16,0 0-16,0 0 16,13 6-16,1-2 15,8-2-15,11-6 16,8-3-16,2-4 16,4-2-16,4-2 15,1 1 1,2-1-16,-1 0 15,0 0-15,2 3 16,-3 1-16,1 2 16,-3 2-16,1 3 15,-3-1-15,-1 2 16,0 2-16,-1 0 16,-2 0-16,1 0 15,0 0-15,1 2 16,4-1-1,3 1-15,2-1 16,0 0-16,-1 0 16,-2 0-16,-1 0 15,-2 0-15,-3 0 16,-3-1-16,0 0 16,0-4-16,1 0 15,-1-4 1,0-1-16,-4-3 15,-1-4-15,-2-1 16,-2-2-16,0-2 16,-1-6-16,0-4 15,0-7-15,0-6 16,-2-2-16,-3-3 16,-2-3-16,-3 2 15,-6-1-15,-2 3 16,-3 2-1,-2 1-15,-3 7 16,-2 2-16,-5 2 16,-4-2-16,-4 2 15,-5 2-15,-7 3 16,-5 3-16,-5 3 16,-4 1-16,-6 2 15,-7 0-15,-3 4 16,-5 1-1,0 1-15,-3 0 16,0 1-16,0-1 16,1 1-16,-1 1 15,-5-2-15,1 0 16,1 0-16,-1-2 16,0-1-16,-4 0 15,1 0-15,2 1 16,1 1-16,-4-3 15,0 3 1,2 2-16,-5 0 16,4 3-16,-4 3 15,-1 1-15,4 3 16,-4 2-16,2 0 16,4 1-16,0 2 15,2 1-15,3-1 16,2 1-1,2 0-15,4-1 16,4 1-16,3-1 16,1-1-16,-1 1 15,2 0-15,2 0 16,5 0-16,-6 3 16,-2 4-16,-2 4 15,1 4-15,4 3 16,0 2-1,2 3-15,2 5 16,5 4-16,1 6 16,5-1-16,5 3 15,4 0-15,3-2 16,5-1-16,2 2 16,5-1-16,2 1 15,4 0 1,2 0-16,1 1 15,1 1-15,2 1 16,0 0-16,3 1 16,0 0-16,0 0 15,1 3-15,0 2 16,-1 0-16,1-2 16,0-5-16,1-2 15,0-6 1,-2-2-16,2-5 15,1-4-15,1-2 16,1-4-16,4-5 16,6-5-16,6-6 15,8-6-15,7-10 16,1-5-16,-3-1 16,-3 0-16,-7 2 15</inkml:trace>
  <inkml:trace contextRef="#ctx0" brushRef="#br0" timeOffset="152931.81">6818 2520 0,'0'0'0,"0"0"0,0 0 0,0 0 15,0 0-15,0 0 16,0 1-16,0-1 15,0 0-15,0 0 16,0 8-16,0-8 16,0 13-16,0-3 15,0 2-15,0 3 16,2 3-16,1 4 16,3 2-1,1 2-15,2 1 16,2 0-16,0 1 15,3 0-15,0-1 16,0-2-16,0 1 16,1 2-16,0 1 15,0-1-15,-2-2 16,3-1-16,1 2 16,2 0-16,1-1 15,0 0 1,1 1-16,0-1 15,1-1-15,-1-1 16,1-3-16,1-2 16,2-1-16,-2-2 15,-1-1-15,2 0 16,0 0-16,-1-1 16,0 1-1,-3-3-15,3 2 16,2 1-16,-1-2 15,0 1-15,-2-3 16,2-1-16,-1 0 16,3-3-16,-1-1 15,-1 0-15,0-2 16,-1 0-16,2-2 16,4-1-1,0 0-15,1-1 16,1-1-16,0-1 15,2-3-15,-2-1 16,4-2-16,0 0 16,2-2-16,-3-1 15,1-1-15,-3-2 16,-1-2 0,-2 0-16,-1-3 0,0 0 15,-2-1 1,-1 1-16,1 0 15,-2-2-15,1-1 16,0 0-16,1-4 16,-1-2-16,-1 0 15,-2 1-15,-1-2 16,0-1-16,-2 2 16,0-2-16,0-3 15,1-1 1,-2 0-16,0-2 15,0-2-15,2-5 16,-1 2-16,-1 1 16,-2 3-16,0 0 15,-1 3-15,-1 1 16,-1 4-16,-2 4 16,-2 4-16,-2 5 15,-3 3 1,-1 5-16,0 1 15,-3 7-15,2-6 16,-2 6-16,0 0 16,0 0-16,0 0 15,0 0-15,0 0 16,0 0-16,-19 13 16,-4 11-16,-5 10 15,1 2 1,-1 4-16,1 1 15,2-1-15,0-1 16,3-2-16,1-4 16,1 0-16,2-3 15,0 2-15,1 2 16,1 1-16,1 1 16,-1-2-16,1 3 15,-1-1 1,0 1-16,2-4 15,2-3-15,-1 0 16,2-3-16,0-1 16,3-4-16,-1-1 15,-1-3-15,0-2 16,-2-1-16,-3 0 16,-2-1-16,-2 0 15,0-3-15,-1 0 16,-2 0-1,-3 1-15,-1-2 16,-4-1-16,1-1 16,-2 0-16,-2-2 15,1 0-15,-1-1 16,-1 0-16,-1 0 16,-2-2-16,2 1 15,1-1 1,-1-2-16,2-3 15,-3-2-15,1-1 16,1-3-16,0 0 16,3-2-16,-2-3 15,0-2-15,3-1 16,0-2-16,-1-1 16,0-1-16,1-3 15,0 0 1,0-1-16,1 1 15,1 2-15,-1-2 16,0 0-16,0 0 16,0-1-16,2 2 15,0-2-15,4 3 16,1 0-16,-1 0 16,1-1-16,0 1 15,0-1 1,2 0-16,-2-2 15,2 0-15,2-1 16,3 2-16,2-2 16,0-2-16,2-1 15,2-1-15,2 3 16,1 6-16,2 0 16,0 4-16,1 4 15,1 1 1,0 3-16,2 8 15,-1-10-15,1 10 16,0 0-16,8-7 16</inkml:trace>
  <inkml:trace contextRef="#ctx0" brushRef="#br0" timeOffset="153947.97">8880 3050 0,'0'0'0,"0"0"0,0 0 16,0 0-16,0 0 16,0 0-16,5 1 15,6 1-15,12 3 16,11-3-1,8-2-15,7-1 16,5-3-16,5-1 16,3 1-16,0-1 15,0 0-15,2 0 16,0 0-16,-4 1 16,2 0-16,-3 1 15,-2-1 1,-2 1-16,-7 1 15,-3 0-15,-6-1 16,-5 1-16,-6 1 16,-8-2-16,-4 1 15,-6 0-15,-10 2 16,10-2-16,-10 2 16,0 0-16,0 0 15,0 0-15,0 0 16,-3-10-16,-13-1 15,-9-5 1,-7-1-16,-1 2 16,-1-1-16,-1 3 15,0 2-15,-1 1 16,4 5-16,1 1 16,6 3-16,2 3 15,2 1-15,5 0 16,4 1-16,12-4 15,-14 8 1,14-8-16,1 16 16,12-1-16,12 5 15,9 1-15,7-5 16,1-2-16,-2-1 16,-5-1-16,-8-3 15,-7 5 1,-13 10-1,-10 9 1,-16 11-16,-4-5 16,0-7-16,2-3 15,6-10-15,5-3 16,0-2-16</inkml:trace>
  <inkml:trace contextRef="#ctx0" brushRef="#br0" timeOffset="156198.2">10263 3381 0,'0'0'0,"0"-4"15,0 4-15,5-14 16,1-2-16,5-2 15,0-3 1,3-3-16,2-6 16,3-5-16,1-7 15,1-3-15,-1-2 16,2-8-16,0 1 16,0 2-16,6-3 15,5 6-15,6 0 16,-2 4-16,0 13 15,-2 6 1,-3 5-16,3 4 16,-3 6-16,-2 4 15,-1 5-15,-1 2 16,0 2-16,-2 3 16,-2 3-16,2 9 15,2 4-15,0 7 16,-4 3-16,-3 3 15,0 2-15,-4 4 16,0 2 0,-1 6-16,0 1 15,-3-4-15,5 15 32,-3-8-32,2 0 15,2-7-15,1-21 16,7-4-16,1-3 15,1-7-15,0-3 16,-5-6 0,5-7-16,1-2 15,0-7-15,2-11 16,-4-4-16,-2-6 16,-3-2-16,-3 3 15,1-6-15,-1-5 16,-1-3-16,0 1 15,-3 2-15,0 3 16,-2 4 0,-2 5-16,-1 5 15,-2 4-15,1 4 16,-1 6-16,1 4 16,-1 4-16,1 2 15,0 4-15,1 5 16,0 5-16,1 8 15,0 9-15,-2 5 16,-1 5-16,-2 1 16,0-1-1,0-2-15,-1-2 16,3-3-16,7-3 16,1-4-16,2-4 15,3-5-15,5-3 16,6-1-16,1-3 15,-1-3-15,-4-1 16,1-2 0,7-2-16,2-2 15,-1-3-15,0-5 16,-3-5-16,2-8 16,1-6-16,-4 0 15,-3-2-15,-4 2 16,-4 3-16,-1 0 15,-1 2-15,-3 3 16,2 3 0,1 6-16,-1 6 15,1 4-15,-3 4 16,-1 4-16,-1 2 16,-1 3-16,1 6 15,-1 1-15,1 3 16,-2 2-1,0-1-15,0 2 0,2 2 16,0 0-16,0-1 16,4-4-1,3-4-15,1-3 16,4-3-16,0-5 16,1-3-16,0-2 15,-1-7-15,-1-3 16,1-5-16,-1-4 15,-2-1-15,0-3 16,-2 2 0,0-4-16,-2 3 15,-3-2-15,1 0 16,-1 0-16,-1-1 16,-1 2-16,-2 2 15,2-1-15,-2 0 16,2 0-16,0-1 15,-1 0-15,2-2 16,1-2-16,0 1 16,-1 2-1,-2 0-15,0 1 16,0 0-16,-2 1 16,-2 2-16,-1-1 15,0 1-15,1-1 16,0-1-16,-1 1 15,2 2-15,-2 4 16,1 3-16,-1 2 16,1 1-16,-2 2 15,2 1 1,-1 2-16,2 1 16,1 1-16,1 2 15,1 2-15,0 2 16,2 4-16,1 2 15,4 4-15,1 5 16,-1 2-16,-3 3 16,-1 0-1,-2 2-15,-2 0 16,-2 0-16,0-2 16,0 0-16,-2 0 15,2 2-15,1 3 16,1-2-16,-1 0 15,3-1-15,1-1 16,0-1-16,-1-3 16,1-1-1,-2-3-15,1 0 16,3 0-16,5-2 16,3-2-16,-1-6 15,2 0-15,3-4 16,3-4-16,2-2 15,-1-4-15,-5-1 16,-3-3 0,0-3-16,2-4 15,-1-2-15,0-2 16,-2-2-16,0-1 16,-1-1-16,-2 1 15,0-1-15,1-2 16,0 1-16,2-2 15,3-3-15,0 0 16,4-3-16,0-1 16,4-5-1,6-2-15,8-5 16,19-7-16</inkml:trace>
  <inkml:trace contextRef="#ctx0" brushRef="#br0" timeOffset="-186516.25">4590 4889 0,'0'0'0,"0"0"0,2 3 15,-2-3 1</inkml:trace>
  <inkml:trace contextRef="#ctx0" brushRef="#br1" timeOffset="-180499.68">7802 3977 0,'0'0'0,"0"0"16,0 0-16,0 0 16,0 0-16,0 2 15,0-2 1,0 18-16,0 4 16,0 10-16,1 6 15,2 6-15,-2 0 16,1 0-16,0 0 15,5-4-15,4-4 16,5-7-16,5-5 16,7-5-16,5-11 15,9-9 1,5-12-16,4-15 16,-4-1-16,-3-12 15,-7-1-15,-6-1 16,-4 3-16,-9 9 15,-5 8-15,-4 8 16,-4 5-16,-5 10 16,5-8 15,-5 8-31,0 0 16,0 0-16,0 0 15,-3 20-15,-1 13 16,-2 12-16,0 13 15,0 8-15,-3 10 16,-1 4-16,-2 0 16,1-1-16,-1 0 15,1-8-15,2-9 16,2-11-16,-2-9 16,0-2-1,-1-6-15,0-11 16,1-8-16,-4-6 15,4-2-15,-1-2 16,-2 0-16,-2-4 16,-4-7-16,-2-6 15,-2-5-15,3-1 16,1 1 0,1 0-16,1 0 15,4 2-15,1 1 16,5 4-16,0 2 15,4 1-15,2 7 16,11-18-16,11-2 16,23-9-16,12 1 15,4-2-15,1 0 16,-3 2-16,2-1 16,-2 2-1,-2-6-15,-7 0 16,-3-1-16,-6 2 15</inkml:trace>
  <inkml:trace contextRef="#ctx0" brushRef="#br1" timeOffset="-177332.73">8915 4237 0,'0'0'0,"0"0"0,0 0 16,0 0-16,0 0 16,0 0-16,0 0 15,0 0-15,0 0 16,3 0-16,-3 0 16,23-5-16,9-1 15,4-1-15,4-2 16,-1 2-1,-4 0-15,-5 2 16,-3 0-16,-3 1 16,-2 0-16,-1 2 15,-2 1-15,-3 0 16,-3 0-16,-2 1 16,-11 0-16,13 0 15,-13 0-15,0 0 16,12 0-16,-12 0 15,10 0 1,-10 0-16,15 1 16,-5 0-16</inkml:trace>
  <inkml:trace contextRef="#ctx0" brushRef="#br1" timeOffset="-176767.13">8978 4473 0,'0'0'0,"0"0"0,0 0 0,0 0 0,0 0 15,0 0 1,0 1-16,0-1 16,0 0-16,0 0 15,0 0-15,0 0 16,0 0-16,0 0 16,0 0-16,0 0 15,0 0-15,0 0 16,20 2-16,3-2 15,5 0-15,4 0 16,0 0 0,-1 0-16,1 0 15,1-1-15,-2 0 16,-3 0-16,-4-2 16,-2 0-16,-3-2 15,-5 1-15,-2 1 16,-12 3-16,14-5 15,-14 5-15,0 0 16,0 0 0,0 0-16,10-5 15,-10 5-15,0 0 16,0 0-16,0 0 16,4-7-16</inkml:trace>
  <inkml:trace contextRef="#ctx0" brushRef="#br1" timeOffset="-163866.28">7704 5191 0,'0'0'0,"0"0"0,0 0 0,0 0 16,0 0-16,0 0 15,0 0-15,3 1 16,-3-1-16,0 0 16,14 1-16,-3 0 15,4 1-15,6-1 16,4-1-16,5-3 16,2-4-1,-3 0-15,3-1 16,1 0-16,-1 0 15,2 0-15,-6 1 16,-2 1-16,0 1 16,2-1-16,2-1 15,0 1-15,-2 0 16,-3 2-16,-2 1 16,0 0-16,0 0 15,0 1 1,0-1-16,-3 1 15,-4 2-15,-4 0 16,-12 0-16,14 0 16,-14 0-16,0 0 15,0 0-15,10 0 16,-10 0-16,0 0 16,0 0-16,0 0 15,0 0 1,0 0-16,0 0 15,0 0-15</inkml:trace>
  <inkml:trace contextRef="#ctx0" brushRef="#br1" timeOffset="-161782.85">9983 4173 0,'0'0'0,"0"0"0,0 0 15,-4-1 1,4 1-16,0 0 16,-12-8-16,12 8 15,-21-15-15,7-4 16,1-4 0,2-2-1,5 4 1,2 8-16,3 3 15,0 4-15,1 6 16,-2-8-16,2 8 16,0 0-16,0 0 15,0 0-15,0 0 16,0 0-16,0 0 16,4 14-16,-3 2 15,0 7-15,-2 8 16,-1 4-1,-1 0-15,0-2 16,0-4-16,3-4 16,3-5-16,4-3 15,4-4-15,4-4 16,4-6-16,5-7 16,6-10-16,2-6 15,-2-9-15,-4 0 16,-1-2-16,-5 1 15,-3 5 1,-6 5-16,-2 4 16,-3 6-16,-2 2 15,-4 8-15,3-7 16,-3 7-16,0 0 16,0 0-16,0 0 15,-1 7-15,-1 15 16,-7 17-16,-3 11 15,-6 11 1,-1 3-16,1-1 16,-4 43-1,11-8 1,7-1-16,-2-7 16,4-58-16,-4 7 15,-3-6-15,1-7 16,0 4-1,4-8-15,-6-3 16,-7-5-16,-3 0 16,-3-8-16,3-6 15,-4-8-15,-6-9 16,2-4-16,2-4 16,6-4-16,4-6 15,6-2-15,5-3 16,9 6-16,7-1 15,6-3 1,13 4-16,2 0 16,9-1-16,3 5 15,-6 4-15,-2 5 16,-8 5-16,-2 3 16,1-2-16</inkml:trace>
  <inkml:trace contextRef="#ctx0" brushRef="#br1" timeOffset="-161065.87">10126 3619 0,'0'0'0,"0"0"16,0 0-16,0 0 15,-1 1-15,1-1 16,-5 16-16,1-4 16,1 1-16,-1 0 15,-1 0-15,0 2 16,0 0-16,-1-1 15,0-1 1,0-4-16,1-1 16,5-8-16,-6 10 15,6-10-15,0 0 16,0 0-16,0 0 16,0 0-16,4-20 15,4 2-15,3-2 16,1 2-16,1 1 15,0 4-15,-2 5 16,-1 2 0,0 2-16,-10 4 15,19-2-15,-8 5 16,1 2-16,2 3 16,3 7-16,-1 2 15,-1 0-15,-4-1 16,-1-2-16,-1-1 15,-1 0 1,0-1-16,-5-6 0</inkml:trace>
  <inkml:trace contextRef="#ctx0" brushRef="#br1" timeOffset="-159350.52">10405 4323 0,'0'0'0,"0"0"15,-2-3 1,2 3-16,-10-11 16,10 11-16,-9-9 15,9 9-15,0 0 16,-7-7-16,7 7 15,0 0-15,16-12 16,14 1-16,13-1 16,5 3-1,5 0-15,-2 2 16,0 3-16,-4 3 16,-4 1-16,-5 1 15,-4 0-15,-6 1 16,-4 1-16,-6-2 15,-4 0-15</inkml:trace>
  <inkml:trace contextRef="#ctx0" brushRef="#br1" timeOffset="-159116.43">10581 4144 0,'0'0'0,"0"0"0,0 4 0,0 10 15,0 18 1,0 13-16,0 1 16,1 3-16,5 2 15,5-2-15,1-4 16,1-7-16</inkml:trace>
  <inkml:trace contextRef="#ctx0" brushRef="#br1" timeOffset="-154916.89">11805 4256 0,'0'0'0,"0"0"0,-1-3 15,0-4-15,0-8 16,14-12-16,10-9 16,8-2-16,10-2 15,6-1-15,6-3 16,7 4-1,-4 8-15,-8 4 16,-4 5-16,-9 5 16,-6 4-16,-7 3 15,-3 1-15,-3 3 16,-5 0-16,-11 7 16,12-6-16,-12 6 15,0 0-15,0 0 16,0 0-1,0 0-15,0 0 16,0 0-16,0 0 16,-13 4-16,-8-4 15,-1 0-15,2-5 16,5-1-16,3 1 16,12 5-16,-14-6 15,14 6-15,0 0 16,0 0-16,-10-5 15,10 5 1,0 0-16,0 0 16,0 0-16,0 0 15,29-5-15,-1 8 16,0 4-16,-8-2 16,-3-1-16,-6-1 15,-11-3 1,6 20-1,-27 5 1,-27 12-16,-6-1 16,15-13-16,5-3 15,6-3-15,4-4 16,6-2-16</inkml:trace>
  <inkml:trace contextRef="#ctx0" brushRef="#br1" timeOffset="-153430.56">12852 3791 0,'0'0'0,"0"0"15,0 0-15,-3 0 16,3 0-16,0 0 15,0 0-15,0 0 16,0 0 0,0 0-16,12-5 15,-1-1-15,1 0 16,0 0-16,2-2 16,2-3-16,1-1 15,-2 0-15,-1 1 16,0-1-16,-1-2 15,-3 2-15,-2 2 16,-1 1 0,0-3-16,-1 1 15,-1 0-15,0 2 16,-4 1-16,-1 0 16,0 8-16,0-10 15,0 10-15,-1-10 16,1 10-16,0 0 15,-3-8-15,3 8 16,0 0 0,0 0-16,0 0 15,0 0-15,0 0 16,0 0-16,0 0 16,0 0-16,0 0 15,0 0-15,0 0 16,-7-7-16,7 7 15,0 0 1,-5-7-16,5 7 16,0 0-16,0 0 15,-6-10-15,6 10 16,-9-12-16,9 12 16,-10-10-16,10 10 15,-13-9-15,3 7 16,-8 6-16,-6 7 15,-5 8 1,2 3-16,2 5 16,3 5-16,5 2 15,4 9-15,2 1 16,4-2-16,7 2 31,11 0-31,10 2 16,6-16-16,7-12 15,1-12-15,8-14 16,10-1 0,-5-8-16,-2 4 15,-2-8-15,-10-6 16,8-2-16</inkml:trace>
  <inkml:trace contextRef="#ctx0" brushRef="#br1" timeOffset="-152715.84">13262 3495 0,'0'0'0,"0"0"0,0 0 16,0 0-16,4 3 15,3 5-15,7 4 16,6 2-16,7 6 15,-4-6-15,11 12 16,-5-4 0,-5 8-16,-8 11 15,-12-28 1,-11 9 0,-8-8-16,-6-4 15,-3 0-15,-3-8 16,-3-7-16,-4-9 15,5 0-15,6-11 16,9-5 0,11 0-16,9-5 15,5 3-15,8-2 16,5 4-16,6 6 16,7 3-16,6 8 15,3 5-15,-1 8 16,-3 7-16,-2 3 15,-3 4-15,-4 4 16,-3 7 0,-5 2-16,-6 4 15,-6-3-15,-2 0 16,-2-2-16,-2 0 16,-6-2-16,-4-4 15,-3-4-15,-2-5 16,-7-5-16,-9-7 15,-6-2-15,-1-4 16,8-1-16,4-3 16,7-14-16,10-9 15,13-11 1,16-7-16,0 3 16,5 4-16,0 9 15,8 6 1,2 15-1,-9 4-15,-6 3 16,-4 2-16</inkml:trace>
  <inkml:trace contextRef="#ctx0" brushRef="#br1" timeOffset="-152049.37">14056 3383 0,'2'1'0,"-2"-1"0,0 0 16,-5 9-16,-6 6 16,-7 10-1,-2 3-15,3-3 16,6-6-16,2 2 16,2 8-16,1 4 15,5-12-15,2-10 16,12 0-16,4-9 15,7 5-15,12-21 16,-5-11 0,5-2-16,-6-6 15,-16 12-15,-6-6 16,-11-3-16,-2 1 16,0 3-16,1 1 31,0 5-31,5 3 15,6 0-15,7 3 16,5 1-16,5 3 16,4 8-1,1 5-15,1 9 16,-3 3-16,2 7 16,0 8-16,-1 2 15,-4 1-15,-3-1 16,-4-2-16,-2 2 15,-4 0 1,-5-9-16,-3-1 16,-3-7-16,-1-6 0,-6-2 15,7-7 1,-22-4-16,5-11 16,3-6-16,5-11 15,5 2-15,12-15 16,3-8-16,5-1 15,8 1-15,-1 10 16,2 8-16,-3 10 31,-10 12-15,-12 13-16,13-9 16</inkml:trace>
  <inkml:trace contextRef="#ctx0" brushRef="#br1" timeOffset="-151683.79">13630 3958 0,'0'0'0,"0"0"15,0 0-15,-5 4 16,-11 16 0,-11 26-16,0 8 15,1 0-15,9 0 16,5-5-16,2 10 15,9 1-15,17 6 32,9-13-32,8-9 15,7-8 1,-7-17-16</inkml:trace>
  <inkml:trace contextRef="#ctx0" brushRef="#br1" timeOffset="-150566.58">13681 4191 0,'0'0'0,"0"0"0,0 0 0,0 3 0,-2 9 15,-3 11-15,-2 9 16,1-1-16,-2-1 15,3-7-15,1-7 16,2-4-16,1-5 16,1-7-1,0 0-15,0 0 16,9-7-16,3-8 16,3-11-16,1-16 15,0-2-15,-4 5 16,-2 9-16,-4 10 15,-1 7-15,3 5 16,7 3-16,3 4 16,1 5-16,2 10 15,1 6 1,2 5-16,-4 3 16,-2-6-16,-5-1 15,-1-1-15,0-3 16,-2 0-16,-1-6 15,-1-4-15,5-6 16,4-8-16,1-11 16,-3-13-16,-3-6 15,-1-1 1,-5 0-16,-3 8 16,-4 5-16,-2 7 15,1 6-15,2 12 16,-3-8-16,3 8 15,0 0-15,-15 12 16,10 2-16,3 1 16,5-4-16,3-2 15,4-3-15,0 0 16,1-2 0,-2-3-16,-9-1 15,18 2-15,-7 0 16,1 1-16,0 4 15,-3 6-15,-4 4 16,-1 7-16,-1-2 16,-2-1-16,0-2 15,3 1 1,7-2-16,4-3 16,-1-4-16,2-4 15,0-5-15,0-4 16,-4-4-16,-1-2 15,-3-5-15,-4-5 16,-7-6-16,-7-3 16,-5 0-16,-3 4 15,-2 2 17,1 6-32,4 3 15,15 12-15,-9-6 16,9 6-16,0 0 15,19-15-15,16 2 16,7 2-16,4-1 16,-8 6-16,-6 3 15,-4 4-15,-10 2 16,-2 2-16,-3 8 16,1 6-1,-1 6-15,-4 4 16,-2-3-16,-3-2 15,-3-5-15,0-5 16,-1-3-16,0-4 16,0-7-16,0 0 15,0 0-15</inkml:trace>
  <inkml:trace contextRef="#ctx0" brushRef="#br1" timeOffset="-150416.53">14456 3929 0,'0'0'0,"0"0"0,0 0 15,0 5-15,1 14 16,3 15 0</inkml:trace>
  <inkml:trace contextRef="#ctx0" brushRef="#br1" timeOffset="-150016.52">14853 4100 0,'0'0'0,"0"-5"0,0 5 16,-2-18-16,-5 1 15,-8-1-15,-7 1 16,-6 8-16,-3 5 16,-2 7-16,5 5 15,7 4-15,3 3 16,7 1 0,6 5-16,8-1 15,11 7-15,4 4 16,9 5-16,10 4 31,-5-9-31,-6-5 16,-9-9-16,-13-9 15,-5 5-15,-10 4 16,-7 3 0,6-5-16,1-5 15,11-10-15,0 0 16</inkml:trace>
  <inkml:trace contextRef="#ctx0" brushRef="#br1" timeOffset="-149665.93">15022 4203 0,'0'0'0,"4"0"0,-4 0 16,26-10-16,2-6 15,1-7-15,-2-3 16,-3 1-16,-10 1 16,-5 5-16,-3 0 15,-5 3-15,-4 4 16,-5 4 0,-8 5-16,-7 9 15,-3 6-15,1 6 16,2 5-16,3 3 15,4 7-15,5 7 16,9 2-16,3-4 16,6-2-16,1-3 15,12-2-15,5-4 16,0-8-16</inkml:trace>
  <inkml:trace contextRef="#ctx0" brushRef="#br1" timeOffset="-149366.96">15187 3818 0,'0'0'0,"1"1"16,-1-1-16,12 18 16,6 12-16,3 14 15,-6 10-15,-4 0 16,-3 4-16,-4-7 16,-21 23 15,-4-6-31,-24-5 15</inkml:trace>
  <inkml:trace contextRef="#ctx1" brushRef="#br1">8459 4904 0</inkml:trace>
  <inkml:trace contextRef="#ctx0" brushRef="#br1" timeOffset="-126400.27">11095 5009 0,'0'0'0,"0"0"0,0 0 15,0 0-15,0 0 16,0 0 0,4 1-16,-4-1 15,0 0-15,16 5 16,-3-1-16,2 0 15,3 1-15,3-1 16,2-2-16,1 0 16,6-2-16,2-2 15,2 1-15,1-2 16,0 1-16,-1-2 16,2 0-1,1-2-15,0 2 16,1-1-16,0 0 15,-3 0-15,2-1 16,1 0-16,7-3 16,-3 2-16,-3-2 15,-4 1-15,-3 2 16,7-2 0,-2 0-16,-5 2 15,-9 2-15,-9 2 16,-4 0-16,-10 2 15,12-3-15,-12 3 16,0 0-16,11-3 16,-11 3-16,0 0 15,0 0-15,0 0 16,0 0-16,0 0 16,-18-4-1,-14 5-15,-10 3 16,4 1-16,5-2 15,-8 1-15,-15 3 16,-15 5-16,-7 7 16,17-1-16,16-3 15,16-6-15,10-3 16,7-2-16,12-4 16,-17 6-16,17-6 15,-11 4 1,11-4-16,-10 3 15,10-3-15,0 0 16,0 0-16,-11 4 16,11-4-16,0 0 15,0 0-15,0 0 16,0 0-16,0 0 16,8-8-1,21 3-15,14 1 16,2 3-16,-2 1 15,0 0-15,-3 0 16,-6 0-16,-1 0 16,-9-1-16,-3-1 15,-3-1-15,-4-2 16,-1 0-16,-4-1 16,-9 6-1,10-6-15,-10 6 16,0 0-16,0 0 15,0 0-15,-4-6 16,-26 6-16,-17 3 16,-7 6-16,1 1 15,-2-1-15,-4 2 16,1-1-16,-1 1 16,3-1-1,5-1-15,3-2 16,5-1-16,8-2 15,6-1-15,5 0 16,7-2-16,3 0 16,14-1-16,-14 2 15,14-2-15,0 0 16,0 0-16,0 0 16,0 0-1,0 0-15,10-4 16,23-4-16,14 3 15,7 1-15,2 2 16,1 1-16,-6 0 16,2-1-16,-5 0 15,-1 1-15,-2 0 16,-5-2-16,2-3 16,-7 1-1,-6-1-15,-6 0 0,-2 2 16,-3 0-1,-4 0-15,-3 2 16,-11 2-16,14-3 16,-14 3-16,0 0 15,0 0-15,0 0 16,-27-5-16,-1 2 16</inkml:trace>
  <inkml:trace contextRef="#ctx0" brushRef="#br1" timeOffset="-124416.77">10851 5316 0,'0'0'0,"0"0"0,0 0 16,0 0-16,5 1 15,11 3-15,13 0 16,12-3-16,6-5 16,6-3-16,1-4 15,8-3-15,-2-1 16,4-1-1,-4-3-15,-5 3 16,4-1-16,-8 2 16,-3 4-16,2 4 15,-9 3-15,0 1 16,-4 2-16,-11 0 16,-7 1-16,-7 0 15,-12 0 1,11 0-16,-11 0 15,0 0-15,0 0 16,-21 0-16,-13 0 16,-7 0-16,-5 2 15,-3 4-15,-1 0 16,-3 2-16,6 1 16,-5-1-16,-3 1 15,3 0 1,0 0-16,1 0 15,4 1-15,6-1 16,7-2-16,9-1 16,6-2-16,5 0 15,3-2-15,11-2 16,-12 2-16,12-2 16,0 0-16,0 0 15,13 3-15,14-2 16,14-1-1,9-4-15,4-3 16,-1-1-16,0-1 16,2-1-16,-3 1 15,0 0-15,-1 0 16,-3 2-16,-7 1 16,-3-2-16,-8 3 15,3-1 1,-3 2-16,-6-1 15,-6 3-15,-9 0 16,-9 2-16,0 0 16,0 0-16,0 0 15,-9 4-15,-18 1 16,-11-1-16,-4-2 16,-7 1-16,-2-1 15,-3 0 1,-1 1-16,2 0 15,-5-2-15,5 2 16,2 0-16,4 1 16,4 2-16,5 1 15,5-1-15,8-2 16,6-1-16,5-2 16,14-1-16,-13 2 15,13-2-15,0 0 16,0 0-1,0 0-15,0 0 16,36 7-16,8-9 16,7-2-16,6-3 15,-1-2-15,3-2 16,-4-1-16,-2 2 16,-3 1-16,-3 0 15,-5 2-15,-7 0 16,-9 2-1,-5 1-15,-7 2 16,-3 0-16,-11 2 16,12-3-16,-12 3 15,0 0-15,0 0 16,0 0-16,-20-4 16,-17 3-16,-10 4 15,-7 2-15,1 2 16,-1 0-16,0 2 15,0 1 1,0 1-16,2 4 16,3 0-16,11-2 15,6-3-15,10-3 16,6-1-16,2-2 16,3 0-16,11-4 15,-13 5-15,13-5 16,0 0-1,0 0-15,0 0 16,8 6-16,21-4 16,17-2-16,7-5 15,7-2-15,-2 0 16,-1-2-16,-1 1 16,-3 1-16,-3 1 15,-3-1-15,-5 1 16,-6 0-1,-3 0-15,-9 2 16,-5 0-16,-6 2 16,-2-1-16,-11 3 15,12-2-15,-12 2 16,0 0-16,0 0 16,-8-9-16,-10 0 15,-13 3-15,-12 1 16,-4 2-1,-3 2-15,0 4 16,-2 2-16,-4 4 16,0 3-16,3 4 15,5 1-15,4-1 16,11-5-16,9-3 16,9-2-16,5-2 15,10-4-15,-11 5 16,11-5-16,0 0 15,0 0 1,2 7-16,20-2 16,25-5-16,10-5 15,3-3-15,1-1 16,0-2-16,-1 0 16,1-1-16,-9 1 15,-7 2-15,-9 0 16,-7 3-16,-2 0 15,-7 2 1,-6 1-16,-3 0 16,-11 3-16,10-2 15,-10 2-15,0 0 16,0 0-16</inkml:trace>
  <inkml:trace contextRef="#ctx0" brushRef="#br1" timeOffset="-123200.83">11575 5064 0,'0'0'0,"0"0"16,0 0-16,0 0 15,0 0-15,0 0 16,-2 0-16,2 0 16,0 0-16,0 0 15,-9 14-15,1 3 16,-3 11-16,-1 12 15,-1 15 1,1 0-16,3 2 16,1-2-16,4-4 15,5 19 1,6-6 0,9-5-16,1-13 15,0-18-15,2-6 16,2-5-16,3-2 15,10-3 1,9-2-16,1-4 16,-4-4-16,-5-1 15,6 1-15,0-2 16,-3 0-16,-9 0 16,-7 0-16,-6 0 15,-2-2-15,-5 2 16,-9 0-16,12-2 15,-12 2 1,7-9-16,-6 1 16,-4-6-16,-6-5 15,-7-2-15,-3 1 16,-2 4-16,0 2 16,1 1-16,2 2 15,3 2-15,5 3 16,10 6-16,-9-6 15,9 6-15,0 0 16,0 0 0,4 15-16,8 3 15,7 5-15,3 2 16,-2-3-16,-4-5 16,-2-3-16,-3-3 15,-2-1-15,-4-1 16,-2 4-16,-8 8 15,-5 3-15,-11 5 16,-13 5 0,-4 3-16,-7 4 15</inkml:trace>
  <inkml:trace contextRef="#ctx0" brushRef="#br1" timeOffset="-121934.09">12556 5544 0,'0'0'0,"-1"1"0,1-1 16,-7 24-1,-5 11-15,1 11 16,-2 4-16,2 0 16,-1 3-16,1-2 15,0-2-15,0 0 16,1 1 15,2-13-31,3-12 0,2-10 16,1-8-1,2-7-15,0 7 16,0-7-16,2-9 16,3-12-16,1-16 15,-2-12-15,-3-14 16,0 8-16,-1 5 15,-1-3-15,1 4 16,0 1-16,0 6 16,3 8-1,3 4-15,0 5 16,0 7-16,-2 7 16,0 2-16,-4 9 15,6-9-15,-6 9 16,21 0-16,-4 7 15,5 8-15,2 12 16,0 3-16,3 8 16,-3 2-1,-3-3-15,4 9 16,-8-15-16,5 10 16,4 5-1,-4-5 1,6 2-16,-3-21 15,-10-9-15,-5-6 16,-10-7-16,19-3 16,-3-14-1,10-13-15,-5-14 16,-2-7-16,-3-7 16,-5-7-16,-1-3 15,-3 4-15,0 7 16,0 5-16,-2 10 15,-1 9-15,0 5 16,0 6-16,0 6 16,-1 3-1,2 2-15,5 1 16</inkml:trace>
  <inkml:trace contextRef="#ctx0" brushRef="#br1" timeOffset="-121416.52">13479 5060 0,'0'0'0,"0"0"0,0 0 16,-1 4 0,-1 9-16,-3 17 15,-4 17-15,0 12 16,-3 13-16,-4 8 15,-4-1-15,-1 11 16,1-7-16,5 40 31,32-8-15,2-22-16,8-15 16</inkml:trace>
  <inkml:trace contextRef="#ctx0" brushRef="#br1" timeOffset="-102550.7">11448 3877 0,'0'0'0,"0"0"0,0 0 16,0 0-16,0 0 16,-1 1-16,1-1 15,-18 9-15,-5 3 16,-5 2-16,0-1 16,1 1-1,-2 4-15,0 6 0,2 4 16,3 1-1,5 4-15,4 5 16,0 5-16,5 2 16,1 3-16,4-4 15,3 2-15,4-3 16,3-3-16,2-4 16,4-4-16,4-7 15,4-3 1,4-2-16,4-1 15,3 1-15,4-5 16,4-3-16,6-2 16,2-3-16,1-2 15,2-2-15</inkml:trace>
  <inkml:trace contextRef="#ctx0" brushRef="#br1" timeOffset="-102000.93">11162 4315 0,'0'0'0,"0"0"16,0 0-16,0 0 16,0 0-16,0 0 15,0 0-15,0 0 16,0 0-16,9-1 16,12-1-16,22-2 15,7-6-15,3 0 16,5-3-1</inkml:trace>
  <inkml:trace contextRef="#ctx0" brushRef="#br1" timeOffset="-90833.9">13896 5422 0,'0'0'0,"0"0"0,0 0 0,-2-2 0,2 2 16,-3-7-16,3 7 16,-5-13-16,0 3 15,-2-2-15,-3 1 16,-3 0-16,-2 3 15,-2 2-15,-4 5 16,-2 4-16,-2 3 16,-3 11-1,-2 4-15,-5 24 32,2 7-32,13 3 15,7 6-15,12-17 16,10 1-16,5-7 15,7-10-15,2-6 16,1-3-16,3-4 16,8-3-1,1-4-15,0-7 16,-2-6-16,-9-2 16,-1-4-16,-6-3 15,0-5-15,-2-7 16,-7-6-16,-5-2 15,-9 2-15,-3-2 16,-3 4-16,-3-1 16,-5 0-16,-4 1 15,2 4 1,-3 1-16,1 5 16,3 3-16,4 5 15,3 4-15,3 3 16,0 2-16,-2 4 15,-3 4-15,0 5 16,4 4-16,7 6 16,4 4-1</inkml:trace>
  <inkml:trace contextRef="#ctx0" brushRef="#br1" timeOffset="-90283.88">14264 5683 0,'0'0'0,"0"0"0,0 2 15,-4 5-15,-7 11 16,-10 13-16,-4 10 16,-5 8-16,-2 4 15,-3 5-15,0 3 16,-2 1-16</inkml:trace>
  <inkml:trace contextRef="#ctx0" brushRef="#br1" timeOffset="-89516.97">14599 5456 0,'0'0'0,"0"0"0,0 0 16,5-1-1,5-2-15,8-3 16,11-2-16,7-1 15,7-3-15,0 2 16,-3 1-16,-3 3 16,-3 1-16,-3 2 15,-3 1-15,-6 1 16,-4 1-16,-9 0 16</inkml:trace>
  <inkml:trace contextRef="#ctx0" brushRef="#br1" timeOffset="-88883.27">14707 5427 0,'0'0'0,"0"0"0,0 0 16,0 0-16,-5-3 16,5 3-16,-11-8 15,-2-1-15,-4 1 16,-7 1-16,-5 1 16,0 5-1,-4 3-15,-1 6 16,0 4-16,1 5 15,0 5-15,5 2 16,1 2-16,6 2 16,6 2-16,3 3 15,4 2-15,3-4 16,3-1-16,4-1 16,3-5-1,5 0-15,5 2 16,2-2-16,3-6 15,-4-9-15,1-4 16,-1-4-16,-3-1 16,-1-4-16,1-3 15,-1-4-15,-2-3 16,-3-3-16,0-4 16,-3-8-16,-2-5 15,-3-1 1,-1 8-16,-2 4 15,0 3-15,-4 3 16,0 1-16,-4 3 16,0 2-16,-3 2 15,-3 3-15,2 2 16,1 3-16,3 2 16,12-1-16,-11 2 15,11-2 1</inkml:trace>
  <inkml:trace contextRef="#ctx0" brushRef="#br1" timeOffset="-82816.43">14853 4955 0,'0'0'0,"0"0"0,0 0 0,0 0 15,6-3 1,8-1-16,9-3 16,9 2-16,0 0 15,-3 4-15,-4 4 16,-4 1-16,-7 2 15,-1 9-15,-3 11 16,-8 7-16,-7 5 16,-15 2-16,-6-1 15,0-3 1,-1-3-16,7-9 16,3-4-16,7-6 15,4-7-15,6-7 16,0 0-16,0 0 15,30 3-15,14-14 16,7-2-16,3-3 16,-6 0-16,-4 1 15,-3 2 1</inkml:trace>
  <inkml:trace contextRef="#ctx0" brushRef="#br1" timeOffset="-82484.61">15332 4656 0,'0'0'0,"0"0"0,0 0 16,2 5-16,3 10 16,9 24-16,6 19 15,4 8-15,-2 5 16,-5 17 0,-6 4-16,-6 16 15,-14 5-15,-15 7 16,-17 13-16</inkml:trace>
  <inkml:trace contextRef="#ctx0" brushRef="#br1" timeOffset="-54201.29">11080 4949 0,'0'0'0,"0"0"0,0 0 0,7 0 16,14 0-16,14 0 15,10-3-15,2-3 16,0-4-16,-4-2 16,-4-1-1,-4-1-15,-8 2 16,-4 0-16,-4 3 16,-7 2-16,-2 1 15,-10 6-15,10-5 16,-10 5-16,0 0 15,0 0-15,3-7 16,-3 7 0</inkml:trace>
  <inkml:trace contextRef="#ctx0" brushRef="#br1" timeOffset="-53901.28">11025 5028 0,'0'0'0,"0"0"0,0 0 16,0 0-16,0 0 16,3 0-1,9 0-15,16-2 16,17-4-16,7-6 16,1-1-16,-1-2 15,0-1-15,-4 1 16,-2 0-16,-8 2 15,-7 2-15,-5 2 16,-6 3 0,-4 0-16,-5 2 15,-11 4-15,14-6 16,-14 6-16,0 0 16,0 0-16,0 0 15,0 0-15</inkml:trace>
  <inkml:trace contextRef="#ctx0" brushRef="#br1" timeOffset="-39251.46">10868 6740 0,'0'0'0,"0"0"0,0 0 0,0 0 15,-3-1-15,3 1 16,0 0-16,0 0 16,0 16-1,0 4-15,0 11 16,0 12-16,1 11 16,0 0-16,0 0 15,-2-8-15,0-5 16,0-7-1,0-11 1,-1-9 0,1-8-16,1-6 15,0 0-15,-15-23 16,6-11-16,5-9 16,1 1-16,3-5 15,3-2-15,3 1 16,3-2-16,-2 10 15,1 6-15,-1 9 16,-2 7 0,-2 5-16,0 5 15,-3 8-15,4-8 16,-4 8-16,20 7 16,-3 10-16,1 10 15,-1 14-15,-3-1 16,0 3-16,-2-1 15,-1-5-15,-1-5 16,-3-9 0,1-5-16,-2-6 15,2-2-15,-8-10 16,16 7-16,-1-15 16,3-8-16,5-9 15,3-11-15,-4-1 16,-1-1-16,-3-5 15,-5 6-15,-2-3 16,-1 4 0,-2 9-16,-3 8 15,-2 8-15,-1 4 16,-2 7-16,0 0 16,19 6-16,-5 9 15,-6 15-15,-3 17 16,-3 13-16,-6 5 15,-1-6-15,0-3 16,2-6-16,-1-3 16,1-5-1,1-12-15,0-7 16,1-4-16,0-4 16,2-3-16,1-2 15,6-4-15,2-3 16,5-4-16</inkml:trace>
  <inkml:trace contextRef="#ctx0" brushRef="#br1" timeOffset="-38834.56">11639 6643 0,'0'0'0,"0"0"16,0 0-1,0 1-15,-1 7 16,-1 12-16,0 13 16,-3 7-16,-4 7 15,-2 4-15,-2 7 16,-1 1-16,3-12 15,0-6-15,1 2 32,1-7-17,5-3-15,7-9 16,2-12-16,2-3 16,3-4-16,2-3 15,6-5-15,3-4 16,0-6-16,2-3 15,2-2-15,-1 0 16,-1 1-16,-5 5 16</inkml:trace>
  <inkml:trace contextRef="#ctx0" brushRef="#br1" timeOffset="-38217.69">12214 6640 0,'0'0'0,"-1"-1"16,1 1-16,0 0 15,-4-10-15,4 10 16,-3-6-16,3 6 15,-10-4-15,-6 3 16,-17 9-16,-10 10 16,3 5-1,4 4-15,4 2 16,3 0-16,7 0 16,4-2-16,9-5 15,6-5-15,3-2 16,5-2-16,5-2 15,6-7-15,8 0 16,6-3-16,-1-3 16,-5 0-1,-8 0-15,-16 2 16,13-1-16,-13 1 16,1 8-16,-9 13 15,-8 16-15,-6 3 16,-1-3-16,-1 0 15,-2 0-15,4-8 16,3-4-16,6-9 16,6-8-16,7-8 15,2 11 1,8-7-16,8-7 16,6-8-16,5-4 15,4-7-15,-1 2 16,-3 1-16,-5 4 15,-8 5-15,-5 3 16,-1 2-16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1:46:52.855"/>
    </inkml:context>
    <inkml:brush xml:id="br0">
      <inkml:brushProperty name="width" value="0.05292" units="cm"/>
      <inkml:brushProperty name="height" value="0.05292" units="cm"/>
      <inkml:brushProperty name="color" value="#C00000"/>
    </inkml:brush>
  </inkml:definitions>
  <inkml:trace contextRef="#ctx0" brushRef="#br0">8661 899 0,'0'0'0,"0"0"0,0 0 16,0 0-16,3 1 15,-3-1-15,23 9 16,-4-1-16,2-3 16,2-2-1,7-7-15,3-6 16,6-6-16,2-7 16,-7-3-16,3-7 15,-3-1-15,-4-4 16,1-4-16,-5 4 15,-2 1-15,-4 2 16,-6 5 0,-2 3-16,-3 2 15,-3 5-15,-3 6 16,-3 5-16,0 1 16,-2 2-16,2 6 15,-3-8-15,3 8 16,-16 0-16,-13 2 15,-9 9-15,2 5 16,7-1-16,4 1 16,0 5-1,2 3-15,0 8 16,0 5-16,1 5 16,2 2-16,1-2 15,5-1-15,3 2 16,3-4-16,3-4 15,2-5-15,4-6 16,4-1-16,4-1 16,5-3-1,6-6-15,4-9 16,9-5-16,10-6 16,5-5-16,3-3 15,3-4-15,2-4 16,3 0-16,6-4 15,4-1-15</inkml:trace>
  <inkml:trace contextRef="#ctx0" brushRef="#br0" timeOffset="10698.94">9793 834 0,'0'0'0,"0"0"0,0 0 0,0 0 16,0 0-16,0 0 15,0 0-15,4 4 16,4 2-16,7 5 16,5 0-1,2 0-15,5-1 16,3 1-16,5-1 15,2 0-15,2-1 16,1 0-16,2-1 16,1-2-16,2 0 15,1-1-15,0-1 16,-1 0 0,-2 1-16,-3-2 15,-3 0-15,-4 0 16,-6-1-16,-7 0 15,-5-2-15,-3 1 16,-12-1-16,13 0 16,-13 0-16,0 0 15,0 0-15,0 0 16,10 0-16,-10 0 16,0 0-1,0 0-15,0 0 16,0 0-16,-4-9 15,-1-1-15,-3-3 16,-2-1-16,0 1 16,-1-1-16,0 3 15,3 4-15,8 7 16,-11-10-16,11 10 16,0 0-16,0 0 15,-8-6 1,8 6-16,0 0 15,0 0-15,0 0 16,0 0-16,0 0 16,25 4-16,-2 2 15,-1 2-15,-5 2 16,-7 3-16,-4 4 16,-6 5-1,-8 7-15,-9 5 16,-5 2-16,-3-5 15,3-6-15,1-4 16,3-5-16,3-3 16,4-4-16,11-9 15,-8 9-15</inkml:trace>
  <inkml:trace contextRef="#ctx0" brushRef="#br0" timeOffset="11432.71">11080 942 0,'0'0'0,"0"0"15,0 0-15,0 0 16,0 0-16,7 1 16,12 0-16,14 3 15,4-1-15,3 2 16,1-1-16,4 1 16,-1-1-16,-3 0 15,1 0 1,-3-2-16,1-1 15,-4-1-15,-5-1 16,-3 1-16,-5 0 16,-4 0-16,-4 0 15,-5 0-15,-10 0 16,12 0-16,-12 0 16,0 0-16,0 0 15,0 0 1,0 0-16,-6-11 15,-10-1-15,-1 0 16,-2 1-16,0 0 16,2 3-16,-2 0 15,1 1-15,1 1 16,4 1-16,13 5 16,-15-6-1,15 6-15,0 0 16,0 0-16,-10-2 15,10 2-15,0 0 16,0 0-16,0 0 16,20 8-16,4 3 15,0-1-15,0 0 16,-2 0-16,-3-2 16,-5 1-16,-2 0 15,-5 1 1,-6 1-16,-7 6 15,-12 6-15,-16 5 16,-14 3-16,-12 2 16,-4-5-16</inkml:trace>
  <inkml:trace contextRef="#ctx0" brushRef="#br0" timeOffset="16965.15">2757 1164 0,'0'0'0,"0"0"0,0 0 15,0 0-15,0-1 16,0 1-16,0 0 16,0 0-16,0 0 15,0 0 1,0 0-16,9-7 16,6 0-16,13 1 15,9 1-15,4 1 16,2 1-16,1 1 15,1 1-15,3 2 16,2 1-16,0 3 16,-2 0-16,-3-1 15,0-1 1,2 2-16,0-1 16,0-1-16,-1 1 15,-1 0-15,2-2 16,-2 1-16,-6-1 15,0 1-15,2-1 16,-1 1-16,-2-1 16,-4 0-16,1-1 15,0 1 1,2 0-16,-2 0 16,-1-2-16,-5 0 15,1-1-15,0 1 16,0 0-16,0-1 15,-3-1-15,-2 0 16,-5 1-16,-3-1 16,-2 1-16,-2-1 15,-1 0 1,-12 2-16,14-5 16,-14 5-16,0 0 15,10-3-15,-10 3 16,0 0-16,0 0 15,-9-9-15,-14 3 16,-21 2-16,-11 3 16,-7 4-16,-3 0 15,1 2-15,-4 2 16,1 0 0,1 0-16,2 0 15,1 1-15,2 0 16,4-1-16,0 0 15,4-2-15,1 1 16,2-2-16,2-1 16,-1-1-16,1-1 15,1-1-15,1 0 16,-1-1 0,4 0-16,3-1 15,6 0-15,2 0 16,3 1-16,2 0 15,6-1-15,7 1 16,4 0-16,10 1 16,-10-1-16,10 1 15,0 0-15,0 0 16,0 0 0,34 6-16,12 0 15</inkml:trace>
  <inkml:trace contextRef="#ctx0" brushRef="#br0" timeOffset="20065.09">8977 3457 0,'0'0'0,"-1"1"0,1-1 15,-6 13 1,-3 6-16,-3 12 15,0 4-15,-1 4 16,-1 0-16,0 3 16,-2 7-16,1 0 15,-1 0-15,-1 2 16,1 0-16,-1 0 16,2-2-16,-2 3 15,0 1 1,-1 3-16,1 1 15,-2 2-15,1 1 16,2 2-16,1 2 16,-2 0-16,1 1 15,-2 5-15,-1-3 16,-1 2-16,-4-1 16,-1-1-16,-3 0 15,0 2 1,-3 2-16,1 0 15,-2 1-15,1 0 16,0 0-16,0 1 16,-2 6-16,1-8 15,0 3-15,0-4 16,2-5-16,-3 3 16,2-7-16,1-6 15,2-3-15,2-7 16,1-2-1,4-7-15,2-4 16,4-6-16,4-6 16,2-6-16,4-6 15</inkml:trace>
  <inkml:trace contextRef="#ctx0" brushRef="#br0" timeOffset="20932">4719 3852 0,'0'0'0,"0"0"16,-3 0-16,3 0 15,0 0-15,-11 0 16,11 0-16,0 0 16,0 0-16,0 0 15,-10-2-15,10 2 16,0 0-16,0 0 15,0 0 1,0 0-16,0 0 16,12-2-16,-12 2 31</inkml:trace>
  <inkml:trace contextRef="#ctx0" brushRef="#br0" timeOffset="21681.63">4674 3565 0,'0'0'0,"0"0"16,0 0-16,0 0 15,0 0-15,-3 0 16,3 0-1,0 0-15,0 0 16,0 11-16,3 5 16,2 2-16,2 4 15,3 3-15,5 3 16,3 2-16,2 1 16,2-1-16,0 2 15,3 1-15,-1 0 16,2 3-16,2 0 15,2 4 1,-1 0-16,4 4 16,2 2-16,-3 3 15,1 9-15,-2 0 16,1 4-16,1-1 16,-2 1-16,3 2 15,0 3-15,1-1 16,1 5-16,-1-4 15,0 1 1,1 0-16,1 2 16,2 3-16,0 0 15,0 0-15,0 0 16,0 3-16,-4-4 16,0 1-16,-3 2 15,-2-2-15,0-1 16,-1-3-16,0-4 15,1-5 1,3-2-16,-1-3 16,2-2-16,2-3 15,-2-1-15,-1-3 16,-3-3-16,1 1 16,-2 0-16,0-3 15,1 0-15,-3-2 16,-1-2-16,-1 0 15,-1-3-15,1 0 16,2 0 0,1-2-16,2-1 15,2-2-15,1-3 16</inkml:trace>
  <inkml:trace contextRef="#ctx0" brushRef="#br0" timeOffset="30115.42">9218 4030 0,'0'0'0,"0"0"0,0 0 0,0 0 0,0 0 15,0 0 1,0 0-16,0 0 16,0 0-16,0 1 15,0-1-15,0 0 16,0 0-16,0 7 15,0-7-15,-2 8 16,0 0-16,-2 6 16,-2 8-1,-5 6-15,-3 6 16,-4 4-16,-1 3 16,-3-2-16,1-1 15,1-3-15,1-3 16,3-3-16,1-5 15,6-5-15,1-5 16,4-6-16,0-1 16,4-7-1,-3 7-15,3-7 16,0 0-16,0 0 16,-1 7-16,1-7 15,0 0-15</inkml:trace>
  <inkml:trace contextRef="#ctx0" brushRef="#br0" timeOffset="30815.85">8952 4761 0,'0'0'0,"0"0"0,0 0 16,0 0-16,0 0 15,-1 4-15,-2 5 16,-4 10-16,-7 13 15,-3 5-15,-1-2 16,-1-2 0,0-1-16,1-6 15,4-4-15,2-5 16,4-7-16,2-4 16,6-6-16,-6 8 15,6-8-15,0 0 16,0 0-16,0 0 15,0 0-15,0 0 16,0 0-16,0 0 16,-9 9-1</inkml:trace>
  <inkml:trace contextRef="#ctx0" brushRef="#br0" timeOffset="31314.93">8722 5304 0,'0'0'0,"0"0"0,0 0 16,0 0-16,0 0 15,-3 1-15,3-1 16,-7 8-16,-3 3 15,-3 7-15,-4 5 16,-2 6-16,-4 4 16,1-1-1,0 0-15,-1-1 16,-1-2-16,-1-2 16,1-2-16,3-4 15,3-4-15,5-5 16,3-4-16,10-8 15,-9 10-15,9-10 16,0 0-16,0 0 16,0 0-16,-5 6 15</inkml:trace>
  <inkml:trace contextRef="#ctx0" brushRef="#br0" timeOffset="32215.22">5166 5170 0,'0'0'0,"0"0"0,2 5 16,5 3-16,6 11 15,9 6-15,3 4 16,5 0 0,1-1-16,2-1 15,2 1-15,2-1 16,-1 1-16,-2-2 15,-2-2-15,-1-1 16,-3-2-16,-3-2 16,-2-2-16,-1 0 15,-2-1-15,-1 1 16,-1-1 0,-2 0-16,-1 0 15</inkml:trace>
  <inkml:trace contextRef="#ctx0" brushRef="#br0" timeOffset="32799.07">5765 5928 0,'0'0'0,"0"0"16,0 0-16,0 0 16,0 2-16,0-2 15,0 0-15,7 8 16,-2-1 0,4 4-16,3 2 15,4 2-15,2 3 16,4-2-16,1-1 15,1-3-15,2-2 16,2 0-16,3-1 16,-1-1-16,0-1 15,-2 1-15,2-1 16,-3 0 0,0-1-16,-2 0 15,-5-1-15,-2-1 16,-3-1-16,1 1 15,-2 1-15,2 1 16,-1 1-16,-2-2 16,-2 2-16</inkml:trace>
  <inkml:trace contextRef="#ctx0" brushRef="#br0" timeOffset="33331.91">6479 6021 0,'0'0'0,"0"0"15,0 2-15,0-2 16,0 0-16,0 0 16,5 9-16,-5-9 15,14 11-15,-2-3 16,4-2-16,4 1 16,1-1-1,0-2-15,-3-1 16,-2 0-16,-2-2 15,-2 1-15,-1-1 16,-11-1-16,16 1 16,-16-1-16,14 2 15,-14-2-15,9 2 16,-9-2-16,0 0 16,12 3-1,-12-3-15,0 0 16,0 0-16,0 0 15,10 3-15,-10-3 16,0 0-16,0 0 16,0 0-16,0 0 15,0 0-15,0 0 16,0 0-16,0 0 16,0 0-1</inkml:trace>
  <inkml:trace contextRef="#ctx0" brushRef="#br0" timeOffset="36966.11">10493 5681 0,'0'0'0,"0"0"0,0 0 0,0 0 16,0 0 0,0 1-16,0-1 15,0 0-15,0 0 16,0 0-16,0 0 16,7 7-16,6-1 15,15 0-15,7-5 16,4-2-16,6-3 15,3 0-15,4-2 16,4 0 0,3-2-16,2 1 15,0-1-15,-2 2 16,-4-1-16,-4 2 16,-1-1-16,-7 1 15,-6 2-15,-6 1 16,-9 2-16,-7 1 15,-4 0-15,-11-1 16,9 0 0,-9 0-16,0 0 15,0 0-15,0 0 16,0 0-16,-30 6 16,-26 1-16</inkml:trace>
  <inkml:trace contextRef="#ctx0" brushRef="#br0" timeOffset="37381.83">10407 5728 0,'0'0'0,"0"0"16,0 0-16,0 0 15,4 2 1,9 2-16,26 3 16,26-2-16,4-4 15,8 0-15,7-2 16,4 0-16,0-2 16,0 0-16,-4-4 15,-5 1-15,-2-2 16,-7-1-16,-4 1 15,-5 0-15,-8 1 16,-7 1 0,-8 0-16,-9 2 15,-7 1-15,-6 1 16,-5 0-16,-11 2 16,11-3-16,-11 3 15,0 0-15,-14-7 16,-34-4-16</inkml:trace>
  <inkml:trace contextRef="#ctx0" brushRef="#br0" timeOffset="37681.48">10494 5854 0,'0'0'0,"10"-2"0,8-2 16,35-7-1,24-5-15,12 2 16,4 2-16,10 1 16,-7 2-16,-2 0 15,-13 2-15,-10 0 16,-9 2-16,-13 0 15,-12 1-15,-11 1 16,-11 0 0,-5 2-16,-10 1 15,0 0-15,0 0 16</inkml:trace>
  <inkml:trace contextRef="#ctx0" brushRef="#br0" timeOffset="43498.43">11660 2160 0,'0'0'0,"0"0"0,0 0 16,0 3-16,0-3 16,3 10-16,0 4 15,1 7-15,1 5 16,-1 3-16,0 1 16,1-1-16,0 0 15,-1 2 1,1 2-16,0 2 15,0 4-15,1 2 16,0-1-16,-1 3 16,0 5-16,0-1 15,0 4-15,0 1 16,-1-2-16,0 2 16,1 1-16,0 2 15,-1 1 1,0 2-16,1-2 15,-1 0-15,2 2 16,2 0-16,2 1 16,1 0-16,2 2 15,1-3-15,2 2 16,1-1-16,2 3 16,2-1-16,2 0 15,4-1 1,0-1-16,4 0 15,-1-2-15,-3-4 16,3-1-16,-2-1 16,4-1-16,1-2 15,0-4-15,1 0 16,1 0-16,2-2 16,3 0-16,0-3 15,1-1 1,0-1-16,3 0 15,2-3-15,-2-2 16,2 1-16,1-2 16,0 0-16,0 0 15,-4-3-15,1 2 16,-1-3-16,-2 0 16,-3-3-16,3-2 15,0-3 1,-2-2-16,0-2 15,-3-3-15,3-1 16,1-2-16,1-3 16,0-3-16,3-2 15,-1-2-15,3-4 16,0-2-16,2-5 16,1-1-16,1-3 15,3-4 1,-4-1-16,4-5 15,-1-4-15,-5 1 16,4-5-16,0-2 16,-1-2-16,1-4 15,1-1-15,-2-3 16,1-3-16,-3-2 16,0 0-16,-2-1 15,0 0 1,-1-5-16,-1 0 15,2-1-15,-2 0 16,1 0-16,1-1 16,-2 0-16,2-1 15,-2 2-15,1-1 16,-1-2-16,0 0 16,-1-2-16,-2 1 15,-2 2-15,-4 0 16,-2 0-1,-3 3-15,-3 0 16,-3 4-16,-1-1 16,-3 3-16,-1-3 15,0-1-15,-2 3 16,-1 2-16,-1 1 16,1 2-16,-2 3 15,-1-1-15,1 3 16,-1 2-1,0 0-15,-2 4 16,0 3-16,-2 1 16,1 3-16,-3 2 15,0 1-15,-3 3 16,-1 4-16,-1-1 16,-1 4-16,0 2 15,-1 2-15,0 4 16,0 0-1,0 2-15,0 6 16,0-9-16,0 9 16,0 0-16,0-8 15,0 8-15,0 0 16,0 0-16,0 0 16,0 0-16,-2-7 15,2 7-15,0 0 16,0 0-16,0 0 15,0 0 1,0 0-16,0 0 16,0 0-16,0 0 15,0 0-15,0 0 16,-8 10-16,4 0 16,-1 5-16,0 4 15,0 5-15,-1 3 16,1 2-16,-1-2 15</inkml:trace>
  <inkml:trace contextRef="#ctx0" brushRef="#br0" timeOffset="45348.99">11838 2176 0,'0'0'0,"0"0"0,0 0 16,0 0-16,0 3 16,0-3-16,1 13 15,0-3-15,0 1 16,0 2-16,-1 1 16,1-1-16,0-1 15,0 0-15,-1-1 16,1 0-16,0 1 15,0 0 1,-1 3-16,1 1 16,1 3-16,-1 0 15,1 0-15,-1 1 16,1 1-16,-1-1 16,-1 1-16,1 3 15,-1 1-15,1 0 16,0-2-16,0 0 15,-1 0-15,1 0 16,0 1 0,0 1-16,2-1 15,0 0-15,2-1 16,0-1-16,-1-1 16,2 0-16,-1 1 15,0-1-15,1 3 16,0 0-16,-1-1 15,0-1-15,0 0 16,1-2-16,2 3 16,0 1-1,3 0-15,0-2 16,2 2-16,1 1 16,1 2-16,0-1 15,-1 0-15,0-1 16,2 1-16,-2 3 15,0 0-15,-1 1 16,0 3-16,1 1 16,0 2-1,0 3-15,6 2 16,6 2-16,12 3 16,8 3-16,14 0 15,-8-16-15</inkml:trace>
  <inkml:trace contextRef="#ctx0" brushRef="#br0" timeOffset="46532.39">15376 2653 0,'0'0'0,"0"0"0,0 3 15,0 5-15,0 5 16,0 10-16,0 2 16,-1 2-16,-2-1 15,-1-1 1,-2 0-16,-3 2 16,-1 2-16,-1-3 15,-2 1-15,1-2 16,-1 2-16,-1 2 15,-2 1-15,0-1 16,-2 2-16,-1 1 16,0 0-1,-1 1-15,0-1 16,-1 2-16,1-1 16,0-1-16,1 0 15,-1-1-15,1 2 16,-1 1-16,1-2 15,-1 2-15,1-1 16,-2 4-16,1 0 16,1-1-1,0 1-15,-1-2 16,0 5-16,-4 0 16,-3 2-16,-3 0 15,-7 3-15,-3 3 16,-4 1-16,-5 4 15,-4 1-15,-2 1 16,-1 2-16,-1 0 16,2-2-1</inkml:trace>
  <inkml:trace contextRef="#ctx0" brushRef="#br0" timeOffset="48499.14">12662 5216 0,'0'0'0,"3"2"0,-3-2 16,35 11-16,15 1 16,9-1-16,10-1 15,4-2-15,2-2 16,-1-1 0,0-1-16,0-1 15,-5 1-15,-4-1 16,-5-1-16,-4 1 15,-7-1-15,-11-1 16,-9 0-16,-7 0 16,-8 0-16,-14-1 15,13 0-15,-13 0 16,0 0 0,0 0-16,0 0 15,0 0-15,0 0 16,0 0-16,0 0 15,0 0-15,-28 10 16,-42-16-16,-46-2 16,4-4-16,15 1 15,28 3-15,19 2 16,19 3 0,12 1-16,7 1 15,12 1-15,-13-3 16,13 3-16,0 0 15,-10-1-15,10 1 16,0 0-16,0 0 16,0 0-16,0 0 15,0 0-15,0 0 16,35-3-16,30 1 16,30 5-1,0 0-15,1 1 16,2 1-16,1-1 15,-4 0-15,0-1 16,-5 1-16,-7 0 16,-12 0-16,-12 2 15,-14-1-15,-17-1 16,-11-2-16,-7-1 16,-10-1-16,0 0 15,0 0 1,0 0-16,-44 14 15,-51-6-15,-12-12 16,-7 1-16,-3-5 16,8 4-16,-3-2 15,1 1-15,3 0 16,0 1-16,15 1 16,6 1-1,11-2-15,10 1 16,10-1-16,9 0 15,12 0-15,13 1 16,8 2-16,14 1 16,-11-1-16,11 1 15,0 0-15,39-5 16,35 3-16,8 4 16,8-1-1,10 3-15,4-1 16,5 0-16,-4 1 15,0-1-15,-7 0 16,-9 0-16,-10-1 16,-13-1-16,-10 2 15,-16-1-15,-11-1 16,-14 1-16,-5-1 16,-10-1-1,0 0-15,0 0 16,-33 0-16,-52-3 15,-14-1-15,-10 0 16,-1-1-16,-9 1 16,13 0-16,-2 0 15,13 1-15,1-1 16,10 3 0,14-1-16,3 0 15,17 1-15,9 0 16,13 1-16,12 0 15,6 0-15,10 0 16,0 0-16,0 0 16,12 0-16,36 0 15,16 0-15,2 0 16,2 0-16,-1 0 16,-5 0-1,-8 0-15,-7 0 16,-12 0-16,-11 0 15,-8 0-15</inkml:trace>
  <inkml:trace contextRef="#ctx0" brushRef="#br0" timeOffset="49098.79">12147 3801 0,'0'0'0,"0"0"15,1 4-15,6 5 16,5 8-16,5 4 16,4 1-16,0 1 15,3-1-15,1 2 16,1 0-16,-6-7 16</inkml:trace>
  <inkml:trace contextRef="#ctx0" brushRef="#br0" timeOffset="49264.77">12297 4188 0,'0'0'0,"0"0"0,0 0 15,0 0-15,3 4 16,4 3-1,7 7-15,4 3 16,0-4-16</inkml:trace>
  <inkml:trace contextRef="#ctx0" brushRef="#br0" timeOffset="49398.3">12525 4452 0,'0'0'0,"0"0"0</inkml:trace>
  <inkml:trace contextRef="#ctx0" brushRef="#br0" timeOffset="49531.57">12636 4540 0,'0'0'0,"0"0"0,0 0 15,0 0-15,5 3 16,6 2-16,3 1 16</inkml:trace>
  <inkml:trace contextRef="#ctx0" brushRef="#br0" timeOffset="50282.08">11976 3471 0,'0'0'0,"0"0"0,-3 0 15,3 0-15,0 0 16,0 0-1,0 0-15,0 0 16,0 0-16,-3 11 16,10 7-16,9 7 15,5 1-15,2-3 16,4-1-16,3 5 31,8 10-31,-3 11 16,-11-8-1,-7-12-15,-6-9 16,1 1-16,5 5 16,6 3-16</inkml:trace>
  <inkml:trace contextRef="#ctx0" brushRef="#br0" timeOffset="50531.6">12438 4168 0,'0'0'0,"0"0"15,0 0 1,6 2-16,7 3 16,13 6-16,3 4 15,-2-1-15,-5 0 16,-2-2-16,-3-3 16,-6-1-16,-1 0 15,-10-8-15,14 12 16,-5-2-1,6 6-15,2 4 16</inkml:trace>
  <inkml:trace contextRef="#ctx0" brushRef="#br0" timeOffset="51314.96">12751 5350 0,'0'0'0,"0"0"16,0 0-16,6 0 15,19 0-15,28 0 16,16 0-16,4 4 15,8 3 1,4-1-16,0 1 16,-3-1-16,4 1 15,-9-1-15,0-1 16,-6 0-16,-10 1 16,-8-2-16,-10-1 15,-6 0-15,-8-1 16,-6 1-16,-7 0 15,-16-3 1,14 2-16,-14-2 16,0 0-16,0 0 15</inkml:trace>
  <inkml:trace contextRef="#ctx0" brushRef="#br0" timeOffset="51714.91">13900 5390 0,'0'0'0,"0"0"16,0 0-16,0-1 15,0 1 1,0 0-16,0 0 16,0 0-16,0 0 15,0 0-15,0 0 16,0 0-16,0 0 16,0 0-16,0 0 15,0 0-15,0 0 16,0 0-16,0 0 15,0 0-15,0 0 16,0 0 0,0 0-16,0 0 15,0 0-15,0 0 16,0 0-16,0 0 16,0 0-16,0 0 15,0 0-15,0 0 16,0 0-16,0 0 15,0 0 1,0 0-16,0 0 16,0 0-16,0 0 15,0 0-15,0 0 16,-6-9-16,6 9 16</inkml:trace>
  <inkml:trace contextRef="#ctx0" brushRef="#br0" timeOffset="67181.07">11618 7628 0,'0'0'0,"0"0"0,0 0 0,0 0 15,-3 0-15,3 0 16,0 0-16,0 0 15,0 0 1,0 0-16,0 0 16,0 0-16,16 11 15,23-9-15,9-2 16,7-2-16,6-2 16,3 0-16,-1-1 15,7-2-15,3 0 16,-2 0-16,4 0 15,1 0-15,-2 1 16,0 0 0,-8 0-16,-6 1 15,-4 2-15,-8 1 16,-9 2-16,-9 1 16,-8 1-16,-8 0 15,-14-2-15,15 2 16,-15-2-16,0 0 15,0 0 1,0 0-16,0 0 16,0 0-16,-46 15 15</inkml:trace>
  <inkml:trace contextRef="#ctx0" brushRef="#br0" timeOffset="67665.33">11610 7704 0,'0'0'0,"0"0"15,0 0-15,0 0 16,0 0-16,0 0 15,16-1 1,22-3-16,30-4 16,3-2-16,11 1 15,1-1-15,3 0 16,0 5-16,-7 2 16,4 2-16,-10 0 15,8 0-15,-6 1 16,-6-1-16,6 0 15,-15 1-15,-2-1 16,-10 2-16,-4 0 16,-5 1-1,-7 2-15,-8-2 16,-10 0-16,-14-2 16,15 1-16,-15-1 15,0 0-15,0 0 16,0 0-16,-23 0 15,-34 0-15,-54-3 32,-2-18-17</inkml:trace>
  <inkml:trace contextRef="#ctx0" brushRef="#br0" timeOffset="68047.84">11639 7723 0,'0'0'0,"0"0"15,0 0-15,0 0 16,2-1-16,14-3 16,29-7-16,20 0 15,5 6-15,9 0 16,1 0-16,18 1 15,-5-1-15,5 0 16,-9 3 0,-8 3-16,-5-1 15,-15 1-15,-7-2 16,-11-5-16,-10 1 16,-12 2-16,-9 2 15,-12 1-15,13-2 16,-13 2-16,0 0 15,0 0-15,0 0 16,-1-8-16,-11 1 16</inkml:trace>
  <inkml:trace contextRef="#ctx0" brushRef="#br0" timeOffset="84148.6">11936 7903 0,'0'-2'0,"0"2"0,-4-6 16,-1-1-16,-1-3 16,-4-1-16,-1-2 15,-2-1-15,-3-3 16,1 0-16,-3-2 15,1-1 17</inkml:trace>
  <inkml:trace contextRef="#ctx0" brushRef="#br0" timeOffset="84614.54">11719 7707 0,'0'0'0,"0"0"0,0 0 16,0 0-16,4-2 15,6-5-15,9 0 16,13 0-16,8 3 16,5 1-1,2 2-15,2-2 16,3 0-16,4 1 16,2 0-16,0-1 15,-5 1-15,-5-2 16,-5 0-16,-2-1 15,-7 0-15,-8 1 16,-8 2-16,-5-2 16,-13 4-16,13-3 15,-13 3 1,0 0-16,0 0 16,-11-5-16,-28 1 15,-14 2-15,5 2 16,9 3-16,10 0 15,11-1-15,6 0 16,12-2-16,0 0 16,-10 2-16,10-2 15,10 6-15,21 3 16,14-2 0,-1-3-16,-9-3 15,-7-1-15,-9-3 16,-6-9-16</inkml:trace>
  <inkml:trace contextRef="#ctx0" brushRef="#br0" timeOffset="85664.81">10621 6336 0,'0'0'0,"0"0"0,0 0 0,0 0 16,-2 1 0,2-1-16,0 0 15,6 9-15,4 3 16,8 5-16,3-3 15,-1-1-15,-1-4 16,-4-3-16,-3-3 16,-12-3-16,14 4 15,-14-4-15,0 0 16,0 0 0,0 0-16,10 2 15,-10-2-15,0 0 16,-13 0-16,-27-3 15,-15-2-15,14 3 16,15 0-16,11 1 16,15 1-16,-15 0 15,15 0-15,0 0 16,0 0 0,0 0-16,0 0 15,0 0-15,0 0 16,0 0-16,0 0 15,0 0-15,20-2 16,-20 2-16,13-2 16,-13 2-16,0 0 15,0 0-15,0 0 16,0 0 0,-13-7-16,-39 2 15,-12 5-15,12 2 16,13 1-16,12 1 15,10-2-15,4 1 16,13-3-16,-13 5 16,13-5-16,0 0 15,0 0-15,20 10 16,26-5 0,6-3-16,-10-2 15,-4-1-15,-10-1 16,-9 1-16,-6 0 15,-13 1-15,11 0 16,-11 0-16</inkml:trace>
  <inkml:trace contextRef="#ctx0" brushRef="#br0" timeOffset="92014.61">10342 6570 0,'0'0'0,"0"0"0,0 0 16,3 0-16,-3 0 15,0 0-15,0 0 16,0 0-16,0 0 15,0 0-15,5 8 16,-1 7 0,1 13-16,1 10 15,-2 5-15,2-1 16,-1 4-16,2 0 16,-1 2-16,0-1 15,7 1-15,5 0 16,6 4-16,6 2 15,3-3-15,4 0 16,3-3-16,6 1 16,3-1-1,4-3-15,3 0 16,2-2-16,5-1 16,1-6-16,2 0 15,4-2-15,-3-1 16,2 0-16,3-1 15,-6-4-15,-2-2 16,-1-2-16,-5-2 16,-3-3-1,0-1-15,-6-2 16,-6-2-16,-2-2 16,-8-3-16,-5-3 15,-5-1-15,-8-2 16,-15-3-16,16 2 15,-16-2-15,0 0 16,0 0-16,0 0 16,0 0-16,0 0 15,0 0 1,-5-16-16,-13 1 16,-1 1-16,-2 1 15,-4-1-15,-2 0 16,1 0-16,1 1 15,1 1-15,1 2 16,2 0-16,1 1 16,4 2-16,0 0 15,5 2 1,11 5-16,-16-7 16,16 7-16,0 0 15,0 0-15,-9-2 16,9 2-16,0 0 15,16 17-15,6 1 16,2-1-16,-2-1 16,1-1-16,-2-1 15,-3-2 1,-5-1-16,-4 0 16,-4 0-16,-5 1 15,-6 3-15,-8 1 16,-5 1-16,-5-4 15,-2-1-15,3-3 16,2-3-16,4-1 16,3-4-1,4 0-15,10-1 16,-12 0-16,12 0 16,0 0-16,0 0 15,0 0-15,0 0 16,0 0-16,0 0 15</inkml:trace>
  <inkml:trace contextRef="#ctx0" brushRef="#br0" timeOffset="94614.65">10642 6563 0,'0'0'0,"0"0"0,0 0 16,0 0-16,0 0 15,0 0-15,0 3 16,0-3-16,2 10 16,0-1-16,2 2 15,1 1 1,2 3-16,4 0 15,1 1-15,3 0 16,-2-1-16,1-2 16,-1-2-16,-2-2 15,-2-3-15,-9-6 16,11 9-16,-11-9 16,0 0-1,0 0-15</inkml:trace>
  <inkml:trace contextRef="#ctx0" brushRef="#br0" timeOffset="95130.91">10807 6943 0,'0'0'0,"0"0"15,0-1 1,0 1-16,0 0 0,0 0 15,0-7 1,0 7-16,0 0 16,0 0-16,0 0 15,7 11-15,1-1 16,1 3-16,3 0 31,1-1-31,2-1 16,-1-1-1,-4-3-15,1-1 16</inkml:trace>
  <inkml:trace contextRef="#ctx0" brushRef="#br0" timeOffset="101565.61">11013 6635 0,'0'0'0,"0"0"0,0 0 16,0 0-16,0 0 16,0 0-16,0 0 15,1 2-15,-1-2 16,8 10-16,-2-2 16,1 0-1,0 1-15,-2-3 16,-5-6-16,9 11 15,-9-11-15,0 0 16,8 8-16,-8-8 16,0 0-16</inkml:trace>
  <inkml:trace contextRef="#ctx0" brushRef="#br0" timeOffset="102065.36">11339 6877 0,'0'0'0,"0"0"0,0 0 16,0 0-16,0 0 15,-3 1 1,3-1-16,0 0 15,0 0-15,0 0 16,0 0-16,0 0 16,0 0-16,0 0 15,0 0-15,0 0 16,0 0-16,0 0 16,7 8-1,-7-8-15,0 0 16,0 0-16,0 0 15,0 0-15,10 2 16,-10-2-16,0 0 16,0 0-16,0 0 15,7 9-15</inkml:trace>
  <inkml:trace contextRef="#ctx0" brushRef="#br0" timeOffset="102381.47">11535 7126 0,'0'0'0,"0"0"0,0 0 15,0 0-15,0 0 16,0 0-16,6 2 16,-6-2-16,17 5 15,-5-1-15,0 1 16,-1-1-16,1 0 16,0 0-16,-1 0 15,0 0 1,-11-4-16</inkml:trace>
  <inkml:trace contextRef="#ctx0" brushRef="#br0" timeOffset="102698.57">11821 7275 0,'0'0'0,"0"0"0,0 0 16,0 0-16,0 0 15,8 0-15,-8 0 16,21 2-1,-9 0-15,4 0 16,4 0-16,-3 0 16,0-1-16,-3 1 15,2-1-15</inkml:trace>
  <inkml:trace contextRef="#ctx0" brushRef="#br0" timeOffset="102948.22">12142 7519 0,'0'0'0,"5"-2"15,-5 2-15,11-1 16,-11 1-1,17-2-15,-5 2 16,-1 0-16,0 0 16,2 0-16,-1 0 15,4 0-15,-1-1 16,2-1-16</inkml:trace>
  <inkml:trace contextRef="#ctx0" brushRef="#br0" timeOffset="106731.51">10588 6272 0,'0'0'0,"0"0"0,0 0 16,0 0-16,0 0 16,0 0-1,0 0-15,0 0 16,0 0-16,0 0 16,0 2-16,0-2 15,0 0-15,0 0 16,0 0-16,0 6 15,0-6-15,0 0 16,0 0-16,5 8 16,-5-8-1,5 11-15,1-2 16,0 5-16,2 3 16,3 2-16,1 3 15,2 1-15,-2-2 16,3 1-16,-1 0 15,-1-2-15,0 0 16,-1-2-16,1 1 16,0 0-1,0 0-15,0-1 16,-1-1-16,2 1 16,1 0-16,0 0 15,1 0-15,0-1 16,0 0-16,-1-2 15,0 0-15,1 0 16,0 0-16,1 1 16,-1 0-1,-1 1-15,-1-2 16,0-1-16,-3-1 16,1 0-16,1 0 15,0 1-15,0 0 16,0-1-16,-1 0 15,2 1-15,0 1 16,1 1-16,-1-1 16,1 0-1,2 2-15,-3-1 16,1-1-16,0 1 16,0 1-16,-1 1 15,1 0-15,-1 1 16,0-1-16,0 2 15,-1 1-15,0 1 16,1 0 0,-2-2-16,1 1 15,-1-1-15,0-1 16,0 1-16,-2-3 16,0-1-16,-2-4 15,-2-2-15,0-1 16,-1-1-16,1 0 15,-1 1-15,0-1 16,1 1-16,1 1 16,-1 0-1,0 0-15,0 0 16,0 0-16,1 0 16,1 0-16,-2 0 15,1-2-15,0 2 16,1-1-16,-1 0 15,5 2-15,-2 0 16,3 2-16,-1-1 16,0 0-1,-1-1-15,1 1 16,1-1-16,-1 1 16,2 1-16,-1-1 15,0 0-15,0 0 16,1 0-16,0 2 15,0-2-15,1 2 16,-1-1-16,0 0 16,-2-2-1,1 2-15,-1-1 16,1 0-16,0 2 16,0-1-16,-1-2 15,1 3-15,1-2 16,-1 2-16,0-1 15,-2-2-15,-1 0 16,3 2-16,2 3 16,-1-2-1,1-1-15,-4-3 16,0-1-16,1 1 16,-3-2-16,2 1 15,-1-1-15,0 0 16,1 2-16,0 0 15,1-1-15,-4-2 16,2 2-16,1-1 16,1 3-1,1-2-15,-3-1 16,0-2-16,-1 1 16,1-1-16,0 2 15,1-1-15,0 1 16,0 0-16,-1 0 15,-10-8-15,15 10 16,-15-10-16,11 10 16,-11-10-16,0 0 15,10 9-15,-10-9 16,13 10 0,-3-3-16,-10-7 15</inkml:trace>
  <inkml:trace contextRef="#ctx0" brushRef="#br0" timeOffset="124998.96">10970 6691 0,'0'0'0,"0"0"0,0 0 0,0 0 15,0 0 1,0 0-16,0 0 15,0 0-15,0 0 16,0 0-16,0 2 16,0-2-16,0 0 15,1 9-15,3-1 16,-1 3-16,1 1 16,4 2-1,7 0-15,4 3 31,8 0-31</inkml:trace>
  <inkml:trace contextRef="#ctx0" brushRef="#br0" timeOffset="125364.73">11328 6915 0,'0'0'0,"0"0"0,0 0 15,0 0-15,0 0 16,0 0-16,2 2 16,-2-2-16,0 0 15,11 9-15,-11-9 16,13 11-16,-6-5 16,2 2-16,-1-2 15</inkml:trace>
  <inkml:trace contextRef="#ctx0" brushRef="#br0" timeOffset="125897.86">12139 7366 0,'0'0'0,"0"0"0,0 0 15,0 0 1,0 0-16,0 0 15,0 0-15,0 0 16,0 0-16,0 0 16,0 0-16,0 0 15,0 0-15,0 0 16,0 0-16,0 0 16,0 0-16,0 0 15,0 0-15,0 0 16,0 0-1,0 0-15,0 0 16,0-3-16</inkml:trace>
  <inkml:trace contextRef="#ctx0" brushRef="#br0" timeOffset="126731.4">12798 6200 0,'0'0'0,"0"0"0,0 0 15,12-1 1,25-1-16,28-2 16,6-2-16,-1 1 15,-5 0-15,-6 0 16,-5 1-16,-6-1 16,-4 2-16,-9 0 15,-9 3-15,-8-3 16</inkml:trace>
  <inkml:trace contextRef="#ctx0" brushRef="#br0" timeOffset="127014.46">13143 6199 0,'0'0'16,"0"0"-16,-4 4 0,2 7 0,-2 10 16,0 9-16,2 3 15,2 5-15,3 2 16,3-2-16,2-4 16,-1-1-16,1-3 15,-1-2-15,0-6 16,-3-5-16</inkml:trace>
  <inkml:trace contextRef="#ctx0" brushRef="#br0" timeOffset="127264.2">12872 6644 0,'0'0'0,"0"0"0,0 0 16,4 0-16,10 3 15,22 4-15,18-3 16,2-3-16,4-3 16,-2-1-16,-3-1 15,-4 1-15,-3-2 16,-4 0-16,-4-5 15,-1-12 1</inkml:trace>
  <inkml:trace contextRef="#ctx0" brushRef="#br0" timeOffset="127614.57">13621 6233 0,'0'0'0,"0"0"0,0 0 0,0 0 0,0 1 16,1 5-16,0 13 16,1 13-16,1 4 15,-2 3-15,-4 4 16,-1 1-16,-1 0 15,0-3-15,-1-6 16,3-6 0,-1-4-16,2-5 15,1-5-15,3-3 16,4-1-16,4-1 16,7-2-16,4-6 15</inkml:trace>
  <inkml:trace contextRef="#ctx0" brushRef="#br0" timeOffset="127864.25">13384 6506 0,'0'0'0,"0"0"0,0 0 16,6-3 0,10-2-16,20-1 15,16 2-15,2 1 16,1 3-16,-1-2 16,-4 1-16,-3 1 15,-8-6-15</inkml:trace>
  <inkml:trace contextRef="#ctx0" brushRef="#br0" timeOffset="128214.42">13928 6415 0,'0'0'0,"0"0"0,0 0 0,3 0 0,-3 0 16,24 2-16,-3-2 15,5-1-15,2-4 16,-3-4-16,0-4 15,-7-1-15,-5-4 16,-3 0-16,-6-2 16,-4 2-1,-8-2-15,-8 2 16,-5 3-16,-5 4 16,-1 9-16,1 10 15,0 5-15,1 10 16,6 5-16,5 9 15,7 4-15,6 1 16,6 1-16,9-5 16,5-3-1,3-3-15,6-7 16,-2-8-16,-3-5 16,-1-8-16,-7-3 15</inkml:trace>
  <inkml:trace contextRef="#ctx0" brushRef="#br0" timeOffset="128647.3">14235 6333 0,'0'0'0,"0"0"16,8 3-16,7 6 15,12 11-15,3 5 16,0 4 0,-4 2-16,-4-1 15,-7-2-15,-6-1 16,-5-1-16,-9-4 16,-8-3-16,-23 0 31,-21-7-31,10-7 15,4-14-15,19-4 16,13-4-16,5-7 16,14-9-1,14-11-15,3-1 16,15-1-16,1 4 16,4 2-16,-2 4 15,-7 10-15,-3 3 16,-9 9-16,-6 6 15,-7 3-15,-11 5 16</inkml:trace>
  <inkml:trace contextRef="#ctx0" brushRef="#br0" timeOffset="129401.76">14726 6371 0,'0'0'0,"0"0"0,0 0 0,2-3 16,-2 3-16,6-11 0,-6 11 15,2-11 1,-5 5-16,-12-2 16,-6 2-16,-6 6 15,0 9-15,2 7 16,4 6-16,4 4 15,7 3-15,5-1 16,13 5 15,5-8-31,4-5 16,3-10-16,-5-9 16,3-9-16,-2-6 15,-3-5-15,-3 0 16,-4 3-16,-3 3 15,-3 5-15,0 8 16,0 0-16,0 0 16,-10 8-1,1 17-15,5 2 16,4 1-16,4-5 16,11 1-16,8-3 15,9-4-15,4-7 16,0-10-16,3-8 15,5-7-15,1-12 16,-3-10-16,-9-5 16,-3-4-1,-4-5-15,-5 3 16,-3-1-16,-5 8 16,-4 8-16,-3 7 15,-3 7-15,-1 6 16,-1 6-16,-1 7 15,0 0-15,0 0 16,0 0-16,-16 18 16,3 18-16,4 8 15,4 3 1,3 3-16,2 0 16,3-1-16,4-5 15,1-7-15,0-8 16,0-5-16,-3-6 15,0-7-15,-5-11 16</inkml:trace>
  <inkml:trace contextRef="#ctx0" brushRef="#br0" timeOffset="129731.19">15003 6388 0,'0'0'0,"8"0"16,7-2-16,21-2 15,13-1 1,0-2-16,-2 1 16,-4-1-16,-8 0 15,-5 1-15,-8 1 16,-7 1-16,-3 0 15,-12 4-15,0 0 16,9 1-16,-9 11 16,-2 12-1,-4 7-15,-5 9 0,-2-1 16,0-5 0,3-4-16,7-21 31</inkml:trace>
  <inkml:trace contextRef="#ctx0" brushRef="#br0" timeOffset="129915.22">15436 6220 0,'0'0'0,"0"3"16,0-3-16</inkml:trace>
  <inkml:trace contextRef="#ctx0" brushRef="#br0" timeOffset="130648.95">15507 6356 0,'0'0'0,"0"0"16,0 0-16,2 2 15,-2-2-15,0 0 16,0 0-16,-9 11 16,-4 4-16,-4 3 15,1 4-15,2 9 16,5 0 0,3 0-16,5 0 15,10-3 1,9-1-1,4-2-15,5-9 16,-6-9-16,1-8 16,3-7-1,-4-4-15,-3-5 0,-6-6 16,-6-4 0,-6-4-16,-6-2 15,-6 3-15,0 3 16,2 7-16,1 5 15,1 4-15,5 3 16,3 8-16,-5-9 16,5 9-16,0 0 15,-2-8-15,2 8 16,23-8 0,1 6-16,6 2 15,1 3-15,-3 4 16,-2 6-16,-3 5 15,-3 4-15,-7 6 16,-1 1-16,-13 3 16,-2-3-16,0-1 15,-1-8 1,0-4-16,1-5 16,0-4-16,3-7 15,0 0-15,0 0 16,0 0-16,12-7 15,3-8-15,-15 15 16,12-14-16,-3 3 16,0 0-16,-4 3 15,-5 8 1,7-7-16,-7 7 16,0 0-16,0 0 15,12 5-15,-2 12 16,-1 25-16,-6-6 15,-1-10-15,-2-7 16,0-4-16,0-4 16</inkml:trace>
  <inkml:trace contextRef="#ctx0" brushRef="#br0" timeOffset="141480.69">10530 6407 0,'0'0'0,"0"0"0,0 0 16,0 0-16,2 0 15,-2 0-15,0 0 16,0 0-1,0 0-15,0 0 16,0 0-16,0 0 16,0 0-16,0 0 15,0 0-15,0 0 16,0 0-16,9 6 16,-9-6-16,0 0 15,0 0-15,0 0 16,5 9-1,-1-1-15,3 4 16,2 4-16,1 3 16,2 2-16,2 2 15,0-1-15,4 1 16,0-1-16,1-2 16,-1 1-16,-3-3 15,0-1-15,-3-3 16,-1-1-16,-2-1 15,0-2 1,-2-1-16,-3-2 16,-4-7-16,7 9 15,-7-9-15,0 0 16,0 0-16,0 0 16,0 0-16,-7 7 15</inkml:trace>
  <inkml:trace contextRef="#ctx0" brushRef="#br0" timeOffset="142214.42">10899 6625 0,'0'0'0,"0"0"0,0 0 16,0 0-16,0 2 15,0-2-15,0 0 16,0 0-1,0 0-15,2 13 16,3 4-16,8 8 16,9 2-16,4 1 15,7 1-15,0-5 16,0 0-16,-6-4 16,-5-5-16,-5-2 15,-6-3-15,-3-4 16,-8-6-16,9 10 15,-9-10 1,0 0-16,6 7 16,-6-7-16,0 0 15,0 0-15,0 0 16,0 0-16,0 0 16</inkml:trace>
  <inkml:trace contextRef="#ctx0" brushRef="#br0" timeOffset="143780.42">10789 6827 0,'0'0'0,"0"0"0,0 0 0,0 3 0,0-3 15,0 0-15,0 0 16,0 0-16,8 11 16,6 3-1,16 13-15,7 4 16,6 1-16,5 2 16,1 0-16,5 4 15,1 0-15,-3-1 16,-1-1-16,-3-3 15,-1 2-15,-3 0 32,-5 1-32,-4-4 0,-6-1 15,-7-6-15,-5-5 16,-4-5-16,-5-3 16,-2-4-16,-6-8 15,6 8-15,-6-8 16,0 0-16,0 0 15,0 0-15</inkml:trace>
  <inkml:trace contextRef="#ctx0" brushRef="#br0" timeOffset="144364.2">11363 6825 0,'0'0'0,"0"0"16,0 2-16,0-2 16,0 0-16,0 8 15,0-8-15,0 0 16,0 0-16,0 0 15,0 8-15,0-8 16,0 0-16,0 0 16,0 0-1,0 0-15,0 0 16,0 0-16,0 6 16,0-6-16,0 0 15,0 0-15</inkml:trace>
  <inkml:trace contextRef="#ctx0" brushRef="#br0" timeOffset="145349.94">11133 6862 0,'0'0'0,"0"0"0,0 0 0,0 0 16,0 0 0,0-2-16,0 2 15,0 0-15,0 0 16,0 0-16,0 0 15,0 0-15,0 0 16,0 0-16,0 0 16,0 0-16,0 0 15,0 0-15,0 0 16,0 0 0,0 0-16,3 7 15,-3-7-15,0 0 16,0 0-16,0 0 15,0 0-15,0 0 16,0 0-16,0 0 16,0 0-16,0 0 15,0 0 1,0 0-16,0 0 16,0 0-16,0 0 15,0 0-15,0 0 16,0 0-16,0 0 15,0 0-15,0 0 16,0 0-16,5 6 16,1 3-16,7 12 15,14 16 1,7 7-16,6 4 16,5 4-16,6 2 15,5 5-15,4-1 16,5 3-16,-4-6 15,5 2-15,-6-8 16,-1-1-16,-6-5 16,-5-4-16,-5-4 15,-9-7 1,-4-4-16,-5-5 16,-7-4-16,-3-3 15,-6-5-15,-9-7 16,14 9-16,-14-9 15,0 0-15,9 7 16,-9-7-16,0 0 16,0 0-16,0 0 15,0 0 1,0 0-16,0 0 16,0 0-16,-1-8 15</inkml:trace>
  <inkml:trace contextRef="#ctx0" brushRef="#br0" timeOffset="145914.07">11476 7018 0,'0'0'0,"0"0"0,0 0 16,0 0 0,0 0-16,0 2 31,0-2-31,0 0 15,0 0-15,0 0 16,0 0-16,0 0 16,0 0-16</inkml:trace>
  <inkml:trace contextRef="#ctx0" brushRef="#br0" timeOffset="146781.54">11533 7070 0,'0'0'0,"0"0"0,0 0 15,0 0-15,0 1 16,0-1-16,0 0 16,0 0-1,-2 7-15,2-7 16,0 0-16,0 7 15,0-7-15,1 11 16,3 3-16,5 11 16,5 11-16,9 4 15,8 6-15,8 3 16,7 1 0,8 2-16,5 1 15,4 1-15,4-1 16,3 2-16,5 0 15,-1-2-15,-2-4 16,-1-3-16,-9-8 16,-9-5-16,-7-7 15,-11-6-15,-6-4 16,-7-5 0,-8-4-16,-14-7 15,16 9-15,-16-9 16,0 0-16,0 0 15,0 0-15,0 0 16,0 0-16,0 0 16,0 0-16,0 0 15,0 0-15,0 0 16,0 0 0,0 0-16,0 0 15,0 0-15,1-7 16,-1 7-16,0 0 15,-4-8-15,4 8 16,-10-22 0</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1:49:32.253"/>
    </inkml:context>
    <inkml:brush xml:id="br0">
      <inkml:brushProperty name="width" value="0.05292" units="cm"/>
      <inkml:brushProperty name="height" value="0.05292" units="cm"/>
      <inkml:brushProperty name="color" value="#C00000"/>
    </inkml:brush>
    <inkml:context xml:id="ctx1">
      <inkml:inkSource xml:id="inkSrc87">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1" timeString="2026-02-15T11:55:01.432"/>
    </inkml:context>
  </inkml:definitions>
  <inkml:trace contextRef="#ctx0" brushRef="#br0">9646 5777 0,'0'0'0,"0"0"0,0 0 0,0 0 16,0 3-16,1 4 16,0 7-16,1 6 15,0 3-15,1 2 16,1-3-16,-1-4 15,2-4-15,-2-3 16,0-3-16,-3-8 16,5 10-1,-5-10-15,0 0 16,14 8-16,11-8 16,24-10-16,21-10 15,7-11 1,15-13-16,11-6 0,9-9 15,0-2-15,-3 3 16,-1 1 0,-10 5-16,-2 3 15,-9 2-15,-7 2 16,-4 4-16,-9 3 16,-1 2-16,-3 5 15,-2 4-15,-7 6 16,-1 3-16,-8 3 15,-6 2 1,-8 2 0,-9 4-16,-7 2 15,-15 5-15,16-5 16,-16 5-16,0 0 0,0 0 16,0 0-16,0 0 15,10-2-15,-10 2 16,0 0-16,0 0 31,0 0-31,0 0 0,0 0 16,0 0-1,0 0 1,0 0-16,0 0 0,0 0 0,0 0 16,0 0-16,0 0 15,0 0-15,0 0 16,0 0-16,0 0 15,0 0-15,0 0 16,0 0 0,0 0-16,0 0 15,0 0-15,0 0 16,0 0-16,0 0 16,0 0-16,0 0 15,0 0-15,0 0 16,0 0-16,0 0 15,0 0-15,0 0 16,0 0 0,2 6-16,-2-6 15,0 0-15,0 0 16,0 0-16,0 0 16,0 0-16,0 0 15,0 0-15,0 0 16,0 0-16,0 0 15,0 0-15,0 0 16,0 0-16,0 0 16,0 0-1,0 0-15,0 0 16,0 0-16,0 0 16,0 0-16,0 0 15,0 0-15,0 0 16,0 0-16,0 0 15,0 0-15,0 0 16,0 0 0,0 0-16,0 0 15,0 0-15,0 0 16,0 0-16,0 0 16,0 0-16,0 0 15,0 0-15,0 0 16,0 0-16,0 0 15,0 0-15,0 0 16,0 0-16,0 0 16,0 0-1,0 0-15,0 0 16,0 0-16,0 0 16,0 0-16,0 0 15,0 0-15,0 0 16,0 0-16,0 0 15,0 0-15,0 0 16,0 0 0,0 0-16,0 0 15,0 0-15,0 0 16,0 0-16,0 0 16,0 0-16,0 0 15,0 0-15,0 0 16,0 0-16,0 0 15,0 0-15,0 0 16,0 0-16,0 0 16,0 0-16,0 0 15,0 0 1,0 0-16,0 0 16,0 0-16,0 0 15,0 0-15,0 0 16,0 0-16,0 0 15,0 0-15,-10-7 16,10 7-16</inkml:trace>
  <inkml:trace contextRef="#ctx0" brushRef="#br0" timeOffset="7732.22">2156 5037 0,'0'0'0,"0"0"0,0 0 0,-2 0 16,2 0-16,0 0 16,0 0-16,0 0 15,10-1-15,1-1 16,2 1-16,1 1 15,2-1-15,2 0 16,1 0 0,2 0-16,3 0 15,2 1-15,3-1 16,0 0-16,-1 0 16,-2 0-16,2 1 15,3-2-15,1 1 16,1-1-16,-1 0 15,1 0 1,-2 0-16,2-3 16,0 0-16,-1 1 15,0 0-15,-2 0 16,0-1-16,-2 1 16,-4 0-16,-1 0 15,-1 1-15,0 0 16,0 1-16,1 0 15,-1 2-15,-1-1 16,0 0 0,-1 1-16,1 1 15,1 0-15,0 2 16,2 0-16,0 0 16,2 1-16,0-2 15,1 2-15,-1-1 16,2 0-16,0 1 15,0-1-15,0 0 16,3 1 0,3-1-16,0-1 15,1 0-15,0-1 16,0-2-16,3 0 16,0-2-16,1 2 15,0-1-15,1-2 16,-2 1-16,0 0 15,-2 0 1,0 1-16,0-1 16,-3 1-16,2-1 15,1 1-15,5 0 16,-1-2-16,-1 2 16,-2-1-16,2 1 15,-1 0-15,3-1 16,-1 0-16,-2 1 15,1 2-15,1 0 16,0 0 0,-3 0-16,-3 2 15,0 2-15,0 0 16,-3 0-16,0 0 16,-3 0-16,0 0 15,1 1-15,-1 0 16,-1 0-16,1 0 15,3 0 1,0 2-16,1-4 16,0 1-16,-3-2 15,2 0-15,-2-2 16,-1-1-16,1-1 16,-2 0-16,-1-2 15,-3 0-15,0-1 16,-1-3-16,-1-2 15,1-1-15,-2-2 16,1-2 0,1-1-16,0-4 15,-2 0-15,-2 0 16,-3 0-16,-1-1 16,-1 0-16,-4 1 15,0-1-15,-3 2 16,-3 0-16,-2 1 15,-2-1-15,-2 2 16,-4-1 0,-4 1-16,-2 0 15,-8-2-15,-4 0 16,-6-1-16,-7 3 16,-4 2-16,-2 0 15,-6 3-15,-1 0 16,-5 2-16,-4 1 15,-3 1-15,-1 2 16,-6-2 0,0 3-16,-1 0 15,1 1-15,0 1 16,-1 0-16,0 0 16,-2 3-16,1-1 15,2 2-15,0-1 16,1 2-16,0 1 15,-1-2-15,3 1 16,0 0-16,2-1 16,-1 1-1,1-1-15,3 1 16,-1 0-16,6-1 16,2 1-16,1-1 15,1 1-15,3-2 16,1-1-16,1 0 15,1-1-15,0 0 16,1 0 0,0-2-16,0 2 15,1-2-15,-1 1 16,0 0-16,1 0 16,1-1-16,-1 1 15,3 0-15,-3 1 16,0 2-16,2 3 15,-2 0-15,0 2 16,0-1-16,1 2 16,2-2-1,0 0-15,0 0 16,1 0-16,-1-2 16,0-1-16,0-1 15,-2-1-15,1-1 16,0 1-16,-3-1 15,-1 1-15,1-1 16,0 0-16,0 1 16,-1-1-1,0 2-15,2 2 16,1 1-16,2-1 16,0 1-16,3-1 15,4 1-15,3 0 16,4-1-16,3 1 15,1-1-15,0-1 16,1 1-16,3-1 16,2 1-1,3 1-15,2-1 16,2 0-16,2 2 16,-2 0-16,1 3 15,-1 2-15,1 2 16,0 1-16,1 3 15,-1 4-15,3 1 16,3 2-16,2 0 16,2-2-1,3-1-15,1-2 16,2 1-16,4 0 16,2 0-16,3 0 15,0 1-15,1-4 16,3 1-16,1 0 15,1 0-15,2 0 16,-1 0-16,-1-2 16,-1 0-1,5 2-15,-1 0 16,3 0-16,-3-1 16,1-1-16,2 0 15,0-1-15,1-1 16,-1-1-16,0 0 15,1-1-15,-1-1 16,1-1-16,-2-1 16,3-4-1,-2 0-15,-1-2 16,1 0-16,1-1 16,1-1-16,0-3 15,0 0-15,-1-2 16,-4 0-16,1 0 15,-1 1-15,-1 1 16,-1-1-16,-1 1 16,-4 0-1,-2 2-15,-1 0 16,0 2-16,-2-1 16,0 0-16,0 0 15,2 1-15,3-1 16,6 0-16,2 0 15,1 0-15</inkml:trace>
  <inkml:trace contextRef="#ctx0" brushRef="#br0" timeOffset="20198.9">9189 3260 0,'0'0'0,"0"0"0,0 0 16,0 0-16,0 0 15,0 0-15,1 2 16,-1-2-16,-1 12 16,1 6-16,-3 10 15,-1 7-15,-2 6 16,-3 5-1,-2 0-15,0-1 16,-1-4-16,2-4 16,0-3-16,2-4 15,2-3-15,4-3 16,4-3-16,5-2 16,3-7-16</inkml:trace>
  <inkml:trace contextRef="#ctx0" brushRef="#br0" timeOffset="20682.22">9545 3418 0,'0'0'0,"0"0"0,0 0 15,0 0-15,0 0 16,0 0-16,0 2 15,0-2 1,-5 19-16,2 0 16,-1 3-16,-1 2 15,2-2-15,-1-3 16,2-1-16,0-5 16,2 0-16,0-4 15,0-1-15,0-8 16,5 9-16,-5-9 15,25-2-15,1-7 16,2-7 0,-1-4-16,-3-3 15,-4 1-15,-3-2 16,-6 2-16,-2 2 16,-3 1-16,-3 3 15,-2 4-15,-1 3 16,0 3-16,0 6 15,-2-9-15,2 9 16,-24 1 0,-7 5-16,-2 4 15,12 1-15,9-1 16,8-1-16</inkml:trace>
  <inkml:trace contextRef="#ctx0" brushRef="#br0" timeOffset="22903.76">10171 3486 0,'0'0'0,"-2"-2"0,2 2 0,0 0 16,-12-7-16,12 7 15,-17-9 1,17 9-16,-14-7 16,14 7-16,-13-6 15,13 6-15,0 0 16,0 0-16,-6-7 15,6 7-15,28-19 16,10 8-16,7 3 16,-1 3-1,7 2-15,-1 3 16,1 2-16,-1 2 16,1 0-16,-1 0 15,-4-1-15,-6 1 16,-5 0-16,-2-2 15,-6 1-15,-5-1 16,-7-1-16,-4-1 16,-11 0-16,11 0 15,-11 0 1,0 0-16,-3-12 16,-8 0-16,-4-1 15,-5-1-15,0 5 16,4 2-16,5 2 15,11 5-15,-16-3 16,16 3-16,0 0 16,0 0-1,0 0-15,0 0 16,-4 9-16,8-1 16,5 3-16,3 0 15,0 0-15,-4-4 16,-1 0-16,-7-7 15,6 8-15,-8-1 16,-9 5-16,-4 3 16,-9 2-1</inkml:trace>
  <inkml:trace contextRef="#ctx0" brushRef="#br0" timeOffset="23599.24">11282 3293 0,'0'0'0,"0"0"0,0 0 15,0 0-15,0 0 16,-5 2-16,-3 4 16,-9 6-1,-5 6-15,0 2 16,-1 1-16,1-1 16,6-1-16,2-3 15,5-4-15,5 0 16,4 3-16,4 2 15,7 2-15,5-3 16,5 3-16,7 0 16,0 4 15,-2-5-31,-4-1 16,-9-5-16,-10-1 15,-5 3-15,-13 4 16,-8 1-16,-11-2 15,-6 0-15,3-9 16,3-1-16,9-4 16,4-5-16,6 2 15,15 0 1,-14-1-16,14 1 16,0-9-16,10-8 15,16-14-15,14-1 16,8-5-16,-3 6 15,2-3-15,2 3 16,-4 3-16,-5 4 16,-9 6-16,-8 2 15,-8 1-15,-9 1 16,-8 2 0,-13-3-16,-27 2 15,-36 10-15,-14 17 16,-8 4-16,8 3 15</inkml:trace>
  <inkml:trace contextRef="#ctx0" brushRef="#br0" timeOffset="24548.73">11779 3521 0,'0'0'0,"0"0"16,0 0 0,3-3-16,-3 3 15,13-7-15,3 1 16,7-1-16,12 1 15,4 3-15,-3 1 16,-1 1-16,-5 3 16,11 1-16,2 2 15,4 0 1,5-1-16,-8 3 16,3 1-16,-4-1 15,-4-2-15,-1-5 16,-2-2-16,-5-3 15,-8 1-15,-8 1 16,-5 1-16,-10 2 16,0 0-16,1-8 15,-20-2-15,-14-9 16,-4 5 0,3 2-16,1 3 15,4 2-15,7 3 16,7 1-16,15 3 15,-14-2-15,14 2 16,0 0-16,0 0 16,24 13-16,6-2 15,3 2-15,-2-2 16,3 1 0,-3-2-16,-8-3 15,-7-1-15,-7 2 16,-5 7-16,-10 8 15,-13 6-15,-6 0 16,-8-10-16,-3 6 16,-1-12-16,-2-8 15</inkml:trace>
  <inkml:trace contextRef="#ctx0" brushRef="#br0" timeOffset="25848.58">13340 3315 0,'0'0'0,"0"0"0,-3 0 0,3 0 15,-19 2 1,-1 3-16,-5 6 15,-1 2-15,-1 2 16,1 1-16,-2 3 16,1 4-16,3 0 15,4-4-15,-4 10 16,3 1-16,1 4 16,3 1-1,5-4-15,2 14 16,3-5-16,7-7 15,1-8-15,5-4 16,-1-3-16,14-1 31,10 0-31,5-7 16,1-6-16,-10-11 16,1-5-1,-3-2-15,-2-2 16,-6 0-16,-3-1 15,-3 0-15,-3 0 16,-6 0-16,-5 2 16,-7 1-16,-9 1 15,-7 0-15,-12 6 16,-5 4-16,5 4 16,11 3-16,9-1 15,9 1-15,11-4 16,-9 11-1</inkml:trace>
  <inkml:trace contextRef="#ctx0" brushRef="#br0" timeOffset="27282.29">13504 3768 0,'0'0'0,"0"0"0,0 0 16,0 0-16,0 0 16,0 0-16,0 0 15,2 0-15,8 0 16,16 0-1,14 0-15,3 0 16,-3 1-16,-2 0 16,-2 0-16,1 0 15,-3 0-15,-3 0 16,-4 1-16,-3-2 16,0 2-16,-4 0 15,-5-1-15,-2-1 16,-13 0-1,12 0-15,-12 0 16,0 0-16,0 0 16,1-6-16,-9-3 15,-7-5-15,-5-1 16,0 0-16,2 1 16,4 4-16,4 4 15,10 6 1,-10-7-16,10 7 15,0 0-15,0 0 16,0 0-16,0 0 16,0 0-16,11 2 15,12 6-15,-2 1 16,-2 3-16,-5-3 16,-6 1-16,-4-1 15,-6 3-15,-10 4 16,-17 3-1,-17 3-15,-6-1 16,0-5-16,5-5 16,9-5-16</inkml:trace>
  <inkml:trace contextRef="#ctx0" brushRef="#br0" timeOffset="27982.92">14576 3593 0,'0'0'0,"0"0"0,0 0 15,-3 3-15,3-3 16,-22 18-16,-4 0 16,-8 4-16,-5 0 15,-2 0-15,1 0 16,1-1-1,4-2-15,1-1 0,3 0 16,5 0 0,7 7-1,0-3 1,11-6-16,8-1 16,7-1-16,12 2 15,-2-2-15,-8-7 16,-9-7-16,11 4 15,0-8-15,15-5 16,-12 3 0,-6-2-16,-7-1 15,-4-3-15,-2 0 16,-5-1-16,0 1 16,-4 2-16,-11 6 15,6 2-15,4 3 16,15-1-16,-13 5 15</inkml:trace>
  <inkml:trace contextRef="#ctx0" brushRef="#br0" timeOffset="28965.96">14521 3899 0,'0'0'0,"0"0"15,0 0-15,0 0 16,0 0-16,0 0 16,1 2-16,-1-2 15,17 12-15,5-5 16,4-2-16,2-4 15,-3-1 1,0-3-16,2 0 16,2-1-16,-1-1 15,-3 1-15,-8 1 16,-2 1-16,-4-1 16,-11 3-16,19-2 15,-8 4-15,5 2 16,1 3-16,2 2 15,0 3-15,4 0 32,-1 1-17,-1-2-15,-4-4 16,-5-4-16,-12-3 16,13 1-16,-13-1 15,0 0-15,0 0 16,7-12-16,-12 0 15,-3-2-15,0 2 16,1 2 0,0 3-16,7 7 15,-7-8-15,7 8 16,0 0-16,0 0 16,-10-7-16,10 7 15,0 0-15,0 0 16,0 0-16,-3 8 15,6 1-15,1 4 16,2 4-16,-2 0 16,-1-3-1,-4 2-15,-10 1 16,-8 1-16,-6 1 16,-5-3-16,-2-5 15,2-2-15</inkml:trace>
  <inkml:trace contextRef="#ctx0" brushRef="#br0" timeOffset="29415.91">15355 3903 0,'0'0'0,"-3"2"0,3-2 0,0 0 15,-18 16-15,-5 4 16,-5 4-16,-2 2 16,-3 2-16,-2 0 15,3-5-15,4-3 16,8-4-16,2-5 15,6-1-15,0-1 16,12-9 0,-8 6-16,8-6 15,0 0-15,0 0 16,12 2-16,6-3 16,8-3-16,-1-3 15,-5 0-15,-8 2 16,-12 5-16,0 0 15,0 0 1,0 0-16,-33-5 0,7 9 16,-1 6-1,-3 3-15,1 2 16</inkml:trace>
  <inkml:trace contextRef="#ctx0" brushRef="#br0" timeOffset="29899.15">14766 4336 0,'0'0'0,"0"0"16,0 0-16,-1 4 15,0 5-15,-4 12 16,-5 9-16,-8 6 15,-1 0-15,0-4 16,-1 5-16,-2 4 16,2-5-1,3-5 1,8-14 0,3-5-16,6-12 15,-4 8-15,4-8 16,0 0-16,-10-1 15,10 1-15,-12-9 16,12 9-16,-7-9 16,7 9-1,-5-8-15,5 8 16,0 0-16,0 0 16,0 0-16,0 0 15,9 8-15,2 1 16,1-4-16,2-3 15,-3-2-15,1 0 16,-12 0-16,16 0 16,-16 0-16</inkml:trace>
  <inkml:trace contextRef="#ctx0" brushRef="#br0" timeOffset="30499.4">14436 4977 0,'-3'0'0,"3"0"0,-21 3 16,-15 7-1,-3 6-15,-4 3 16,6 3-16,2 1 16,-2 1-16,11 3 15,0 0-15,6-3 16,5 2-16,9-2 15,7-3-15,17 0 32,13-8-17,6-8-15,10-11 16,-22-6-16,-5-6 16,-6 1-16,-6 3 15,-5 5-15,-5-2 16,-9-2-16,-15 1 15,-11 2-15,-4 4 16,0 14 0</inkml:trace>
  <inkml:trace contextRef="#ctx0" brushRef="#br0" timeOffset="33999.29">14357 3332 0,'0'0'0,"0"0"0,0 0 15,2 2-15,-2-2 16,0 0-16,0 0 16,0 0-16,0 0 15,0 0-15,0 0 16,0 0-16,0 0 16,-13-3-16,13 3 15,-21-10 1,4 1-16,-7 3 15,-7 0-15,-5 3 16,6 1-16,3 0 16,7 2-16,-1 3 15,3 2-15,1 1 16,5 2-16,4-1 16,5 0-16,3 3 15,5 6 1,4 1-16,3 1 15,2-6-15,0 0 16,-1-3-16,-1-3 16,-12-6-16,17 11 15,-17-11-15,7 8 16,-7-8-16,-8 13 16,-1-5-16,-4 1 15,-3-1 1,-1-4-16,1 2 15,2-3-15,14-3 16,-15 3-16,15-3 16</inkml:trace>
  <inkml:trace contextRef="#ctx0" brushRef="#br0" timeOffset="34182.22">14342 3455 0,'0'0'0,"0"0"16,0 0-16,0 0 15,0 0-15,0 3 16,0-3-16,0 7 16</inkml:trace>
  <inkml:trace contextRef="#ctx0" brushRef="#br0" timeOffset="34532.78">14599 3377 0,'0'0'0,"0"0"0,0 0 16,0-2-16,0 2 15,0 0-15,0 0 16,0 0-1,0 0-15,-17 8 16,-2 0-16,0 2 16,4-1-16,15-9 15,-16 9-15,16-9 16,0 0-16,0 0 16,0 0-16,0 0 15,0 0-15,0 0 16,0 0-16,0 0 15,8 10 1,-4 2-16,-2 15 16,-3 13-16,-3 4 15</inkml:trace>
  <inkml:trace contextRef="#ctx0" brushRef="#br0" timeOffset="37065.51">13151 2921 0,'0'0'0,"0"0"0,0 0 16,0 0-16,0 0 16,1 2-1,-1-2-15,0 0 16,0 0-16,3 8 16,-3-8-16,0 0 15,4 7-15,-4-7 16,0 0-16,4 7 15,-4-7-15,12 5 16,11 3 0,31-6-16,19-7 15,7-5-15,6-2 16,3-2-16,-3-1 16,10-3-16,-4 0 15,3-2-15,-2 0 16,-6 0-16,0 0 15,-3 1 1,-5 1-16,-5 2 16,-4 0-16,-7 3 15,-4 3-15,-5 5 16,-5 5-16,-3 3 16,1 3-16</inkml:trace>
  <inkml:trace contextRef="#ctx0" brushRef="#br0" timeOffset="58798.43">4732 4132 0,'0'0'0,"0"0"0,0 0 0,0 0 15,0 0-15,0 0 16,-3 0-16,3 0 16,0 0-16,0 0 15,0 0-15,0 0 16,0 0-16,0 0 15,0 0 1,0 0-16,9-9 16,13 4-16,4 0 15,3 1-15,3 1 16,3 0-16,1 1 16,2 0-16,1 0 15,1-1-15,4 0 16,1 1-16,0 0 15,1 0 1,-2 1-16,3 0 16,-1 0-16,0 1 15,-1 0-15,-1 0 16,-2 0-16,0-1 16,-3-1-16,0 0 15,-1 0-15,0 0 16,-1 0-16,-1 0 15,3 0 1,1 1-16,-2-1 16,0 1-16,-2-1 15,2 1-15,1-1 16,-1 0-16,4 0 16,-3 1-16,2-1 15,1 1-15,-1-1 16,0 1-16,-1-1 15,-1 0-15,0 1 16,-2-1 0,1 0-16,-2-1 15,-2 1-15,-1 0 16,3-2-16,3 0 16</inkml:trace>
  <inkml:trace contextRef="#ctx0" brushRef="#br0" timeOffset="80998.39">7225 6135 0,'0'0'0,"0"0"0,0 0 0,0 0 15,-3 0-15,3 0 16,0 0-16,0 0 16,-13-2-16,13 2 15,-10-1-15,10 1 16,-13-5-1,13 5-15,-11-7 16,11 7-16,0 0 16,0 0-16,0 0 15,0 0-15,0 0 16,0 0-16,0 0 16,0 0-16,0 0 15,0 0 16,0 0-31,0 0 16,0 0-16,0 0 16,0 0-16,0 0 15,0 0-15,0 0 16,0 0-16,0 0 16,0 0-16,0 0 15,0 0-15,0 0 16,0 0-16,0 0 15,0 0 1,0 0-16,0 0 16,12 7-16,-12-7 15,15 1-15,-4-1 16,2 1-16,2 0 16,2-1-16,2-1 15,1 0-15,2 0 16,-1 1-16,-1-2 15,-1 1 1,-2 0-16,0 1 16,-1-1-16,0 0 15,-3 1-15,1-1 16,-1-1-16,0 1 16,-1 0-16,-2-1 15,-10 2-15,14-3 16,-14 3-16,0 0 15,13-2 1,-13 2-16,0 0 16,0 0-16,12-1 15,-12 1-15,0 0 16,10 0-16,-10 0 16,14 1-16,-14-1 15,16 3-15,-16-3 16,20 4-16,-10-3 15,1 1 1,-1 0-16,-10-2 16</inkml:trace>
  <inkml:trace contextRef="#ctx0" brushRef="#br0" timeOffset="92648.52">8020 6569 0,'0'0'0,"0"0"0,0 0 16,0 0-16,0 2 16,0-2-16,1 12 15,3 4-15,6 8 16,3 6-16,3 2 15,0 4-15,2 2 16,-3-1-16,-3-2 16,-2-5-1,-1 2-15,-1 0 16,0 1-16,0-4 16,-3-5-16,-1-3 15,1 1-15,-1-2 16,2-1-16,2-5 15,-4-5-15,2-2 16,-6-7-16,8 8 16,-8-8-16,9-3 15,1-4-15,7-5 16,2-6 0,2-3-16,-1-2 15,-4-1-15,0-7 16,-1-7-16,0-2 15,-2 2-15,-4 8 16,2-2-16,-1 1 16,0 1-16,0 1 15,-3 4-15,0 2 16,-1 3 0,0 0-16,0 1 15,-1 0-15,-1 2 16,-1 2-1,0 1 1,-1 3-16,-1 2 16,-1 9-16,1-10 15,-1 10-15,0-8 16,0 8-16,0 0 16,-4-9-1,4 9-15,-23-10 16,-1 8-16,-4 4 15,-5 2-15,-2 4 16,-4 2-16,4 2 16,2-1-16,0 0 15,3-1-15,-1-1 16,4-1-16,5-1 16,5-2-1,4-1-15,3-1 16,10-3-16,-11 2 15,11-2-15,0 0 16,0 0-16,0 0 16,0 0-16,0 0 15</inkml:trace>
  <inkml:trace contextRef="#ctx0" brushRef="#br0" timeOffset="99565.46">9944 6362 0,'0'0'0,"0"0"0,0 0 0,0 0 16,0-1-16,0 1 15,0 0-15,0 0 16,0 0-16,0 0 16,8-7-16,3 4 15,2 2 1,4 1-16,2 2 16,1 3-16,0 1 15,-2 3-15,0 1 16,-2 5-16,2 6 15,-2 4-15,-1 5 16,-4 3-16,-4 1 16,-2 1-16,-5 2 15,-5 0-15,-3 2 16,-4-3-16,-1-2 16,-3-5 15,-3-4-31,-3-6 15,2-4-15,2-7 16,5-3-16,1-4 16,0-2-16,2-3 15,-1-1-15,11 5 16,-15-13 0,11 2-16,5-7 15,6-4-15,6-3 16,6-3-16,5 1 15,2 0-15,5 2 16,0 1-16,1 2 16,-1 3-16,-5 3 15,-8 6 1,-4 3-16,-14 7 16,14-6-16,-14 6 15</inkml:trace>
  <inkml:trace contextRef="#ctx0" brushRef="#br0" timeOffset="100267.15">10731 6366 0,'0'0'0,"3"0"0,-3 0 16,0 0 0,0 0-16,7-7 15,-7 7-15,0 0 16,0 0-16,0 0 15,0 0-15,0 0 16,0 0-16,5 7 16,-6 5-16,-2 7 15,-3 6-15,-4 1 16,-2 3 0,0 0-16,1-1 15,-2 1-15,-1 3 16,-1-1-16,2-2 15,0-1-15,4-7 16,-1 1-16,4-4 16,3-6-16,3-4 15,0-8-15,14 11 32,14-11-17,19-5-15,8-9 16,-13 1-16,-1 0 15,-7 2-15,-6 1 16,-6 4-16,-7 1 16,-5 2-16,-10 3 15</inkml:trace>
  <inkml:trace contextRef="#ctx0" brushRef="#br0" timeOffset="100848.93">9967 7137 0,'0'0'0,"0"0"16,9-4-16,14-4 15,18-7-15,11-1 16,6-2 0,7 2-16,10 1 15,-4 1-15,7-2 16,-4 2-16,-4 0 15,3 1-15,-6 1 16,-3 2-16,-5 1 16,-9 2-16,-5 2 15,-10 3-15,-6 3 16,-10 2 0,-7 1-16,-12-4 15,10 10-15</inkml:trace>
  <inkml:trace contextRef="#ctx0" brushRef="#br0" timeOffset="101448.95">9905 7311 0,'0'0'0,"0"-2"0,0 2 15,0 0-15,2-6 16,-2 6-16,14-11 16,9 4-1,8 0-15,6 4 16,-4 3-16,-3 7 15,-1 4-15,-3 5 16,-4 6-16,-3 8 16,-6 6-16,-4 4 15,-8 3-15,-8 2 16,-4 4-16,-4-4 16,-4 13 15,-4 1-31,-4-6 15,-6-5-15,4-28 16,4-7-16,3-6 16,4-4-16,2-3 15,4-3-15,-1-7 16,1-6-16,2-7 16,5-7-16,7-2 15,11-6 1,6 0-16,8-4 15,2 5-15,5 5 16,-6 8-16,-2 4 16,-3 6-16,-6 3 15,-2 4-15,-2 3 16,-1 2-16,-3 0 16,-9 2-16,12 0 15</inkml:trace>
  <inkml:trace contextRef="#ctx0" brushRef="#br0" timeOffset="102130.87">10515 7305 0,'0'0'0,"0"0"0,0 0 0,-2 4 0,-2 4 16,-6 12-16,-5 8 16,0 2-16,0 1 15,2-5 1,1-2-16,4-4 15,3-5-15,3-2 16,1-5-16,1-8 16,2 8-16,-2-8 15,15-5-15,2-6 16,6-10-16,-1-2 16,2-2-16,-2-1 15,-3 4 1,-5 4-16,-3 4 15,-2 3-15,-2 3 16,-7 8-16,17-4 16,-17 4-16,17 9 15,-7 3-15,-2 4 16,-1 2-16,0 6 16,-1 2-16,-1 0 15,1 0 1,-3-7-16,0-1 15,1-4-15,1-3 16,8-4-16,6-3 16,6-4-16,-1-7 15,1-9-15,1-8 16,-1-6-16,-4-1 16,-1-3-1,-3 1-15,-2-4 16,0-3-1,-3-2 1,0 4-16,-5 6 16,-5 10-16</inkml:trace>
  <inkml:trace contextRef="#ctx0" brushRef="#br0" timeOffset="107998.07">12097 6190 0,'0'0'0,"0"6"0,-2 7 0,-4 25 15,-3 15-15,0 1 16,0-2-16,5-2 16,4-5-16,3-9 15,1-10-15,0-11 16,0-5-16,-4-10 16,14 2-1,-1-11-15,7-6 16,2-14-16,-1-3 15,-3 0-15,-4 1 16,-2 7-16,-1 2 16,-2 4-16,2 8 15,2 7-15,3 8 16,0 13 0,3 9-16,0 8 15,-1 3-15,-4-4 16,-2-8-16,-3-4 15,-3-8-15,-1-3 16,1-5-16,-6-6 16,23 2-16,-4-10 15,3-11-15,-2-10 16,0-6-16,-3-3 16,-3-3-1,-2 1-15,-3 1 16,-1 4-16,-1 5 15,-2 6-15</inkml:trace>
  <inkml:trace contextRef="#ctx0" brushRef="#br0" timeOffset="108232.01">12730 6455 0,'0'0'0,"0"0"16,0 0-16,0 0 16,0 0-16,0 0 15,0 0-15,5-3 16,7-1 0,5 2-16,3 0 15,1 1-15,2 0 16,-2 1-16,-4-1 15,-7 0-15</inkml:trace>
  <inkml:trace contextRef="#ctx0" brushRef="#br0" timeOffset="108465.2">12670 6586 0,'0'0'0,"0"0"0,0 0 15,0 0-15,2 1 16,-2-1-16,29 5 16,5 0-16,7 0 15,2-3-15,-1-1 16,-5-2-16,-7-1 16,0-2-1,-1-7-15</inkml:trace>
  <inkml:trace contextRef="#ctx0" brushRef="#br0" timeOffset="109031.25">13211 6366 0,'0'0'0,"0"0"0,0 0 0,0 2 0,0-2 16,2 16-16,-2 7 16,-1 6-16,-2 3 15,-1 1-15,0-4 16,0-8-16,2-3 16,0-6-1,2-3-15,0-9 16,0 7-16,0-7 15,16-1-15,3-7 16,3-10-16,-1-2 16,-3-2-16,-2 0 15,-4 3-15,-2 5 16,-4 5-16,-6 9 16,13-1-1,-3 11-15,0 7 16,-1 6-16,0 4 15,-1-1-15,-1-3 16,-1 0-16,0-4 16,2-3-16,5-6 15,5-6-15,3-6 16,0-3-16,-3-5 16,0-5-16,-1-4 15,0-7-15,-3-2 16,-6-1-1,-1 4-15,-6 3 16,-1 5-16,0 2 16,-2 6-16,0 3 15,2 6-15</inkml:trace>
  <inkml:trace contextRef="#ctx0" brushRef="#br0" timeOffset="109315.27">13735 6491 0,'0'0'0,"0"0"15,0 0-15,0 0 16,0 0-16,0 0 16,0 0-16,0 0 15,5-1 1,10 0-16,8-2 15,7 0-15,3 0 16,0-1-16,-2 1 16,-5 1-16,-3-1 15,-9-1-15,-4 2 16,-10 2-16,0 0 16,10-5-1</inkml:trace>
  <inkml:trace contextRef="#ctx0" brushRef="#br0" timeOffset="111764.55">14253 6286 0,'0'0'0,"0"0"16,2 0-16,-2 0 16,15 0-16,-1 1 15,5 7-15,3 5 16,-2 8-16,-3 2 15,-6 5-15,-5 3 16,-3 6 0,-5-1-16,-4-1 15,-3-5-15,-2-1 16,-1-2-16,1-5 16,2-4-16,3-6 15,1-3-15,5-9 16,-6 10-16,6-10 15,0 0 1,0 0-16,0 0 16,-1-25-16,14-5 15,10-6-15,6-3 16,8 0-16,2 0 16,-2 6-16,1 5 15,-3 6-15,-4 9 16,-3 8-16,-6 5 15,-4 7-15,-2 7 16,-6 9 0,-5 6-16,-9 11 15,-9 5-15,-10 7 16,-11 3-16,-2 0 16,-7 0-16,0 0 15,-1-2-15,1-1 16,2-2-16,6-7 15,8-4-15,6-3 16,7-9 0,5-3-16,4-6 15,8-3-15,27-1 32,59-15-32,22-29 15,-21 0-15,-32 0 16,-5-2-16,-11 7 15,-9 4-15,-11 7 16,-8 4 0,-4 0-16,-6-1 15</inkml:trace>
  <inkml:trace contextRef="#ctx0" brushRef="#br0" timeOffset="112248.04">14844 6727 0,'0'0'0,"0"0"0,0 0 0,0 0 15,0 0 1,0 0-16,0 0 16,0 0-16,0 0 15,0 0-15,0 0 16,3 0-16,-3 0 16,0 0-16,0 0 15,9-8-15,-9 8 16,3-7-16,-3 7 15,1-7 1,-1 7-16,-12-10 16</inkml:trace>
  <inkml:trace contextRef="#ctx0" brushRef="#br0" timeOffset="113648.09">11186 6168 0,'-1'-2'0,"1"2"0,0 0 0,-5-12 16,-3-6-16,-2-4 16,-2 2-16,0 0 15,-2 3-15,-6-1 16,-6-2-16,-7 3 15,-12 4-15,-7 2 16,-8 2-16,-10 7 16,0 4-1,-4 5-15,-3 6 16,-1 4-16,-1 7 16,-2 4-16,-3 8 15,2 3-15,-2 7 16,0 4-16,4 3 15,0 5-15,6 1 16,0 6 0,7 3-16,4 0 15,9-2-15,3 3 16,5 4-16,5 0 16,5 6-16,6 0 15,5 4-15,4-1 16,6-4-16,7-2 15,6-6-15,9-2 16,8-4 0,6-3-16,6-5 15,10-1-15,7-4 16,48 13 0,0-6-1,14-6-15,-13-18 16,-25-16-16,12-7 15,-4-8-15,8-6 16,0-7-16,5-12 16,-1-4-1,1-1-15,-7 0 16,7 0-16,3-4 16,-5-5-16,4-9 15,-16 3-15,3-5 16,-2-6-16,-11-3 15,6-2-15,-11 3 16,-7 1-16,-4-7 16,-10-5-1,-3-6-15,-2-2 16,-3-8-16,-8 1 16,-5 2-16,-8-2 15,-6 6-15,-7 0 16,-8 5-16,-6 4 15,-7 6-15,-8 6 16,-3 4 0,-5 4-16,-4 5 15,5 7-15,3 6 16,5 6-16,5 6 16,6 5-16,7 4 15,13 7-15,-15-8 16,15 8-16,0 0 15,0 0-15,0 0 16,0 0-16,0 0 16</inkml:trace>
  <inkml:trace contextRef="#ctx0" brushRef="#br0" timeOffset="114631.33">15075 6337 0,'0'0'0,"0"-1"0,0 1 16,0 0-16,0 0 15,0 0-15,14 0 16,0 6-16,3 6 15,2 5-15,-2 4 16,0 5 0,-1 7-16,-3 0 0,-2 0 15,-5-2 1,-4-4-16,-6 5 16,-4 3-16,-16 10 31,-7 3-31,2-10 15,4-13-15,10-13 16,5-5-16,-2-6 16,0-4-16,-1-4 15,1-4 1,5 2-16,5-10 16,2-4-16,6-4 15,6-3-15,4 7 16,7 1-16,5 3 15,3 2-15,-1 6 16,-5 3-16,-5 0 16</inkml:trace>
  <inkml:trace contextRef="#ctx0" brushRef="#br0" timeOffset="115047.97">15466 6409 0,'0'0'0,"0"0"15,0 0 1,0 2-16,2 6 16,2 11-16,0 11 15,-3 1-15,-3 2 16,-2-4-16,-2 3 15,0 0-15,-1-1 16,0-5-16,1-5 16,1-7-16,3-2 15,-1-5-15,3-7 16,-3 11 0,3-11-16,1 7 15,-1-7-15,22 14 16,6-7-16,8 0 15,-1 0-15,-3-3 16,-8-1-16,-2-1 16,-3 0-16,-3 0 15,-6-1-15</inkml:trace>
  <inkml:trace contextRef="#ctx0" brushRef="#br0" timeOffset="115397.7">14883 6983 0,'0'0'0,"0"0"16,0 0-16,0 0 15,4-2-15,5-2 16,19 2-16,15 2 16,10 4-16,2-1 15,0 1-15,3-1 16,-1 0 0,-1 0-16,-6 1 15,0 0-15,-7 1 16,-5 1-16,-4-1 15,-10 1-15,3-2 16,-9 2-16,-8 2 16,-4 0-16,-6 3 15</inkml:trace>
  <inkml:trace contextRef="#ctx0" brushRef="#br0" timeOffset="115915.09">14898 7230 0,'0'0'0,"0"0"16,4 4-16,4 2 15,6 7-15,1 3 16,1 4-16,-2 5 16,-1 4-16,-1 4 15,-8 2-15,-5 2 16,-9 2 0,-7 1-16,-3-1 15,-20 14 1,-2-5-1,-7-6-15,2-12 16,20-16-16,5-6 16,11-3-16,11-5 15,-14 1-15,14-1 16,-7-13 0,9-8-16,6-10 15,9-3-15,10 3 16,-1 1-16,9-2 15,-8 7-15,-2 1 16,-6 9-16,-3 2 16,1 2-16,-2 4 15,-4 3-15</inkml:trace>
  <inkml:trace contextRef="#ctx0" brushRef="#br0" timeOffset="116598.32">15200 7422 0,'0'0'0,"-4"1"0,4-1 15,-19 12-15,2 5 16,3 3-16,-1 7 16,1 3-16,2-3 15,3-5-15,3-7 16,2-3-16,2-3 16,0-2-16,2-7 15,-2 7 1,2-7-16,0 0 15,0 0-15,13 3 16,3-7-16,5-6 16,0-3-16,-5 1 15,-3 2-15,0-4 16,-3 1-16,0 1 16,-4 5-16,-6 7 15,0 0 1,9 9-16,-2 3 15,-1 2-15,-1-1 16,0 2-16,0 0 16,-1-1-16,0 0 15,1 2-15,3 3 16,5 0-16,1-4 16,3-4-16,3-8 15,1-7 1,-2-3-16,-2-1 15,-3-3-15,0-3 16,-2-6-16,2-3 16,-3-4-16,-1 1 15,-6 3-15,-1 5 16,-3 2-16,1 4 16,-1 1-1,0 1-15,-1 1 16,1 1-16,-2-8 15,7-10-15</inkml:trace>
  <inkml:trace contextRef="#ctx0" brushRef="#br0" timeOffset="119365.26">15881 5996 0,'0'0'0,"0"0"0,0 0 0,0 0 0,0 0 0,0 0 0,0 0 0,0 0 0,0 0 0,0 0 0,0 0 0,0 0 0,0 0 0,0 0 0,0 0 0,0 0 0,0 0 0,0 0 0,0 0 0,0 2 0,0-2 0,0 0 0,0 10 0,-1-2 0,-1 0 0,0 1 0,-2-1 0,1-1 0,3-7 0,-5 9 0,5-9 0,0 0 0,-4 8 0,4-8 0,0 0 0,0 0 0,0 0 0,-10 2 0,10-2 0,-13-1 0,13 1 0,-12-2 0,12 2 0,0 0 0,-14-2 0,14 2 0,0 0 0,0 0 0,0 0 0,0 0 0,-9-5 0,9 5 0,0 0 0,0 0 0,0 0 0,0 0 15,0 11-15,0-1 16,0 6-16,0 6 16,0 5-16,0 3 15,0 6-15,0 2 16,0 4-16,-1 1 16,0 4-16,-2 1 15,-5 0-15,0-1 16,2 1-1,-24 38-15,20-47 16,-4 4-16,3-3 16,1-1-16,1 1 15,1-2-15,4-3 16,1 1-16,0-1 16,1-2-16,-1-1 15,2 2-15,1 3 16,1 5-1,-1 4-15,1-1 16,0 1-16,1 1 16,-2-1-16,1 0 15,0-1-15,0-3 16,0-4-16,-1-2 16,1-3-16,1 2 15,-2-2-15,2-3 16,-2-1-1,-2-5-15,0-4 16,0 1-16,-1 2 16,-1 3-16,0 4 15,-2-3-15,-1-6 16,1-6-16,-1-7 16,-4-1-16,-5-2 15,-5 2-15,-5-1 16,-1 0-1,1 1-15,3-1 16,4-2-16,-7 0 16,-8 0-16,-7 1 15,-2-3-15,6-2 16,-10-2-16,-8 0 16,-9-5-16,-7 0 15,2-1-15,-5-7 16,0-3-1,-3-4-15,-4 1 16,1-2-16,-12-1 16,-10-4-16,-2 7 15,-10 4-15,28 2 16,-10-2-16,9-20 16,5 5-16,-10-6 15,11 14 1,-15 35-16,7-5 15,-2 2-15,2-3 16,-13-35-16,22 17 16,-6-7-16,-1 4 15,12 0-15,-5-2 16,9 4-16,-12-5 16,5 1-16,3 2 15,-1 0-15,10 3 16,1 3-16,13 3 15,5 0 1,-1 0-16,8-3 16,-1-4-16,4-4 15,3-2-15,0-5 16,2-4-16,6 1 16,4-3-16,-1-2 15,4-3-15,4-6 16,-1-1-16,2 0 15,0 0 1,0 2-16,-3-23 31,3-10-31,1-2 16,4 5-16,6 24 16,0-2-16,2 1 15,0 0-15,1-2 16,1 1-16,2-3 15,1 0 1,4-3-16,3 2 16,4 0-16,1 0 15,1-1-15,3-1 16,1 5-16,4 2 16,1 1-16,2 3 15,4 1-15,2 4 16,7-2-16,5 1 15,3 4 1,9 3-16,2 6 16,6 4-16,1 4 15,4 4-15,0 2 16,0 4-16,1 3 16,-1 3-16,3 3 15,-3 0-15,2 4 16,-3 1-1,4 4-15,-3 1 16,0-1-16,2 2 16,-1-1-16,5 2 15,-1 1-15,-1 1 16,0 1-16,-5-3 16,0 2-16,0-2 15,0 1-15,-1-2 16,-1 1-16,0 0 15,1 0 1,-1 0-16,-2 0 16,-2-1-16,-2 0 15,-6-2-15,0-1 16,-3 1-16,1-1 16,-1 0-16,-2 0 15,2 1-15,-1 1 16,-1 2-16,-4-1 15,-3 1 1,0 0-16,-2-1 16,-1 2-16,-3-2 15,-1 2-15,-2-1 16,-1 2-16,-2-1 16,-2-2-16,2 1 15,-2 0-15,-3-2 16,-3-1-16,-3-1 15,1 0 1,1 0-16,3 1 16,-2-2-16,-4 0 15,-2-1-15,-2-2 16,-2 2-16,2-2 16,-1-3-16,1 0 15,0 0-15,-2-1 16,0 0-16,-14 0 15,0 0 1,10 0-16,-10 0 16,0 0-16,10 0 15,-10 0-15,0 0 16,0 0-16,0 0 16,0 0-16,0 0 15,10 0-15,-10 0 16,0 0-16,0 0 15,0 0-15</inkml:trace>
  <inkml:trace contextRef="#ctx0" brushRef="#br0" timeOffset="124814.82">13954 7392 0,'0'0'0,"0"0"0,0 0 16,0 0-16,0 0 15,3 1-15,-3-1 16,21 8-16,26 0 16,18 2-16,4-4 15,-2-1-15,-6-2 16,-1-2-16,-8-3 16,-6 0-16,-12 0 15,-10-1-15,-10 1 16,-14 2-1,15-1-15,-15 1 16,0 0-16,0 0 16,-15 14-16,-29-2 15,-94-6 1,23-3 0,11-11-16</inkml:trace>
  <inkml:trace contextRef="#ctx0" brushRef="#br0" timeOffset="125065.07">13869 7514 0,'0'0'0,"0"0"0,0 0 15,0 0-15,5-3 16,10-2-16,20-1 16,12 5-16,5 0 15,0 1-15,3 1 16,5 0-1,-10 0-15,-1 1 16,-10-1-16,-7 0 16,-6-1-16,-8 0 15,-7 0-15,-11 0 16,12 0-16,-12 0 16,0 0-16,0 0 15</inkml:trace>
  <inkml:trace contextRef="#ctx0" brushRef="#br0" timeOffset="141198.1">2421 1185 0,'0'0'0,"0"0"0,0 0 15,0 0 1,0 0-16,0 0 15,10 2-15,10-1 16,10 0-16,2 0 16,-2-1-16,6-1 15,5 0-15,0-2 16,1-1-16,-2 0 16,4 0-16,3-1 15,0 0-15,1 0 16,4 1-1,5-2-15,3 0 16,1 1-16,-3-1 16,1 1-16,2 2 15,-6 3-15,3 1 16,-3 4-16,0 0 16,0 2-16,-3-1 15,5 1 1,-5-1-16,2 4 15,0 0-15,-3-1 16,3 1-16,-5 0 16,-4-1-16,-1 0 15,1 0-15,-3-1 16,-1 0-16,-1 0 16,-1-2-16,1 2 15,2-1 1,1 0-16,-2-2 15,3 0-15,3-1 16,3-1-16,0-1 16,3-3-16,-1-1 15,2 0-15,0 0 16,1-1-16,-1-1 16,-1-1-16,1 0 15,-1 0-15,-1-1 16,0-1-1,-3 1-15,-2-2 16,0 2-16,0-1 16,-1 2-16,-2-2 15,-4 2-15,1-1 16,1 0-16,-2 0 16,0 1-16,1 0 15,3-1-15,0-2 16,1-1-1,-7 2-15,-1-1 16,-1-2-16,0 3 16,1-2-16,2 0 15,-5 2-15,1-1 16,-3 1-16,-5 1 16,1 1-16,-4 0 15,-1 0-15,-5 2 16,-2 0-16,-4 2 15,-12 1 1,17-2-16,-17 2 16,0 0-16,9 0 15,-9 0-15,0 0 16,0 0-16,0 0 16,0 0-16,15 12 15,-5-4-15</inkml:trace>
  <inkml:trace contextRef="#ctx0" brushRef="#br0" timeOffset="143330.92">1394 193 0,'0'0'0,"-6"-4"0,6 4 16,-17-17-16,3 3 15,0 2-15,-3 0 16,-6 3-16,-7 1 15,-13 3 1,-4 4-16,-4 3 16,-1 2-16,-4 2 15,6 0-15,-2 2 16,5 1-16,1 1 16,0 2-16,1 0 15,0 0-15,2 1 16,2 1-16,2 2 15,4 3-15,0 1 16,2 1 0,-2-1-16,3 0 15,5 1-15,1 9 16,1 4-16,3-2 16,3-2-16,2-1 15,14-20-15,-3 13 16,1 21-16,2-2 15,2 3-15,0-2 16,1 2 0,0 5-16,0-2 15,14 42-15,-4-45 16,5 6-16,1-3 16,4 2-16,2 0 15,5 4-15,2-1 16,3-2-16,2 1 15,0-1-15,3 2 16,0-3-16,3-3 16,2-3-1,-1-7-15,3-2 16,2-3-16,2-6 16,4-1-16,-1-10 15,0-4-15,4-5 16,-2-6-16,1-4 15,-3-5-15,-3-6 16,0-7-16,-1-4 16,-3-6-1,-3-4-15,-2-2 16,0-6-16,0-4 16,-3-1-16,-2-5 15,0-3-15,-4 0 16,-1-5-16,-6 1 15,-2 0-15,-3 3 16,-3-3-16,-3-3 16,-3 0-1,-1 1-15,-1 4 16,-2 1-16,-1-2 16,-3-1-16,-2 5 15,-4 4-15,-5 6 16,-7 5-16,-7 5 15,-9 1-15,-9 4 16,-4 8-16,-10 5 16,-8 8-1,-6 7-15,-3 8 16,3 8-16,-4 6 16,1 11-16,-3 6 15,-6 12-15</inkml:trace>
  <inkml:trace contextRef="#ctx0" brushRef="#br0" timeOffset="151314.79">10199 491 0,'0'0'0,"0"0"0,-2 6 0,-6 13 15,-4 24-15,-1 28 16,1 6-16,2 10 16,3-4-1,2 1-15,3 0 16,1 1-16,1-4 16,1-16-16,7 1 15</inkml:trace>
  <inkml:trace contextRef="#ctx0" brushRef="#br0" timeOffset="152648.09">10669 910 0,'0'0'0,"0"0"0,0 0 16,0 0-16,0 0 16,0 0-1,-2 1-15,-2 6 16,-6 7-16,-3 10 16,1 8-16,3 5 15,4 0-15,3-3 16,4-2-16,2-1 15,4-3-15,3-3 16,1-7-16,1-3 16,1-4-1,2-3-15,1-3 16,1-9-16,3-7 16,3-7-16,0-8 15,-5-7-15,-2-9 16,-7-2-16,-6 2 15,-8 0-15,-4 7 16,-4 1-16,-5 4 16,-4 3-1,-2 5-15,1 6 16,3 4-16,1 4 16,7 2-16,11 6 15,-12-5-15,12 5 16,0 0-16,0 0 15,39-15-15,12 7 16,-2 3-16,-2 8 16,-7 3-16,-4 5 15,-7 3 1,-7 5-16,-5 6 16,-6 2-16,-3 8 15,-5 6-15,-5 2 16,-3 3-16,-2-5 15,0-6-15,4-7 16,1-6-16,4-4 16,4-3-16,1-5 15,-7-10-15,22 7 16,-4-9 0,5-5-16,4-10 15,-1-5-15,-1-5 16,-5-4-16,-4 0 15,-5-3-15,-5 2 16,-2 3-16,-4 4 16,-5 3-16,-2 4 15,-4-1-15,-2 3 16,-2 2 0,3 3-16,3 5 15,9 6-15,-8-7 16,8 7-16,0 0 15,0 0-15,0 0 16,39-10-16,14 9 16,3 3-16,-3 4 15,-1 5-15,-5 2 16,-5 7 0,-7 4-16,-5 3 15,-7 5-15,-4 4 16,-5 0-16,-4 0 15,-2 3-15,4 13 32,0 1-32,0-4 15,3-12-15,7-17 16,3-7 0,-1-3-16,2-7 15,2-8-15,5-9 16,4-7-16,-1-7 15,-6-6-15,-8 1 16,-6-6-16,-6 0 16,-6-4-16,-7-3 15,-9 2 1,-7-1-16,-7 5 16,-7 3-16,-10 3 15,-6 6-15,-6 10 16,1 2-16,5 8 15,2 6-15,7 3 16,5 10-16,1 7 16,1-1-16</inkml:trace>
  <inkml:trace contextRef="#ctx0" brushRef="#br0" timeOffset="153597.87">10073 1470 0,'0'0'0,"0"0"0,0 0 16,2 0-16,13 0 15,32 0-15,29 0 16,13 0-16,7 1 16,3 4-16,7 6 15,-5 2-15,8 2 16,-5-1 0,7 1-16,-3 0 15,-2-2-15,7-3 16,-13-5-16,12-4 15,-15 1-15,6-4 16,-8 2-16,-2-2 16,-5-1-16,-13-2 15,-4-2-15,-9-4 16,-6-7 0,-8-2-16,-9-3 15,-6-4-15,-2-3 16,-4-7-16,-1-7 15,-8-6-15,-7-7 16,-10-1-16,-9-1 16,-9-8-16,-8-2 15,-9-2-15,-14 4 16,-8 0-16,-10 0 16,-14 6-1,-1 0-15,-9 9 16,-10 4-16,0 2 15,-10 5-15,5 6 16,-17 3-16,3 9 16,-8 3-16,-1 1 15,3 3-15,-10 4 16,3 6-16,0 6 16,1 7-1,-4 8-15,-5 6 16,-2 12-16,0 4 15,13 7-15,6 12 16,10 1-16,11 8 16,11-3-16,10 2 15,19 4-15,7 2 16,14 6-16,4 1 16,14-3-1,11 1-15,13-4 16,17 0-16,5-3 15,16 3-15,14-6 16,8-5-16,26-8 16,6-2-16,23-7 15,23-12-15,14-12 16,24-7 0,3-16-16,8-3 15,2-3-15,1 0 16,3 0-16</inkml:trace>
  <inkml:trace contextRef="#ctx0" brushRef="#br0" timeOffset="159847.53">13249 486 0,'0'0'0,"0"0"0,0 0 0,0 0 15,0 0-15,0 0 16,0 0-16,0 0 15,0 0-15,0 0 16,0 0-16,-6 3 16,-12 7-1,-23 8-15,-12 3 16,1 0-16,7-2 16,2-1-16,8-3 15,5-3-15,7 0 16,3 2-16,5 1 15,4 1-15,3 2 16,5 0-16,3 2 16,6 3-1,7 3-15,6 3 16,5-1-16,6 2 16,2-4-16,0-2 15,-3-3-15,-1-2 16,1 0-16,-3-2 15,-2-1-15,-3-3 16,-3 0-16,-1 0 16,-2 0-16,-3 2 15,-5-3 1,-4 1-16,-3 1 16,-5 4-16,-11 3 15,-10 5-15,-16 0 16,-6-1-16,0-7 15,3-3-15,7-5 16,7-3-16,7-3 16,8-1-16,16-3 15,-15 0-15,15 0 16,0 0 0,0 0-16,-11-2 15,11 2-15,-1-7 16</inkml:trace>
  <inkml:trace contextRef="#ctx0" brushRef="#br0" timeOffset="160264.56">13540 623 0,'0'0'0,"0"0"0,0 0 0,0 0 16,0 1-16,-3 5 15,-3 13-15,-5 12 16,1 9-16,2 7 15,3-1-15,1-3 16,2-1-16,2-5 16,3-6-16,1-5 15,2-5 1,-1-4-16,2-3 16,2-1-16,2-4 15,6 0-15,6-3 16,5-3-16,2-5 15,-3-4-15,-4-5 16,-2-5-16,2-5 16</inkml:trace>
  <inkml:trace contextRef="#ctx0" brushRef="#br0" timeOffset="162264.25">13223 885 0,'0'0'0,"0"0"0,0 0 0,0 0 0,0 0 15,0 0 1,7-1-16,17-2 16,28-4-16,15-2 15,-5-1-15,-4 1 16,-11-2-16,-7 0 15,-11 2-15,-7 0 16,-5 0-16,-5 3 16,-12 6-16,12-8 15,-12 8-15,0 0 16,0 0 0,7-7-16,-7 7 15,0 0-15,0 0 16,0 0-16,0 0 15,-25 17-15,3-4 16,2 1-16,5-5 16,4-2-16,4 2 15,2 1-15,3 4 16,5 1 0,3 1-16,7 1 15,4-5-15,6 1 16,4-4-16,1-4 15,-5-2-15,-7-3 16,-5-1-16,-11 1 16,15-9-16,-12 1 15,1-4-15,-1-2 16,-3-1 0,0 1-16,-2 2 15,-1 3-15,2 2 16,1 7-16,-3-9 15,3 9-15,0 0 16,0 0-16,0 0 16,0 0-16,0 0 15,-1 11-15,4 3 16,6 4-16,4-1 16,4-5-1,4-1-15,3-6 16,-1-4-16,0-5 15,-2-8-15,0-2 16,1-9-16,0-4 16,-2-4-16,-2-2 15,-4-6-15,-2 0 16,-4-1-16,0 3 16,-5 5-1,0 4-15,-2 7 16,0 5-16,-1 4 15,0 6-15,0 6 16,0-7-16,0 7 16,0 0-16,0 0 15,0 0-15,-15 8 16,3 12-16,-4 12 16,3 6-1,4 4-15,4-1 16,3 1-16,4 0 15,1 0-15,4-1 16,0-7-16,2 0 16,4-3-16,1-3 15,0-4-15,-3-6 16,-3-6-16,-2-4 16,-6-8-1,9 10-15,-9-10 16,0 0-16,0 0 15,0 0-15,6-7 16,-6-6-16,-3-7 16,-1-4-16,1 1 15,-1 4-15,2 0 16,1 5 0,1 0-16,2 0 15,6 1-15,2 0 16,7-2-16,5 0 15,8 5-15,7-1 16,1 2-16,2 2 16,-4-1-16,-3 2 15,-3-4-15,-4-3 16,-4-4 0,-2-1-16,-6 1 15,-2-3-15,-6 1 16,-3-3-16,-6-3 15,-5-1-15,-2 1 16,-2 3-16,0 3 16,-1 3-16,1 3 15,3 3-15,0 4 16,9 6-16,-7-8 16,7 8-1,0 0-15,0 0 16,0 0-16,-13 4 15,6 9-15,-3 11 16,2 10-16,2 3 16,3 4-16,6 1 15,0 0-15,3 4 16,1-2-16,1-2 16,3-2-1,0-4-15,2-3 16,1-1-16,0-4 15,2-5-15,-2-5 16,0-2-16,2-3 16,1-1-16,-1-3 15,-2-3-15,3-3 16,0-4-16,2-3 16,2-4-16,0-3 15,3-4 1,2-5-16,-1-2 15,-1-2-15,-3 2 16,-1 1-16,-4 0 16,-3 4-16,-3 2 15,-4 5-15,-2 3 16,-4 7-16,3-8 16,-3 8-16,0 0 15,0 0 1,-1-7-16,1 7 15,0 0-15,-16 2 16,1 5-16,-1 3 16,4 1-16,0 2 15,3 2-15,2 1 16,1 1-16,3 2 16,4-1-16,5 0 15,12-2-15,8-1 16,13-3-1,8-3-15,5-6 16,1-7-16,-14-1 16</inkml:trace>
  <inkml:trace contextRef="#ctx0" brushRef="#br0" timeOffset="163098.96">14599 1051 0,'0'0'0,"0"0"0,0 0 15,0 0 1,4-2-16,11-2 15,19-5-15,8-1 16,-4-1-16,-5 0 16,0-3-16,-2-2 15,-2-2-15,-2 0 16,-5 1-16,-2-2 16,-5 1-16,-4 1 15,-3 2 1,-4 3-16,-2 1 15,-6-1-15,-13-6 16,-23-4-16,-16-5 16,-1 9-16,12 9 15,7 3-15,4 6 16,6 7-16,2 1 16,4 4-16,3 4 15,2 7 1,6 7-16,5 3 15,6 5-15,5-2 16,4 0-16,9-1 16,5-1-16,9-2 15,6-3-15,12-2 16,3-6-16,1-6 16,-3-6-16,-4-4 15,-3-5-15,-13-3 16</inkml:trace>
  <inkml:trace contextRef="#ctx0" brushRef="#br0" timeOffset="163548.45">12854 1359 0,'0'0'0,"0"0"16,0 0-16,0 0 16,0 0-16,0 0 15,5 2-15,10 3 16,26 1-16,31-3 16,18-6-16,13-3 15,16-7-15,13-1 16,6-3-1,3-2-15,9-1 16,-5 0-16,5 1 16,-3-1-16,-8 3 15,2 5-15,-3 5 16,-1 2-16,-13 0 16</inkml:trace>
  <inkml:trace contextRef="#ctx0" brushRef="#br0" timeOffset="169213.91">13717 1436 0,'0'0'0,"0"0"0,0 0 16,0 0-16,-3 2 15,-7 5-15,-22 7 16,-15 4-16,5-2 16,9-4-1,6-1-15,3 1 16,5 2-16,6 1 15,3-3-15,4 2 16,6 3-16,7 5 16,10 1-16,10 4 15,8 0-15,9-2 16,4 1-16,-2-2 16,-5-3-1,-8-4-15,-10-3 16,-9 3-16,-7 4 15,-9 1-15,-10 3 16,-14 2-16,-15 7 16,-11 1-16,-5-9 15,3-5-15,9-6 16,10-7-16,11-2 16,8-3-16,16-3 15,-14 0 1,14 0-16,1-25 15</inkml:trace>
  <inkml:trace contextRef="#ctx0" brushRef="#br0" timeOffset="169580.52">13980 1506 0,'0'0'0,"0"0"0,0 0 16,0 0-16,0 1 16,-1 7-16,0 10 15,-2 18-15,-5 8 16,-6 7-16,-4 1 16,0-1-1,1-4-15,3-3 16,1-8-16,2-3 15,2-5-15,8-3 16,7 0-16,6-4 16,7-2-16,11-6 15,9-2-15,7-7 16,4-7-16,-1-2 16,2-5-1</inkml:trace>
  <inkml:trace contextRef="#ctx0" brushRef="#br0" timeOffset="170497.84">14408 1816 0,'0'0'0,"0"0"0,0 0 15,-4 6 1,-8 8-16,-7 12 15,-3 6-15,4-2 16,6 2-16,3-1 16,4-3-16,1-4 15,4-5-15,4-2 16,1-5 0,5-5-16,4-1 0,4-8 15,3-8 1,3-7-16,-2-8 15,-5-3-15,-4-1 16,-7 0-16,-1 2 16,-7 0-16,-4 3 15,-2 0-15,-3 3 16,1 5-16,0 3 16,2 2-16,0 4 15,8 7 1,-10-10-16,9 3 15,9-10-15,11-10 16,12-8-16,5 6 16,0 6-16,-3 6 15,-7 5-15,-5 7 16,-2 4-16,-4 5 16,-2 4-16,-4 5 15,-2 6 1,-4 7-16,-4 6 15,-3 3-15,-1 1 16,2-4-16,0-3 16,2-5-16,1-6 15,4-4-15,3-3 16,6-1-16,4-6 16,8-5-16,1-7 15,4-6 1,-4-4-16,-3 0 15,-5 1-15,-4 4 16,-6 4-16,0 2 16,-8 7-16,9-8 15,-9 8-15,18 3 16,-6 3-16,3 7 16,4 3-16,2 3 15,0-1-15,0-3 16,8-8-1,1-5-15,4-6 16,1-10-16,-2-5 16,-1-6-16,-7-3 15,-5 0-15,-6 0 16,-5-1-16,-4 5 16,-3 1-16,-4 1 15,-4 1-15,-1 2 16,-1 3-1,1 5-15,-1 0 16,-6-2-16</inkml:trace>
  <inkml:trace contextRef="#ctx0" brushRef="#br0" timeOffset="189231.22">7616 3717 0,'0'0'0,"0"0"0,0 0 0,0 0 16,0 0-16,0 0 16,0 2-16,0-2 15,0 10-15,0 3 16,0 9-16,0 10 15,-2 7-15,-1 0 16,2 0-16,0-4 16,-1 4-1,-1-1-15,-1 1 16,0 0-16,-1 0 16,1-2-16,0 1 15,0-4-15,1 0 16,-1 0-16,1-4 15,0-3-15,0-1 16,2-6-16,-1-3 16,1-5-1,1-4-15,0-8 16,-1 10-16,1-10 16,0 0-16,0 0 15,0 0-15,0 0 16,0 0-16,0 0 15,0 0-15</inkml:trace>
  <inkml:trace contextRef="#ctx0" brushRef="#br0" timeOffset="189497.66">7319 4961 0,'0'0'0,"-3"-3"16,3 3-16,-5-10 15,-1-2-15,4-7 16</inkml:trace>
  <inkml:trace contextRef="#ctx0" brushRef="#br0" timeOffset="190380.96">7253 4647 0,'0'0'0,"0"0"0,0 0 0,0 0 0,0 0 16,0 0-16,-2 0 15,2 0 1,0 0-16,0 0 16,0 0-16,0 0 15,4 9-15,0 4 16,3 4-16,-1 4 15,-2-3-15,-3 1 16,1-3-16,-1-1 16,-1-5-16,-1-1 15,-1-2 1,2-7-16,-2 8 16,2-8-16,0 0 15,-13-1-15,0-9 16,0-7-16,1-8 15,4-3-15,4-1 16,3 1-16,5-2 16,3 2-16,3 2 15,3 2-15,1 5 16,4 3 0,0 3-16,2 4 15,2 3-15,1 3 16,-1 4-16,0 4 15,-4 3-15,-5 5 16,-4 2-16,-6 7 16,-7 5-16,-9 5 15,-3 1 1,-3-5-16,3-6 16,4-6-16,4-7 15,8-9-15,-9 10 16,9-10-16,0 0 15,0 0-15,0 0 16,0 0-16,0 0 16,30 0-16,0-3 15,0-2 1,-3 3-16,-5 3 16,-5 3-16,-3 3 15,-3 1-15,-4 4 16,-7 5-16,-6 4 15,-9 4-15,-8 2 16,-9-3-16,-6-3 16,-3-3-16,0-5 15,-1-4 1,4-4-16,4-3 16,7-2-16,8-1 15,5 0-15,4-2 16,10 3-16,-11-1 15,11 1-15</inkml:trace>
  <inkml:trace contextRef="#ctx0" brushRef="#br0" timeOffset="192247.16">10777 3829 0,'0'0'0,"0"0"15,0 0-15,0 0 16,0 0-16,0 0 16,0 0-16,-1 3 15,1-3-15,-5 18 16,2 1-16,-2 9 16,1 6-1,0 1-15,1 1 16,2-1-16,0 0 15,1 1-15,-1 1 16,0 0-16,0 2 16,1-5-16,-1 1 15,0-3-15,-1-2 16,0-5-16,0-3 16,0-6-1,1-4-15,1-3 16,0-9-16,-2 8 15,2-8-15,0 0 16,-3 6-16</inkml:trace>
  <inkml:trace contextRef="#ctx0" brushRef="#br0" timeOffset="193131.09">10975 4685 0,'0'0'0,"0"0"16,0 0-16,0 0 16,-1-2-16,1 2 15,-3-7-15,3 7 16,-7-13-16,-4 4 16,-12-1-1,-9 0-15,-5 7 16,-1 2-16,5 3 15,3 1-15,4 4 16,4 0-16,1 3 16,4 0-16,2-1 15,4 0-15,4 0 16,2 1-16,5 2 16,2 4-1,6 2-15,6 1 16,6-1-16,2 2 15,6-1-15,1-2 16,-1-1-16,-4-3 16,-4-1-16,-3-3 15,-1 1-15,-3-3 16,-1-1-16,-12-6 16,14 11-16,-14-11 15,5 12-15,-8-3 16,-8 5-1,-11 3-15,-11-2 16,0-3-16,-4-3 16,1-4-16,3-3 15,-1-2-15,5-3 16,5-1-16,5 0 16,4 1-1,5 0-15,10 3 0,-12-3 16,12 3-1,0 0-15,0 0 16</inkml:trace>
  <inkml:trace contextRef="#ctx0" brushRef="#br0" timeOffset="193514.39">11130 4723 0,'0'0'0,"0"0"0,0 0 16,0 0-16,0 3 16,0-3-16,1 17 15,1 4-15,-1 9 16,-2 1-16,-5 3 15,-3-2 1,-3 1-16,0-2 16,0-5-16,2-4 15,1-4-15,2-4 16,3-2-16,3-3 16,2-1-16,4 0 15,7-1-15,6-3 16,5-2-1,-3-5-15,-6-3 16,-1-2-16,-6-10 16</inkml:trace>
  <inkml:trace contextRef="#ctx0" brushRef="#br0" timeOffset="194030.4">10955 4935 0,'0'0'0,"0"0"16,0 0-16,3 1 16,-3-1-16,28 1 15,2-1-15,5 0 16,-2-3-16,1-3 16,-2 0-16,-1-1 15,-4 0-15,-7 3 16,-4 0-1,-4 1-15,-12 3 16,16-4-16,-16 4 16,10 8-16,-7 0 15,-2 7-15,-1 6 16,-1 4-16,-1 0 16,1-3-16,0-5 15,2-3-15,4-4 16,9-3-1,3 0-15,4-3 16,0-4-16,-2-6 16,-2-6-16,-3-3 15,-3-3-15,-2-1 16,-4 1-16,-3 0 16,-3 2-16,-4-1 15,-2 2-15,-1 1 16,-4 5-1,0 2-15,0 2 16,1 1-16,0 3 16,2 1-16,9 0 15,-15 6-15</inkml:trace>
  <inkml:trace contextRef="#ctx0" brushRef="#br0" timeOffset="194530.62">11689 4827 0,'0'0'0,"0"0"0,0 0 0,0 0 0,0 0 16,-5 1-16,5-1 16,-14 6-16,0 1 15,-1 3-15,-2 3 16,-2 2-16,2 1 16,0 2-16,1 2 15,6 1-15,0 1 16,3-3-16,3-3 15,1 0-15,1-3 16,3 0 0,2 0-16,3 1 15,3-2-15,3-3 16,2-1-16,8-6 31,8-3-31,1-4 16,1-1-16,-11 1 15,-1 1 1,0 0-16,-2 1 16,-2 0-16,0-5 15,-2-4-15</inkml:trace>
  <inkml:trace contextRef="#ctx0" brushRef="#br0" timeOffset="195164.24">11996 4681 0,'0'0'0,"0"0"0,0 0 16,1 2-16,-1-2 15,0 0-15,0 0 16,1 11-16,-1 3 16,-1 6-16,0 8 15,-3 4-15,1 3 16,-3 0-16,1-3 15,0 0 1,-4-2-16,2-4 16,-1-3-16,-2-3 15,6-9-15,0-3 16,2-1-16,2-7 16,-5 9-16,5-9 15,0 0-15,0 0 16,0 0-16,0 0 15,2-13-15,7-7 16,5-5 0,7 1-16,9 5 15,5 1-15,3 5 16,-3 5-16,-9 4 16,-5 3-16,-4 3 15,-2 2-15,-3 1 16,-12-5-16,17 15 15,-8-2 1,0 10-16,1 5 16,-4-2-16,0-1 15,0-3-15</inkml:trace>
  <inkml:trace contextRef="#ctx0" brushRef="#br0" timeOffset="198897.7">8043 4123 0,'0'0'0,"3"1"0,-3-1 0,24 5 16,15 2-16,18 0 15,7-3-15,7-3 16,4-1-16,3 0 16,1-1-16,3-2 15,3 0-15,3-1 16,4 1-16,2-1 16,0 1-1,-1 0-15,4 0 16,-1 4-16,3 0 15,1 3-15,-1 0 16,-1 1-16,-4 0 16,-4 1-16,-5-2 15,-8 0-15,-6-1 16,-6 1-16,-6-2 16,-8-1-1,-6-2-15,-8-1 16,-9 0-16,-10-1 15,-5 0-15,-13 3 16,10-3-16,-10 3 16,0 0-16,0 0 15,0 0-15,0 0 16,4-8 0,-4 8-16,-14-17 15,-4 1-15,3 3 16,3 4-16,12 9 15,-13-9-15,13 9 16,0 0-16,0 0 16,0 0-16,0 0 15,0 0-15,0 0 16,0 0-16,0 0 16,0 0-1,16 6-15,2 3 16,-3 1-16,-2 3 15,-7 3-15,-5 1 16,-6 5-16,-15 3 16,-18 4-16</inkml:trace>
  <inkml:trace contextRef="#ctx0" brushRef="#br0" timeOffset="199364.03">8482 3903 0,'0'0'0,"-5"0"16,-6 3-16,-22 14 16,-20 13-1,-2 7-15,7-3 16,9-4-16,7-3 15,8-5-15,5-2 16,5-4-16,4-1 16,2-2-16,4-2 15,2 1-15,3 0 16,4 4-16,8 2 16,5 3-16,10 0 15,8-3 1,1 0-16</inkml:trace>
  <inkml:trace contextRef="#ctx0" brushRef="#br0" timeOffset="199930.56">9158 4001 0,'0'0'0,"0"0"0,0 0 0,0 0 16,-1 3-1,0 4-15,-2 10 16,-4 11-16,0 11 16,0 7-16,0 1 15,2-3-15,0-4 16,1-4 0,2-5-16,1-2 15,0-5-15,0-5 16,1-5-16,0-3 15,0-2-15,0-2 16,0-7-16,0 12 16,0-12-16,0 10 15,0-2-15</inkml:trace>
  <inkml:trace contextRef="#ctx0" brushRef="#br0" timeOffset="200764.19">8602 4575 0,'0'0'0,"0"0"15,0 0-15,0 0 16,0 1-16,0-1 16,0 0-16,2 9 15,0 0-15,1 8 16,-1 3-16,-1 3 16,0-3-16,-1 0 15,-1-3 1,0-3-16,1-4 15,0-10-15,0 8 16,0-8-16,0 0 16,0 0-16,0 0 15,0 0-15,1-12 16,1-9-16,5-8 16,2-3-16,2 3 15,1 2 1,2 2-16,1 6 15,-2 5-15,0 3 16,-2 5-16,1 3 16,-2 3-16,-1 1 15,2 4-15,0 4 16,1 4-16,2 1 16,-3 2-16,-1-2 15,-1-3 1,-4-3-16,-5-8 15,11 9-15,-11-9 16,14 0-16,-14 0 16,14-6-16,-14 6 15,0 0-15,12-7 16,-12 7-16,0 0 16,0 0-16,0 0 15,0 0-15,0 0 16,14 17-1,-8-2-15,2 5 16,-1-1-16</inkml:trace>
  <inkml:trace contextRef="#ctx0" brushRef="#br0" timeOffset="200998.81">9042 4642 0,'0'0'0,"0"0"0,0 3 16,1 5-16,0 8 16,1 4-16,1 3 15,0 0-15,1-5 16,0-3-1,-1-4-15,0-4 16,-3-7-16,0 0 16</inkml:trace>
  <inkml:trace contextRef="#ctx0" brushRef="#br0" timeOffset="201164.46">9080 4510 0,'0'0'0,"0"0"15,0 0-15,7 3 16</inkml:trace>
  <inkml:trace contextRef="#ctx0" brushRef="#br0" timeOffset="202914.54">9902 1434 0,'0'0'0,"0"0"16,0 0-16,0 0 16,12 4-16,28 0 15,35-1-15,10-3 16,9 1-16,8 0 16,5 0-16,5-1 15,1 1-15,5 1 16,-3-2-16,-4 1 15,-2 0-15,-7 0 16,-8-1 0,-5 1-16,-10 0 15,-10 0-15,-5 0 16,-8 2-16,-6-1 16,-4 2-16,-7 2 15,-7-1-15,-3 0 16,-5-1-16,-7-1 15,-4-1-15,-13-2 16,12 3 0,-12-3-16,0 0 15,12 3-15,-12-3 16,0 0-16,0 0 16,0 0-16,5 7 15,-5-7-15,0 0 16,0 0-16,2 6 15,-2-6-15,0 0 16,0 0 0,0 7-16,0-7 15,0 0-15,0 0 16,0 8-16,0-8 16,0 0-16,0 9 15,0-9-15,-1 7 16,1-7-16,0 8 15,0-8-15,0 0 16,1 7 0,-1-7-16,0 0 15,12 0-15,11-5 16</inkml:trace>
  <inkml:trace contextRef="#ctx0" brushRef="#br0" timeOffset="205313.83">7279 2989 0,'0'0'0,"0"0"0,0 0 15,1 2-15,-1-2 16,3 16-16,-1 1 16,0 3-16,0 4 15,-2 2 1,-2-1-16,0 1 16,0-2-16,-1-1 15,0-2-15,0-3 16,-1 2-16,0 0 15,-1 1-15,1-2 16,-1 2-16,-1 2 16,0 0-16,2-3 15,2-3 1,2-5-16</inkml:trace>
  <inkml:trace contextRef="#ctx0" brushRef="#br0" timeOffset="206180.36">7499 3231 0,'0'0'0,"0"0"15,0 0-15,0 0 16,0 1-16,0-1 15,-2 8-15,0 1 16,-2 7-16,-1 3 16,-1 2-16,1-3 15,1-2-15,0-2 16,1-2 0,1-3-16,2-9 15,1 9-15,-1-9 16,13 3-16,2-5 15,1-5-15,6-5 16,-2-3-16,-1-2 16,-4 0-16,-3 0 15,-3 1-15,-3-2 16,-3 0 0,-2 1-16,-2 2 15,-2 0-15,-1 3 16,-1 1-16,-1 2 15,1 0-15,5 9 16,-8-9-16,8 9 16,0 0-16,0 0 15,-6-7-15,6 7 16,11-7 0,8-3-16,2 0 15,0 4-15,-2 1 16,-2 3-16,-4 3 15,0 3-15,-3 5 16,-2 5-16,-2 8 16,-6 5-16,-2 4 15,-2 3-15,0-4 16,1-1-16,1-6 16,4-4-1,6 0-15,4-3 16,1-4-16,7-6 15,3-8-15,1-5 16,0-6-16,0-5 16,-2-6-16,-1 0 15,-6-1-15,-6 3 16,-2 0-16,-5 3 16,-4-1-1,-4 2-15,-4 1 16,-5 0-16,-2 6 15,-2 2-15,-2 4 16,1 3-16,3 2 16,0 2-16,4 2 15,3 2-15,10-6 16</inkml:trace>
  <inkml:trace contextRef="#ctx0" brushRef="#br0" timeOffset="207166.39">8304 2937 0,'0'0'0,"-1"-3"0,1 3 15,-12-14-15,-2 0 16,-6 3-16,-10-1 16,-9 3-16,-10 0 15,-9 3-15,3 1 16,-3 1 0,3 0-16,1-1 15,-3 1-15,2 0 16,0 0-16,1-1 15,-1-1-15,0-1 16,3 0-16,-1 0 16,1 1-16,0 2 15,-4 6-15,1 6 16,2 1 0,-1 5-16,6 1 15,1 3-15,3 3 16,5 2-16,4 2 15,2 1-15,4 1 16,4 5-16,2 2 16,3 5-16,1 4 15,6 2-15,2 4 16,5 1-16,1 1 16,6 0-1,3-3-15,5-2 16,6 0-16,4 1 15,6-5-15,1-4 16,7-2-16,6-2 16,8-2-16,12-8 15,3-4-15,5-6 16,6-9-16,2-2 16,7-10-1,2-3-15,-1-3 16,4-1-16,-4-4 15,1-2-15,-2-3 16,-3 1-16,-4 2 16,0-5-16,-8-2 15,-7-5-15,-5 3 16,-8 2-16,-4 0 16,-7 3-1,-6-2-15,-7 0 16,-7-1-16,-6-1 15,-6 0-15,-4-3 16,-5-2-16,-8-3 16,-6-3-16,-7 0 15,-2 3-15,-7-2 16,-1 5-16,-4-2 16,-5 1-1,1 6-15,-1 3 16,-2 5-16,1 3 15,-1 2-15,0 4 16,3 4-16,2 3 16,6 4-16,6 0 15,5 3-15,3 3 16,2 2-16</inkml:trace>
  <inkml:trace contextRef="#ctx0" brushRef="#br0" timeOffset="-204382.66">6858 3698 0,'0'0'0,"0"0"0,0 0 15,3 0-15,-3 0 16,16 0-16,2 0 16,9 0-16,5 0 15,2 0-15,4 0 16,1 0-16,8 0 16,0 0-16,0 0 15,1 0 1,1 0-16,2 0 15,1 0-15,0-2 16,0 0-16,0-2 16,-3 2-16,3 0 15,-3-1-15,-1 1 16,0-1-16,-3 2 16,0 0-16,-2 1 15,-1-1 1,-4 0-16,-4 1 15,-5 0-15,-4 0 16,-2 0-16,-3 0 16,-5 0-16,-3 0 15,-12 0-15,16 0 16,-16 0-16,0 0 16,11 0-16,-11 0 15,0 0 1,0 0-16,0 0 15,0 0-15,0 0 16,11 0-16,-11 0 16,0 0-16,0 0 15,0 0-15,0 0 16,0 0-16,0 0 16,0 0-1,0 0-15,0 0 16,7 7-16,-7-7 15,0 0-15,0 0 16,0 0-16,0 0 16,0 0-16,0 0 15,0 6-15,0-6 16,0 0-16,0 0 16,0 0-16,0 0 15,0 0 1,0 0-16,0 0 15,0 0-15,0 8 16,0-8-16,0 0 16,0 0-16,-2 7 15,2-7-15,0 0 16,0 0-16,-3 6 16,3-6-16,0 0 15,-2 6-15,2-6 16,0 0-1,0 0-15,0 0 16,-3 6-16,3-6 16,0 0-16,0 0 15,0 0-15,0 0 16,0 0-16,0 7 16,0-7-16,0 0 15,0 0-15,0 0 16,0 0-16,0 0 15,0 0 1,0 0-16,0 0 16,0 0-16,0 0 15,0 0-15,0 0 16,0 0-16,0 0 16,0 0-16,0 0 15,0 0-15,0 0 16,0 0-16,0 0 15,0 0 1,0 0-16,0 0 16,0 0-16,0 0 15,0 0-15,0 0 16,0 0-16,0 0 16,0 0-16,0 0 15,0 0-15,0 0 16,0 0-1,0 0-15,0 0 16,0 0-16,0 0 16,0 0-16,0 0 15,0 0-15,0 0 16,0 0-16,0 0 16,0 0-16,0 0 15,0 0-15,0 0 16,0 0-1,0 0-15,0 0 16,0 0-16,0 0 16,0 0-16,4-8 15,-4 8-15,0 0 16,0 0-16,5-7 16,-5 7-16,0 0 15,0 0-15,0 0 16,0 0-1,0 0-15,0 0 16,0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0-16,0 0 15,0 0-15,0 0 16,0 0 0,0 0-16,0 0 15,0 0-15,0 0 16,0 0-16,0 0 16,0 0-16,0 0 15,0 0-15,0 0 16,9 7-16,-9-7 15,0 0 1,0 0-16,0 0 16,0 0-16,0 0 15,0 0-15,0 0 16,0 0-16,0 0 16,0 0-16,0 0 15,0 0-15,0 0 16,0 0-16,0 0 15,0 0-15,0 0 16,0 0 0,0 0-16,0 0 15,0 0-15,0 0 16,0 0-16,0 0 16,0 0-16,0 0 15,0 0-15,0 0 16,0 0-16,0 0 15,0 0-15,15-3 16</inkml:trace>
  <inkml:trace contextRef="#ctx0" brushRef="#br0" timeOffset="-156166.6">6127 7637 0,'0'0'0,"0"0"0,0 0 0,-3 0 16,3 0-16,-13-5 15,13 5-15,-19-6 16,8 2-16,0 1 16,1 0-16,0-1 31,10 4-15,-13-4-16,13 4 15,0 0-15,-13-1 16,13 1-16,0 0 15,-9 12-15,1 10 16,-5 18 0,4 6-16,0-7 0,2-6 15,2-7 1,1-3-16,2-5 16,1-4-16,1-4 15,1-3-15,-1-7 16,0 0-16,11 1 15,3-10-15,7-10 16,1-6-16,-4 2 16,-3 4-1,-5 6-15,-4 4 16,0 2-16,-6 7 16,16-1-16,-6 5 15,4 5-15,0 4 16,0 3-16,2 2 15,-2 1-15,-2-2 16,-2-2-16,0-3 16,0-3-16,3-5 15,1-3 1,0-4-16,2-7 16,1-7-16,1-7 15,0-6-15,-2-3 16,-3-2-16,-5 4 15,0 4-15,-4 7 16,0 6-16,-2 4 16,-1 3-16,-1 7 15,0 0 1,0 0-16,12 7 16,0 13-16,-4-2 15</inkml:trace>
  <inkml:trace contextRef="#ctx0" brushRef="#br0" timeOffset="-155882.89">6505 7850 0,'0'0'0,"0"0"0,0 0 16,0 0-16,0-1 16,0 1-16,0 0 15,0 0 1,14-5-16,2 2 16,3 0-16,0 3 15,-1 1-15,0 1 16,-3-1-16,-5 1 15,-10-2-15</inkml:trace>
  <inkml:trace contextRef="#ctx0" brushRef="#br0" timeOffset="-155634.11">6532 8015 0,'0'0'0,"0"0"15,0 0-15,0 0 16,0 0-16,0 0 16,0 0-16,8 1 15,7 0 1,5 1-16,1-1 16,3-2-16,0-1 15,-1-1-15,2 0 16,-3 1-16</inkml:trace>
  <inkml:trace contextRef="#ctx0" brushRef="#br0" timeOffset="-154966.95">7041 7725 0,'0'0'0,"-2"-2"15,2 2-15,0 0 16,0 0-16,-10 7 16,3 7-16,-1 13 15,1 4-15,1 4 16,2-5 0,2-5-16,0-6 15,1-7-15,1-5 16,0-7-16,0 8 15,0-8-15,0 0 16,16-7-16,0-8 16,-2-2-16,-1 2 15,-4 2 1,-3 5-16,-1 1 16,-5 7-16,11-6 15,-11 6-15,21 8 16,-9 1-16,3 4 15,-1 0-15,-2-2 16,0-1-16,-4-1 16,2-4-16,3-5 15,0-2-15,3-4 16,-1-4 0,-1-3-16,1-3 15,-1-3-15,-1-3 16,-2 2-16,-4 4 15,-2 5-15,-2 4 32,0 0-32,-3 7 15,6-8-15</inkml:trace>
  <inkml:trace contextRef="#ctx0" brushRef="#br0" timeOffset="-154733.17">7469 7896 0,'0'0'0,"0"0"0,0 0 0,5 0 16,8 0-16,11 0 15,0-1 1,3 0-16,-4-1 15,1-1-15,1 1 16,4-1-16,1-1 16</inkml:trace>
  <inkml:trace contextRef="#ctx0" brushRef="#br0" timeOffset="-153950.71">7876 7744 0,'0'0'0,"-2"-2"15,2 2-15,0 0 16,-9-10-16,9 10 15,0 0-15,0 0 16,-6-7-16,6 7 16,0 0-16,0 0 15,13 8-15,-3 0 16,2 3 0,-2 6-16,-1 6 15,-4 3-15,-3 3 16,-2 0-16,-3 0 15,-3 1-15,-2 0 16,-2-4-16,3-5 31,0-5-31,3-6 16,1-4-16,3-6 16,0 0-1,0 0-15,0 0 16,-1-10-16,8-14 15,8-12-15,3 0 16,4 0-16,0 5 16,1 3-16,0 4 15,0 3-15,-2 6 16,-2 6-16,-3 6 16,1 5-1,-1 6-15,-1 6 16,-6 7-16,-6 7 15,-6 5-15,-9 8 16,-5 3-16,-2-4 16,-1-2-16,2-1 15,-2 3-15,5 0 16,0 7 15,6-7-31,4-4 16,5-8-16,3-11 15,1-7-15,2-2 16,6-4-16,15-8 16,12-4-16,3-11 15,-3-2-15,1-21 16,-2 0-16</inkml:trace>
  <inkml:trace contextRef="#ctx0" brushRef="#br0" timeOffset="-149483.2">7855 5429 0,'0'0'0,"0"0"0,0 0 16,0 0-16,-6-2 15,6 2-15,0 0 16,-15-9 0,15 9-16,-14-8 15,3 3-15,-3-1 16,-3 3-16,-1 1 16,-1 2-16,0 2 15,2 0-15,-1 2 16,-1 1-16,2 2 15,1 1 1,1-1-16,2 2 16,0-1-16,2 2 15,1-2-15,0 1 16,1 1-16,0 0 16,2 0-16,-1 0 15,1 0-15,0 1 16,1-1-16,-1 2 15,0-1 1,2 0-16,0 1 16,0 2-16,-1 1 15,0 1-15,2 2 16,1 0-16,0 0 16,2-1-16,0-1 15,2 0-15,2 2 16,1 0-16,2 4 15,0-2 1,2-1-16,1 0 16,0 1-16,2-1 15,-1-1-15,1 0 16,1-1-16,0-1 16,1-1-16,-2-2 15,3 2-15,0 3 16,3-2-16,-2-1 15,-1-2-15,2 0 16,1 1 0,3 2-16,-1-1 15,0 0-15,-3-2 16,1-4-16,-1 1 16,2 0-16,3-1 15,5 0-15,3 0 16,0-5-16,-3-1 15,-2-1-15,0-1 16,2 1 0,7 0-16,0 1 15,-3-3-15,-2 0 16,-5 0-16,4 0 16,2 0-16,3 0 15,0 0-15,-4-2 16,-3 1-16,-3-1 15,1 0-15,3 1 16,2-1 0,1 0-16,-4 1 15,-3 1-15,-2-1 16,0 0-16,0 0 16,2 0-16,4 1 15,2-2-15,-1-2 16,-2-1-16,-4 0 15,-2-1-15,2 0 16,1-3 0,3-1-16,0-1 15,0 2-15,-3 0 16,-1 0-16,-1 2 16,1-2-16,-1 0 15,-3-1-15,0 0 16,-4-1-16,3-2 15,1-1-15,-1 0 16,-1-2-16,-3 3 16,-2 1-1,-1-1-15,-2 0 16,0-2-16,-2-1 16,-1-1-16,-1-1 15,-2 2-15,-1 2 16,-1 0-16,1 1 15,-4-1-15,-1 0 16,-3-2-16,-2 1 16,-4-2-16,0 0 15,0 3 1,-1-2-16,0 1 16,0 1-16,1 1 15,0 0-15,0-1 16,-3-1-16,-2-1 15,0 1-15,-4 2 16,0 1-16,-2 1 16,2 2-16,0 2 15,-1-1 1,-3 1-16,-3 0 16,0 0-16,-2 2 15,3 0-15,1 2 16,0 0-16,-2 0 15,-1 0-15,1-1 16,-1 2-16,1-1 16,1 1-1,1 1-15,-2 0 16,0-1-16,1 0 16,0 0-16,3 1 15,-1 0-15,-1 1 16,-1-1-16,1 0 15,2 1-15,2-2 16,0 2-16,2 0 16,0 0-1,-2 0-15,-1 0 16,2 0-16,2 0 16,4 0-16,2 0 15,1 0-15,0 2 16,1-2-16,0 1 15,1 0-15,12-1 16,-16 2-16,16-2 16,0 0-1,-12 3-15,12-3 16,0 0-16,0 0 16,0 0-16,0 0 15,0 0-15,0 0 16,0 0-16,-10 5 15,10-5-15,0 0 16,0 0 0</inkml:trace>
  <inkml:trace contextRef="#ctx0" brushRef="#br0" timeOffset="-141366.12">8309 7779 0,'0'0'0,"0"0"0,-1-2 0,1 2 16,0 0-1,-4-8-15,4 8 16,0 0-16,0 0 16,0 0-16,0 0 15,0 0-15,0 0 16,12 8-16,0 5 15,4 4-15,0-1 16,-1 3-16,2-1 16,1 2-16,1 2 15,1 1 1,0-1-16,-3-1 16,0-2-16,2 3 31,-3-3-31,-4-5 15,-2-3-15,-5-4 16,-5-7-16</inkml:trace>
  <inkml:trace contextRef="#ctx0" brushRef="#br0" timeOffset="-141050.21">8543 7774 0,'0'0'0,"0"-1"16,0 1-16,0 0 15,0 0-15,0 0 16,0 0 0,-16 9-16,-1 8 15,-4 8-15,-2 5 16,0 3-16,2 1 15,0-1-15,1-3 16,-1 4 0,-1 0-1,4-4-15,4-6 16,9-11 0,5-2-16,1-3 15</inkml:trace>
  <inkml:trace contextRef="#ctx0" brushRef="#br0" timeOffset="-140433.73">8813 7929 0,'0'0'0,"0"0"0,0 0 0,-3-1 16,3 1-16,0 0 16,-12-2-16,0 3 15,-2 4-15,-3 4 16,0 4-16,2 3 15,2 2-15,0 4 16,3 3-16,2-3 16,5-2-16,5-1 15,3 1 1,2 2-16,3 3 16,9-1-1,4-4 1,1-9-16,1-4 15,-3-7-15,-2-3 16,-1-5-16,-1-4 16,-2-6-16,-1-3 15,-1-4-15,-4 3 16,-2-3 0,-4 0-16,-3-3 15,-2 0-15,-2 1 16,-1 5-16,-2 5 15,-3 4-15,-3 4 16,-3-1-16,-5 4 16,-3 3-1,-4 8-15,-1 7 0,1 6 16,5 3 0,3-3-16</inkml:trace>
  <inkml:trace contextRef="#ctx0" brushRef="#br0" timeOffset="-134417.29">7622 8366 0,'0'0'0,"0"0"15,0 0-15,0 0 16,0 0-16,0 0 15,0 0 1,0 0-16,0 0 16,0 0-16,3 2 15,-3-2-15,0 0 16,15 11-16,-4-3 16,4-1-16,1 1 15,2-2-15,-1 0 16,3-2-1,3 0-15,1-1 0,5 1 16,3-2 0,2 1-16,1 0 15,6 1-15,1-2 16,-1 2-16,1-1 16,-2 0-16,0 1 15,2-1-15,3 0 16,2 0-16,2 0 15,-1-2 1,1-1-16,1-2 16,2-2-16,-1 0 15,-1 2-15,-3-1 16,-3 0-16,-1-1 16,-3 1-16,0-1 15,-4 1-15,-3 0 16,1 1-16,-3 0 15,0 0-15,-4 1 16,-5-2 0,-4 1-16,-4-2 15,-5 2-15,-9 2 16,14-5-16,-14 5 16,10-11-16,-4 0 15,-1-6-15,0-6 16,-3-1-16,-1-2 15,-1-2-15,-1 0 16,0-5-16,-1 0 16,-1-2-1,1 1-15,-1 1 16,2 1-16,-3 1 16,1-1-16,1 1 15,-2 5-15,1 0 16,-1 4-16,0 2 15,1 2-15,-1 2 16,1 0-16,-1 1 16,-1-2-1,-1 2-15,0 1 16,-1 0-16,2 1 16,-2 1-16,1 0 15,0 1-15,1 1 16,0 0-16,1 0 15,-1 0-15,-1 0 16,1 0-16,0-1 16,-1 1-1,1 0-15,0 2 16,1-1-16,0 2 16,-1-1-16,1 1 15,-2 0-15,1-1 16,-2 0-16,-2-1 15,-2-2-15,-2-1 16,0 0 0,2 2-16,-2 1 15,0 0-15,-2 0 16,-2 2-16,1 1 16,-2-1-16,-1 1 15,1 2-15,0 0 16,2-1-16,0 2 15,0 1-15,0-1 16,0-1 0,-2 1-16,-3-1 15,-2 0-15,-3-1 16,1 0-16,0 1 16,-1-2-16,-1 2 15,-2-1-15,0 0 16,0 0-16,-4 0 15,0 1-15,-1-1 16,3 2 0,2-1-16,3 1 15,1 0-15,0-1 16,0 1-16,2 0 16,1 1-16,3-1 15,1 1-15,2 2 16,-1-1-16,3 1 15,1 1-15,2 0 16,1 1-16,-1 0 16,-2 3-1,-1-1-15,1 2 16,1 0-16,12-6 16,-16 12-16,9-5 15,1 2-15,0-1 16,1 2-16,0 0 15,1 1-15,0 4 16,-1 2 0,0 2-16,-1 3 15,1 1-15,-1 2 16,2 2-16,2 1 16,1 0-16,1 1 15,0-1-15,0 2 16,0-2-1,0 3-15,-1 0 16,-1 2-16,1 1 0,-1-2 16,-1 1-1,-1-2-15,1-1 16,0 0-16,-1 1 16,-1 4-16,1 0 15,0-2-15,-1-2 16,2-3-16,0-1 15,-1 2-15,2-1 16,0 2-16,1-6 16,1-3-16,0-2 15,1-3 1,2 0-16,2-2 16,13-2-1,22-1 1</inkml:trace>
  <inkml:trace contextRef="#ctx0" brushRef="#br0" timeOffset="-128366.64">2172 7055 0,'0'0'0,"0"0"0,0 0 0,0 0 15,0 0-15,0 0 16,0 0 0,0 0-16,0 2 15,0-2-15,0 0 16,5 7-16,-5-7 16,15 14-16,-4-4 15,3-1-15,3-1 16,4-1-16,2 0 15,6-3 1,1-1-16,2-3 16,1-1-16,-3-1 15,3 0-15,1 0 16,3-1-16,-1 1 16,-1-1-16,0 1 15,1-1-15,-1 1 16,1-1-16,1 2 15,-1-2 1,0 0-16,1 1 16,-1-1-16,1 1 15,2 0-15,-1-1 16,0 0-16,-1 1 16,0-1-16,0 1 15,0 0-15,0-1 16,-2-1-16,-3 1 15,3 1 1,0 0-16,-2-1 16,-3-1-16,-1 1 15,-1 0-15,2 0 16,2-1-16,-2 1 16,-4-1-16,-3 0 15,-2 1-15,1-1 16,3 1-16,7-1 15,8-1 1,7 0-16,5-2 16</inkml:trace>
  <inkml:trace contextRef="#ctx1" brushRef="#br0">3904 6990 0</inkml:trace>
  <inkml:trace contextRef="#ctx0" brushRef="#br0" timeOffset="-40301.47">11473 7709 0,'0'0'0,"0"0"0,0 0 15,0 0-15,0 0 16,0 2-16,0-2 15,2 12-15,0 1 16,1 1-16,0 2 16,0 0-16,-1-1 15,2 1 1,0-1-16,0-1 16,0 1-16,-1-1 15,1-1-15,1 1 16,0 0-16,1 0 15,1-2-15,0-1 16,-1-1-16,0-2 16,-1 0-16,1 0 15,1-2 1,-2 1-16,2 0 16,0 1-16,-1-2 15,-6-6-15,10 11 16,-10-11-16,10 9 15,-10-9-15,11 10 16,-11-10-16,15 10 16,-15-10-16,14 7 15,-14-7 1,12 6-16,-12-6 16,11 6-16,-11-6 15,0 0-15,11 4 16,-11-4-16,0 0 15,12 3-15,-12-3 16,0 0-16,0 0 16,10 0-16,-10 0 15,0 0-15,0 0 16,0 0 0,0 0-16,11-6 15,-11 6-15,17-14 16,-3 3-16,-1 1 15,1 0-15,-1-2 16,1 2-16,-1 0 16,-1-1-16,0-1 15,0 0 1,-1 0-16,1 0 16,-2 1-16,-1 2 15,-1 0-15,0 0 16,-1 1-16,-2 2 15,0-1-15,-5 7 16,11-12-16,-5 5 16,0-1-16,1 0 15,-1-2-15,2 1 16,-1 0 0,-1 0-16,0 1 15,1-1-15,0 2 16,-1-1-16,1 1 15,-1 0-15,0 0 16,2 2-16,-8 5 16,14-11-16,-14 11 15,20-10-15,-9 6 16,3 2 0,-2 0-16,-1 1 15,-11 1-15,17 1 16,-17-1-16,13 2 15,-13-2-15,14 5 16,-14-5-16,15 7 16,-15-7-16,14 8 15,-5-1-15,-2 0 16,2 3 0,0 3-16,-1 2 15,0 3-15,-3 0 16,-1 2-16,1 3 15,-1 1-15,-1 1 16,0 1-16,-1-3 16,1 2-16,1-2 15,-1-1 1,0 1-16,0-1 16,-1-2-16,0-2 15,0 0-15,1 0 16,2 2-16,3 0 15,-1-2-15,1-4 16,-1-2-16,-1 0 16,0-2-16,0 0 15,2 1 1,-2-1-16,3 3 16,0-1-16,1 1 15,0 1-15,-2-2 16,2 1-16,-2-3 15,-1-1-15,-1-1 16,0 0-16,3 0 16,1 1-16,1-1 15,1 0 1,0 0-16,-2-3 16,-10-5-16,17 8 15,-17-8-15,17 6 16,-17-6-16,16 2 15,-16-2-15,18-2 16,-18 2-16,20-7 16,-5 0-16,0-4 15,2-2-15,-4 2 16,-2 2 0,-1-1-16,3-2 15,1-4-15,1 1 16,-4 0-16,-1 1 15,1-1-15,-1-1 16,0-1-16,-1-1 16,1-4-16,1-1 15,-1 1-15,-1-1 16,0 2 0,-1 0-16,0-1 15,2 0-15,-1 1 16,2 1-16,1-1 15,1 2-15,1 1 16,1 0-16,0 2 16,0-1-16,-2 2 15,0 1-15,-1 1 16,0 3-16,-2 1 16,-1 2-1,-9 7-15,16-10 16,-16 10-16,12-7 15,-12 7-15,11-4 16,-11 4-16,0 0 16,9-1-16,-9 1 15,0 0-15,11 1 16,-11-1-16,11 6 16,-11-6-1,14 13-15,-5-1 16,-2 5-16,-1 2 15,0 1-15,-4 2 16,-1 1-16,0-3 16,-2-1-16,-1 0 15,0 1-15,-3 1 16,-1 2-16,-1 0 16,1-4-1,2-3-15,-1-1 16,2 0-16,1 0 15,2-1-15,0-2 16,0 1-16,2-2 16,0 0-16,2 1 15,-2 0-15,1 3 16,1 2-16,0 3 16,3 2-1,1-3-15,-2-6 16,0-1-16,0-5 15,-1 1-15,2-2 16,-7-6-16,18 10 16,-7-5-16,0 0 15,4 1-15,1-1 16,1-2-16,0-1 16,-5-2-16,-2-2 15,0 1 1,0-2-16,6-5 15,1-3-15,0-6 16,0-1-16,1 2 16,-1-1-16,-2 2 15,1 0-15,0 3 16,-1-1-16,1-1 16,0 1-16,1-1 15,1-1 1,3-2-16,2-1 15,-2 0-15,1 1 16,-1 1-16,-1 1 16,-1-1-16,-1 2 15,-2 0-15,1 1 16,2-3-16,3-1 16,-1 1-16,-1 0 15,-1 3 1,-3-2-16,3 0 15,-2-2-15,-1 1 16,-2 0-16,-1 2 16,0 0-16,-2-1 15,0 1-15,0 1 16,0 1-16,-1-1 16,1 0-16,0 0 15,-1 1 1,1 0-16,-1 1 15,2-1-15,0 0 16,1-1-16,-2 2 16,1 0-16,-1 2 15,1-3-15,6-4 16,-3 1-16</inkml:trace>
  <inkml:trace contextRef="#ctx0" brushRef="#br0" timeOffset="-36867.78">12589 8434 0,'0'0'0,"0"0"0,0 0 15,-3-3-15,3 3 16,-6-7-16,6 7 15,0 0-15,-5-7 16,5 7 0,0 0-16,0 0 15,0 0-15,0 0 16,0 0-16,0 0 16,0 0-16,0 0 15,-3 6-15,3-6 16,3 7-16,-3-7 15,0 0-15,5 6 16,-5-6-16,0 0 16,0 0-1,0 0-15,11 1 16,-11-1-16,0 0 16,0 0-16,0 0 15,0 0-15,-5-7 16,5 7-16,0 0 15,-14 4-15,14-4 16,-9 11-16,9-11 16,-6 11-1,6-11-15,-1 12 16,1-12-16,4 11 16,-4-11-16,7 9 15,-7-9-15,12 4 16,-12-4-16,11 0 15,-11 0-15,0 0 16</inkml:trace>
  <inkml:trace contextRef="#ctx0" brushRef="#br0" timeOffset="-33167.46">12639 8287 0,'0'0'0,"0"0"16,0 0-16,0 0 16,0 0-16,0 0 15,0 0 1,0 0-16,0-3 16,0 3-16,1-8 15,2-1-15,1-4 16,4-3-16,-2 0 15,4-3-15,3-1 16,1-2 0,1 2-16,-4 4 0,0 2 15,1 1 1,-1 0-16,1 0 16,-2 1-16,1-2 15,3-2-15,0-1 16,-1 1-16,-3 3 15,0 0-15,0 1 16,0-2-16,0 1 16,-1 0-16,1 0 15,-1 2-15,-1 0 16,-1 2 0,0 1-16,-1-1 15,0 0-15,1 1 16,0-2-16,0 1 15,-1 0-15,0 1 16,0 0-16,1 0 16,-1 0-16,1 1 15,-7 7 1,11-10-16,-11 10 16,7-7-16,-7 7 15,0 0-15,0 0 16,10-5-16,-10 5 15,0 0-15,0 0 16,0 0-16,0 0 16,0 0-16,11-7 15,-11 7-15,0 0 16,0 0 0,0 0-16,12-3 15,-12 3-15,0 0 16,14-7-16,-14 7 15,11-6-15,-11 6 16,0 0-16,13-4 16,-13 4-16,0 0 15,11-5-15,-11 5 16,0 0 0,0 0-1,0 0-15,0 0 0,10-5 16,-10 5-16,0 0 15,0 0-15,0 0 16,0 0-16,0 0 16,0 0-16,0 0 15,0 0-15,0 0 16,9-2 0,-9 2-16,0 0 15,0 0-15,0 0 16,0 0-16,0 0 15,0 0-15,0 0 16,0 0-16,0 0 16,10 4-16,-10-4 15,0 0 1,0 0-16,0 0 16,0 0-16,0 0 15,0 0-15,0 0 16,0 0-16,0 0 15,0 0-15,0 0 16,0 0-16,0 0 16,0 0-16,0 0 15,0 0 1,0 0-16,0 0 16,0 0-16,0 0 15,0 0-15,0 0 16,0 0-16,0 0 15,0 0-15,0 0 16,0 0-16,0 0 16,0 0-16,0 0 15,0 0-15,0 0 16,0 0 0,0 0-16,0 0 15,0 0-15,0 0 16,0 0-16,10 5 15,-10-5-15,0 0 16,0 0-16,0 0 16,0 0-16,0 0 15,0 0 1,0 0 0,7 6-1,-7-6-15,0 0 0,0 0 0,10 7 16,-10-7-16,0 0 15,0 0-15,8 7 16,-8-7-16,0 0 16,0 0-16,0 0 15,0 0-15,0 0 16,8 5 0,-8-5-16,0 0 15,0 0-15,0 0 16,0 0-16,0 0 15,6 8-15,-6-8 16,0 0-16,8 11 16,-4-4-16,1 1 15,0-2-15,-1 1 16,-4-7 0,6 11-16,-6-11 15,7 10-15,-7-10 16,6 8-16,-6-8 15,6 9-15,-6-9 16,8 9 0,-8-9-16,8 9 0,-8-9 15,9 13-15,-5-5 16,2 1 0,0 3-16,-1-1 15,1 0-15,-2-1 16,0 0-16,-1-2 15,-1 2-15,0-1 16,0 0-16,-1-2 16,1 2-16,0-1 15,-1 1-15,-1 1 16,1 0 0,0 1-16,0-1 15,-1-1-15,1 1 16,1 0-16,-2 1 15,1 1-15,1 1 16,-1 2-16,0-1 16,0 1-16,1 1 15,0 0-15,-1-1 16,1-1-16,0 1 31,1-1-15,0 4-16,-1-3 15,-1-4-15,1-1 16,-1-2-16,-1 1 16,1-1-16,-1-8 15,2 11 1,-2-11-16,0 0 0,3 7 16,-3-7-1,0 0-15,4 7 16,-4-7-16,0 0 15,0 0-15,5 6 16,-5-6-16,0 0 16,0 0-16,0 0 31,0 0-31,0 0 0,0 0 0,6 7 16,-6-7-1,0 0-15,0 0 16</inkml:trace>
  <inkml:trace contextRef="#ctx0" brushRef="#br0" timeOffset="-6968.41">7484 6709 0,'0'0'0,"0"0"0,0 0 16,0 0-16,0 0 16,2 0-16,-2 0 15,0 0-15,0 0 16,13-7-16,-2-2 16,7-7-16,6-7 15,1-4-15,5-7 16,6-7-16,6-7 15,4-5-15,2-1 16,5-7 0,1 3-16,8-5 15,3 1-15,1 3 16,6-2-16,-4 8 16,0-1-16,6-4 15,-7 5-15,3-3 16,-5 4-16,-1-1 15,3 0 1,-3 1-16,-3 3 16,-4 3-16,-1 5 15,-1 1-15,-1 5 16,3-1-16,-2-1 16,-1 3-16,-2 1 15,-3 1-15,-1 2 16,1-1-16,0 0 15,-3 0 1,-6 1-16,-3 3 16,-2 4-16,-5 0 15,-2 5-15,-2 1 16,-3 4-16,-3 1 16,-2 2-16,-3 2 15,-5 3-15,-10 5 16,10-7-1,-10 7-15,0 0 16,0 0-16,0 0 16,0 0-16,8-7 15,-8 7-15,0 0 16,-17-9-16,-1 4 16,-5-1-16,-8 3 15,-5 6-15,-5 5 16,4 2-16,7-1 15,8-2-15,6-4 16,5 1 0,11-4-16,-11 3 15,11-3-15,0 0 16,0 0-16,0 0 16,0 0-16,0 0 15,0 0-15,0 0 16,0 0-16,0 0 15,10 5-15,14-8 16,9-3 0,1-2-16,0-1 15,-5 1-15,-3 1 16,-4 1-16,-2 4 16,-3 2-16,-6 4 15,-1 10-15,-7 9 16,-9 11-16,-6 12 15,-15 20 17,1 0-32,4-7 15,6-18-15</inkml:trace>
  <inkml:trace contextRef="#ctx0" brushRef="#br0" timeOffset="-6451.42">10082 4882 0,'0'0'0,"0"0"16,-4-3-16,4 3 15,-17-12-15,6 8 16,-4 7 0,-4 6-16,-3 7 15,1 5-15,2 3 16,2 6-16,4 4 16,5 2-16,3-2 15,4-7-15,15 4 31,15-1-31,10-7 16,2-11 0,-13-9-16,3-8 15,2-2-15,3-4 16,0-6-16,-7-11 16,-4-8-16,-5 0 15,-3 1-15,-6 6 16,-3 4-16,-5 1 15,-5 3-15,-4 2 16,-8-1 0,-6 4-16,-12 1 15,-12 13-15,-19 13 16,-14 11-16,-9 19 16</inkml:trace>
  <inkml:trace contextRef="#ctx0" brushRef="#br0" timeOffset="-4768.33">7149 6249 0,'0'0'0,"0"0"0,0 0 16,0 0-16,0 0 16,0 0-16,0 0 15,0 0-15,0 0 16,0 0 0,0 0-16,0 0 15,0 0-15,0 0 16,0 0-16,3-1 15</inkml:trace>
  <inkml:trace contextRef="#ctx0" brushRef="#br0" timeOffset="64864.37">11852 666 0,'0'0'0,"0"0"0,0 0 16,2-2-16,5-5 15,5-5-15,5-5 16,1 0-16,2 0 16,7-1-16,6 1 15,2 1-15,-3 3 16,0 0 0,2 1-16,0-2 15,3 3-15,2 0 16,1 3-16,2 1 15,-3-1-15,0 1 16,1 1-16,-3 1 16,-4 2-16,-8 1 15,-4 0-15,-7 1 16,-14 1 0,17-1-16,-17 1 15,0 0-15,10 0 16,-10 0-16,0 0 15,0 0-15,0 0 16,0 0-16,-16-8 16,-11 0-16,-5 0 15,2 3-15,2 2 16,-1-1 0,0 1-16,6 1 15,2 0-15,5 0 16,6 1-16,10 1 15,-14-2-15,14 2 16,0 0-16,0 0 16,-10 0-16,10 0 15,0 0-15,0 0 16,0 0 0,0 0-16,0 0 15,24 1-15,-2 3 16,-1 1-16,-2 1 15,-2 0-15,-4-1 16,-3 1-16,-1 0 16,-1 4-16,-2-1 15,0 3-15,-4 1 16,-4 1 0,-2 1-16,-5 3 15,-3 0-15,-2-3 16,2-1-16,0-3 15,4-1-15,1-4 16,7-6-16,-7 8 16,7-8-16,0 0 15,-6 6-15,6-6 16,0 0 0,0 0-16,0 0 15,0 0-15,0 0 16,-6 7-16,6-7 15,0 0-15,0 0 16,0 0-16,0 0 16,0 0-16,0 0 15,0 0-15,0 0 16,-5 7-16,5-7 16,0 0-1,0 0-15,0 0 16,0 0-16,-3 7 15,3-7-15,0 0 16,0 0-16,0 0 16,-3 5-16,3-5 15,0 0-15,0 0 16,0 0-16,0 0 16,0 0-1,0 0-15,0 0 16,0 0-16,0 0 15,0 0-15,-1 8 16,1-8-16,0 0 16,0 0-16,0 0 15,0 0-15,0 0 16,0 0-16,0 0 16,0 0-1,-2 6-15,2-6 16,0 0-16,0 0 15,-3 14-15</inkml:trace>
  <inkml:trace contextRef="#ctx0" brushRef="#br0" timeOffset="80780.74">11821 3918 0,'0'0'0,"0"0"0,0 0 15,-1 2-15,1-2 16,-2 8-16,0 0 16,0 7-16,-2 3 15,0 4-15,-1 4 16,1 0 0,-1 1-16,2 0 15,0-2-15,1-3 16,1-2-16,0-3 15,0-2-15,1-2 16,-1-1-16,0-2 16,0-3-16,1-7 15,-1 10-15,1-10 16,0 0-16,-3 8 16,3-8-1,0 0-15,0 0 16,0 0-16,0 0 15,0 0-15,0 0 16,0 0-16,0 0 16,0 8-16</inkml:trace>
  <inkml:trace contextRef="#ctx0" brushRef="#br0" timeOffset="82031.11">12049 4165 0,'0'0'0,"0"0"0,0 0 15,0 0-15</inkml:trace>
  <inkml:trace contextRef="#ctx0" brushRef="#br0" timeOffset="83264.03">11971 4257 0,'0'0'0,"0"0"16,0 0-16,-1-2 15,1 2-15,0 0 16,0 0-16,0 0 16,0 0-16,3-10 15,4 1-15,4-3 16,4-3-16,4-1 15,3 0 1,0 1-16,3 0 16,0-1-16,1 1 15,1 2-15,-1 1 16,1 2-16,1-1 16,1 3-16,-2 0 15,1 3-15,-1 1 16,-1 1-16,-3 3 15,-1 1 1,-5 1-16,-1 1 16,-1-1-16,-3 0 15,-1 0-15,-11-2 16,17 6-16,-17-6 16,11 4-16,-11-4 15,0 0-15,0 0 16,11 6-16,-11-6 15,0 0 1,0 0-16,0 0 16,0 0-16,4 7 15,-4-7-15,0 0 16,0 0-16,0 0 16,0 0-16,0 0 15,0 0-15,0 0 16,0 0-16,-13-11 15,13 11 1,-11-12-16,11 12 16,-10-9-16,10 9 15,0 0-15,-7-7 16,7 7-16,0 0 16,0 0-16,0 0 15,0 0-15,0 0 16,0 0-16,0 0 15,19 8 1,-5-3-16,1 1 16,-1 0-16,-3 0 15,0 1-15,-11-7 16,16 11-16,-16-11 16,6 11-16,-5-3 15,-4 4-15,-3 2 16,-2 2-16,-5-2 15,4-4 1</inkml:trace>
  <inkml:trace contextRef="#ctx0" brushRef="#br0" timeOffset="83998.31">12829 4006 0,'0'0'0,"0"0"0,0 3 0,0 6 16,0 8-16,0 6 15,-2 2-15,-2 3 16,0-3-16,2 1 15,-2-6-15,2 0 16,3-5 0,2-2-16,3-2 15,2-3-15,2-4 16,3-3-16,0-2 16,1-3-16,1-4 15,-2-1-15,0-1 16,-2 2-16,-3 0 15,-2 1-15,-6 7 16,7-8 0,-7 8-16,0 0 15,0 0-15,5-7 16,-5 7-16,0 0 16,0 0-16,0 0 15,0 0-15,0 0 16,0 0-16,-4 15 15,-3 8-15,-7 15 16,-3 5 0,-3 3-16,-1 1 15,3-7-15,1-6 16,6-6-16,1-6 16,4 0-16,2 2 15,1-3-15,0-2 16,0-3-16,2-3 15,-1-3-15,2-10 16,-2 9 0,2-9-16,0 0 15,0 0-15,-11-5 16,3-9-16,4-1 16,3-3-16,2 1 15,6-2-15,11-7 16,12 0-16,9-1 15,6 2-15,-2 7 16,2-2 0</inkml:trace>
  <inkml:trace contextRef="#ctx0" brushRef="#br0" timeOffset="84497.87">12924 3922 0,'0'0'0,"0"0"16,0 0-16,0 1 15,0-1-15,-17 23 16,0 1 0,-1 0-16,3-1 15,3-7-15,2-1 16,3-4-16,1-4 16,6-7-16,-5 7 15,5-7-15,0 0 16,0 0-16,0-11 15,1-1-15,3-5 16,3 2-16,1 1 16,1 4-1,2 3-15,2 4 16,3 3-16,2 3 16,4 4-16,1 6 15,3 3-15,1 3 16,1 5-16,-2-3 15</inkml:trace>
  <inkml:trace contextRef="#ctx0" brushRef="#br0" timeOffset="85281.29">13177 4283 0,'0'0'0,"7"-1"15,3-1-15,12-2 16,8-2-16,1 0 16,-1 0-16,-1 1 15,0-1 1,1 0-16,-1 1 16,-1-1-16,-5 2 15,-6 0-15,-3 3 16,-14 1-16,15-3 15,-15 3-15,0 0 16,0 0-16,10-3 16,-10 3-1,0 0-15,-14-8 16,2 3-16,12 5 16,-15-8-16,15 8 15,0 0-15,0 0 16,-11-3-16,11 3 15,0 0-15,0 0 16,0 0-16,0 0 16,0 0-1,4 11-15,2-3 16,0 3-16,2 2 16,-2 1-16,-3 1 15,-5 3-15,-5 3 16,-6 2-16,-4-3 15,-3-4-15,1-3 16,4-4 0,3-2-16</inkml:trace>
  <inkml:trace contextRef="#ctx0" brushRef="#br0" timeOffset="85880.96">13686 4382 0,'0'0'0,"0"0"15,0 0-15,0 0 16,0 0-16,2 3 16,-2-3-16,11 11 15,-1-5 1,9-4-16,4-2 16,2-8-16,0-3 15,0-6-15,-1-1 16,-4 0-16,-5 0 15,-4-2-15,-2 1 16,-5 2-16,-3 2 16,-3 3-16,-6 2 15,-9-2 1,-8 3-16,-6 3 16,3 7-16,3 6 15,4 1-15,0 5 16,3 5-16,1 4 15,0 8-15,2 1 16,4 2-16,8 5 16,3 3-16,11-4 31,10-6-15,2-1-16,4-6 15,-5-2-15,11 9 16,-5-8-16,5-8 15,-1-16-15,-2-2 16,4 0-16</inkml:trace>
  <inkml:trace contextRef="#ctx0" brushRef="#br0" timeOffset="86514">14007 4142 0,'0'0'0,"0"0"0,-2-3 16,-8 1-16,-17-4 15,-18 7-15,-7 8 16,4-1-16,-7 7 16,6 0-16,5 0 15,3 0-15,8-1 16,-1 6 0,5 5-16,3 6 15,3-1-15,7 3 16,4-3-16,5 5 15,7-3-15,4-4 16,9 0-16,11-4 16,30 34 15,19 11-31,-4-9 16,-10-19-16,-13-32 15,0-9-15,5-4 16,1-9-16,-3-8 15,-2-17-15,-9-3 16,0-6-16,-3-8 16,-5 5-16,0-7 15,-11 2-15,-10 6 16,-9 3 0,-13 4-16,-6 3 15,-5 5-15,-9 7 16,3 7-16,0 10 15,-1 7-15,2 5 16,0 7-16,4 2 16</inkml:trace>
  <inkml:trace contextRef="#ctx0" brushRef="#br0" timeOffset="87181.01">14097 4301 0,'0'0'0,"2"-1"16,-2 1-16,27-4 15,13-2-15,9-1 16,3 4-16,2 2 16,-1 2-16,-1 0 15,-4 1-15,0 2 16,0-1 0,-5-1-16,-8-1 15,-3 1-15,-1 0 16,0-1-16,-3 1 15,-6-2-15,-7 1 16,-5-1-16,-10 0 16,11-1-16,-11 1 15,0 0-15,0-6 16,-8-1 0,-12-4-16,-3 3 15,1 0-15,5 4 16,6 1-16,11 3 15,-13-2-15,13 2 16,0 0-16,0 0 16,0 0-16,0 0 15,4 12-15,12 4 16,7 3 0,-2-1-16,-4-2 15,-2-3-15,-5 1 16,-5 2-16,-4 0 15,-5-1-15,-8 2 16,1 0-16,-4 0 16,3-4-16,6-6 15,6-7-15</inkml:trace>
  <inkml:trace contextRef="#ctx0" brushRef="#br0" timeOffset="87797.8">15090 4366 0,'0'0'0,"-1"1"0,1-1 0,0 0 15,-6 18-15,-4 9 16,-1 5-16,0-3 15,2-1-15,3-5 16,3-5-16,3-6 16,2-6-16,-2-6 15,12 6-15,0-6 16,4-4 0,5-5-16,3-4 15,-1 0-15,-5 0 16,-6 3-16,-4 4 15,-8 6-15,9-7 16,-9 7-16,0 0 16,13 7-16,-6 7 15,0 10-15,3 8 16,-2 1-16,-2-5 16,0-9-1,-2-6-15,3-4 16,3-5-16,7-2 15,3-5-15,2-10 16,0-7-16,-2-7 16,-2-3-16,-5 2 15,-3-3-15,-4 2 16,-1 2-16,-3 1 16,-1 7-16,-1 4 15,-1 5 1,0 3-16,1 7 15,0-6-15,0 6 16,0 0-16,0 0 16,0 0-16,0 0 15,-1 6-15,2 3 16</inkml:trace>
  <inkml:trace contextRef="#ctx0" brushRef="#br0" timeOffset="88580.63">15596 4204 0,'0'0'0,"-4"-2"0,4 2 0,-8-7 16,-16-8-16,-8-3 16,-2 1-1,-6 7-15,-6 0 16,-4 4-16,-2 4 15,0 4-15,-4 4 16,0 5-16,0 4 16,7 6-16,-2 7 15,7 1-15,5 3 16,3 5-16,6 1 16,0 13-1,8 7-15,10 0 16,6 16-16,10-7 15,4 5-15,8 1 16,27 7 0,7 6-1,15-13-15,0-19 16,-10-21-16,8-14 16,-1-11-16,4-4 15,-2-15 1,-3-17-16,0-3 15,-3-10-15,1-8 16,2-4-16,-13-3 16,-7-5-16,-6 9 15,-28 28-15,5-44 16,-8 4-16,-3 8 16,-26-45-16,10 54 15,-9-4 1,-7 6-16,-2 5 15,-7 3-15,-4 4 16,4 8-16,2 7 16,0 6-16,3 7 15,1 5-15,4 6 16,2 5-16,1 4 16,4 3-16,2-3 15</inkml:trace>
  <inkml:trace contextRef="#ctx0" brushRef="#br0" timeOffset="97281.26">5951 1342 0,'0'0'0,"0"0"0,0 0 16,0 0-1,0 0-15,2 3 16,0 8-16,2 4 16,-1 4-16,-3 6 15,-1 4-15,0 3 16,1 0-16,-1-7 16,0-4-16,0 1 15,0-1-15,1 1 16,-1-4-1,0-4-15,1-1 16,-1 1-16,0-2 16,0-2-16,1-4 15</inkml:trace>
  <inkml:trace contextRef="#ctx0" brushRef="#br0" timeOffset="98496.69">6212 1151 0,'0'0'0,"-5"-1"0,5 1 16,-11-4-16,2 1 15,-4-1 1,-6 0-16,-6 1 16,0 3-16,0 1 15,0 3-15,1 0 16,-1 1-16,-1 3 16,0 1-16,-2 5 15,0 3-15,0 4 16,1 2-1,2 4-15,-1 4 16,3 3-16,3 4 16,0 5-16,3-6 15,3-3-15,2-1 16,0 0-16,4 6 16,1 2-16,6 0 15,3-2-15,5-3 16,2 4-16,1-6 15,4 2 1,1-6-16,3-1 16,7-2-16,5-3 15,0-5-15,1-4 16,2-4-16,2-3 16,4-4-16,6-4 15,-3-5-15,6-6 16,-3-4-16,3-3 15,-5-4-15,-4-4 16,5-4 0,-4-2-16,-3 0 15,-2-1-15,-6-5 16,-7-2-16,-5-1 16,-5 2-16,-3 5 15,-3-2-15,-6-1 16,-3 1-16,-3 3 15,-4 3 1,-3 2-16,-6 1 16,-4-1-16,-6 0 15,0 3-15,-1 1 16,-4 2-16,-4 3 16,0 1-16,1 4 15,1 2-15,5 2 16,-2 2-1,4 3-15,4 3 16,1 1-16,0 2 16,1 0-16,4 2 15,1-1-15,3 1 16,4 0-16,11-3 16,-15 5-16,15-5 15,0 0-15,-11 5 16,11-5-16,0 0 15,0 0 1,0 0-16,0 0 16,-5 6-16,5-6 15,0 0-15,0 0 16,0 0-16,0 0 16,0 0-16,0 8 15,0-8-15,0 0 16,2 8-16,-2-8 15,0 0 1,0 0-16,1 7 16,-1-7-16,0 0 15,0 0-15,0 0 16,0 0-16,0 0 16,0 0-16,0 0 15,0 0-15,0 0 16,0 0-16,0 0 15,0 0 1</inkml:trace>
  <inkml:trace contextRef="#ctx0" brushRef="#br0" timeOffset="100348.19">6622 1532 0,'0'0'0,"0"0"0,0 0 16,0 0-16,0 0 16,8 3-1,8 1-15,7 1 16,7-1-16,2-1 16,1-2-16,-3-1 15,-1-1-15,1 0 16,0-2-16,2-2 15,-1 2-15,-2-1 16,-3 0 0,0 0-16,-2 1 15,-2 1-15,-2 0 16,-3 0-16,-5 1 16,-12 1-16,16-2 15,-16 2-15,0 0 16,0 0-16,11 0 15,-11 0-15,0 0 16,0 0-16,0 0 16,0 0-1,0 0-15,0 0 16,1-7-16,-1 7 16,-12-14-16,4 3 15,-1-1-15,-2 2 16,0 0-16,-1-1 15,2 2-15,1 2 16,9 7-16,-14-10 16,14 10-1,-10-6-15,10 6 16,0 0-16,0 0 16,0 0-16,-9-4 15,9 4-15,0 0 16,0 0-16,0 0 15,0 0-15,0 0 16,0 0-16,13 10 16,3 0-16,3 3 15,1 1 1,1 0-16,0 2 16,-3-1-16,-3 1 15,-3-1-15,-3 2 16,-5 0-16,-4 5 15,-4 2-15,-6 1 16,-4 0-16,0-3 16,1-4-16,3-4 15,2-7 1,8-7-16,-8 9 16,8-9-16,0 0 15,0 0-15,0 0 16</inkml:trace>
  <inkml:trace contextRef="#ctx0" brushRef="#br0" timeOffset="102764.71">7697 1227 0,'0'0'0,"0"0"0,0 0 0,0 0 15,0 0-15,0 0 16,0 0-16,0 0 16,0 0-1,0 0-15,-2 2 16,2-2-16,0 0 16,0 0-16,-2 7 15,2-7-15,-3 7 16,1 1-16,-2 6 15,-1 6-15,1 4 16,1 2-16,-1 1 16,0 2-16,-1 7 15,1-1 1,0-1-16,0-3 16,0-1-16,1-1 15,0-1-15,0-2 16,0-3-16,1-4 15,2-1-15,-2-3 16,1-1-16,0-3 16,1-3-16,0-8 15,0 10-15,0-10 16,0 7 0,0-7-16,0 0 15,0 0-15,0 0 16,1 6-16,-1-6 15,0 0-15,0 0 16,0 0-16,0 0 16,0 0-16,0 0 15,0 0 1,0 0-16,0 0 16,0 0-16,0 7 15,0-7-15,0 0 16,0 0-16,0 0 15,0 0-15,0 0 16,0 0-16,0 0 16,0 0-16,0 0 15,0 0-15,0 0 16,0 0 0,0 0-16,0 6 15,0-6-15,0 0 16,0 0-16,0 0 15,0 0-15,0 0 16,0 0-16,0 0 16,0 0-16,0 0 15,0 0-15,0 0 16,0 7 0,0-7-16,0 0 15,0 0-15,0 0 16,0 0-16,0 0 15,0 0-15,0 0 16,0 0-16,5 6 16,-5-6-16,0 0 15,0 0-15,0 0 16,0 0 0,0 0-16,0 0 15,0 0-15,0 0 16,0 0-16,0 0 15,0 0-15,0 0 16,0 0-16,0 0 16,0 0-16,0 0 15,0 0-15,0 0 16,0 0 0,0 0-16,0 0 15,0 0-15,0 0 16,0 0-16,0 0 15,0 0-15,0 0 16,0 0-16,0 0 16,0 0-16,8 7 15,-8-7 1,0 0-16,0 0 16,0 0-16,0 0 15,0 0-15,0 0 16,0 0-16,0 0 15,0 0-15,0 0 16,0 0-16,0 0 16,0 0-16,0 0 15,0 0-15,0 0 16,0 0 0,0 0-16,0 0 15,0 0-15,0 0 16,0 0-16,0 0 15,0 0-15,0 0 16,0 0-16,0 0 16,0 0-16,0 0 15,0 0-15,0 0 16,0 0 0,0 0-16,0 0 15,0 0-15,0 0 16,0 0-16,0 0 15,0 0-15,0 0 16,0 0-16,0 0 16,0 0-16,0 0 15,0 0-15,0 0 16,0 0-16,0 0 16,0 0-1,0 0-15,0 0 16,0 0-16,0 0 15,0 0-15,0 0 16,0 0-16,0 0 16,0 0-16,0 0 15,0 0-15,0 0 16,0 0 0,0 0-16,0 0 15,0 0-15,0 0 16,0 0-16,0 0 15,0 0-15,0 0 16,0 0-16,0 0 16,0 0-16,0 0 15,0 0-15,0 0 16,0 0-16,0 0 16,0 0-1,0 0-15,0 0 16,0 0-16,0 0 15,0 0-15,0 0 16,0 0-16,0 0 16,0 0-16,0 0 15,0 0-15,0 0 16,0 0-16,0 0 16,0 0-1,0 0-15,0 0 16,0 0-16,0 0 15,0 0-15,0 0 16,0 0-16,0 0 16,0 0-16,0 0 15,0 0-15,0 0 16,0 0-16,0 0 16,0 0-1,0 0-15,0 0 16,0 0-16,0 0 15,0 0-15,0 0 16,0 0-16,0 0 16</inkml:trace>
  <inkml:trace contextRef="#ctx0" brushRef="#br0" timeOffset="104897.02">6546 1739 0,'0'0'0,"0"0"15,0 0-15,0 0 16,0 0-1,1 1-15,-1-1 16,5 11-16,0 0 16,1 2-16,4 2 15,3 2-15,6 2 16,3 1-16,5 1 16,3-1-16,6-1 15,0-2 1,5 0-16,5-3 15,2-3-15,3-1 16,2-2-16,0-1 16,4-2-16,1-2 15,-1-2-15,3 0 16,-5-1 0,2 0-16,1-1 0,-3 0 15,2-1 1,-3 0-16,2 0 15,-3 0-15,0 0 16,-2-1-16,-2-1 16,-4 0-16,-3-1 15,-4 3-15,-3-1 16,-5-1-16,-3 0 16,-4-1-16,-4 0 15,-3 0-15,-5 1 16,-11 4-1,15-7-15,-15 7 16,10-4-16,-10 4 16,6-8-16,-6 8 15,5-12-15,-4 2 16,-2-1-16,-3-2 16,-3 1-1,-3-1-15,1 2 0,-2 0 16,2 2-1,-1 2-15,2-1 16,1 1-16,7 7 16,-11-8-16,11 8 15,0 0-15,0 0 16,-9-7-16,9 7 16,0 0-16,0 0 15,0 0-15,0 0 16,10 1-1,1 3-15,3 3 16,2 6-16,-2 7 16,-2 6-16,-2 5 15,-5-1-15,-5 11 32,-9 3-32,-7 0 15,-3-4-15,3-14 16,0-5-1,0-2-15,0-4 16,5-2-16,1-3 16,10-10-16</inkml:trace>
  <inkml:trace contextRef="#ctx0" brushRef="#br0" timeOffset="105913.95">8506 1488 0,'0'0'0,"0"0"0,0 0 15,0 0 1,0 0-16,0 0 16,0 0-16,0 2 15,0-2-15,-2 8 16,-1 6-16,-1 6 16,-1 6-16,-1 2 15,-1 5 1,0 0-16,1-1 0,-1-1 15,1-3 1,0-4-16,1-3 16,2-6-16</inkml:trace>
  <inkml:trace contextRef="#ctx0" brushRef="#br0" timeOffset="106196.82">8702 1524 0,'0'0'0,"0"0"0,0 0 16,1 3-16,2 3 15,3 8-15,3 5 16,3 3-16,1 5 15,1-2 1,0-1-16,1-5 16,1-3-16,-2-3 15,2-2-15,-1-1 16,0-2-16,-5-3 16,-10-5-16</inkml:trace>
  <inkml:trace contextRef="#ctx0" brushRef="#br0" timeOffset="106414.56">8889 1520 0,'0'0'0,"0"0"0,-2 4 15,-5 7-15,-5 13 16,-6 11-16,-2 6 15,0 0 1,3-5-16,3-5 16,1 0-1,3-5 1,3-2-16</inkml:trace>
  <inkml:trace contextRef="#ctx0" brushRef="#br0" timeOffset="107096.95">9030 1546 0,'0'0'0,"0"0"15,1 1-15,-1-1 16,6 15-16,-1 5 15,2 10-15,-2 5 16,-3 0 0,-2 0-16,0-1 15,-2-4-15,0-6 16,1-9-16,-1-4 16,1-5-16,1-6 15,-2 7-15,2-7 16,0 0-16,0 0 15,-12-9-15,6-9 16,2-7-16,1-5 16,3-1-1,0 1-15,3 1 16,0 4-16,0 5 16,2 3-16,0 3 15,0 4-15,-1 3 16,-4 7-16,17-9 15,-7 8-15,3 5 16,1 6-16,-1 3 16,2 2-1,1 4-15,0 2 16,-2 2-16,-1-3 16,-2-1-16,-2-2 15,-1-3-15,-2-1 16,1-4-16,0-3 15,-7-6-15,15 1 16,-3-12 0,4-11-16,1-7 15,-1-5-15,-4 2 16,-3 4-16,-1 5 16,-3 4-16,-1 4 15,-2 6-15,-2 9 16,2-12-16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1:59:02.563"/>
    </inkml:context>
    <inkml:brush xml:id="br0">
      <inkml:brushProperty name="width" value="0.05292" units="cm"/>
      <inkml:brushProperty name="height" value="0.05292" units="cm"/>
      <inkml:brushProperty name="color" value="#C00000"/>
    </inkml:brush>
  </inkml:definitions>
  <inkml:trace contextRef="#ctx0" brushRef="#br0">5250 4179 0,'0'0'0,"0"0"0,0 0 0,0 0 16,0 0-16,0 2 16,0-2-16,0 0 15,0 0-15,0 0 16,0 0-16,15 6 16,-5-2-1,1-1-15,4 1 16,3 0-16,1-2 15,5 0-15,2 0 16,3-1-16,-1 1 16,-1 0-16,0-1 15,2 1-15,2 0 16,2-1 0,1 1-16,-1-1 15,-2 1-15,-1 0 16,0 0-16,-2 0 15,-4 0-15,-2 0 16,-4 0-16,-2 0 16,-3 0-16,-2-1 15,-11-1-15,17 1 16,-17-1 0,16 2-16,-16-2 15,17 6-15,-17-6 16,17 5-16,-17-5 15,15 5-15,-15-5 16,14 5-16,-14-5 16,15 5-16,-15-5 15,18 3-15,-8-2 16,1 0-16,0-1 16,2 0-1,3 0-15,4 0 16,2 0-16,0 0 15,0 0-15,-1 0 16,1-1-16,-1 1 16,-1 0-16,-3 0 15,-2 0-15,0 0 16,0 0-16,1 0 16,1 0-1,-2 0-15,1 0 16,-1 0-16,0 0 15,1 0-15,-2 0 16,0 0-16,-3 1 16,1 0-16,1 1 15,-1-1-15,0 0 16,1 1-16,-3-1 16,1 1-1,-2 0-15,-9-2 16,18 3-16,-18-3 15,17 3-15,-17-3 16,18 4-16,-18-4 16,19 3-16,-19-3 15,16 3-15,-16-3 16,11 2 0,-11-2-16,10 2 15,-10-2-15,12 1 16,-12-1-16,13 1 15,-13-1-15,15 3 16,-15-3-16,15 1 16,-15-1-16,10 1 15,-10-1-15,0 0 16,11 0 0,-11 0-16,0 0 0,0 0 15,0 0 1,9 0-16,-9 0 15,0 0-15,0 0 16,0 0-16,0 0 16,0 0-16,12-2 15,-12 2-15,9 0 16,6 0-16,15 0 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2:02:26.145"/>
    </inkml:context>
    <inkml:brush xml:id="br0">
      <inkml:brushProperty name="width" value="0.05292" units="cm"/>
      <inkml:brushProperty name="height" value="0.05292" units="cm"/>
      <inkml:brushProperty name="color" value="#00B0F0"/>
    </inkml:brush>
  </inkml:definitions>
  <inkml:trace contextRef="#ctx0" brushRef="#br0">7386 4555 0,'0'0'0,"0"0"0,0 0 0,0 0 16,0 0-16,0 0 15,0 0-15,4 3 16,-4-3 0,21 13-16,-5-6 15,5 0-15,3-4 16,4 1-16,1-3 16,1 1-16,2-1 15,3-1-15,1-1 16,2-1-16,1 2 15,3-1-15,2-1 16,0 0 0,5 1-16,0-1 15,2 0-15,-1-2 16,0 1-16,-2-1 16,-3 0-16,0 0 15,-1 0-15,3 0 16,-3 0-16,-3-1 15,2 1-15,1 0 16,-1 0 0,-1-1-16,-2 2 15,4-2-15,2 1 16,-1 1-16,-2-2 16,-2 1-16,2 0 15,-1 0-15,1 0 16,-4 0-16,4-1 15,2-1-15,0 1 16,3-1-16,0-1 16,0 0-1,2-1-15,-2 1 16,0-1-16,2 1 16,-2-1-16,-1 1 15,0 1-15,0 1 16,0 1-16,0 0 15,-2 2-15,-1-1 16,0 3-16,2-1 16,-3 1-1,1 1-15,-2-1 16,0 0-16,-2 0 16,0 0-16,-2 0 15,4 1-15,1-1 16,1 1-16,-2 0 15,2 0-15,-1 0 16,2 0-16,-1 0 16,-2 0-1,4 0-15,4 0 16,-1-1-16,0 1 16,-2-2-16,3 0 15,1-2-15,-2 0 16,-1-1-16,-1 0 15,-2-1-15,1 2 16,-1-2-16,0 1 16,2-1-1,0 2-15,0-1 16,-1 1-16,-4 0 16,1-1-16,-2 2 15,-5-2-15,-2 1 16,-1-2-16,-4 2 15,0-3-15,-3 0 16,-3-3-16,-2-1 16,-2-3-1,-2-4-15,-1-4 16,-2-4-16,-5-2 16,-1-1-16,-1-2 15,-1-5-15,1-6 16,0-4-16,-1-4 15,-1 0-15,0 0 16,1-2 0,-3-1-16,0-1 15,-2 0-15,0 1 16,-2-2-16,0 1 16,-2 0-16,0 5 15,-4 1-15,-1 4 16,-2 0-16,-2 0 15,-3 2-15,-3 2 16,-3 1-16,-3 2 16,-4 1-1,-4 2-15,0 4 16,-2 0-16,-5 0 16,-1 2-16,-1 1 15,-2 1-15,-1 3 16,-5-1-16,-8 0 15,-6 3-15,-1 1 16,-7 2-16,-3 0 16,-1 1-1,-5-1-15,3 1 16,0-1-16,-4 2 16,3 3-16,-10 2 15,-2 2-15,-5 1 16,-6 0-16,-3 3 15,-1 1-15,2 2 16,-1 1-16,2 0 16,0 0-16,0 1 15,4 2-15,6 2 16,0-1 0,5 1-16,2-1 15,2 0-15,4 0 16,4-1-16,1 0 15,6-1-15,-1-1 16,2-2 0,1 0-16,1 0 0,2-1 15,0 1 1,1-1-16,3 1 0,1-1 16,0 1-1,2-1-15,1 0 16,5 1-16,-1 1 15,2 1-15,-1 1 16,1 1-16,0 1 16,3 0-16,3 0 15,1 0-15,5 0 16,-3 0 0,1 2-16,1-1 15,4 0-15,5 1 16,4-1-16,1 2 15,1-1-15,2 2 16,2 0-16,3 0 16,3 0-16,-2 1 15,3 3 1,-3 4-16,1 1 16,1 3-16,0 0 15,2 1-15,-2 4 16,-1 2-16,2 1 15,0 0-15,-1 2 16,0 0-16,1 3 16,0-1-16,3-1 15,1 0 1,1 0-16,1-1 16,1 0-16,0-3 15,2-1-15,2 2 16,1-4-16,0-1 15,1 2-15,1 0 16,-1-2-16,2 3 16,-1-2-16,1 0 15,1 1 1,0 0-16,0 0 16,0 0-16,-1 0 15,2 3-15,-2 0 16,1 1-16,0-2 15,-2-2-15,1 2 16,1-1-16,-2 2 16,3 0-16,-2 0 15,0 1 1,2-3-16,-2 1 16,3-1-16,-2 0 15,3 1-15,-2-2 16,2-1-16,-1-1 15,0 2-15,1-2 16,-1 2-16,-1-2 16,1 0-16,-1-1 15,0 0 1,-1-2-16,1 0 16,0 0-16,2-1 15,-2-2-15,0-1 16,0 0-16,-1-2 15,-1-1-15,1 0 16,-1-3-16,-1-1 16,1 0-16,-1-3 15,-2-6-15,3 10 16,-3-10 0,4 9-16,-4-9 15,3 8-15,-3-8 16,4 8-16,-4-8 15,0 0-15,5 6 16,-5-6-16,0 0 16,0 0-16,0 0 15,10 4-15,-10-4 16,12 0-16,0 1 16,3 0-1,3 0-15,2 0 16,1-2-16,3-2 15,0 0-15,-1 0 16,-4-1-16,-6 1 16,-2 0-16,-11 3 15,18-5-15,-18 5 16,16-7 0,-16 7-16,14-7 15,-14 7-15,10-5 16,-10 5-16,0 0 15,0 0-15,9-8 16,-9 8-16,0 0 16,0 0-16</inkml:trace>
  <inkml:trace contextRef="#ctx0" brushRef="#br0" timeOffset="2333.54">8644 4028 0,'0'0'0,"0"0"0,0 0 16,0 0-16,0 0 15,0 0-15,0 0 16,0 0-16,0 0 16,0 0-16,0 3 15,0-3-15,0 7 16,0-7-16,1 13 16,0-7-1,-1 1-15,0 1 16,1-2-16,-1 1 15,0-7-15,4 12 16,-4-12-16,3 9 16,-3-9-16,9 10 15,-2-3-15,2 0 16,5 1-16,2-1 16,4-1-1,4-2-15,0-2 16,-2-2-16,-2-2 15,-1 2-15,-3 0 16,-2 0-16,-2 0 16,1 0-16,-2 0 15,-1 0-15,0 0 16,-10 0-16,15 0 16,-15 0-1,15 2-15,-15-2 16,16 2-16,-16-2 15,19 3-15,-9-1 16,0-1-16,1 1 16,-2 0-16,-9-2 15,18 3-15,-18-3 16,16 2-16,-16-2 16,13 0-1,-13 0-15,12 0 16,-12 0-16,11 0 15,-11 0-15,14 0 16,-14 0-16,17 0 16,-7 0-16,1 0 15,-1 0-15,3 0 16,0 0-16,1 0 16,1 0-1,-2 0-15,-1 0 16,0 0-16,0-1 15,0 0-15,-1 1 16,2-2-16,1 2 16,-2-1-16,-1 0 15,0-1-15,1 0 16,-2 0-16,-10 2 16,18-5-16,-18 5 15,15-5 1,-15 5-16,13-4 15,-13 4-15,0 0 16,12-3-16,-12 3 16,0 0-16,0 0 15,0 0-15,0 0 16,10-5-16,-10 5 16,0 0-16,0 0 15,0 0-15,0 0 16,0 0-1,0 0-15,0 0 16,0 0-16,0 0 16,0 0-16,0 0 15,0 0-15,0 0 16,0 0-16,0 0 16,0 0-16,0 0 15,0 0 1,0 0-16,10-3 15,-10 3-15,0 0 16,0 0-16,11-1 16,-11 1-16,17 0 15,-7 0-15,3 0 16,1 0-16,2 0 16,1 0-16,0 0 15,0 0-15,-1 0 16,1 0-1,0-1-15,-1 1 16,1-1-16,2 0 16,3-1-16,-1 0 15,-2-1-15,1 1 16,-1 0-16,0-1 16,0 0-16,2 2 15,2-1 1,1 1-16,-1 0 15,-2 0-15,-1 1 16,-3 1-16,1 1 16,-1 0-16,0-1 15,0 0-15,2 1 16,2 0-16,2 0 16,0-1-16,-3 1 15,1-1 1,1 1-16,3-1 15,2 1-15,0 0 16,1-1-16,-2-1 16,0-2-16,-1-1 15,-2 1-15,0-2 16,-1-2-16,-2-1 16,-3-1-16,-4 1 15,-2-1 1,-3 2-16,-1-2 15,-2 1-15,0 0 16,-2 0-16,-1-1 16,0-1-16,-2-1 15,-1 1-15,0 0 16,1 3-16,0 6 16,-2-8-16,2 8 15,0 0-15,-2-8 16,2 8-1</inkml:trace>
  <inkml:trace contextRef="#ctx0" brushRef="#br0" timeOffset="3333.5">9772 4130 0,'0'0'0,"0"0"0,0 0 16,0 0-16,0 0 15,0 0-15,-5 6 16,0 2-16,-7 6 16,1 4-16,-2 5 15,3 3-15,0 3 16,3 0-16,1 1 15,3-1 1,1 1-16,1 1 16,0-1-16,1 3 15,0 0-15,2-1 16,-1 3-16,0 0 16,1 4-16,-1 0 15,1 2-15,0-2 16,-1 1-16,-1-3 15,-1-2 1,0-1-16,-2-3 16,1-4-16,0-4 15,1-1-15,-1-4 16,0-3-16,1-6 16,0-2-16,1-7 15,-2 8-15,2-8 16,0 0-1,0 0-15,0 0 16,0 0-16,0 0 16,0 0-16,-8-13 15,4 2-15,-2-3 16,-1 0-16,-2 0 16,1 1-16,0 4 15,0 0-15,1 3 16,7 6-1,-7-10-15,7 10 16,0 0-16,0 0 16,0 0-16,0 0 15,0 0-15,0 0 16,0 0-16,0 0 16,-8 11-16,9 0 15,3 3-15,2-1 16,2 1-1,4-1-15,6-3 16,6-1-16,6-5 16,3-3-16,-2-3 15,-4-5-15,-5 1 16,-7 1-16,-3 0 16,-12 5-16,14-7 15,-14 7-15,0 0 16,14-10-16,-2 1 15</inkml:trace>
  <inkml:trace contextRef="#ctx0" brushRef="#br0" timeOffset="4600.01">9443 5303 0,'0'0'0,"0"0"15,0 0-15,0 0 16,0 0 0,0 0-16,0 0 15,0 0-15,0 0 16,0 3-16,2 4 16,2 5-16,0 6 15,1 4-15,1 1 16,0 1-16,0 2 15,0 0-15,-1 0 16,1 1 0,1 0-16,2-1 15,2-3-15,2-1 16,2-2-16,4-2 16,4-5-16,3-4 15,3-6-15,3-5 16,-2-6-16,2-7 15,-1-4 1,-2-6-16,-4 0 16,-3-1-16,-4 1 15,-4 0-15,-4 4 16,-4 2-16,-2 3 16,-2 3-16,-1 4 15,-1 3-15,0 6 16,0-7-16,0 7 15,0 0-15,0 0 16,0 0 0,0 0-16,-5 7 15,0 5-15,0 8 16,-1 5-16,3 7 16,1 6-16,1 4 15,1 4-15,-1-2 16,0 4-16,0 1 15,1-1 1,-1 1-16,0 7 31,-1 0-31,-1-8 16,0-8-16,1-17 16,-2-6-16,1-4 15,0-3-15,-2-2 16,-3-2-16,-4 0 15,-2-3-15,-3-1 16,1-4 0,-2-1-16,-1-4 15,-2-3-15,0-4 16,2 1-16,3-1 16,3-1-16,-1 0 15,6 0-15,2 1 16,3 0-1,3 0-15,7-6 0,9-4 16,10-6 0,9-5-16,9-2 15,8 5-15,3 3 16,-2 5-16,-7 3 16,-5 2-16,-6 5 15,-6-1-15,-8 5 16,-8 2-16,-13 8 15,14-7-15</inkml:trace>
  <inkml:trace contextRef="#ctx0" brushRef="#br0" timeOffset="5350.6">9912 5100 0,'0'0'0,"0"0"0,0 0 16,-5 2-1,-11 5-15,-7 6 16,-5 5-16,-2 3 16,2 2-16,3-1 15,4-2-15,2 0 16,4-4-16,4-3 15,3-3-15,3-3 16,5-7 0,-5 6-16,5-6 15,0 0-15,0 0 16,0 0-16,0 0 16,16-3-16,6-7 15,3-5-15,1-4 16,-1-1-16,-2-1 15,-1 0-15,0 2 16,-1 0-16,0 4 16,-3 4-1,-2 3-15,-2 2 16,1 4-16,0 0 16,-2 4-16,4 0 15,-1 6-15,1 1 16,4 7-16,0 3 15,0 4-15,0 1 16,2 0-16,-1-1 16,-3-1-1,0-1-15,0-1 16,-3-3-16,-2-1 16,-2-2-16,-3-6 15,-2 0-15,-7-8 16,11 11-16,-11-11 15,0 0-15</inkml:trace>
  <inkml:trace contextRef="#ctx0" brushRef="#br0" timeOffset="5850.11">10407 5585 0,'0'0'0,"0"0"0,0 0 0,0 0 16,0 0-16,0 0 15,0 0-15,0 0 16,0 0-16,3 0 15,-3 0-15,31-2 16,-1-1-16,5 0 16,-3 1-1,0-4-15,2-2 16,-1 0-16,-4 2 16,-3 0-16,-9 2 15,-4 2-15,-13 2 16,16-3-16,-16 3 15,0 0-15</inkml:trace>
  <inkml:trace contextRef="#ctx0" brushRef="#br0" timeOffset="6883.18">11085 5252 0,'0'0'0,"0"0"16,0 0-16,0 0 16,0 0-16,0 3 15,0-3-15,0 16 16,1 2-16,-1 6 15,1 4-15,-1-1 16,2 2-16,-2-3 16,1 2-16,1 1 15,1 1-15,2-1 16,1-1 0,3-2-16,1 2 15,3-2-15,5-2 16,3-2-16,6-4 15,2-3-15,3-6 16,-1-6-16,-2-5 16,2-5-16,-1-3 15,-3-3 1,-6 0-16,-1-1 16,-3-4-16,-4 3 15,-3 1-15,-4 2 16,-2 2-16,-2 1 15,-1-1-15,0 4 16,-1 6-16,0-8 16,0 8-16,0 0 15,0 0 1,0 0-16,0 0 16,0 0-16,0 0 15,-10 10-15,3 9 16,3 9-16,0 6 15,-1 6-15,2 4 16,-1 6-16,0 5 16,0 4-1,-1 1-15,-1 28 32,0-2-32,1-5 15,0-16-15,1-29 16,1-8-16,-3-3 15,-4-1-15,-2-4 16,1-2-16,0-7 16,-2-6-1,-5-6-15,-3-3 16,-4-7-16,5-2 16,-1-2-16,2-2 15,1-1-15,-1-2 16,4 0-16,1-2 15,1-3-15,6 1 16,3-2-16,6-1 16,7-3-16,7-1 15,9-3-15,6 1 16,5 0 0,6 3-16,1 1 15,-1 7-15,-3 1 16,-5 4-16,-2 3 15,-5 1-15,-5 2 16,-5 3-16,-4 2 16,-2-1-16,-2-7 15</inkml:trace>
  <inkml:trace contextRef="#ctx0" brushRef="#br0" timeOffset="7267.53">11781 5200 0,'0'0'0,"0"0"0,0 0 0,0 0 15,3 4-15,1 6 16,6 12-16,5 12 16,1 12-16,2 8 15,-1 3-15,-2 2 16,-2 2 0,-3 2-16,-17 38 31,-3-4-31,-17 4 15,-11-14-15,-1-26 16,-16 7-16,-7-4 16,-7 1-16,5-12 15,-13-4-15,8-6 16</inkml:trace>
  <inkml:trace contextRef="#ctx0" brushRef="#br0" timeOffset="8116.49">9142 5121 0,'0'0'0,"0"0"0,0 0 16,-5 2-16,1 5 15,-5 7-15,-2 15 16,3 11-16,-1 7 16,4 4-1,3 6-15,1 1 0,2 1 16,0 5-16,4-4 16,4 4-1,2-1-15,4-1 16,4-4-16,4-3 15,2-6-15,3-3 16,5-3-16,3-3 16,0-8-16,2-8 15,-5-7-15,-3-5 16,-2-3 0,-5-3-16,-5-2 15,-5-2-15,-13-2 16,12 2-16,-12-2 15,0 0-15,0 0 16,0 0-16,0 0 16,10 0-16,-10 0 15,0 0-15,0 0 16,0 0-16,0 0 16,0 0-1,0 0-15,0 0 16,0 0-16,0 0 15,0 0-15,0 0 16</inkml:trace>
  <inkml:trace contextRef="#ctx0" brushRef="#br0" timeOffset="8833.36">10743 4089 0,'0'0'0,"0"0"0,0 0 16,0 0-16,4-2 15,-4 2-15,22-11 16,6 1-16,9 2 16,8 3-16,2 3 15,3 0-15,3 1 16,3-1-16,2 0 16,-4 0-1,1 1-15,-4-1 16,-7 1-16,-4 1 15,-7-1-15,-10 0 16,-8 1-16,-5 0 16,-10 0-16,0 0 15,12 0-15,-12 0 16,0 0-16,0 0 16,0 0-16,0 0 15,0 0 1,0 0-16,0 0 15</inkml:trace>
  <inkml:trace contextRef="#ctx0" brushRef="#br0" timeOffset="9699.61">12228 5365 0,'0'0'0,"0"0"0,2 0 16,-2 0-16,0 0 15,0 0-15,0 0 16,0 0-1,0 0-15,11 12 16,-3 1-16,1 3 16,5 5-16,1 3 15,1-4-15,5 4 16,2-2-16,4 1 16,2 4-16,-3-1 15,-1 1 1,-3-3-16,-2-2 15,5 5-15,-3-2 16,-2-3-16,-2-3 16,-4-4-16,-3-3 15,-2-1-15,-1 0 16,-3-3-16,-5-8 16,5 7-1,-5-7-15,0 0 16,0 0-16</inkml:trace>
  <inkml:trace contextRef="#ctx0" brushRef="#br0" timeOffset="10133.57">12561 5363 0,'0'0'0,"0"0"0,0 0 0,0 0 15,0 0-15,-3 5 16,-3 7-16,-10 9 16,-4 8-16,-3 4 15,-5 7 1,0 1-16,-1 0 15,1 0-15,5-6 16,1 1-16,3-5 16,3-4-16,4-5 15,4-6-15,4-4 16,1-5-16,3-7 16,-2 9-16,2-9 15,-2 7-15,2-7 16,0 0-16,0 0 15,0 0 1,0 0-16,0 0 16</inkml:trace>
  <inkml:trace contextRef="#ctx0" brushRef="#br0" timeOffset="12199.6">7936 5576 0,'0'0'0,"0"0"0,0 1 0,0-1 16,0 0-16,0 0 15,0 0-15,0 0 16,7 7-16,4-1 16,13 0-16,10-1 15,5-2-15,3-2 16,4 0-16,2-2 15,2 0 1,3-2-16,0-1 16,0 1-16,4-1 15,-2 1-15,5 2 16,-1 1-16,-1 1 16,-2 2-16,-4 1 15,-5-1-15,-3 0 16,-3-1-16,-1 1 15,-6-2-15,-6 1 16,-8-1 0,-5-1-16,-5 0 15,-10 0-15,10 0 16,-10 0-16,0 0 16,0 0-16,0 0 15,0 0-15,0 0 16,0 0-16,0 0 15,0-7-15,-9 0 16,-12-5 0,-4-1-16,4 5 15,9 2-15,12 6 16,-14-5-16,14 5 16,-10-4-16,10 4 15,-11-4-15,11 4 16,0 0-16,0 0 15,-11-4-15,11 4 16,0 0 0,0 0-16,0 0 15,0 0-15,0 0 16,17 10-16,3 1 16,0-1-16,1 0 15,-4 0-15,-3-3 16,-3 0-16,-2 0 15,-2 4-15,-3-1 16,-4 2 0,-7 6-16,-8 7 15,-16 8-15,-10 1 16,-10-2-16,3-7 16,8-7-16,4-2 15,7-5-15,4-2 16</inkml:trace>
  <inkml:trace contextRef="#ctx0" brushRef="#br0" timeOffset="14184.64">7964 5068 0,'0'0'0,"0"0"0,0 0 16,0 0-16,0 0 16,0 0-16,0 0 15,0 0-15,0 0 16,16 0-16,29 0 15,25-5-15,6-3 16,0-4-16,-3-2 16,-7 3-16,-5 0 15,-7 2 1,-7 1-16,-7 2 16,-11 1-16,-9 3 15,-10 2-15,-10 0 16</inkml:trace>
  <inkml:trace contextRef="#ctx0" brushRef="#br0" timeOffset="15632.81">7760 5183 0,'0'0'0,"0"0"15,0 0-15,0 0 16,0 3-16,0-3 16,4 15-16,2 3 15,5 6-15,6 5 16,4 3 0,5 1-16,2 0 15,3-2-15,3 0 16,2-1-16,4-1 15,0-3-15,5 1 16,1-5-16,-1-2 16,-5-3-16,-7-3 15,-6-3-15,-8-3 16,-4-1-16,-15-7 16,15 9-1,-15-9-15,7 7 16,-7-7-16,1 7 15,-4 2-15,-8 7 16,-11 6-16,-7 2 16,-6 1-16,-2-1 15,5-2-15,1-1 16,3-1 0,4 0-16,4-2 15,4-2-15,2 0 16,3-1-16,2-2 15,3 0-15,1-4 16,3 0-16,1-1 16,1 0-16,0 0 15,2 0 1,3 1-16,3 4 16,5 0-16,6 3 15,4-1-15,11-3 16,8 0-16,5-3 15,8-2-15,0-5 16,8 0-16,3-2 16,1-1-1,3-1-15,-3-1 0,-5 0 16,-3 0 0,-8 0-16,-8 2 15,-7-1-15,-7 1 16,-8 0-16,-7 1 15,-14 0-15,15 0 16,-15 0-16,0 0 16,10 2-16,-10-2 15,0 0-15,0 0 16,0 0 0,0 0-16,0 0 15,0 0-15,0 0 16,0 0-16,0 0 15,0 0-15,0 0 16,0 0-16,7 6 16,-7-6-16,0 0 15,0 0-15,0 0 16,0 0-16,0 0 16,0 0-1,0 0-15,0 0 16,0 0-16,0 0 15,0 0-15,0 0 16,0 0-16,0 0 16,0 0-1,0 0-15,0 0 0,0 0 16,0 0-16,0 0 16,0 0-1,0 0-15,0 0 16,0 0-16,0 0 15,0 0-15,0 0 16,0 0-16,0 0 16,0 0-16,0 0 15,0 0-15,0 0 16,0 0-16,0 0 16,0 0-1,0 0-15,0 0 16,0 0-16,0 0 15,0 0-15,0 0 16,0 0-16,0 0 16,0 0-16,0 0 15,0 0-15,0 0 16,0 0-16,0 0 16,0 0-1,0 0-15,0 0 16,0 0-16,0 0 15,0 0-15,0 0 16,0 0-16,0 0 16,0 0-16,0 0 15,0 0-15</inkml:trace>
  <inkml:trace contextRef="#ctx0" brushRef="#br0" timeOffset="17265.21">7180 5115 0,'0'0'0,"0"0"15,0 0-15,0 0 16,0 0-16,0 0 16,0 2-16,0-2 15,0 18-15,0 3 16,0 4-1,0 4-15,0 1 16,0 1-16,0 0 16,0-2-16,1 1 15,1-1-15,-1 1 16,0-1-16,0-3 16,0-1-16,0-3 15,-1-3-15,1-2 16,1-5-1,-1-4-15,1 0 16,-2-8-16,2 8 16,-2-8-16,0 0 15</inkml:trace>
  <inkml:trace contextRef="#ctx0" brushRef="#br0" timeOffset="17682.52">6801 5788 0,'0'0'0,"0"0"15,0 0-15,0 0 16,0 2-16,0-2 16,0 0-16,0 0 15,0 0 1,24 6-16,15-2 15,10-7-15,8-4 16,1-2-16,5-2 16,4-1-16,-2 1 15,5-2-15,3 1 16,-5 0-16,0 1 16,-6 1-16,-2 0 15,-8 1-15,-7 1 16,-6 2-1,-11 1-15,-5 1 16,-8 1-16,-4 2 16,-11 1-16,11-1 15,-11 1-15,0 0 16,-6 14-16,-15 10 16</inkml:trace>
  <inkml:trace contextRef="#ctx0" brushRef="#br0" timeOffset="19416.41">7167 5937 0,'0'0'0,"0"0"0,0 0 15,0 0-15,0 0 16,0 0-16,0 0 15,0 0 1,1 3-16,-1 5 16,2 4-16,-1 9 15,-1 5-15,0 3 16,-3 2-16,-2-1 16,0-2-16,0-2 15,0-1-15,0-2 16,1-1-16,0-5 15,1-2 1,2-5-16,0-2 16,1-8-16,0 8 15,0-8-15,0 0 16,0 0-16,0 0 16,9-18-16,-1-6 15,-1-4-15,1-2 16,0-2-1,-1-2-15,-3 2 16,0 5-16,-2 6 16,-1 4-16,0 3 15,0 2-15,0 3 16,0 3-16,-1 6 16,0-8-16,0 8 15,0 0-15,0 0 16,0 0-1,0-7-15,0 7 16,0 0-16,0 0 16,0 0-16,0 0 15,0 0-15,11 7 16,2 1-16,6 3 16,2 2-16,3 2 15,3 2-15,3 0 16,-1 1-16,0 1 15,0 0 1,-3-2-16,-3-4 16,-5-2-16,-2-1 15,-1-2-15,-1-1 16,0-3-16,-1-2 16,0-4-16,2-4 15,0-3-15,-2-5 16,-1-3-1,0-3-15,1-6 16,0-5-16,-1 0 16,-2 0-16,-1 4 15,-1-1-15,0 1 16,-3 0-16,-1 4 16,0 6-16,-2 5 15,0 4-15,-2 8 16,1-9-16,-1 9 15,0 0 1,0 0-16,0-8 16,0 8-16,0 0 15,0 0-15,0 0 16,0 0-16,0 0 16,0 0-16,0 0 15,0 0-15,0 0 16,0 0-16,0 0 15,0 0-15,0 0 16,0 0 0,0 0-16,0 0 15,0 0-15,0 0 16,0 0-16,0 0 16,0 0-16,0 0 15,0 0-15,0 0 16,0 0-16,0 0 15,0 0-15,0 0 16,0 0 0,0 0-16,0 0 15,0 0-15,0 0 16,0 0-16,0 0 16,0 0-16,0 0 15,0 0-15,0 0 16,0 0-16,0 0 15,0 0 1,0 0-16,0 0 16,0 0-16,0 0 15,0 0-15,0 0 16,0 0-16,0 0 16,0 0-16,0 0 15,0 0-15,0 0 16,0 0-16,0 0 15,0 0 1,0 0-16,0 0 16,0 0-16,0 0 15,0 0-15,0 0 16,0 0-16,0 0 16,0 0-16,0 0 15,0 0-15,0 0 16,0 0-16,0 0 15,0 0 1,0 0-16,0 0 16,0 0-16,0 0 15,0 0-15,0 0 16,0 0-16,0 0 16</inkml:trace>
  <inkml:trace contextRef="#ctx0" brushRef="#br0" timeOffset="21049.72">11847 3281 0,'0'0'0,"0"0"16,2 1-16,-2-1 16,0 0-16,1 13 15,0 2 1,2 9-16,2 5 16,1 3-16,0 2 15,1 6-15,0-1 16,1 1-16,0-6 15,0-5-15,-2-4 16,1-4-16,-3-3 16,2-1-1,2-1-15,-1-4 16,3-4-16,5-2 16,19-5-16,27-14 15,26-21-15,25-21 16,4-12-16,14-8 15,5-7-15,-6 0 16,-1-1-16,-15 11 16,-19 11-1,-12 9-15,-15 12 16,-10 5-16,-10 8 16,-17 9-16,-10 6 15,-9 6-15,-11 6 16,13-6-16,-13 6 15,0 0-15,0 0 16,0 0-16,0 0 16,0 0-1,0 0-15,4 6 16,-4-6-16,0 0 16,0 0-16,-13 6 15</inkml:trace>
  <inkml:trace contextRef="#ctx0" brushRef="#br0" timeOffset="21899.54">12141 3411 0,'0'0'0,"0"0"0,0 0 0,0 0 16,0 5-1,3 6-15,7 7 0</inkml:trace>
  <inkml:trace contextRef="#ctx0" brushRef="#br0" timeOffset="22135.14">12152 3638 0,'0'0'0,"0"0"0,0 0 15,4 6-15</inkml:trace>
  <inkml:trace contextRef="#ctx0" brushRef="#br0" timeOffset="22349.92">12159 3589 0,'0'0'0,"0"0"0,0 0 15,-2 2-15</inkml:trace>
  <inkml:trace contextRef="#ctx0" brushRef="#br0" timeOffset="22532.75">12104 3649 0,'0'0'0,"0"0"0,0 0 0,0 0 0,0 2 16,0-2 0</inkml:trace>
  <inkml:trace contextRef="#ctx0" brushRef="#br0" timeOffset="22850.58">11840 3756 0,'0'0'0,"0"0"0,0 0 16</inkml:trace>
  <inkml:trace contextRef="#ctx0" brushRef="#br0" timeOffset="23033.44">11801 3813 0,'0'0'0,"0"0"0,0 0 16,0 0-16,2 6 16</inkml:trace>
  <inkml:trace contextRef="#ctx0" brushRef="#br0" timeOffset="23216.06">11864 3921 0,'0'0'0,"0"0"0,0 2 15,0-2-15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2:00:25.880"/>
    </inkml:context>
    <inkml:brush xml:id="br0">
      <inkml:brushProperty name="width" value="0.05292" units="cm"/>
      <inkml:brushProperty name="height" value="0.05292" units="cm"/>
      <inkml:brushProperty name="color" value="#EE000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00B0F0"/>
    </inkml:brush>
    <inkml:brush xml:id="br3">
      <inkml:brushProperty name="width" value="0.05292" units="cm"/>
      <inkml:brushProperty name="height" value="0.05292" units="cm"/>
      <inkml:brushProperty name="color" value="#C00000"/>
    </inkml:brush>
    <inkml:brush xml:id="br4">
      <inkml:brushProperty name="width" value="0.05292" units="cm"/>
      <inkml:brushProperty name="height" value="0.05292" units="cm"/>
      <inkml:brushProperty name="color" value="#FFFF00"/>
    </inkml:brush>
  </inkml:definitions>
  <inkml:trace contextRef="#ctx0" brushRef="#br0">1084 1336 0,'0'0'0,"0"0"15,0 0-15,0 0 16,0 4-16,-2 7 15,1 15-15,-3 14 16,-5 7-16,-3 3 16,-4-5-16,-1-2 15,-1-2-15,0-2 16,2-6-16,2-4 16,3-6-1,1-6-15,2-1 16,0-4-16,4-3 15,2-2-15,2-7 16,-1 11-16,7-4 16,4-2-16,12-1 15,7-4-15,6-5 16,2-2 0,-2-1-16,-3-1 0,-6 1 15,-2 2 1,-4 0-16,-3 0 15,0 2-15,-1 0 16,-6 2-16</inkml:trace>
  <inkml:trace contextRef="#ctx0" brushRef="#br0" timeOffset="348.74">1466 1617 0,'0'0'0,"0"0"0,0 0 15,0 0 1,0 0-16,0 0 15,3 2-15,-3-2 16,24 14-16,-2-4 16,5-1-16,2-3 15,2-1-15,-1-2 16,-1-1-16,-1-2 16,-3-1-16,1-2 15,-5 2 1,-4 0-16,-6-1 15</inkml:trace>
  <inkml:trace contextRef="#ctx0" brushRef="#br0" timeOffset="632.48">1471 1918 0,'0'0'0,"0"0"0,0 0 16,0 0-16,0 0 16,3 3-16,-3-3 15,29 17-15,5-7 16,7-4-16,1-5 16,-1-6-16,-3 0 15,-3-2 1,-5 0-16,-7 1 15,-5 2-15,-4 1 16,-2 0-16,-12 3 16,18-3-16</inkml:trace>
  <inkml:trace contextRef="#ctx0" brushRef="#br0" timeOffset="1082.68">2496 1492 0,'0'0'0,"0"0"0,0 0 16,-1 2-16,1-2 15,-6 16-15,-4 13 16,-4 11-16,3 7 16,1 2-16,2-3 15,0 1-15,1-3 16,1-1-16,2-8 16,-2-4-16,3-4 15,0-4-15,-3-3 16</inkml:trace>
  <inkml:trace contextRef="#ctx0" brushRef="#br0" timeOffset="1465.33">2002 2121 0,'0'0'0,"0"0"16,0 0-1,0 0-15,0 0 16,0 0-16,5 3 16,6 3-16,12 0 15,18 1-15,7-3 16,6-5-16,1-4 16,0-4-16,-1 1 15,-2-3-15,0 0 16,-6-1-1,3-1-15,1 1 16,-3 1-16,-1 0 16,-8 3-16,-1-1 15,-2 3-15,-2 2 16,-4 2-16,-10 0 16,-4 2-16,-15 0 15,0 0-15</inkml:trace>
  <inkml:trace contextRef="#ctx0" brushRef="#br0" timeOffset="1915.62">2405 2275 0,'0'0'0,"0"0"0,0 0 16,0 0-1,0 0-15,7-1 16,8 0-16,8-2 16,1 1-16,-4 1 15,-3 3-15,-2 7 16,-4 4-16,-2 7 16,-5 6-16,-7 2 15,-12 12-15,-9 6 16,-6 1-1,-4-2-15,5-9 16,3-7-16,7-5 16,4-7-16,7-7 15,1-1-15,7-9 16,-7 9-16,7-9 16,0 0-16,25-6 15,16-15-15,8-3 16,7-5-16,3-1 15,1-3 1,-3 2-16,-8 4 16,-4 4-16,-3 3 15,0 2-15,-6 4 16</inkml:trace>
  <inkml:trace contextRef="#ctx0" brushRef="#br0" timeOffset="2298.71">3329 1346 0,'0'0'0,"-1"5"0,-3 5 15,-7 21-15,-7 22 16,-2 7-16,0 1 16,2 3-16,5 7 15,4-4-15,3-1 16,5-6-1,1-14-15,5 2 16,3-5-16,3-6 16,5-7-16,4-9 15,7-3-15,5-1 16</inkml:trace>
  <inkml:trace contextRef="#ctx0" brushRef="#br0" timeOffset="2982.59">3587 1571 0,'0'0'0,"0"0"0,0 0 0,0 0 16,0 0-1,-1 2-15,1 7 16,-1 12-16,3 9 16,0 2-16,0 1 15,3-2-15,-2-4 16,4-6-16,-1-5 16,1-3-16,3-3 15,2-5-15,2-5 16,2-6-16,1-7 15,0-3-15,-2-3 16,-3 0 0,-5 5-16,-2 3 15,-1 5-15,-4 6 16,0 0-16,0 0 16,0 0-16,0 0 15,12 16-15,-3 13 16,1 9-1,0 6-15,-1 3 16,-1 2-16,-4 3 16,-1-1-16,-4-2 15,-5-2-15,-6 1 16,-4-4-16,-8-1 16,-1-5-16,-3-9 15,1-7-15,0-8 16,1-9-16,0-8 15,-2-7-15,3-5 16,3-6-16,7-8 16,8-3-1,7-7-15,8-5 16,6-4-16,6 1 16,7 5-16,5 2 15,6 6-15,-1 0 16,2 1-16,-3 3 15,-5 4-15</inkml:trace>
  <inkml:trace contextRef="#ctx0" brushRef="#br0" timeOffset="10365.48">3569 1291 0,'0'0'0,"0"0"0,0 0 16,0 0-16,-1 3 15,-1 9-15,-3 7 16,1 5-16,-2 1 16,-1-1-16,0 1 15,1 0-15,-1-3 16,3-5-16,1-6 15,1-3 1,2-8-16,-2 10 16,2-10-16,0 0 15,0 0-15,8-9 16,7-20-16,4-7 16,2-1-16,-2 3 15,-2 3-15,0 3 16,-2 7-16,-2 3 15,-4 6-15,1 3 16,0 5 0,2 3-16,3 6 15,1 4-15,0 8 16,1 3-16,0 4 16,0 4-16,-2 0 15,-1-3-15,-3-5 16,-1-1-16,2-4 15,-1-1-15</inkml:trace>
  <inkml:trace contextRef="#ctx0" brushRef="#br0" timeOffset="10848.81">4094 1829 0,'0'0'0,"0"0"0,0 0 0,0 0 0,0 0 16,0 0-16,0 0 16,5 0-16,8 0 15,9 0-15,3 0 16,0 0-16,-2 0 16,-4 0-16,-4-1 15,-3 0-15,-2-1 16,-10 2-16,12-3 15</inkml:trace>
  <inkml:trace contextRef="#ctx0" brushRef="#br0" timeOffset="11615.48">4483 1532 0,'0'0'0,"0"0"0,0 0 15,0 1-15,0 8 16,-2 7-16,1 5 15,1 5-15,1 1 16,5 0 0,1-4-16,-1-9 15,1-3-15,0-4 16,-7-7-16,19 4 16,-4-13-16,3-4 15,2-5-15,-2 0 16,-4-1-16,-5 3 15,-3 5-15,-6 11 16,5-8 0,-5 8-16,0 0 15,0 0-15,0 0 16,3 10-16,1 12 16,2 13-16,0 7 15,-1-2-15,-1 5 16,1 7-16,-2 0 15,-2 2-15,-2-5 16,-1 4 0,-1-5-16,0-6 15,-5-6-15,-3-7 16,-3-7-16,-15-1 31,-10-4-31,-5-10 16,2-11-16,13-11 15,6-4 1,3-6-16,9-10 16,6-4-16,8-4 15,7-1-15,8 0 16,7 1-16,5-1 16,5 4-16,4 6 15,-1 4-15,2 3 16,0 0-16,0 2 15,-1 0-15</inkml:trace>
  <inkml:trace contextRef="#ctx0" brushRef="#br0" timeOffset="11999.09">4921 1241 0,'0'0'0,"0"0"0,0 0 15,0 0-15,6 6 16,9 10-16,8 11 15,3 7-15,-2 9 16,-4 6-16,-5 7 16,-5 1-16,-7 4 15,-9 3 1,-10 3-16,-9 4 16,-6-8-16,-5 0 15,2-9-15,4-10 16,3-6-16,6-7 15,2-7-15</inkml:trace>
  <inkml:trace contextRef="#ctx0" brushRef="#br0" timeOffset="12632.73">5100 1015 0,'0'0'0,"0"0"15,0 0-15,0 0 16,0 0-16,0 0 16,0 0-1,7-1-15,10 0 16,8-2-16,3 1 16,-4-1-16,-1 3 15,-2 2-15,-2 4 16,-1 2-16,-3 3 15,-1 2-15,-4 7 16,-2 5-16,-5 9 16,-5 4-1,-4-1-15,-4-2 16,-1-5-16,2-3 16,0-8-16,3-6 15,3-4-15,1-2 16,2-7-16,-2 8 15,2-8-15,0 0 16,0 0-16,0 0 16,0 6-1,0-6-15,28-2 16,6-1-16,5-5 16,2-2-16,-2-2 15,0-1-15,-3-1 16,-4 1-16,-5 3 15,-6 2-15,-6 2 16,-5 2-16,-10 4 16</inkml:trace>
  <inkml:trace contextRef="#ctx0" brushRef="#br0" timeOffset="16082.35">6727 493 0,'0'0'0,"0"0"0,0 0 16,0 0-16,0 1 15,0-1-15,0 17 16,0 4-16,0 5 16,0 2-16,0 1 15,0-4 1,2-3-16,2-2 15,2-4-15,2-3 16,0-4-16,-8-9 16,16 9-16,-2-10 15,4-5-15,2-6 16,1-3-16,-4-1 16,-5 1-16,0 1 15,-5 3 1,-3 3-16,-4 8 15,6-8-15,-6 8 16,0 0-16,0 0 16,0 0-16,3 12 15,2 14-15,2 11 16,-1 7-16,-2 8 16,-4 7-1,-2 2-15,-1 3 16,-1-2-16,-3-4 15,-6 17 1,-6-4 0,-5-9-16,-6-12 15,6-24-15,-3-6 16,2-7-16,4-7 16,2-5-16,0-5 15,1-8-15,3-9 16,2-11-1,5-8-15,6-4 16,7 0-16,4 3 16,7 0-16,3 3 15,6 0-15,4 6 16,2 4-16,2 4 16,2 1-16,0 3 15,0 0 1,1 0-16</inkml:trace>
  <inkml:trace contextRef="#ctx0" brushRef="#br0" timeOffset="16616.38">6822 315 0,'0'0'0,"0"0"0,-6 4 16,-5 5-1,-7 9-15,-1 2 16,3 3-16,3-2 16,4-3-16,1-2 15,4-4-15,1-3 16,2-3-16,1-6 16,-1 8-16,1-8 15,0 0-15,0 0 16,27-8-1,0-10-15,0-1 16,-6 3-16,-1 1 16,-1 1-16,2 2 15,2 5-15,0 5 16,2 4-16,-1 8 16,-1 2-16,0 5 15,-2 5-15,3 3 16,-1 2-1,2 0-15,-1 0 16</inkml:trace>
  <inkml:trace contextRef="#ctx0" brushRef="#br0" timeOffset="16966.14">7314 716 0,'0'0'0,"0"0"0,0 0 15,0 0-15,0 0 16,10 4-16,8 4 15,8 1 1,5-1-16,0-1 16,-3-3-16,-4-1 15,-5 0-15,-5-1 16,-3-1-16,-11-1 16,16 1-16,-16-1 15</inkml:trace>
  <inkml:trace contextRef="#ctx0" brushRef="#br0" timeOffset="17199.24">7237 1001 0,'0'0'0,"0"0"15,0 0-15,0 0 16,0 0-1,4 1-15,8 2 16,12 0-16,10-2 16,4-1-16,0-1 15,0-2-15,-6 0 16,-1 0-16,-3-1 16,-2 0-16,-4-1 15,-3 0-15</inkml:trace>
  <inkml:trace contextRef="#ctx0" brushRef="#br0" timeOffset="17899.07">7970 528 0,'0'0'0,"0"0"16,0 0-16,0 2 15,-2 4-15,-2 12 16,-3 15-16,3 10 16,0-3-16,0 0 15,1-4-15,0-3 16,1-3-16,2-7 15,3-4 1,1-5-16,0-5 16,-4-9-16,0 0 15,17 0-15,-1-12 16,5-9-16,-1-2 16,-1-1-16,-3 4 15,-5 1-15,-2 5 16,-5 6-16,-1 2 15,-3 6 1,0 0-16,0 0 16,0 0-16,0 0 15,15 20-15,-5 5 16,0 8-16,1 0 16,0-1-16,1-7 15,2-6-15,0-6 16,0-3-1,4-5-15,3-6 16,3-7-16,1-9 16,-2-8-16,-1-6 15,-2-5-15,-6-2 16,-4-2-16,-5 1 16,-4 4-16,-1 6 15,-1 7-15,-1 4 16,1 7-16,0 3 15,1 8 1,-1-6-16,1 6 16</inkml:trace>
  <inkml:trace contextRef="#ctx0" brushRef="#br0" timeOffset="18182.43">8561 520 0,'0'0'0,"0"0"16,0 0-16,0 0 15,0 0-15,1 2 16,3 6-16,6 9 16,6 10-16,6 4 15,5 5-15,2 0 16,0-3-16,-1-3 15,0-1 1,1 1-16,-3-2 16,2 0-16,-6-5 15,-2-3-15,-3-2 16,-3-5-16,-3-3 16,-11-10-16</inkml:trace>
  <inkml:trace contextRef="#ctx0" brushRef="#br0" timeOffset="18533.45">8891 464 0,'0'0'0,"0"2"0,0-2 15,-6 16 1,-5 12-16,-8 14 16,-5 8-16,-1 3 15,1-1-15,0-4 16,5-7-16,1-1 16,2-4-16,2-6 15,1-3-15,1-6 16,1-2-1,3-1-15,1-5 16,2-4-16,5-9 16,-4 9-16</inkml:trace>
  <inkml:trace contextRef="#ctx0" brushRef="#br0" timeOffset="18798.53">9160 620 0,'0'0'0,"0"0"15,0 0-15,0 2 16,0-2-16,0 0 16,15 8-16,0-2 15,5 1-15,2 0 16,2-4-16,-2-1 15,-2-2 1,1-2-16,-1-1 16,-3-1-16,-1 0 15,-2 0-15,0-2 16,-4 1-16</inkml:trace>
  <inkml:trace contextRef="#ctx0" brushRef="#br0" timeOffset="19098.5">9292 427 0,'0'0'0,"0"0"0,0 0 16,0 1-16,-2 8 16,-2 10-16,-3 13 15,-1 12-15,1 4 16,1-1-16,2-2 15,1-5 1,0-2-16,2-3 16,-2-1-16,1-4 15,1-4-15,0-2 16,1-2-16,-1 0 16,0-3-16,1-2 15,1-4-15,1-4 16</inkml:trace>
  <inkml:trace contextRef="#ctx0" brushRef="#br0" timeOffset="19785.24">9797 407 0,'0'0'0,"0"0"15,0 0-15,0 0 16,-1 5-16,-1 8 16,0 9-16,-3 12 15,2 6-15,-1 3 16,-1 6-16,1-3 15,0-1-15,1 0 16,-1-7-16,1-3 16,1-6-1,-1-4-15,0-6 16,0-4-16,1-4 16,1-3-16,1-8 15,-2 9-15,2-9 16,0 0-16,0 0 15,0 0-15,0 0 16,0 0-16,-7-13 16,7-7-1,4-5-15,5-4 16,2 2-16,3 3 16,0 3-16,-1 4 15,1 5-15,2 2 16,-1 4-16,5 1 15,3 4-15,1 3 16,-1 5 0,-4 3-16,-3 4 15,-1 5-15,-3 5 16,-2 3-16,-4 1 16,-6-3-16,-3 0 15,-5-2-15,-7 1 16,-6-3-16,-7 1 15,-4-3-15,-2-4 16,3-4-16,0-4 16,3-5-1,3-2-15,5-4 16,3-2-16</inkml:trace>
  <inkml:trace contextRef="#ctx0" brushRef="#br0" timeOffset="22515.95">5646 1829 0,'0'0'0,"0"0"0,0 0 0,0 0 16,0 0-16,0 0 16,0 0-16,0 0 15,10 4-15,7 3 16,10-1-16,2-6 16,1-1-1,3-2-15,-1-2 16,1 2-16,-3 0 15,-2 0-15,-7 2 16,2-1-16,-5 2 16,-2 1-16,-6 2 15</inkml:trace>
  <inkml:trace contextRef="#ctx0" brushRef="#br0" timeOffset="22798.26">5725 2068 0,'0'0'0,"0"0"0,0 0 0,0 0 15,0 0-15,0 0 16,3-2-16,-3 2 16,36-11-1,10 2-15,3 0 16,1 1-16,-3 0 15,-6 1-15,-5-1 16,-6 0-16,-4 0 16,-4 2-16,-7 1 15,-15 5-15,15-4 16,-15 4-16</inkml:trace>
  <inkml:trace contextRef="#ctx0" brushRef="#br0" timeOffset="23148.86">6938 1634 0,'0'0'0,"0"0"0,0 0 16,0 0-16,0 0 16,0 0-16,-2 6 15,-3 7-15,-5 13 16,-1 8-16,2 3 16,0 2-1,1 0-15,0 0 16,1-5-16,1-1 15,-1-3-15,3-4 16,-2 2-16,1 0 16,-1-1-16</inkml:trace>
  <inkml:trace contextRef="#ctx0" brushRef="#br0" timeOffset="23499.19">6510 2233 0,'0'0'0,"7"0"15,4 0 1,17 0-16,11 0 15,8-2-15,3-1 16,2-3-16,0-1 16,-2-2-16,3-1 15,0 0-15,-2 0 16,-6 2-16,-2 0 16,-5 1-16,-5 2 15,-6 4-15,-5 3 16,-5 2-1,-6 0-15,-11-4 16,13 12-16,-15-2 16</inkml:trace>
  <inkml:trace contextRef="#ctx0" brushRef="#br0" timeOffset="24032.39">6758 2392 0,'0'0'0,"0"0"0,0 0 0,0 0 0,-2 0 16,2 0-16,0 0 15,0 0-15,0 0 16,21-2-16,-2 0 16,0 3-16,-2 2 15,-2 4-15,-1 2 16,-5 4-1,-3 5-15,-6 8 16,-4 7-16,-9 4 16,-10 4-16,-5-7 15,-1 0-15,2-3 16,4-3-16,1-2 16,6-3-16,5-7 15,3-5-15,5-3 16,3-8-1,-4 8-15,4-8 16,0 0-16,27 6 16,4-8-16,12-5 15,4-3-15,4-1 16,-1-4-16,-1 0 16,4-1-16,-5 2 15,-6 1 1,-4 2-16,-9 3 15,-6 2-15,-8 2 16,-15 4-16,14-1 16,-14 1-16,0 0 15</inkml:trace>
  <inkml:trace contextRef="#ctx0" brushRef="#br0" timeOffset="24698.73">7806 1458 0,'0'0'0,"0"0"0,0 0 15,0 0-15,0 0 16,-4 5-1,-2 6-15,-8 11 16,-4 9-16,-1 8 16,2 4-16,1 5 15,0 2-15,4 0 16,-1-1-16,0 2 16,2-2-16,0 4 15,1 2-15,0 1 16,4-2-1,2-9-15,3-3 16,3 1-16,2-4 16,4-5-16,2-7 15,4-5-15,10-4 16,4-3-16,12-6 31,7-15-31</inkml:trace>
  <inkml:trace contextRef="#ctx0" brushRef="#br0" timeOffset="25549.08">8142 1711 0,'0'0'0,"0"0"15,0 0-15,0 0 16,0 0-16,0 0 15,-2 3 1,-1 5-16,-1 4 16,-1 5-16,-1 7 15,1 4-15,0 5 16,2 3-16,0-2 16,0 0-16,1-4 15,-1 1-15,3 0 16,1-2-1,5-3-15,2-4 16,4-5-16,7-9 31,11-13-31,10-19 16,3-12-16,-12 6 16,-3-6-16,-6 0 15,-5 7-15,-5 4 16,-4 7-16,-3 5 15,-2 4 1,-3 9-16,2-9 16,-2 9-16,0 0 15,0 0-15,4 11 16,0 4-16,1 8 16,0 2-16,-1 0 15,0-1-15,-1-2 16,1 2-16,0-2 15,4-2 1,-1-5-16,1-4 16,-1-4-16,-7-7 15,18 1-15,-5-8 16,3-9-16,-2-6 16,-1-6-16,-4-7 15,-1-2-15,-4-1 16,0 4-16,-2 5 15,0 7 1,-2 5-16,-1 6 16,0 3-16,1 8 15,0-9-15,0 9 16,0 0-16</inkml:trace>
  <inkml:trace contextRef="#ctx0" brushRef="#br0" timeOffset="25849.09">8644 1843 0,'0'0'0,"0"0"0,0 0 15,0 0-15,7 6 16,7 9-16,8 6 15,3 5 1,1 0-16,0 0 16,2 1-16,-1 0 15,2-2-15,-1-4 16,2-1-16,-3-4 16,-3-2-16,-5-3 15,-6-4-15</inkml:trace>
  <inkml:trace contextRef="#ctx0" brushRef="#br0" timeOffset="26115.3">8965 1821 0,'0'2'0,"-2"5"0,2-7 0,-3 13 0,-13 21 16,-11 10-16,-3 0 15,0-3-15,1 1 16,4-7-16,1-1 16,3-5-16,3-3 15,-1-2-15,1-4 16,2-2-16,3-6 15,4-3-15,9-9 16</inkml:trace>
  <inkml:trace contextRef="#ctx0" brushRef="#br0" timeOffset="26398.42">9142 1912 0,'0'0'0,"0"0"0,3 0 15,-3 0-15,23 2 16,-2-1-16,2 3 16,1 0-16,1 3 15,-1-2-15,-2 0 16,1 0-16,3-2 15,0-4-15,0-2 16,-4-1 0,-3-2-16,-4 0 15</inkml:trace>
  <inkml:trace contextRef="#ctx0" brushRef="#br0" timeOffset="26702.21">9283 1718 0,'0'0'0,"0"0"0,0 3 16,0 4-16,0 14 15,-2 11-15,0 11 16,-1 1-16,-2 3 15,1 0-15,0-4 16,0-5 0,1-5-16,1-5 15,-1 2-15,1-2 16,0-2-16,1-2 16,0-5-16,2-4 15</inkml:trace>
  <inkml:trace contextRef="#ctx0" brushRef="#br0" timeOffset="27317.45">9795 1704 0,'0'0'0,"0"0"0,0 0 16,0 2-16,1 6 16,0 13-16,2 10 15,-2 6 1,-5 6-16,-5 4 16,0-3-16,-2-4 15,2-5-15,0-3 16,3-6-16,1-6 15,1-6-15,2-4 16,2-10 0,-3 8-16,3-8 15,0 0-15,0 0 16,-7-13-16,3-2 16,4-3-16,1 0 15,4-1-15,2 0 16,5 1-16,6 2 15,4 2-15,4 2 16,0 7-16,1 2 16,4 6-1,-1 4-15,1 3 16,-4 3-16,-7 5 16,-6 3-16,-6-2 15,-6 0-15,-6 1 16,-9 1-16,-7 1 15,-5-1-15,-12-4 16,-4-6-16,-1-3 16,3-5-1,11-3-15,6-3 16,3 0-16,3-3 16,4 0-16,4-4 15,0-2-15</inkml:trace>
  <inkml:trace contextRef="#ctx0" brushRef="#br0" timeOffset="27566.13">10166 1929 0,'0'0'0,"0"0"15,0 0-15,0 0 16,3 0-16,-3 0 16,31 1-1,-5 1-15,1-2 16,2-2-16,-1 0 16,-2-3-16,5-4 15,-1-6-15</inkml:trace>
  <inkml:trace contextRef="#ctx0" brushRef="#br0" timeOffset="28248.61">10578 1728 0,'0'0'0,"0"0"15,0 0-15,0 3 16,1 9-16,-1 8 16,1 9-16,3 4 15,0 1 1,4-5-16,3-7 16,3-8-16,2-4 15,3-9-15,3-8 16,3-10-16,0-4 15,-3-1-15,-2-3 16,-3 3-16,-4 1 16,-2 4-16,-5 4 15,-1 5 1,-5 8-16,5-9 16,-5 9-16,0 0 15,0 0-15,0 14 16,0 14-16,0 12 15,0 9-15,-7 6 16,-2 1-16,-4 24 31,1-7-15,-3 1-16,4-9 16,5-27-16,0-4 15,3-13-15,-4-4 16,-4-5-16,3-2 15,1-4-15,7-6 16,-23 0-16,5-10 16,-7-7-16,4-8 15,2-2-15,4-2 16,3-4 0,5-3-16,4 2 15,3 2-15,6 3 16,3 1-16,5-3 15,4 2-15,3 1 16,1 2-16,3-4 16</inkml:trace>
  <inkml:trace contextRef="#ctx0" brushRef="#br0" timeOffset="28648.48">11020 1393 0,'0'0'0,"0"0"0,2 2 16,2 6-16,7 14 15,9 15-15,6 10 16,4 5-16,-2 9 16,-10-1-16,-4 0 15,-5-4-15,-21 20 32,-5 2-17,-12 10-15,0-22 16,0-21-16,-12-5 15,2-14-15,2-3 16,10-10-16,7-4 16,9-4-16,11-5 15</inkml:trace>
  <inkml:trace contextRef="#ctx0" brushRef="#br0" timeOffset="29265.25">11237 1268 0,'0'0'0,"0"-2"16,0 2-16,0 0 15,1-6-15,-1 6 16,7-8 0,5 0-16,6-2 15,3 4-15,2 4 16,-1 5-16,0 4 15,-3 3-15,-4 1 16,-3 4-16,-3 3 16,-6 8-16,-3 7 15,-4 5-15,-6 2 16,-3-2 0,-3-3-16,1-6 15,2-7-15,2-4 16,2-3-16,2-3 15,2-3-15,5-9 16,-5 9-16,5-9 16,0 0-16,0 0 15,0 0-15,0 0 16,22-1 0,12-7-16,7-1 15,0-1-15,3-2 16,-5 2-16,0-2 15,-3 2-15,-6 0 16,-5 3-16,-3 2 16,-5 2-16,-4 2 15</inkml:trace>
  <inkml:trace contextRef="#ctx0" brushRef="#br0" timeOffset="32732.34">920 2872 0,'0'0'0,"0"0"0,0 0 15,6-3-15,5-1 16,9-2-1,5 2-15,0 2 16,2 3-16,-1 4 16,-2 5-16,-2 5 15,-4 7-15,-4 3 16,-4 5-16,-3 8 16,-7 4-16,-6 7 15,-7 3-15,-5 1 16,-2 1-1,-6-1-15,2-4 16,-1-6-16,2-7 16,2-6-16,-1-7 15,0-5-15,2-5 16,-1-6-16,3-5 16,2-2-16,2-6 15,1-2-15,3-2 16,2-6-16,4-8 15,4-4 1,8-5-16,3 0 16,3 2-16,5 3 15,1 2-15,2 2 16,1 0-16,0 2 16,0 3-16,-2 3 15,-2 4-15,-2 3 16,0 3-16</inkml:trace>
  <inkml:trace contextRef="#ctx0" brushRef="#br0" timeOffset="33515.37">1572 2984 0,'0'0'0,"-2"2"0,2-2 0,0 0 15,-16 21-15,-7 15 16,0 9-16,-2 6 15,2 0 1,2-6-16,0-1 16,2-2-16,2-5 15,2-3-15,1-4 16,3-6-16,0-2 16,3-4-16,2-5 15,2-4-15,1-2 16,3-7-16,1 12 15,7-5 1,7 2-16,8-1 16,10-3-16,2-1 15,1-4-15,0-2 16,-3 0-16,-1-1 16,-3-1-16,-3 2 15,-4-1-15,-3 2 16,-3-1-1,-3 2-15,-2 0 16,-11 0-16,10 0 16</inkml:trace>
  <inkml:trace contextRef="#ctx0" brushRef="#br0" timeOffset="33948.73">655 3766 0,'0'0'0,"0"0"0,0 0 16,0 0-16,3 2 15,-3-2-15,25 8 16,5-3 0,11-2-16,10-2 15,7-2-15,6-2 16,3 0-16,3-4 16,4-3-16,-4 0 15,-1-4-15,-3 2 16,-5 1-16,-1-1 15,-3 2-15,-4 0 16,-5 1 0,-9 2-16,-4 0 15,-6 3-15,-6 0 16,-4 1-16,-8 2 16,-11 1-16</inkml:trace>
  <inkml:trace contextRef="#ctx0" brushRef="#br0" timeOffset="34515.28">877 3848 0,'0'0'0,"0"0"0,0 0 15,0 0-15,3-1 16,-3 1-16,23 1 16,-1 7-16,2 8 15,0 4-15,-3 8 16,-2 7-16,-5 6 15,-4 4-15,-7 2 16,-5 1-16,-7 3 16,-5-1-1,-1 1-15,-12 13 32,-5-4-32,1-6 15,1-19-15,11-19 16,2-6-16,0-6 15,2-2-15,2-4 16,0-2-16,2-7 16,3-8-1,4-7-15,4-9 16,5-2-16,7-1 16,4 2-16,4 4 15,2 0-15,-2 6 16,1 0-16,-1 4 15,-2 5 1,2 1-16,-1 6 16,2 4-16,-1-1 15</inkml:trace>
  <inkml:trace contextRef="#ctx0" brushRef="#br0" timeOffset="35181.91">1352 3862 0,'0'0'0,"0"0"16,0 0-16,0 0 16,0 0-16,1 3 15,0 4-15,3 12 16,0 12-16,-5 13 15,-4 10-15,-2 0 16,-4 1-16,1-8 16,1-10-1,1-7-15,5-10 16,0-5-16,1-7 16,2-8-16,1 7 15,-1-7-15,11-7 16,9-13-16,8-20 15,-3-4-15,-5 6 16,-5 7-16,-4 7 16,-3 7-1,-2 5-15,-2 4 16,-4 8-16,8-6 16,-8 6-16,16 10 15,-3 6-15,2 12 16,-4 5-16,0 2 15,-1-4-15,-2-3 16,-1-5 0,4-5-16,3-5 15,-1-3-15,4-4 16,4-6-16,2-8 16,2-11-16,0-10 15,2-10-15,-2-4 16,-6-5-16,-4 0 15,-6 0-15,-2 6 16,-4 7-16,-3 8 16,0 7-1,-2 5-15,1 5 16,-3 3-16</inkml:trace>
  <inkml:trace contextRef="#ctx0" brushRef="#br0" timeOffset="36616.08">2193 3316 0,'0'0'0,"0"0"16,0 0-16,0 0 15,5 2-15,8 4 16,10 6-16,8-2 16,8-1-16,6-3 15,2-4-15,1-4 16,-2-3 0,0 0-16,-7-1 15,-1 0-15,-9 2 16,-1 0-16,-6 1 15,-5 1-15,-3 4 16,-4 3-16</inkml:trace>
  <inkml:trace contextRef="#ctx0" brushRef="#br0" timeOffset="36981.55">2288 3667 0,'0'0'0,"0"0"16,0 0 0,0 0-16,0 0 15,0 0-15,0 0 16,2 0-16,12 2 15,10 2-15,12-1 16,5-3-16,6-3 16,2-1-16,-2-3 15,-4 0-15,-1 1 16,-6 0-16,-4 1 16,-5 1-1,-6 1-15,-2 1 16,-5-1-16,0 1 15</inkml:trace>
  <inkml:trace contextRef="#ctx0" brushRef="#br0" timeOffset="40248.83">3493 2959 0,'0'0'0,"0"0"15,0 0-15,0 0 16,3 0-1,10 0-15,9 0 16,4 4-16,1 4 16,1 8-16,0 4 15,0 3-15,-1 2 16,-3 3-16,-1 3 16,-4-1-16,-4 0 15,0 2-15,-3 0 16,-2 0-16,-3 1 15,-4-3 1,-5 0-16,-4 4 16,-5-2-16,-6 1 15,-2-5-15,-6-1 16,-1-5-16,-3-5 16,-1-5-16,3-6 15,0-6-15,0-5 16,2-3-16,3-5 15,5-2 1,4-3-16,3-6 16,4-2-16,5-8 15,6-3-15,10-2 16,3 1-16,4 2 16,2 4-16,-1 3 15,-2 7-15,0 0 16,-3 4-1,-1 4-15,-3 5 16,-3 0-16</inkml:trace>
  <inkml:trace contextRef="#ctx0" brushRef="#br0" timeOffset="40715.37">4264 2748 0,'0'0'0,"0"0"0,0 0 16,0 0-16,0 5 16,3 8-16,0 12 15,-5 13-15,-6 9 16,-4 3-16,-4-2 15,3-2 1,-2-6-16,3-5 16,1-5-16,1-4 15,2-4-15,2-5 16,2-5-16,0-2 16,2-1-16,3-1 15,5-1-15,8 3 16,9 0-16,8-2 15,7-8 1,4-2-16,1-1 16,-3-2-16,-5 0 15,-7 1-15,-5 0 16,0 2-16,-5-1 16,-2 2-16,-5 2 15,-11-1-15</inkml:trace>
  <inkml:trace contextRef="#ctx0" brushRef="#br0" timeOffset="41215.72">3347 3660 0,'0'0'0,"0"0"0,0 0 16,0 0-16,0 0 15,0 0-15,8 4 16,12 5-16,13 2 15,13 0 1,9-3-16,6-2 16,8-5-16,10-3 15,2-2-15,7-1 16,0 0-16,4-1 16,-1 2-16,-2-2 15,-1 0-15,-9-3 16,3 1-16,-8 0 15,-6-1 1,-9 3-16,-8 0 16,-8 1-16,-8 1 15,-8 1-15,-9 1 16,-7 1-16,-11 1 16,0 0-16,-1 9 15</inkml:trace>
  <inkml:trace contextRef="#ctx0" brushRef="#br0" timeOffset="42115.07">3762 3892 0,'0'0'0,"0"0"0,0 0 16,0 0-16,0 0 15,0 0-15,0 3 16,0 5-16,1 7 15,0 12-15,1 7 16,0 4 0,-1 1-16,1 1 15,0-2-15,4-2 16,4-3-16,2-1 16,4-4-16,1-4 15,3-5-15,4-5 16,6-7-16,6-5 15,1-7 1,-2-7-16,-3-6 0,-5-6 16,-3-6-1,-4-6-15,-6 5 16,-5 3-16,-4 6 16,-1 3-16,-2 6 15,0 4-15,-2 9 16,0-8-16,0 8 15,0 0-15,0 0 16,0 0 0,-12 18-16,3 15 15,0 12-15,1 7 16,0 9-16,2 5 16,0 6-16,3 1 15,1-3-15,3 1 16,1-3-16,0-3 15,0 16 1,-6 0 0,-19-10-1,3-20-15,0-23 16,-1-10-16,-6-7 16,-5-6-16,-5-7 15,7-5-15,1-8 16,4-8-16,7-10 15,4-6-15,8-2 16,6-8 0,11-7-16,6-5 15,10-1-15,9 0 16,1 7-16,9 0 16,0 5-16,-1 10 15,0 2-15,-6 7 16,-7 5-16,-3 6 15,-6 7-15</inkml:trace>
  <inkml:trace contextRef="#ctx0" brushRef="#br0" timeOffset="43165.36">3202 3995 0,'0'0'0,"0"0"0,0 0 16,0 0-16,4 3 15,7 7-15,14 10 16,3 8-16,2 11 15,-8 8-15,1 5 16,-1 13-16,-8-2 16,-3 4-1,-11 3-15,-5-1 16,-31 51 0,0-9-1,-8-9-15,-4-23 16,19-41-16,-7-2 15,-3-15-15,7-9 16,0-16-16,3-12 16,6-5-1,5-11-15,4-7 16,7-9-16,5-5 16,7 2-16,8 2 15,5 2-15,6 5 16,0 4-16,2 4 15,-3 10-15,1 3 16,-2 4-16,0 4 16,-3 4-16,-1 4 15,-4 3 1,3 2-16</inkml:trace>
  <inkml:trace contextRef="#ctx0" brushRef="#br0" timeOffset="43732.1">4046 3772 0,'0'0'0,"-7"2"0,-2 5 16,-12 10-16,-4 6 15,4-2-15,4-3 16,4-2-16,3-5 16,3-2-16,3-2 15,4-7 1,-4 8-16,4-8 16,0 0-16,0 0 15,0 0-15,15-12 16,-3 0-16,1 1 15,1-2-15,-2 2 16,1-1-16,1 3 16,2 5-16,3 2 15,1 4 1,1 3-16,1 2 16,2 2-16,3 5 15,3 3-15,-3 1 16,1 3-16,0 3 15,2 1-15</inkml:trace>
  <inkml:trace contextRef="#ctx0" brushRef="#br0" timeOffset="44248.58">5053 3261 0,'0'0'0,"-1"-2"15,1 2-15,0 0 16,0 0-16,0 0 15,0 0-15,-3 8 16</inkml:trace>
  <inkml:trace contextRef="#ctx0" brushRef="#br0" timeOffset="44998.15">5513 2818 0,'0'0'0,"0"0"16,0 0-16,2 2 16,11 8-1,12 10-15,11 10 16,1 6-16,2 12 15,-6 2-15,-5 2 16,-5 1-16,-8-4 16,-9 1-16,-7-1 15,-9 0-15,-8-2 16,-6-1-16,-5-4 16,-2-5-1,-2-7-15,2-6 16,4-8-16,4-6 15,1-9-15,1-7 16,2-6-16,5-10 16,8-8-16,8-10 15,4-3-15,8-4 16,3 5 0,2 5-16,2 6 15,1 6-15,3 2 16,4 4-16,3-4 15,5 4-15</inkml:trace>
  <inkml:trace contextRef="#ctx0" brushRef="#br0" timeOffset="45598.64">6033 2933 0,'0'0'0,"0"0"0,0 0 15,0 0-15,0 2 16,1 5-16,1 9 16,1 10-16,2 6 15,3 0-15,2 0 16,3-4 0,-1-6-16,0-5 15,-1-4-15,1-4 16,2-4-16,0-4 15,1-5-15,0-2 16,-2 0-16,-3 0 16,-10 6-16,10-8 15,-10 8-15,0 0 16,0 0-16,0 0 16,0 0-1,13 13-15,-6 14 16,0 17-16,-2 8 15,-4 11-15,-3 6 16,-8 4-16,-5 3 16,-3 0-16,-8 0 15,-1-9-15,-41 23 32,2-25-17,-2-25-15,9-20 16,24-27-16,0-14 15,6-4-15,8-19 16,12-10-16,9-6 16,9-5-16,9 4 15,10 3-15,1 5 16,7 9-16,-1 8 16,0 5-16,1 3 15,-1-1 1,-5 5-16,-18 6 15</inkml:trace>
  <inkml:trace contextRef="#ctx0" brushRef="#br0" timeOffset="46015.81">6094 2696 0,'0'0'0,"0"0"0,0 0 0,0 1 0,0-1 16,-9 17-16,3-3 15,0 0 1,3-4-16,2-1 15,0-3-15,1-6 16,0 8-16,0-8 16,11-3-16,4-5 15,1-1-15,-4 0 16,-12 9-16,10-9 16,-10 9-1,0 0-15,0 0 16,21 5-16,-4 15 15,3 13-15,-1 3 16,0 4-16,-1 4 16</inkml:trace>
  <inkml:trace contextRef="#ctx0" brushRef="#br0" timeOffset="46448.48">5283 3971 0,'0'0'0,"0"0"0,0 0 16,13-1-16,23-2 15,25-1-15,10 3 16,4 6-16,-3 1 16,9 2-16,-3-2 15,2 1 1,2-3-16,-8-1 15,5-2-15,0-3 16,-2-2-16,-4-1 16,-9 0-16,-8 1 15,-6 1-15,-8 0 16,-9 1-16,-9 3 16,-12 0-16,-12-1 15</inkml:trace>
  <inkml:trace contextRef="#ctx0" brushRef="#br0" timeOffset="46949.13">5636 4191 0,'0'0'0,"0"0"0,0 0 16,0 0-1,0 0-15,2 3 16,2 6-16,3 9 16,6 11-16,3 10 15,3 7-15,1 12 16,-12 1-16,-6 0 16,-7 6-16,-6-9 15,-27 24 16,-1-4-31,-4-18 16,-6-6-16,18-27 16,-4-6-16,0-7 15,6-9-15,4-5 16,3-8-16,4-6 16,6-5-16,6-8 15,9-7 1,12-5-16,11-7 15,12 2-15,4 6 16,3 2-16,0 5 16,-4 8-16,0 4 15,-4 7-15,-3 5 16,-6 3-16,-7 5 16,-7 4-16,-1 3 15</inkml:trace>
  <inkml:trace contextRef="#ctx0" brushRef="#br0" timeOffset="47532.31">6063 4416 0,'0'0'0,"0"0"0,0 0 0,0 0 0,0 0 15,-1 7 1,-1 10-16,-2 16 16,-2 18-16,-3 3 15,1 0-15,-2-4 16,3-11-16,1-7 16,1-7-16,3-8 15,1-7-15,1-10 16,1 7-1,-1-7-15,27-13 16,-1-7-16,0-5 16,-3 1-16,-4 4 15,-4 3-15,-1 3 16,1 7-16,2 7 16,4 9-16,1 5 15,0 12-15,0 5 16,-4 0-16,-2-5 15,-3-5 1,-2-5-16,5-2 16,1-7-16,0-4 15,6-11-15,1-12 16,4-10-16,-3-17 16,-3-2-16,-1-8 15,-5-1-15,-5 6 16,-3 2-1,-5 3 1,-3 10 0,0 11-16,-1 10 15,0 6-15,0 2 16</inkml:trace>
  <inkml:trace contextRef="#ctx0" brushRef="#br0" timeOffset="50883.26">6973 1222 0,'0'0'0,"0"0"16,0 0-16,0 0 15,0 0-15,0 0 16,0 0-16,0 0 16,0 0-16,8 4 15,9 4-15,9 2 16,12-3-16,5-2 15,4-2-15,3-2 16,-1-2 0,0-1-16,-1-1 15,0 1-15,1 0 16,1-1-16,0 1 16,2 0-16,-1-1 15,1 0-15,-1 4 16,0 2-16,-3 0 15,-1 0-15,-1 0 16,-1-1-16,1 2 16,-2-1-1,0 0-15,-4 1 16,1-1-16,-2 1 16,0-1-16,-2 0 15,0 1-15,1-1 16,2 0-16,1 1 15,0-2-15,0 2 16,3-1-16,-2 0 16,-1 0-1,-3-2-15,-6 0 16,-3-1-16,-4 0 16,-5 0-16,-4 0 15,-6 0-15,-10 0 16,13 0-16,-13 0 15,0 0-15,0 0 16,10 0-16,-10 0 16,0 0-16,0 0 15,0 0 1,0 0-16,0 0 16,0 0-16,0 0 15,0 0-15,0 0 16,0 0-16,10 0 15,-10 0-15,0 0 16,0 0-16,0 0 16,0 0-1,0 0-15,0 0 16,0 0-16,0 0 16,0 0-16,0 0 15,0 0-15,0 0 16,0 0-16,0 0 15,0 0-15,0 0 16,0 0-16,0 0 16,0 0-1,0 0-15,0 0 16,0 0-16,0 0 16,0 0-16,0 0 15,0 0-15,0 0 16,0 0-16,0 0 15,0 0-15,0 0 16,0 0 0,0 0-16,0 0 15,0 0-15,0 0 16,0 0-16,0 0 16,0 0-16,0 0 15,0 0-15,0 0 16,0 0-16,0 0 15,0 0-15,0 0 16,0 0-16,0 0 16,0 0-16,0 0 15,0 0 1,0 0-16,0 0 16,0 0-16,0 0 15,0 0-15,0 0 16,0 0-16,0 0 15,0 0-15,0 0 16,0 0-16,0 0 16,0 0-16,0 0 15,0 0 1,0 0-16,0 0 16,0 0-16,0 0 15,0 0-15,0 0 16,0 0-16,0 0 15,0 0-15,0 0 16,0 0-16,0 0 16,0 0-1,0 0-15,0 0 16,0 0-16,0 0 16,0 0-16,0 0 15,0 0-15,0 0 16,0 0-16,0 0 15,0 0-15,0 0 16,0 0-16,0 0 16,0 0-16,0 0 15,0 0 1,0 0-16,0 0 16,0 0-16,0 0 15,0 0-15,0 0 16,0 0-16,0 0 15,0 0-15,0 0 16,0 0-16,0 0 16,0 0-16</inkml:trace>
  <inkml:trace contextRef="#ctx0" brushRef="#br0" timeOffset="55865.12">7049 3427 0,'0'0'0,"0"0"0,0 0 15,0 0-15,0 0 16,0 0-16,13 3 15,16 3 1,20-3-16,8-4 16,3-2-16,-2-2 15,-6 1-15,-1-2 16,-4 0-16,-5 1 16,-5-1-16,-5 2 15,-6 1-15,-5 3 16,-3 2-16,-6 4 15,-7 2-15</inkml:trace>
  <inkml:trace contextRef="#ctx0" brushRef="#br0" timeOffset="56147.93">7090 3753 0,'0'0'0,"0"0"16,0 0-16,0 0 15,0 0-15,2 0 16,12 0-16,25 0 16,21-6-16,5-5 15,2-2-15,-4-1 16,-4 0-16,-3-2 15,-5-1 1,-6 0-16,-6 2 16,-6-2-16</inkml:trace>
  <inkml:trace contextRef="#ctx0" brushRef="#br0" timeOffset="59014.87">735 2425 0,'0'0'0,"0"0"0,0 0 15,0 0-15,0 0 16,0 0 0,3 2-16,7 2 15,6 4-15,5 2 16,3 1-16,5 2 16,1 2-16,0 0 15,2 0-15,1 0 16,3 3-16,3-3 15,4-2-15,2 0 16,2-1-16,3 0 16,-2-2-1,1 1-15,-2 0 16,0 0-16,1-1 16,2 3-16,0 0 15,-2-1-15,-2 0 16,-1-1-16,2 1 15,-4 0-15,4-2 16,-3-1-16,-1-2 16,-1 1-1,-3-3-15,2 2 16,-3-2-16,-4 1 16,-2-3-16,-4 1 15,-2 1-15,3 2 16,0 0-16,-1 1 15,-2-2-15,-7-1 16,0 0 0,1-1-16,0 1 15,2 1-15,1-3 16,-1-3-16,1-1 16,-1 0-16,-1 0 15,0-1-15,0 0 16,6 0-16,3 1 15,2-1-15,1 0 16,-1-5-16,4-3 16,9-3-16,1-1 15,4-1 1,0 0-16,3-2 16,0-3-16,1 0 15,4-3-15,-1 2 16,-2-1-16,4 1 15,-3-1-15,3 2 16,3-2-16,-2 1 16,3 0-1,1-1-15,-4 1 16,1 0-16,2 0 16,-2 4-16,-2 2 15,3 0-15,-6 3 16,0 0-16,1 1 15,-6 4-15,1 1 16,-2 3 0,0 0-16,-2 0 15,-2 2-15,1-1 16,0 1-16,-2 0 16,-1 0-16,1 0 15,-2 0-15,-1 0 16,-3-1-16,0-5 15,3-3-15,1-2 16,2-3-16,3-1 16,-4 0-1,2-3-15,-2-2 16,1-3-16,3-4 16,-3 0-16,0-3 15,-3 2-15,-4-2 16,2 1-16,-1-4 15,-1 1-15,0-5 16,-5-1-16,-3-1 16,-1-2-1,-3 1-15,0-5 16,-2-2-16,2-2 16,-2 3-16,0 0 15,-2 0-15,-1-1 16,-2 0-16,-5 5 15,-3-1-15,-3 1 16,-5 3-16,-2-3 16,-4 3-16,-3 0 15,-9-2 1,-2-2-16,-4 0 16,-6 2-16,-3 2 15,-4 2-15,-7-1 16,-1 5-16,-10 1 15,-4 4-15,-4-2 16,-3-1 0,1 6-16,-7 0 0,3 10 15,-12-2 1,6 4-16,-9-2 16,1 3-16,1 6 15,-8 2-15,5 5 16,-7 0-16,2 5 15,-5 2-15,1 1 16,-4-1-16,-1 1 16,-6 0-16,-2 0 15,-1 0 1,-3 0-16,6 2 16,-3 4-16,5-1 15,-6 0-15,0 2 16,1-2-16,-1 1 15,4-3-15,6 1 16,-4 0-16,9-1 16,-3 0-16,3-1 15,1 0 1,1 2-16,-1 1 16,4-1-16,-3 0 15,0 1-15,5-1 16,-2-1-16,7-1 15,1 1-15,5-1 16,3 0-16,6-1 16,3 0-1,5 0-15,2 0 16,3 1-16,5-1 16,3 2-16,3 2 15,4 0-15,-1 4 16,1 3-16,-1 2 15,6 2-15,1 1 16,3 1-16,2 5 16,4 1-16,0 2 15,1 2-15,3 2 16,4 2 0,3 2-16,5 1 15,3 1-15,3 1 16,1 3-16,2 3 15,1 0-15,1 5 16,0 1-16,0 4 16,-1 0-16,-4 2 15,-2 1-15,-3-2 16,0-5-16,-1-6 16,2-5-1,0-7-15,2-7 16,3-5-16,2-5 15,1-4-15,6 0 16,5 0-16,9 0 16,10-3-16</inkml:trace>
  <inkml:trace contextRef="#ctx0" brushRef="#br1" timeOffset="64581.89">5304 2147 0,'0'0'0,"0"0"0,0 0 16,0 0-16,0 0 15,-1 3-15,1-3 16,-2 16-1,5-2-15,10 8 16,2 4-16,6 2 16,0-2-16,5 0 15,4-3-15,4 0 16,3-3-16,2 0 16,3-3-16,4 0 15,5 1-15,4 1 16,3 1-16,0-2 15,3 1 1,-1-5-16,1-1 16,3-3-16,1 1 15,5 0-15,-4-2 16,4 2-16,-3-2 16,0 1-16,2 0 15,-5-1-15,1-1 16,0 1-1,-4 0-15,3-1 0,-3 1 16,-3-2 0,2 2-16,0-1 15,1 0-15,-3 0 16,0-1-16,-2-1 16,0 1-16,0-1 15,-1 0-15,-1-1 16,-1-2-16,-2-1 15,-3-1 1,-4-1-16,-3 0 16,0-1-16,-3 1 15,-2 0-15,-3 0 16,-3 1-16,-5 0 16,0 2-16,-4 0 15,0 2-15,-1 3 16,0 2-16,0 4 15,0 1-15,-3 1 16,0 3 0,-4 0-16,0 2 15,-2 1-15,-1-1 16,-1 1-16,-1 1 16,1 1-16,-2 2 15,1 0-15,1 1 16,-1 3-16,-2-2 15,0-1-15,-1-2 16,-2-2 0,1 0-16,-1-4 15,0-2-15,-1-2 16,-1-1-16,0-2 16,0-2-16,0-2 15,-1-8-15,0 10 16,0-10-16,0 0 15,0 7-15,0-7 16,0 0 0,0 0-16,0 0 15,0 0-15,0 0 16,0 0-16,0 0 16,0 0-16,-10-1 15,10 1-15,0 0 16,-7-8-16,0 1 15,-13-10-15,-16-3 16,-1 1 0,13 8-16,10 4 15,14 7-15,-13-6 16,13 6-16,0 0 16,0 0-16,-11-5 15,11 5-15,0 0 16,0 0-16,0 0 15,0 0 1,0 0-16,0 0 16,0 0-16,0 0 15,0 0-15,-6 7 16,8 3-16,0 6 16,3 6-16,2 3 15,5 1-15,1 0 16,3-3-16,-2-4 15,2-1-15,-1-6 16,-1-2 0,-2-3-16,-2-2 15,-10-5-15,14 7 16,-14-7-16,11 5 16,-11-5-16,25-6 15,-5-3-15,4-5 16,-1-7-16,2-3 15,-1-5-15,1-2 16,-2-1 0,-2 0-16,0 3 15,-4 3-15,-1 5 16,-5 4-16,-1 3 16,0-1-16,0 1 15,5-4-15</inkml:trace>
  <inkml:trace contextRef="#ctx0" brushRef="#br1" timeOffset="71630.77">8326 3707 0,'0'0'0,"0"0"0,0 1 16,0-1-16,0 0 15,-2 12-15,0 7 16,-6 13-16,-3 9 15,-2 5 1,0 0-16,0 1 16,-1 0-16,4-1 15,2-1-15,2-2 16,5-2-16,3-4 16,4-2-16,3 0 15,5-2-15,3 0 16,5-4-16,6 0 15,4-11-15,7-7 16,-5-5 0</inkml:trace>
  <inkml:trace contextRef="#ctx0" brushRef="#br1" timeOffset="72415.1">8697 3859 0,'0'0'0,"0"0"0,0 0 0,0 0 15,0 0-15,0 3 16,0-3-16,0 16 15,0 5-15,2 4 16,1 3-16,1-4 16,0-5-1,1-3-15,-1-3 16,0-4-16,1-3 16,-5-6-16,7 8 15,-7-8-15,16-6 16,-1-7-16,1-4 15,-2-2-15,-3-1 16,-1 4 0,-4 3-16,-2 4 15,-4 9-15,3-9 16,-3 9-16,0 0 16,0 0-16,0 0 15,2 9-15,1 14 16,2 14-16,0 5 15,0 7-15,2 5 16,-4 4-16,-1 2 16,-3 1-1,-2-3-15,-1 1 16,-2-8-16,-2-2 16,-3-1-16,-3-6 31,-3-8-31,-3-14 15,-3-8-15,0-8 16,-2-6 0,0-9-16,-2-13 15,4-2-15,3-8 16,5 0-16,4-1 16,5-3-16,6-2 15,5 2-15,5 0 16,8 2-16,7-2 15,7 0-15,4 1 16,5 2 0,0 4-16,-1 2 15,-2 5-15,-6 2 16</inkml:trace>
  <inkml:trace contextRef="#ctx0" brushRef="#br1" timeOffset="72931.84">8885 3435 0,'0'0'0,"0"0"0,0 0 16,-1 3-16,-6 8 15,-8 16 1,-8 6-16,-3 3 16,2-3-16,2-5 15,5-5-15,4-7 16,5-4-16,1-6 15,7-6-15,-5 8 16,5-8-16,0 0 16,0 0-16,4-13 15,7-10 1,7-5-16,1-1 16,0 4-16,-3 4 15,-3 5-15,-4 6 16,-9 10-16,10-8 15,-10 8-15,14-1 16,-2 7-16,3 8 16,2 10-16,-1 6 15,-2 2 1,0 0-16</inkml:trace>
  <inkml:trace contextRef="#ctx0" brushRef="#br1" timeOffset="73248.62">9167 4087 0,'0'0'0,"0"0"0,0 0 0,0 0 0,6-1 16,8-1-16,15-1 15,5-1-15,4-1 16,2 1-16,-2 0 15,0 0-15,-3-4 16,-1-2-16,-7-1 16</inkml:trace>
  <inkml:trace contextRef="#ctx0" brushRef="#br1" timeOffset="74048.46">9706 3692 0,'0'0'0,"0"0"16,0 0-16,0 3 16,2 7-16,2 14 15,3 9-15,0 8 16,1 6-16,-3-4 15,1-3-15,-1-5 16,1-6-16,3-5 16,-2-7-16,0-4 15,0-4 1,-7-9-16,18 6 16,-3-9-16,3-6 15,2-7-15,-2-4 16,-2-1-16,-2-2 15,-3 3-15,-3 3 16,-3 5-16,-2 4 16,-3 8-16,5-10 15,-5 10 1,0 0-16,0 0 16,0 0-16,0 0 15,-6 25-15,2 8 16,-1 13-16,1 9 15,1 5-15,-1 3 16,0-1-16,-2 37 31,1-9-15,3 14-16,4-26 16,-2-36-16,0-12 15,-3-13-15,-1-3 16,-4-8-16,-2-2 15,-12-11-15,-5-12 16,1-5-16,0-13 16,1-6-16,5-1 15,2 4 1,3 1-16,2 0 16,2 2-16,3 4 15,6 0-15,3 1 16,9-1-16,4 0 15,12 1-15,8 2 16,6 3-16,2 5 16,3 6-16,0 3 15,-2 1-15,0 3 16,3-1-16</inkml:trace>
  <inkml:trace contextRef="#ctx0" brushRef="#br1" timeOffset="74482.1">10265 3414 0,'0'0'0,"0"0"0,0 0 16,0 0-16,0 2 15,0-2-15,2 16 16,3 5 0,7 10-16,3 7 15,2 4-15,0 2 16,5 8-16,-2 4 15,-8 2-15,-3 5 16,-3 1-16,-5-3 16,-20 39 15,-3-7-31,-21 2 16,-4-11-16,9-32 15,-14 3-15,5-8 16,-4-11-16,4-9 15,1-5-15,0-4 16</inkml:trace>
  <inkml:trace contextRef="#ctx0" brushRef="#br2" timeOffset="91397.76">6147 2582 0,'-1'-1'0,"1"1"0,-9-14 16,-2-2-16,-1 0 16,-2 0-1,-1 0-15,-2 2 16,-1 2-16,-3 0 15,-3 1-15,-7-1 16,-4 3-16,-3 3 16,-4 4-16,-3 4 15,-6 6-15,-6 10 16,-2 5-16,0 7 16,2 6-16,-1 4 15,5 3 1,-3 6-16,7 1 15,6-2-15,4 1 16,7-2-16,2 2 16,6 1-16,5-3 15,6 3-15,2 0 16,4 1-16,3 7 16,1-1-1,4 1-15,3 5 16,1 1-16,-1 0 15,2 7-15,1 0 16,-1 9-16,-2 2 16,-2-1-16,-2 1 15,1-2-15,-2-2 16,1 7 0,0-3-16,0 3 15,0-1-15,3-7 16,4 4-16,2-6 15,5 0-15,0-6 16,2 0-16,2-5 16,0-4-16,3-4 15,2-7-15,2-3 16,4-4-16,0-7 16,5-5-1,3-8-15,6-8 16,4-3-16,9-11 15,4-4-15,1-7 16,4-8-16,-3-2 16,4-9-16,2-6 15,-2-1-15,1 0 16,-1 0-16,-6 0 16,1-4-1,-4-1-15,-1-5 16,-2-2-16,-3-4 15,0-4-15,-3-3 16,-4 0-16,-4 1 16,-4-3-16,-5 0 15,-3-3-15,-4 0 16,-2-4-16,-4 0 16,-4-2-16,-1-3 15,-5 4 1,-4-4-16,-2-2 15,-3 3-15,-3-2 16,-4 1-16,-4 4 16,-4-1-16,-3 6 15,-2 3-15,-2 3 16,0 3-16,-4-1 16,1 1-16,2 5 15,-1 1 1,-2 4-16,-2 1 15,0 2-15,2 3 16,0 3-16,-1 1 16,0 1-16,1 0 15,1 2-15,3 4 16,-2 2-16,1 3 16,-1 4-16,2 4 15,0 7 1,-3 1-16,-2 5 15,-4 7-15,-2 11 16,-3 10-16,5 12 16,7 2-16</inkml:trace>
  <inkml:trace contextRef="#ctx0" brushRef="#br2" timeOffset="92681.92">6758 4023 0,'0'0'0,"0"0"0,0 0 15,-2 0-15,2 0 16,0 0-16,-2 12 16,1 2-16,3 10 15,3 11 1,5 6-16,3 3 15,2 5-15,1 0 16,3 5-16,1 3 16,0-2-16,3 8 15,2 0-15,1 3 16,2 6-16,2-4 16,3 3-1,4-2-15,1-5 16,5-4-16,4-2 15,2-4-15,4-5 16,4-1-16,5-5 16,2-5-16,7-4 15,0-3-15,5-3 16,7-3-16,4-1 16,1-4-16,9-2 15,-6-3 1,7-4-16,-4-4 15,1-3-15,0-3 16,1-3-16,3-2 16,-1-4-16,2-2 15,-1-4-15,1-4 16,4-4-16,-2-5 16,1-1-16,0-3 15,1-1-15,-1-3 16,5-3-1,-6-2-15,-5-2 16,-3-4-16,-5-2 16,3-6-16,-6 2 15,0-3-15,-9 1 16,0-1-16,-2-3 16,-9 7-16,-1-2 15,-7 6-15,-4 4 16,-3 2-1,-5 3-15,-3 3 16,-6 6-16,-5 2 16,-6 1-16,-4 1 15,-5 3-15,-4 5 16,-6 4-16,-3 4 16,-3 0-16,-3 3 15,-8 0-15,-13 2 16,-17 3-16,-9 9 15,-3 5 1,-1 3-16,4 2 16,4 0-16,6 1 15,6-2-15,9-3 16,7-4-16,6-3 16,11-7-16,-10 8 15,10-8-15,0 0 16,0 0-1,0 0-15,15 8 16,23-12-16,13-4 16,-1-2-16,2-3 15,1 1-15,-4 1 16,0 0-16,-6 1 16,-7 3-16,-4 3 15,-8 5-15,-4 4 16,-2 5-1,-5 4-15,-3 6 16,-1 5-16,-4 4 16,-1 6-16,-2 3 15,-1-1-15,1 2 16</inkml:trace>
  <inkml:trace contextRef="#ctx0" brushRef="#br2" timeOffset="94331.74">6519 1286 0,'0'0'0,"0"0"0,0 0 15,0 0-15,0 0 16,0 0-16,4 1 15,-4-1 1,27 4-16,-2-1 16,2 0-16,2 0 15,3-1-15,3 0 16,4 0-16,2-1 16,5-1-16,5 1 15,6 0-15,3-1 16,3 1-16,1 0 15,1 0 1,-2 0-16,4 3 16,-1 2-16,-2 1 15,-2 0-15,-1-1 16,-2 1-16,2-1 16,-2 1-16,-2-2 15,3-1-15,0-1 16,-1 0-16,-1-1 15,1 0-15,-4 1 16,-1-1 0,-1 1-16,-1-1 15,0 1-15,0-1 16,3 1-16,-4-1 16,3 1-16,-2-2 15,2 0-15,0-2 16,0 0-16,2 1 15,-2-1-15,1 0 16,-3 0 0,0 0-16,0 0 15,1-1-15,2 1 16,0-1-16,-1-1 16,-1 0-16,1 1 15,-4-1-15,-2 0 16,-4 0-16,-1 0 15,-3-1-15,-1 0 16,-7 1 0,-6 0-16,-7 2 15,-5 0-15,-14 1 16,15-1-16,-15 1 16,0 0-16,0 0 15,0 0-15</inkml:trace>
  <inkml:trace contextRef="#ctx0" brushRef="#br2" timeOffset="100115.01">11168 3515 0,'0'0'0,"0"0"0,0 0 0,0 0 16,0 0-16,4 3 16,4 6-16,7 8 15,5 5-15,4 5 16,4 2-16,-1 1 16,4 4-16,-1-1 15,1 1-15,1 0 16,-3-2-1,0-3-15,-1 0 16,-1-3-16,-1-1 16,-2-2-16,-4-5 15,-3-3-15,-3-1 16,-2-3-16,-3-3 16,-9-8-16,10 9 15,-10-9-15,0 0 16,0 0-1,0 0-15,1-11 16,-3-14-16</inkml:trace>
  <inkml:trace contextRef="#ctx0" brushRef="#br2" timeOffset="100498.05">11656 3554 0,'0'0'0,"0"0"16,0 0-16,0 0 16,0 0-16,0 0 15,0 0-15,-2 2 16,-6 7-16,-10 10 16,-8 10-16,-5 5 15,-3 3 1,-2 3-16,-3 2 15,-2 3-15,-1 1 16,-1 0-16,1 1 16,3-4-16,4-5 15,5-3-15,5-4 16,7-7-16,4-6 16,6-4-16,3-5 15,2-3-15,3-6 16,-2 8-1,2-8-15,0 0 16,0 0-16,0 0 16</inkml:trace>
  <inkml:trace contextRef="#ctx0" brushRef="#br2" timeOffset="111631.44">7652 3417 0,'0'0'0,"0"0"0,0-2 0,0 2 16,6-12-16,5-1 16,14-1-16,13-2 15,8 0-15,6 3 16,8 0-16,5 2 15,0 1-15,7-1 16,1 0 0,7 0-16,2 0 15,1-1-15,6 2 16,-1 0-16,10 0 16,1 3-16,4 1 15,1 0-15,2 3 16,1-2-16,4 3 15,2 0-15,0 2 16,5-1 0,-1 0-16,-1 0 15,3 0-15,-4 0 16,3 1-16,-4-1 16,1 0-16,5 0 15,-8 0-15,10 0 16,-4 1-16,0-1 15,1 0-15,-11 1 16,2-3 0,-5 3-16,-1-1 15,4 0-15,-10 0 16,1 0-16,-11 1 16,-9-1-16,-5 0 15,-9 0-15,-7 1 16,-7-2-16,-9 2 15,-8 0-15,-8 0 16,-9 0-16,-5 0 16,-12 0-1,12 0-15,-12 0 16,0 0-16,0 0 16,0 0-16,0 0 15,11 9-15,-9 0 16,1 2-16,-1 5 15,1 2-15,-1 6 16,-1 4-16,-1 4 16,-1 2-1,0 3-15,-1 1 16,-1 4-16,-1 2 16,0 2-16,-1 4 15,1 1-15,0 3 16,-1 4-16,0 1 15,1 3-15,-1 3 16,1 3 0,0-2-16,-1 1 15,0 0-15,-1 0 16,1-1-16,-1 2 16,0-1-16,1-2 15,0 2-15,0-2 16,0-5-16,1-1 15,0-5-15,2-5 16,-2-3 0,2-6-16,-1-4 15,-2-5-15,0-4 16,-1-4-16,-1-3 16,-2-3-16,-2-1 15,-6 1-15,-12 1 16,-12 0-16,-13-1 15,-16-4-15,-14-3 16,-10-4-16,-6-3 16,0-2-1,-2-1-15,3 0 16,-2 0-16,1 0 16,1 0-16,1 0 15,1 0-15,4 0 16,5-1-16,4 0 15,4-4-15,5-1 16,2 0-16,3-1 16,0-1-1,3 0-15,1 0 16,0 1-16,3 0 16,-3 0-16,-3-1 15,-2 1-15,-8-1 16,1 0-16,-4 0 15,-2-1-15,3 2 16,-6 1-16,1 1 16,-1 1-1,3 2-15,2-1 16,4 1-16,5 0 16,-4 1-16,6 0 15,-3 0-15,-2 1 16,3-2-16,-5 1 15,5 2-15,4-1 16,-1 0-16,5 0 16,1 0-16,1 0 15,8-1 1,1-3-16,2-2 16,5-1-16,4-2 15,3 1-15,3-1 16,2 2-16,2-1 15,2 1-15,3-1 16,3 1-16,3 0 16,1-1-16,4 1 15,0 0 1,2-1-16,3 2 16,0-1-16,0 1 15,-2-3-15,-1-2 16,2-1-16,2 0 15,2-1-15,1-3 16,2-2-16,0-4 16,1-3-16,1-6 15,3-4 1,3-1-16,2-2 16,3-2-16,2-2 15,1-3-15,0-3 16,1-3-16,1 0 15,-1-1-15,1-3 16,-1 2-16,0-2 16,1 4-1,-2 3-15,-1 0 16,-2 1-16,-2 4 16,-1 3-16,-1 0 15,0 2-15,0 1 16,-1 0-16,2 2 15,-1 2-15,-1 1 16,1 2-16,-1 1 16,0 2-1,0 0-15,1-1 0,0 2 16,0 0 0,2 3-16,-1 4 15,0 3-15,-1 4 16,0 5-16,-3 7 15,5-11-15,-5 11 16,27-2-16,0 3 16</inkml:trace>
  <inkml:trace contextRef="#ctx0" brushRef="#br2" timeOffset="146764.21">12879 1658 0,'0'0'0,"0"0"0,0 0 16,0 0-16,0 0 15,0 0 1,3-3-16,14-4 16,31-6-16,26 1 15,2 4-15,-14 0 16,7-1-16,-11 2 16,-9 2-16,-11 0 15,-10 3-15,-5-1 16,-4 0-16,-2 6 15,1 11 1,-1 9-16,-3-4 16,-3 11-16,-4-5 15,-5 10-15,-3 8 16,-5 13-16,-1 8 16,-1-7-16,-1 4 15,0-3-15,1 1 16,-2 10-1,4-1-15,1-1 16,3-1-16,2 0 16,0 9-16,0 14 15,0-6-15,0 1 16,0-2-16,0-3 16,-2 8-16,-1-8 15,0 2-15,-2 2 16,1-8-1,-4 7-15,3-13 16,0-8-16,-1 3 16,1-16-16,1 1 15,0-7-15,2-5 16,0-8-16,0-4 16,0-6-16,1-3 15,0-2-15,0-6 16,1-8-16,-1 7 15,1-7 1,0 0-16,-4 9 16,4-9-16,-10 8 15,-11-1-15,-23 2 16,-19 0-16,5-7 16,9 1-16,6-1 15,5-1-15,4 0 16,6-2-1,5 0-15,8-2 0,5 1 16,10 2 0</inkml:trace>
  <inkml:trace contextRef="#ctx0" brushRef="#br2" timeOffset="147215.13">13735 3149 0,'0'0'0,"0"0"16,0 0-16,0 0 15,0 0-15,0 0 16,0 0 0,2 2-16,-2-2 15,9 9-15,-2-1 16,0 0-16,7 3 16,8-4-16,16-6 15,18-6-15,13-10 16,13-10-16,-5-4 15,2-3 1,-12 1-16,-10 3 16,-6 4-16,-11 4 15,-7 2-15,-12 7 16,-7 4-16,-14 7 16,0 0-16,0 0 15</inkml:trace>
  <inkml:trace contextRef="#ctx0" brushRef="#br2" timeOffset="147498.21">13921 3414 0,'0'0'0,"-1"2"0,1-2 16,0 0-16,-8 6 15,6 1-15,0 1 16,2-8-16,0 0 15,0 0 1,17 2-16,26-11 16,33-12-16,-1-4 15,2-4-15,4-2 16,-10 0-16,-1 0 16,-14 5-16,-10 4 15,-11 3-15,-12 7 16,-8 2-16,-5 2 15,-10 8 1,8-9-16,-8 9 16</inkml:trace>
  <inkml:trace contextRef="#ctx0" brushRef="#br2" timeOffset="147864.29">14059 2870 0,'0'0'0,"0"0"0,0 0 0,0 2 16,0-2-16,-2 13 16,0 5-16,0 16 15,2 8-15,8 9 16,1 1-16,6 7 15,2 0-15,-2-2 16,-2-4-16,2-2 16,-1-2-1,-1-6-15,-2-2 16,0-6-16,2-3 16,2-4-16,-2-2 15,-2-5-15,-2-5 16,-4-4-16</inkml:trace>
  <inkml:trace contextRef="#ctx0" brushRef="#br2" timeOffset="148264.44">14381 2821 0,'0'0'0,"0"0"0,0 0 16,0 0-16,1 2 15,1 9-15,1 12 16,2 13-16,2 6 15,1 6-15,2 2 16,3-2-16,1 2 16,1-1-1,-1-3-15,-1-1 16,-1-5-16,-1-3 16,-2-4-16,-1-2 15,0-4-15,-1 0 16,-1-5-16,0-1 15,-1-1-15,-2 0 16,0 2 0,-2-4-16</inkml:trace>
  <inkml:trace contextRef="#ctx0" brushRef="#br3" timeOffset="174048.45">6278 3165 0,'0'0'0,"0"0"0,-3-1 15,3 1-15,-10-4 16,10 4-16,0 0 15,-11-5-15,11 5 16,0 0-16,0 0 16,0 0-16,-11-5 15,11 5-15,-6-7 16,6 7-16,-6-11 16,3 5-1,1-1-15,-2-1 16,2 1-16,-2-1 15,1-1 1,2 2-16,1 7 0,-4-9 16,4 9-16,0 0 15</inkml:trace>
  <inkml:trace contextRef="#ctx0" brushRef="#br4" timeOffset="181447.21">4712 2937 0,'0'0'0,"0"0"16,0 0-16,0 0 15,-3 0-15,3 0 16,0 0-16,-4 8 16,4-8-16,0 0 15,0 0 1,-3 7-16,3-7 15,0 0-15,0 0 16,0 0-16,0 0 16,0 0-16,0 0 15,0 0-15,0 0 16,0 0-16,0 0 16,0 0-1,0 0-15,0 0 16,0 0-16,0 0 15,0 0-15,0 0 16,0 0-16,0 0 16,0 0-16,0 0 15,0 0-15,0 0 16,0 0-16,0 0 16,0 0-1,5 10-15</inkml:trace>
  <inkml:trace contextRef="#ctx0" brushRef="#br4" timeOffset="182864.39">4562 4609 0,'0'0'0,"0"0"0,0 0 16,0 0-1,4 3-15,7 7 16</inkml:trace>
  <inkml:trace contextRef="#ctx0" brushRef="#br4" timeOffset="183448">6881 3290 0,'0'0'0,"0"0"0,0 3 16,0-3-16,2 13 16,0-5-16,-1 0 15,1-1-15,-1 0 16,-1-7-1,2 9-15,-2-9 16,0 0-16,0 0 16,0 0-16,0 0 15,0 0-15,0 0 16,0 0-16,0 0 16,0 0-16,0 0 15,0 0 1,0 0-16,0 0 15,0 0-15,0 0 16,0 0-16,0 0 16,0 0-16,0 0 15,0 0-15,0 0 16,0 0-16,15 0 16</inkml:trace>
  <inkml:trace contextRef="#ctx0" brushRef="#br4" timeOffset="188031.21">2718 5144 0,'0'0'0,"0"0"0,0 0 0,0 0 16,0 0-16,0 0 15,0 2-15,0-2 16,3 7-16,1 3 15,5 6-15,6 3 16,7 2-16,7-2 16,6 0-1,3-2-15,8-3 16,9-5-16,5-4 16,9-5-16,9 0 15,7-7-15,6-4 16,2 0-16,3-3 15,-5 2-15,2-1 16,-10 1-16,-2 4 16,-2 5-1,-9 5-15,-3 3 16,-4 3-16,-7 3 16,2 1-16,-3 2 15,-2 0-15,4 1 16,0 0-16,5 1 15,10-1-15,1-6 16,6-6-16,6-1 16,-4-5-16,9-4 15,-6 0 1,7-4-16,2-1 16,-5-1-16,7-2 15,-9 2-15,-5-1 16,0 1-16,-2 0 15,-1 1-15,-9 1 16,-4 1-16,-2 1 16,2 0-1,0 2-15,0 1 16,1 3-16,-4-1 16,1 1-16,1 0 15,-8-3-15,-2-4 16,-6 2-16,-9-1 15,-3-1-15,-5 0 16,-5 3-16,-4 0 16,-6 2-16,-4 2 15,-2 0 1,-10 3-16,12-3 16,-12 3-16,0 0 15,0 0-15,11-3 16,-11 3-16,0 0 15,0 0-15,0 0 16,0 0-16,0 0 16,0 0-1,0 0-15,0 0 16,0 0-16,0 0 16,0 0-16,0 0 15,0 0-15,0 0 16,0 0-16,0 0 15,0 0-15,0 0 16,0 0-16,0 0 16,0 0-16,0 0 15,0 0 1,0 0-16,0 0 16,0 0-16,0 0 15,0 0-15,0 0 16,0 0-16,0 0 15,0 0-15,0 0 16,0 0-16,0 0 16,0 0-16,0 0 15,0 0-15,0 0 16,0 0 0,0 0-16,0 0 15,0 0-15,0 0 16,0 0-16,0 0 15,0 0-15,0 0 16,0 0-16,0 0 16,0 0-16,0 0 15,0 0-15,0 0 16,0 0 0,0 0-16,0 0 15,0 0-15,0 0 16,0 0-16,0 0 15,0 0-15,0 0 16,0 0-16,0 0 16,0 0-16,0 0 15,0 0 1,0 0-16,0 0 16,0 0-16,0 0 15,0 0-15,0 0 16,0 0-16,0 0 15,0 0-15,0 0 16,0 0-16,0 0 16,0 0-16,0 0 15,0 0-15,0 0 16,0 0 0,0 0-16,0 0 15,0 0-15,0 0 16,0 0-16,0 0 15,0 0-15,0 0 16,0 0-16,0 0 16,0 0-16,0 0 15,0 0 1,0 0-16,0 0 16,0 0-16,0 0 15,0 0-15,0 0 16,0 0-16,0 0 15,0 0-15,0 0 16,0 0-16,0 0 16,0 0-16,0 0 15,0 0-15,0 0 16,0 0 0,0 0-16,0 0 15,0 0-15,0 0 16,0 0-16,0 0 15,0 0-15,0 0 16,0 0-16,0 0 16,1-7-16,-1 7 15</inkml:trace>
  <inkml:trace contextRef="#ctx0" brushRef="#br4" timeOffset="194047.63">12347 1505 0,'-1'2'0,"1"-2"0,0 0 0,0 0 0,0 0 15,0 0-15,0 0 16,-6 8-16,2 0 15,-5 8-15,-1 2 16,-2 3 0,-2 6-16,-2 5 15,-1 3-15,-2 4 16,1-1-16,-1 1 16,0 2-16,1-4 15,2-2-15,1 0 16,0-4-16,2-4 15,-2 0-15,4-6 16,1-5-16,1-7 16,9-9-1,-9 8-15,9-8 16,0 0-16,-5-23 16,8-5-16,13-15 15,0-8-15,9-7 16,2-5-16,2 5 15,1 8-15,-2 9 16,-1 6-16,1-2 16,5-5-1,-3 3-15,0 0 16,-6 10-16,-7 11 16,-2 5-16,-3 7 15,-2 4-15,1-1 16,0 3-16,3 0 15,-2 3-15,4 4 16,-2 4-16,2 7 16,-1 7-16,0 8 15,-3 8 1,-3-6-16,-2 0 16,-2 2-16,1 8 15,2 6-15,-3 5 16,-1-8-16,-1-8 15,0-3-15,1-7 16,3-2-16,0-6 16,0-3-16,0-3 15,-5-9 17</inkml:trace>
  <inkml:trace contextRef="#ctx0" brushRef="#br4" timeOffset="194268.05">12289 1864 0,'2'-2'0,"-2"2"0,0 0 0,12-5 15,13-3-15,16 0 16,9-5 0,-3 3-16,-1 1 15,-7 3-15</inkml:trace>
  <inkml:trace contextRef="#ctx0" brushRef="#br4" timeOffset="194913.94">12904 1664 0,'0'0'0,"0"0"0,0 0 0,4 0 16,11-4-16,16-6 15,15-6-15,8-1 16,2 0-16,2-2 16,2 0-1,-2 3-15,0 9 16,-1 9-16,-4 7 16,-9-5-16,-5 1 15,-8-3-15,-7-5 16,-6 2-16,-6 0 15,-12 1-15,13 0 16,-13 0-16,0 0 16,0 0-16,8-11 15,-14 3-15,-5-4 16,-2 0 0,-1 0-16,0 2 15,1 1-15,1 2 16,1 0-16,11 7 15,-14-7-15,14 7 16,0 0-16,0 0 16,-10-4-16,10 4 15,0 0 1,0 0-16,10 5 16,5 3-16,10 7 15,-3 8-15,-5-5 16,-6-5-16,-4-1 15,-2 5-15,-7 3 16,-4 3-16,-8 4 16,-3 3-16,-1 1 15</inkml:trace>
  <inkml:trace contextRef="#ctx0" brushRef="#br4" timeOffset="195664.54">13989 1371 0,'0'0'0,"0"0"0,0 4 16,-1 3-16,0 16 15,-1 5-15,-1-2 16,-5 5-16,-2-1 16,-3 3-16,0 0 15,-2 4-15,3-10 16,0-2 0,6-15-16,6-10 15,0 0-15,0 0 16,-12 1-16,4-9 15,0-5-15,2-11 16,5-9-16,2 7 16,3-14-16,1-11 15,1 8 1,6 5-16,5 6 16,7 9-16,-4 0 15,6 3-15,2 5 16,-2 4-16,5 4 15,-7 6-15,-4 4 16,-4 2-16,-7 0 16,-1 4-16,-3 3 15,-6 3-15,-7 7 16,-10 4 0,-11 6-16,0 1 15,-2-8-15,8-9 16,8-7-16,6-3 15,9-6-15,-8 15 16,11-4-16,5 0 16,10 4-16,8-1 15,1-1 1,5-4-16,-10-3 16,2 1-16,-5 1 15,-8 2-15,-5 2 16,-6-5-16,-10 4 15,-15 1-15,-6 6 16,-11 4-16,7-1 16,5-2-16,9-5 15,21-14-15,-13 6 16,13-6 0</inkml:trace>
  <inkml:trace contextRef="#ctx0" brushRef="#br4" timeOffset="196249.3">14475 1507 0,'0'0'0,"0"0"0,3-1 16,-3 1-16,21-2 15,9 4-15,11 2 16,3 2-16,4-1 16,3 1-16,-5-1 15,-3 0-15,-7-1 16,-2-9-16,-3-1 16,-7 0-1,-5 2-15,-6 1 16,-13 3-16,14-5 15,-14 5-15,0 0 16,1-7-16,-10-2 16,-6-1-16,-5 0 15,2 2-15,5 2 16,2 2-16,11 4 16,-14-5-1,14 5-15,0 0 16,0 0-16,0 0 15,0 0-15,0 0 16,27 1-16,-1 11 16,-3 4-16,-3-1 15,-8 1-15,-3-2 16,-4 7 0,-4 1-16,-7-2 15,-10 4-15,-6 2 16,-11 5-16,-4-3 15,1-5-15,1-5 16,10-5-16,10-4 16</inkml:trace>
  <inkml:trace contextRef="#ctx0" brushRef="#br4" timeOffset="197347.4">15605 1393 0,'0'0'0,"0"0"15,0 0-15,0 0 16,-6 3-16,-10 3 16,-20 6-16,-6 1 15,0-1 1,1 0-16,2-1 16,3 3-16,3 4 15,4 5-15,3-1 16,6 6-16,6 0 15,3 0-15,4 2 16,0 3-16,4-1 16,4 0-16,7-1 15,4 1-15,7-3 16,4-2-16,3-6 16,4-2-1,0-5-15,-1-4 16,-1-3-16,-2-1 15,-1-2-15,-3-2 16,-3 0-16,-2-1 16,-4-2-16,-1-1 15,-12 2-15,15 0 16,-15 0-16,0 0 16,14-3-16,-14 3 15,0 0 1,11-2-16,-11 2 15,0 0-15,0 0 16,0 0-16,0 0 16,0 0-16,0 0 15,0 0-15,0 0 16,0 0-16,0 0 16,0 0-16,0 0 15,0 0 1,0 0-16,0 0 15,0 0-15,0 0 16,0 0-16,0 0 16,0 0-16,0 0 15,0 0-15,0 0 16,7 5-16,-7-5 16,0 0-16,0 0 15,0 0 1,0 0-16,0 0 15,0 0-15,0 8 16,0-8-16,0 0 16,0 0-16,0 0 15,0 0-15,0 0 16,0 0-16,0 0 16,0 0-16,0 0 15,0 0 1,0 0-16,0 0 15,0 0-15,0 0 16,0 0-16,0 0 16,0 7-16,0-7 15,0 0-15,0 0 16,0 0-16,0 0 16,0 0-16,0 0 15,0 0 1,0 0-16,0 0 15,0 0-15</inkml:trace>
  <inkml:trace contextRef="#ctx0" brushRef="#br4" timeOffset="199396.7">12053 2376 0,'0'0'0,"1"-2"15,-1 2-15,0 0 16,0 0-16,0 0 16,22-1-16,7 2 15,21 1-15,10-2 16,4-4-16,7-6 16,-7 3-16,1-4 15,-6 2-15,1 1 16,-2-2-1,-4 0-15,-1 1 16,-5 0-16,-6 3 16,-5-1-16,-5 1 15,-7 3-15,-4-1 16,-7 2-16,-4 1 16,-10 1-16,12 0 15,-12 0-15,0 0 16,0 0-16,0 0 15,0 0 1,0 0-16,10 3 16,-10-3-16,0 0 15,0 0-15,0 0 16,0 0-16,0 0 16,0 0-16,0 0 15,0 0-15,0 0 16,7 7-16,-7-7 15,0 0 1,0 0-16,0 0 16,0 0-16,0 0 15,0 0-15,0 0 16,0 7-16,0-7 16,0 0-16,0 0 15,0 0-15,0 0 16,0 0-16,0 0 15,0 0 1,0 0-16,0 0 16,0 0-16,0 0 15,0 0-15</inkml:trace>
  <inkml:trace contextRef="#ctx0" brushRef="#br4" timeOffset="200963.8">15083 2282 0,'0'0'0,"0"0"15,0 0-15,8-4 16,20-4-16,37 2 15,10 4 1,-6 3-16,-6-1 0,-2 2 16,-6-1-1,-2 0-15,-3-1 16,-7 0-16,-4-1 16,-9 0-16,-9 0 15,-5 0-15,-16 1 16,0 0-16</inkml:trace>
  <inkml:trace contextRef="#ctx0" brushRef="#br4" timeOffset="201647.71">12838 5085 0,'0'0'0,"1"3"0,-1-3 0,0 0 15,9 19-15,4 9 16,8 17-16,2 6 16,3 9-16,-9 6 15,-11 4-15,-6 14 16,-17-7-16,-12 10 15,-7-18-15,-14-11 16,-2 2 0,-8-17-16,6 2 15,6-12-15,12-14 16,11-9-16,7-10 16,4-10-16,7-5 15,7-15-15,14-15 16,18-10-16,10-5 15,9 7-15,2 8 16,1 2-16,-1 10 16</inkml:trace>
  <inkml:trace contextRef="#ctx0" brushRef="#br4" timeOffset="202280.79">13392 5446 0,'0'0'0,"0"3"15,0-3-15,-4 15 16,-4 11-16,-15 12 16,-4 7-16,-3-3 15,0-5-15,-6 1 16,3-12-16,0 2 15,8-7-15,12-11 16,13-10-16,-12 3 16,8-13-16,5-14 15,16-23-15,12-24 16,11-2 0,5 0-16,8-4 15,5 6-15,-2 18 16,-9 12-16,-12 16 15,-10 13-15,-8 9 16,0 9-16,-2 9 16,0 13-1,0 9-15,-5 9 16,-3 4-16,-2 6 16,-3-5-16,0 5 15,-2-4-15,1 3 16,-2-12-16,-2 1 15,-25-5 1,-23-14 0,-22-13-16,-11-23 15,37 1 1,10-5-16,11-3 16,12 0-16,11 2 15,7-2-15,13-3 16,19 0-16,14 1 15,10 9-15,0 5 16,-3 9-16,-8 1 16,-9 3-1,-15 2-15,-12-3 16</inkml:trace>
  <inkml:trace contextRef="#ctx0" brushRef="#br4" timeOffset="202613.94">12291 6326 0,'0'0'0,"4"-2"0,12-3 16,41-16-16,39-14 15,6-2-15,14-2 16,4 2-16,4 5 16,1 2-1,-17 5-15,-13 3 16,-16 9-16,-17 6 16,-15 7-16,-13 5 15,-13 2-15,-13 2 16,-12 8-16,-26 16 15</inkml:trace>
  <inkml:trace contextRef="#ctx0" brushRef="#br4" timeOffset="202930.67">12829 6368 0,'0'0'0,"0"0"16,-1 1 0,-3 7-16,-7 17 15,-6 14-15,-6 12 16,4-1-16,1 10 15,3-7-15,2-13 16,-5 1-16,-14-2 16,-8 16-16,-4-4 15,5-18 1,9-12-16,11-11 0,6-3 16,13-7-1,-14 9-15,14-9 16,0 0-16,-8-21 15,21-19-15,26-23 16,9 4-16,4 19 16,1 8-16,-2 6 15,0 16-15,-6-3 16</inkml:trace>
  <inkml:trace contextRef="#ctx0" brushRef="#br4" timeOffset="203464.87">13260 6399 0,'0'0'0,"0"0"0,0 0 0,0 0 0,0 0 15,0 0-15,0 0 16,0 0-16,0 0 15,-2 3-15,2-3 16,0 0-16,0 0 16,0 0-16,0 0 15,0 0-15,0 0 16,0 0 0,0 0-16,0 0 15,0 0-15,0 0 16,0 0-16,0 0 15,0 0-15,0 0 16,0 0-16,0 0 16,0 0-16,-11 10 15,-13 7-15,-15 12 16,-1 3 0,3-3-16,6 0 15,-5 10-15,6 1 16,4-1-16,5 12 15,12-21-15,10 17 16,7-8-16,3-26 16,13 3-16,5-5 15,10-16-15,2 6 16,-1-4 0,-5-1-16,-8 1 15,-4-7-15,-1-3 16,4 0-16,1-2 15</inkml:trace>
  <inkml:trace contextRef="#ctx0" brushRef="#br4" timeOffset="203797.24">13880 5810 0,'0'0'0,"0"0"0,0 0 15,3 1-15,8-1 16,19 0-16,12 0 16,-12 0-16,-1 0 15,-13 1-15,-16-1 16</inkml:trace>
  <inkml:trace contextRef="#ctx0" brushRef="#br4" timeOffset="203914.94">13891 5891 0,'0'-3'0,"0"3"0,0 0 16,9-14-16,10 5 15,13-4-15,19-2 16,-2 0-16</inkml:trace>
  <inkml:trace contextRef="#ctx0" brushRef="#br4" timeOffset="204297.98">14520 5560 0,'0'0'0,"0"0"0,0 0 16,0 0-1,3 4-15,4 7 16,4 12-16,1 14 15,-2 6-15,-5 5 16,-6 3-16,-9 5 16,-25 22-1,0-10 1,-11-7-16,4-20 16,11-20-1,-2-10-15,3-7 16,3-7-16,7-5 15,7-5-15,6-5 16,8-6-16,10-6 16,6-1-16,9 3 15,3 5-15,6 2 16,6-1 0,6 3-16</inkml:trace>
  <inkml:trace contextRef="#ctx0" brushRef="#br4" timeOffset="204764.6">14831 5792 0,'0'0'0,"1"4"0,-1 3 16,-1 11-16,-8 15 15,-7 7 1,-4 1-16,-1 0 15,1-3-15,3-8 16,3-6-16,6-8 16,3-8-1,5-8 1,0 0-16,0 0 16,5-25-16,3-8 15,6-3 1,0-2-16,3 0 15,0 0-15,-1 6 16,-2 5-16,-1 8 16,-4 6-16,-1 6 15,-8 7-15,10-4 16,-10 4-16,17 14 16,-7 2-16,1 9 15,-1 7 1,-4 5-16,-3 2 15,-4-1-15,-4-3 16,-4-5-16</inkml:trace>
  <inkml:trace contextRef="#ctx0" brushRef="#br4" timeOffset="204913.66">14691 5956 0,'0'0'0,"3"0"0,-3 0 0,29-2 16,10 0-16,2 6 16,-2 8-16,-7 1 15,-7 2-15,-6-1 16</inkml:trace>
  <inkml:trace contextRef="#ctx0" brushRef="#br4" timeOffset="205230.47">14038 6375 0,'0'0'0,"10"-6"0,-10 6 0,18-8 0,39-16 15,35 6-15,10 3 16,2 2-16,-5 7 16,-12 2-16,-9 1 15,-18 3-15,-12 0 16,-14 0-16,-10 0 16,-8 1-16,-16-1 15,10 3 1,-18 5-16</inkml:trace>
  <inkml:trace contextRef="#ctx0" brushRef="#br4" timeOffset="205529.49">14044 6527 0,'0'0'0,"4"5"15,-2 1 1,3 10-16,-1 5 15,0 8-15,0 0 16,-2 7-16,-3 13 16,-6-15-16,-5-4 15,-5 3-15,-5 0 16,-4 5-16,4-20 16,1-17-16,1-9 15,1-5 1,2 1-16,3-1 0,7 4 15,6 3 1,9-11-16,9-13 16,13-4-16,9 11 15,5 15-15,-9-5 16</inkml:trace>
  <inkml:trace contextRef="#ctx0" brushRef="#br4" timeOffset="206113.65">14313 6628 0,'0'0'0,"2"1"0,-2-1 16,0 0-16,-2 9 15,-1 3-15,-8 13 16,-5 7-16,-3 3 16,2-6-16,4-10 15,2-1-15,0-2 16,3-4-1,2-5-15,6-7 16,0 0-16,0 0 16,0 0-16,-3-18 15,13-16-15,6-8 16,5 2-16,7-7 16,-4 12-16,2 8 15,-5 8-15,-1 8 16,-3 5-1,-6 4-15,-11 2 16,14 4-16,-10 3 16,-3 4-16,0 5 15,-2 1-15,-3-2 16,1-1-16,1-3 16,1-3-16,0-1 15,4 1-15,10 7 16,4 5-1,-2-2 1,-5-3 0,-11 3-16,-11 3 15,-15 1-15,-7 1 16,-6-1-16,0-4 16,6-4-16,9-6 15,6-4 1,6-3-16,13-1 15,-14-6-15,15-2 16</inkml:trace>
  <inkml:trace contextRef="#ctx0" brushRef="#br4" timeOffset="206329.96">15358 6097 0,'0'0'0,"0"0"0,0 0 0,0 0 16,0 0-16,0 0 15,-4 4-15,4-4 16</inkml:trace>
  <inkml:trace contextRef="#ctx0" brushRef="#br4" timeOffset="206747.17">15460 5799 0,'0'0'0,"0"0"0,0 0 16,0 0-16,1 4 16,2 3-16,5 8 15,3 8-15,2 6 16,1 1-16,-3 1 16,-2 2-16,-4-2 15,-3-1-15,-7 1 16,-14 1 15,-11 0-31,-5-5 16,2-10-16,10-9 15,6-5-15,17-3 16,-14-2-16,12-5 16,6-5-16,8-6 15,9-3-15,11 3 16,1 1-16,3 3 15,0 4 1,163-18-16</inkml:trace>
  <inkml:trace contextRef="#ctx0" brushRef="#br4" timeOffset="207347.62">15760 5998 0,'0'0'0,"0"2"16,0-2-16,0 8 16,-10 32-16,0-11 15,-4-3-15,2-4 16,0-3-16,5-6 31,1-2-31,6-11 16,-5 6-1,5-6-15,0 0 16,-5-12-16,2-5 16,3-10-16,6-2 15,6-2-15,4 5 16,3-1-16,5 5 16,-24 22-16,17-8 15,-5 5-15,11 0 16,3 1-16,-10 2 15,-16 0 1,0 0-16,0 0 16,6 8-16,-10 5 15,0-1 1,-4 3 0,-8-3-16,8-2 15,8-10-15,-11 10 16,11-10-16,-8 8 15,8-8 1,-5 11-16,3-1 16,-1 1-16,0 2 15,-1 1-15,-30 26 16,17-19-16,-1-4 16,-2-1-16,-6 2 15,-2 0-15,-2 0 16,-3-1-16,2-3 15</inkml:trace>
  <inkml:trace contextRef="#ctx0" brushRef="#br4" timeOffset="207663.87">14972 6417 0,'0'0'0,"0"0"0,3 0 15,13 0-15,24 2 16,21 8-16,10 3 16,4 1-16,2 2 15,0-1-15,-3-2 16,-8-6-16,0-6 15,-14-1-15,-11-1 16,-14 0 0,-7 0-16,-10 1 15,-10 0-15,0 0 16,-17 8-16</inkml:trace>
  <inkml:trace contextRef="#ctx0" brushRef="#br4" timeOffset="208063.99">15031 6737 0,'0'0'0,"0"0"0,0 2 0,0 6 16,0 16-16,0 10 15,4 7-15,2-1 16,0 0-16,-1-1 15,-1 3-15,-9 5 16,-11 0 0,-22 7-1,-22 0 1,0-8-16,-1-24 16,24-14-16,10-10 15,8-6-15,8 0 16,9-7-16,13-18 15,27-22-15,15-5 16,3 11 0,1 3-16,-8 15 15,-7 9-15,-7 12 16,-4 6-16,-4 4 16,-3 5-16,-11-2 15</inkml:trace>
  <inkml:trace contextRef="#ctx0" brushRef="#br4" timeOffset="208397.16">15601 6848 0,'0'0'0,"0"0"0,0-2 16,0 2-16,0 0 15,-16 1-15,-14 7 16,-15 10-16,-7 10 16,3 2-1,2 8-15,6 2 16,11-1-16,7 5 16,19 15-1,17 2 1,25 10-16,12-19 15,7-19-15,13-10 16,-8-12-16,8-20 16,204-36-1</inkml:trace>
  <inkml:trace contextRef="#ctx0" brushRef="#br4" timeOffset="209563.87">13211 4994 0,'-2'-6'0,"-2"-3"0,-8-4 16,-36-18-16,-24 6 15,-5 7-15,0 6 16,11 6-16,4 1 16,0 5-16,4 8 15,4 4 1,11-4-16,9 0 16,2 9-16,5 12 15,3 5-15,7 8 16,3 7-16,4 12 15,6 9-15,3 4 16,6 7-16,1 1 16,3 6-1,1 11-15,0 0 16,0 4-16,-1-3 16,-5 4-16,-12 7 15,-8 3-15,-8-5 16,-8 16-16,1-24 15,-5 10-15,6-17 16,4-11-16,0-4 16,11-20-16,7-9 15,5-5 1,8-3-16,8-1 16,7-5-16,21 2 15,17-8-15,38-3 16,31-5-16,22-12 15,12-4-15,-10-3 16,4-2-16,-13 0 16,3 1-1,-13 0-15,2-1 16,-3 1-16,-14 2 16</inkml:trace>
  <inkml:trace contextRef="#ctx0" brushRef="#br4" timeOffset="210930.87">12754 4829 0,'0'0'0,"0"0"16,0 0-16,0 0 15,1 2-15,-1-2 16,14 6-16,24 10 15,41-1-15,27-6 16,19-15-16,12-1 16,3 0-16,9-1 15,7 3 1,13 13-16,9 5 16,-1 1-16,-4-1 15,-14 0-15,-1-1 16,-18-1-16,-7 2 15,-14 2-15,-11 0 16,-7 2-16,-4 1 16,-8 0-16,3 3 15,-13-1-15,-21-5 16,-45-13 0,8 3-16,6 3 15,0 4-15,-3 6 16,-5 3-16,-5 4 15,-7 4-15,-2 1 16,-2-1-16,-2 1 16,0 1-16,-1-3 15,0 1-15,0-3 16,0 1 0,0 2-16,0 1 15,0-2-15,0-1 16,0-4-16,0-3 15,0 1-15,0-1 16,0 2-16,0 2 16,0 1-16,0 1 15,0-1-15,0 4 16,0 3 0,0 4-16,0 9 15,0 3-15,0 1 16,0 3-16,0 3 15,-1 3-15,1 4 16,-1-2-16,-1 4 16,-1-2-16,1 3 15,-2 0 1,0-4-16,1 5 16,0-1-16,-1-4 15,0-1-15,2-4 16,-1-4-16,1-4 15,-1-4-15,1-4 16,0-2-16,0-5 16,1-3-16,-1-4 15,1-2-15,1-1 16,-1-3 0,0-2-16,0 0 15,0-2-15,0-1 16,0 0-16,1-2 15,-1-1-15,0-2 16,0 2-16,-1 2 16,-2 0-16,-14 5 15,-58 34 1,30-31-16,-35-6 16,-12 0-16,-9-5 15,-9-8-15,-13-3 16,-5-1-16,-13-1 15,-6-1-15,-8-1 16,-4 1-16,-2 0 16,3-1-16,9 1 15,14 1-15,16 0 16,21-1-16,4-9 16</inkml:trace>
  <inkml:trace contextRef="#ctx0" brushRef="#br4" timeOffset="-207149.46">1101 2490 0,'-2'-1'0,"2"1"0,0 0 0,-12-7 0,2 1 15,10 6-15,-10-6 16,10 6-16,0 0 16,-19 15-16,-6 20 15,-8 23-15,-5 18 16,-5 10-16,-3 13 16,-4 8-16,1 5 15,0 5-15,4 8 16,5 3-1,9-1-15,5-1 16,8 6-16,8-5 16,6 9-16,6-8 15,2-2-15,4 5 16,0-9-16,3 2 16,3-11-16,1-8 15,4-14-15,3-15 16,7-12-16,5-13 15,3-9 1,8-15-16,2-11 16,10-14-16,7-15 15,6-15-15,8-15 16,-1-14-16,1-11 16,-1-9-16,-5-8 15,-3 0-15,-5-2 16,-3-4-16,-3 1 15,-1-5-15,-4 0 16,-2-7 0,-4 1-16,2-7 15,-4-3-15,-3-4 16,-1-5-16,-9 6 16,-2 1-16,-3 1 15,-6 3-15,-4 2 16,-8-5-16,-8 6 15,-4 0-15,-2 6 16,-7 9 0,-5 6-16,-4 8 15,-5 5-15,-6 6 16,-4 11-16,-10 6 16,-3 10-16,-11 5 15,-8 7-15,-9 10 16,-19 14-16,-9 4 15,1 11 1,5 1-16,8 1 16,8 3-16,-2 8 15,1 11-15,-7 15 16,0 17-16,-3 28 16,2 30-16,-1 31 15,8 33-15,-226 457 31</inkml:trace>
  <inkml:trace contextRef="#ctx0" brushRef="#br3" timeOffset="-194733.21">831 5640 0,'0'0'0,"0"0"0,0 0 16,-1-2-16,1 2 15,0 0-15,0 0 16,0 0-16,0 0 16,0 0-16,0 0 15,15-1-15,6 12 16,4 9-16,0 5 16,-3 7-1,-1 3-15,-6 11 16,-6 9-16,-6 6 15,-6 9-15,-20 43 32,-5-6-32,-6-4 15,-3-21-15,11-35 16,1-6-16,0-9 16,0-10-1,0-7-15,2-6 16,1-5-16,3-8 15,4-3-15,3-8 16,6-6-16,7-9 16,9-8-16,9-6 15,6 1-15,3 2 16,2-1-16,0 7 16,-1 4-16,-3 5 15,-3 6 1,-2 3-16,-2 3 15,-4 4-15,-3 4 16,-2 4-16,-10 2 16,12 2-16</inkml:trace>
  <inkml:trace contextRef="#ctx0" brushRef="#br3" timeOffset="-193133.27">1594 5777 0,'0'0'0,"0"0"16,0 0-16,0 0 16,0 0-16,0 0 15,0 2-15,0-2 16,0 14-1,0 11-15,-1 7 16,-1 10-16,-3 1 16,-3 2-16,-2-2 15,-2-1-15,0-1 16,-1-3-16,4-3 16,-1-5-16,4-5 15,0-4-15,1-3 16,0-2-1,1-2-15,1-3 16,1-4-16,2-7 16,-2 9-16,2-9 15,0 0-15,0 0 16,2 7-16,-2-7 16,0 0-16,22 3 15,3-4-15,11-6 16,3-3-1,2-3-15,-1 0 16,-3-2-16,-3 1 16,-4 1-16,-6 3 15,0-1-15,-4 2 16,-3 3-16,-5 1 16,-12 5-16,15-4 15,-15 4-15,13-2 16,-13 2-16,15 1 15</inkml:trace>
  <inkml:trace contextRef="#ctx0" brushRef="#br3" timeOffset="-190900.04">571 6825 0,'0'0'0,"0"0"15,0 0-15,0 0 16,0 0 0,0 0-16,3 0 15,-3 0-15,21-1 16,0-1-16,4-1 16,5-1-16,4-2 15,3-1-15,1 1 16,3 0-16,-1-2 15,4 1-15,6-1 16,-1 0 0,0-1-16,5 1 15,3-1-15,0 0 16,1 0-16,2-1 16,2 1-16,1-1 15,-1-1-15,1-2 16,1-2-16,-7 3 15,-4 0 1,-2 0-16,-3 1 16,-3 1-16,-5 1 15,-9 3-15,-4 1 16,-3-1-16,-4 3 16,-4-1-16,-6 1 15,-10 3-15,13-2 16,-13 2-16,0 0 15,11-1-15,-11 1 16,0 0 0,0 0-16,0 0 15,0 0-15,0 0 16,0 0-16,0 0 16,0 0-16,0 0 15,0 0-15,0 0 16,0 0-16,0 0 15,0 0-15,0 0 16,0 0 0,0 0-16,0 0 15,0 0-15,0 0 16,0 0-16,0 0 16,0 0-16,0 0 15,0 0-15,0 0 16,0 0-16,0 0 15,0 0-15,0 0 16,0 0 0,0 0-16,0 0 15,0 0-15,0 0 16,0 0-16,0 0 16,0 0-16,0 0 15,0 0-15,0 0 16,0 0-16,0 0 15,0 0-15,0 0 16,0 0 0,0 0-16,0 0 15,0 0-15,0 0 16,0 0-16,0 0 16,0 0-16,0 0 15,0 0-15,0 0 16,0 0-16,0 0 15,0 0-15,0 0 16,0 0-16,0 0 16,0 0-1,0 0-15,0 0 16,0 0-16,0 0 16,0 0-16,0 0 15,0 0-15,0 0 16,0 0-16,0 0 15,0 0-15,0 0 16,0 0 0,0 0-16,0 0 15,0 0-15,0 0 16,0 0-16,0 0 16,0 0-16,0 0 15,0 0-15,0 0 16,0 0-16,0 0 15,0 0-15,0 0 16,0 0 0,0 0-16,0 0 15,0 0-15,0 0 16,0 0-16,0 0 16,0 0-16,0 0 15,0 0-15,0 0 16</inkml:trace>
  <inkml:trace contextRef="#ctx0" brushRef="#br3" timeOffset="-190067.59">870 7211 0,'0'0'0,"0"0"0,0 0 15,0-1-15,0 1 16,0 0-16,0 0 16,21 1-16,3 8 15,3 9-15,-2 8 16,1 9-16,-5 3 15,-3 7-15,-4-2 16,-5 0-16,-3 4 16,-4-2-1,-3 3-15,-4-2 16,-5 1-16,-3-4 16,-3-4-16,0-4 15,-7 2 1,-3-3-1,1-7-15,2-8 16,8-12-16,2-6 16,1-2-1,0-4-15,2-3 16,2-4-16,2-6 16,5-10-16,3-5 15,7-6-15,5 0 16,3 4-16,1 0 15,-1 8-15,-2 1 16,3-1-16,1 2 16,-1 5-1,-3 6-15,-3 5 16</inkml:trace>
  <inkml:trace contextRef="#ctx0" brushRef="#br3" timeOffset="-189333.16">1486 7012 0,'0'0'0,"0"0"0,0 0 0,0 0 0,0 4 16,0 6-16,2 10 15,0 15 1,1 7-16,1 9 16,-3 6-16,-4 2 15,0-1-15,-3-1 16,1-4-16,-2-3 15,-1-7-15,-1-3 16,-1-4-16,1-9 16,2-5-16,0-7 15,1-5 1,1-2-16,5-8 16,0 0-16,-14 4 15,14-4-15,-11-17 16,8-1-16,2-6 15,4-3-15,5-6 16,4 0-16,3-1 16,4 5-16,2 4 15,4 4 1,0 3-16,-1 6 16,1 0-16,-1 5 15,1 4-15,0 4 16,0 3-16,2 10 31,-2 6-31,-2 6 16,-6 3-16,-11-6 15,-7 2-15,-4-2 16,-4 0 0,-5-2-16,-4-1 15,-6-5-15,-2 0 16,-2-4-16,1-3 15,-2-1-15,3-3 16,1-2-16,5-1 16,3-2-16,6 0 15,11 1 1</inkml:trace>
  <inkml:trace contextRef="#ctx0" brushRef="#br3" timeOffset="-188616.76">2212 6238 0,'0'0'0,"0"0"16,0 0-16,0 0 16,9 0-1,10 0-15,9-2 0,7-4 16,0-1 0,1-2-16,-1 1 15,-1 0-15,-1 0 16,-4 2-16,-3 0 15,1 0-15,-2 3 16,-4 0-16,-21 3 16</inkml:trace>
  <inkml:trace contextRef="#ctx0" brushRef="#br3" timeOffset="-188348.58">2271 6446 0,'0'0'0,"0"0"0,0 0 16,0 0 0,6-2-16,11-2 15,16-5-15,7-4 16,5-3-16,0 0 15,1-1-15,-3 0 16,-5 0-16,-3 0 16,-4 1-16,-5 1 15,-2-1-15</inkml:trace>
  <inkml:trace contextRef="#ctx0" brushRef="#br3" timeOffset="-187664.95">3139 5642 0,'0'0'0,"0"0"16,0 0-16,3 2 15,-3-2-15,24 13 16,-4 1 0,2 4-16,1 7 15,-2 5-15,-4 5 16,-3 7-16,-7 7 15,-6 8-15,-7 4 16,-8 2-16,-34 39 31,-4-8-31,-10-10 16,8-22-16,24-36 16,1-8-1,3-7-15,4-6 16,3-7-16,1-6 15,4-7-15,2-5 16,7-7-16,7-7 16,10-7-16,4 0 15,4 0-15,1 5 16,0 5-16,-4 7 16,-5 5-16,-1 6 15,-1 0 1,-3 3-16</inkml:trace>
  <inkml:trace contextRef="#ctx0" brushRef="#br3" timeOffset="-187149.48">3498 5628 0,'0'0'0,"0"0"0,0 2 15,0-2-15,2 11 16,1 9-16,3 15 16,-2 4-1,3 7-15,-3 2 16,-5-1-16,-2-3 15,-3-4-15,1-4 16,-2-2-16,1-6 16,2-4-16,0-5 15,2-4-15,1-4 16,1-4-16,1 0 16,-1-7-1,2 9-15,-2-9 16,11 9-16,4-6 15,13-2-15,12-2 16,2-4-16,-1-2 16,-2-1-16,-3-1 15,-2 1-15,-3 1 16,-1 1-16,-2 2 16,-2 2-16,-3 1 15,-5 2 1,-7 2-16,-11-3 15</inkml:trace>
  <inkml:trace contextRef="#ctx0" brushRef="#br3" timeOffset="-186700.13">2896 6647 0,'0'0'0,"0"0"16,0 0-16,0 0 16,0 0-16,4 1 15,10-1 1,21 0-16,15-1 15,8-4-15,11-8 16,-1-1-16,3-4 16,3-3-16,-3 1 15,5-2-15,-2 2 16,-5 0-16,-3 1 16,-2 1-16,-8 3 15,-4 1 1,-4 2-16,-4 3 15,-6 4-15,-7 4 16,-11 2-16,-6 0 16,-4 2-16,-10-3 15,4 7-15</inkml:trace>
  <inkml:trace contextRef="#ctx0" brushRef="#br3" timeOffset="-186200.26">3113 6776 0,'0'0'0,"0"0"15,0 0-15,0 2 16,0-2-16,3 15 16,0 6-16,1 14 15,3 8-15,0 3 16,-1 1-16,1 3 16,-1 3-16,-7-1 15,-5-1 1,-4-7-16,0-4 15,0-6-15,-1-3 16,0-6-16,-3-3 31,-4-5-31,0-6 16,1-4-16,4-6 16,2-2-16,-1-6 15,3-3 1,0-11-16,3-5 15,6-8-15,7-1 16,5 0-16,7-1 16,3 3-16,4 0 15,2 2-15,2 4 16,0 1-16,-4 7 16</inkml:trace>
  <inkml:trace contextRef="#ctx0" brushRef="#br3" timeOffset="-185532.53">3546 6855 0,'0'0'0,"0"0"15,0 0-15,1 3 16,2 9-16,2 14 16,3 7-16,0 2 15,1 1-15,1-6 16,2-5-16,2-9 16,-2-6-16,4-5 15,2-6-15,2-5 16,1-6-1,0-6-15,-2-2 16,-2 0-16,-6 2 16,-2 6-16,-3 4 15,-6 8-15,4-7 16,-4 7-16,0 0 16,4 10-16,3 18 15,-4 19-15,-6 12 16,-3 8-1,-1 0-15,-2 7 16,1 0-16,-1 0 16,1-2-16,0-8 15,1-8-15,-3 4 32,-6-9-32,-1-14 15,-1-10-15,4-16 16,-2-10-1,-2-7-15,-4-8 16,-3-14-16,4-6 16,5-5-16,6-3 15,6-6-15,4-2 16,8-4-16,4 1 16,8 0-16,-1 1 15,8-12-15</inkml:trace>
  <inkml:trace contextRef="#ctx0" brushRef="#br3" timeOffset="-185100.54">3667 6679 0,'0'0'0,"0"0"0,0 0 16,-1 2-16,1-2 16,-4 15-16,2-5 15,0-1-15,2-9 16,0 9-1,0-9-15,11-4 16,6-8-16,8-12 16,-3-2-16,-1 2 15,-2 0-15,-1 3 16,-4 4-16,-2 4 16,1 5-16,3 5 15,2 5-15,2 4 16,0 4-16,2 8 15,3 5 1,-3 2-16,1 0 16,-4-4-16</inkml:trace>
  <inkml:trace contextRef="#ctx0" brushRef="#br3" timeOffset="-184849.52">4317 6024 0,'0'0'0,"0"0"0,0 0 15,0 0-15,0 0 16,0 0 0,0 0-16,0 3 15</inkml:trace>
  <inkml:trace contextRef="#ctx0" brushRef="#br3" timeOffset="-184116.1">4780 5551 0,'0'0'0,"0"0"0,0 0 0,0 0 15,3 0-15,-3 0 16,15 16-16,5 4 15,1 8 1,1 7-16,-2 4 16,0 2-16,-2-1 15,-4 1-15,-8 2 16,-6 4-16,-4 3 16,-10 4-16,-3-5 15,-11-4-15,-1-8 16,-11-2 15,-1-10-31,6-8 16,8-9-16,11-9 15,5-6-15,3-7 16,6-9-16,5-10 16,8-7-16,7-2 15,6 5-15,5 3 16,2 6-16,1 0 15,-3 5-15,0 1 16,-2 2-16,-5 3 16</inkml:trace>
  <inkml:trace contextRef="#ctx0" brushRef="#br3" timeOffset="-183383.2">5361 5551 0,'0'0'0,"0"0"16,0 0-16,0 0 16,0 5-16,0 8 15,0 10-15,2 8 16,3 2-16,4 2 15,2-4 1,2-5-16,3-4 16,2-4-16,4-5 15,2-6-15,3-7 16,-1-9-16,-1-4 16,-2-3-16,-2-3 15,-5 0-15,-3 2 16,-5 3-16,-3 4 15,-2 3-15,-3 7 16,0 0 0,2-6-16,-2 6 15,0 0-15,0 19 16,0 9-16,0 11 16,0 8-16,0 5 15,0 4-15,0 3 16,0 2-16,0 3 15,-2-5-15,-12 19 32,-11 3-17,-7-7-15,-1-19 16,7-22-16,-4-14 16,-1-6-16,0-7 15,-2-10-15,3-7 16,2-13-16,5-3 15,8-8-15,7-5 16,7-4 0,7-7-16,7-1 15,6 1-15,6 5 16,4 4-16,-1 3 16,3 7-16,-3 6 15,0 3-15,-5 5 16,-2 2-16,-8 2 15</inkml:trace>
  <inkml:trace contextRef="#ctx0" brushRef="#br3" timeOffset="-182266.83">5455 5238 0,'0'0'0,"0"0"16,0 0-16,0 0 16,0 0-1,-2-1-15,2 1 16,0 0-16,0 0 16,-9 13-16,-4 6 15,-3 4-15,0 2 16,0-2-16,2-4 15,4-4-15,4-6 16,6-9-16,-5 8 16,5-8-16,0 0 15,0 0 1,0 0-16,33-32 16,3-4-16,-8 10 15,-6 4-15,-7 7 16,-2 2-16,0 2 15,-5 1-15,-8 10 16,10-10-16,-10 10 16,16 6-16,-1 5 15,2 11 1,0 4-16,1 6 16,1 5-16,1 1 15,-1 1-15,2 0 16</inkml:trace>
  <inkml:trace contextRef="#ctx0" brushRef="#br3" timeOffset="-181750.51">4874 6403 0,'0'0'0,"0"0"0,0 0 0,0 0 16,0 0-16,1 3 16,-1-3-1,10 11-15,6-1 16,15 0-16,12-1 16,9-5-16,7-3 15,3-4-15,5-3 16,0-3-16,1 0 15,6-1-15,-7 1 16,-3-1-16,-7 0 16,-5 2-16,-4 0 15,-3 1 1,-6 0-16,-5 3 16,-5 1-16,-5 3 15,-5 3-15,-5 0 16,-3 1-16,-11-4 15,4 14-15</inkml:trace>
  <inkml:trace contextRef="#ctx0" brushRef="#br3" timeOffset="-181182.89">4901 6666 0,'0'0'16,"0"0"-16,0 0 16,0 0-16,0 0 15,6 3-15,5 4 16,8 8-16,3 10 15,-2 4-15,-6 7 16,-5 12-16,-3 4 16,-5 5-16,-7-5 15,-4-6 1,-4-1-16,-5 0 16,-2-2-16,-2-3 15,1-4-15,0-4 16,0-5-16,1-8 15,2-7-15,3-4 16,2-3-16,0-5 16,1-9-16,4-9 15,5-14-15,7-7 16,7-9 0,10-4-16,4 6 15,5 1-15,2 3 16,0 7-16,0 5 15,-2 8-15,-5 3 16,-1 4-16,-4 4 16,-3 3-16,-3 6 15,0 1 1,-1 2-16,0-1 16</inkml:trace>
  <inkml:trace contextRef="#ctx0" brushRef="#br3" timeOffset="-180413.32">5489 6441 0,'0'0'0,"0"0"0,0 0 0,0 0 15,0 0 1,0 0-16,0 0 16,0 0-16,0 0 15,0 0-15,0 1 16,0-1-16,-1 11 15,0 4-15,0 7 16,0 7-16,-3 3 16,2 5-16,-1 4 15,-1 2-15,1 4 16,0-5 0,-2 4-16,1 1 15,1-2-15,0-4 16,1-11-16,0-5 15,1-3-15,-1-7 16,2-5-16,-1-3 16,1-7-16,-2 8 15,2-8-15,0 0 16,-4-10 0,0-8-16,4-14 15,6-4-15,4-4 16,7 1-16,4 9 15,5 7-15,3 4 16,0 4-16,-2 3 16,-1 7-16,0 5 15,-2 4-15,-2 17 32,-6 16-17,-7 15-15,-5-1 16,-13-16-16,-6-1 15,-3-2-15,-5-5 16,-4-4-16,0-8 16,-4-2-16,-1-6 15,2-3-15,-2-6 16,1-4-16,2-1 16,1-5-1,6 0-15,4-4 16,5 1-16</inkml:trace>
  <inkml:trace contextRef="#ctx0" brushRef="#br3" timeOffset="-179831.27">6187 6030 0,'0'0'0,"0"0"0,0 0 16,0 0 0,0 0-16,4 2 15,9 3-15,18 5 16,18-5-16,5-3 15,-1-3-15,0-3 16,-4 0-16,-3-2 16,-6 0-16,-5-1 15,-3 1-15</inkml:trace>
  <inkml:trace contextRef="#ctx0" brushRef="#br3" timeOffset="-179600.16">6323 6411 0,'0'0'0,"0"0"0,0 0 16,12 0-1,19 0-15,29 0 16,9-2-16,-3 0 15,-1-3-15,-8-2 16,-9 0-16,-8 1 16,-12 1-16,-9-3 15</inkml:trace>
  <inkml:trace contextRef="#ctx0" brushRef="#br3" timeOffset="-177633.2">7533 5795 0,'0'0'0,"0"0"15,0 0-15,0 0 16,-1 1-16,-1 8 16,-4 10-16,-2 11 15,1 6-15,0 1 16,3-1-1,1-1-15,4-5 16,4-2-16,3-6 16,3-6-16,1-6 15,2-4-15,3-5 16,1-3-16,1-7 16,1-4-16,-1-4 15,-1-2-15,-2 0 16,-5 0-1,-2 4-15,-1 1 16,-4 5-16,0 3 16,-4 6-16,4-7 15,-4 7-15,0 0 16,0 0-16,15 15 16,-4 10-16,-2 11 15,-3 7-15,-6 4 16,-4 5-1,-2 6-15,-4 3 16,-3 2-16,-2 1 16,-15 27-1,-1 0 1,-3-6-16,0-24 16,10-33-16,0-11 15,6-6-15,3-5 16,3-2-16,0-7 15,-3-12 1,1-13-16,1-12 16,8-6-16,8-3 15,4-1-15,5 1 16,3 2-16,2 5 16,4 5-16,3 0 15,4 5-15,2 1 16,2 3-16,2 1 15,4 1 1,-8 2-16</inkml:trace>
  <inkml:trace contextRef="#ctx0" brushRef="#br3" timeOffset="-177083.15">7620 5429 0,'0'0'0,"0"0"0,0 0 16,0 0-16,-1 5 15,-2 3-15,-1 10 16,-2 3-16,-2 1 16,0-3-16,1-5 15,3-3-15,1-6 16,3-5-16,-3 7 15,3-7 1,0 0-16,0 0 16,0-11-16,5-4 15,4-6-15,4-1 16,1 2-16,2 2 16,0 3-16,-1 4 15,-1 4-15,-1 4 16,3 6-16,-1 2 15,2 5 1,1 6-16,-1 4 16,0 3-16,1 3 15,0 2-15</inkml:trace>
  <inkml:trace contextRef="#ctx0" brushRef="#br3" timeOffset="-176783.4">8101 5966 0,'0'0'0,"0"0"16,0 0-16,0 0 16,0 0-16,7-1 15,7 1-15,6 0 16,2 1-16,0 0 16,1-1-16,1 1 15,0 0-15,2-4 16,0-12-16</inkml:trace>
  <inkml:trace contextRef="#ctx0" brushRef="#br3" timeOffset="-176033.23">8442 5769 0,'0'0'0,"0"0"16,0 0-16,0 0 16,2 7-16,2 10 15,2 12-15,1 7 16,1 0-16,-2-4 16,3 2-16,1-4 15,0-5-15,-1-6 16,-1-5-16,-2-5 15,0-3-15,-6-6 16,15 6-16,-3-8 16,-1-5-1,2-5-15,-1-2 16,-3-2-16,-2 3 16,-2 2-16,-1 3 15,-1 1-15,-3 7 16,3-10-16,-3 10 15,2-7-15,-2 7 16,0 0 0,0 0-16,0 0 15,3 7-15,1 7 16,1 12-16,0 10 16,0 7-16,-4 5 15,-3 6-15,-6 3 16,-3 1-16,-9 25 31,2-7-15,-2-2-16,-1-15 15,4-25-15,-3-5 16,1-6-16,2-7 16,-3-2-16,-2-6 15,-1-5-15,0-7 16,1-9-16,4 0 15,5-7-15,2-3 16,5-7 0,7-1-16,7-1 15,7-1-15,7 1 16,3 0-16,6 0 16,3 1-16,2 2 15,0 0-15,1-1 16,7-4-16</inkml:trace>
  <inkml:trace contextRef="#ctx0" brushRef="#br3" timeOffset="-175683.26">8840 5554 0,'0'0'0,"0"0"15,0 0-15,0 0 16,3 6-16,9 11 16,11 20-16,7 13 15,-2 9-15,-5 11 16,-6 8-16,-8 3 15,-9 4-15,-11 6 16,-12 0-16,-52 64 31,-12-31-15,-28 13-16,32-48 16,-9-31-16</inkml:trace>
  <inkml:trace contextRef="#ctx0" brushRef="#br3" timeOffset="-174633.42">7247 5426 0,'0'0'0,"0"0"0,0 0 0,0 0 16,-4 3-1,-10 13-15,-14 16 16,-3 18-16,7 7 16,3 8-16,4 9 15,8-1-15,2 8 16,6-2-16,4 4 15,3 2-15,4 3 16,1-4-16,6 0 16,5-6-1,23 18 1,-1-11 0,4-14-16,-6-20 15,-19-25-15,-6-9 16,-5-5-16,-3-3 15,-9-9-15,12 9 16,-12-9-16,10 9 16,-10-9-1,9 7-15,-9-7 16,7 7-16,-7-7 16,5 7-16,-5-7 15,0 0-15,6 7 16,-6-7-16,0 0 15,0 0-15,3 8 16,-3-8 0,0 0-16,0 0 15,0 7-15,0-7 16,0 0-16,0 0 16,0 0-16,0 0 15,0 6-15,0-6 16,0 0-16,0 0 15,0 0-15,0 0 16,0 0-16,0 0 16,-1 7-1,1-7-15,0 0 16,0 0-16,0 0 16,0 0-16,0 0 15,0 0-15,0 0 16,0 0-16,0 0 15,0 0-15,0 0 16,0 0-16,0 0 16,0 0-1,0 0-15,0 0 16,0 0-16,0 0 16,0 0-16,0 0 15,0 0-15,0 0 16,-3-7-16</inkml:trace>
  <inkml:trace contextRef="#ctx0" brushRef="#br3" timeOffset="-170749.97">5905 5769 0,'0'0'0,"0"0"0,0 0 16,0 0-16,2 0 15,-2 0-15,22-6 16,-5 2-16,0 1 15,-2 0-15,0 0 16,-3 1-16,-2 1 16,-10 1-16,16-3 15,-16 3-15,13-2 16,-13 2-16,17 5 16,-7 2-1,0 5-15,0 4 16,0 5-16,-4 2 15,-1 5-15,0 2 16,-4 4-16,1 2 16,-1 2-16,-1-1 15,0 3-15,0 3 16,0 2 0,0 0-16,0 1 15,0-3-15,0 2 16,0 0-16,0-2 15,0 1-15,2-1 16,1-2-16,-1 0 16,2-2-16,-1-2 15,0-1-15,1-6 16,1-4-16,-2-4 16,2 0-1,-2-3-15,2-2 16,-2 2-16,0 1 15,2-1-15,-2 0 16,0-3-16,0-3 16,-1 0-16,-1-4 15,1-1-15,-2-2 16,0-6-16,2 11 16,-2-11-1,0 0-15,1 7 16,-1-7-16,0 0 15,0 0-15,-5 6 16,5-6-16,-17 5 16,3-2-16,-3 0 15,-1-2-15,0 0 16,1-1-16,4-1 16,2 0-1,11 1-15,-15-1 16,15 1-16,0 0 15,-12-2-15,12 2 16,0 0-16,0 0 16,0 0-16,0 0 15,0 0-15,0 0 16,-10-4-16,10 4 16,0 0-1,0 0-15,0 0 16,0 0-16,0 0 15,0 0-15,0 0 16,0 0-16,0 0 16,0 0-16,0 0 15,0 0-15,0 0 16,0 0-16,0 0 16,0 0-16,0 0 15,0 0 1,0 0-16,0 0 15,0 0-15,-1 7 16,1-7-16,0 0 16,0 0-16,0 0 15,0 0-15,0 0 16,0 0-16,0 7 16,0-7-1,0 0-15,0 0 16,0 0-16,0 0 15,0 0-15,0 0 16,0 6-16,0-6 16,0 0-16,0 0 15,0 0-15,0 0 16,0 0-16,0 0 16,0 7-1,0-7-15,0 0 16,0 0-16,0 0 15,0 0-15,0 0 16,0 0-16,0 7 16,0-7-16,0 0 15,0 0-15,0 0 16,0 0-16,0 0 16,0 0-1,0 0-15,0 0 16,0 0-16,0 0 15,0 0-15,0 0 16,0 0-16,0 6 16,0-6-16,0 0 15,0 0-15,0 0 16,0 0-16,0 0 16,0 0-1,0 0-15,0 6 16,0-6-16,0 0 15,0 0-15,0 0 16,0 0-16,0 0 16,-2 8-16,2-8 15,0 0-15,-3 6 16,3-6-16,0 0 16,-2 8-16,2-8 15,0 0 1,-2 7-16,2-7 15,0 0-15,0 7 16,0-7-16,0 0 16,0 0-16,-1 7 15,1-7-15,0 0 16,0 0-16,0 0 16,0 0-16,0 6 15,0-6 1,0 0-16,0 0 15,0 0-15,0 0 16,0 0-16,0 0 16,0 0-16,0 0 15,0 0-15,0 0 16,0 0-16,0 0 16,0 0-16,0 0 15,0 0-15,0 0 16,0 0-1,0 0-15,0 0 16,0 7-16,0-7 16,0 0-16,0 0 15,0 0-15,0 0 16,0 0-16,0 0 16,0 0-16,0 0 15,0 0-15,0 0 16,0 0-1,0 0-15,0 0 16,0 0-16,0 0 16,0 0-16,0 0 15,0 0-15,0 0 16,0 0-16,0 0 16,0 0-16,0 0 15,0 0-15,0 0 16,0 0-1,0 0-15,0 0 16,0 0-16,0 0 16,0 0-16,0 0 15,0 0-15,0 0 16,0 0-16,0 0 16,0 0-16,0 0 15,0 0 1,0 0-16,-1-8 15,1 0-15,0-4 16,0-4-16</inkml:trace>
  <inkml:trace contextRef="#ctx0" brushRef="#br3" timeOffset="-167816.22">6436 1326 0,'0'0'0,"0"0"16,0 0-16,0 0 15,0 0 1,0 0-16,0 0 16,0 0-16,6-2 15,9-2-15,16-1 16,8 2-16,-1 1 16,0 2-16,0 0 15,1 0-15,2 0 16,5 0-1,3 0-15,2 0 16,3 0-16,4 0 16,1 0-16,3 0 15,1 2-15,2 0 16,0 1-16,2 2 16,1-2-16,2 0 15,1 0-15,-2 1 16,3-1-16,-4 1 15,4-2-15,1 2 16,2-1 0,3-1-16,-1 1 15,0-1-15,1 1 16,0-1-16,4 1 16,-1-1-16,2 1 15,2-2-15,0 1 16,1-2-16,-3-2 15,5 1 1,-4-2-16,7 1 16,-1-1-16,0-1 15,-1 0-15,1-2 16,0-3-16,-4-1 16,-1-3-16,-5 1 15,-8 1-15,1 0 16,-11 0-16,-4 1 15,-4 0-15,-7-1 16,-7-1 0,-4 0-16,-5-2 15,-1 1-15,-4 0 16,-2-1-16,-4 1 16,-3-1-16,-1-6 15,-1-3-15,-2-4 16,-3-6-16,-4-2 15,-1-2-15,-1-3 16,-3-1 0,-1-1-16,-1 1 15,-1 1-15,-1-5 16,2 2-16,0 0 16,-1 3-16,1 1 15,-2 2-15,1 0 16,-1 3-16,-1 1 15,-1 4-15,-3 2 16,-1 1-16,-3 2 16,-3 1-1,-1 2-15,-3 0 16,-3-1-16,-2 2 16,-3 0-16,-5-2 15,-6 4-15,-5 1 16,-7 2-16,-6 3 15,-5 4-15,-10 3 16,-4 2 0,-2 4-16,-4 2 15,-3 0-15,-3 2 16,1-1-16,-1 2 16,-1 0-16,2 0 15,-3-1-15,6 1 16,-4 0-16,6-1 15,-7 1-15,6 0 16,-2-1 0,0 2-16,3-6 15,0-2-15,5-4 16,3 0-16,3-4 16,4 0-16,-3-4 15,5 1-15,-4-3 16,0 0-16,0 1 15,-1-1 1,2-1-16,-1-2 16,1-1-16,0 0 15,4 3-15,3-1 16,1 2-16,3 1 16,0-1-16,-4 4 15,0 5-15,-5 3 16,-5 3-16,3 4 15,-4 2 1,2 1-16,5 3 0,4 2 16,4 2-1,7-1-15,3 2 16,3 0-16,4 2 16,3 2-16,2 2 15,5-1-15,5 1 16,3 1-16,3-1 15,3 4-15,4 0 16,-1 6-16,4 1 16,2 3-1,5 2-15,2 2 16,3 2-16,2 1 16,2 3-16,1 3 15,3 2-15,1 2 16,3 7-16,-1 0 15,0 3-15,2-1 16,-1-2 0,-1 1-16,-2 0 15,-3-4-15,-4-2 16,0-5-16,-2-5 16,0-5-16,-1-5 15,5-4-15,2-3 16,7-3-16,5-1 15,9-5-15,7-3 16,8-5-16,5-5 16,3-3-1,1-4-15,2-3 16,-2-1-16,-3-2 16,-2-2-16</inkml:trace>
  <inkml:trace contextRef="#ctx0" brushRef="#br3" timeOffset="-163033.39">9480 5492 0,'0'0'0,"0"0"0,0 0 0,-2 4 16,-3 3-1,-7 8-15,-7 14 16,-4 4-16,-4 4 16,0 2-16,2 2 15,3 4-15,2 3 16,5-1-16,1 0 16,5 0-16,3 1 15,3 1-15,3 0 16,2-1-1,3 0-15,2 1 16,1-3-16,1 1 16,1-1-16,3-3 15,2-1-15,4-3 16,4-4-16,8-3 16,15 2-1,7-2 1</inkml:trace>
  <inkml:trace contextRef="#ctx0" brushRef="#br3" timeOffset="-162250.5">9688 5933 0,'0'0'0,"0"0"15,0 0-15,0 0 16,-5 5-1,-5 5-15,-6 9 16,-1 0-16,1-3 16,2 3-16,1 5 15,6 1-15,3-1 16,3-2-16,3-3 16,2 0-16,2-1 15,7 1-15,1 1 16,5 0-1,3-2-15,3-2 16,3-5-16,2-4 16,3-3-16,-2-6 15,1-5-15,3-5 16,3-4-16,-1-4 16,-4-4-16,-3-4 15,-4-1-15,-7 2 16,-6-2-1,-5 1-15,-3 2 16,-6 1-16,-4 3 16,-4 3-16,-5 1 15,-9 1-15,-6 2 16,-9 1-16,-6 7 16,-1 6-16,-1 3 15,6 4-15,3 0 16,5 3-16,7 5 15</inkml:trace>
  <inkml:trace contextRef="#ctx0" brushRef="#br3" timeOffset="-160466.6">10328 6049 0,'0'0'0,"0"0"0,0 0 16,0 0-16,0 0 15,0 0-15,0 0 16,0 0-16,7 0 16,6 0-1,8 0-15,7 0 16,-2 0-16,0-1 16,-1 0-16,2-3 15,-4 0-15,0 0 16,-6 1-16,-2 0 15,0 1-15,-3 0 16,-2 1-16,0 0 16</inkml:trace>
  <inkml:trace contextRef="#ctx0" brushRef="#br3" timeOffset="-160149.91">10588 5869 0,'0'0'0,"0"0"0,0 0 16,0 0-16,0 2 16,0-2-16,-1 6 15,-3 5-15,-3 9 16,-1 3-16,-1 3 15,0 0-15,0 1 16,2 2-16,3-2 16,2-3-1,2 0-15,2-4 16,0 0-16,1-5 16,2-4-16,0-2 15,2-3-15</inkml:trace>
  <inkml:trace contextRef="#ctx0" brushRef="#br3" timeOffset="-159816.52">10952 5747 0,'0'0'0,"0"0"0,0 0 16,0 0-16,0 0 16,0 1-1,0 7-15,-2 12 16,0 11-16,-1 5 16,1-2-16,0 0 15,0 3-15,-2-1 16,-1 0-16,-1-2 15,2-2-15,-2-4 16,2-1-16,0-7 16,1-4-16,0-6 15,1-3 1,2-7-16</inkml:trace>
  <inkml:trace contextRef="#ctx0" brushRef="#br3" timeOffset="-159466.52">11131 5539 0,'0'0'0,"0"0"0,0 0 0,0 0 0,0 0 15,1 4-15,-1-4 16,7 19-16,2 4 16,3 9-16,0 5 15,-2 4 1,-1 4-16,-4 3 16,-4 1-16,-6 2 15,-6 3-15,-7-4 16,-7 6-16,-15-2 15,-9 1-15,-13 6 16,-16 1-16,-9 2 16</inkml:trace>
  <inkml:trace contextRef="#ctx0" brushRef="#br3" timeOffset="-158916.99">7115 7228 0,'0'0'0,"0"0"0,0 0 0,0 0 15,0 0-15,8 0 16,17 2-16,22-2 15,10-5-15,-1-3 16,-5 0-16,-6-1 16,-5 0-16,-6 3 15,-6 0 1,-7 3-16,-7 0 16,-14 3-16</inkml:trace>
  <inkml:trace contextRef="#ctx0" brushRef="#br3" timeOffset="-158700.41">7119 7425 0,'0'0'0,"0"0"0,0 0 0,0 0 16,0 0-16,0 0 15,1 2-15,-1-2 16,18 5-16,12-4 15,17-5-15,6-6 16,-1-2-16,-4-3 16,-5 3-16,-5 0 15,-7 2 1,-6 3-16,-3 0 16</inkml:trace>
  <inkml:trace contextRef="#ctx0" brushRef="#br3" timeOffset="-157850.42">8557 7162 0,'0'0'0,"0"0"0,0 3 16,-1 6-16,-2 13 15,-2 10 1,1 5-16,0-2 16,3-4-16,3-2 15,4-7-15,3-5 16,2-4-16,4-5 15,4-4-15,4-6 16,1-8-16,2-6 16,-3-6-16,-1-6 15,-3 0 1,-3 4-16,-5 5 16,-4 7-16,-3 4 15,-4 8-15,5-7 16,-5 7-16,0 0 15,5 10-15,0 12 16,-3 13-16,-2 11 16,-2 5-16,-1 6 15,-2 1-15,-1 5 16,0 0 0,0-3-16,1-2 15,0-10-15,-2-8 16,-4-2-16,-3-6 15,-3 0-15,-1-8 16,-3-3-16,-9-8 31,-5-10-31,0-6 16,4-7-16,13 0 16,5-1-1,6-3-15,6-6 16,10-8-16,8-5 15,14-6-15,9 1 16,7 0-16,4 2 16,7 3-16,-3 4 15</inkml:trace>
  <inkml:trace contextRef="#ctx0" brushRef="#br3" timeOffset="-157283.53">8734 6861 0,'0'0'0,"0"0"16,0 0-16,0 0 16,0 0-1,-3 5-15,-9 9 16,-8 11-16,-5 5 15,5-9-15,3-4 16,5-7-16,12-10 16,-12 9-16,12-9 15,0 0-15,0 0 16,2-13 0,15-12-16,11-4 15,4-1-15,1 4 16,-3 3-16,-3 7 15,-5 4-15,-3 4 16,-1 6-16,1 4 16,-2 6-16,0 6 15,1 5-15,-3 7 16,0 5-16,-1 0 16,0 2-1,0 0-15</inkml:trace>
  <inkml:trace contextRef="#ctx0" brushRef="#br3" timeOffset="-157083.4">9142 7343 0,'0'0'0,"0"0"0,0 0 0,0 0 0,0 0 16,0 0-16,7-1 16,9-3-16,17-2 15,7 0-15,0-1 16</inkml:trace>
  <inkml:trace contextRef="#ctx0" brushRef="#br3" timeOffset="-156400.52">9580 7106 0,'0'0'0,"0"0"0,0 1 16,1 6-16,1 10 15,-1 9 1,3 8-16,1-1 15,3 2-15,3-3 16,5-3-16,1-5 16,0-5-16,2-7 15,0-4-15,1-6 16,2-6-16,1-6 16,2-6-1,-3-5-15,-3 0 16,-5-1-16,-2 4 15,-4 2-15,-1 4 16,-3 4-16,-4 8 16,3-9-16,-3 9 15,0 0-15,0 0 16,7 11-16,1 14 16,5 15-1,-3 9-15,-3 6 16,-2 5-16,-3-1 15,-2 6-15,0 0 16,0-2-16,-1 20 31,1-14-31,-2-12 16,0-15-16,-3-24 16,-4-6-1,-7-4-15,-10-3 16,-6-2-16,-3-8 15,8-9-15,3-9 16,2-1-16,7-4 16,5-3-16,5-4 15,10-2-15,7-1 16,7 4-16,9 3 16,5 0-1,8 2-15,9 0 16,8-2-16,12-1 15</inkml:trace>
  <inkml:trace contextRef="#ctx0" brushRef="#br3" timeOffset="-156083.5">10235 6904 0,'0'0'0,"0"0"16,0 0-16,0 0 15,0 0-15,6 6 16,9 8-16,17 20 16,7 20-1,-1 10-15,-1 12 16,-4 10-16,-8 3 15,-6 0-15,-25 58 32,-17-29-32,-21 26 15,-8-44-15,-7-34 16,-24 6-16</inkml:trace>
  <inkml:trace contextRef="#ctx0" brushRef="#br3" timeOffset="-155633.4">8348 6731 0,'0'0'0,"0"0"15,0 0 1,-2 1-16,2-1 15,-19 20-15,-18 18 16,-13 24-16,5 9 16,5 10-16,7 4 15,9 10-15,7 0 16,14 8-16,12 2 16,13 8-16,21-1 15,14-8 1,19-2-16,106 36 31,22-37-31</inkml:trace>
  <inkml:trace contextRef="#ctx0" brushRef="#br3" timeOffset="-147300.66">2025 3820 0,'0'0'0,"0"0"0,0 0 0,0 0 15,0 0-15</inkml:trace>
  <inkml:trace contextRef="#ctx0" brushRef="#br3" timeOffset="-146517.31">1858 4683 0,'0'0'0,"2"0"15,-2 0-15,0 0 16,0 0-16,13 0 16,-13 0-16,0 0 15,10 5-15,-10-5 16,0 0-16,0 0 15</inkml:trace>
  <inkml:trace contextRef="#ctx0" brushRef="#br3" timeOffset="-76651.02">8350 4725 0,'0'0'0,"0"0"0,0 0 16,0 0 0,-3 0-16,3 0 15,0 0-15,0 0 16,0 0-16,0 0 16,0 0-16,0 0 15,0 0-15,0 0 16,0 0-16,0 0 15,0 0-15,0 0 16,10-9 0,9 1-16,3 1 15,1 1-15,-1 0 16,1 1-16,2 0 16,2-1-16,0 1 15,-1-1-15,-1 1 16,0 1-16,-2 0 15,-2 2-15,-1 0 16,-4 2 0,-1-1-16,0 1 15,-4 0-15,1 0 16,-3 0-16,-9 0 16,17 1-16,-17-1 15,14 1-15,-14-1 16,14 2-16,-14-2 15,16 1-15,-16-1 16,17 2 0,-17-2-16,19 2 15,-19-2-15,18 1 16,-18-1-16,17 2 16,-7-2-16,0 0 15,2 0-15,1 0 16,1 0-16,2 0 15,-3-1-15,2 0 16,-1 1 0,-1-1-16,1 0 15,2 0-15,-1 0 16,2 0-16,0-1 16,0 0-16,0 1 15,0-1-15,-1 1 16,-2-1-16,1 0 15,0 2-15,1 0 16,0 0-16,0 1 16,-1 1-1,-1 0-15,1-1 16,2 1-16,0-1 16,1 1-16,0 0 15,2 1-15,2-1 16,-1 1-16,0-1 15,0 1-15,1-2 16,-1 3 0,1-2-16,-1 0 15,2 0-15,-2 2 16,0-3-16,1-1 16,1 2-16,-1-2 15,0 1-15,-2 0 16,-2-1-16,1 1 15,-1 0-15,-1 0 16,0 0-16,3 0 16,2 0-1,1-1-15,-1 2 16,0-2-16,3 0 16,-1 0-16,4-2 15,2-1-15,2 0 16,-1-1-16,1 1 15,1-1-15,0 0 16,2-1-16,-1 1 16,-1-1-1,3 0-15,0 0 16,-1 0-16,2 0 16,-1 1-16,1-2 15,2 2-15,0-1 16,0 0-16,1 2 15,-1 1-15,3 0 16,0 1 0,1 0-16,2 1 15,-2-1-15,-2 0 16,2 0-16,1 0 16,-3 1-16,0-1 15,-2-1-15,1 0 16,0-2-16,-1-1 15,0 0-15,0 0 16,0-2 0,-5 1-16,-5 0 15,-8 1-15,-5 2 16,-5 1-16,-11 2 16,14-3-16,-14 3 15,0 0-15,0 0 16,10-2-16,-10 2 15,0 0-15,0 0 16,0 0-16,0 0 16,0 0-1,0 0-15,0 0 16,0 0-16,0 0 16,0 0-16,0 0 15,0 0-15,0-7 16,0 7-16</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2-15T12:05:44.145"/>
    </inkml:context>
    <inkml:brush xml:id="br0">
      <inkml:brushProperty name="width" value="0.05292" units="cm"/>
      <inkml:brushProperty name="height" value="0.05292" units="cm"/>
      <inkml:brushProperty name="color" value="#C00000"/>
    </inkml:brush>
  </inkml:definitions>
  <inkml:trace contextRef="#ctx0" brushRef="#br0">9371 4335 0,'0'0'0,"0"0"0,0 0 0,0 0 15</inkml:trace>
  <inkml:trace contextRef="#ctx0" brushRef="#br0" timeOffset="1597.34">10648 2749 0,'0'0'0,"0"0"0,0-2 16,0 2-16,0 0 16,11-5-16,21-9 15,22-4-15,1 2 16,-11 5-1,-9 3-15,-3 1 16,-4 1-16,-3 1 16,-2 2-16,-2 2 15,-4 1-15,-3 3 16,-1 1-16,-2 4 16,-1 1-16,0 8 15,0 3-15,-2 10 16,-2 4-1,-4 4-15,-2 3 16,-4 2-16,2 1 16,-1 3-16,-2 0 15,3 2-15,-1 1 16,0 0-16,0 1 16,0-1-16,1-1 15,-1 2-15,2 0 16,-1 1-16,2 0 15,-1 0 1,-1 1-16,0-1 16,1-1-16,0 2 15,0-1-15,0-2 16,0-3-16,1-3 16,1 0-16,1-4 15,-2-4-15,1-4 16,-1-6-1,1-2-15,0-4 16,0-3-16,-1-5 16,0-2-16,0-4 15,0-6-15,0 8 16,0-8-16,-2 7 16,2-7-16,-17 11 15,-33-2-15,-50 8 16,-28-4-1,-8-1-15,1 1 16,-15 2-16</inkml:trace>
  <inkml:trace contextRef="#ctx0" brushRef="#br0" timeOffset="10080.61">10198 1477 0,'0'0'0,"0"0"0,0 0 0,0 0 0,0 0 15,0 1-15,1 7 16,1 11-16,0 11 16,-1 4-16,0 10 15,-3 1-15,-2 3 16,-2-3-16,-1-1 15,-2-2 1,-1 0-16,1-6 16,1-6-16,1-6 15,2-6-15,1-2 16,0-5-16,2-1 16,1-5-16,1-5 15,-2 10-15,2-10 16,0 0-1,0 0-15,0 0 16,0 0-16,5-18 16,4-7-16,3-2 15,3-4-15,1 3 16,1 1-16,4 3 16,4 3-16,3 3 15,3 5-15,0 5 16,-1 5-16,1 3 15,2 7-15,-1 5 16,-3 1 0,-4 5-16,-5 3 15,-5 2-15,-3 2 16,-7 0-16,-7 2 16,-6 1-16,-9 3 15,-11 3-15,-5 0 16,-9-1-16,0-5 15,-2-6 1,4-5-16,6-4 16,3-3-16,5-2 15,2-4-15,5-1 16,3-2-16,6-2 16,10 1-16,-10-7 15,9-1-15</inkml:trace>
  <inkml:trace contextRef="#ctx0" brushRef="#br0" timeOffset="11297.01">10956 1867 0,'0'0'0,"0"0"0,0 0 15,0 0-15,0 0 16,0 0-16,0 0 15,0 0-15,0 0 16,0 0-16,0 0 16,0 0-1,0 0-15,0 0 16,0 0-16,0 0 16,0 0-16,0 0 15,0 0-15,0 0 16,0 0-16,0 0 15,0 0-15,0 0 16,0 0-16,0 0 16,0 0-1,5 2-15,12 2 16,22-3-16,18-4 16,4-3-16,-6-1 15,-3 1-15,-3 0 16,-1-1-16,-1 1 15,-1 0-15,-3 0 16,-3 1-16,-4 1 16,-4 0-1,-2 1-15,-7 0 16,-6 1-16,-5 2 16,-12 0-16,14-2 15,-14 2-15,0 0 16,0 0-16,9 1 15,-9-1-15,0 0 16,0 0-16,0 0 16,0 0-1,0 0-15,0 0 16,0 0-16,0 0 16,0 0-16,0 0 15,0 0-15,0 0 16,0 0-16,0 0 15,0 0-15,0 0 16,0 0 0,0 0-16,0 0 15,0 0-15,0 0 16,0 0-16,0 0 16,0 0-16,0 0 15,0 0-15,0 0 16,0 0-16,0 0 15,0 0-15,0 0 16,0 0 0,0 0-16,0 0 15,0 0-15,10 0 16,-10 0-16,0 0 16</inkml:trace>
  <inkml:trace contextRef="#ctx0" brushRef="#br0" timeOffset="12130.34">10948 2186 0,'0'0'0,"0"0"15,0 0-15,0 0 16,0 0-16,0 0 16,0 0-1,2 0-15,-2 0 16,36 3-16,11-1 16,9-1-16,5-4 15,-1-2-15,4-3 16,-5-1-16,-2 0 15,-5 2-15,-3-1 16,-5 2-16,2 0 16,-1-1-1,2 0-15</inkml:trace>
  <inkml:trace contextRef="#ctx0" brushRef="#br0" timeOffset="12963.94">12273 1436 0,'0'0'0,"0"0"0,0 1 16,-3 6-16,-4 8 15,-4 14-15,-1 10 16,-1 9-16,-1 3 15,-1 4-15,1 1 16,-2 4-16,0-1 16,3-7-16,1-5 15,1-3 1,1-4-16,1-6 16,0-6-16,3-10 15,2-5-15,0-3 16,1-3-16,3-7 15,-4 6-15,4-6 16,0 0-16,0 0 16,0 0-16,0 0 15,0-17 1,7-9-16,5-6 16,7-1-16,10-4 15,12-3-15,6 1 16,3 7-16,-1 3 15,-5 8-15,-3 5 16,-6 4-16,-2 6 16,1 6-16,-1 3 15,-5 5 1,-4 2-16,-4 5 16,-3 6-16,-1 0 15,-5 4-15,-8 0 16,-7 4-16,-10 2 15,-12 5-15,-14-2 16,-12-3-16,-9-3 16,2-6-16,4-4 15,7-7 1,10-2-16,5-4 16,9-3-16,4-1 15,6-2-15,14 1 16,-12-3-16</inkml:trace>
  <inkml:trace contextRef="#ctx0" brushRef="#br0" timeOffset="13263.31">12751 1975 0,'0'0'0,"0"0"0,0 0 16,0 0-16,4 1 15,7 2-15,13 1 16,4 1-16,3-2 15,1-2-15,0-3 16,-2-2-16,1-5 16,6-4-16,-11-1 15</inkml:trace>
  <inkml:trace contextRef="#ctx0" brushRef="#br0" timeOffset="14183.98">13327 1612 0,'0'0'0,"0"0"0,0 0 0,0 0 15,0 0-15,8-2 16,6-1-16,11-2 16,0 3-16,-5 2 15,-4 2-15,-1 4 16,1 5 0,-3 4-16,-1 3 15,-5 6-15,-5 6 16,-3 3-16,-6 3 15,-3 4-15,-3 1 16,-4 2-16,-3-5 16,0-2-16,0-3 15,1-5-15,2-7 16,5-5 0,3-5-16,3-5 15,6-6-15,0 0 16,-13 4-16,6-11 15,3-10-15,4-8 16,6-8-16,7-4 16,6-1-16,3 2 15,4-1 1,7-4-16,5 2 16,10-1-16,2 4 15,-6 8-15,-4 7 16,-9 5-16,-3 5 15,-4 3-15,-5 2 16,-5 3-16,-2 3 16,-12 0-16,15 6 15,-8 6-15,-3 7 16,-4 10 0,-6 6-16,-9 8 15,-3 0-15,-4 2 16,-3-1-16,2-3 15,-5 3-15,1 0 16,2-2-16,-2 1 16,0 1-16,1-3 15,0 1-15,1-2 16,1 0 0,1 0-16,0 0 15,2-5-15,2 0 16,5-6-16,2-4 15,4-2-15,2-1 16,5-3-16,10-5 31,15-2-31,26-8 16,20 5-16,-3-17 16,5 1-1,1-6-15,-4-29 16</inkml:trace>
  <inkml:trace contextRef="#ctx0" brushRef="#br0" timeOffset="16047.17">14412 1418 0,'0'0'0,"0"0"16,0 0-16,-2 2 15,-3 5-15,-5 6 16,-7 8-16,-4 5 16,-3 7-16,1 6 15,-4 8-15,0 6 16,5-3-16,-6 13 16,4-9-16,0 3 15,-1 0-15,3-6 16,-1 5-1,4-9-15,9 0 16,2-6-16,6-4 16,1-5-16,4-5 15,6 4-15,12 3 16,8 1-16,10-6 16</inkml:trace>
  <inkml:trace contextRef="#ctx0" brushRef="#br0" timeOffset="17080.09">14675 1708 0,'0'0'0,"0"0"0,-4 5 16,-2 6-16,-5 11 15,-1 10-15,4 3 16,4-2-1,4 2-15,2-6 16,3-3-16,1-6 16,-1-6-16,1-3 15,-2-5-15,-4-6 16,7 9-16,-7-9 16,0 0-16,7 6 15,-7-6 1,0 0-16,0 0 15,0 0-15,10 1 16,-10-1-16,0 0 16,0 0-16,0 0 15,0 0-15,0 0 16,5 9-16,-4-3 16,2 7-16,-1 7 15,2 5-15,0 4 16,1 4-1,-1 2-15,-3-1 16,-2-2-16,-1-5 16,-2-5-16,1-4 15,-1-3-15,1-4 16,1-2-16,2-9 16,-2 10-16,2-10 15,0 0-15,0 0 16,0 0-1,-5 7-15,5-7 16,0 0-16,0 0 16,0 0-16,0 0 15,0 0-15,0 0 16,2-18-16,2-1 16,0 0-1,1 6 1,-1 4-16,0 2 15,-4 7 1,5-6-16,-5 6 16,0 0-16,0 0 15,0 0-15,7-7 16,-7 7-16,0 0 16,0 0-16,0 0 15,0 0-15,0 0 16,16-8-16,-4 2 15,4-3 1,1-3-16,1-4 16,2-2-16,-1-2 15,0-1-15,1 0 16,-3 0-16,-2 4 16,-4 3-16,-4 5 15,-2 2-15,-5 7 16,0 0-16</inkml:trace>
  <inkml:trace contextRef="#ctx0" brushRef="#br0" timeOffset="18229.93">14780 1594 0,'0'0'0,"0"0"15,0 0-15,0 0 16,-2 4-16,-5 5 16,-6 8-16,-2 4 15,-1 3-15,0 1 16,-1 5-1,1 1-15,3 0 16,4-2-16,2-6 16,2 1-16,1-1 15,0 1-15,1-1 16,1-1-16,2 1 16,3-1-16,4 0 15,2 0-15,2-2 16,4 0-16,1-3 15,5-3-15,2-4 16,0-4 0,1-5-16,-1-5 15,0-2-15,1-6 16,3-5-16,-2-5 16,-1-2-16,0-3 15,-2-2-15,-4 2 16,-4 2-16,-3 2 15,-4 5 1,-1 3-16,-2 5 16,-1 2-16,-3 8 15,2-8-15,-2 8 16,0 0-16,0 0 16,0 0-16,0 0 15,0 0-15,-2 9 16,-2 11-16,-3 11 15,-1 5-15,-4 5 16,-4 3 0,-1 1-16,-4 2 15,-1 0-15,0 1 16,0-2-16,1-4 16,0-1-16,-1 1 15,1 1-15,-1 1 16,1-1-16,1-3 15,-1 1 1,3-4-16,-3 2 31,-3-5-31,1-13 16,-1-6-16,6-8 16,-2-1-16,-3-7 15,0-9-15,0-6 16,4-10-16,2 2 15,5-1-15,8-7 16,4-1 0,11-7-16,3 1 15,9 2-15,6-2 16,6 3-16,5 2 16,-1 4-16,-1 4 15,-4 4-15,-6 2 16,-3 3-16,-3 2 15,-2 1-15,-1-8 16,-3-3 0</inkml:trace>
  <inkml:trace contextRef="#ctx0" brushRef="#br0" timeOffset="18830.22">15086 1142 0,'0'0'0,"0"0"0,0 0 16,-4 4-16,-4 5 15,-7 10-15,-4 8 16,-1 4-16,1-1 16,3-3-16,2-4 15,4-7-15,2-4 16,4-3-16,4-9 15,-5 9-15,5-9 16,0 0-16,0 0 16,-2 7-1,2-7-15,19-4 16,13-9-16,2-5 16,-6 2-16,0 0 15,2-2-15,3 1 16,1 6-16,-8 6 15,-7 3-15,-4 3 16,-2 4 0,-1 4-16,2 7 15,-1 7-15,-1 4 16,-5 3-16,-3 5 16,-3 2-16,0-2 15,-1-4-15,0 0 16,-1-5-16</inkml:trace>
  <inkml:trace contextRef="#ctx0" brushRef="#br0" timeOffset="19130.55">15207 2129 0,'0'0'0,"0"0"0,0 0 15,0 0-15,0 0 16,0 0-16,0 0 15,0 0-15,4 0 16,8 0 0,10-4-16,4-3 15,0-1-15</inkml:trace>
  <inkml:trace contextRef="#ctx0" brushRef="#br0" timeOffset="19912.43">15440 1867 0,'0'0'0,"0"0"0,-1 2 16,1-2-16,-6 13 15,-1 1-15,0 6 16,0 4-16,4 0 16,3 0-1,4 0-15,5-3 16,1-4-16,2-5 16,1-4-16,3-3 15,-1-4-15,1-4 16,0-3-16,-1-3 15,-2 1-15,-1-1 16,-4 2-16,-8 7 16,11-10-1,-11 10-15,0 0 16,0 0-16,0 0 16,0 0-16,0 0 15,0 0-15,0 0 16,5 11-16,-5 6 15,0 6-15,-2 6 16,0 5-16,-2 2 16,-3 5-16,-1 6 15,0 0 1,-3 4-16,0-2 16,0-2-16,-4 0 15,-4 8 1,-6 7-1,0-8-15,2-9 16,5-20-16,-2-7 16,1-2-16,-1-5 15,1-3 1,2-7-16,-2-8 16,2-8-16,2-5 15,2-5-15,5 2 16,4 1-16,2-5 15,6-4-15,8-5 16,4 0-16,9 0 16,7 0-16,1 5 15,3 1 1,3 0-16,-2 0 16,140-134-16</inkml:trace>
  <inkml:trace contextRef="#ctx0" brushRef="#br0" timeOffset="20362.95">15591 1539 0,'0'0'0,"0"0"15,0 0-15,0 0 16,0 3-16,6 6 16,5 11-16,8 14 15,3 6-15,1 5 16,-3 6-16,-4 7 15,-3 2-15,-2 0 16,-3 4-16,-2 1 16,-3 1-16,-4-1 15,-4-4 1,-2-1-16,-5-1 16,-5-2-16,-4-2 15,-10-2-15,-9-3 16,-6-2-16,-3-5 15,4-6-15,-1-2 16</inkml:trace>
  <inkml:trace contextRef="#ctx0" brushRef="#br0" timeOffset="22112.86">13979 2547 0,'0'0'0,"0"0"0,0 0 16,0 0-16,0 3 15,0-3-15,4 14 16,3 3-16,10 8 16,17 2-16,16 2 15,18 0-15,13-10 16,7-4 0,10-5-16,3-6 15,6-1-15,2-1 16,0-2-16,-3 0 15,-6 0-15,-8 0 16,-6 0-16,-12 0 16,-8 4-16,-10 4 15,-12 0-15,-11 2 16,-12-4 0,-7-1-16,-14-5 15,14 6-15,-14-6 16,0 0-16,0 8 15,-27 1-15,-32 4 16,-31-7-16,2-5 16,1-4-16,-4-4 15,5-1 1,-7-4-16,6 1 16,-4-2-16,10 3 15,7-1-15,11 0 16,10 1-16,7 1 15,6-1-15,3 3 16,6-1-16,7 2 16,5 2-16,8 2 15,11 2 1,-12-3-16,12 3 16,0 0-16,0 0 15,0 0-15,0 0 16,0 0-16,25 5 15,51 4-15,30 0 16,6-2-16,7 1 16,1-1-16,-2 0 15,-5 0 1,-6 2-16,-7 3 16,-6 3-16,-11-2 15,-9 0-15,-4 0 16,-10-2-16,-13-3 15,-16-3-15,-8 0 16,-10-3-16,-13-2 16,0 0-16,0 0 15,0 0-15,0 0 16,0 0 0,-27 9-16,-53-5 15,-18-4-15,13-4 16,-8-3-16,-5-1 15,-3-1-15,-4-2 16,7 3-16,4-2 16,9 3-16,6 1 15,9-2-15,7 3 16,9 0 0,7 0-16,10 1 15,8 2-15,10 1 16,7-1-16,12 2 15,-12 0-15,12 0 16,0 0-16,0 0 16,0 0-16,0 0 15,20-10-15,51 1 16,30 4-16,1 5 16,0 2-1,4 3-15,-3 0 16,-3 0-16,-6 0 15,-8 0-15,-9-3 16,-14 3-16,-11-1 16,-11 1-16,-10-1 15,-8 2-15,-6-3 16,-5 1-16,-12-4 16,11 4-1,-11-4-15,0 0 16,0 0-16,10 6 15,-10-6-15,0 0 16,3 8-16,-3-8 16,0 0-16,0 0 15,1 6-15,-1-6 16,0 0-16,0 0 16,0 0-1,0 0-15,0 0 16,0 0-16,0 0 15,0 0-15,0 0 16,0 0-16,0 0 16,0 0-16,0 0 15,0 0-15,0 0 16,0 0 0,0 0-16,0 0 15,0 0-15,0 0 16,0 0-16,0 0 15,0 0-15,0 0 16,0 0-16</inkml:trace>
  <inkml:trace contextRef="#ctx0" brushRef="#br0" timeOffset="23280.46">10168 4970 0,'0'0'0,"0"0"15,0 0-15,-2 1 16,-1 8-16,-5 16 16,-7 22-16,1 10 15,-1 6-15,1-4 16,1 1-16,3-7 16,5-3-16,2-9 15,3-8 1,2-8-16,0-8 15,2-4-15,1-4 16,0-2-16,5-4 16,8-7-16,11-8 15,7-13-15,-1-6 16,-1-5-16,-2-1 16,-5 5-16,-3 1 15,-4 4 1,-3 6-16,-5 5 15,-3 5-15,-1 4 16,-8 7-16,14 0 16,-4 10-16,1 8 15,-1 14-15,0 8 16,-3 3-16,-1 0 16,1-5-16,-3-3 15,3-6 1,2-5-16,2-5 15,3-7-15,2-7 16,5-6-16,5-11 16,3-9-16,2-10 15,3-13-15,-4-4 16,-3-2-16,-2-5 16,-3-1-1,-1 0-15,-2 5 16,-3 8-16,-5 11 15,-4 10-15,-2 9 16,-3 5-16,-2 8 16,3-7-16,-3 7 15,0 0-15</inkml:trace>
  <inkml:trace contextRef="#ctx0" brushRef="#br0" timeOffset="23630.93">10958 5354 0,'0'0'0,"0"0"0,0 0 15,0 2-15,0-2 16,0 0-16,6 9 16,9 4-16,22 1 15,14-2-15,9-5 16,3-6-16,-6-2 16,-2-2-16,-3-2 15,-9 0-15,-5 1 16,-8 0-1,-8 1-15,-4 1 16,-5 1-16,-13 1 16,12 2-16,-13 6 15</inkml:trace>
  <inkml:trace contextRef="#ctx0" brushRef="#br0" timeOffset="23898.21">10918 5822 0,'0'0'0,"0"0"0,0 0 0,0 0 16,6-1-16,15-4 16,19-5-16,10-3 15,2 1 1,2 0-16,4 1 15,-5 0-15,-3 1 16,-8 3-16,-6-1 16,-8 1-16,-7 2 15,-6 2-15,-4 0 16,-11 3-16</inkml:trace>
  <inkml:trace contextRef="#ctx0" brushRef="#br0" timeOffset="24847.02">12020 5045 0,'0'0'0,"0"0"0,0 3 15,0 4-15,-2 12 16,-2 16-16,-2 12 16,-6 3-16,-1 3 15,-2 0-15,0 0 16,1-5-1,2-6-15,3-7 16,2-8-16,3-5 16,3-5-16,1-7 15,0-4-15,0-6 16,0 0-16,14 0 16,5-10-16,7-11 15,-2-4-15,-3-1 16,0 0-1,-5 3-15,-2 5 16,-5 5-16,-3 4 16,-6 9-16,5-7 15,-5 7-15,0 0 16,10 8-16,-3 9 16,-3 10-16,-2 6 15,-1-2-15,-1-2 16,-1 2-16,1-2 15,0-4 1,0-6-16,0-7 16,1-5-16,-1-7 15,0 0-15,16-1 16,3-15-16,4-13 16,-1-10-16,-1-1 15,-2-6-15,0-2 16,-3-2-16,0-2 15,-4 3-15,-2 2 16,-2 9 0,-2 8-16,-2 6 15,-1 7-15,-1 5 16,0 4-16,-2 8 16,1-7-16,-1 7 15,0 0-15,0 0 16,0 0-1,-1 10-15</inkml:trace>
  <inkml:trace contextRef="#ctx0" brushRef="#br0" timeOffset="25312.72">12542 5553 0,'0'0'0,"0"0"16,0 0-16,0 0 15,0 0-15,0 0 16,0 0-16,5 0 16,8 0-16,15 0 15,2 0-15,-1 0 16,3-1-16,-1 0 15,1-3 1,-5 1-16,-7-2 16,-6 2-16,-4 1 15,-10 2-15,12-4 16,-12 4-16,0 0 16,0 0-16,0 0 15</inkml:trace>
  <inkml:trace contextRef="#ctx0" brushRef="#br0" timeOffset="26196.83">13137 5292 0,'0'0'0,"0"0"0,0 0 16,0 0-16,2-2 16,8-6-16,13-6 15,6-3-15,-4 5 16,-4 4-16,-5 5 15,-1 2 1,-1 4-16,-3 3 16,-1 2-16,-5 8 15,-4 8-15,-4 8 16,-8 8-16,-6 0 16,-1-3-16,-1-4 15,3-7-15,4-7 16,3-5-16,4-5 15,5-9-15,-6 9 16,6-9 0,0 0-16,0 0 15,0 0-15,-1-7 16,5-11-16,10-12 16,5-4-16,2-4 15,3 2-15,2 3 16,1 4-16,0 4 15,-5 7-15,-4 5 16,-4 4 0,-2 3-16,-1 3 15,-1 3-15,-10 0 16,18 5-16,-10 3 16,0 7-16,-2 8 15,-2 7-15,-4 7 16,-4 6-16,-5 2 15,-5 5-15,-5 2 16,-3 1 0,-5 6-16,-3-4 15,-2 1-15,0-2 16,1-1-16,-3 2 16,4-5-16,5-6 15,5-2-15,7 2 16,6-4-16,6-6 15,4-7-15,5-7 16,6-5-16,13-5 16,19-8-1,17-14-15,6-11 16,1-8-16,-6-3 16,-6 2-16,-14 2 15,-6 1-15</inkml:trace>
  <inkml:trace contextRef="#ctx0" brushRef="#br0" timeOffset="36746.89">14240 4772 0,'0'0'0,"0"0"16,0 0 0,0 0-16,-3 2 15,-7 9-15,-15 19 16,-18 22-16,-11 17 15,-6 10-15,-7 11 16,1 5-16,3 7 16,5 0-16,9-2 15,9 5-15,8-12 16,9 2-16,8-6 16,7-6-1,7-8-15,7-5 16,7-8-16,7-8 15,11-2-15,7-10 16,12-6-16</inkml:trace>
  <inkml:trace contextRef="#ctx0" brushRef="#br0" timeOffset="37513.94">14301 5331 0,'0'0'0,"0"0"16,0 0-16,0 4 16,-2 7-16,-3 11 15,-1 7-15,-1 4 16,1-1 0,2-3-16,3 0 15,3-5-15,3-5 16,3-4-16,6-5 15,4-3-15,5-7 16,2-8-16,5-6 16,-3-7-16,-3-1 15,-5 2-15,-5 1 16,-5 7 0,-4 3-16,-5 9 15,4-7-15,-4 7 16,0 0-16,0 0 15,-3 20-15,-4 19 16,-2 13-16,-3 12 16,1 3-16,-1 9 15,-1 5 1,0 2-16,-2 4 0,0-5 16,-2-1-1,-7 7 1,-16-8-1,-2-17-15,-4-13 16,4-28-16,1-12 16,4-7-16,2-16 15,11-2-15,5-15 16,7-8-16,14-14 16,14-8-1,13-3-15,6 0 16,6 0-16,5 10 15,1 7-15,0 5 16,-3 7-16,-2 3 16,-4 3-16,5-4 15</inkml:trace>
  <inkml:trace contextRef="#ctx0" brushRef="#br0" timeOffset="37913.08">14253 5202 0,'0'0'0,"0"0"0,0 0 0,0 0 0,0 0 16,0 0-16,10-2 15,18-2-15,15-3 16,1 1 0,-6 0-16,-4 3 15,-6-2-15,-6 3 16,-9 0-16,-13 2 15,15-1-15,-15 1 16,0 0-16,0 0 16,0 0-16,0 0 15,0 0-15</inkml:trace>
  <inkml:trace contextRef="#ctx0" brushRef="#br0" timeOffset="38863.92">14442 5107 0,'0'0'0,"0"0"16,0 0-16,0 0 16,0 0-16,0 0 15,0 0 1,-2 2-16,2-2 15,0 0-15,-8 10 16,-1 2-16,-7 8 16,-5 5-16,-1 0 15,0-1-15,2-2 16,1 0-16,1-2 16,4-3-16,3-4 15,4-5 1,7-8-16,-8 9 15,8-9-15,0 0 16,0 0-16,0 0 16,18-8-16,10-11 15,3-5-15,-4 1 16,-4-3-16,-6 5 16,-4 4-16,-5 6 15,-2 1 1,-6 10-16,5-8 15,-5 8-15,0 0 16,0 0-16,0 0 16,9 7-16,-1 6 15,5 6-15,2 9 16,8 4 0,3 1-16,7-3 0,0-2 15,-1-3 1,-2-3-16,-3-2 15,-4-5-15,-1 2 16</inkml:trace>
  <inkml:trace contextRef="#ctx0" brushRef="#br0" timeOffset="39348.19">14647 5872 0,'0'0'0,"0"0"16,0-2-16,0 2 15,0 0-15,0 0 16,7-8-16,4 1 16,8-1-16,5-2 15,2 1-15,5-1 16,-1 0-1,6-1-15</inkml:trace>
  <inkml:trace contextRef="#ctx0" brushRef="#br0" timeOffset="40029.83">15063 5549 0,'0'0'0,"0"2"15,0-2-15,-2 14 16,-3 5-16,0 3 16,0 2-16,3 1 15,3 1 1,3-2-16,2-4 15,4-4-15,2-4 16,0-5-16,4-4 16,-1-5-16,4-6 15,2-5-15,-3-6 16,-2-1-16,-5 2 16,-3 4-16,-4 3 15,-2 4-15,-2 7 16,2-7-1,-2 7-15,0 0 16,0 0-16,0 0 16,1 18-16,-1 17 15,0 12-15,0 9 16,-1 5-16,-2 5 16,-2 1-16,-4 2 15,-1 4-15,-10 4 16,-14 43 15,1-20-31,-2-11 16,0-27-16,2-33 15,2-6-15,-2-5 16,5-9-16,2-7 16,-2-8-16,4-14 15,5-8-15,7-16 16,15-8-16,11-1 15,10-5 1,4 1-16,8 2 16,2 6-16,-2 7 15,4 2-15,-1 4 16,-2 0-16</inkml:trace>
  <inkml:trace contextRef="#ctx0" brushRef="#br0" timeOffset="40462.46">15379 5095 0,'0'0'0,"0"0"16,0 0-16,1 3 15,6 8-15,8 16 16,8 22-16,-5 12 16,-4 10-16,-2 6 15,-8 2-15,-4 6 16,-5 6-1,-5 0-15,-3 1 16,-6-4-16,-19 44 31,-1-19-31,-3-9 16,8-27-16,9-35 16,1-3-16,3-6 15,5-6-15,6-12 16,4-4-1,6-11-15</inkml:trace>
  <inkml:trace contextRef="#ctx0" brushRef="#br0" timeOffset="40863.04">15628 5685 0,'0'0'0,"0"0"0,0 0 15,0 0-15,0 2 16,0 4-16,1 11 15,2 10-15,1 7 16,4 5 0,0 1-16,4 4 15,-1 2-15,1 0 16,-1-2-16,1-3 16,-3-5-16,1-6 15,0-3-15,-1-2 16,-9-25-16,2 10 15,-2-10 1</inkml:trace>
  <inkml:trace contextRef="#ctx0" brushRef="#br0" timeOffset="41546.71">15801 5690 0,'0'0'0,"0"0"0,0 0 0,0 0 0,0 0 0,0 0 0,0 0 0,0 0 0,0 0 0,-8 12 0,-37 63 0,45-75 0,-28 44 0,-6 12 0,-4-1 0,-6 3 16,0-1 0,5-5-16,7-6 15,4-6-15,4-5 16,6-9-16,4-5 16,4-6-16,4-4 15,2-4-15,4-7 16,-5 9-16,5-9 15,0 0-15,-3 8 16,3-8 0,0 0-16,0 0 15,0 0-15,0 7 16,0-7-16,0 0 16,0 0-16,0 0 15,0 0-15,0 0 16,0 0-16,0 6 15,0-6-15,0 0 16,0 0-16,0 0 16,0 0-1,0 0-15,0 0 16,0 0-16,0 0 16,0 0-16,0 0 15,0 0-15,0 0 16,0 0-16,0 0 15,0 0-15,0 0 16,0 0-16,0 0 16,0 0-1,0 0-15,0 0 16,0 0-16,0 0 16,0 0-16,0 0 15</inkml:trace>
  <inkml:trace contextRef="#ctx0" brushRef="#br0" timeOffset="43930.62">9719 5966 0,'0'0'0,"0"0"15,3 1-15,11 1 16,23 4-16,22-2 16,12-2-16,13-1 15,1-1 1,6-2-16,1 1 16,0-2-16,-1 0 15,1 1-15,-7-2 16,-7 2-16,-1-1 15,-13 1-15,-4 2 16,-4-3-16,-8 3 16,-6 5-16,-5 2 15,-4 3-15,-6 1 16,-1 3 0,-1 0-16,-3 2 15,0 1-15,-2-2 16,3 5-16,1 1 15,2 0-15,4 4 16,8-1-16,12-2 16,6 2-16,3-4 15,11 0 1,2-4-16,5 0 16,3-3-16,3-1 15,5-1-15,3 2 16,-4-2-16,1 1 15,-4-2-15,3 1 16,-2 0-16,-5-1 16,3 2-16,-4 1 15,5 3 1,3 0-16,2 0 16,3 0-16,0 1 15,-2 1-15,4-1 16,-6 1-16,7 0 15,-2-1-15,-3 1 16,4 0-16,-9 0 16,0 1-16,-8-2 15,0-1-15,-7 1 16,-6-1 0,-2 1-16,-3 0 15,-3 1-15,-1 1 16,-3-1-16,-2 0 15,4 1-15,1 1 16,3 0-16,4 0 16,2-5-16,0-2 15,3-2-15,2-1 16,-1-2 0,1-2-16,0-1 15,-8-1-15,-6-2 16,-5 0-16,-1-1 15,-7 0-15,-11-1 16,-9 0-16,-9 0 16,-13 0-16,13 0 15,-13 0-15,0 0 16,0 0 0,-24 5-16,-74-16 15</inkml:trace>
  <inkml:trace contextRef="#ctx0" brushRef="#br0" timeOffset="45881.82">9741 5424 0,'0'0'0,"-4"-2"16,4 2-16,-15-5 16,-2 4-16,-8 2 15,0 1-15,-3 1 16,-1-1 0,-1 2-16,-1-1 15,1-1-15,-1-6 16,-1-7-16,3-5 15,1-1-15,2-6 16,0-3-16,2-4 16,2-5-16,3 0 15,2-4-15,0-3 16,2-2-16,3-5 16,2 1-1,4 0-15,0 0 16,0 1-16,1 0 15,0 1-15,0 2 16,0 3-16,1 0 16,-1 1-16,-3 1 15,1 2-15,2 2 16,-1 1-16,-1 0 16,1 0-1,0 4-15,1 2 16,0 3-16,1 0 15,0 0-15,0 1 16,0 1-16,1 3 16,0 1-16,1 2 15,-1 3-15,1 3 16,0 1 0,0 2-16,0 1 15,2 7-15,-3-7 16,3 7-16,0 0 15,-3-6-15,3 6 16,0 0-16,0 0 16,0 0-16,0 0 15,-14 6-15,1 5 16,-9 9-16,-3 3 16,4-2-1,2-1-15,2 0 16,3-3-16,3-2 15,2-2-15,2-3 16,3-2-16,4-8 16,-6 10-16,6-10 15,0 0-15,0 0 16,-2 6 0,2-6-16,0 0 15,0 0-15,0 0 16,0 0-16,0 0 15,0 0-15,8-13 16,2-4-16,3-2 16,-1-4-16,1-3 15,0-1-15,1-1 16,-2 4-16,-2 2 16,0 3-1,-2 3-15,-1 1 16,0 2-16,-1 3 15,-3 2-15,0 1 16,-3 7-16,4-8 16,-4 8-16,0 0 15,0 0-15,0 0 16,6-7-16,-6 7 16,0 0-16,0 0 15,11 3 1,0 1-16,5 3 15,8 4-15,2 2 16,1 1-16,-2 0 16,-2 0-16,-1 0 15,0 1-15,-3 0 16,2-1-16,-4-1 16,-1-2-16,-2-1 15,-4-2 1,-10-8-16,16 11 15,-16-11-15,0 0 16,12 8-16,-12-8 16,0 0-16,0 0 15,9 7-15,-9-7 16,0 0-16,0 0 16,0 0-16,0 0 15,2 6 1,-2-6-16,0 0 15,0 0-15,0 0 16,0 0-16,0 0 16,0 0-16,0 0 15,0 0-15</inkml:trace>
  <inkml:trace contextRef="#ctx0" brushRef="#br0" timeOffset="50913.75">12450 4487 0,'0'0'0,"0"0"15,0 0-15,0 0 16,0 0-16,0 0 16,0 3-16,0-3 15,0 16-15,0 2 16,2 7-16,0 1 15,2 3-15,0-1 16,2 0-16,0-1 16,0-1-1,-1-2-15,0 0 16,0-2-16,-1-4 16,0-1-16,0-1 15,-1-4-15,-1 0 16,0-4-16,0 0 15,-2-8-15,6 10 16,-6-10-16,15 7 16,5-5-1,13-5-15,18-10 16,21-12-16,20-19 16,10-8-16,8-7 15,-9 2-15,4-1 16,-11 5-16,-7 6 15,-9 4-15,-11 6 16,-7 4-16,-8 5 16,-8 5-1,-8 5-15,-8 4 16,-6 6-16,-9 0 16,-3 5-16,-10 3 15,12-6-15,-12 6 16,0 0-16,0 0 15,0 0-15,0 0 16,10-2 0,-10 2-16,0 0 15,0 0-15,0 0 16,0 0-16,0 0 16,0 0-16,0 0 15,0 0-15,0 0 16,0 7-16,0-7 15,0 0-15,0 0 16,0 6-16,0-6 16,0 0-1,0 8-15,0-8 16,0 0-16,0 9 16,0-9-16,0 0 15,-3 8-15,3-8 16,0 0-16,-1 8 15,1-8-15,0 0 16,-1 8-16,1-8 16,-2 6-16,2-6 15,0 0 1,-3 8-16,3-8 16,0 0-16,0 0 15,-3 7-15,3-7 16,0 0-16,0 0 15,-1 7-15,1-7 16,0 0-16,0 0 16,0 0-16,0 0 15,0 0 1,0 6-16,0-6 16,0 0-16,0 0 15,0 0-15,0 0 16,0 0-16,0 0 15,0 7-15,0-7 16,0 0-16,0 0 16,0 0-16,0 0 15,0 0 1,0 7-16,0-7 16,0 0-16,0 0 15,-1 6-15,1-6 16,0 0-16,0 0 15,-1 8-15,1-8 16,0 0-16,0 0 16,-2 7-16,2-7 15,0 0-15,0 0 16,0 0 0,0 0-16,0 0 15,0 0-15,0 0 16,0 0-16,0 0 15,0 0-15,0 0 16,0 0-16,0 0 16,0 0-16,0 0 15,0 0 1,0 0-16,0 0 16,0 0-16,0 0 15,0 0-15,0 0 16,0 0-16,0 0 15,0 0-15,0 0 16,0 0-16,0 0 16,0 0-1,0 0-15,0 0 16,0 0-16,0 0 16,0 0-16,0 0 15,0 0-15,0 0 16,0 0-16,-2 6 15,2-6-15,0 0 16,0 0-16,0 0 16,0 0-16,0 0 15,0 0 1,0 0-16,0 0 16,0 0-16,0 0 15,0 0-15,0 0 16,0 0-16,0 0 15,0 0-15,0 0 16,0 0-16,0 0 16,-2-6-16,2 6 15,0 0-15,0 0 16</inkml:trace>
  <inkml:trace contextRef="#ctx0" brushRef="#br0" timeOffset="57079.97">12843 6455 0,'0'0'0,"0"0"0,0 0 0,0 0 16,0 1-16,0-1 15,0 0-15,0 0 16,0 0-16,12 10 16,5-1-1,18 3-15,11-1 16,6-3-16,3-2 16,0-1-16,3 0 15,-3-3-15,-1 2 16,0 0-16,-2-2 15,0 2-15,-3-1 16,-3-1-16,-6 1 16,-2-1-1,-7-1-15,-3 1 16,-4-2-16,-5 2 16,-4-1-16,-4 2 15,-11-3-15,12 4 16</inkml:trace>
  <inkml:trace contextRef="#ctx0" brushRef="#br0" timeOffset="58512.39">13114 6857 0,'0'0'0,"0"0"15,0 0-15,0 0 16,0 2-16,0-2 16,0 7-1,-2 3-15,0 6 16,-2 7-16,-2 7 16,-3 2-16,-2 6 15,-1 3-15,-2 0 16,-2 2-16,2-2 15,0-3-15,0-5 16,3-8-16,2-5 16,3-4-1,0-5-15,3-3 16,3-8-16,-4 9 16,4-9-16,0 0 15,0 0-15,-2-10 16,6-14-16,5-12 15,3-5-15,0 0 16,2 2-16,0 1 16,1 0-1,-1 4-15,0 2 16,1 3-16,-2 3 16,-1 5-16,-1 4 15,-3 4-15,-1 3 16,-1 4-16,-6 6 15,9-8-15,-9 8 16,0 0-16,0 0 16,0 0-16,15 0 15,-7 10 1,4 3-16,0 6 16,0 2-16,-1 2 15,1 2-15,1 1 16,-2 1-16,1 0 15,-1-1-15,1-1 16,-1-1-16,0 0 16,3-1-16,-1-2 15,-2-4 1,-2-4-16,-1-3 16,-3-3-16,-5-7 15,8 9-15,-8-9 16,0 0-16,0 0 15,0 0-15,0 0 16,10 4-16,-10-4 16,11-7-16,5-5 15,9-11 1,5-11-16,1-7 16,0-3-16,-2 0 15,-3-3-15,-3 3 16,-1 3-16,-6 4 15,0 5-15,-5 5 16,-2 8-16,-1 3 16,-5 6-1,1 4-15,-4 6 16,3-7-16,-3 7 16,0 0-16,0 0 15,0 0-15,0 0 16,0 0-16,0 0 15,0 0-15,0 0 16,0 0-16,0 0 16,0 0-16</inkml:trace>
  <inkml:trace contextRef="#ctx0" brushRef="#br0" timeOffset="77812.67">7769 4082 0,'0'0'0,"0"0"0,0 0 0,0 0 0,0 0 15,0 0 1,0 0-16,0 0 16,0 0-16,9 1 15,11 1-15,14-3 16,1-3-16,-4-2 16,2-1-16,1-2 15,1 0-15,-4 0 16,1 1-16,-4 0 15,-4 2 1,-3 1-16,-5 1 16,-5 1-16,-11 3 15,15-4-15,-15 4 16,0 0-16,10-2 16,-10 2-16,0 0 15,12 1-15</inkml:trace>
  <inkml:trace contextRef="#ctx0" brushRef="#br0" timeOffset="79462.45">8156 3013 0,'0'0'0,"-3"-4"16,3 4-16,-8-15 15,-1 1-15,1-2 16,-2-1 0,1 3-16,1 1 15,1 2-15,0 2 16,0 2-16,-3 0 16,-2 1-16,-6 2 15,-9 2-15,-5 4 16,0 2-16,0 4 15,3 2-15,-1 3 16,-1 3 0,0 3-16,-2 6 15,1-1-15,1 2 16,3 2-16,2 3 16,3 3-16,4-1 15,5-4-15,3 0 16,4-1-16,2-1 15,5 1-15,5-3 16,4-4-16,3-2 16,5-2-1,4-3-15,7 0 16,4-5-16,1-2 16,0-1-16,3-4 15,2-3-15,2-4 16,0-3-16,-6-1 15,-1-5-15,0-1 16,1-5-16,1-3 16,-1 0-1,-1-5-15,-4-2 16,-3-6-16,-3 0 16,-2-2-16,-3-3 15,-2-2-15,-4-1 16,-4-3-16,-5 4 15,-4-1-15,-4 1 16,-5 3 0,-6-2-16,-2 6 15,-9 3-15,-4 4 16,-8 6-16,-7 5 16,-4 6-16,-9 11 15,-8 10-15,-2 5 16</inkml:trace>
  <inkml:trace contextRef="#ctx0" brushRef="#br0" timeOffset="126112.14">9795 780 0,'0'0'0,"0"0"0,0 0 16,0 0-16,4 1 16,11 2-16,23 0 15,17-2-15,4-4 16,1 0-16,-1-1 15,-2 0-15,-3-2 16,-5 0-16,-6-1 16,-10 2-1,-8 0-15,-7 0 16,-6 2-16,-12 3 16,11-2-16,-11 2 15,0 0-15,0 0 16,0 0-16,-20 0 15,-39 9-15,-14 4 16,9-1-16,6-1 16,4-1-1,1-1-15,8 0 16,4-3-16,10 0 16,7-3-16,9 0 15,5-1-15,10-2 16,-9 2-16,9-2 15,0 0-15,0 0 16,0 0-16,0 0 16,0 0-16,34 0 15,8 0 1,2-1-16,4-1 16,2-1-16,-1 0 15,-2 0-15,-5 0 16,-4 0-16,-3 1 15,-8 0-15,-6-1 16,-7 1-16,-4 0 16,-10 2-16,10-2 15,-10 2 1,0 0-16,0 0 16,0 0-16,0 0 15,-22 9-15,-29 4 16,-8-3-16,7-3 15,8-4-15,9-3 16,7 0-16,8-1 16,7 0-16,13 1 15,-12 0-15,12 0 16,0 0 0,0 0-16,0 0 15,0 0-15,0 0 16,0 0-16,23-16 15,21 6-15,7 1 16,-2 2-16,-2 3 16,-2-1-16,-6 1 15,-8 0 1,-8 2-16,-7 0 16,-7 1-16,-9 1 15,11 0-15,-11 0 16,0 0-16,0 0 15,0 0-15,0 0 16,-34-1-16</inkml:trace>
  <inkml:trace contextRef="#ctx0" brushRef="#br0" timeOffset="126845.33">8583 140 0,'0'0'0,"0"0"0,0 0 15,0 0-15,0 0 16,0 0-16,5 3 15,7 4-15,11 0 16,10-3-16,6-3 16,1-4-1,-2-2-15,-4-2 0,-5-1 16,-5 1 0,-7 0-16,-4 2 15,-13 5-15,13-5 16,-13 5-16,0 0 15,0 0-15,0 0 16,-35 3-16,-25 6 16,4 0-16,12 0 15,15-3 1,8-3-16,9 0 16,12-3-16,-12 2 15,12-2-15,0 0 16,0 0-16,0 0 15,12 5-15,21-5 16</inkml:trace>
  <inkml:trace contextRef="#ctx0" brushRef="#br0" timeOffset="132395.31">8677 202 0,'0'0'0,"0"0"0,0 0 0,0 0 16,0 0 0,0 0-16,0 0 15,0 0-15,0 0 16,0 0-16,0 0 16,6 1-16,-6-1 15,22 3-15,-6-1 16,1-1-16,3-1 15,0-2-15,1-1 16,-2 0 0,-1 0-16,0 0 15,-3 1-15,-1 0 16,-3 1-16,-11 1 16,16-2-16,-16 2 15,0 0-15,12-2 16,-12 2-16,0 0 15,0 0 1,0 0-16,0 0 16,0 0-16,0 0 15,0 0-15,-10 0 16,-12 0-16,-3 0 16,-3 0-16,1 0 15,-1-1-15,1-1 16,0-2-16,3-2 15,0 0 1,1-2-16,1 0 16,1 0-16,5-1 15,3 1-15,3 1 16,10 7-16,-12-8 16,12 8-16,0 0 15,0 0-15,-10-7 16,10 7-16,0 0 15,0 0-15,0 0 16,0 0 0,-3-7-16,3 7 15,0 0-15,0 0 16,0 0-16,21 10 16,-1-2-16,3 2 15,2 0-15,4 2 16,3-1-16,3-1 15,2-3-15,0-2 16,0-2 0,-2-1-16,-1-2 15,-3 0-15,-3 0 16,-3-1-16,-6 0 16,-2 1-16,-4-1 15,-2 1-15,-11 0 16,14 0-16,-14 0 15,0 0-15,0 0 16,11 0 0,-11 0-16,0 0 15,0 0-15,0 0 16,0 0-16,0 0 16,0 0-16,0 0 15,0 0-15,0 0 16,0 0-16,0 0 15,0 0 1,0 0-16,0 0 16,-11-6-16,1 3 15,-2 0-15,-1 0 16,-1 0-16,-2-2 16,-3 2-16,0-2 15,-3 0-15,0 3 16,-1 1-16,-2 0 15,-1 1-15,0 0 16,-1 0 0,0 0-16,3 0 15,2 0-15,3 0 16,1 0-16,2 0 16,0 0-16,2 0 15,2 0-15,1 0 16,1-1-16,10 1 15,-15-2-15,15 2 16,0 0-16,-9-3 16,9 3-1,0 0-15,0 0 16,0 0-16,0 0 16,0 0-16,0 0 15,0 0-15,0 0 16,18 0-16,2 1 15,4 1-15,3 0 16,3 0 0,4 0-16,0 0 15,1 1-15,2 0 16,-2-2-16,1 1 16,-1-2-16,-4-2 15,1-1-15,-1-2 16,-1 0-16,-1-2 15,-1-1-15,-3 1 16,-4 0 0,-3 2-16,-2 1 15,-3-1-15,-1 2 16,-2 0-16,0 0 16,-10 3-16,14-4 15,-14 4-15,0 0 16,12-3-16,-12 3 15,0 0-15,0 0 16,0 0 0,0 0-16,0 0 15,0 0-15,0 0 16,11-2-16</inkml:trace>
  <inkml:trace contextRef="#ctx0" brushRef="#br0" timeOffset="136244.44">8935 206 0,'0'0'0,"0"0"16,0 0-16,0 0 15,0 0-15,0 0 16,0 2-16,0-2 15,0 0-15,2 10 16,1-3-16,0 2 16,0 1-16,0-1 15,1 2 1,0-1-16,0 1 16,0-2-16,2 0 15,1-1-15,0 0 16,3 0-16,-1 1 15,2-1-15,1 1 16,2 1-16,1-1 16,2 2-16,0-1 15,-1 1 1,0-1-16,-1-1 16,0-1-16,-3 0 15,0-1-15,-1 1 16,0-2-16,0 0 15,-11-6-15,16 10 16,-16-10-16,13 6 16,-13-6-16,0 0 15,10 6-15,-10-6 16,0 0-16,0 0 16,0 0-1,0 0-15,0 0 16,0 0-16,0 0 15,0 0-15,0 0 16,0 0-16,0 0 16,-1-9-16,-9-2 15,-3-3-15,0 0 16,-1-1 0,-3 0-16,0-2 15,-3 2-15,1 0 16,0 0-16,-1 3 15,1-2-15,-3 2 16,-1-1-16,1-1 16,0 2-16,2 1 15,0 0-15,1-1 16,1 2 0,2 1-16,3 3 15,3 1-15,10 5 16,-12-6-16,12 6 15,0 0-15,0 0 16,-10-3-16,10 3 16,0 0-16,0 0 15,0 0-15,-2 12 16,5-4 0,3 6-16,6 3 15,4 1-15,5 2 16,6-1-16,1 1 15,2-2-15,-2-1 16,2 0-16,-1 0 16,-1-2-16,0 0 15,1 1 1,-3-1-16,1 0 16,-2 0-16,-1 0 15,0 0-15,1 0 16,0 1-16,-2-2 15,-1-1-15,-1 0 16,-3-1-16,0 0 16,-2-3-16,-2 0 15,-2-1-15,-3-1 16,-9-7 0,12 8-16,-12-8 15,0 0-15,0 0 16,12 7-16,-12-7 15,0 0-15,0 0 16,0 0-16,4 6 16,-4-6-16,0 0 15,0 0-15,0 0 16,0 0 0,0 0-16,0 0 15,0 0-15,0 0 16,0 0-16,0 0 15,0 0-15,0 0 16,0 0-16,0 0 16,0 0-16,0 0 15,0 0-15,0 0 16,0 0-16,0 0 16,0 0-1,0 0-15,0 0 16,0 0-16,0 0 15,0 0-15,0 0 16,0 0-16,0 0 16,0 0-16,0 0 15,0 0-15,0 0 16,0 0-16,0 0 16,0 0-1,0 0-15,0 0 16,0 0-16,0 0 15,0 0-15,0 0 16,0 0-16,0 0 16,0 0-16,0 0 15,0 0-15,0 0 16,0 0-16,0 0 16,0 0-1,0 0-15,0 0 16,0 0-16,0 0 15,0 0-15,0 0 16,0 0-16,0 0 16,0 0-16,0 0 15,0 0-15,0 0 16,0 0-16,0 0 16,0 0-1,0 0-15,0 0 16,0 0-16,0 0 15,0 0-15,0 0 16,0 0-16,0 0 16,0 0-16,0 0 15,0 0-15,0 0 16,0 0 0,0 0-16,0 0 15,0 0-15,0 0 16,0 0-16,0 0 15,0 0-15,0 0 16,0 0-16,0 0 16,0 0-16,0 0 15,0 0-15,0 0 16,0 0 0,0 0-16,0 0 15,0 0-15,0 0 16,0 0-16,0 0 15,0 0-15,0 0 16,0 0-16,0 0 16,0 0-16,0 0 15,0 0-15,0 0 16,0 0-16,0 0 16,0 0-16,0 0 15,0 0 1,0 0-16,0 0 15,0 0-15,0 0 16,0 0-16,0 0 16,0 0-16,0 0 15,0 0-15,0 0 16,0 0-16,0 0 16,0 0-16,0 0 15,0 0 1,0 0-16,0 0 15,0 0-15,0 0 16,0 0-16,0 0 16,0 0-16,0 0 15,0 0-15,0 0 16,0 0-16,0 0 16,0 0-16,0 0 15,0 0 1,0 0-16,0 0 15,0 0-15,0 0 16,0 0-16,0 0 16</inkml:trace>
  <inkml:trace contextRef="#ctx0" brushRef="#br0" timeOffset="138645.95">11147 302 0,'0'0'0,"0"0"0,0 0 15,3 2-15,-3-2 16,29 20-16,0 2 15,1 4 1,-1 8-16,-5 1 16,-2 1-16,-3 1 15,-6-4-15,-4-2 16,-3-4-16,-5 0 16,-3-2-16,-7 0 15,-6-3-15,-6-1 16,-4-2-16,-1-4 15,-1-5 1,3-3-16,6-4 16,4-4-16,3-2 15,11 3-15,-13-13 16,13-4-16,6-9 16,13-9-16,10-7 15,4 4-15,1 5 16,-3 6-16,-4 6 15,-4 5 1,-5 3-16,-6 5 16,-12 8-16,13-7 15</inkml:trace>
  <inkml:trace contextRef="#ctx0" brushRef="#br0" timeOffset="139628.84">11790 315 0,'0'0'0,"0"0"0,0 0 16,0 0-16,0 2 15,2 5-15,0 7 16,2 8-16,0 3 15,-2 3-15,-3 3 16,-4 2 0,-3 0-16,-1-2 15,-2-1-15,-1 0 16,0-1-16,0-4 16,3-5-16,1-4 15,0-2-15,2-2 16,-1 0-16,2-4 15,1-1-15,4-7 16,-5 8 0,5-8-16,0 0 15,-3 7-15,3-7 16,0 0-16,0 0 16,0 0-16,0 0 15,0 0-15,-5 6 16,5-6-16,0 0 15,0 0-15,0 0 16,0 0 0,0 0-16,0 0 15,0 0-15,0 0 16,0 0-16,0 0 16,0 0-16,0 0 15,0 0-15,0 0 16,0 0-16,0 0 15,0 0-15,0 0 16,0 0 0,0 0-16,0 0 15,0 0-15,0 0 16,0 0-16,0 0 16,0 0-16,0 0 15,0 0-15,0 0 16,0 0-16,0 0 15,0 0-15,0 0 16,0 0 0,0 0-16,0 0 15,0 0-15,0 0 16,0 0-16,0 0 16,0 0-16,0 0 15,0 0-15,0 0 16,0 0-16,0 0 15,0 0-15,0 0 16,0 0 0,0 0-16,0 0 15,0 0-15</inkml:trace>
  <inkml:trace contextRef="#ctx0" brushRef="#br0" timeOffset="142378.73">11066 946 0,'0'0'0,"0"0"15,0 0-15,0 0 16,0 0-16,6 1 15,8 0-15,10 2 16,12 2-16,10 2 16,9-1-1,4-1-15,3-4 16,0-2-16,2-2 16,-1 0-16,-2-1 15,-6-1-15,-1 0 16,-4 0-16,-5 1 15,-5 0-15,-4 1 16,-2-1-16,1-1 16,-4 0-16,-3 0 15,1 0 1,0-3-16,3-3 16,-1-1-16,0-3 15,1-4-15,-1-2 16,-2-3-16,-2-2 15,-1-2-15,-3 1 16,-3-1-16,-4 1 16,-1-1-16,-5-1 15,-3-3 1,-4 2-16,-4 2 16,-4 1-16,0 2 15,-4-2-15,-1 0 16,-2 0-16,-1 2 15,0 1-15,-3 4 16,0 0-16,-4-1 16,-1 2-16,-4 0 15,-1 1-15,-3 1 16,1 2 0,1 1-16,-3 2 15,-4 1-15,-4 0 16,1 2-16,0 1 15,-6 2-15,-5 0 16,-4 3-16,0 1 16,1 2-16,-3 2 15,0 3-15,-4 2 16,2 1 0,-1 3-16,-3 1 15,2 2-15,5 1 16,0 0-16,7 1 15,3-1-15,3 1 16,5 0-16,3 0 16,3 1-16,4 0 15,0 2-15,1 0 16,1 1 0,3-2-16,1 0 15,1 1-15,1 0 16,3-1-16,1 0 15,3-1-15,2 1 16,1 2-16,2 1 16,1 3-16,2 2 15,2 0 1,2-1-16,2 1 16,1-2-16,2-1 15,1 1-15,2-1 16,0-2-16,1 0 15,1-2-15,-1-3 16,5 2-16,2-2 16,6 2-16,10 2 15</inkml:trace>
  <inkml:trace contextRef="#ctx0" brushRef="#br0" timeOffset="143944.68">14146 2676 0,'0'0'0,"0"0"16,0 0-16,4 0 16,19 0-1,47 0-15,34 4 16,3 5-16,-1 0 15,-2 3-15,-9-4 16,-11 0-16,-13-3 16,-11-4-16,-14-2 15,-8 0-15,-12-1 16,-8 1-16,-7 0 16,-11 1-16,13 4 15,-9 8 1,-7 17-16</inkml:trace>
  <inkml:trace contextRef="#ctx0" brushRef="#br0" timeOffset="147128.54">13789 6588 0,'0'0'0,"0"0"0,0 0 0,6 0 16,21 0-16,32 0 15,23 0 1,3 0-16,7 0 0,3 2 15,8 3 1,0 1-16,4 1 16,-1 0-16,-3-1 15,-3 0-15,-4-1 16,-4 0-16,-3 0 16,-4-1-16,-7-1 15,-7 1-15,-6-2 16,-8 0-1,-6 3-15,0-1 16,-9 2-16,-9 0 16,-7 0-16,-6-2 15,-6 1-15,-14-5 16,15 3-16,-15-3 16,0 0-16,11 4 15,-11-4 1,0 0-16,0 0 15,0 0-15,0 0 16,6 6-16,-6-6 16,0 0-16,0 0 15,0 0-15,0 0 16,0 0-16,0 0 16,0 0-16,0 0 15,0 0 1,0 0-16,0 0 15,0 0-15,0 0 16,0 0-16,0 0 16,0 0-16,0 0 15,0 0-15,0 0 16,0 0-16,0 0 16,0 0-16,0 0 15,0 0-15,0 0 16,0 0-1,0 0-15,0 0 16,0 0-16,0 0 16,0 0-16,0 0 15,0 0-15,0 0 16,0 7-16,0-7 16,0 0-16,0 0 15,0 0-15,0 0 16,0 0-1,0 0-15,0 0 16,0 0-16,0 0 16,0 0-16,0 0 15,0 0-15,0 0 16,0 0-16,0 0 16,0 0-16,0 0 15,0 0-15,0 0 16,0 0-16,0 0 15,0 0 1,0 0-16,0 0 16,0 0-16,0 0 15,0 0-15,0 0 16,0 0-16,0 0 16,0 0-16,0 0 15,0 0-15,0 0 16,0 0-16,0 0 15,0 0 1,0 0-16,0 0 16,0 0-16,0 0 15,0 0-15,0 0 16,0 0-16,0 0 16,0 0-16,0 0 15,0 0-15,0 0 16,0 0-1,0 0-15,0 0 16,0 0-16,0 0 16,0 0-16,0 0 15,0 0-15,0 0 16,0 0-16,0 0 16,0 0-16,0 0 15,0 0-15,0 0 16,0 0-16,0 0 15,0 0 1,0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0-16,0 0 15,0 0-15,0 0 16,0 0 0,0 0-16,0 0 15,0 0-15,0 0 16,0 0-16,0 0 16,0 0-16,0 0 15,0 0-15,0 0 16,0 0-16,0 0 15,0 0 1,0 0-16,0 0 16,0 0-16,0 0 15,0 0-15,0 0 16,0 0-16,0 0 16,0 0-16,0 0 15,0 0-15,0 0 16,0 0-16,0 0 15,0 0 1,0 0-16,0 0 16,0 0-16,0 0 15,0 0-15,0 0 16,0 0-16,0 0 16,0 0-16,0 0 15,0 0-15,0 0 16,0 0-16,0 0 15,0 0-15,0 0 16,0 0 0,0 0-16,0 0 15,0 0-15,0 0 16,0 0-16,0 0 16,0 0-16,0 0 15,0 0-15,0 0 16,0 0-16,0 0 15,0 0 1,0 0-16,0 0 16,0 0-16,0 0 15,0 0-15,0 0 16,0 0-16,0 0 16,0 0-16,0 0 15,0 0-15,0 0 16,0 0-16,0 0 15,0 0 1,0 0-16,0 0 0,0 0 16,0 0-1,0 0-15,0 0 16,0 0-16,0 0 16,0 0-16,0 0 15,0 0-15,0 0 16,0 0-16,0 0 15,0 0-15,0 0 16,0 0 0,0 0-16,0 0 15,0 0-15,0 0 16,0 0-16,0 0 16,0 0-16,0 0 15,0 0-15,0 0 16,0 0-16,0 0 15,0 0-15,0 0 16,0 0 0,-10-3-16,10 3 15,0 0-15</inkml:trace>
  <inkml:trace contextRef="#ctx0" brushRef="#br0" timeOffset="149395.78">13680 4797 0,'0'0'0,"0"0"16,-5-1-16,5 1 15,-17-10-15,2 1 16,-4-2-16,-6 0 16,-2 3-1,2 4-15,4 1 16,1 3-16,-3 3 16,-3 4-16,-3 4 15,0 3-15,1 0 16,0 5-16,1 2 15,-1 2-15,0 5 16,0 2-16,-1 3 16,0 3-1,1 2-15,3 0 16,1 4-16,3 3 16,-1 5-16,5 2 15,-1 3-15,1 0 16,2 2-16,-2 3 15,2 1-15,2 0 16,2 0-16,2-3 16,2 2-1,4-1-15,3 2 16,1-5-16,2 1 16,1-5-16,2 1 15,0-2-15,3-1 16,0-4-16,3-5 15,1-3-15,3-3 16,2-4-16,2-3 16,1-5-16,3-2 15,0-5 1,3-6-16,4-2 16,4-6-16,2-5 15,-4-6-15,0-7 16,-2-6-16,0-5 15,0-5-15,-2-5 16,-1-6-16,1-6 16,-2-3-16,0 0 15,1-5 1,-4 5-16,1-3 16,-1-3-16,-3 0 15,-1-5-15,-3 2 16,-1 3-16,1-4 15,-2 3-15,-1-1 16,1 3-16,-2-1 16,-3-3-16,-1 1 15,-1 2 1,-3 0-16,-2 1 16,-4 3-16,-3-1 15,-2 5-15,-3 6 16,-3 0-16,-3 0 15,-2 4-15,-2 5 16,1 6-16,-2 4 16,0 3-16,-1 3 15,-2 2 1,1 2-16,-1 3 16,0 2-16,2 2 15,4 3-15,2 0 16,3 2-16,2 1 15,10 2-15,-11 0 16,11 0-16,0 0 16,-11 1-16,11-1 15,0 0 1,0 0-16,0 0 16,-11 6-16,11-6 15,0 0-15,0 0 16,0 0-16,0 0 15,-5 6-15,5-6 16,0 0-16,0 0 16,0 0-16,0 0 15,0 0-15,0 0 16,-3 6 0,3-6-16,0 0 15,0 0-15,0 0 16,0 0-16,0 0 15,0 0-15,0 0 16,0 0-16,0 0 16,0 0-16,0 0 15,0 0 1,0 0-16</inkml:trace>
  <inkml:trace contextRef="#ctx0" brushRef="#br0" timeOffset="157428.01">8809 316 0,'0'0'0,"0"0"0,0 0 16,0 0-1,0 0-15,0 0 16,0 0-16,0 0 16,0 0-16,0 0 15,0 0-15,0 0 16,0 0-16,0 0 15,0 0-15,0 0 16,0 0-16,0 3 16,0-3-1,-2 9-15,0 0 16,0 2-16,-1 4 16,1 2-16,2 3 15,1 3-15,5 2 16,1 0-16,3 0 15,1-3-15,2-2 16,1 0-16,1-2 16,0-3-1,0-2-15,-1-3 16,-1 0-16,-2-3 16,-11-7-16,17 9 15,-17-9-15,0 0 16,11 7-16,-11-7 15,0 0-15,0 0 16,0 0-16,0 0 16,10 2-16,-10-2 15,0 0 1,0 0-16,0 0 16,0 0-16,0 0 15,0 0-15,0 0 16,0 0-16,0 0 15,0 0-15,0 0 16,0 0-16,0 0 16,0 0-16,0 0 15,0 0-15,0 0 16,0 0 0,0 0-16,0 0 15,0 0-15,0 0 16,0 0-16,0 0 15,0 0-15,0 0 16,0 0-16,0 0 16,0 0-16,0 0 15,0 0 1,0 0-16,0 0 16,0 0-16,0 0 15,0 0-15,0 0 16,0 0-16,0 0 15,0 0-15,0 0 16,0 0-16,0 0 16,0 0-16,0 0 15,0 0 1,0 0-16,0 0 16,0 0-16,0 0 15,0 0-15,0 0 16,0 0-16,0 0 15,0 0-15,0 0 16,0 0-16,0 0 16,0 0-16,10 1 15,-10-1 1,0 0-16,0 0 16,0 0-16,0 0 15,0 0-15,0 0 16,0 0-16,0 0 15,0 0-15,0 0 16,0 0-16,0 0 16,0 0-16,0 0 15,0 0 1,0 0-16,0 0 16,0 0-16,0 0 15,0 0-15,0 0 16,0 0-16,0 0 15,0 0-15,0 0 16,0 0-16,0 0 16,0 0-16,0 0 15,0 0-15,0 0 16,0 0 0,0 0-16,0 0 15,0 0-15,0 0 16,0 0-16,0 0 15,0 0-15,0 0 16,0 0-16,0 0 16,0 0-16,0 0 15,0 0-15,0 0 16,0 0 0,0 0-16,0 0 15,0 0-15</inkml:trace>
  <inkml:trace contextRef="#ctx0" brushRef="#br0" timeOffset="159764.68">12948 6175 0,'0'0'0,"0"0"16,0 0-16,0 0 15,5 0-15,16 0 16,33 0-16,12 3 16,-7 1-16,-3 1 15,-5 0-15,-3-1 16,-4-1-16,-8 0 16,-5 0-1,-5 0-15,-2-2 16,-5 1-16,-3-1 15,-6 0-15,-10-1 16,11 0-16,-11 0 16,0 0-16,0 0 15,0 0-15,0 0 16,0 0-16,0 0 16,0 0-1,0 6-15,0-6 16,-27 7-16,2-3 15,-5-1-15,-1-2 16,1-2-16,-19-3 31,-3 0-31,-8 0 16,8 2-16,26 5 16,4 0-16,11-2 15,11-1 1,-12 3-16,12-3 15,0 0-15,0 0 16,0 0-16,0 0 16,0 0-16,10 6 15,16-2-15,3-2 16,-3-3-16,-4-1 16,-2 1-16,-1-1 15,-6 1 1,-1 1-16,-12 0 15,15-1-15,-15 1 16,0 0-16,0 0 16,10 0-16,-10 0 15,0 0-15,0 0 16,0 0-16,0 0 16,0 0-16,0 0 15,0 0-15,0 0 16,0 0-1,0 0-15,0 0 16,0 0-16,0 0 16,0 0-16,0 0 15,0 0-15,0 0 16,0 0-16,0 0 16,0 0-16,0 0 15,0 0 1,0 0-16,0 0 15,0 0-15,7 5 16,-7-5-16,0 0 16,0 0-16,0 0 15,0 0-15,0 0 16,0 0-16,0 0 16,0 0-16,0 0 15,0 0 1,0 0-16,0 0 15,0 0-15,0 0 16,0 0-16,0 0 16,0 0-16,0 0 15,0 0-15,0 0 16</inkml:trace>
  <inkml:trace contextRef="#ctx0" brushRef="#br0" timeOffset="161246.01">3634 6515 0,'0'0'0,"1"2"15,-1-2-15,0 0 16,10 6-16,3-1 16,8-1-16,5-3 15,0-2-15,1-1 16,1 0-1,1-2-15,2 2 16,0-3-16,-2 1 16,-1 1-16,-4 0 15,-2 0-15,-5 1 16,-4 1-16,-4 0 16,-9 1-16,13-1 15,-13 1-15,0 0 16,12 1-16,-12-1 15,0 0-15,0 0 16,0 0 0,0 0-16,12 5 15</inkml:trace>
  <inkml:trace contextRef="#ctx0" brushRef="#br0" timeOffset="166211.71">8762 344 0,'0'0'0,"0"0"0,0 0 16,0 2-16,0-2 16,0 0-16,0 0 15,0 0-15,0 0 16,5 9 0,-5-9-16,6 11 15,-2-3-15,1 0 16,-1 2-16,3 1 15,-1 1-15,0-1 16,-1 1-16,3 2 16,1 2-1,-2-3-15,1 0 16,0-2-16,1-2 16,2 2-16,-1-1 15,3-1-15,-2-2 16,2 0-16,0-1 15,1 0-15,0-1 16,1-2-16,1 1 16,0-1-1,1 0-15,-1 1 16,0-2-16,0 0 16,0-2-16,-1 0 15,-3 0-15,-12 0 16,16 0-16,-16 0 15,0 0-15,10 0 16,-10 0-16,0 0 16,0 0-16,0 0 15,0 0-15,0 0 16,0 0 0,0 0-16,0 0 15,0 0-15,0 0 16,-26-18-16,3 6 15,3 1-15,2 0 16,0 0-16,0-3 16,0-3-16,2 3 15,0-2-15,3 3 16,1 2 0,-1-1-16,0 0 15,1-2-15,1 1 16,1 2-16,2 0 15,1 0-15,2 2 16,0 1-16,2 0 16,3 8-16,-5-10 15,5 10-15,0 0 16,-3-7 0,3 7-16,0 0 15,0 0-15,0 0 16,0 0-16,0 0 15,0 0-15,0 0 16,0 0-16,7 10 16,-1 0-16,2 3 15,2 2-15,3 5 16,1-1-16,-2-3 16,1 0-1,0-3-15,1 1 16,0-4-16,-2-1 15,2 0-15,-2 0 16,1-1-16,-3-1 16,-10-7-16,15 10 15,-15-10-15,0 0 16,9 4 0,-9-4-16,0 0 15,0 0-15,0 0 16,0 0-16,0 0 15,0 0-15,10 1 16,-10-1-16,0 0 16,0 0-16,-2-12 15,-2-2-15,-3-3 16,0 1 0,-1-1-16,-2 0 15,-1-3-15,0 1 16,2-1-16,-1 2 15,2 1-15,1 4 16,1 0-16,1 4 16,2 0-16,0 2 15,3 7-15,-4-9 16,4 9 0,0 0-16,-2-6 15,2 6-15,0 0 16,0 0-16,0 0 15,0 0-15,0 0 16,0 0-16,0 0 16,-7 14-16,6-3 15,0 4-15,2 1 16,1 3 0,1 0-16,2-2 15,0 0-15,1-2 16,0 1-16,0-2 15,1 2-15,0-3 16,0 1-16,-1-4 16,-1-1-16,2-1 15,-1-1-15,1 0 16,0 0 0,-1-1-16,-6-6 15,14 12-15,-14-12 16,13 9-16,-13-9 15,12 7-15,-12-7 16,15 6-16,-15-6 16,12 6-16,-12-6 15,0 0-15,0 0 16,11 3-16,-11-3 16,0 0-16,0 0 15,0 0 1,0 0-16,0 0 15,0 0-15,0 0 16,0 0-16,0 0 16,0 0-16,0 0 15,0 0-15,0 0 16,0 0 0,0 0-16,0 0 15,0 0-15,0 0 16,0 0-16,0 0 15,0 0-15,0 0 16,0 0-16,0 0 16,0 0-16,0 0 15,0 0-15,0 0 16,0 0-16,0 0 16,0 0-1,0 0-15,0 0 16,0 0-16,0 0 15,0 0-15,0 0 16,0 0-16,0 0 16,0 0-16,0 0 15,0 0-15,0 0 16,0 0-16,0 0 16,0 0-1,0 0-15,10-3 16,-10 3-16,0 0 15</inkml:trace>
  <inkml:trace contextRef="#ctx0" brushRef="#br0" timeOffset="167447.47">8863 277 0,'0'0'0,"0"0"16,0 0-16,0 0 15,0 2-15,0-2 16,-4 8-1,2-2-15,-1 2 16,-1 4-16,1 0 16,1 2-16,0 3 15,2-1-15,2 0 16,1-1-16,2 1 16,1-2-16,1 1 15,1-3 1,0-1-16,3 0 0,0 0 15,0-1 1,1 0-16,-1-3 16,-1 0-16,-10-7 15,17 8-15,-17-8 16,12 4-16,-12-4 16,0 0-16,14 3 15,-14-3-15</inkml:trace>
  <inkml:trace contextRef="#ctx0" brushRef="#br0" timeOffset="171794.49">8820 157 0,'0'0'0,"0"0"16,0 0 0,0 0-16,0 0 15,0 0-15,0 0 16,0 0-16,0 0 16,0 0-16,0 0 15,0 0-15,0 0 16,0 0-16,-2 3 15,2-3-15,-11 13 16,2-2-16,-1 1 16,-2 2-1,0-1-15,0 1 16,1 0-16,-1-1 16,1 1-16,1-3 15,1-1-15,2-2 16,0 4-16,0-3 15,1 1-15,1 0 16,0 0-16,1 2 16,0 4-16,1-2 15,2 0 1,0-2-16,1-1 16,1 2-16,0 1 15,1-1-15,0 0 16,0 0-16,0 0 15,0-2-15,1 1 16,-1 1-16,1 3 16,1-2-16,-1 1 15,2-2 1,-1-2-16,1-2 16,0 1-16,1 1 15,1 0-15,0 2 16,0 0-16,0-1 15,1-1-15,-2-1 16,2 1-16,0-2 16,-1 0-16,0 0 15,-1-2 1,0-1-16,0 1 16,1 0-16,-2 1 15,2-1-15,0 0 16,1 2-16,-1-1 15,1 1-15,1 0 16,-2-1-16,0 1 16,1-2-16,-8-7 15,13 11 1,-13-11-16,10 9 16,-10-9-16,13 10 15,-13-10-15,13 10 16,-13-10-16,16 10 15,-16-10-15,16 9 16,-16-9-16,19 10 16,-9-7-1,0 2-15,-10-5 16,18 6-16,-8-3 16,0 0-16,-10-3 15,18 5-15,-18-5 16,15 4-16,-15-4 15,14 3-15,-14-3 16,13 1-16,-13-1 16,13 2-16,-13-2 15,20 2 1,-9-1-16,0 0 16,0-1-16,0 1 15,-1 0-15,-10-1 16,17 1-16,-17-1 15,11 2-15,-11-2 16,0 0-16,0 0 16,12 4-16,-12-4 15,0 0 1,0 0-16,0 0 16,0 0-16,0 0 15</inkml:trace>
  <inkml:trace contextRef="#ctx0" brushRef="#br0" timeOffset="176512.8">9029 1006 0,'0'0'0,"0"0"15,0 0-15,0 0 16,0 0-16,0 0 16,0 0-1,0 0-15,0 0 16,0 0-16,0 0 15,0 0-15,0 0 16,0 0-16,0 0 16,0 0-16,6 0 15,-6 0-15,17 0 16,-4 0-16,1 0 16,1 0-16,2 0 15,1 1 1,-1-1-16,0 1 15,1-1-15,1 1 16,-1 0-16,-2 0 16,0 0-16,0 0 15,-2 0-15,0-1 16,-1 1-16,0 0 16,-1 0-16,-1-1 15,-2 0 1,-9 0-16,17 0 15,-17 0-15,17-2 16,-17 2-16,16-1 16,-16 1-16,12-2 15,-12 2-15,0 0 16,11-3-16,-11 3 16,0 0-1,0 0-15,0 0 16,11-7-16,-11 7 15,0 0-15,0 0 16,3-7-16,-3 7 16,0 0-16,0 0 15,0 0-15,0 0 16,0 0-16,4-6 16,-4 6-16,8-6 15,-8 6 1,11-8-16,-11 8 15,10-7-15,-10 7 16,0 0-16,10-8 16,-10 8-16,0 0 15,11-7-15,-11 7 16,12-4-16,-12 4 16,0 0-16,11-3 15,-11 3 1,0 0-16,0 0 15,0 0-15,0 0 16,9 2-16,-9-2 16,0 0-16,0 0 15,0 0-15,0 0 16,0 0-16,0 0 16,0 0-16,8 7 15,-8-7 1,0 0-16,0 0 15,0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16,0 0-1,0 0-15,0 0 16,0 0-16,0 0 16,0 0-16,0 0 15,0 0-15,0 0 16,0 0-16,0 0 16,0 0-16,0 0 15,0 0-15,0 0 16,0 0-16,0 0 15,0 0 1,0 0-16,0 0 16,0 0-16,0 0 15,0 0-15,0 0 16,0 0-16,0 0 16,0 0-16,0 0 15,0 0-15,0 0 16,0 0-16,0 0 15,0 0 1,0 0-16,0 0 16,0 0-16,0 0 15,0 0-15,0 0 16,0 0-16,0 0 16,0 0-16,0 0 15,0 0-15,0 0 16,0 0-16,0 0 15,0 0 1,0 0-16,0 0 16,0 0-16,0 0 15,0 0-15,0 0 16,0 0-16,0 0 16,0 0-16,0 0 15,0 0-15,0 0 16,0 0-1,0 0-15,0 0 16,0 0-16,0 0 16,0 0-16,0 0 15,0 0-15,0 0 16,0 0-16,0 0 16,0 0-16,0 0 15,0 0-15,0 0 16,0 0-16,0 0 15,0 0 1,0 0-16,0 0 16,0 0-16,0 0 15,0 0-15,0 0 16,0 0-16,0 0 16,0 0-16,0 0 15,0 0-15,0 0 16,0 0-1,0 0-15,0 0 16,0 0-16,0 0 16,0 0-16,0 0 15,0 0-15,0 0 16,0 0-16,0 0 16,0 0-16,0 0 15,0 0-15,6 6 16,-6-6-16,0 0 15,0 0 1,0 0-16,0 0 16,0 0-16,0 0 15,0 0-15,0 0 16,0 0-16,0 0 16,0 0-16,0 0 15,0 0-15,0 0 16,0 0-16,0 0 15,0 0-15,0 0 16,0 0 0,0 0-16,0 0 15,0 0-15,0 0 16</inkml:trace>
  <inkml:trace contextRef="#ctx0" brushRef="#br0" timeOffset="179995.06">8860 306 0,'0'0'0,"0"0"16,0 0-16,0 0 16,0 0-1,0 0-15,0 0 16,0 0-16,0 1 16,0-1-16,0 0 15,-8 10-15,2-3 16,-2 3-16,-2 2 15,-1 0-15,-1 2 16,0 1-16,-2 1 16,1-1-16,-1 2 15,-1 2 1,1-1-16,5 1 16,0 0-16,3-2 15,2 1-15,0 1 16,3 2-16,1-1 15,1 0-15,0-1 16,1-4-16,1 4 16,-1-1-1,1 1-15,0-4 16,1 0-16,2 0 16,0 3-16,4-1 15,-1-2-15,2-2 16,0-2-16,3 2 15,3 1-15,0 0 16,3 0-16,0-4 16,1 1-16,1 0 15,2-1 1,0 1-16,-1-2 16,1 1-16,-1 0 15,3 1-15,2 0 16,2 1-16,1-2 15,-1-1-15,1-1 16,-1 0-16,-1-2 16,-1 0-16,-3-2 15,1-1 1,-3 0-16,0-2 16,-2 0-16,-3 0 15,-3 0-15,-1-1 16,-3 1-16,-1 0 15,-10-1-15,16 2 16,-16-2-16,10 1 16,-10-1-16,0 0 15,0 0-15,10 3 16,-10-3 0,0 0-16,0 0 15,0 0-15,0 0 16,0 0-16,0 0 15,0 0-15,0 0 16,0 0-16,0 0 16,0 0-16,0 0 15,0 0 1,0 0-16,10 0 16,-10 0-16,0 0 15,0 0-15,0 0 16,0 0-16,0 0 15,0 0-15,0 0 16,0 0-16,0 0 16,0 0-16,0 0 15,0 0 1,0 0-16,0 0 16,0 0-16,0 0 15,0 0-15,0 0 16,0 0-16,0 0 15,0 0-15,0 0 16,0 0-16,0 0 16,0 0-16,0 0 15,0 0 1,0 0-16,0 0 16,0 0-16,0 0 15,0 0-15,0 0 16,0 0-16,0 0 15,0 0-15,0 0 16,0 0-16,0 0 16,0 0-16,0 0 15,0 0-15,0 0 16,0 0 0,0 0-16,0 0 15,0 0-15,0 0 16,0 0-16,0 0 15,0 0-15,0 0 16,0 0-16,0 0 16,0 0-16,0 0 15,0 0-15,0 0 16,0 0 0,0 0-16,0 0 15,0 0-15,0 0 16,0 0-16,0 0 15,0 0-15,0 0 16,0 0-16,0 0 16,0 0-16</inkml:trace>
  <inkml:trace contextRef="#ctx0" brushRef="#br0" timeOffset="182647.66">9896 847 0,'0'0'0,"0"0"16,0 0-16,0 0 16,0 0-1,0 0-15,1 3 16,-1-3-16,20 9 15,3-2-15,7-1 16,2-1-16,-1-4 16,0-1-16,-1 0 15,6-2-15,-2-1 16,-1 0-16,1-1 16,-4 1-1,1 0-15,0-1 16,0 1-16,-2 0 15,0 0-15,-4 1 16,-1 0-16,-5 0 16,-4 2-16,-3-1 15,-12 1-15,14 0 16,-14 0-16,0 0 16,0 0-1,0 0-15,0 0 16,0 0-16,0 0 15,0 0-15,0 0 16,-12 6-16,-27-1 16,-6-1-16,0-3 15,3 0-15,-5-1 16,-4 1-16,-1 0 16,2 0-16,4-1 15,3 0 1,1 0-16,6 0 15,9 0-15,3 0 16,6-2-16,5 0 16,2 1-16,11 1 15,-12-4-15,12 4 16,0 0-16,0 0 16,0 0-16,0 0 15,-11-5-15,11 5 16,0 0-1,0 0-15,0 0 16,0 0-16,0 0 16,16 0-16,7 0 15,9 1-15,3 1 16,-1-1-16,2 2 16,1-1-16,1 1 15,0-1 1,-2 1-16,-2-1 15,-4 0-15,-5 0 16,-4-1-16,-4-1 16,-4 1-16,-13-1 15,15 1-15,-15-1 16,0 0-16,0 0 16,10 1-16,-10-1 15,0 0 1,0 0-16,0 0 15,0 0-15,0 0 16,0 0-16,0 0 16,0 0-16,0 0 15,0 0-15,0 0 16,0 0-16,0 0 16,0 0-16,0 0 15,0 0-15,0 0 16,0 0-1,0 0-15,0 0 16,0 0-16,0 0 16,0 0-16,0 0 15,0 0-15,0 0 16,0 0-16,0 0 16,0 0-1,0 0-15,0 0 16,0 0-16,0 0 15,0 0-15,0 0 16,0 0-16,0 0 16,0 0-16,0 0 15,0 0-15,0 0 16,4 8-16</inkml:trace>
  <inkml:trace contextRef="#ctx0" brushRef="#br0" timeOffset="184711.73">9240 1068 0,'0'0'0,"0"0"16,0 0-16,0 0 16,0 0-16,0 0 15,0 0-15,3 3 16,-3-3-16,9 10 15,-2-2-15,0-1 16,-1 0 0,1-1-16,0 1 15,-7-7-15,15 13 16,-5-7-16,2 0 16,0 0-16,4 0 15,1-1-15,2 0 16,1-1-16,3-1 15,1 2 1,1-1-16,2 0 16,-3 0-16,0-1 15,-3 1-15,-1-2 16,0 0-16,1 1 16,1-1-16,-1 1 15,1 0-15,-1 1 16,0 0-16,1 0 15,-2 0-15,1 0 16,2 1 0,-2-2-16,0 2 15,-1-1-15,1 0 16,1 0-16,1 0 16,0-1-16,1-1 15,-3-1-15,1 0 16,1-2-16,-1 0 15,2-1-15,3-2 16,0-1 0,1 0-16,2 1 15,3-2-15,-1 1 16,0-3-16,-1-1 16,-2-1-16,-1 0 15,2 0-15,0-1 16,-2 1-16,1 1 15,-2-2-15,1 0 16,1-1 0,-4 0-16,2 0 15,-1 0-15,-2-1 16,0 0-16,-5 2 16,0 0-16,0 0 15,2-1-15,2-1 16,-3 0-16,0 2 15,-2 0 1,0 1-16,-1-1 16,1-3-16,1-2 15,-1 0-15,-1-1 16,0 0-16,0-1 16,1 0-16,0-1 15,-1 2-15,-5 2 16,0 2-16,-2 3 15,-1 0 1,-2 0-16,0 3 16,-1-1-16,-1 1 15,-1 0-15,-4 7 16,6-8-16,-6 8 16,4-10-16,-2 3 15,-2 0-15,0-1 16,0 2-16,-5-3 15</inkml:trace>
  <inkml:trace contextRef="#ctx0" brushRef="#br0" timeOffset="187710.92">10936 259 0,'0'0'0,"0"0"16,0 0-16,2 2 15,-2-2-15,15 18 16,1 0-16,4 4 16,5 0-16,-1-2 15,-4-5-15,-1-3 16,-2-4-16,-1 1 15,1 1-15,-3-2 16,-1-2-16,-4-1 16,-9-5-1,13 6-15,-13-6 16,0 0-16,0 0 16,10 4-16,-10-4 15,0 0-15,0 0 16,0 0-16,0 0 15,0 0-15,0 0 16,0 0 0,-28-1-16,-10-3 15,7-1-15,8-1 16,9 1-16,14 5 16,-15-8-16,15 8 15,0 0-15,0 0 16,0 0-16,0 0 15,-9-6-15,9 6 16,0 0 0,0 0-16,0 0 15,0 0-15,18 11 16,-2-1-16,5 4 16,4 2-16,1 1 15,2 1-15,2 3 16,2-4-16,-1-3 15,-4-2-15,-4-2 16,-2-1 0,-1 0-16,-3-1 15,-3-3-15,-14-5 16,15 7-16,-15-7 16,0 0-16,0 0 15,0 0-15,4-8 16,-10-5-16,-7-3 15,-7-5-15,-5 0 16,-3-1-16,2 3 16,3 3-1,2 1-15,0 1 16,3 0-16,3 4 16,4 2-16,11 8 15,-14-10-15,14 10 16,0 0-16,-11-8 15,11 8-15,0 0 16,0 0-16,0 0 16,0 0-16,0 0 15,16 17 1,1 2-16,2 1 16,3 1-16,3-2 15,1 0-15,-1-2 16,0-1-16,0-2 15,0-1-15,-2-1 16,-4-2-16,-2-1 16,-5-3-16,-12-6 15,14 9 1,-14-9-16,0 0 16,0 0-16,10 6 15,-10-6-15,0 0 16,0 0-16,0 0 15,-22-6-15,3-4 16,-2-4-16,2 0 16,0-1-1,-1-1-15,0 0 16,-2-2-16,0 2 16,0-1-16,-1 1 15,2 2-15,2 2 16,2 2-16,1 3 15,4 2-15,12 5 16,-16-5-16,16 5 16,0 0-1,0 0-15,0 0 16,-10-3-16,10 3 16,0 0-16,0 0 15,6 13-15,0 1 16,5-2-16,2 1 15,0-1-15,0-3 16,0 1-16,-2-1 16,-1-3-16,-10-6 15,13 9 1,-13-9-16,0 0 16,0 0-16,11 8 15,-11-8-15,0 0 16,0 0-16,0 0 15,0 0-15,0 0 16,0 0-16,0 0 16,0 0-1,0 0-15,0 0 16,0 0-16,0 0 16,0 0-16,0 0 15,0 0-15,0 0 16,0 0-16,0 0 15,0 0-15,0 0 16,0 0-16,0 0 16,0 0-16,7 6 15,-7-6 1,0 0-16,0 0 16,0 0-16,0 0 15,0 0-15,0 0 16,0 0-16,0 0 15,0 0-15,0 0 16,0 0-16,0 0 16,0 0-16,0 0 15,0 0-15,0 0 16,0 0 0,0 0-16,0 0 15,0 0-15,10 4 16,-10-4-16,0 0 15,0 0-15,0 0 16,0 0-16,0 0 16,0 0-16,0 0 15,0 0 1,0 0-16,0 0 16,0 0-16,0 0 15,0 0-15,0 0 16,0 0-16,0 0 15,0 0-15,0 0 16,0 0-16,0 0 16,0 0-1,0 0-15,0 0 16,0 0-16,0 0 16,0 0-16,0 0 15,0 0-15,0 0 16,0 0-16,0 0 15,0 0-15,0 0 16,0 0-16,0 0 16,0 0-16,0 0 15,0 0 1,0 0-16,0 0 16,0 0-16,0 0 15,0 0-15,0 0 16,0 0-16,0 0 15,0 0-15,0 0 16,0 0-16,0 0 16,0 0-16,0 0 15,0 0 1,0 0-16,0 0 16,0 0-16,0 0 15,0 0-15,0 0 16,0 0-16,0 0 15,0 0-15,0 0 16,0 0-16,0 0 16,0 0-16,0 0 15,0 0-15,0 0 16,0 0 0,0 0-16,0 0 15,0 0-15,0 0 16,0 0-16,3 6 15,-3-6-15,0 0 16,0 0-16,0 0 16,0 0-16,0 0 15,0 0-15,0 0 16,0 0 0,0 0-16,0 0 15,0 0-15,0 0 16,0 0-16,0 0 15,0 0-15,0 0 16,0 0-16,0 0 16,0 0-16,0 0 15,0 0-15,0 0 16,0 0 0,0 0-16,0 0 15,0 0-15,0 0 16,0 0-16,0 0 15,0 0-15,0 0 16,0 0-16,0 0 16,0 0-16,0 0 15,0 0-15,0 0 16,0 0 0,0 0-16,0 0 15,0 0-15,0 0 16,0 0-16,0 0 15,0 0-15</inkml:trace>
  <inkml:trace contextRef="#ctx0" brushRef="#br0" timeOffset="194461.01">8847 297 0,'0'0'0,"0"0"0,0 0 15,0 0-15,0 0 16,0 0-16,0 0 15,0 0-15,0 0 16,0 0-16,0 0 16,1 1-1,-1-1-15,6 6 16,-6-6-16,11 13 16,-5-7-16,-6-6 15,9 11-15,-9-11 16,10 10-16,-10-10 15,11 12-15,-2-4 16,3 3-16,0-1 16,0-2-1,-1 0-15,0-2 16,1-1-16,-12-5 16,18 6-16,-18-6 15,10 2-15,-10-2 16,0 0-16,0 0 15,10 3-15</inkml:trace>
  <inkml:trace contextRef="#ctx0" brushRef="#br0" timeOffset="195728.44">8939 292 0,'0'0'0,"0"0"0,0 0 0,0 0 16,-1-2-16,1 2 15,0 0-15,0 0 16,0 0-16,0 0 16,0 0-16,0 0 15,0 0-15,0 0 16,-11 10-16,8 0 16,-2 2-1,2 4-15,1 3 16,1 0-16,2 0 15,0-3-15,1-2 16,-1 0-16,2-1 16,0 1-16,0-4 15,0-3-15,-3-7 16,6 11-16,-6-11 16,5 7-1,-5-7-15,0 0 16,0 0-16,0 0 15,8 7-15,-8-7 16</inkml:trace>
  <inkml:trace contextRef="#ctx0" brushRef="#br0" timeOffset="200377.85">10007 772 0,'0'0'0,"0"0"0,0 0 16,0 0-16,0 0 16,0 0-16,0 0 15,0 0-15,0 0 16,0 0-16,0 0 15,9 0 1,21 0-16,24-2 16,5-3-16,0-3 15,-5 1-15,0-1 16,-6-1-16,-9 0 16,-5-1-16,-8 2 15,-7 4-15,-5 0 16,-14 4-16,13-3 15,-13 3 1,0 0-16,0 0 16,0 0-16,0 0 15,-27 17-15,-18 5 16,-4-2-16,3-5 16,3-2-16,5-4 15,6-2-15,4 0 16,5-2-1,8-1-15,3-2 16,12-2-16,-11 3 16,11-3-16,0 0 15,0 0-15,0 0 16,0 0-16,0 0 16,0 0-16,32-1 15,-1-1-15,-1-1 16,-5 1-16,-1-1 15,-4 1 1,-3 0-16,-7-1 16,-10 3-16,13-4 15,-13 4-15,0 0 16,0 0-16,0 0 16,0 0-16,9-2 15,-9 2-15,0 0 16,0 0-16,0 0 15,0 0 1,0 0-16,0 0 16,0 0-16,0 0 15,0 0-15,0 0 16,0 0-16,0 0 16,0 0-16,0 0 15,0 0-15,0 0 16,0 0-16,0 0 15,0 0 1,0 0-16,0 0 16,0 0-16,0 0 15,0 0-15,0 0 16,0 0-16,0 0 16,10 4-16,-10-4 15,0 0-15,0 0 16,0 0-1,4 7-15,-4-7 16,0 0-16,0 0 16,0 0-16,0 0 15,1 6-15,-1-6 16,0 0-16,0 0 16,0 0-16,0 0 15,0 0-15,0 0 16,0 0-16,0 0 15,0 0 1,0 0-16,0 0 16,0 0-16,0 0 15,0 0-15,0 0 16,0 0-16,0 0 16,0 0-16,0 0 15,0 0-15,0 0 16,0 0-16,0 0 15,0 0 1,0 0-16,0 0 16,0 0-16,0 0 15,0 0-15,0 0 16,0 0-16,0 0 16,0 0-16,0 0 15,1-6-15,-1 6 16,0 0-16,0 0 15,0 0 1,0 0-16,0 0 16,0 0-16,0 0 15,0 0-15,0 0 16,0 0-16,0 0 16,0 0-16,0 0 15,6-7-15,-6 7 16,0 0-16,0 0 15,0 0 1,0 0-16,1-6 16,-1 6-16,0 0 15,0 0-15,0 0 16,0 0-16,0-7 16,0 7-16,0 0 15,0 0-15,0 0 16,0 0-16,0 0 15,0 0-15,0 0 16,0 0 0,0 0-16,0 0 15,0 0-15,0 0 16,0 0-16,0 0 16,0 0-16,0 0 15,0 0-15,0 0 16,0 0-16,0 0 15,0 0-15,0 0 16,0 0 0,0 0-16,0 0 15,0 0-15,0 0 16,0 0-16,0 0 16,0 0-16,0 0 15,0 0-15,0 0 16,0 0-16,0 0 15,0 0-15,0 0 16,0 0 0,0 0-16,0 0 15,0 0-15,0 0 16,0 0-16,0 0 16,0 0-16,0 0 15,0 0-15,0 0 16,0 0-16,0 0 15,0 0 1,0 0-16,0 0 16,0 0-16,0 0 15,0 0-15,0 0 16,0 0-16,0 0 16,0 0-16,0 0 15,0 0-15,0 0 16,0 0-16,0 0 15,0 0-15,0 0 16,0 0 0,0 0-16,0 0 15,0 0-15,0 0 16,0 0-16,0 0 16,0 0-16,0 0 15,0 0-15,0 0 16,2-7-16,-2 7 15,0 0-15,0 0 16,0 0 0,0 0-16,0 0 15,0 0-15,0 0 16,0-5-16,0 5 16,0 0-16,0 0 15,0 0-15,0 0 16,0 0-16,0 0 15,0 0-15,0 0 16,0 0 0,0 0-16,0 0 15</inkml:trace>
  <inkml:trace contextRef="#ctx0" brushRef="#br0" timeOffset="212494.34">7374 7468 0,'0'0'0,"0"0"0,-2-2 16,2 2-16,-8-8 15,8 8-15,-7-8 16,7 8-16,0 0 16,0 0-16,-11-5 15,11 5 1,0 0-16,0 0 15,0 0-15,-17 9 16,1 5-16,-3 5 16,2 4-16,4 1 15,3 2-15,2 2 16,2 3-16,3 1 16,3-1-16,1 0 15,5-4 1,2-5-16,5-1 15,5-6-15,5-4 16,3-4-16,0-3 16,-2-8-16,-1-2 15,-1-3-15,-1-4 16,-5-1-16,-4 2 16,-3 4-16,-4 1 15,-5 7 1,5-6-16,-5 6 15,0 0-15,0 0 16,-13 21-16,0 4 16,0 3-16,1 4 15,1 2-15,1 6 16,2-4-16,2-2 16,1-2-1,0 0-15,0 0 16,1 0-16,0-1 15,-1 2 1,3-4 0,0-7-16</inkml:trace>
  <inkml:trace contextRef="#ctx0" brushRef="#br0" timeOffset="212963.67">7576 7807 0,'0'0'0,"0"0"0,0 0 0,3-2 0,-3 2 16,11-8-16,-1 4 15,5-1 1,4 6-16,3 5 15,-1 2-15,-4 3 16,0 2-16,-3 3 16,-2 2-16,-3 1 15,-2 0-15,-3-2 16,-4 0-16,-3-1 16,-2 1-16,-5 3 15,-1-3 1,-1-3-16,2-3 15,10-11 1,-19 1 0,9-10-16,4-10 15,2-5-15,8-6 16,4-2-16,7 3 16,5 2-16,-2 5 15,1 4-15,-1 5 16,-4 4-1,0 4-15,-14 5 16</inkml:trace>
  <inkml:trace contextRef="#ctx0" brushRef="#br0" timeOffset="213180.78">7878 7786 0,'0'0'0,"0"0"0,0 0 15,0 0 1,1 3-16,0 5 15,2 5-15,2 8 16,-2 5-16,1 4 16,-2 3-16,-1-1 15,1-3-15,-1-4 16,0-7 0,0-10-1,-1-8-15</inkml:trace>
  <inkml:trace contextRef="#ctx0" brushRef="#br0" timeOffset="213360.98">7936 7697 0,'0'0'0,"0"0"0,0 0 15,0 0-15,0 0 16,0 0-1,-1 6-15,-1 7 16,-2 9-16</inkml:trace>
  <inkml:trace contextRef="#ctx0" brushRef="#br0" timeOffset="213963.36">8158 7816 0,'0'0'0,"0"0"0,-2-2 16,2 2-16,-6-7 16,6 7-16,0 0 15,-18-5-15,5 5 16,-3 5-1,0 2-15,3 1 16,3 1-16,3 1 16,1 0-16,3 1 15,2 0-15,4 3 16,4 2-16,3 1 16,3-3-16,-3-6 15,2-4-15,1-4 16,2-4-16,2-7 15,1-2 1,-4-6-16,-1-4 16,-4-6-16,-2-8 15,-3-3-15,-3-1 16,-1 3-16,0 6 16,-2 4-16,0 4 31,-1 7-31,1 4 15,2 13 1,-2-7-16,2 7 16,0 0-16,-1 12 15,1 10-15,2 12 16,1 4-16,0 2 16,2-2-16,0-3 15,3-1-15,7-7 16,7-3-1,-1-7-15,3-10 16</inkml:trace>
  <inkml:trace contextRef="#ctx0" brushRef="#br0" timeOffset="-201502.35">9017 7289 0,'0'0'0,"0"0"0,0 0 15,0 0-15,0 0 16,-1 1-16,1-1 16</inkml:trace>
  <inkml:trace contextRef="#ctx0" brushRef="#br0" timeOffset="-198501.37">9152 7375 0,'0'0'16,"0"0"-16,0 0 16,0 0-16,0 0 15,0 0-15,0 0 16,0 0-16,-5-2 16,5 2-16,-21-15 15,9 8-15,12 7 31,-16-8-31,16 8 16,-11-3-16,11 3 16,0 0-1,0 0-15,-11 3 16,11-3-16,0 0 16,0 0-16,0 0 15,0 0-15,0 0 16,0 0-16,0 0 15,0 0-15,0 0 16,0 0-16,0 0 16,-6 6-1,6-6-15,0 0 16,0 0-16,0 0 16,0 0-16,3 9 15,-3-9-15,11 12 16,-3-2-16,4 2 15,4 1-15,3-1 16,3 0 0,4-3-16,1-1 15,6-3-15,1-2 16,0-2-16,-1-1 16,-2-1-16,-6-1 15,-4 0-15,-4 1 16,-4-1-16,-13 2 15,15-3-15,-15 3 16,0 0-16,10-3 16,-10 3-1</inkml:trace>
  <inkml:trace contextRef="#ctx0" brushRef="#br0" timeOffset="-196001.54">9533 7712 0,'0'0'0,"0"0"16,0 0-16,0 1 15,0-1-15,0 0 16,0 0-16,0 0 15,0 7-15,0-7 16,1 8-16,0-1 16,1 0-16,-1-1 15,1 2-15,-1 0 16,1 0 0,0 1-16,-1-3 15,0 1-15,-1-7 16,6 11-16,-6-11 15,10 9-15,-10-9 16</inkml:trace>
  <inkml:trace contextRef="#ctx0" brushRef="#br0" timeOffset="-195351.8">9683 8044 0,'0'0'0,"0"0"0,0 0 0,0 0 0,0 0 15,0 0-15,0 0 16,0 0-16,0 0 16,0 0-16,0 0 15,0 2 1,0-2-16,0 7 15,0-7-15,2 12 16,-1-6-16,0 0 16,0 4-16,0-1 15,0 2-15,1 0 16,1-3 0,0 0-16,-3-8 15,7 11-15,-7-11 16,10 8-16,-10-8 15,12 7-15,-12-7 16,17 6-16,-17-6 16,15 4-16,-15-4 15,13 2-15</inkml:trace>
  <inkml:trace contextRef="#ctx0" brushRef="#br0" timeOffset="-194502.37">9782 8414 0,'0'0'0,"0"0"0,0 0 16,0 0-16,0-1 16,0 1-1,0 0-15,0 0 16,0 0-16,0 0 15,0 0-15,0 0 16,0 0-16,0 0 16,0 0-16,0 0 15,0 0-15,0 0 16,0 0-16,0 0 16,10 1-16,-10-1 15,14 5 1,-4-1-16,3 2 15,-1-2-15,2-1 16,4-2-16,3-3 16,4-4-16</inkml:trace>
  <inkml:trace contextRef="#ctx0" brushRef="#br0" timeOffset="-187652.39">9981 7324 0,'0'0'0,"0"0"0,0 0 0,0 0 0,0 0 16,0 0-16,0 0 15,0 0-15,0 0 16,0 0-16,0 0 15,0 0-15,0 0 16,0 0-16,0 0 16,0 0-16,0 0 15,0 0 1,0 0-16,0 0 16,0 0-16,0 0 15,0 0-15,0 0 16,0 2-16,0-2 15,0 0-15,0 0 16,0 0-16,0 0 16,1 6-1,0 1-15,0 0 16,1 0-16,-1 0 16,1 0-16,0 0 15,-1 0-15,1 0 16,-2-7-16,2 11 15,0-5-15,-2-6 16,3 12-16,-1-6 16,-1 1-16,0-1 15,-1-6 1,3 13-16,-3-13 16,4 11-16,-3-4 15,0-1-15,1 1 16,1 1-16,-1 0 15,0-1-15,1 1 16,0-1-16,0 0 16,0 1-16,0-2 15,0 1 1,0 0-16,1 0 16,0 0-16,-1-1 15,1 2-15,0-2 16,-4-6-16,7 12 15,-7-12-15,10 12 16,-4-6-16,0 1 16,-6-7-16,11 11 15,-11-11-15,11 9 16,-11-9 0,12 8-16,-12-8 15,10 9-15,-10-9 16,10 7-16,-10-7 15,11 6-15,-11-6 16,11 7-16,-11-7 16,12 7-16,-12-7 15,14 8-15,-14-8 16,13 9 0,-13-9-16,15 8 15,-15-8-15,14 10 16,-14-10-16,15 10 15,-15-10-15,14 10 16,-14-10-16,16 10 16,-16-10-16,15 10 15,-15-10-15,18 13 16,-7-7 0,-1-1-16,1 1 15,-1 0-15,-10-6 16,18 9-16,-18-9 15,18 8-15,-18-8 16,16 7-16,-16-7 16,18 6-16,-8-3 15,0 1-15,-10-4 16,17 5 0,-17-5-16,16 5 15,-16-5-15,14 4 16,-14-4-16,14 6 15,-14-6-15,13 4 16,-13-4-16,13 5 16,-13-5-16,13 5 15,-13-5 1,11 4-16,-11-4 16,0 0-16,10 3 15,-10-3-15,0 0 16,0 0-16,0 0 15,0 0-15,10 5 16,-10-5-16,0 0 16,0 0-16,0 0 15,0 0-15,0 0 16,0 0 0,0 0-16,0 0 15,0 0-15,0 0 16,0 0-16,0 0 15,0 0-15,0 0 16,0 0-16,0 0 16,0 0-16,0 0 15,0 0-15,0 0 16,0 0 0,0 0-16,0 0 15,0 0-15,0 0 16,0 0-16,0 0 15,0 0-15,0 0 16,0 0-16,0 0 16,0 0-16,0 0 15,0 0-15,0 0 16,0 0-16,0 0 16,0 0-16,0 0 15,0 0 1,0 0-16,0 0 15,0 0-15,0 0 16,0 0-16,0 0 16,0 0-16,0 0 15,0 0-15,0 0 16,0 0 0,0 0-16,0 0 15,0 0-15,0 0 16,0 0-16,0 0 15,0 0-15,0 0 16,0 0-16,0 0 16,0 0-16,8 7 15,-8-7-15,0 0 16,0 0-16,0 0 16,0 0-1,0 0-15,0 0 16,0 0-16,0 0 15,0 0-15,0 0 16,5 6-16,-5-6 16,0 0-16,0 0 15,0 0-15,0 0 16,0 0 0,0 0-16,0 0 15,0 0-15,0 0 16,0 0-16,0 0 15,0 0-15,0 0 16,0 0-16,0 0 16,0 0-16,0 0 15,0 0-15,0 0 16,0 0 0,0 0-16,0 0 15,0 0-15,0 0 16,0 0-16,0 0 15,0 0-15,0 0 16,0 0-16,0 0 16,0 0-16,0 0 15,0 0-15,0 0 16,0 0 0,0 0-16,0 0 15,0 0-15,0 0 16,0 0-16,0 0 15,0 0-15,0 0 16</inkml:trace>
  <inkml:trace contextRef="#ctx0" brushRef="#br0" timeOffset="-183885.49">10693 8035 0,'0'0'0,"0"0"15,0 0-15,0 0 16,0 0-16,0 0 16,0 0-16,0 0 15,0 0-15,0 0 16,0 0-16,0 0 15,0 0-15,0 0 16,0 0 0,0 0-16,0 0 15,0 0-15,0 0 16,0 0-16,0 0 16,0 0-16,0 0 15,0 0-15,0 0 16,0 0-16,0 0 15,0 0-15,0 0 16,0 0 0,2 2-16,-2-2 15,0 0-15,6 8 16,-6-8-16,8 11 16,-8-11-16,6 10 15,-6-10-15,7 10 16,-7-10-16,5 9 15,-5-9-15,6 10 16,-6-10-16,6 7 16,-6-7-1,7 8-15,-7-8 16,8 9-16,-8-9 16,0 0-16,10 7 15,-10-7-15,0 0 16,0 0-16,11 7 15,-11-7-15</inkml:trace>
  <inkml:trace contextRef="#ctx0" brushRef="#br0" timeOffset="-181169">10970 8267 0,'0'0'0,"0"0"0,0 0 15,0 0 1,0 0-16,0 2 16,0-2-16,0 0 15,0 0-15,0 0 16,0 0-16,0 0 15,0 0-15,0 0 16,0 0-16,0 0 16,0 0-16,1 7 15,-1-7 1,0 0-16,4 11 16,-1-5-16,-1 1 15,0 0-15,-2-7 16,3 10-16,-3-10 15,3 8-15,-3-8 16,3 6-16,-3-6 16,8 8-16,-8-8 15,9 10-15,-9-10 16,8 9 0,-8-9-16,0 0 15,8 7-15</inkml:trace>
  <inkml:trace contextRef="#ctx0" brushRef="#br0" timeOffset="-180385.63">11217 8399 0,'0'0'0,"0"0"16,0 0-16,0 0 16,0 0-16,0 0 15,0 0-15,0 0 16,0 2-16,0-2 16,0 0-1,0 0-15,0 0 16,1 6-16,-1-6 15,3 9-15,-3-9 16,5 10-16,-2-3 16,1 0-16,-1-1 15,-3-6-15,8 12 16,-8-12-16,8 10 16,-8-10-1,12 9-15,-12-9 16,13 7-16,-13-7 15,10 4-15,-10-4 16,0 0-16</inkml:trace>
  <inkml:trace contextRef="#ctx0" brushRef="#br0" timeOffset="-178136.13">9944 7209 0,'0'0'0,"0"0"16,0 0-16,0 0 16,2 0-16,-2 0 15,0 0-15,0 0 16,0 0-1,0 0-15,0 0 16,10 5-16,-10-5 16,13 9-16,-4-3 15,2 3-15,4 1 16,1 2-16,0 3 16,0-1-1,1 4-15,2 2 16,1 1-16,0 1 15,2 1-15,1 1 16,1 3-16,2-1 16,-1 2-16,1 0 15,0-2-15,-1 0 16,-2 0-16,1 0 16,0 0-16,-1 1 15,-1 0 1,-1-2-16,0-2 15,-2 0-15,-1-1 16,-1-3-16,-3-1 16,0-2-16,-2-3 15,-1 0-15,-2-1 16,0-3-16,-4-2 16,-5-7-16,5 8 15,-5-8 1,0 0-16,0 0 15,0 0-15,7 7 16,-7-7-16,0 0 16,0 0-16,0 0 15,-20-12-15,-3-1 16,-5-3-16,-1-1 16,-2-1-1,1-1-15,-4-4 0,1-4 16,-2-3-1,0-3-15,1 1 16,-2-2-16,2-1 16,-2-2-16,-3-2 15,2 0-15,2 4 16,1-2-16,3 3 16,3 2-1,1-2-15,1 4 16,5 2-16,2 5 15,4 3-15,3 5 16,3 4-16,4 2 16,0 2-16,5 7 15,-4-8-15,4 8 16,0 0-16,0 0 16,-2-7-16,2 7 15,0 0-15,0 0 16,0 0-1,16 7-15,1 6 16,5 5-16,4 7 16,2 3-16,2 3 15,0 3-15,3 3 16,2 4-16,1 1 16,1 1-16,-3-1 15,3 1-15,-1 1 16,0 0-1,0-1-15,-3-3 16,2 0-16,-1-3 16,-2-3-16,-1-2 15,-4-4-15,-2-3 16,-2-2-16,-6-5 16,-3-4-16,-3-3 15,-3-3-15,-8-8 16,12 10-16,-12-10 15,0 0 1,0 0-16,10 6 16,-10-6-16,0 0 15,0 0-15,0 0 16,0 0-16,0 0 16,0 0-16,0 0 15,0 0-15,0 0 16,0 0-1,0 0-15,0 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google.com/search?sca_esv=e095f87150e1c090&amp;sxsrf=AE3TifOibo4dGfUvLRxtGOCtCdR_wB7ahA%3A1763266442726&amp;q=partial+derivatives&amp;sa=X&amp;ved=2ahUKEwii6tmv5_WQAxV_yTgGHfxxKUgQxccNegQIEhAB&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 Id="rId2" Type="http://schemas.openxmlformats.org/officeDocument/2006/relationships/slide" Target="../slides/slide26.xml"/><Relationship Id="rId1" Type="http://schemas.openxmlformats.org/officeDocument/2006/relationships/notesMaster" Target="../notesMasters/notesMaster1.xml"/><Relationship Id="rId6" Type="http://schemas.openxmlformats.org/officeDocument/2006/relationships/hyperlink" Target="https://www.google.com/search?sca_esv=e095f87150e1c090&amp;sxsrf=AE3TifOibo4dGfUvLRxtGOCtCdR_wB7ahA%3A1763266442726&amp;q=gradient+descent&amp;sa=X&amp;ved=2ahUKEwii6tmv5_WQAxV_yTgGHfxxKUgQxccNegQIERAB&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 Id="rId5" Type="http://schemas.openxmlformats.org/officeDocument/2006/relationships/hyperlink" Target="https://www.google.com/search?sca_esv=e095f87150e1c090&amp;sxsrf=AE3TifOibo4dGfUvLRxtGOCtCdR_wB7ahA%3A1763266442726&amp;q=biases&amp;sa=X&amp;ved=2ahUKEwii6tmv5_WQAxV_yTgGHfxxKUgQxccNegQIEhAD&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 Id="rId4" Type="http://schemas.openxmlformats.org/officeDocument/2006/relationships/hyperlink" Target="https://www.google.com/search?sca_esv=e095f87150e1c090&amp;sxsrf=AE3TifOibo4dGfUvLRxtGOCtCdR_wB7ahA%3A1763266442726&amp;q=weights&amp;sa=X&amp;ved=2ahUKEwii6tmv5_WQAxV_yTgGHfxxKUgQxccNegQIEhAC&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1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1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p1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1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p1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p1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26" name="Google Shape;426;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squared error loss, commonly known as Mean Squared Error (MSE), is a widely used objective function in neural networks, particularly for regression tasks where the goal is to predict continuous numerical values.</a:t>
                </a:r>
              </a:p>
              <a:p>
                <a:r>
                  <a:rPr lang="en-US" sz="1100" b="1" i="0" u="none" strike="noStrike" cap="none" dirty="0">
                    <a:solidFill>
                      <a:srgbClr val="000000"/>
                    </a:solidFill>
                    <a:effectLst/>
                    <a:latin typeface="Arial"/>
                    <a:ea typeface="Arial"/>
                    <a:cs typeface="Arial"/>
                    <a:sym typeface="Arial"/>
                  </a:rPr>
                  <a:t>Definition and Calculation:</a:t>
                </a:r>
              </a:p>
              <a:p>
                <a:r>
                  <a:rPr lang="en-US" sz="1100" b="0" i="0" u="none" strike="noStrike" cap="none" dirty="0">
                    <a:solidFill>
                      <a:srgbClr val="000000"/>
                    </a:solidFill>
                    <a:effectLst/>
                    <a:latin typeface="Arial"/>
                    <a:ea typeface="Arial"/>
                    <a:cs typeface="Arial"/>
                    <a:sym typeface="Arial"/>
                  </a:rPr>
                  <a:t>The MSE loss quantifies the average of the squared differences between the predicted output of the neural network and the true, or actual, target values. </a:t>
                </a:r>
                <a:endParaRPr lang="en-US" sz="1100" b="1"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Differentiable: </a:t>
                </a:r>
                <a:r>
                  <a:rPr lang="en-US" sz="1100" b="0" i="0" u="none" strike="noStrike" cap="none" dirty="0">
                    <a:solidFill>
                      <a:srgbClr val="000000"/>
                    </a:solidFill>
                    <a:effectLst/>
                    <a:latin typeface="Arial"/>
                    <a:ea typeface="Arial"/>
                    <a:cs typeface="Arial"/>
                    <a:sym typeface="Arial"/>
                  </a:rPr>
                  <a:t>This allows for the efficient calculation of gradients needed to update the network's parameters.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u="none" strike="noStrike" cap="none" dirty="0">
                    <a:solidFill>
                      <a:srgbClr val="000000"/>
                    </a:solidFill>
                    <a:effectLst/>
                    <a:latin typeface="Arial"/>
                    <a:ea typeface="Arial"/>
                    <a:cs typeface="Arial"/>
                    <a:sym typeface="Arial"/>
                  </a:rPr>
                  <a:t>Convexity:</a:t>
                </a:r>
                <a:r>
                  <a:rPr lang="en-US" sz="1100" b="0" i="0" u="none" strike="noStrike" cap="none" dirty="0">
                    <a:solidFill>
                      <a:srgbClr val="000000"/>
                    </a:solidFill>
                    <a:effectLst/>
                    <a:latin typeface="Arial"/>
                    <a:ea typeface="Arial"/>
                    <a:cs typeface="Arial"/>
                    <a:sym typeface="Arial"/>
                  </a:rPr>
                  <a:t> F</a:t>
                </a:r>
                <a:r>
                  <a:rPr lang="en-US" dirty="0"/>
                  <a:t>For a given set of </a:t>
                </a:r>
                <a:r>
                  <a:rPr lang="en-US" dirty="0">
                    <a:effectLst/>
                  </a:rPr>
                  <a:t>𝑁 </a:t>
                </a:r>
                <a:r>
                  <a:rPr lang="en-US" dirty="0"/>
                  <a:t>data points, where </a:t>
                </a:r>
                <a:r>
                  <a:rPr lang="en-US" dirty="0" err="1"/>
                  <a:t>y</a:t>
                </a:r>
                <a:r>
                  <a:rPr lang="en-US" sz="1100" b="0" i="0" u="none" strike="noStrike" cap="none" dirty="0" err="1">
                    <a:solidFill>
                      <a:srgbClr val="000000"/>
                    </a:solidFill>
                    <a:effectLst/>
                    <a:latin typeface="Arial"/>
                    <a:ea typeface="Arial"/>
                    <a:cs typeface="Arial"/>
                    <a:sym typeface="Arial"/>
                  </a:rPr>
                  <a:t>i</a:t>
                </a:r>
                <a:r>
                  <a:rPr lang="en-US" sz="1100" b="0" i="0" u="none" strike="noStrike" cap="none" dirty="0">
                    <a:solidFill>
                      <a:srgbClr val="000000"/>
                    </a:solidFill>
                    <a:effectLst/>
                    <a:latin typeface="Arial"/>
                    <a:ea typeface="Arial"/>
                    <a:cs typeface="Arial"/>
                    <a:sym typeface="Arial"/>
                  </a:rPr>
                  <a:t> </a:t>
                </a:r>
                <a:r>
                  <a:rPr lang="en-IN" dirty="0"/>
                  <a:t>represents the true value and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acc>
                          <m:accPr>
                            <m:chr m:val="̂"/>
                            <m:ctrlPr>
                              <a:rPr lang="ar-AE" sz="1100" b="0" i="1" u="none" strike="noStrike" cap="none">
                                <a:solidFill>
                                  <a:srgbClr val="000000"/>
                                </a:solidFill>
                                <a:latin typeface="Cambria Math" panose="02040503050406030204" pitchFamily="18" charset="0"/>
                                <a:ea typeface="Arial"/>
                                <a:cs typeface="Arial"/>
                                <a:sym typeface="Arial"/>
                              </a:rPr>
                            </m:ctrlPr>
                          </m:accPr>
                          <m:e>
                            <m:r>
                              <a:rPr lang="ar-AE" sz="1100" b="0" i="1" u="none" strike="noStrike" cap="none">
                                <a:solidFill>
                                  <a:srgbClr val="000000"/>
                                </a:solidFill>
                                <a:latin typeface="Cambria Math" panose="02040503050406030204" pitchFamily="18" charset="0"/>
                                <a:ea typeface="Arial"/>
                                <a:cs typeface="Arial"/>
                                <a:sym typeface="Arial"/>
                              </a:rPr>
                              <m:t>𝑦</m:t>
                            </m:r>
                          </m:e>
                        </m:acc>
                      </m:e>
                      <m:sub>
                        <m:r>
                          <a:rPr lang="ar-AE" sz="1100" b="0" i="1" u="none" strike="noStrike" cap="none">
                            <a:solidFill>
                              <a:srgbClr val="000000"/>
                            </a:solidFill>
                            <a:latin typeface="Cambria Math" panose="02040503050406030204" pitchFamily="18" charset="0"/>
                            <a:ea typeface="Arial"/>
                            <a:cs typeface="Arial"/>
                            <a:sym typeface="Arial"/>
                          </a:rPr>
                          <m:t>𝑖</m:t>
                        </m:r>
                      </m:sub>
                    </m:sSub>
                  </m:oMath>
                </a14:m>
                <a:r>
                  <a:rPr lang="en-US" dirty="0">
                    <a:effectLst/>
                  </a:rPr>
                  <a:t> </a:t>
                </a:r>
                <a:r>
                  <a:rPr lang="en-IN" dirty="0"/>
                  <a:t>represents the predicted value for the </a:t>
                </a:r>
                <a:r>
                  <a:rPr lang="en-IN" dirty="0">
                    <a:effectLst/>
                  </a:rPr>
                  <a:t>𝑖</a:t>
                </a:r>
                <a:r>
                  <a:rPr lang="en-IN" dirty="0"/>
                  <a:t>-</a:t>
                </a:r>
                <a:r>
                  <a:rPr lang="en-IN" dirty="0" err="1"/>
                  <a:t>th</a:t>
                </a:r>
                <a:r>
                  <a:rPr lang="en-IN" dirty="0"/>
                  <a:t> data point</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or many simpler models, MSE can be a convex function, meaning there is a single global minimum that optimization algorithms can reliably find.</a:t>
                </a:r>
              </a:p>
              <a:p>
                <a:r>
                  <a:rPr lang="en-US" sz="1100" b="1" i="0" u="none" strike="noStrike" cap="none" dirty="0">
                    <a:solidFill>
                      <a:srgbClr val="000000"/>
                    </a:solidFill>
                    <a:effectLst/>
                    <a:latin typeface="Arial"/>
                    <a:ea typeface="Arial"/>
                    <a:cs typeface="Arial"/>
                    <a:sym typeface="Arial"/>
                  </a:rPr>
                  <a:t>Smoothness:</a:t>
                </a:r>
                <a:r>
                  <a:rPr lang="en-US" sz="1100" b="0" i="0" u="none" strike="noStrike" cap="none" dirty="0">
                    <a:solidFill>
                      <a:srgbClr val="000000"/>
                    </a:solidFill>
                    <a:effectLst/>
                    <a:latin typeface="Arial"/>
                    <a:ea typeface="Arial"/>
                    <a:cs typeface="Arial"/>
                    <a:sym typeface="Arial"/>
                  </a:rPr>
                  <a:t> Its smooth nature facilitates the optimization process.</a:t>
                </a:r>
              </a:p>
              <a:p>
                <a:pPr marL="0" lvl="0" indent="0" algn="l" rtl="0">
                  <a:spcBef>
                    <a:spcPts val="0"/>
                  </a:spcBef>
                  <a:spcAft>
                    <a:spcPts val="0"/>
                  </a:spcAft>
                  <a:buNone/>
                </a:pPr>
                <a:endParaRPr dirty="0"/>
              </a:p>
            </p:txBody>
          </p:sp>
        </mc:Choice>
        <mc:Fallback xmlns="">
          <p:sp>
            <p:nvSpPr>
              <p:cNvPr id="426" name="Google Shape;426;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squared error loss, commonly known as Mean Squared Error (MSE), is a widely used objective function in neural networks, particularly for regression tasks where the goal is to predict continuous numerical values.</a:t>
                </a:r>
              </a:p>
              <a:p>
                <a:r>
                  <a:rPr lang="en-US" sz="1100" b="1" i="0" u="none" strike="noStrike" cap="none" dirty="0">
                    <a:solidFill>
                      <a:srgbClr val="000000"/>
                    </a:solidFill>
                    <a:effectLst/>
                    <a:latin typeface="Arial"/>
                    <a:ea typeface="Arial"/>
                    <a:cs typeface="Arial"/>
                    <a:sym typeface="Arial"/>
                  </a:rPr>
                  <a:t>Definition and Calculation:</a:t>
                </a:r>
              </a:p>
              <a:p>
                <a:r>
                  <a:rPr lang="en-US" sz="1100" b="0" i="0" u="none" strike="noStrike" cap="none" dirty="0">
                    <a:solidFill>
                      <a:srgbClr val="000000"/>
                    </a:solidFill>
                    <a:effectLst/>
                    <a:latin typeface="Arial"/>
                    <a:ea typeface="Arial"/>
                    <a:cs typeface="Arial"/>
                    <a:sym typeface="Arial"/>
                  </a:rPr>
                  <a:t>The MSE loss quantifies the average of the squared differences between the predicted output of the neural network and the true, or actual, target values. </a:t>
                </a:r>
                <a:endParaRPr lang="en-US" sz="1100" b="1"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Differentiable: </a:t>
                </a:r>
                <a:r>
                  <a:rPr lang="en-US" sz="1100" b="0" i="0" u="none" strike="noStrike" cap="none" dirty="0">
                    <a:solidFill>
                      <a:srgbClr val="000000"/>
                    </a:solidFill>
                    <a:effectLst/>
                    <a:latin typeface="Arial"/>
                    <a:ea typeface="Arial"/>
                    <a:cs typeface="Arial"/>
                    <a:sym typeface="Arial"/>
                  </a:rPr>
                  <a:t>This allows for the efficient calculation of gradients needed to update the network's parameters.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u="none" strike="noStrike" cap="none" dirty="0">
                    <a:solidFill>
                      <a:srgbClr val="000000"/>
                    </a:solidFill>
                    <a:effectLst/>
                    <a:latin typeface="Arial"/>
                    <a:ea typeface="Arial"/>
                    <a:cs typeface="Arial"/>
                    <a:sym typeface="Arial"/>
                  </a:rPr>
                  <a:t>Convexity:</a:t>
                </a:r>
                <a:r>
                  <a:rPr lang="en-US" sz="1100" b="0" i="0" u="none" strike="noStrike" cap="none" dirty="0">
                    <a:solidFill>
                      <a:srgbClr val="000000"/>
                    </a:solidFill>
                    <a:effectLst/>
                    <a:latin typeface="Arial"/>
                    <a:ea typeface="Arial"/>
                    <a:cs typeface="Arial"/>
                    <a:sym typeface="Arial"/>
                  </a:rPr>
                  <a:t> F</a:t>
                </a:r>
                <a:r>
                  <a:rPr lang="en-US" dirty="0"/>
                  <a:t>For a given set of </a:t>
                </a:r>
                <a:r>
                  <a:rPr lang="en-US" dirty="0">
                    <a:effectLst/>
                  </a:rPr>
                  <a:t>𝑁 </a:t>
                </a:r>
                <a:r>
                  <a:rPr lang="en-US" dirty="0"/>
                  <a:t>data points, where </a:t>
                </a:r>
                <a:r>
                  <a:rPr lang="en-US" dirty="0" err="1"/>
                  <a:t>y</a:t>
                </a:r>
                <a:r>
                  <a:rPr lang="en-US" sz="1100" b="0" i="0" u="none" strike="noStrike" cap="none" dirty="0" err="1">
                    <a:solidFill>
                      <a:srgbClr val="000000"/>
                    </a:solidFill>
                    <a:effectLst/>
                    <a:latin typeface="Arial"/>
                    <a:ea typeface="Arial"/>
                    <a:cs typeface="Arial"/>
                    <a:sym typeface="Arial"/>
                  </a:rPr>
                  <a:t>i</a:t>
                </a:r>
                <a:r>
                  <a:rPr lang="en-US" sz="1100" b="0" i="0" u="none" strike="noStrike" cap="none" dirty="0">
                    <a:solidFill>
                      <a:srgbClr val="000000"/>
                    </a:solidFill>
                    <a:effectLst/>
                    <a:latin typeface="Arial"/>
                    <a:ea typeface="Arial"/>
                    <a:cs typeface="Arial"/>
                    <a:sym typeface="Arial"/>
                  </a:rPr>
                  <a:t> </a:t>
                </a:r>
                <a:r>
                  <a:rPr lang="en-IN" dirty="0"/>
                  <a:t>represents the true value and </a:t>
                </a:r>
                <a:r>
                  <a:rPr lang="ar-AE" sz="1100" b="0" i="0" u="none" strike="noStrike" cap="none">
                    <a:solidFill>
                      <a:srgbClr val="000000"/>
                    </a:solidFill>
                    <a:latin typeface="Cambria Math" panose="02040503050406030204" pitchFamily="18" charset="0"/>
                    <a:ea typeface="Arial"/>
                    <a:cs typeface="Arial"/>
                    <a:sym typeface="Arial"/>
                  </a:rPr>
                  <a:t>𝑦 ̂_𝑖</a:t>
                </a:r>
                <a:r>
                  <a:rPr lang="en-US" dirty="0">
                    <a:effectLst/>
                  </a:rPr>
                  <a:t> </a:t>
                </a:r>
                <a:r>
                  <a:rPr lang="en-IN" dirty="0"/>
                  <a:t>represents the predicted value for the </a:t>
                </a:r>
                <a:r>
                  <a:rPr lang="en-IN" dirty="0">
                    <a:effectLst/>
                  </a:rPr>
                  <a:t>𝑖</a:t>
                </a:r>
                <a:r>
                  <a:rPr lang="en-IN" dirty="0"/>
                  <a:t>-</a:t>
                </a:r>
                <a:r>
                  <a:rPr lang="en-IN" dirty="0" err="1"/>
                  <a:t>th</a:t>
                </a:r>
                <a:r>
                  <a:rPr lang="en-IN" dirty="0"/>
                  <a:t> data point</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or many simpler models, MSE can be a convex function, meaning there is a single global minimum that optimization algorithms can reliably find.</a:t>
                </a:r>
              </a:p>
              <a:p>
                <a:r>
                  <a:rPr lang="en-US" sz="1100" b="1" i="0" u="none" strike="noStrike" cap="none" dirty="0">
                    <a:solidFill>
                      <a:srgbClr val="000000"/>
                    </a:solidFill>
                    <a:effectLst/>
                    <a:latin typeface="Arial"/>
                    <a:ea typeface="Arial"/>
                    <a:cs typeface="Arial"/>
                    <a:sym typeface="Arial"/>
                  </a:rPr>
                  <a:t>Smoothness:</a:t>
                </a:r>
                <a:r>
                  <a:rPr lang="en-US" sz="1100" b="0" i="0" u="none" strike="noStrike" cap="none" dirty="0">
                    <a:solidFill>
                      <a:srgbClr val="000000"/>
                    </a:solidFill>
                    <a:effectLst/>
                    <a:latin typeface="Arial"/>
                    <a:ea typeface="Arial"/>
                    <a:cs typeface="Arial"/>
                    <a:sym typeface="Arial"/>
                  </a:rPr>
                  <a:t> Its smooth nature facilitates the optimization process.</a:t>
                </a:r>
              </a:p>
              <a:p>
                <a:pPr marL="0" lvl="0" indent="0" algn="l" rtl="0">
                  <a:spcBef>
                    <a:spcPts val="0"/>
                  </a:spcBef>
                  <a:spcAft>
                    <a:spcPts val="0"/>
                  </a:spcAft>
                  <a:buNone/>
                </a:pPr>
                <a:endParaRPr dirty="0"/>
              </a:p>
            </p:txBody>
          </p:sp>
        </mc:Fallback>
      </mc:AlternateContent>
      <p:sp>
        <p:nvSpPr>
          <p:cNvPr id="427" name="Google Shape;427;p1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7" name="Google Shape;447;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b="1" dirty="0"/>
                  <a:t>Part (a) Linear Regression with Prediction Errors:</a:t>
                </a:r>
                <a:r>
                  <a:rPr lang="en-US" dirty="0"/>
                  <a:t> This graph displays training data points and a fitted line representing a linear model. </a:t>
                </a:r>
              </a:p>
              <a:p>
                <a:r>
                  <a:rPr lang="en-US" dirty="0"/>
                  <a:t>The vertical lines represent the </a:t>
                </a:r>
                <a:r>
                  <a:rPr lang="en-US" i="1" dirty="0"/>
                  <a:t>error</a:t>
                </a:r>
                <a:r>
                  <a:rPr lang="en-US" dirty="0"/>
                  <a:t> (or residual) for each data point, which is the difference between the actual target value and the value predicted by the model. </a:t>
                </a:r>
              </a:p>
              <a:p>
                <a:r>
                  <a:rPr lang="en-US" dirty="0"/>
                  <a:t>The goal of linear regression is to minimize these errors. </a:t>
                </a:r>
              </a:p>
              <a:p>
                <a:r>
                  <a:rPr lang="en-US" b="1" dirty="0"/>
                  <a:t>Part (b) 1D Error Surface:</a:t>
                </a:r>
                <a:r>
                  <a:rPr lang="en-US" dirty="0"/>
                  <a:t> This graph shows how the Mean Squared Error (MSE) changes as a single model parameter (the slope,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𝑤</m:t>
                    </m:r>
                  </m:oMath>
                </a14:m>
                <a:r>
                  <a:rPr lang="en-US" dirty="0"/>
                  <a:t>) is adjusted. </a:t>
                </a:r>
              </a:p>
              <a:p>
                <a:r>
                  <a:rPr lang="en-US" dirty="0"/>
                  <a:t>The MSE is calculated by summing the squares of all the individual errors from the left graph. </a:t>
                </a:r>
              </a:p>
              <a:p>
                <a:r>
                  <a:rPr lang="en-US" dirty="0"/>
                  <a:t>The resulting curve is parabolic, known as the error or cost surface. </a:t>
                </a:r>
              </a:p>
              <a:p>
                <a:r>
                  <a:rPr lang="en-US" dirty="0"/>
                  <a:t>The lowest point of this curve (the minimum MSE) corresponds to the optimal parameter value (optimal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𝑤</m:t>
                    </m:r>
                  </m:oMath>
                </a14:m>
                <a:r>
                  <a:rPr lang="en-US" dirty="0"/>
                  <a:t>) that provides the best fit line for the data. </a:t>
                </a:r>
              </a:p>
              <a:p>
                <a:r>
                  <a:rPr lang="en-US" dirty="0"/>
                  <a:t>Finding this minimum is the objective of optimization algorithms like gradient descent.</a:t>
                </a:r>
              </a:p>
              <a:p>
                <a:pPr marL="0" lvl="0" indent="0" algn="l" rtl="0">
                  <a:spcBef>
                    <a:spcPts val="0"/>
                  </a:spcBef>
                  <a:spcAft>
                    <a:spcPts val="0"/>
                  </a:spcAft>
                  <a:buNone/>
                </a:pPr>
                <a:endParaRPr dirty="0"/>
              </a:p>
            </p:txBody>
          </p:sp>
        </mc:Choice>
        <mc:Fallback xmlns="">
          <p:sp>
            <p:nvSpPr>
              <p:cNvPr id="447" name="Google Shape;447;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b="1" dirty="0"/>
                  <a:t>Part (a) Linear Regression with Prediction Errors:</a:t>
                </a:r>
                <a:r>
                  <a:rPr lang="en-US" dirty="0"/>
                  <a:t> This graph displays training data points and a fitted line representing a linear model. </a:t>
                </a:r>
              </a:p>
              <a:p>
                <a:r>
                  <a:rPr lang="en-US" dirty="0"/>
                  <a:t>The vertical lines represent the </a:t>
                </a:r>
                <a:r>
                  <a:rPr lang="en-US" i="1" dirty="0"/>
                  <a:t>error</a:t>
                </a:r>
                <a:r>
                  <a:rPr lang="en-US" dirty="0"/>
                  <a:t> (or residual) for each data point, which is the difference between the actual target value and the value predicted by the model. </a:t>
                </a:r>
              </a:p>
              <a:p>
                <a:r>
                  <a:rPr lang="en-US" dirty="0"/>
                  <a:t>The goal of linear regression is to minimize these errors. </a:t>
                </a:r>
              </a:p>
              <a:p>
                <a:r>
                  <a:rPr lang="en-US" b="1" dirty="0"/>
                  <a:t>Part (b) 1D Error Surface:</a:t>
                </a:r>
                <a:r>
                  <a:rPr lang="en-US" dirty="0"/>
                  <a:t> This graph shows how the Mean Squared Error (MSE) changes as a single model parameter (the slope, </a:t>
                </a:r>
                <a:r>
                  <a:rPr lang="en-US" sz="1100" b="0" i="0" u="none" strike="noStrike" cap="none">
                    <a:solidFill>
                      <a:srgbClr val="000000"/>
                    </a:solidFill>
                    <a:latin typeface="Arial"/>
                    <a:ea typeface="Arial"/>
                    <a:cs typeface="Arial"/>
                    <a:sym typeface="Arial"/>
                  </a:rPr>
                  <a:t>𝑤</a:t>
                </a:r>
                <a:r>
                  <a:rPr lang="en-US" dirty="0"/>
                  <a:t>) is adjusted. </a:t>
                </a:r>
              </a:p>
              <a:p>
                <a:r>
                  <a:rPr lang="en-US" dirty="0"/>
                  <a:t>The MSE is calculated by summing the squares of all the individual errors from the left graph. </a:t>
                </a:r>
              </a:p>
              <a:p>
                <a:r>
                  <a:rPr lang="en-US" dirty="0"/>
                  <a:t>The resulting curve is parabolic, known as the error or cost surface. </a:t>
                </a:r>
              </a:p>
              <a:p>
                <a:r>
                  <a:rPr lang="en-US" dirty="0"/>
                  <a:t>The lowest point of this curve (the minimum MSE) corresponds to the optimal parameter value (optimal </a:t>
                </a:r>
                <a:r>
                  <a:rPr lang="en-US" sz="1100" b="0" i="0" u="none" strike="noStrike" cap="none">
                    <a:solidFill>
                      <a:srgbClr val="000000"/>
                    </a:solidFill>
                    <a:latin typeface="Arial"/>
                    <a:ea typeface="Arial"/>
                    <a:cs typeface="Arial"/>
                    <a:sym typeface="Arial"/>
                  </a:rPr>
                  <a:t>𝑤</a:t>
                </a:r>
                <a:r>
                  <a:rPr lang="en-US" dirty="0"/>
                  <a:t>) that provides the best fit line for the data. </a:t>
                </a:r>
              </a:p>
              <a:p>
                <a:r>
                  <a:rPr lang="en-US" dirty="0"/>
                  <a:t>Finding this minimum is the objective of optimization algorithms like gradient descent.</a:t>
                </a:r>
              </a:p>
              <a:p>
                <a:pPr marL="0" lvl="0" indent="0" algn="l" rtl="0">
                  <a:spcBef>
                    <a:spcPts val="0"/>
                  </a:spcBef>
                  <a:spcAft>
                    <a:spcPts val="0"/>
                  </a:spcAft>
                  <a:buNone/>
                </a:pPr>
                <a:endParaRPr dirty="0"/>
              </a:p>
            </p:txBody>
          </p:sp>
        </mc:Fallback>
      </mc:AlternateContent>
      <p:sp>
        <p:nvSpPr>
          <p:cNvPr id="448" name="Google Shape;448;p1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61" name="Google Shape;461;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Cost Function:</a:t>
                </a:r>
                <a:r>
                  <a:rPr lang="en-IN" dirty="0"/>
                  <a:t> The curve represents the cost function, </a:t>
                </a:r>
                <a:r>
                  <a:rPr lang="en-IN" dirty="0" err="1"/>
                  <a:t>labeled</a:t>
                </a:r>
                <a:r>
                  <a:rPr lang="en-IN" dirty="0"/>
                  <a:t>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smtClean="0">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IN" dirty="0"/>
                  <a:t>on the vertical axis. This function measures the "cost" or error of the model's predictions based on a given weight parameter 'w' on the horizontal axis. </a:t>
                </a:r>
              </a:p>
              <a:p>
                <a:r>
                  <a:rPr lang="en-IN" b="1" dirty="0"/>
                  <a:t>Objective:</a:t>
                </a:r>
                <a:r>
                  <a:rPr lang="en-IN" dirty="0"/>
                  <a:t> The goal of the algorithm is to find the parameter 'w' that minimizes the cost function, reaching the "Global cost minimum",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𝐽</m:t>
                        </m:r>
                      </m:e>
                      <m:sub>
                        <m:r>
                          <a:rPr lang="ar-AE" sz="1100" b="0" i="1" u="none" strike="noStrike" cap="none">
                            <a:solidFill>
                              <a:srgbClr val="000000"/>
                            </a:solidFill>
                            <a:latin typeface="Cambria Math" panose="02040503050406030204" pitchFamily="18" charset="0"/>
                            <a:ea typeface="Arial"/>
                            <a:cs typeface="Arial"/>
                            <a:sym typeface="Arial"/>
                          </a:rPr>
                          <m:t>𝑚𝑖𝑛</m:t>
                        </m:r>
                      </m:sub>
                    </m:sSub>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US" dirty="0">
                    <a:effectLst/>
                  </a:rPr>
                  <a:t> </a:t>
                </a:r>
                <a:r>
                  <a:rPr lang="ar-AE" dirty="0"/>
                  <a:t>. </a:t>
                </a:r>
              </a:p>
              <a:p>
                <a:r>
                  <a:rPr lang="en-IN" b="1" dirty="0"/>
                  <a:t>Initial Point:</a:t>
                </a:r>
                <a:r>
                  <a:rPr lang="en-IN" dirty="0"/>
                  <a:t> The process begins at an "Initial weight" (the black dot), a randomly chosen starting point on the cost function curve. </a:t>
                </a:r>
              </a:p>
              <a:p>
                <a:r>
                  <a:rPr lang="en-IN" b="1" dirty="0"/>
                  <a:t>Gradient and Iteration:</a:t>
                </a:r>
                <a:r>
                  <a:rPr lang="en-IN" dirty="0"/>
                  <a:t> The "Gradient" (dashed line) represents the slope of the tangent at the current point. The algorithm iteratively updates the weight by moving in the direction opposite to the gradient (down the slope), as indicated by the arrows. This process is repeated until the minimum is reached, effectively minimizing the model's error. The update rule is typically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𝑤</m:t>
                    </m:r>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𝑤</m:t>
                    </m:r>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𝜂</m:t>
                    </m:r>
                    <m:r>
                      <a:rPr lang="en-IN" sz="1100" b="0" i="0" u="none" strike="noStrike" cap="none">
                        <a:solidFill>
                          <a:srgbClr val="000000"/>
                        </a:solidFill>
                        <a:latin typeface="Cambria Math" panose="02040503050406030204" pitchFamily="18" charset="0"/>
                        <a:ea typeface="Arial"/>
                        <a:cs typeface="Arial"/>
                        <a:sym typeface="Arial"/>
                      </a:rPr>
                      <m:t>⋅</m:t>
                    </m:r>
                    <m:r>
                      <m:rPr>
                        <m:sty m:val="p"/>
                      </m:rP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ar-AE" dirty="0"/>
                  <a:t>, </a:t>
                </a:r>
                <a:r>
                  <a:rPr lang="en-IN" dirty="0"/>
                  <a:t>where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𝜂</m:t>
                    </m:r>
                    <m:r>
                      <a:rPr lang="en-US" sz="1100" b="0" i="1" u="none" strike="noStrike" cap="none" smtClean="0">
                        <a:solidFill>
                          <a:srgbClr val="000000"/>
                        </a:solidFill>
                        <a:latin typeface="Cambria Math" panose="02040503050406030204" pitchFamily="18" charset="0"/>
                        <a:ea typeface="Arial"/>
                        <a:cs typeface="Arial"/>
                        <a:sym typeface="Arial"/>
                      </a:rPr>
                      <m:t> </m:t>
                    </m:r>
                  </m:oMath>
                </a14:m>
                <a:r>
                  <a:rPr lang="en-IN" dirty="0"/>
                  <a:t>is the learning rate and </a:t>
                </a:r>
                <a14:m>
                  <m:oMath xmlns:m="http://schemas.openxmlformats.org/officeDocument/2006/math">
                    <m:r>
                      <m:rPr>
                        <m:sty m:val="p"/>
                      </m:rP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US" dirty="0">
                    <a:effectLst/>
                  </a:rPr>
                  <a:t> </a:t>
                </a:r>
                <a:r>
                  <a:rPr lang="en-IN" dirty="0"/>
                  <a:t>is the gradient. </a:t>
                </a:r>
                <a:endParaRPr dirty="0"/>
              </a:p>
            </p:txBody>
          </p:sp>
        </mc:Choice>
        <mc:Fallback xmlns="">
          <p:sp>
            <p:nvSpPr>
              <p:cNvPr id="461" name="Google Shape;461;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Cost Function:</a:t>
                </a:r>
                <a:r>
                  <a:rPr lang="en-IN" dirty="0"/>
                  <a:t> The curve represents the cost function, </a:t>
                </a:r>
                <a:r>
                  <a:rPr lang="en-IN" dirty="0" err="1"/>
                  <a:t>labeled</a:t>
                </a:r>
                <a:r>
                  <a:rPr lang="en-IN" dirty="0"/>
                  <a:t>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IN" dirty="0"/>
                  <a:t>on the vertical axis. This function measures the "cost" or error of the model's predictions based on a given weight parameter 'w' on the horizontal axis. </a:t>
                </a:r>
              </a:p>
              <a:p>
                <a:r>
                  <a:rPr lang="en-IN" b="1" dirty="0"/>
                  <a:t>Objective:</a:t>
                </a:r>
                <a:r>
                  <a:rPr lang="en-IN" dirty="0"/>
                  <a:t> The goal of the algorithm is to find the parameter 'w' that minimizes the cost function, reaching the "Global cost minimum",  </a:t>
                </a:r>
                <a:r>
                  <a:rPr lang="ar-AE" sz="1100" b="0" i="0" u="none" strike="noStrike" cap="none">
                    <a:solidFill>
                      <a:srgbClr val="000000"/>
                    </a:solidFill>
                    <a:latin typeface="Arial"/>
                    <a:ea typeface="Arial"/>
                    <a:cs typeface="Arial"/>
                    <a:sym typeface="Arial"/>
                  </a:rPr>
                  <a:t>𝐽_𝑚𝑖𝑛 </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US" dirty="0">
                    <a:effectLst/>
                  </a:rPr>
                  <a:t> </a:t>
                </a:r>
                <a:r>
                  <a:rPr lang="ar-AE" dirty="0"/>
                  <a:t>. </a:t>
                </a:r>
              </a:p>
              <a:p>
                <a:r>
                  <a:rPr lang="en-IN" b="1" dirty="0"/>
                  <a:t>Initial Point:</a:t>
                </a:r>
                <a:r>
                  <a:rPr lang="en-IN" dirty="0"/>
                  <a:t> The process begins at an "Initial weight" (the black dot), a randomly chosen starting point on the cost function curve. </a:t>
                </a:r>
              </a:p>
              <a:p>
                <a:r>
                  <a:rPr lang="en-IN" b="1" dirty="0"/>
                  <a:t>Gradient and Iteration:</a:t>
                </a:r>
                <a:r>
                  <a:rPr lang="en-IN" dirty="0"/>
                  <a:t> The "Gradient" (dashed line) represents the slope of the tangent at the current point. The algorithm iteratively updates the weight by moving in the direction opposite to the gradient (down the slope), as indicated by the arrows. This process is repeated until the minimum is reached, effectively minimizing the model's error. The update rule is typically </a:t>
                </a:r>
                <a:r>
                  <a:rPr lang="en-IN" sz="1100" b="0" i="0" u="none" strike="noStrike" cap="none">
                    <a:solidFill>
                      <a:srgbClr val="000000"/>
                    </a:solidFill>
                    <a:latin typeface="Arial"/>
                    <a:ea typeface="Arial"/>
                    <a:cs typeface="Arial"/>
                    <a:sym typeface="Arial"/>
                  </a:rPr>
                  <a:t>𝑤=𝑤−𝜂⋅∇𝐽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ar-AE" dirty="0"/>
                  <a:t>, </a:t>
                </a:r>
                <a:r>
                  <a:rPr lang="en-IN" dirty="0"/>
                  <a:t>where </a:t>
                </a:r>
                <a:r>
                  <a:rPr lang="en-IN" sz="1100" b="0" i="0" u="none" strike="noStrike" cap="none">
                    <a:solidFill>
                      <a:srgbClr val="000000"/>
                    </a:solidFill>
                    <a:latin typeface="Arial"/>
                    <a:ea typeface="Arial"/>
                    <a:cs typeface="Arial"/>
                    <a:sym typeface="Arial"/>
                  </a:rPr>
                  <a:t>𝜂</a:t>
                </a:r>
                <a:r>
                  <a:rPr lang="en-US" sz="1100" b="0" i="0" u="none" strike="noStrike" cap="none">
                    <a:solidFill>
                      <a:srgbClr val="000000"/>
                    </a:solidFill>
                    <a:latin typeface="Cambria Math" panose="02040503050406030204" pitchFamily="18" charset="0"/>
                    <a:ea typeface="Arial"/>
                    <a:cs typeface="Arial"/>
                    <a:sym typeface="Arial"/>
                  </a:rPr>
                  <a:t> </a:t>
                </a:r>
                <a:r>
                  <a:rPr lang="en-IN" dirty="0"/>
                  <a:t>is the learning rate and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US" dirty="0">
                    <a:effectLst/>
                  </a:rPr>
                  <a:t> </a:t>
                </a:r>
                <a:r>
                  <a:rPr lang="en-IN" dirty="0"/>
                  <a:t>is the gradient. </a:t>
                </a:r>
                <a:endParaRPr dirty="0"/>
              </a:p>
            </p:txBody>
          </p:sp>
        </mc:Fallback>
      </mc:AlternateContent>
      <p:sp>
        <p:nvSpPr>
          <p:cNvPr id="462" name="Google Shape;462;p2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p2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In a neural network, the gradient is a vector that represents the direction and magnitude of the steepest ascent of the loss function. It is calculated using the </a:t>
            </a:r>
            <a:r>
              <a:rPr lang="en-US" sz="1100" b="0" i="0" u="none" strike="noStrike" cap="none" dirty="0">
                <a:solidFill>
                  <a:srgbClr val="000000"/>
                </a:solidFill>
                <a:effectLst/>
                <a:latin typeface="Arial"/>
                <a:ea typeface="Arial"/>
                <a:cs typeface="Arial"/>
                <a:sym typeface="Arial"/>
                <a:hlinkClick r:id="rId3"/>
              </a:rPr>
              <a:t>partial derivatives</a:t>
            </a:r>
            <a:r>
              <a:rPr lang="en-US" sz="1100" b="0" i="0" u="none" strike="noStrike" cap="none" dirty="0">
                <a:solidFill>
                  <a:srgbClr val="000000"/>
                </a:solidFill>
                <a:effectLst/>
                <a:latin typeface="Arial"/>
                <a:ea typeface="Arial"/>
                <a:cs typeface="Arial"/>
                <a:sym typeface="Arial"/>
              </a:rPr>
              <a:t> of the loss function with respect to each of the network's parameters (</a:t>
            </a:r>
            <a:r>
              <a:rPr lang="en-US" sz="1100" b="0" i="0" u="sng" strike="noStrike" cap="none" dirty="0">
                <a:solidFill>
                  <a:srgbClr val="000000"/>
                </a:solidFill>
                <a:effectLst/>
                <a:latin typeface="Arial"/>
                <a:ea typeface="Arial"/>
                <a:cs typeface="Arial"/>
                <a:sym typeface="Arial"/>
                <a:hlinkClick r:id="rId4"/>
              </a:rPr>
              <a:t>weights</a:t>
            </a:r>
            <a:r>
              <a:rPr lang="en-US" sz="1100" b="0" i="0" u="none" strike="noStrike" cap="none" dirty="0">
                <a:solidFill>
                  <a:srgbClr val="000000"/>
                </a:solidFill>
                <a:effectLst/>
                <a:latin typeface="Arial"/>
                <a:ea typeface="Arial"/>
                <a:cs typeface="Arial"/>
                <a:sym typeface="Arial"/>
              </a:rPr>
              <a:t> and </a:t>
            </a:r>
            <a:r>
              <a:rPr lang="en-US" sz="1100" b="0" i="0" u="none" strike="noStrike" cap="none" dirty="0">
                <a:solidFill>
                  <a:srgbClr val="000000"/>
                </a:solidFill>
                <a:effectLst/>
                <a:latin typeface="Arial"/>
                <a:ea typeface="Arial"/>
                <a:cs typeface="Arial"/>
                <a:sym typeface="Arial"/>
                <a:hlinkClick r:id="rId5"/>
              </a:rPr>
              <a:t>biases</a:t>
            </a:r>
            <a:r>
              <a:rPr lang="en-US" sz="1100" b="0" i="0" u="none" strike="noStrike" cap="none" dirty="0">
                <a:solidFill>
                  <a:srgbClr val="000000"/>
                </a:solidFill>
                <a:effectLst/>
                <a:latin typeface="Arial"/>
                <a:ea typeface="Arial"/>
                <a:cs typeface="Arial"/>
                <a:sym typeface="Arial"/>
              </a:rPr>
              <a:t>). During training, this information is used to guide the process of </a:t>
            </a:r>
            <a:r>
              <a:rPr lang="en-US" sz="1100" b="0" i="0" u="none" strike="noStrike" cap="none" dirty="0">
                <a:solidFill>
                  <a:srgbClr val="000000"/>
                </a:solidFill>
                <a:effectLst/>
                <a:latin typeface="Arial"/>
                <a:ea typeface="Arial"/>
                <a:cs typeface="Arial"/>
                <a:sym typeface="Arial"/>
                <a:hlinkClick r:id="rId6"/>
              </a:rPr>
              <a:t>gradient descent</a:t>
            </a:r>
            <a:r>
              <a:rPr lang="en-US" sz="1100" b="0" i="0" u="none" strike="noStrike" cap="none" dirty="0">
                <a:solidFill>
                  <a:srgbClr val="000000"/>
                </a:solidFill>
                <a:effectLst/>
                <a:latin typeface="Arial"/>
                <a:ea typeface="Arial"/>
                <a:cs typeface="Arial"/>
                <a:sym typeface="Arial"/>
              </a:rPr>
              <a:t>, which adjusts the parameters in the opposite direction of the gradient to minimize the loss and improve the model's predictions</a:t>
            </a:r>
            <a:endParaRPr lang="en-IN" b="1" dirty="0"/>
          </a:p>
          <a:p>
            <a:pPr marL="0" lvl="0" indent="0" algn="l" rtl="0">
              <a:spcBef>
                <a:spcPts val="0"/>
              </a:spcBef>
              <a:spcAft>
                <a:spcPts val="0"/>
              </a:spcAft>
              <a:buNone/>
            </a:pPr>
            <a:endParaRPr dirty="0"/>
          </a:p>
        </p:txBody>
      </p:sp>
      <p:sp>
        <p:nvSpPr>
          <p:cNvPr id="486" name="Google Shape;486;p2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98" name="Google Shape;498;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dirty="0"/>
                  <a:t>This formula represents a step in the direction opposite to the gradient of a cost function, scaled by a learning rate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𝜂</m:t>
                    </m:r>
                    <m:r>
                      <a:rPr lang="en-US" sz="1100" b="0" i="1" u="none" strike="noStrike" cap="none" smtClean="0">
                        <a:solidFill>
                          <a:srgbClr val="000000"/>
                        </a:solidFill>
                        <a:latin typeface="Cambria Math" panose="02040503050406030204" pitchFamily="18" charset="0"/>
                        <a:ea typeface="Arial"/>
                        <a:cs typeface="Arial"/>
                        <a:sym typeface="Arial"/>
                      </a:rPr>
                      <m:t> </m:t>
                    </m:r>
                  </m:oMath>
                </a14:m>
                <a:endParaRPr lang="en-US" dirty="0">
                  <a:effectLst/>
                </a:endParaRPr>
              </a:p>
              <a:p>
                <a:r>
                  <a:rPr lang="en-IN" dirty="0"/>
                  <a:t>Learning rate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𝜂</m:t>
                    </m:r>
                  </m:oMath>
                </a14:m>
                <a:r>
                  <a:rPr lang="en-IN" dirty="0"/>
                  <a:t>): This parameter controls the step size taken during each update. If too large, the algorithm may overshoot the minimum of the cost function. </a:t>
                </a:r>
              </a:p>
              <a:p>
                <a:r>
                  <a:rPr lang="en-IN" dirty="0"/>
                  <a:t>If too small, the convergence to the minimum will be slow. </a:t>
                </a:r>
              </a:p>
              <a:p>
                <a:r>
                  <a:rPr lang="en-IN" b="1" dirty="0"/>
                  <a:t>Stopping criterion</a:t>
                </a:r>
                <a:r>
                  <a:rPr lang="en-IN" dirty="0"/>
                  <a:t>: This condition determines when the optimization process should stop. The process terminates when: The norm of the gradient of the cost function,</a:t>
                </a:r>
                <a:r>
                  <a:rPr lang="ar-AE" dirty="0"/>
                  <a:t> </a:t>
                </a:r>
                <a:r>
                  <a:rPr lang="en-IN" dirty="0"/>
                  <a:t>is less than a small value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𝜖</m:t>
                    </m:r>
                  </m:oMath>
                </a14:m>
                <a:r>
                  <a:rPr lang="en-IN" dirty="0"/>
                  <a:t>. </a:t>
                </a:r>
              </a:p>
              <a:p>
                <a:r>
                  <a:rPr lang="en-IN" dirty="0"/>
                  <a:t>A maximum number of iterations has been reached.</a:t>
                </a:r>
              </a:p>
              <a:p>
                <a:endParaRPr lang="en-US" dirty="0">
                  <a:effectLst/>
                </a:endParaRPr>
              </a:p>
              <a:p>
                <a:pPr marL="0" lvl="0" indent="0" algn="l" rtl="0">
                  <a:spcBef>
                    <a:spcPts val="0"/>
                  </a:spcBef>
                  <a:spcAft>
                    <a:spcPts val="0"/>
                  </a:spcAft>
                  <a:buNone/>
                </a:pPr>
                <a:endParaRPr dirty="0"/>
              </a:p>
            </p:txBody>
          </p:sp>
        </mc:Choice>
        <mc:Fallback xmlns="">
          <p:sp>
            <p:nvSpPr>
              <p:cNvPr id="498" name="Google Shape;498;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dirty="0"/>
                  <a:t>This formula represents a step in the direction opposite to the gradient of a cost function, scaled by a learning rate </a:t>
                </a:r>
                <a:r>
                  <a:rPr lang="en-US" sz="1100" b="0" i="0" u="none" strike="noStrike" cap="none">
                    <a:solidFill>
                      <a:srgbClr val="000000"/>
                    </a:solidFill>
                    <a:latin typeface="Arial"/>
                    <a:ea typeface="Arial"/>
                    <a:cs typeface="Arial"/>
                    <a:sym typeface="Arial"/>
                  </a:rPr>
                  <a:t>𝜂</a:t>
                </a:r>
                <a:r>
                  <a:rPr lang="en-US" sz="1100" b="0" i="0" u="none" strike="noStrike" cap="none">
                    <a:solidFill>
                      <a:srgbClr val="000000"/>
                    </a:solidFill>
                    <a:latin typeface="Cambria Math" panose="02040503050406030204" pitchFamily="18" charset="0"/>
                    <a:ea typeface="Arial"/>
                    <a:cs typeface="Arial"/>
                    <a:sym typeface="Arial"/>
                  </a:rPr>
                  <a:t> </a:t>
                </a:r>
                <a:endParaRPr lang="en-US" dirty="0">
                  <a:effectLst/>
                </a:endParaRPr>
              </a:p>
              <a:p>
                <a:r>
                  <a:rPr lang="en-IN" dirty="0"/>
                  <a:t>Learning rate (</a:t>
                </a:r>
                <a:r>
                  <a:rPr lang="en-IN" sz="1100" b="0" i="0" u="none" strike="noStrike" cap="none">
                    <a:solidFill>
                      <a:srgbClr val="000000"/>
                    </a:solidFill>
                    <a:latin typeface="Arial"/>
                    <a:ea typeface="Arial"/>
                    <a:cs typeface="Arial"/>
                    <a:sym typeface="Arial"/>
                  </a:rPr>
                  <a:t>𝜂</a:t>
                </a:r>
                <a:r>
                  <a:rPr lang="en-IN" dirty="0"/>
                  <a:t>): This parameter controls the step size taken during each update. If too large, the algorithm may overshoot the minimum of the cost function. </a:t>
                </a:r>
              </a:p>
              <a:p>
                <a:r>
                  <a:rPr lang="en-IN" dirty="0"/>
                  <a:t>If too small, the convergence to the minimum will be slow. </a:t>
                </a:r>
              </a:p>
              <a:p>
                <a:r>
                  <a:rPr lang="en-IN" b="1" dirty="0"/>
                  <a:t>Stopping criterion</a:t>
                </a:r>
                <a:r>
                  <a:rPr lang="en-IN" dirty="0"/>
                  <a:t>: This condition determines when the optimization process should stop. The process terminates when: The norm of the gradient of the cost function,</a:t>
                </a:r>
                <a:r>
                  <a:rPr lang="ar-AE" dirty="0"/>
                  <a:t> </a:t>
                </a:r>
                <a:r>
                  <a:rPr lang="en-IN" dirty="0"/>
                  <a:t>is less than a small value </a:t>
                </a:r>
                <a:r>
                  <a:rPr lang="en-IN" sz="1100" b="0" i="0" u="none" strike="noStrike" cap="none">
                    <a:solidFill>
                      <a:srgbClr val="000000"/>
                    </a:solidFill>
                    <a:latin typeface="Arial"/>
                    <a:ea typeface="Arial"/>
                    <a:cs typeface="Arial"/>
                    <a:sym typeface="Arial"/>
                  </a:rPr>
                  <a:t>𝜖</a:t>
                </a:r>
                <a:r>
                  <a:rPr lang="en-IN" dirty="0"/>
                  <a:t>. </a:t>
                </a:r>
              </a:p>
              <a:p>
                <a:r>
                  <a:rPr lang="en-IN" dirty="0"/>
                  <a:t>A maximum number of iterations has been reached.</a:t>
                </a:r>
              </a:p>
              <a:p>
                <a:endParaRPr lang="en-US" dirty="0">
                  <a:effectLst/>
                </a:endParaRPr>
              </a:p>
              <a:p>
                <a:pPr marL="0" lvl="0" indent="0" algn="l" rtl="0">
                  <a:spcBef>
                    <a:spcPts val="0"/>
                  </a:spcBef>
                  <a:spcAft>
                    <a:spcPts val="0"/>
                  </a:spcAft>
                  <a:buNone/>
                </a:pPr>
                <a:endParaRPr dirty="0"/>
              </a:p>
            </p:txBody>
          </p:sp>
        </mc:Fallback>
      </mc:AlternateContent>
      <p:sp>
        <p:nvSpPr>
          <p:cNvPr id="499" name="Google Shape;499;p2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4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0" name="Google Shape;990;p4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050" b="0" i="0">
                <a:solidFill>
                  <a:srgbClr val="1B1472"/>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95300" y="109545"/>
            <a:ext cx="3342004"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
          <p:cNvSpPr txBox="1">
            <a:spLocks noGrp="1"/>
          </p:cNvSpPr>
          <p:nvPr>
            <p:ph type="subTitle" idx="1"/>
          </p:nvPr>
        </p:nvSpPr>
        <p:spPr>
          <a:xfrm>
            <a:off x="864870" y="1817116"/>
            <a:ext cx="4036060" cy="81121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50" b="0" i="0">
                <a:solidFill>
                  <a:srgbClr val="1B147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7">
            <a:alphaModFix/>
          </a:blip>
          <a:srcRect/>
          <a:stretch/>
        </p:blipFill>
        <p:spPr>
          <a:xfrm>
            <a:off x="126" y="80250"/>
            <a:ext cx="5759866" cy="3159748"/>
          </a:xfrm>
          <a:prstGeom prst="rect">
            <a:avLst/>
          </a:prstGeom>
          <a:noFill/>
          <a:ln>
            <a:noFill/>
          </a:ln>
        </p:spPr>
      </p:pic>
      <p:sp>
        <p:nvSpPr>
          <p:cNvPr id="7" name="Google Shape;7;p1"/>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rgbClr val="1B1472"/>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customXml" Target="../ink/ink1.xml"/><Relationship Id="rId5" Type="http://schemas.openxmlformats.org/officeDocument/2006/relationships/image" Target="../media/image13.png"/><Relationship Id="rId10" Type="http://schemas.openxmlformats.org/officeDocument/2006/relationships/hyperlink" Target="http://ppt/slides/ppt/slides/slide1.xml" TargetMode="External"/><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customXml" Target="../ink/ink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3.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6.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2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1.png"/><Relationship Id="rId7" Type="http://schemas.openxmlformats.org/officeDocument/2006/relationships/image" Target="../media/image28.png"/><Relationship Id="rId12"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customXml" Target="../ink/ink3.xml"/><Relationship Id="rId5" Type="http://schemas.openxmlformats.org/officeDocument/2006/relationships/image" Target="../media/image26.png"/><Relationship Id="rId10" Type="http://schemas.openxmlformats.org/officeDocument/2006/relationships/hyperlink" Target="http://ppt/slides/ppt/slides/slide1.xml" TargetMode="External"/><Relationship Id="rId4" Type="http://schemas.openxmlformats.org/officeDocument/2006/relationships/image" Target="../media/image25.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customXml" Target="../ink/ink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customXml" Target="../ink/ink5.xml"/><Relationship Id="rId4" Type="http://schemas.openxmlformats.org/officeDocument/2006/relationships/hyperlink" Target="http://ppt/slides/ppt/slides/slide1.xml"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3.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10.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38.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11.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image" Target="../media/image39.png"/><Relationship Id="rId7" Type="http://schemas.openxmlformats.org/officeDocument/2006/relationships/hyperlink" Target="http://ppt/slides/ppt/slides/slide1.x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customXml" Target="../ink/ink7.xml"/><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ustomXml" Target="../ink/ink8.xml"/><Relationship Id="rId5" Type="http://schemas.openxmlformats.org/officeDocument/2006/relationships/image" Target="../media/image47.png"/><Relationship Id="rId4" Type="http://schemas.openxmlformats.org/officeDocument/2006/relationships/hyperlink" Target="http://ppt/slides/ppt/slides/slide1.xml"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9.png"/><Relationship Id="rId7" Type="http://schemas.openxmlformats.org/officeDocument/2006/relationships/customXml" Target="../ink/ink9.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50.png"/><Relationship Id="rId10" Type="http://schemas.openxmlformats.org/officeDocument/2006/relationships/image" Target="../media/image52.png"/><Relationship Id="rId4" Type="http://schemas.openxmlformats.org/officeDocument/2006/relationships/image" Target="../media/image30.png"/><Relationship Id="rId9" Type="http://schemas.openxmlformats.org/officeDocument/2006/relationships/customXml" Target="../ink/ink10.xml"/></Relationships>
</file>

<file path=ppt/slides/_rels/slide1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jpg"/><Relationship Id="rId7" Type="http://schemas.openxmlformats.org/officeDocument/2006/relationships/customXml" Target="../ink/ink12.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customXml" Target="../ink/ink11.xml"/><Relationship Id="rId4" Type="http://schemas.openxmlformats.org/officeDocument/2006/relationships/hyperlink" Target="http://ppt/slides/ppt/slides/slide1.x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customXml" Target="../ink/ink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customXml" Target="../ink/ink14.xml"/><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hyperlink" Target="http://ppt/slides/ppt/slides/slide1.x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6.png"/></Relationships>
</file>

<file path=ppt/slides/_rels/slide1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hyperlink" Target="http://ppt/slides/ppt/slides/slide1.xml" TargetMode="External"/><Relationship Id="rId7" Type="http://schemas.openxmlformats.org/officeDocument/2006/relationships/customXml" Target="../ink/ink16.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customXml" Target="../ink/ink15.xml"/><Relationship Id="rId4" Type="http://schemas.openxmlformats.org/officeDocument/2006/relationships/image" Target="../media/image67.png"/></Relationships>
</file>

<file path=ppt/slides/_rels/slide1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ustomXml" Target="../ink/ink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customXml" Target="../ink/ink20.xml"/><Relationship Id="rId3" Type="http://schemas.openxmlformats.org/officeDocument/2006/relationships/image" Target="../media/image71.png"/><Relationship Id="rId7" Type="http://schemas.openxmlformats.org/officeDocument/2006/relationships/hyperlink" Target="http://ppt/slides/ppt/slides/slide1.xml" TargetMode="External"/><Relationship Id="rId12" Type="http://schemas.openxmlformats.org/officeDocument/2006/relationships/image" Target="../media/image7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customXml" Target="../ink/ink19.xml"/><Relationship Id="rId5" Type="http://schemas.openxmlformats.org/officeDocument/2006/relationships/image" Target="../media/image73.png"/><Relationship Id="rId10" Type="http://schemas.openxmlformats.org/officeDocument/2006/relationships/image" Target="../media/image76.png"/><Relationship Id="rId4" Type="http://schemas.openxmlformats.org/officeDocument/2006/relationships/image" Target="../media/image72.png"/><Relationship Id="rId9" Type="http://schemas.openxmlformats.org/officeDocument/2006/relationships/customXml" Target="../ink/ink18.xml"/><Relationship Id="rId14" Type="http://schemas.openxmlformats.org/officeDocument/2006/relationships/image" Target="../media/image78.png"/></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customXml" Target="../ink/ink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customXml" Target="../ink/ink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ppt/slides/ppt/slides/slide1.x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83.png"/><Relationship Id="rId5" Type="http://schemas.openxmlformats.org/officeDocument/2006/relationships/customXml" Target="../ink/ink23.xml"/><Relationship Id="rId4" Type="http://schemas.openxmlformats.org/officeDocument/2006/relationships/hyperlink" Target="http://ppt/slides/ppt/slides/slide1.xm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customXml" Target="../ink/ink24.xml"/><Relationship Id="rId4" Type="http://schemas.openxmlformats.org/officeDocument/2006/relationships/image" Target="../media/image84.png"/></Relationships>
</file>

<file path=ppt/slides/_rels/slide2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hyperlink" Target="http://ppt/slides/ppt/slides/slide1.xml" TargetMode="External"/><Relationship Id="rId7" Type="http://schemas.openxmlformats.org/officeDocument/2006/relationships/customXml" Target="../ink/ink2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customXml" Target="../ink/ink25.xml"/><Relationship Id="rId4" Type="http://schemas.openxmlformats.org/officeDocument/2006/relationships/image" Target="../media/image86.png"/></Relationships>
</file>

<file path=ppt/slides/_rels/slide2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customXml" Target="../ink/ink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customXml" Target="../ink/ink28.xml"/><Relationship Id="rId4" Type="http://schemas.openxmlformats.org/officeDocument/2006/relationships/image" Target="../media/image90.png"/></Relationships>
</file>

<file path=ppt/slides/_rels/slide29.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hyperlink" Target="http://ppt/slides/ppt/slides/slide1.xm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grpSp>
        <p:nvGrpSpPr>
          <p:cNvPr id="44" name="Google Shape;44;p7"/>
          <p:cNvGrpSpPr/>
          <p:nvPr/>
        </p:nvGrpSpPr>
        <p:grpSpPr>
          <a:xfrm>
            <a:off x="0" y="7"/>
            <a:ext cx="5759866" cy="3239902"/>
            <a:chOff x="0" y="7"/>
            <a:chExt cx="5759866" cy="3239902"/>
          </a:xfrm>
        </p:grpSpPr>
        <p:pic>
          <p:nvPicPr>
            <p:cNvPr id="45" name="Google Shape;45;p7"/>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6" name="Google Shape;46;p7"/>
            <p:cNvSpPr/>
            <p:nvPr/>
          </p:nvSpPr>
          <p:spPr>
            <a:xfrm>
              <a:off x="1982523" y="1293502"/>
              <a:ext cx="3325495" cy="721995"/>
            </a:xfrm>
            <a:custGeom>
              <a:avLst/>
              <a:gdLst/>
              <a:ahLst/>
              <a:cxnLst/>
              <a:rect l="l" t="t" r="r" b="b"/>
              <a:pathLst>
                <a:path w="3325495" h="721994" extrusionOk="0">
                  <a:moveTo>
                    <a:pt x="0" y="721869"/>
                  </a:moveTo>
                  <a:lnTo>
                    <a:pt x="0" y="0"/>
                  </a:lnTo>
                  <a:lnTo>
                    <a:pt x="3324982" y="0"/>
                  </a:lnTo>
                  <a:lnTo>
                    <a:pt x="3324982"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 name="Google Shape;47;p7"/>
          <p:cNvSpPr txBox="1"/>
          <p:nvPr/>
        </p:nvSpPr>
        <p:spPr>
          <a:xfrm>
            <a:off x="1982523" y="1293502"/>
            <a:ext cx="3325495" cy="721995"/>
          </a:xfrm>
          <a:prstGeom prst="rect">
            <a:avLst/>
          </a:prstGeom>
          <a:solidFill>
            <a:srgbClr val="FFFFFF">
              <a:alpha val="79607"/>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429894" marR="422275" lvl="0" indent="-634" algn="ctr" rtl="0">
              <a:lnSpc>
                <a:spcPct val="84500"/>
              </a:lnSpc>
              <a:spcBef>
                <a:spcPts val="0"/>
              </a:spcBef>
              <a:spcAft>
                <a:spcPts val="0"/>
              </a:spcAft>
              <a:buNone/>
            </a:pPr>
            <a:r>
              <a:rPr lang="en-US" sz="1700">
                <a:latin typeface="Cambria"/>
                <a:ea typeface="Cambria"/>
                <a:cs typeface="Cambria"/>
                <a:sym typeface="Cambria"/>
              </a:rPr>
              <a:t>D</a:t>
            </a:r>
            <a:r>
              <a:rPr lang="en-US" sz="1350">
                <a:latin typeface="Cambria"/>
                <a:ea typeface="Cambria"/>
                <a:cs typeface="Cambria"/>
                <a:sym typeface="Cambria"/>
              </a:rPr>
              <a:t>EEP </a:t>
            </a:r>
            <a:r>
              <a:rPr lang="en-US" sz="1700">
                <a:latin typeface="Cambria"/>
                <a:ea typeface="Cambria"/>
                <a:cs typeface="Cambria"/>
                <a:sym typeface="Cambria"/>
              </a:rPr>
              <a:t>N</a:t>
            </a:r>
            <a:r>
              <a:rPr lang="en-US" sz="1350">
                <a:latin typeface="Cambria"/>
                <a:ea typeface="Cambria"/>
                <a:cs typeface="Cambria"/>
                <a:sym typeface="Cambria"/>
              </a:rPr>
              <a:t>EURAL </a:t>
            </a:r>
            <a:r>
              <a:rPr lang="en-US" sz="1700">
                <a:latin typeface="Cambria"/>
                <a:ea typeface="Cambria"/>
                <a:cs typeface="Cambria"/>
                <a:sym typeface="Cambria"/>
              </a:rPr>
              <a:t>N</a:t>
            </a:r>
            <a:r>
              <a:rPr lang="en-US" sz="1350">
                <a:latin typeface="Cambria"/>
                <a:ea typeface="Cambria"/>
                <a:cs typeface="Cambria"/>
                <a:sym typeface="Cambria"/>
              </a:rPr>
              <a:t>ETWORK </a:t>
            </a:r>
            <a:r>
              <a:rPr lang="en-US" sz="1400">
                <a:latin typeface="Cambria"/>
                <a:ea typeface="Cambria"/>
                <a:cs typeface="Cambria"/>
                <a:sym typeface="Cambria"/>
              </a:rPr>
              <a:t>M</a:t>
            </a:r>
            <a:r>
              <a:rPr lang="en-US" sz="1150">
                <a:latin typeface="Cambria"/>
                <a:ea typeface="Cambria"/>
                <a:cs typeface="Cambria"/>
                <a:sym typeface="Cambria"/>
              </a:rPr>
              <a:t>ODULE </a:t>
            </a:r>
            <a:r>
              <a:rPr lang="en-US" sz="1400">
                <a:latin typeface="Cambria"/>
                <a:ea typeface="Cambria"/>
                <a:cs typeface="Cambria"/>
                <a:sym typeface="Cambria"/>
              </a:rPr>
              <a:t># 3 : L</a:t>
            </a:r>
            <a:r>
              <a:rPr lang="en-US" sz="1150">
                <a:latin typeface="Cambria"/>
                <a:ea typeface="Cambria"/>
                <a:cs typeface="Cambria"/>
                <a:sym typeface="Cambria"/>
              </a:rPr>
              <a:t>INEAR </a:t>
            </a:r>
            <a:r>
              <a:rPr lang="en-US" sz="1400">
                <a:latin typeface="Cambria"/>
                <a:ea typeface="Cambria"/>
                <a:cs typeface="Cambria"/>
                <a:sym typeface="Cambria"/>
              </a:rPr>
              <a:t>N</a:t>
            </a:r>
            <a:r>
              <a:rPr lang="en-US" sz="1150">
                <a:latin typeface="Cambria"/>
                <a:ea typeface="Cambria"/>
                <a:cs typeface="Cambria"/>
                <a:sym typeface="Cambria"/>
              </a:rPr>
              <a:t>EURAL </a:t>
            </a:r>
            <a:r>
              <a:rPr lang="en-US" sz="1400">
                <a:latin typeface="Cambria"/>
                <a:ea typeface="Cambria"/>
                <a:cs typeface="Cambria"/>
                <a:sym typeface="Cambria"/>
              </a:rPr>
              <a:t>N</a:t>
            </a:r>
            <a:r>
              <a:rPr lang="en-US" sz="1150">
                <a:latin typeface="Cambria"/>
                <a:ea typeface="Cambria"/>
                <a:cs typeface="Cambria"/>
                <a:sym typeface="Cambria"/>
              </a:rPr>
              <a:t>ETWORKS FOR </a:t>
            </a:r>
            <a:r>
              <a:rPr lang="en-US" sz="1400">
                <a:latin typeface="Cambria"/>
                <a:ea typeface="Cambria"/>
                <a:cs typeface="Cambria"/>
                <a:sym typeface="Cambria"/>
              </a:rPr>
              <a:t>R</a:t>
            </a:r>
            <a:r>
              <a:rPr lang="en-US" sz="1150">
                <a:latin typeface="Cambria"/>
                <a:ea typeface="Cambria"/>
                <a:cs typeface="Cambria"/>
                <a:sym typeface="Cambria"/>
              </a:rPr>
              <a:t>EGRESSION</a:t>
            </a:r>
            <a:endParaRPr sz="1150">
              <a:latin typeface="Cambria"/>
              <a:ea typeface="Cambria"/>
              <a:cs typeface="Cambria"/>
              <a:sym typeface="Cambria"/>
            </a:endParaRPr>
          </a:p>
        </p:txBody>
      </p:sp>
      <p:sp>
        <p:nvSpPr>
          <p:cNvPr id="48" name="Google Shape;48;p7"/>
          <p:cNvSpPr txBox="1"/>
          <p:nvPr/>
        </p:nvSpPr>
        <p:spPr>
          <a:xfrm>
            <a:off x="4132173" y="2325276"/>
            <a:ext cx="1280795" cy="39243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None/>
            </a:pPr>
            <a:r>
              <a:rPr lang="en-US" sz="950">
                <a:solidFill>
                  <a:srgbClr val="1B1472"/>
                </a:solidFill>
                <a:latin typeface="Arial"/>
                <a:ea typeface="Arial"/>
                <a:cs typeface="Arial"/>
                <a:sym typeface="Arial"/>
              </a:rPr>
              <a:t>DNN Team</a:t>
            </a:r>
            <a:endParaRPr sz="950">
              <a:latin typeface="Arial"/>
              <a:ea typeface="Arial"/>
              <a:cs typeface="Arial"/>
              <a:sym typeface="Arial"/>
            </a:endParaRPr>
          </a:p>
          <a:p>
            <a:pPr marL="311150" marR="5080" lvl="0" indent="-299085" algn="l" rtl="0">
              <a:lnSpc>
                <a:spcPct val="126699"/>
              </a:lnSpc>
              <a:spcBef>
                <a:spcPts val="90"/>
              </a:spcBef>
              <a:spcAft>
                <a:spcPts val="0"/>
              </a:spcAft>
              <a:buNone/>
            </a:pPr>
            <a:r>
              <a:rPr lang="en-US" sz="950">
                <a:solidFill>
                  <a:srgbClr val="1B1472"/>
                </a:solidFill>
                <a:latin typeface="Arial"/>
                <a:ea typeface="Arial"/>
                <a:cs typeface="Arial"/>
                <a:sym typeface="Arial"/>
              </a:rPr>
              <a:t>BITS Pilani WILP</a:t>
            </a:r>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8"/>
          <p:cNvSpPr txBox="1"/>
          <p:nvPr/>
        </p:nvSpPr>
        <p:spPr>
          <a:xfrm>
            <a:off x="1400073" y="967954"/>
            <a:ext cx="2960370" cy="759460"/>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None/>
            </a:pPr>
            <a:r>
              <a:rPr lang="en-US" sz="1050">
                <a:solidFill>
                  <a:srgbClr val="1B1472"/>
                </a:solidFill>
                <a:latin typeface="Arial"/>
                <a:ea typeface="Arial"/>
                <a:cs typeface="Arial"/>
                <a:sym typeface="Arial"/>
              </a:rPr>
              <a:t>The instructor is gratefully acknowledging the authors who made their course materials freely available online.</a:t>
            </a:r>
            <a:endParaRPr sz="1050">
              <a:latin typeface="Arial"/>
              <a:ea typeface="Arial"/>
              <a:cs typeface="Arial"/>
              <a:sym typeface="Arial"/>
            </a:endParaRPr>
          </a:p>
          <a:p>
            <a:pPr marL="0" lvl="0" indent="0" algn="ctr" rtl="0">
              <a:lnSpc>
                <a:spcPct val="100000"/>
              </a:lnSpc>
              <a:spcBef>
                <a:spcPts val="180"/>
              </a:spcBef>
              <a:spcAft>
                <a:spcPts val="0"/>
              </a:spcAft>
              <a:buNone/>
            </a:pPr>
            <a:r>
              <a:rPr lang="en-US" sz="1050">
                <a:solidFill>
                  <a:srgbClr val="1B1472"/>
                </a:solidFill>
                <a:latin typeface="Arial"/>
                <a:ea typeface="Arial"/>
                <a:cs typeface="Arial"/>
                <a:sym typeface="Arial"/>
              </a:rPr>
              <a:t>This deck is prepared by Seetha Parameswaran.</a:t>
            </a:r>
            <a:endParaRPr sz="1050">
              <a:latin typeface="Arial"/>
              <a:ea typeface="Arial"/>
              <a:cs typeface="Arial"/>
              <a:sym typeface="Arial"/>
            </a:endParaRPr>
          </a:p>
        </p:txBody>
      </p:sp>
      <p:grpSp>
        <p:nvGrpSpPr>
          <p:cNvPr id="54" name="Google Shape;54;p8"/>
          <p:cNvGrpSpPr/>
          <p:nvPr/>
        </p:nvGrpSpPr>
        <p:grpSpPr>
          <a:xfrm>
            <a:off x="0" y="3141936"/>
            <a:ext cx="5760261" cy="92075"/>
            <a:chOff x="0" y="3141936"/>
            <a:chExt cx="5760261" cy="92075"/>
          </a:xfrm>
        </p:grpSpPr>
        <p:sp>
          <p:nvSpPr>
            <p:cNvPr id="55" name="Google Shape;55;p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 name="Google Shape;56;p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 name="Google Shape;57;p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 name="Google Shape;58;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 name="Google Shape;59;p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0" name="Google Shape;60;p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r>
              <a:rPr lang="en-US"/>
              <a:t>2/ 46</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6" name="Google Shape;66;p9"/>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7" name="Google Shape;67;p9"/>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1</a:t>
            </a:r>
            <a:endParaRPr sz="800">
              <a:latin typeface="Calibri"/>
              <a:ea typeface="Calibri"/>
              <a:cs typeface="Calibri"/>
              <a:sym typeface="Calibri"/>
            </a:endParaRPr>
          </a:p>
        </p:txBody>
      </p:sp>
      <p:pic>
        <p:nvPicPr>
          <p:cNvPr id="68" name="Google Shape;68;p9"/>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69" name="Google Shape;69;p9"/>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 name="Google Shape;70;p9"/>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1" name="Google Shape;71;p9"/>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2" name="Google Shape;72;p9"/>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3" name="Google Shape;73;p9"/>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4" name="Google Shape;74;p9"/>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5" name="Google Shape;75;p9"/>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6" name="Google Shape;76;p9"/>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7" name="Google Shape;77;p9"/>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8" name="Google Shape;78;p9"/>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9" name="Google Shape;79;p9"/>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0" name="Google Shape;80;p9"/>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1" name="Google Shape;81;p9"/>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82" name="Google Shape;82;p9"/>
          <p:cNvSpPr txBox="1"/>
          <p:nvPr/>
        </p:nvSpPr>
        <p:spPr>
          <a:xfrm>
            <a:off x="563025" y="544082"/>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3" name="Google Shape;83;p9"/>
          <p:cNvGrpSpPr/>
          <p:nvPr/>
        </p:nvGrpSpPr>
        <p:grpSpPr>
          <a:xfrm>
            <a:off x="0" y="3109250"/>
            <a:ext cx="5760261" cy="92075"/>
            <a:chOff x="0" y="3109250"/>
            <a:chExt cx="5760261" cy="92075"/>
          </a:xfrm>
        </p:grpSpPr>
        <p:sp>
          <p:nvSpPr>
            <p:cNvPr id="84" name="Google Shape;84;p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5" name="Google Shape;85;p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 name="Google Shape;86;p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7" name="Google Shape;87;p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8" name="Google Shape;88;p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9" name="Google Shape;89;p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fld id="{00000000-1234-1234-1234-123412341234}" type="slidenum">
              <a:rPr lang="en-US"/>
              <a:t>3</a:t>
            </a:fld>
            <a:r>
              <a:rPr lang="en-US"/>
              <a:t>/ 46</a:t>
            </a:r>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95" name="Google Shape;95;p10"/>
          <p:cNvGrpSpPr/>
          <p:nvPr/>
        </p:nvGrpSpPr>
        <p:grpSpPr>
          <a:xfrm>
            <a:off x="309193" y="889786"/>
            <a:ext cx="5192466" cy="1586764"/>
            <a:chOff x="309193" y="889786"/>
            <a:chExt cx="5192466" cy="1586764"/>
          </a:xfrm>
        </p:grpSpPr>
        <p:sp>
          <p:nvSpPr>
            <p:cNvPr id="96" name="Google Shape;96;p10"/>
            <p:cNvSpPr/>
            <p:nvPr/>
          </p:nvSpPr>
          <p:spPr>
            <a:xfrm>
              <a:off x="309193" y="889786"/>
              <a:ext cx="5142230" cy="207010"/>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97" name="Google Shape;97;p10"/>
            <p:cNvPicPr preferRelativeResize="0"/>
            <p:nvPr/>
          </p:nvPicPr>
          <p:blipFill rotWithShape="1">
            <a:blip r:embed="rId3">
              <a:alphaModFix/>
            </a:blip>
            <a:srcRect/>
            <a:stretch/>
          </p:blipFill>
          <p:spPr>
            <a:xfrm>
              <a:off x="309193" y="1084021"/>
              <a:ext cx="5141666" cy="50609"/>
            </a:xfrm>
            <a:prstGeom prst="rect">
              <a:avLst/>
            </a:prstGeom>
            <a:noFill/>
            <a:ln>
              <a:noFill/>
            </a:ln>
          </p:spPr>
        </p:pic>
        <p:pic>
          <p:nvPicPr>
            <p:cNvPr id="98" name="Google Shape;98;p10"/>
            <p:cNvPicPr preferRelativeResize="0"/>
            <p:nvPr/>
          </p:nvPicPr>
          <p:blipFill rotWithShape="1">
            <a:blip r:embed="rId4">
              <a:alphaModFix/>
            </a:blip>
            <a:srcRect/>
            <a:stretch/>
          </p:blipFill>
          <p:spPr>
            <a:xfrm>
              <a:off x="359994" y="1457909"/>
              <a:ext cx="101600" cy="101600"/>
            </a:xfrm>
            <a:prstGeom prst="rect">
              <a:avLst/>
            </a:prstGeom>
            <a:noFill/>
            <a:ln>
              <a:noFill/>
            </a:ln>
          </p:spPr>
        </p:pic>
        <p:pic>
          <p:nvPicPr>
            <p:cNvPr id="99" name="Google Shape;99;p10"/>
            <p:cNvPicPr preferRelativeResize="0"/>
            <p:nvPr/>
          </p:nvPicPr>
          <p:blipFill rotWithShape="1">
            <a:blip r:embed="rId5">
              <a:alphaModFix/>
            </a:blip>
            <a:srcRect/>
            <a:stretch/>
          </p:blipFill>
          <p:spPr>
            <a:xfrm>
              <a:off x="410794" y="1445209"/>
              <a:ext cx="5090865" cy="114301"/>
            </a:xfrm>
            <a:prstGeom prst="rect">
              <a:avLst/>
            </a:prstGeom>
            <a:noFill/>
            <a:ln>
              <a:noFill/>
            </a:ln>
          </p:spPr>
        </p:pic>
        <p:pic>
          <p:nvPicPr>
            <p:cNvPr id="100" name="Google Shape;100;p10"/>
            <p:cNvPicPr preferRelativeResize="0"/>
            <p:nvPr/>
          </p:nvPicPr>
          <p:blipFill rotWithShape="1">
            <a:blip r:embed="rId6">
              <a:alphaModFix/>
            </a:blip>
            <a:srcRect/>
            <a:stretch/>
          </p:blipFill>
          <p:spPr>
            <a:xfrm>
              <a:off x="5450859" y="934021"/>
              <a:ext cx="50800" cy="523887"/>
            </a:xfrm>
            <a:prstGeom prst="rect">
              <a:avLst/>
            </a:prstGeom>
            <a:noFill/>
            <a:ln>
              <a:noFill/>
            </a:ln>
          </p:spPr>
        </p:pic>
        <p:sp>
          <p:nvSpPr>
            <p:cNvPr id="101" name="Google Shape;101;p10"/>
            <p:cNvSpPr/>
            <p:nvPr/>
          </p:nvSpPr>
          <p:spPr>
            <a:xfrm>
              <a:off x="309193" y="1128295"/>
              <a:ext cx="5142230" cy="381000"/>
            </a:xfrm>
            <a:custGeom>
              <a:avLst/>
              <a:gdLst/>
              <a:ahLst/>
              <a:cxnLst/>
              <a:rect l="l" t="t" r="r" b="b"/>
              <a:pathLst>
                <a:path w="5142230" h="381000" extrusionOk="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 name="Google Shape;102;p10"/>
            <p:cNvSpPr/>
            <p:nvPr/>
          </p:nvSpPr>
          <p:spPr>
            <a:xfrm>
              <a:off x="5450859" y="972113"/>
              <a:ext cx="0" cy="505459"/>
            </a:xfrm>
            <a:custGeom>
              <a:avLst/>
              <a:gdLst/>
              <a:ahLst/>
              <a:cxnLst/>
              <a:rect l="l" t="t" r="r" b="b"/>
              <a:pathLst>
                <a:path w="120000" h="505459" extrusionOk="0">
                  <a:moveTo>
                    <a:pt x="0" y="504845"/>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3" name="Google Shape;103;p10"/>
            <p:cNvSpPr/>
            <p:nvPr/>
          </p:nvSpPr>
          <p:spPr>
            <a:xfrm>
              <a:off x="5450859" y="959413"/>
              <a:ext cx="0" cy="12700"/>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4" name="Google Shape;104;p10"/>
            <p:cNvSpPr/>
            <p:nvPr/>
          </p:nvSpPr>
          <p:spPr>
            <a:xfrm>
              <a:off x="5450859" y="946713"/>
              <a:ext cx="0" cy="12700"/>
            </a:xfrm>
            <a:custGeom>
              <a:avLst/>
              <a:gdLst/>
              <a:ahLst/>
              <a:cxnLst/>
              <a:rect l="l" t="t" r="r" b="b"/>
              <a:pathLst>
                <a:path w="120000" h="12700" extrusionOk="0">
                  <a:moveTo>
                    <a:pt x="0" y="12699"/>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 name="Google Shape;105;p10"/>
            <p:cNvSpPr/>
            <p:nvPr/>
          </p:nvSpPr>
          <p:spPr>
            <a:xfrm>
              <a:off x="5450859" y="934013"/>
              <a:ext cx="0" cy="12700"/>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 name="Google Shape;106;p10"/>
            <p:cNvSpPr/>
            <p:nvPr/>
          </p:nvSpPr>
          <p:spPr>
            <a:xfrm>
              <a:off x="5450859" y="914963"/>
              <a:ext cx="0" cy="19050"/>
            </a:xfrm>
            <a:custGeom>
              <a:avLst/>
              <a:gdLst/>
              <a:ahLst/>
              <a:cxnLst/>
              <a:rect l="l" t="t" r="r" b="b"/>
              <a:pathLst>
                <a:path w="120000" h="19050" extrusionOk="0">
                  <a:moveTo>
                    <a:pt x="0" y="19050"/>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7" name="Google Shape;107;p10"/>
            <p:cNvPicPr preferRelativeResize="0"/>
            <p:nvPr/>
          </p:nvPicPr>
          <p:blipFill rotWithShape="1">
            <a:blip r:embed="rId7">
              <a:alphaModFix/>
            </a:blip>
            <a:srcRect/>
            <a:stretch/>
          </p:blipFill>
          <p:spPr>
            <a:xfrm>
              <a:off x="513702" y="1964423"/>
              <a:ext cx="69291" cy="69291"/>
            </a:xfrm>
            <a:prstGeom prst="rect">
              <a:avLst/>
            </a:prstGeom>
            <a:noFill/>
            <a:ln>
              <a:noFill/>
            </a:ln>
          </p:spPr>
        </p:pic>
        <p:pic>
          <p:nvPicPr>
            <p:cNvPr id="108" name="Google Shape;108;p10"/>
            <p:cNvPicPr preferRelativeResize="0"/>
            <p:nvPr/>
          </p:nvPicPr>
          <p:blipFill rotWithShape="1">
            <a:blip r:embed="rId8">
              <a:alphaModFix/>
            </a:blip>
            <a:srcRect/>
            <a:stretch/>
          </p:blipFill>
          <p:spPr>
            <a:xfrm>
              <a:off x="513702" y="2185847"/>
              <a:ext cx="69291" cy="69291"/>
            </a:xfrm>
            <a:prstGeom prst="rect">
              <a:avLst/>
            </a:prstGeom>
            <a:noFill/>
            <a:ln>
              <a:noFill/>
            </a:ln>
          </p:spPr>
        </p:pic>
        <p:pic>
          <p:nvPicPr>
            <p:cNvPr id="109" name="Google Shape;109;p10"/>
            <p:cNvPicPr preferRelativeResize="0"/>
            <p:nvPr/>
          </p:nvPicPr>
          <p:blipFill rotWithShape="1">
            <a:blip r:embed="rId9">
              <a:alphaModFix/>
            </a:blip>
            <a:srcRect/>
            <a:stretch/>
          </p:blipFill>
          <p:spPr>
            <a:xfrm>
              <a:off x="513702" y="2407259"/>
              <a:ext cx="69291" cy="69291"/>
            </a:xfrm>
            <a:prstGeom prst="rect">
              <a:avLst/>
            </a:prstGeom>
            <a:noFill/>
            <a:ln>
              <a:noFill/>
            </a:ln>
          </p:spPr>
        </p:pic>
      </p:grpSp>
      <p:sp>
        <p:nvSpPr>
          <p:cNvPr id="110" name="Google Shape;110;p10"/>
          <p:cNvSpPr txBox="1"/>
          <p:nvPr/>
        </p:nvSpPr>
        <p:spPr>
          <a:xfrm>
            <a:off x="309194" y="821671"/>
            <a:ext cx="4991735" cy="1700530"/>
          </a:xfrm>
          <a:prstGeom prst="rect">
            <a:avLst/>
          </a:prstGeom>
          <a:noFill/>
          <a:ln>
            <a:noFill/>
          </a:ln>
        </p:spPr>
        <p:txBody>
          <a:bodyPr spcFirstLastPara="1" wrap="square" lIns="0" tIns="52700" rIns="0" bIns="0" anchor="t" anchorCtr="0">
            <a:spAutoFit/>
          </a:bodyPr>
          <a:lstStyle/>
          <a:p>
            <a:pPr marL="50800" lvl="0" indent="0" algn="l" rtl="0">
              <a:lnSpc>
                <a:spcPct val="100000"/>
              </a:lnSpc>
              <a:spcBef>
                <a:spcPts val="0"/>
              </a:spcBef>
              <a:spcAft>
                <a:spcPts val="0"/>
              </a:spcAft>
              <a:buNone/>
            </a:pPr>
            <a:r>
              <a:rPr lang="en-US" sz="1400">
                <a:solidFill>
                  <a:srgbClr val="3333B2"/>
                </a:solidFill>
                <a:latin typeface="Calibri"/>
                <a:ea typeface="Calibri"/>
                <a:cs typeface="Calibri"/>
                <a:sym typeface="Calibri"/>
              </a:rPr>
              <a:t>D</a:t>
            </a:r>
            <a:r>
              <a:rPr lang="en-US" sz="1400" cap="small">
                <a:solidFill>
                  <a:srgbClr val="3333B2"/>
                </a:solidFill>
                <a:latin typeface="Calibri"/>
                <a:ea typeface="Calibri"/>
                <a:cs typeface="Calibri"/>
                <a:sym typeface="Calibri"/>
              </a:rPr>
              <a:t>efinition</a:t>
            </a:r>
            <a:endParaRPr sz="1400">
              <a:latin typeface="Calibri"/>
              <a:ea typeface="Calibri"/>
              <a:cs typeface="Calibri"/>
              <a:sym typeface="Calibri"/>
            </a:endParaRPr>
          </a:p>
          <a:p>
            <a:pPr marL="50800" marR="17780" lvl="0" indent="0" algn="l" rtl="0">
              <a:lnSpc>
                <a:spcPct val="114700"/>
              </a:lnSpc>
              <a:spcBef>
                <a:spcPts val="60"/>
              </a:spcBef>
              <a:spcAft>
                <a:spcPts val="0"/>
              </a:spcAft>
              <a:buNone/>
            </a:pPr>
            <a:r>
              <a:rPr lang="en-US" sz="1050">
                <a:latin typeface="Arial"/>
                <a:ea typeface="Arial"/>
                <a:cs typeface="Arial"/>
                <a:sym typeface="Arial"/>
              </a:rPr>
              <a:t>Regression is a supervised learning task that predicts a continuous-valued output based on input features.</a:t>
            </a:r>
            <a:endParaRPr sz="1050">
              <a:latin typeface="Arial"/>
              <a:ea typeface="Arial"/>
              <a:cs typeface="Arial"/>
              <a:sym typeface="Arial"/>
            </a:endParaRPr>
          </a:p>
          <a:p>
            <a:pPr marL="0" lvl="0" indent="0" algn="l" rtl="0">
              <a:lnSpc>
                <a:spcPct val="100000"/>
              </a:lnSpc>
              <a:spcBef>
                <a:spcPts val="515"/>
              </a:spcBef>
              <a:spcAft>
                <a:spcPts val="0"/>
              </a:spcAft>
              <a:buNone/>
            </a:pPr>
            <a:endParaRPr sz="1050">
              <a:latin typeface="Arial"/>
              <a:ea typeface="Arial"/>
              <a:cs typeface="Arial"/>
              <a:sym typeface="Arial"/>
            </a:endParaRPr>
          </a:p>
          <a:p>
            <a:pPr marL="50800" lvl="0" indent="0" algn="l" rtl="0">
              <a:lnSpc>
                <a:spcPct val="100000"/>
              </a:lnSpc>
              <a:spcBef>
                <a:spcPts val="0"/>
              </a:spcBef>
              <a:spcAft>
                <a:spcPts val="0"/>
              </a:spcAft>
              <a:buNone/>
            </a:pPr>
            <a:r>
              <a:rPr lang="en-US" sz="1050">
                <a:solidFill>
                  <a:srgbClr val="1B1472"/>
                </a:solidFill>
                <a:latin typeface="Arial"/>
                <a:ea typeface="Arial"/>
                <a:cs typeface="Arial"/>
                <a:sym typeface="Arial"/>
              </a:rPr>
              <a:t>Key Characteristics:</a:t>
            </a:r>
            <a:endParaRPr sz="1050">
              <a:latin typeface="Arial"/>
              <a:ea typeface="Arial"/>
              <a:cs typeface="Arial"/>
              <a:sym typeface="Arial"/>
            </a:endParaRPr>
          </a:p>
          <a:p>
            <a:pPr marL="347980" lvl="0" indent="0" algn="l" rtl="0">
              <a:lnSpc>
                <a:spcPct val="100000"/>
              </a:lnSpc>
              <a:spcBef>
                <a:spcPts val="335"/>
              </a:spcBef>
              <a:spcAft>
                <a:spcPts val="0"/>
              </a:spcAft>
              <a:buNone/>
            </a:pPr>
            <a:r>
              <a:rPr lang="en-US" sz="1050">
                <a:latin typeface="Arial"/>
                <a:ea typeface="Arial"/>
                <a:cs typeface="Arial"/>
                <a:sym typeface="Arial"/>
              </a:rPr>
              <a:t>Input: Feature vector </a:t>
            </a:r>
            <a:r>
              <a:rPr lang="en-US" sz="1050" b="1">
                <a:latin typeface="Arial"/>
                <a:ea typeface="Arial"/>
                <a:cs typeface="Arial"/>
                <a:sym typeface="Arial"/>
              </a:rPr>
              <a:t>x </a:t>
            </a:r>
            <a:r>
              <a:rPr lang="en-US" sz="1200">
                <a:latin typeface="Lucida Sans"/>
                <a:ea typeface="Lucida Sans"/>
                <a:cs typeface="Lucida Sans"/>
                <a:sym typeface="Lucida Sans"/>
              </a:rPr>
              <a:t>∈ </a:t>
            </a:r>
            <a:r>
              <a:rPr lang="en-US" sz="1200">
                <a:latin typeface="Arial"/>
                <a:ea typeface="Arial"/>
                <a:cs typeface="Arial"/>
                <a:sym typeface="Arial"/>
              </a:rPr>
              <a:t>R</a:t>
            </a:r>
            <a:r>
              <a:rPr lang="en-US" sz="1050" i="1" baseline="30000">
                <a:latin typeface="Arial"/>
                <a:ea typeface="Arial"/>
                <a:cs typeface="Arial"/>
                <a:sym typeface="Arial"/>
              </a:rPr>
              <a:t>d</a:t>
            </a:r>
            <a:endParaRPr sz="1050" baseline="30000">
              <a:latin typeface="Arial"/>
              <a:ea typeface="Arial"/>
              <a:cs typeface="Arial"/>
              <a:sym typeface="Arial"/>
            </a:endParaRPr>
          </a:p>
          <a:p>
            <a:pPr marL="347980" lvl="0" indent="0" algn="l" rtl="0">
              <a:lnSpc>
                <a:spcPct val="100000"/>
              </a:lnSpc>
              <a:spcBef>
                <a:spcPts val="305"/>
              </a:spcBef>
              <a:spcAft>
                <a:spcPts val="0"/>
              </a:spcAft>
              <a:buNone/>
            </a:pPr>
            <a:r>
              <a:rPr lang="en-US" sz="1050">
                <a:latin typeface="Arial"/>
                <a:ea typeface="Arial"/>
                <a:cs typeface="Arial"/>
                <a:sym typeface="Arial"/>
              </a:rPr>
              <a:t>Output: Real-valued target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200">
                <a:latin typeface="Arial"/>
                <a:ea typeface="Arial"/>
                <a:cs typeface="Arial"/>
                <a:sym typeface="Arial"/>
              </a:rPr>
              <a:t>R</a:t>
            </a:r>
            <a:endParaRPr sz="1200">
              <a:latin typeface="Arial"/>
              <a:ea typeface="Arial"/>
              <a:cs typeface="Arial"/>
              <a:sym typeface="Arial"/>
            </a:endParaRPr>
          </a:p>
          <a:p>
            <a:pPr marL="347980" lvl="0" indent="0" algn="l" rtl="0">
              <a:lnSpc>
                <a:spcPct val="100000"/>
              </a:lnSpc>
              <a:spcBef>
                <a:spcPts val="300"/>
              </a:spcBef>
              <a:spcAft>
                <a:spcPts val="0"/>
              </a:spcAft>
              <a:buNone/>
            </a:pPr>
            <a:r>
              <a:rPr lang="en-US" sz="1050">
                <a:latin typeface="Arial"/>
                <a:ea typeface="Arial"/>
                <a:cs typeface="Arial"/>
                <a:sym typeface="Arial"/>
              </a:rPr>
              <a:t>Goal: Learn a function </a:t>
            </a:r>
            <a:r>
              <a:rPr lang="en-US" sz="1050" i="1">
                <a:latin typeface="Arial"/>
                <a:ea typeface="Arial"/>
                <a:cs typeface="Arial"/>
                <a:sym typeface="Arial"/>
              </a:rPr>
              <a:t>f </a:t>
            </a:r>
            <a:r>
              <a:rPr lang="en-US" sz="1200">
                <a:latin typeface="Tahoma"/>
                <a:ea typeface="Tahoma"/>
                <a:cs typeface="Tahoma"/>
                <a:sym typeface="Tahoma"/>
              </a:rPr>
              <a:t>: </a:t>
            </a:r>
            <a:r>
              <a:rPr lang="en-US" sz="1200">
                <a:latin typeface="Arial"/>
                <a:ea typeface="Arial"/>
                <a:cs typeface="Arial"/>
                <a:sym typeface="Arial"/>
              </a:rPr>
              <a:t>R</a:t>
            </a:r>
            <a:r>
              <a:rPr lang="en-US" sz="1050" i="1" baseline="30000">
                <a:latin typeface="Arial"/>
                <a:ea typeface="Arial"/>
                <a:cs typeface="Arial"/>
                <a:sym typeface="Arial"/>
              </a:rPr>
              <a:t>d </a:t>
            </a:r>
            <a:r>
              <a:rPr lang="en-US" sz="1200">
                <a:latin typeface="Lucida Sans"/>
                <a:ea typeface="Lucida Sans"/>
                <a:cs typeface="Lucida Sans"/>
                <a:sym typeface="Lucida Sans"/>
              </a:rPr>
              <a:t>→ </a:t>
            </a:r>
            <a:r>
              <a:rPr lang="en-US" sz="1200">
                <a:latin typeface="Arial"/>
                <a:ea typeface="Arial"/>
                <a:cs typeface="Arial"/>
                <a:sym typeface="Arial"/>
              </a:rPr>
              <a:t>R </a:t>
            </a:r>
            <a:r>
              <a:rPr lang="en-US" sz="1050">
                <a:latin typeface="Arial"/>
                <a:ea typeface="Arial"/>
                <a:cs typeface="Arial"/>
                <a:sym typeface="Arial"/>
              </a:rPr>
              <a:t>such that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i="1">
                <a:latin typeface="Arial"/>
                <a:ea typeface="Arial"/>
                <a:cs typeface="Arial"/>
                <a:sym typeface="Arial"/>
              </a:rPr>
              <a:t>f </a:t>
            </a:r>
            <a:r>
              <a:rPr lang="en-US" sz="1200">
                <a:latin typeface="Tahoma"/>
                <a:ea typeface="Tahoma"/>
                <a:cs typeface="Tahoma"/>
                <a:sym typeface="Tahoma"/>
              </a:rPr>
              <a:t>(</a:t>
            </a:r>
            <a:r>
              <a:rPr lang="en-US" sz="1050" b="1">
                <a:latin typeface="Arial"/>
                <a:ea typeface="Arial"/>
                <a:cs typeface="Arial"/>
                <a:sym typeface="Arial"/>
              </a:rPr>
              <a:t>x</a:t>
            </a:r>
            <a:r>
              <a:rPr lang="en-US" sz="1200">
                <a:latin typeface="Tahoma"/>
                <a:ea typeface="Tahoma"/>
                <a:cs typeface="Tahoma"/>
                <a:sym typeface="Tahoma"/>
              </a:rPr>
              <a:t>)</a:t>
            </a:r>
            <a:endParaRPr sz="1200">
              <a:latin typeface="Tahoma"/>
              <a:ea typeface="Tahoma"/>
              <a:cs typeface="Tahoma"/>
              <a:sym typeface="Tahoma"/>
            </a:endParaRPr>
          </a:p>
        </p:txBody>
      </p:sp>
      <p:grpSp>
        <p:nvGrpSpPr>
          <p:cNvPr id="111" name="Google Shape;111;p10"/>
          <p:cNvGrpSpPr/>
          <p:nvPr/>
        </p:nvGrpSpPr>
        <p:grpSpPr>
          <a:xfrm>
            <a:off x="0" y="3109250"/>
            <a:ext cx="5760261" cy="92075"/>
            <a:chOff x="0" y="3109250"/>
            <a:chExt cx="5760261" cy="92075"/>
          </a:xfrm>
        </p:grpSpPr>
        <p:sp>
          <p:nvSpPr>
            <p:cNvPr id="112" name="Google Shape;112;p1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3" name="Google Shape;113;p1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4" name="Google Shape;114;p1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5" name="Google Shape;115;p1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6" name="Google Shape;116;p1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0"/>
              </a:rPr>
              <a:t>D</a:t>
            </a:r>
            <a:r>
              <a:rPr lang="en-US" sz="600" u="sng" cap="small">
                <a:solidFill>
                  <a:schemeClr val="hlink"/>
                </a:solidFill>
                <a:latin typeface="Calibri"/>
                <a:ea typeface="Calibri"/>
                <a:cs typeface="Calibri"/>
                <a:sym typeface="Calibri"/>
                <a:hlinkClick r:id="rId10"/>
              </a:rPr>
              <a:t>eep</a:t>
            </a:r>
            <a:r>
              <a:rPr lang="en-US" sz="600" u="sng">
                <a:solidFill>
                  <a:schemeClr val="hlink"/>
                </a:solidFill>
                <a:latin typeface="Calibri"/>
                <a:ea typeface="Calibri"/>
                <a:cs typeface="Calibri"/>
                <a:sym typeface="Calibri"/>
                <a:hlinkClick r:id="rId10"/>
              </a:rPr>
              <a:t> L</a:t>
            </a:r>
            <a:r>
              <a:rPr lang="en-US" sz="600" u="sng" cap="small">
                <a:solidFill>
                  <a:schemeClr val="hlink"/>
                </a:solidFill>
                <a:latin typeface="Calibri"/>
                <a:ea typeface="Calibri"/>
                <a:cs typeface="Calibri"/>
                <a:sym typeface="Calibri"/>
                <a:hlinkClick r:id="rId10"/>
              </a:rPr>
              <a:t>earning</a:t>
            </a:r>
            <a:endParaRPr sz="600">
              <a:latin typeface="Calibri"/>
              <a:ea typeface="Calibri"/>
              <a:cs typeface="Calibri"/>
              <a:sym typeface="Calibri"/>
            </a:endParaRPr>
          </a:p>
        </p:txBody>
      </p:sp>
      <p:sp>
        <p:nvSpPr>
          <p:cNvPr id="117" name="Google Shape;117;p1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r>
              <a:rPr lang="en-US"/>
              <a:t>4/ 46</a:t>
            </a:r>
            <a:endParaRPr/>
          </a:p>
        </p:txBody>
      </p:sp>
      <mc:AlternateContent xmlns:mc="http://schemas.openxmlformats.org/markup-compatibility/2006">
        <mc:Choice xmlns:p14="http://schemas.microsoft.com/office/powerpoint/2010/main" Requires="p14">
          <p:contentPart p14:bwMode="auto" r:id="rId11">
            <p14:nvContentPartPr>
              <p14:cNvPr id="2" name="Ink 1">
                <a:extLst>
                  <a:ext uri="{FF2B5EF4-FFF2-40B4-BE49-F238E27FC236}">
                    <a16:creationId xmlns:a16="http://schemas.microsoft.com/office/drawing/2014/main" id="{0E190DA5-21DD-4044-BD84-E90041651980}"/>
                  </a:ext>
                </a:extLst>
              </p14:cNvPr>
              <p14:cNvContentPartPr/>
              <p14:nvPr/>
            </p14:nvContentPartPr>
            <p14:xfrm>
              <a:off x="4019760" y="1628640"/>
              <a:ext cx="1540080" cy="1069560"/>
            </p14:xfrm>
          </p:contentPart>
        </mc:Choice>
        <mc:Fallback>
          <p:pic>
            <p:nvPicPr>
              <p:cNvPr id="2" name="Ink 1">
                <a:extLst>
                  <a:ext uri="{FF2B5EF4-FFF2-40B4-BE49-F238E27FC236}">
                    <a16:creationId xmlns:a16="http://schemas.microsoft.com/office/drawing/2014/main" id="{0E190DA5-21DD-4044-BD84-E90041651980}"/>
                  </a:ext>
                </a:extLst>
              </p:cNvPr>
              <p:cNvPicPr/>
              <p:nvPr/>
            </p:nvPicPr>
            <p:blipFill>
              <a:blip r:embed="rId12"/>
              <a:stretch>
                <a:fillRect/>
              </a:stretch>
            </p:blipFill>
            <p:spPr>
              <a:xfrm>
                <a:off x="4010400" y="1619280"/>
                <a:ext cx="1558800" cy="1088280"/>
              </a:xfrm>
              <a:prstGeom prst="rect">
                <a:avLst/>
              </a:prstGeom>
            </p:spPr>
          </p:pic>
        </mc:Fallback>
      </mc:AlternateContent>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R</a:t>
            </a:r>
            <a:r>
              <a:rPr lang="en-US" cap="small">
                <a:solidFill>
                  <a:srgbClr val="FFFFFF"/>
                </a:solidFill>
              </a:rPr>
              <a:t>egression</a:t>
            </a:r>
            <a:r>
              <a:rPr lang="en-US">
                <a:solidFill>
                  <a:srgbClr val="FFFFFF"/>
                </a:solidFill>
              </a:rPr>
              <a:t> P</a:t>
            </a:r>
            <a:r>
              <a:rPr lang="en-US" cap="small">
                <a:solidFill>
                  <a:srgbClr val="FFFFFF"/>
                </a:solidFill>
              </a:rPr>
              <a:t>roblems</a:t>
            </a:r>
            <a:endParaRPr/>
          </a:p>
        </p:txBody>
      </p:sp>
      <p:pic>
        <p:nvPicPr>
          <p:cNvPr id="123" name="Google Shape;123;p11"/>
          <p:cNvPicPr preferRelativeResize="0"/>
          <p:nvPr/>
        </p:nvPicPr>
        <p:blipFill rotWithShape="1">
          <a:blip r:embed="rId3">
            <a:alphaModFix/>
          </a:blip>
          <a:srcRect/>
          <a:stretch/>
        </p:blipFill>
        <p:spPr>
          <a:xfrm>
            <a:off x="456996" y="881049"/>
            <a:ext cx="121259" cy="121259"/>
          </a:xfrm>
          <a:prstGeom prst="rect">
            <a:avLst/>
          </a:prstGeom>
          <a:noFill/>
          <a:ln>
            <a:noFill/>
          </a:ln>
        </p:spPr>
      </p:pic>
      <p:sp>
        <p:nvSpPr>
          <p:cNvPr id="124" name="Google Shape;124;p11"/>
          <p:cNvSpPr txBox="1"/>
          <p:nvPr/>
        </p:nvSpPr>
        <p:spPr>
          <a:xfrm>
            <a:off x="483946" y="871199"/>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pic>
        <p:nvPicPr>
          <p:cNvPr id="125" name="Google Shape;125;p11"/>
          <p:cNvPicPr preferRelativeResize="0"/>
          <p:nvPr/>
        </p:nvPicPr>
        <p:blipFill rotWithShape="1">
          <a:blip r:embed="rId4">
            <a:alphaModFix/>
          </a:blip>
          <a:srcRect/>
          <a:stretch/>
        </p:blipFill>
        <p:spPr>
          <a:xfrm>
            <a:off x="456996" y="1460537"/>
            <a:ext cx="121259" cy="121259"/>
          </a:xfrm>
          <a:prstGeom prst="rect">
            <a:avLst/>
          </a:prstGeom>
          <a:noFill/>
          <a:ln>
            <a:noFill/>
          </a:ln>
        </p:spPr>
      </p:pic>
      <p:sp>
        <p:nvSpPr>
          <p:cNvPr id="126" name="Google Shape;126;p11"/>
          <p:cNvSpPr txBox="1"/>
          <p:nvPr/>
        </p:nvSpPr>
        <p:spPr>
          <a:xfrm>
            <a:off x="483946" y="1450688"/>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pic>
        <p:nvPicPr>
          <p:cNvPr id="127" name="Google Shape;127;p11"/>
          <p:cNvPicPr preferRelativeResize="0"/>
          <p:nvPr/>
        </p:nvPicPr>
        <p:blipFill rotWithShape="1">
          <a:blip r:embed="rId5">
            <a:alphaModFix/>
          </a:blip>
          <a:srcRect/>
          <a:stretch/>
        </p:blipFill>
        <p:spPr>
          <a:xfrm>
            <a:off x="456996" y="2040026"/>
            <a:ext cx="121259" cy="121259"/>
          </a:xfrm>
          <a:prstGeom prst="rect">
            <a:avLst/>
          </a:prstGeom>
          <a:noFill/>
          <a:ln>
            <a:noFill/>
          </a:ln>
        </p:spPr>
      </p:pic>
      <p:sp>
        <p:nvSpPr>
          <p:cNvPr id="128" name="Google Shape;128;p11"/>
          <p:cNvSpPr txBox="1"/>
          <p:nvPr/>
        </p:nvSpPr>
        <p:spPr>
          <a:xfrm>
            <a:off x="483946" y="2030176"/>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sp>
        <p:nvSpPr>
          <p:cNvPr id="129" name="Google Shape;129;p11"/>
          <p:cNvSpPr txBox="1"/>
          <p:nvPr/>
        </p:nvSpPr>
        <p:spPr>
          <a:xfrm>
            <a:off x="619226" y="785112"/>
            <a:ext cx="3509010" cy="1765300"/>
          </a:xfrm>
          <a:prstGeom prst="rect">
            <a:avLst/>
          </a:prstGeom>
          <a:noFill/>
          <a:ln>
            <a:noFill/>
          </a:ln>
        </p:spPr>
        <p:txBody>
          <a:bodyPr spcFirstLastPara="1" wrap="square" lIns="0" tIns="65400" rIns="0" bIns="0" anchor="t" anchorCtr="0">
            <a:spAutoFit/>
          </a:bodyPr>
          <a:lstStyle/>
          <a:p>
            <a:pPr marL="38100" lvl="0" indent="0" algn="l" rtl="0">
              <a:lnSpc>
                <a:spcPct val="100000"/>
              </a:lnSpc>
              <a:spcBef>
                <a:spcPts val="0"/>
              </a:spcBef>
              <a:spcAft>
                <a:spcPts val="0"/>
              </a:spcAft>
              <a:buNone/>
            </a:pPr>
            <a:r>
              <a:rPr lang="en-US" sz="1050">
                <a:solidFill>
                  <a:srgbClr val="1B1472"/>
                </a:solidFill>
                <a:latin typeface="Arial"/>
                <a:ea typeface="Arial"/>
                <a:cs typeface="Arial"/>
                <a:sym typeface="Arial"/>
              </a:rPr>
              <a:t>House Price Prediction</a:t>
            </a:r>
            <a:endParaRPr sz="1050">
              <a:latin typeface="Arial"/>
              <a:ea typeface="Arial"/>
              <a:cs typeface="Arial"/>
              <a:sym typeface="Arial"/>
            </a:endParaRPr>
          </a:p>
          <a:p>
            <a:pPr marL="193040" lvl="0" indent="-60325" algn="l" rtl="0">
              <a:lnSpc>
                <a:spcPct val="100000"/>
              </a:lnSpc>
              <a:spcBef>
                <a:spcPts val="395"/>
              </a:spcBef>
              <a:spcAft>
                <a:spcPts val="0"/>
              </a:spcAft>
              <a:buSzPts val="950"/>
              <a:buFont typeface="Arial"/>
              <a:buChar char="•"/>
            </a:pPr>
            <a:r>
              <a:rPr lang="en-US" sz="950">
                <a:latin typeface="Arial"/>
                <a:ea typeface="Arial"/>
                <a:cs typeface="Arial"/>
                <a:sym typeface="Arial"/>
              </a:rPr>
              <a:t>Input: Size, location, number of rooms</a:t>
            </a:r>
            <a:endParaRPr sz="950">
              <a:latin typeface="Arial"/>
              <a:ea typeface="Arial"/>
              <a:cs typeface="Arial"/>
              <a:sym typeface="Arial"/>
            </a:endParaRPr>
          </a:p>
          <a:p>
            <a:pPr marL="193040" lvl="0" indent="-60325" algn="l" rtl="0">
              <a:lnSpc>
                <a:spcPct val="100000"/>
              </a:lnSpc>
              <a:spcBef>
                <a:spcPts val="215"/>
              </a:spcBef>
              <a:spcAft>
                <a:spcPts val="0"/>
              </a:spcAft>
              <a:buSzPts val="950"/>
              <a:buFont typeface="Arial"/>
              <a:buChar char="•"/>
            </a:pPr>
            <a:r>
              <a:rPr lang="en-US" sz="950">
                <a:latin typeface="Arial"/>
                <a:ea typeface="Arial"/>
                <a:cs typeface="Arial"/>
                <a:sym typeface="Arial"/>
              </a:rPr>
              <a:t>Output: Price in dollars</a:t>
            </a:r>
            <a:endParaRPr sz="950">
              <a:latin typeface="Arial"/>
              <a:ea typeface="Arial"/>
              <a:cs typeface="Arial"/>
              <a:sym typeface="Arial"/>
            </a:endParaRPr>
          </a:p>
          <a:p>
            <a:pPr marL="38100" lvl="0" indent="0" algn="l" rtl="0">
              <a:lnSpc>
                <a:spcPct val="100000"/>
              </a:lnSpc>
              <a:spcBef>
                <a:spcPts val="415"/>
              </a:spcBef>
              <a:spcAft>
                <a:spcPts val="0"/>
              </a:spcAft>
              <a:buNone/>
            </a:pPr>
            <a:r>
              <a:rPr lang="en-US" sz="1050">
                <a:solidFill>
                  <a:srgbClr val="1B1472"/>
                </a:solidFill>
                <a:latin typeface="Arial"/>
                <a:ea typeface="Arial"/>
                <a:cs typeface="Arial"/>
                <a:sym typeface="Arial"/>
              </a:rPr>
              <a:t>Temperature Forecasting</a:t>
            </a:r>
            <a:endParaRPr sz="1050">
              <a:latin typeface="Arial"/>
              <a:ea typeface="Arial"/>
              <a:cs typeface="Arial"/>
              <a:sym typeface="Arial"/>
            </a:endParaRPr>
          </a:p>
          <a:p>
            <a:pPr marL="193040" lvl="0" indent="-60325" algn="l" rtl="0">
              <a:lnSpc>
                <a:spcPct val="100000"/>
              </a:lnSpc>
              <a:spcBef>
                <a:spcPts val="395"/>
              </a:spcBef>
              <a:spcAft>
                <a:spcPts val="0"/>
              </a:spcAft>
              <a:buSzPts val="950"/>
              <a:buFont typeface="Arial"/>
              <a:buChar char="•"/>
            </a:pPr>
            <a:r>
              <a:rPr lang="en-US" sz="950">
                <a:latin typeface="Arial"/>
                <a:ea typeface="Arial"/>
                <a:cs typeface="Arial"/>
                <a:sym typeface="Arial"/>
              </a:rPr>
              <a:t>Input: Historical weather data, season, humidity</a:t>
            </a:r>
            <a:endParaRPr sz="950">
              <a:latin typeface="Arial"/>
              <a:ea typeface="Arial"/>
              <a:cs typeface="Arial"/>
              <a:sym typeface="Arial"/>
            </a:endParaRPr>
          </a:p>
          <a:p>
            <a:pPr marL="193040" lvl="0" indent="-60325" algn="l" rtl="0">
              <a:lnSpc>
                <a:spcPct val="100000"/>
              </a:lnSpc>
              <a:spcBef>
                <a:spcPts val="215"/>
              </a:spcBef>
              <a:spcAft>
                <a:spcPts val="0"/>
              </a:spcAft>
              <a:buSzPts val="950"/>
              <a:buFont typeface="Arial"/>
              <a:buChar char="•"/>
            </a:pPr>
            <a:r>
              <a:rPr lang="en-US" sz="950">
                <a:latin typeface="Arial"/>
                <a:ea typeface="Arial"/>
                <a:cs typeface="Arial"/>
                <a:sym typeface="Arial"/>
              </a:rPr>
              <a:t>Output: Temperature in degrees</a:t>
            </a:r>
            <a:endParaRPr sz="950">
              <a:latin typeface="Arial"/>
              <a:ea typeface="Arial"/>
              <a:cs typeface="Arial"/>
              <a:sym typeface="Arial"/>
            </a:endParaRPr>
          </a:p>
          <a:p>
            <a:pPr marL="38100" lvl="0" indent="0" algn="l" rtl="0">
              <a:lnSpc>
                <a:spcPct val="100000"/>
              </a:lnSpc>
              <a:spcBef>
                <a:spcPts val="409"/>
              </a:spcBef>
              <a:spcAft>
                <a:spcPts val="0"/>
              </a:spcAft>
              <a:buNone/>
            </a:pPr>
            <a:r>
              <a:rPr lang="en-US" sz="1050">
                <a:solidFill>
                  <a:srgbClr val="1B1472"/>
                </a:solidFill>
                <a:latin typeface="Arial"/>
                <a:ea typeface="Arial"/>
                <a:cs typeface="Arial"/>
                <a:sym typeface="Arial"/>
              </a:rPr>
              <a:t>Stock Price Prediction</a:t>
            </a:r>
            <a:endParaRPr sz="1050">
              <a:latin typeface="Arial"/>
              <a:ea typeface="Arial"/>
              <a:cs typeface="Arial"/>
              <a:sym typeface="Arial"/>
            </a:endParaRPr>
          </a:p>
          <a:p>
            <a:pPr marL="193040" lvl="0" indent="-60325" algn="l" rtl="0">
              <a:lnSpc>
                <a:spcPct val="100000"/>
              </a:lnSpc>
              <a:spcBef>
                <a:spcPts val="395"/>
              </a:spcBef>
              <a:spcAft>
                <a:spcPts val="0"/>
              </a:spcAft>
              <a:buSzPts val="950"/>
              <a:buFont typeface="Arial"/>
              <a:buChar char="•"/>
            </a:pPr>
            <a:r>
              <a:rPr lang="en-US" sz="950">
                <a:latin typeface="Arial"/>
                <a:ea typeface="Arial"/>
                <a:cs typeface="Arial"/>
                <a:sym typeface="Arial"/>
              </a:rPr>
              <a:t>Input: Historical prices, trading volume, market indicators</a:t>
            </a:r>
            <a:endParaRPr sz="950">
              <a:latin typeface="Arial"/>
              <a:ea typeface="Arial"/>
              <a:cs typeface="Arial"/>
              <a:sym typeface="Arial"/>
            </a:endParaRPr>
          </a:p>
          <a:p>
            <a:pPr marL="193040" lvl="0" indent="-60325" algn="l" rtl="0">
              <a:lnSpc>
                <a:spcPct val="100000"/>
              </a:lnSpc>
              <a:spcBef>
                <a:spcPts val="215"/>
              </a:spcBef>
              <a:spcAft>
                <a:spcPts val="0"/>
              </a:spcAft>
              <a:buSzPts val="950"/>
              <a:buFont typeface="Arial"/>
              <a:buChar char="•"/>
            </a:pPr>
            <a:r>
              <a:rPr lang="en-US" sz="950">
                <a:latin typeface="Arial"/>
                <a:ea typeface="Arial"/>
                <a:cs typeface="Arial"/>
                <a:sym typeface="Arial"/>
              </a:rPr>
              <a:t>Output: Future stock price</a:t>
            </a:r>
            <a:endParaRPr sz="950">
              <a:latin typeface="Arial"/>
              <a:ea typeface="Arial"/>
              <a:cs typeface="Arial"/>
              <a:sym typeface="Arial"/>
            </a:endParaRPr>
          </a:p>
        </p:txBody>
      </p:sp>
      <p:grpSp>
        <p:nvGrpSpPr>
          <p:cNvPr id="130" name="Google Shape;130;p11"/>
          <p:cNvGrpSpPr/>
          <p:nvPr/>
        </p:nvGrpSpPr>
        <p:grpSpPr>
          <a:xfrm>
            <a:off x="0" y="3109250"/>
            <a:ext cx="5760261" cy="92075"/>
            <a:chOff x="0" y="3109250"/>
            <a:chExt cx="5760261" cy="92075"/>
          </a:xfrm>
        </p:grpSpPr>
        <p:sp>
          <p:nvSpPr>
            <p:cNvPr id="131" name="Google Shape;131;p1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2" name="Google Shape;132;p1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3" name="Google Shape;133;p1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4" name="Google Shape;134;p1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35" name="Google Shape;135;p1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136" name="Google Shape;136;p1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5/ 46</a:t>
            </a:r>
            <a:endParaRPr/>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2BB95F8A-A0C6-C04C-57EC-2D63243CA761}"/>
                  </a:ext>
                </a:extLst>
              </p14:cNvPr>
              <p14:cNvContentPartPr/>
              <p14:nvPr/>
            </p14:nvContentPartPr>
            <p14:xfrm>
              <a:off x="2077200" y="923040"/>
              <a:ext cx="2113560" cy="1444680"/>
            </p14:xfrm>
          </p:contentPart>
        </mc:Choice>
        <mc:Fallback>
          <p:pic>
            <p:nvPicPr>
              <p:cNvPr id="2" name="Ink 1">
                <a:extLst>
                  <a:ext uri="{FF2B5EF4-FFF2-40B4-BE49-F238E27FC236}">
                    <a16:creationId xmlns:a16="http://schemas.microsoft.com/office/drawing/2014/main" id="{2BB95F8A-A0C6-C04C-57EC-2D63243CA761}"/>
                  </a:ext>
                </a:extLst>
              </p:cNvPr>
              <p:cNvPicPr/>
              <p:nvPr/>
            </p:nvPicPr>
            <p:blipFill>
              <a:blip r:embed="rId8"/>
              <a:stretch>
                <a:fillRect/>
              </a:stretch>
            </p:blipFill>
            <p:spPr>
              <a:xfrm>
                <a:off x="2067840" y="913680"/>
                <a:ext cx="2132280" cy="1463400"/>
              </a:xfrm>
              <a:prstGeom prst="rect">
                <a:avLst/>
              </a:prstGeom>
            </p:spPr>
          </p:pic>
        </mc:Fallback>
      </mc:AlternateContent>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42" name="Google Shape;142;p12"/>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143" name="Google Shape;143;p12"/>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144" name="Google Shape;144;p12"/>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145" name="Google Shape;145;p12"/>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2</a:t>
            </a:r>
            <a:endParaRPr sz="800">
              <a:latin typeface="Calibri"/>
              <a:ea typeface="Calibri"/>
              <a:cs typeface="Calibri"/>
              <a:sym typeface="Calibri"/>
            </a:endParaRPr>
          </a:p>
        </p:txBody>
      </p:sp>
      <p:pic>
        <p:nvPicPr>
          <p:cNvPr id="146" name="Google Shape;146;p12"/>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147" name="Google Shape;147;p12"/>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148" name="Google Shape;148;p12"/>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149" name="Google Shape;149;p12"/>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150" name="Google Shape;150;p12"/>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151" name="Google Shape;151;p12"/>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152" name="Google Shape;152;p12"/>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153" name="Google Shape;153;p12"/>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154" name="Google Shape;154;p12"/>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155" name="Google Shape;155;p12"/>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156" name="Google Shape;156;p12"/>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157" name="Google Shape;157;p12"/>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158" name="Google Shape;158;p12"/>
          <p:cNvSpPr txBox="1"/>
          <p:nvPr/>
        </p:nvSpPr>
        <p:spPr>
          <a:xfrm>
            <a:off x="563029" y="537830"/>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b="1" u="sng">
                <a:solidFill>
                  <a:schemeClr val="hlink"/>
                </a:solidFill>
                <a:latin typeface="Calibri"/>
                <a:ea typeface="Calibri"/>
                <a:cs typeface="Calibri"/>
                <a:sym typeface="Calibri"/>
                <a:hlinkClick r:id="rId12"/>
              </a:rPr>
              <a:t>L</a:t>
            </a:r>
            <a:r>
              <a:rPr lang="en-US" sz="1400" b="1" u="sng" cap="small">
                <a:solidFill>
                  <a:schemeClr val="hlink"/>
                </a:solidFill>
                <a:latin typeface="Calibri"/>
                <a:ea typeface="Calibri"/>
                <a:cs typeface="Calibri"/>
                <a:sym typeface="Calibri"/>
                <a:hlinkClick r:id="rId12"/>
              </a:rPr>
              <a:t>inear</a:t>
            </a:r>
            <a:r>
              <a:rPr lang="en-US" sz="1400" b="1" u="sng">
                <a:solidFill>
                  <a:schemeClr val="hlink"/>
                </a:solidFill>
                <a:latin typeface="Calibri"/>
                <a:ea typeface="Calibri"/>
                <a:cs typeface="Calibri"/>
                <a:sym typeface="Calibri"/>
                <a:hlinkClick r:id="rId12"/>
              </a:rPr>
              <a:t> R</a:t>
            </a:r>
            <a:r>
              <a:rPr lang="en-US" sz="1400" b="1"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3"/>
              </a:rPr>
              <a:t>T</a:t>
            </a:r>
            <a:r>
              <a:rPr lang="en-US" sz="1400" b="0" u="sng" cap="small">
                <a:solidFill>
                  <a:schemeClr val="hlink"/>
                </a:solidFill>
                <a:latin typeface="Calibri"/>
                <a:ea typeface="Calibri"/>
                <a:cs typeface="Calibri"/>
                <a:sym typeface="Calibri"/>
                <a:hlinkClick r:id="rId13"/>
              </a:rPr>
              <a:t>he</a:t>
            </a:r>
            <a:r>
              <a:rPr lang="en-US" sz="1400" b="0" u="sng">
                <a:solidFill>
                  <a:schemeClr val="hlink"/>
                </a:solidFill>
                <a:latin typeface="Calibri"/>
                <a:ea typeface="Calibri"/>
                <a:cs typeface="Calibri"/>
                <a:sym typeface="Calibri"/>
                <a:hlinkClick r:id="rId13"/>
              </a:rPr>
              <a:t> L</a:t>
            </a:r>
            <a:r>
              <a:rPr lang="en-US" sz="1400" b="0" u="sng" cap="small">
                <a:solidFill>
                  <a:schemeClr val="hlink"/>
                </a:solidFill>
                <a:latin typeface="Calibri"/>
                <a:ea typeface="Calibri"/>
                <a:cs typeface="Calibri"/>
                <a:sym typeface="Calibri"/>
                <a:hlinkClick r:id="rId13"/>
              </a:rPr>
              <a:t>inear</a:t>
            </a:r>
            <a:r>
              <a:rPr lang="en-US" sz="1400" b="0" u="sng">
                <a:solidFill>
                  <a:schemeClr val="hlink"/>
                </a:solidFill>
                <a:latin typeface="Calibri"/>
                <a:ea typeface="Calibri"/>
                <a:cs typeface="Calibri"/>
                <a:sym typeface="Calibri"/>
                <a:hlinkClick r:id="rId13"/>
              </a:rPr>
              <a:t> M</a:t>
            </a:r>
            <a:r>
              <a:rPr lang="en-US" sz="1400" b="0" u="sng" cap="small">
                <a:solidFill>
                  <a:schemeClr val="hlink"/>
                </a:solidFill>
                <a:latin typeface="Calibri"/>
                <a:ea typeface="Calibri"/>
                <a:cs typeface="Calibri"/>
                <a:sym typeface="Calibri"/>
                <a:hlinkClick r:id="rId13"/>
              </a:rPr>
              <a:t>odel</a:t>
            </a:r>
            <a:r>
              <a:rPr lang="en-US" sz="1400" b="0" u="sng">
                <a:solidFill>
                  <a:schemeClr val="hlink"/>
                </a:solidFill>
                <a:latin typeface="Calibri"/>
                <a:ea typeface="Calibri"/>
                <a:cs typeface="Calibri"/>
                <a:sym typeface="Calibri"/>
                <a:hlinkClick r:id="rId13"/>
              </a:rPr>
              <a:t>: S</a:t>
            </a:r>
            <a:r>
              <a:rPr lang="en-US" sz="1400" b="0" u="sng" cap="small">
                <a:solidFill>
                  <a:schemeClr val="hlink"/>
                </a:solidFill>
                <a:latin typeface="Calibri"/>
                <a:ea typeface="Calibri"/>
                <a:cs typeface="Calibri"/>
                <a:sym typeface="Calibri"/>
                <a:hlinkClick r:id="rId13"/>
              </a:rPr>
              <a:t>ingle</a:t>
            </a:r>
            <a:r>
              <a:rPr lang="en-US" sz="1400" b="0" u="sng">
                <a:solidFill>
                  <a:schemeClr val="hlink"/>
                </a:solidFill>
                <a:latin typeface="Calibri"/>
                <a:ea typeface="Calibri"/>
                <a:cs typeface="Calibri"/>
                <a:sym typeface="Calibri"/>
                <a:hlinkClick r:id="rId13"/>
              </a:rPr>
              <a:t> N</a:t>
            </a:r>
            <a:r>
              <a:rPr lang="en-US" sz="1400" b="0" u="sng" cap="small">
                <a:solidFill>
                  <a:schemeClr val="hlink"/>
                </a:solidFill>
                <a:latin typeface="Calibri"/>
                <a:ea typeface="Calibri"/>
                <a:cs typeface="Calibri"/>
                <a:sym typeface="Calibri"/>
                <a:hlinkClick r:id="rId13"/>
              </a:rPr>
              <a:t>euron</a:t>
            </a:r>
            <a:r>
              <a:rPr lang="en-US" sz="1400" b="0">
                <a:solidFill>
                  <a:srgbClr val="D6D6EF"/>
                </a:solidFill>
                <a:latin typeface="Calibri"/>
                <a:ea typeface="Calibri"/>
                <a:cs typeface="Calibri"/>
                <a:sym typeface="Calibri"/>
              </a:rPr>
              <a:t> </a:t>
            </a:r>
            <a:endParaRPr sz="1400" b="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4"/>
              </a:rPr>
              <a:t>W</a:t>
            </a:r>
            <a:r>
              <a:rPr lang="en-US" sz="1400" b="0" u="sng" cap="small">
                <a:solidFill>
                  <a:schemeClr val="hlink"/>
                </a:solidFill>
                <a:latin typeface="Calibri"/>
                <a:ea typeface="Calibri"/>
                <a:cs typeface="Calibri"/>
                <a:sym typeface="Calibri"/>
                <a:hlinkClick r:id="rId14"/>
              </a:rPr>
              <a:t>orked</a:t>
            </a:r>
            <a:r>
              <a:rPr lang="en-US" sz="1400" b="0" u="sng">
                <a:solidFill>
                  <a:schemeClr val="hlink"/>
                </a:solidFill>
                <a:latin typeface="Calibri"/>
                <a:ea typeface="Calibri"/>
                <a:cs typeface="Calibri"/>
                <a:sym typeface="Calibri"/>
                <a:hlinkClick r:id="rId14"/>
              </a:rPr>
              <a:t> E</a:t>
            </a:r>
            <a:r>
              <a:rPr lang="en-US" sz="1400" b="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b="0" u="sng">
                <a:solidFill>
                  <a:schemeClr val="hlink"/>
                </a:solidFill>
                <a:latin typeface="Calibri"/>
                <a:ea typeface="Calibri"/>
                <a:cs typeface="Calibri"/>
                <a:sym typeface="Calibri"/>
                <a:hlinkClick r:id="rId15"/>
              </a:rPr>
              <a:t>E</a:t>
            </a:r>
            <a:r>
              <a:rPr lang="en-US" sz="1400" b="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6"/>
              </a:rPr>
              <a:t>P</a:t>
            </a:r>
            <a:r>
              <a:rPr lang="en-US" sz="1400" b="0" u="sng" cap="small">
                <a:solidFill>
                  <a:schemeClr val="hlink"/>
                </a:solidFill>
                <a:latin typeface="Calibri"/>
                <a:ea typeface="Calibri"/>
                <a:cs typeface="Calibri"/>
                <a:sym typeface="Calibri"/>
                <a:hlinkClick r:id="rId16"/>
              </a:rPr>
              <a:t>ython</a:t>
            </a:r>
            <a:r>
              <a:rPr lang="en-US" sz="1400" b="0" u="sng">
                <a:solidFill>
                  <a:schemeClr val="hlink"/>
                </a:solidFill>
                <a:latin typeface="Calibri"/>
                <a:ea typeface="Calibri"/>
                <a:cs typeface="Calibri"/>
                <a:sym typeface="Calibri"/>
                <a:hlinkClick r:id="rId16"/>
              </a:rPr>
              <a:t> I</a:t>
            </a:r>
            <a:r>
              <a:rPr lang="en-US" sz="1400" b="0" u="sng" cap="small">
                <a:solidFill>
                  <a:schemeClr val="hlink"/>
                </a:solidFill>
                <a:latin typeface="Calibri"/>
                <a:ea typeface="Calibri"/>
                <a:cs typeface="Calibri"/>
                <a:sym typeface="Calibri"/>
                <a:hlinkClick r:id="rId16"/>
              </a:rPr>
              <a:t>mplementation</a:t>
            </a:r>
            <a:r>
              <a:rPr lang="en-US" sz="1400" b="0">
                <a:solidFill>
                  <a:srgbClr val="D6D6EF"/>
                </a:solidFill>
                <a:latin typeface="Calibri"/>
                <a:ea typeface="Calibri"/>
                <a:cs typeface="Calibri"/>
                <a:sym typeface="Calibri"/>
              </a:rPr>
              <a:t> </a:t>
            </a:r>
            <a:r>
              <a:rPr lang="en-US" sz="1400" b="0" u="sng">
                <a:solidFill>
                  <a:schemeClr val="hlink"/>
                </a:solidFill>
                <a:latin typeface="Calibri"/>
                <a:ea typeface="Calibri"/>
                <a:cs typeface="Calibri"/>
                <a:sym typeface="Calibri"/>
                <a:hlinkClick r:id="rId17"/>
              </a:rPr>
              <a:t>I</a:t>
            </a:r>
            <a:r>
              <a:rPr lang="en-US" sz="1400" b="0" u="sng" cap="small">
                <a:solidFill>
                  <a:schemeClr val="hlink"/>
                </a:solidFill>
                <a:latin typeface="Calibri"/>
                <a:ea typeface="Calibri"/>
                <a:cs typeface="Calibri"/>
                <a:sym typeface="Calibri"/>
                <a:hlinkClick r:id="rId17"/>
              </a:rPr>
              <a:t>mplementation</a:t>
            </a:r>
            <a:r>
              <a:rPr lang="en-US" sz="1400" b="0" u="sng">
                <a:solidFill>
                  <a:schemeClr val="hlink"/>
                </a:solidFill>
                <a:latin typeface="Calibri"/>
                <a:ea typeface="Calibri"/>
                <a:cs typeface="Calibri"/>
                <a:sym typeface="Calibri"/>
                <a:hlinkClick r:id="rId17"/>
              </a:rPr>
              <a:t> T</a:t>
            </a:r>
            <a:r>
              <a:rPr lang="en-US" sz="1400" b="0" u="sng" cap="small">
                <a:solidFill>
                  <a:schemeClr val="hlink"/>
                </a:solidFill>
                <a:latin typeface="Calibri"/>
                <a:ea typeface="Calibri"/>
                <a:cs typeface="Calibri"/>
                <a:sym typeface="Calibri"/>
                <a:hlinkClick r:id="rId17"/>
              </a:rPr>
              <a:t>ips</a:t>
            </a:r>
            <a:r>
              <a:rPr lang="en-US" sz="1400" b="0">
                <a:solidFill>
                  <a:srgbClr val="D6D6EF"/>
                </a:solidFill>
                <a:latin typeface="Calibri"/>
                <a:ea typeface="Calibri"/>
                <a:cs typeface="Calibri"/>
                <a:sym typeface="Calibri"/>
              </a:rPr>
              <a:t> </a:t>
            </a:r>
            <a:endParaRPr sz="1400" b="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8"/>
              </a:rPr>
              <a:t>S</a:t>
            </a:r>
            <a:r>
              <a:rPr lang="en-US" sz="1400" b="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159" name="Google Shape;159;p12"/>
          <p:cNvGrpSpPr/>
          <p:nvPr/>
        </p:nvGrpSpPr>
        <p:grpSpPr>
          <a:xfrm>
            <a:off x="0" y="3109250"/>
            <a:ext cx="5760261" cy="92075"/>
            <a:chOff x="0" y="3109250"/>
            <a:chExt cx="5760261" cy="92075"/>
          </a:xfrm>
        </p:grpSpPr>
        <p:sp>
          <p:nvSpPr>
            <p:cNvPr id="160" name="Google Shape;160;p1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1" name="Google Shape;161;p1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2" name="Google Shape;162;p1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3" name="Google Shape;163;p1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4" name="Google Shape;164;p1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165" name="Google Shape;165;p12"/>
          <p:cNvSpPr txBox="1">
            <a:spLocks noGrp="1"/>
          </p:cNvSpPr>
          <p:nvPr>
            <p:ph type="sldNum" idx="12"/>
          </p:nvPr>
        </p:nvSpPr>
        <p:spPr>
          <a:xfrm>
            <a:off x="4661184" y="3109097"/>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6 / 46</a:t>
            </a:r>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L</a:t>
            </a:r>
            <a:r>
              <a:rPr lang="en-US" cap="small">
                <a:solidFill>
                  <a:srgbClr val="FFFFFF"/>
                </a:solidFill>
              </a:rPr>
              <a:t>inear</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171" name="Google Shape;171;p13"/>
          <p:cNvGrpSpPr/>
          <p:nvPr/>
        </p:nvGrpSpPr>
        <p:grpSpPr>
          <a:xfrm>
            <a:off x="309193" y="699198"/>
            <a:ext cx="5192466" cy="489281"/>
            <a:chOff x="309193" y="699198"/>
            <a:chExt cx="5192466" cy="489281"/>
          </a:xfrm>
        </p:grpSpPr>
        <p:sp>
          <p:nvSpPr>
            <p:cNvPr id="172" name="Google Shape;172;p13"/>
            <p:cNvSpPr/>
            <p:nvPr/>
          </p:nvSpPr>
          <p:spPr>
            <a:xfrm>
              <a:off x="309193" y="699198"/>
              <a:ext cx="5142230" cy="207010"/>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73" name="Google Shape;173;p13"/>
            <p:cNvPicPr preferRelativeResize="0"/>
            <p:nvPr/>
          </p:nvPicPr>
          <p:blipFill rotWithShape="1">
            <a:blip r:embed="rId3">
              <a:alphaModFix/>
            </a:blip>
            <a:srcRect/>
            <a:stretch/>
          </p:blipFill>
          <p:spPr>
            <a:xfrm>
              <a:off x="309193" y="893432"/>
              <a:ext cx="5141666" cy="50609"/>
            </a:xfrm>
            <a:prstGeom prst="rect">
              <a:avLst/>
            </a:prstGeom>
            <a:noFill/>
            <a:ln>
              <a:noFill/>
            </a:ln>
          </p:spPr>
        </p:pic>
        <p:pic>
          <p:nvPicPr>
            <p:cNvPr id="174" name="Google Shape;174;p13"/>
            <p:cNvPicPr preferRelativeResize="0"/>
            <p:nvPr/>
          </p:nvPicPr>
          <p:blipFill rotWithShape="1">
            <a:blip r:embed="rId4">
              <a:alphaModFix/>
            </a:blip>
            <a:srcRect/>
            <a:stretch/>
          </p:blipFill>
          <p:spPr>
            <a:xfrm>
              <a:off x="359994" y="1086878"/>
              <a:ext cx="101600" cy="101600"/>
            </a:xfrm>
            <a:prstGeom prst="rect">
              <a:avLst/>
            </a:prstGeom>
            <a:noFill/>
            <a:ln>
              <a:noFill/>
            </a:ln>
          </p:spPr>
        </p:pic>
        <p:pic>
          <p:nvPicPr>
            <p:cNvPr id="175" name="Google Shape;175;p13"/>
            <p:cNvPicPr preferRelativeResize="0"/>
            <p:nvPr/>
          </p:nvPicPr>
          <p:blipFill rotWithShape="1">
            <a:blip r:embed="rId5">
              <a:alphaModFix/>
            </a:blip>
            <a:srcRect/>
            <a:stretch/>
          </p:blipFill>
          <p:spPr>
            <a:xfrm>
              <a:off x="410794" y="1074178"/>
              <a:ext cx="5090865" cy="114301"/>
            </a:xfrm>
            <a:prstGeom prst="rect">
              <a:avLst/>
            </a:prstGeom>
            <a:noFill/>
            <a:ln>
              <a:noFill/>
            </a:ln>
          </p:spPr>
        </p:pic>
        <p:pic>
          <p:nvPicPr>
            <p:cNvPr id="176" name="Google Shape;176;p13"/>
            <p:cNvPicPr preferRelativeResize="0"/>
            <p:nvPr/>
          </p:nvPicPr>
          <p:blipFill rotWithShape="1">
            <a:blip r:embed="rId6">
              <a:alphaModFix/>
            </a:blip>
            <a:srcRect/>
            <a:stretch/>
          </p:blipFill>
          <p:spPr>
            <a:xfrm>
              <a:off x="5450859" y="743445"/>
              <a:ext cx="50800" cy="343433"/>
            </a:xfrm>
            <a:prstGeom prst="rect">
              <a:avLst/>
            </a:prstGeom>
            <a:noFill/>
            <a:ln>
              <a:noFill/>
            </a:ln>
          </p:spPr>
        </p:pic>
        <p:sp>
          <p:nvSpPr>
            <p:cNvPr id="177" name="Google Shape;177;p13"/>
            <p:cNvSpPr/>
            <p:nvPr/>
          </p:nvSpPr>
          <p:spPr>
            <a:xfrm>
              <a:off x="309193" y="937722"/>
              <a:ext cx="5142230" cy="200025"/>
            </a:xfrm>
            <a:custGeom>
              <a:avLst/>
              <a:gdLst/>
              <a:ahLst/>
              <a:cxnLst/>
              <a:rect l="l" t="t" r="r" b="b"/>
              <a:pathLst>
                <a:path w="5142230" h="200025" extrusionOk="0">
                  <a:moveTo>
                    <a:pt x="5141666" y="0"/>
                  </a:moveTo>
                  <a:lnTo>
                    <a:pt x="0" y="0"/>
                  </a:lnTo>
                  <a:lnTo>
                    <a:pt x="0" y="149156"/>
                  </a:lnTo>
                  <a:lnTo>
                    <a:pt x="4008" y="168880"/>
                  </a:lnTo>
                  <a:lnTo>
                    <a:pt x="14922" y="185033"/>
                  </a:lnTo>
                  <a:lnTo>
                    <a:pt x="31075" y="195947"/>
                  </a:lnTo>
                  <a:lnTo>
                    <a:pt x="50800" y="199956"/>
                  </a:lnTo>
                  <a:lnTo>
                    <a:pt x="5090865" y="199956"/>
                  </a:lnTo>
                  <a:lnTo>
                    <a:pt x="5110590" y="195947"/>
                  </a:lnTo>
                  <a:lnTo>
                    <a:pt x="5126743" y="185033"/>
                  </a:lnTo>
                  <a:lnTo>
                    <a:pt x="5137657" y="168880"/>
                  </a:lnTo>
                  <a:lnTo>
                    <a:pt x="5141666" y="149156"/>
                  </a:lnTo>
                  <a:lnTo>
                    <a:pt x="5141666"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8" name="Google Shape;178;p13"/>
            <p:cNvSpPr/>
            <p:nvPr/>
          </p:nvSpPr>
          <p:spPr>
            <a:xfrm>
              <a:off x="5450859" y="781541"/>
              <a:ext cx="0" cy="324485"/>
            </a:xfrm>
            <a:custGeom>
              <a:avLst/>
              <a:gdLst/>
              <a:ahLst/>
              <a:cxnLst/>
              <a:rect l="l" t="t" r="r" b="b"/>
              <a:pathLst>
                <a:path w="120000" h="324484" extrusionOk="0">
                  <a:moveTo>
                    <a:pt x="0" y="324387"/>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9" name="Google Shape;179;p13"/>
            <p:cNvSpPr/>
            <p:nvPr/>
          </p:nvSpPr>
          <p:spPr>
            <a:xfrm>
              <a:off x="5450859" y="768841"/>
              <a:ext cx="0" cy="12700"/>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0" name="Google Shape;180;p13"/>
            <p:cNvSpPr/>
            <p:nvPr/>
          </p:nvSpPr>
          <p:spPr>
            <a:xfrm>
              <a:off x="5450859" y="756140"/>
              <a:ext cx="0" cy="12700"/>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1" name="Google Shape;181;p13"/>
            <p:cNvSpPr/>
            <p:nvPr/>
          </p:nvSpPr>
          <p:spPr>
            <a:xfrm>
              <a:off x="5450859" y="743440"/>
              <a:ext cx="0" cy="12700"/>
            </a:xfrm>
            <a:custGeom>
              <a:avLst/>
              <a:gdLst/>
              <a:ahLst/>
              <a:cxnLst/>
              <a:rect l="l" t="t" r="r" b="b"/>
              <a:pathLst>
                <a:path w="120000" h="12700" extrusionOk="0">
                  <a:moveTo>
                    <a:pt x="0" y="12699"/>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2" name="Google Shape;182;p13"/>
            <p:cNvSpPr/>
            <p:nvPr/>
          </p:nvSpPr>
          <p:spPr>
            <a:xfrm>
              <a:off x="5450859" y="724390"/>
              <a:ext cx="0" cy="1905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3" name="Google Shape;183;p13"/>
          <p:cNvSpPr txBox="1"/>
          <p:nvPr/>
        </p:nvSpPr>
        <p:spPr>
          <a:xfrm>
            <a:off x="347294" y="629639"/>
            <a:ext cx="4985385" cy="854710"/>
          </a:xfrm>
          <a:prstGeom prst="rect">
            <a:avLst/>
          </a:prstGeom>
          <a:noFill/>
          <a:ln>
            <a:noFill/>
          </a:ln>
        </p:spPr>
        <p:txBody>
          <a:bodyPr spcFirstLastPara="1" wrap="square" lIns="0" tIns="53975" rIns="0" bIns="0" anchor="t" anchorCtr="0">
            <a:spAutoFit/>
          </a:bodyPr>
          <a:lstStyle/>
          <a:p>
            <a:pPr marL="12700" lvl="0" indent="0" algn="l" rtl="0">
              <a:lnSpc>
                <a:spcPct val="100000"/>
              </a:lnSpc>
              <a:spcBef>
                <a:spcPts val="0"/>
              </a:spcBef>
              <a:spcAft>
                <a:spcPts val="0"/>
              </a:spcAft>
              <a:buNone/>
            </a:pPr>
            <a:r>
              <a:rPr lang="en-US" sz="1400">
                <a:solidFill>
                  <a:srgbClr val="3333B2"/>
                </a:solidFill>
                <a:latin typeface="Calibri"/>
                <a:ea typeface="Calibri"/>
                <a:cs typeface="Calibri"/>
                <a:sym typeface="Calibri"/>
              </a:rPr>
              <a:t>D</a:t>
            </a:r>
            <a:r>
              <a:rPr lang="en-US" sz="1400" cap="small">
                <a:solidFill>
                  <a:srgbClr val="3333B2"/>
                </a:solidFill>
                <a:latin typeface="Calibri"/>
                <a:ea typeface="Calibri"/>
                <a:cs typeface="Calibri"/>
                <a:sym typeface="Calibri"/>
              </a:rPr>
              <a:t>efinition</a:t>
            </a:r>
            <a:endParaRPr sz="1400">
              <a:latin typeface="Calibri"/>
              <a:ea typeface="Calibri"/>
              <a:cs typeface="Calibri"/>
              <a:sym typeface="Calibri"/>
            </a:endParaRPr>
          </a:p>
          <a:p>
            <a:pPr marL="12700" lvl="0" indent="0" algn="l" rtl="0">
              <a:lnSpc>
                <a:spcPct val="100000"/>
              </a:lnSpc>
              <a:spcBef>
                <a:spcPts val="254"/>
              </a:spcBef>
              <a:spcAft>
                <a:spcPts val="0"/>
              </a:spcAft>
              <a:buNone/>
            </a:pPr>
            <a:r>
              <a:rPr lang="en-US" sz="1050">
                <a:latin typeface="Arial"/>
                <a:ea typeface="Arial"/>
                <a:cs typeface="Arial"/>
                <a:sym typeface="Arial"/>
              </a:rPr>
              <a:t>Linear regression assumes the output is a linear combination of the input features.</a:t>
            </a:r>
            <a:endParaRPr sz="1050">
              <a:latin typeface="Arial"/>
              <a:ea typeface="Arial"/>
              <a:cs typeface="Arial"/>
              <a:sym typeface="Arial"/>
            </a:endParaRPr>
          </a:p>
          <a:p>
            <a:pPr marL="0" lvl="0" indent="0" algn="l" rtl="0">
              <a:lnSpc>
                <a:spcPct val="100000"/>
              </a:lnSpc>
              <a:spcBef>
                <a:spcPts val="530"/>
              </a:spcBef>
              <a:spcAft>
                <a:spcPts val="0"/>
              </a:spcAft>
              <a:buNone/>
            </a:pPr>
            <a:endParaRPr sz="1050">
              <a:latin typeface="Arial"/>
              <a:ea typeface="Arial"/>
              <a:cs typeface="Arial"/>
              <a:sym typeface="Arial"/>
            </a:endParaRPr>
          </a:p>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Mathematical Form:</a:t>
            </a:r>
            <a:endParaRPr sz="1050">
              <a:latin typeface="Arial"/>
              <a:ea typeface="Arial"/>
              <a:cs typeface="Arial"/>
              <a:sym typeface="Arial"/>
            </a:endParaRPr>
          </a:p>
        </p:txBody>
      </p:sp>
      <p:sp>
        <p:nvSpPr>
          <p:cNvPr id="184" name="Google Shape;184;p13"/>
          <p:cNvSpPr txBox="1"/>
          <p:nvPr/>
        </p:nvSpPr>
        <p:spPr>
          <a:xfrm>
            <a:off x="1738176" y="1614550"/>
            <a:ext cx="2736300" cy="196800"/>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y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0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1</a:t>
            </a:r>
            <a:r>
              <a:rPr lang="en-US" sz="1050" i="1">
                <a:latin typeface="Arial"/>
                <a:ea typeface="Arial"/>
                <a:cs typeface="Arial"/>
                <a:sym typeface="Arial"/>
              </a:rPr>
              <a:t>x</a:t>
            </a:r>
            <a:r>
              <a:rPr lang="en-US" sz="1050" baseline="-25000">
                <a:latin typeface="Arial"/>
                <a:ea typeface="Arial"/>
                <a:cs typeface="Arial"/>
                <a:sym typeface="Arial"/>
              </a:rPr>
              <a:t>1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050" i="1">
                <a:latin typeface="Arial"/>
                <a:ea typeface="Arial"/>
                <a:cs typeface="Arial"/>
                <a:sym typeface="Arial"/>
              </a:rPr>
              <a:t>x</a:t>
            </a:r>
            <a:r>
              <a:rPr lang="en-US" sz="1050" baseline="-25000">
                <a:latin typeface="Arial"/>
                <a:ea typeface="Arial"/>
                <a:cs typeface="Arial"/>
                <a:sym typeface="Arial"/>
              </a:rPr>
              <a:t>2 </a:t>
            </a:r>
            <a:r>
              <a:rPr lang="en-US" sz="1200">
                <a:latin typeface="Tahoma"/>
                <a:ea typeface="Tahoma"/>
                <a:cs typeface="Tahoma"/>
                <a:sym typeface="Tahoma"/>
              </a:rPr>
              <a:t>+ </a:t>
            </a:r>
            <a:r>
              <a:rPr lang="en-US" sz="1200">
                <a:latin typeface="Lucida Sans"/>
                <a:ea typeface="Lucida Sans"/>
                <a:cs typeface="Lucida Sans"/>
                <a:sym typeface="Lucida Sans"/>
              </a:rPr>
              <a:t>· · · </a:t>
            </a:r>
            <a:r>
              <a:rPr lang="en-US" sz="1200">
                <a:latin typeface="Tahoma"/>
                <a:ea typeface="Tahoma"/>
                <a:cs typeface="Tahoma"/>
                <a:sym typeface="Tahoma"/>
              </a:rPr>
              <a:t>+ </a:t>
            </a:r>
            <a:r>
              <a:rPr lang="en-US" sz="1050" i="1">
                <a:latin typeface="Arial"/>
                <a:ea typeface="Arial"/>
                <a:cs typeface="Arial"/>
                <a:sym typeface="Arial"/>
              </a:rPr>
              <a:t>w</a:t>
            </a:r>
            <a:r>
              <a:rPr lang="en-US" sz="1050" i="1" baseline="-25000">
                <a:latin typeface="Arial"/>
                <a:ea typeface="Arial"/>
                <a:cs typeface="Arial"/>
                <a:sym typeface="Arial"/>
              </a:rPr>
              <a:t>d</a:t>
            </a:r>
            <a:r>
              <a:rPr lang="en-US" sz="1050" i="1">
                <a:latin typeface="Arial"/>
                <a:ea typeface="Arial"/>
                <a:cs typeface="Arial"/>
                <a:sym typeface="Arial"/>
              </a:rPr>
              <a:t>x</a:t>
            </a:r>
            <a:r>
              <a:rPr lang="en-US" sz="1050" i="1" baseline="-25000">
                <a:latin typeface="Arial"/>
                <a:ea typeface="Arial"/>
                <a:cs typeface="Arial"/>
                <a:sym typeface="Arial"/>
              </a:rPr>
              <a:t>d</a:t>
            </a:r>
            <a:endParaRPr sz="1050" baseline="-25000">
              <a:latin typeface="Arial"/>
              <a:ea typeface="Arial"/>
              <a:cs typeface="Arial"/>
              <a:sym typeface="Arial"/>
            </a:endParaRPr>
          </a:p>
        </p:txBody>
      </p:sp>
      <p:sp>
        <p:nvSpPr>
          <p:cNvPr id="185" name="Google Shape;185;p13"/>
          <p:cNvSpPr txBox="1"/>
          <p:nvPr/>
        </p:nvSpPr>
        <p:spPr>
          <a:xfrm>
            <a:off x="5220322" y="1629732"/>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a:t>
            </a:r>
            <a:endParaRPr sz="1050">
              <a:latin typeface="Arial"/>
              <a:ea typeface="Arial"/>
              <a:cs typeface="Arial"/>
              <a:sym typeface="Arial"/>
            </a:endParaRPr>
          </a:p>
        </p:txBody>
      </p:sp>
      <p:grpSp>
        <p:nvGrpSpPr>
          <p:cNvPr id="186" name="Google Shape;186;p13"/>
          <p:cNvGrpSpPr/>
          <p:nvPr/>
        </p:nvGrpSpPr>
        <p:grpSpPr>
          <a:xfrm>
            <a:off x="513702" y="2263978"/>
            <a:ext cx="69291" cy="512127"/>
            <a:chOff x="513702" y="2263978"/>
            <a:chExt cx="69291" cy="512127"/>
          </a:xfrm>
        </p:grpSpPr>
        <p:pic>
          <p:nvPicPr>
            <p:cNvPr id="187" name="Google Shape;187;p13"/>
            <p:cNvPicPr preferRelativeResize="0"/>
            <p:nvPr/>
          </p:nvPicPr>
          <p:blipFill rotWithShape="1">
            <a:blip r:embed="rId7">
              <a:alphaModFix/>
            </a:blip>
            <a:srcRect/>
            <a:stretch/>
          </p:blipFill>
          <p:spPr>
            <a:xfrm>
              <a:off x="513702" y="2263978"/>
              <a:ext cx="69291" cy="69291"/>
            </a:xfrm>
            <a:prstGeom prst="rect">
              <a:avLst/>
            </a:prstGeom>
            <a:noFill/>
            <a:ln>
              <a:noFill/>
            </a:ln>
          </p:spPr>
        </p:pic>
        <p:pic>
          <p:nvPicPr>
            <p:cNvPr id="188" name="Google Shape;188;p13"/>
            <p:cNvPicPr preferRelativeResize="0"/>
            <p:nvPr/>
          </p:nvPicPr>
          <p:blipFill rotWithShape="1">
            <a:blip r:embed="rId8">
              <a:alphaModFix/>
            </a:blip>
            <a:srcRect/>
            <a:stretch/>
          </p:blipFill>
          <p:spPr>
            <a:xfrm>
              <a:off x="513702" y="2485390"/>
              <a:ext cx="69291" cy="69291"/>
            </a:xfrm>
            <a:prstGeom prst="rect">
              <a:avLst/>
            </a:prstGeom>
            <a:noFill/>
            <a:ln>
              <a:noFill/>
            </a:ln>
          </p:spPr>
        </p:pic>
        <p:pic>
          <p:nvPicPr>
            <p:cNvPr id="189" name="Google Shape;189;p13"/>
            <p:cNvPicPr preferRelativeResize="0"/>
            <p:nvPr/>
          </p:nvPicPr>
          <p:blipFill rotWithShape="1">
            <a:blip r:embed="rId9">
              <a:alphaModFix/>
            </a:blip>
            <a:srcRect/>
            <a:stretch/>
          </p:blipFill>
          <p:spPr>
            <a:xfrm>
              <a:off x="513702" y="2706814"/>
              <a:ext cx="69291" cy="69291"/>
            </a:xfrm>
            <a:prstGeom prst="rect">
              <a:avLst/>
            </a:prstGeom>
            <a:noFill/>
            <a:ln>
              <a:noFill/>
            </a:ln>
          </p:spPr>
        </p:pic>
      </p:grpSp>
      <p:sp>
        <p:nvSpPr>
          <p:cNvPr id="190" name="Google Shape;190;p13"/>
          <p:cNvSpPr txBox="1"/>
          <p:nvPr/>
        </p:nvSpPr>
        <p:spPr>
          <a:xfrm>
            <a:off x="321894" y="1926987"/>
            <a:ext cx="2919730" cy="892175"/>
          </a:xfrm>
          <a:prstGeom prst="rect">
            <a:avLst/>
          </a:prstGeom>
          <a:noFill/>
          <a:ln>
            <a:noFill/>
          </a:ln>
        </p:spPr>
        <p:txBody>
          <a:bodyPr spcFirstLastPara="1" wrap="square" lIns="0" tIns="53975"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where:</a:t>
            </a:r>
            <a:endParaRPr sz="1050">
              <a:latin typeface="Arial"/>
              <a:ea typeface="Arial"/>
              <a:cs typeface="Arial"/>
              <a:sym typeface="Arial"/>
            </a:endParaRPr>
          </a:p>
          <a:p>
            <a:pPr marL="335280" lvl="0" indent="0" algn="l" rtl="0">
              <a:lnSpc>
                <a:spcPct val="100000"/>
              </a:lnSpc>
              <a:spcBef>
                <a:spcPts val="330"/>
              </a:spcBef>
              <a:spcAft>
                <a:spcPts val="0"/>
              </a:spcAft>
              <a:buNone/>
            </a:pPr>
            <a:r>
              <a:rPr lang="en-US" sz="1050" b="1">
                <a:latin typeface="Arial"/>
                <a:ea typeface="Arial"/>
                <a:cs typeface="Arial"/>
                <a:sym typeface="Arial"/>
              </a:rPr>
              <a:t>x </a:t>
            </a:r>
            <a:r>
              <a:rPr lang="en-US" sz="1200">
                <a:latin typeface="Tahoma"/>
                <a:ea typeface="Tahoma"/>
                <a:cs typeface="Tahoma"/>
                <a:sym typeface="Tahoma"/>
              </a:rPr>
              <a:t>= [</a:t>
            </a:r>
            <a:r>
              <a:rPr lang="en-US" sz="1050" i="1">
                <a:latin typeface="Arial"/>
                <a:ea typeface="Arial"/>
                <a:cs typeface="Arial"/>
                <a:sym typeface="Arial"/>
              </a:rPr>
              <a:t>x</a:t>
            </a:r>
            <a:r>
              <a:rPr lang="en-US" sz="1050" baseline="-25000">
                <a:latin typeface="Arial"/>
                <a:ea typeface="Arial"/>
                <a:cs typeface="Arial"/>
                <a:sym typeface="Arial"/>
              </a:rPr>
              <a:t>1</a:t>
            </a:r>
            <a:r>
              <a:rPr lang="en-US" sz="1200" i="1">
                <a:latin typeface="Calibri"/>
                <a:ea typeface="Calibri"/>
                <a:cs typeface="Calibri"/>
                <a:sym typeface="Calibri"/>
              </a:rPr>
              <a:t>, </a:t>
            </a:r>
            <a:r>
              <a:rPr lang="en-US" sz="1050" i="1">
                <a:latin typeface="Arial"/>
                <a:ea typeface="Arial"/>
                <a:cs typeface="Arial"/>
                <a:sym typeface="Arial"/>
              </a:rPr>
              <a:t>x</a:t>
            </a:r>
            <a:r>
              <a:rPr lang="en-US" sz="1050" baseline="-25000">
                <a:latin typeface="Arial"/>
                <a:ea typeface="Arial"/>
                <a:cs typeface="Arial"/>
                <a:sym typeface="Arial"/>
              </a:rPr>
              <a:t>2</a:t>
            </a:r>
            <a:r>
              <a:rPr lang="en-US" sz="1200" i="1">
                <a:latin typeface="Calibri"/>
                <a:ea typeface="Calibri"/>
                <a:cs typeface="Calibri"/>
                <a:sym typeface="Calibri"/>
              </a:rPr>
              <a:t>, . . . , </a:t>
            </a:r>
            <a:r>
              <a:rPr lang="en-US" sz="1050" i="1">
                <a:latin typeface="Arial"/>
                <a:ea typeface="Arial"/>
                <a:cs typeface="Arial"/>
                <a:sym typeface="Arial"/>
              </a:rPr>
              <a:t>x</a:t>
            </a:r>
            <a:r>
              <a:rPr lang="en-US" sz="1050" i="1" baseline="-25000">
                <a:latin typeface="Arial"/>
                <a:ea typeface="Arial"/>
                <a:cs typeface="Arial"/>
                <a:sym typeface="Arial"/>
              </a:rPr>
              <a:t>d </a:t>
            </a:r>
            <a:r>
              <a:rPr lang="en-US" sz="1200">
                <a:latin typeface="Tahoma"/>
                <a:ea typeface="Tahoma"/>
                <a:cs typeface="Tahoma"/>
                <a:sym typeface="Tahoma"/>
              </a:rPr>
              <a:t>]</a:t>
            </a:r>
            <a:r>
              <a:rPr lang="en-US" sz="1050" i="1" baseline="30000">
                <a:latin typeface="Arial"/>
                <a:ea typeface="Arial"/>
                <a:cs typeface="Arial"/>
                <a:sym typeface="Arial"/>
              </a:rPr>
              <a:t>T </a:t>
            </a:r>
            <a:r>
              <a:rPr lang="en-US" sz="1050">
                <a:latin typeface="Arial"/>
                <a:ea typeface="Arial"/>
                <a:cs typeface="Arial"/>
                <a:sym typeface="Arial"/>
              </a:rPr>
              <a:t>are the input features</a:t>
            </a:r>
            <a:endParaRPr sz="1050">
              <a:latin typeface="Arial"/>
              <a:ea typeface="Arial"/>
              <a:cs typeface="Arial"/>
              <a:sym typeface="Arial"/>
            </a:endParaRPr>
          </a:p>
          <a:p>
            <a:pPr marL="335280" lvl="0" indent="0" algn="l" rtl="0">
              <a:lnSpc>
                <a:spcPct val="100000"/>
              </a:lnSpc>
              <a:spcBef>
                <a:spcPts val="305"/>
              </a:spcBef>
              <a:spcAft>
                <a:spcPts val="0"/>
              </a:spcAft>
              <a:buNone/>
            </a:pPr>
            <a:r>
              <a:rPr lang="en-US" sz="1050" b="1">
                <a:latin typeface="Arial"/>
                <a:ea typeface="Arial"/>
                <a:cs typeface="Arial"/>
                <a:sym typeface="Arial"/>
              </a:rPr>
              <a:t>w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1</a:t>
            </a:r>
            <a:r>
              <a:rPr lang="en-US" sz="1200" i="1">
                <a:latin typeface="Calibri"/>
                <a:ea typeface="Calibri"/>
                <a:cs typeface="Calibri"/>
                <a:sym typeface="Calibri"/>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200" i="1">
                <a:latin typeface="Calibri"/>
                <a:ea typeface="Calibri"/>
                <a:cs typeface="Calibri"/>
                <a:sym typeface="Calibri"/>
              </a:rPr>
              <a:t>, . . . , </a:t>
            </a:r>
            <a:r>
              <a:rPr lang="en-US" sz="1050" i="1">
                <a:latin typeface="Arial"/>
                <a:ea typeface="Arial"/>
                <a:cs typeface="Arial"/>
                <a:sym typeface="Arial"/>
              </a:rPr>
              <a:t>w</a:t>
            </a:r>
            <a:r>
              <a:rPr lang="en-US" sz="1050" i="1" baseline="-25000">
                <a:latin typeface="Arial"/>
                <a:ea typeface="Arial"/>
                <a:cs typeface="Arial"/>
                <a:sym typeface="Arial"/>
              </a:rPr>
              <a:t>d </a:t>
            </a:r>
            <a:r>
              <a:rPr lang="en-US" sz="1200">
                <a:latin typeface="Tahoma"/>
                <a:ea typeface="Tahoma"/>
                <a:cs typeface="Tahoma"/>
                <a:sym typeface="Tahoma"/>
              </a:rPr>
              <a:t>]</a:t>
            </a:r>
            <a:r>
              <a:rPr lang="en-US" sz="1050" i="1" baseline="30000">
                <a:latin typeface="Arial"/>
                <a:ea typeface="Arial"/>
                <a:cs typeface="Arial"/>
                <a:sym typeface="Arial"/>
              </a:rPr>
              <a:t>T </a:t>
            </a:r>
            <a:r>
              <a:rPr lang="en-US" sz="1050">
                <a:latin typeface="Arial"/>
                <a:ea typeface="Arial"/>
                <a:cs typeface="Arial"/>
                <a:sym typeface="Arial"/>
              </a:rPr>
              <a:t>are the weights</a:t>
            </a:r>
            <a:endParaRPr sz="1050">
              <a:latin typeface="Arial"/>
              <a:ea typeface="Arial"/>
              <a:cs typeface="Arial"/>
              <a:sym typeface="Arial"/>
            </a:endParaRPr>
          </a:p>
          <a:p>
            <a:pPr marL="335280" lvl="0" indent="0" algn="l" rtl="0">
              <a:lnSpc>
                <a:spcPct val="100000"/>
              </a:lnSpc>
              <a:spcBef>
                <a:spcPts val="455"/>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0 </a:t>
            </a:r>
            <a:r>
              <a:rPr lang="en-US" sz="1050">
                <a:latin typeface="Arial"/>
                <a:ea typeface="Arial"/>
                <a:cs typeface="Arial"/>
                <a:sym typeface="Arial"/>
              </a:rPr>
              <a:t>is the bias term</a:t>
            </a:r>
            <a:endParaRPr sz="1050">
              <a:latin typeface="Arial"/>
              <a:ea typeface="Arial"/>
              <a:cs typeface="Arial"/>
              <a:sym typeface="Arial"/>
            </a:endParaRPr>
          </a:p>
        </p:txBody>
      </p:sp>
      <p:grpSp>
        <p:nvGrpSpPr>
          <p:cNvPr id="191" name="Google Shape;191;p13"/>
          <p:cNvGrpSpPr/>
          <p:nvPr/>
        </p:nvGrpSpPr>
        <p:grpSpPr>
          <a:xfrm>
            <a:off x="0" y="3109250"/>
            <a:ext cx="5760261" cy="92075"/>
            <a:chOff x="0" y="3109250"/>
            <a:chExt cx="5760261" cy="92075"/>
          </a:xfrm>
        </p:grpSpPr>
        <p:sp>
          <p:nvSpPr>
            <p:cNvPr id="192" name="Google Shape;192;p1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3" name="Google Shape;193;p1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4" name="Google Shape;194;p1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5" name="Google Shape;195;p1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6" name="Google Shape;196;p1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0"/>
              </a:rPr>
              <a:t>D</a:t>
            </a:r>
            <a:r>
              <a:rPr lang="en-US" sz="600" u="sng" cap="small">
                <a:solidFill>
                  <a:schemeClr val="hlink"/>
                </a:solidFill>
                <a:latin typeface="Calibri"/>
                <a:ea typeface="Calibri"/>
                <a:cs typeface="Calibri"/>
                <a:sym typeface="Calibri"/>
                <a:hlinkClick r:id="rId10"/>
              </a:rPr>
              <a:t>eep</a:t>
            </a:r>
            <a:r>
              <a:rPr lang="en-US" sz="600" u="sng">
                <a:solidFill>
                  <a:schemeClr val="hlink"/>
                </a:solidFill>
                <a:latin typeface="Calibri"/>
                <a:ea typeface="Calibri"/>
                <a:cs typeface="Calibri"/>
                <a:sym typeface="Calibri"/>
                <a:hlinkClick r:id="rId10"/>
              </a:rPr>
              <a:t> L</a:t>
            </a:r>
            <a:r>
              <a:rPr lang="en-US" sz="600" u="sng" cap="small">
                <a:solidFill>
                  <a:schemeClr val="hlink"/>
                </a:solidFill>
                <a:latin typeface="Calibri"/>
                <a:ea typeface="Calibri"/>
                <a:cs typeface="Calibri"/>
                <a:sym typeface="Calibri"/>
                <a:hlinkClick r:id="rId10"/>
              </a:rPr>
              <a:t>earning</a:t>
            </a:r>
            <a:endParaRPr sz="600">
              <a:latin typeface="Calibri"/>
              <a:ea typeface="Calibri"/>
              <a:cs typeface="Calibri"/>
              <a:sym typeface="Calibri"/>
            </a:endParaRPr>
          </a:p>
        </p:txBody>
      </p:sp>
      <p:sp>
        <p:nvSpPr>
          <p:cNvPr id="197" name="Google Shape;197;p1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 7/ 46</a:t>
            </a:r>
            <a:endParaRPr/>
          </a:p>
        </p:txBody>
      </p:sp>
      <mc:AlternateContent xmlns:mc="http://schemas.openxmlformats.org/markup-compatibility/2006">
        <mc:Choice xmlns:p14="http://schemas.microsoft.com/office/powerpoint/2010/main" Requires="p14">
          <p:contentPart p14:bwMode="auto" r:id="rId11">
            <p14:nvContentPartPr>
              <p14:cNvPr id="2" name="Ink 1">
                <a:extLst>
                  <a:ext uri="{FF2B5EF4-FFF2-40B4-BE49-F238E27FC236}">
                    <a16:creationId xmlns:a16="http://schemas.microsoft.com/office/drawing/2014/main" id="{FFF584B3-2119-A626-49A9-6B12D466F606}"/>
                  </a:ext>
                </a:extLst>
              </p14:cNvPr>
              <p14:cNvContentPartPr/>
              <p14:nvPr/>
            </p14:nvContentPartPr>
            <p14:xfrm>
              <a:off x="3345840" y="1639440"/>
              <a:ext cx="772200" cy="911520"/>
            </p14:xfrm>
          </p:contentPart>
        </mc:Choice>
        <mc:Fallback>
          <p:pic>
            <p:nvPicPr>
              <p:cNvPr id="2" name="Ink 1">
                <a:extLst>
                  <a:ext uri="{FF2B5EF4-FFF2-40B4-BE49-F238E27FC236}">
                    <a16:creationId xmlns:a16="http://schemas.microsoft.com/office/drawing/2014/main" id="{FFF584B3-2119-A626-49A9-6B12D466F606}"/>
                  </a:ext>
                </a:extLst>
              </p:cNvPr>
              <p:cNvPicPr/>
              <p:nvPr/>
            </p:nvPicPr>
            <p:blipFill>
              <a:blip r:embed="rId12"/>
              <a:stretch>
                <a:fillRect/>
              </a:stretch>
            </p:blipFill>
            <p:spPr>
              <a:xfrm>
                <a:off x="3336480" y="1630080"/>
                <a:ext cx="790920" cy="930240"/>
              </a:xfrm>
              <a:prstGeom prst="rect">
                <a:avLst/>
              </a:prstGeom>
            </p:spPr>
          </p:pic>
        </mc:Fallback>
      </mc:AlternateContent>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L</a:t>
            </a:r>
            <a:r>
              <a:rPr lang="en-US" cap="small">
                <a:solidFill>
                  <a:srgbClr val="FFFFFF"/>
                </a:solidFill>
              </a:rPr>
              <a:t>inear</a:t>
            </a:r>
            <a:r>
              <a:rPr lang="en-US">
                <a:solidFill>
                  <a:srgbClr val="FFFFFF"/>
                </a:solidFill>
              </a:rPr>
              <a:t> R</a:t>
            </a:r>
            <a:r>
              <a:rPr lang="en-US" cap="small">
                <a:solidFill>
                  <a:srgbClr val="FFFFFF"/>
                </a:solidFill>
              </a:rPr>
              <a:t>egression</a:t>
            </a:r>
            <a:endParaRPr/>
          </a:p>
        </p:txBody>
      </p:sp>
      <p:pic>
        <p:nvPicPr>
          <p:cNvPr id="203" name="Google Shape;203;p14"/>
          <p:cNvPicPr preferRelativeResize="0"/>
          <p:nvPr/>
        </p:nvPicPr>
        <p:blipFill rotWithShape="1">
          <a:blip r:embed="rId3">
            <a:alphaModFix/>
          </a:blip>
          <a:srcRect/>
          <a:stretch/>
        </p:blipFill>
        <p:spPr>
          <a:xfrm>
            <a:off x="456996" y="984364"/>
            <a:ext cx="121259" cy="121259"/>
          </a:xfrm>
          <a:prstGeom prst="rect">
            <a:avLst/>
          </a:prstGeom>
          <a:noFill/>
          <a:ln>
            <a:noFill/>
          </a:ln>
        </p:spPr>
      </p:pic>
      <p:sp>
        <p:nvSpPr>
          <p:cNvPr id="204" name="Google Shape;204;p14"/>
          <p:cNvSpPr txBox="1"/>
          <p:nvPr/>
        </p:nvSpPr>
        <p:spPr>
          <a:xfrm>
            <a:off x="483946" y="974514"/>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sp>
        <p:nvSpPr>
          <p:cNvPr id="205" name="Google Shape;205;p14"/>
          <p:cNvSpPr txBox="1"/>
          <p:nvPr/>
        </p:nvSpPr>
        <p:spPr>
          <a:xfrm>
            <a:off x="644626" y="938141"/>
            <a:ext cx="106235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Salary Prediction</a:t>
            </a:r>
            <a:endParaRPr sz="1050">
              <a:latin typeface="Arial"/>
              <a:ea typeface="Arial"/>
              <a:cs typeface="Arial"/>
              <a:sym typeface="Arial"/>
            </a:endParaRPr>
          </a:p>
        </p:txBody>
      </p:sp>
      <p:sp>
        <p:nvSpPr>
          <p:cNvPr id="206" name="Google Shape;206;p14"/>
          <p:cNvSpPr txBox="1"/>
          <p:nvPr/>
        </p:nvSpPr>
        <p:spPr>
          <a:xfrm>
            <a:off x="774445" y="1133613"/>
            <a:ext cx="2496185" cy="191770"/>
          </a:xfrm>
          <a:prstGeom prst="rect">
            <a:avLst/>
          </a:prstGeom>
          <a:noFill/>
          <a:ln>
            <a:noFill/>
          </a:ln>
        </p:spPr>
        <p:txBody>
          <a:bodyPr spcFirstLastPara="1" wrap="square" lIns="0" tIns="11425" rIns="0" bIns="0" anchor="t" anchorCtr="0">
            <a:spAutoFit/>
          </a:bodyPr>
          <a:lstStyle/>
          <a:p>
            <a:pPr marL="38100" lvl="0" indent="-60325" algn="l" rtl="0">
              <a:lnSpc>
                <a:spcPct val="100000"/>
              </a:lnSpc>
              <a:spcBef>
                <a:spcPts val="0"/>
              </a:spcBef>
              <a:spcAft>
                <a:spcPts val="0"/>
              </a:spcAft>
              <a:buSzPts val="950"/>
              <a:buFont typeface="Arial"/>
              <a:buChar char="•"/>
            </a:pPr>
            <a:r>
              <a:rPr lang="en-US" sz="950">
                <a:latin typeface="Arial"/>
                <a:ea typeface="Arial"/>
                <a:cs typeface="Arial"/>
                <a:sym typeface="Arial"/>
              </a:rPr>
              <a:t>Salary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0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1 </a:t>
            </a:r>
            <a:r>
              <a:rPr lang="en-US" sz="1100">
                <a:latin typeface="Lucida Sans"/>
                <a:ea typeface="Lucida Sans"/>
                <a:cs typeface="Lucida Sans"/>
                <a:sym typeface="Lucida Sans"/>
              </a:rPr>
              <a:t>× </a:t>
            </a:r>
            <a:r>
              <a:rPr lang="en-US" sz="950">
                <a:latin typeface="Arial"/>
                <a:ea typeface="Arial"/>
                <a:cs typeface="Arial"/>
                <a:sym typeface="Arial"/>
              </a:rPr>
              <a:t>Years of Experience</a:t>
            </a:r>
            <a:endParaRPr sz="950">
              <a:latin typeface="Arial"/>
              <a:ea typeface="Arial"/>
              <a:cs typeface="Arial"/>
              <a:sym typeface="Arial"/>
            </a:endParaRPr>
          </a:p>
        </p:txBody>
      </p:sp>
      <p:grpSp>
        <p:nvGrpSpPr>
          <p:cNvPr id="207" name="Google Shape;207;p14"/>
          <p:cNvGrpSpPr/>
          <p:nvPr/>
        </p:nvGrpSpPr>
        <p:grpSpPr>
          <a:xfrm>
            <a:off x="456996" y="1391780"/>
            <a:ext cx="121259" cy="528662"/>
            <a:chOff x="456996" y="1391780"/>
            <a:chExt cx="121259" cy="528662"/>
          </a:xfrm>
        </p:grpSpPr>
        <p:pic>
          <p:nvPicPr>
            <p:cNvPr id="208" name="Google Shape;208;p14"/>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209" name="Google Shape;209;p14"/>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210" name="Google Shape;210;p14"/>
          <p:cNvSpPr txBox="1"/>
          <p:nvPr/>
        </p:nvSpPr>
        <p:spPr>
          <a:xfrm>
            <a:off x="483946" y="138193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sp>
        <p:nvSpPr>
          <p:cNvPr id="211" name="Google Shape;211;p14"/>
          <p:cNvSpPr txBox="1"/>
          <p:nvPr/>
        </p:nvSpPr>
        <p:spPr>
          <a:xfrm>
            <a:off x="644626" y="1345544"/>
            <a:ext cx="130619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Crop Yield Prediction</a:t>
            </a:r>
            <a:endParaRPr sz="1050">
              <a:latin typeface="Arial"/>
              <a:ea typeface="Arial"/>
              <a:cs typeface="Arial"/>
              <a:sym typeface="Arial"/>
            </a:endParaRPr>
          </a:p>
        </p:txBody>
      </p:sp>
      <p:sp>
        <p:nvSpPr>
          <p:cNvPr id="212" name="Google Shape;212;p14"/>
          <p:cNvSpPr txBox="1"/>
          <p:nvPr/>
        </p:nvSpPr>
        <p:spPr>
          <a:xfrm>
            <a:off x="774445" y="1541029"/>
            <a:ext cx="2681605" cy="191770"/>
          </a:xfrm>
          <a:prstGeom prst="rect">
            <a:avLst/>
          </a:prstGeom>
          <a:noFill/>
          <a:ln>
            <a:noFill/>
          </a:ln>
        </p:spPr>
        <p:txBody>
          <a:bodyPr spcFirstLastPara="1" wrap="square" lIns="0" tIns="11425" rIns="0" bIns="0" anchor="t" anchorCtr="0">
            <a:spAutoFit/>
          </a:bodyPr>
          <a:lstStyle/>
          <a:p>
            <a:pPr marL="38100" lvl="0" indent="-60325" algn="l" rtl="0">
              <a:lnSpc>
                <a:spcPct val="100000"/>
              </a:lnSpc>
              <a:spcBef>
                <a:spcPts val="0"/>
              </a:spcBef>
              <a:spcAft>
                <a:spcPts val="0"/>
              </a:spcAft>
              <a:buSzPts val="950"/>
              <a:buFont typeface="Arial"/>
              <a:buChar char="•"/>
            </a:pPr>
            <a:r>
              <a:rPr lang="en-US" sz="950">
                <a:latin typeface="Arial"/>
                <a:ea typeface="Arial"/>
                <a:cs typeface="Arial"/>
                <a:sym typeface="Arial"/>
              </a:rPr>
              <a:t>Yield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0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1 </a:t>
            </a:r>
            <a:r>
              <a:rPr lang="en-US" sz="1100">
                <a:latin typeface="Lucida Sans"/>
                <a:ea typeface="Lucida Sans"/>
                <a:cs typeface="Lucida Sans"/>
                <a:sym typeface="Lucida Sans"/>
              </a:rPr>
              <a:t>× </a:t>
            </a:r>
            <a:r>
              <a:rPr lang="en-US" sz="950">
                <a:latin typeface="Arial"/>
                <a:ea typeface="Arial"/>
                <a:cs typeface="Arial"/>
                <a:sym typeface="Arial"/>
              </a:rPr>
              <a:t>Rainfall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2 </a:t>
            </a:r>
            <a:r>
              <a:rPr lang="en-US" sz="1100">
                <a:latin typeface="Lucida Sans"/>
                <a:ea typeface="Lucida Sans"/>
                <a:cs typeface="Lucida Sans"/>
                <a:sym typeface="Lucida Sans"/>
              </a:rPr>
              <a:t>× </a:t>
            </a:r>
            <a:r>
              <a:rPr lang="en-US" sz="950">
                <a:latin typeface="Arial"/>
                <a:ea typeface="Arial"/>
                <a:cs typeface="Arial"/>
                <a:sym typeface="Arial"/>
              </a:rPr>
              <a:t>Fertilizer</a:t>
            </a:r>
            <a:endParaRPr sz="950">
              <a:latin typeface="Arial"/>
              <a:ea typeface="Arial"/>
              <a:cs typeface="Arial"/>
              <a:sym typeface="Arial"/>
            </a:endParaRPr>
          </a:p>
        </p:txBody>
      </p:sp>
      <p:sp>
        <p:nvSpPr>
          <p:cNvPr id="213" name="Google Shape;213;p14"/>
          <p:cNvSpPr txBox="1"/>
          <p:nvPr/>
        </p:nvSpPr>
        <p:spPr>
          <a:xfrm>
            <a:off x="483946" y="178933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sp>
        <p:nvSpPr>
          <p:cNvPr id="214" name="Google Shape;214;p14"/>
          <p:cNvSpPr txBox="1"/>
          <p:nvPr/>
        </p:nvSpPr>
        <p:spPr>
          <a:xfrm>
            <a:off x="644626" y="1752960"/>
            <a:ext cx="130175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Energy Consumption</a:t>
            </a:r>
            <a:endParaRPr sz="1050">
              <a:latin typeface="Arial"/>
              <a:ea typeface="Arial"/>
              <a:cs typeface="Arial"/>
              <a:sym typeface="Arial"/>
            </a:endParaRPr>
          </a:p>
        </p:txBody>
      </p:sp>
      <p:sp>
        <p:nvSpPr>
          <p:cNvPr id="215" name="Google Shape;215;p14"/>
          <p:cNvSpPr txBox="1"/>
          <p:nvPr/>
        </p:nvSpPr>
        <p:spPr>
          <a:xfrm>
            <a:off x="321894" y="1948445"/>
            <a:ext cx="4168775" cy="485140"/>
          </a:xfrm>
          <a:prstGeom prst="rect">
            <a:avLst/>
          </a:prstGeom>
          <a:noFill/>
          <a:ln>
            <a:noFill/>
          </a:ln>
        </p:spPr>
        <p:txBody>
          <a:bodyPr spcFirstLastPara="1" wrap="square" lIns="0" tIns="11425" rIns="0" bIns="0" anchor="t" anchorCtr="0">
            <a:spAutoFit/>
          </a:bodyPr>
          <a:lstStyle/>
          <a:p>
            <a:pPr marL="490219" lvl="0" indent="-60325" algn="l" rtl="0">
              <a:lnSpc>
                <a:spcPct val="100000"/>
              </a:lnSpc>
              <a:spcBef>
                <a:spcPts val="0"/>
              </a:spcBef>
              <a:spcAft>
                <a:spcPts val="0"/>
              </a:spcAft>
              <a:buSzPts val="950"/>
              <a:buFont typeface="Arial"/>
              <a:buChar char="•"/>
            </a:pPr>
            <a:r>
              <a:rPr lang="en-US" sz="950">
                <a:latin typeface="Arial"/>
                <a:ea typeface="Arial"/>
                <a:cs typeface="Arial"/>
                <a:sym typeface="Arial"/>
              </a:rPr>
              <a:t>Energy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0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1 </a:t>
            </a:r>
            <a:r>
              <a:rPr lang="en-US" sz="1100">
                <a:latin typeface="Lucida Sans"/>
                <a:ea typeface="Lucida Sans"/>
                <a:cs typeface="Lucida Sans"/>
                <a:sym typeface="Lucida Sans"/>
              </a:rPr>
              <a:t>× </a:t>
            </a:r>
            <a:r>
              <a:rPr lang="en-US" sz="950">
                <a:latin typeface="Arial"/>
                <a:ea typeface="Arial"/>
                <a:cs typeface="Arial"/>
                <a:sym typeface="Arial"/>
              </a:rPr>
              <a:t>Temperature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2 </a:t>
            </a:r>
            <a:r>
              <a:rPr lang="en-US" sz="1100">
                <a:latin typeface="Lucida Sans"/>
                <a:ea typeface="Lucida Sans"/>
                <a:cs typeface="Lucida Sans"/>
                <a:sym typeface="Lucida Sans"/>
              </a:rPr>
              <a:t>× </a:t>
            </a:r>
            <a:r>
              <a:rPr lang="en-US" sz="950">
                <a:latin typeface="Arial"/>
                <a:ea typeface="Arial"/>
                <a:cs typeface="Arial"/>
                <a:sym typeface="Arial"/>
              </a:rPr>
              <a:t>Hour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3 </a:t>
            </a:r>
            <a:r>
              <a:rPr lang="en-US" sz="1100">
                <a:latin typeface="Lucida Sans"/>
                <a:ea typeface="Lucida Sans"/>
                <a:cs typeface="Lucida Sans"/>
                <a:sym typeface="Lucida Sans"/>
              </a:rPr>
              <a:t>× </a:t>
            </a:r>
            <a:r>
              <a:rPr lang="en-US" sz="950">
                <a:latin typeface="Arial"/>
                <a:ea typeface="Arial"/>
                <a:cs typeface="Arial"/>
                <a:sym typeface="Arial"/>
              </a:rPr>
              <a:t>Day</a:t>
            </a:r>
            <a:endParaRPr sz="950">
              <a:latin typeface="Arial"/>
              <a:ea typeface="Arial"/>
              <a:cs typeface="Arial"/>
              <a:sym typeface="Arial"/>
            </a:endParaRPr>
          </a:p>
          <a:p>
            <a:pPr marL="38100" lvl="0" indent="0" algn="l" rtl="0">
              <a:lnSpc>
                <a:spcPct val="100000"/>
              </a:lnSpc>
              <a:spcBef>
                <a:spcPts val="1040"/>
              </a:spcBef>
              <a:spcAft>
                <a:spcPts val="0"/>
              </a:spcAft>
              <a:buNone/>
            </a:pPr>
            <a:r>
              <a:rPr lang="en-US" sz="1050">
                <a:latin typeface="Arial"/>
                <a:ea typeface="Arial"/>
                <a:cs typeface="Arial"/>
                <a:sym typeface="Arial"/>
              </a:rPr>
              <a:t>The relationship between inputs and output is assumed to be </a:t>
            </a:r>
            <a:r>
              <a:rPr lang="en-US" sz="1050">
                <a:solidFill>
                  <a:srgbClr val="EC2027"/>
                </a:solidFill>
                <a:latin typeface="Arial"/>
                <a:ea typeface="Arial"/>
                <a:cs typeface="Arial"/>
                <a:sym typeface="Arial"/>
              </a:rPr>
              <a:t>linear</a:t>
            </a:r>
            <a:r>
              <a:rPr lang="en-US" sz="1050">
                <a:latin typeface="Arial"/>
                <a:ea typeface="Arial"/>
                <a:cs typeface="Arial"/>
                <a:sym typeface="Arial"/>
              </a:rPr>
              <a:t>.</a:t>
            </a:r>
            <a:endParaRPr sz="1050">
              <a:latin typeface="Arial"/>
              <a:ea typeface="Arial"/>
              <a:cs typeface="Arial"/>
              <a:sym typeface="Arial"/>
            </a:endParaRPr>
          </a:p>
        </p:txBody>
      </p:sp>
      <p:grpSp>
        <p:nvGrpSpPr>
          <p:cNvPr id="216" name="Google Shape;216;p14"/>
          <p:cNvGrpSpPr/>
          <p:nvPr/>
        </p:nvGrpSpPr>
        <p:grpSpPr>
          <a:xfrm>
            <a:off x="0" y="3109250"/>
            <a:ext cx="5760261" cy="92075"/>
            <a:chOff x="0" y="3109250"/>
            <a:chExt cx="5760261" cy="92075"/>
          </a:xfrm>
        </p:grpSpPr>
        <p:sp>
          <p:nvSpPr>
            <p:cNvPr id="217" name="Google Shape;217;p1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8" name="Google Shape;218;p1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9" name="Google Shape;219;p1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20" name="Google Shape;220;p1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21" name="Google Shape;221;p1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222" name="Google Shape;222;p1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8 / 46</a:t>
            </a:r>
            <a:endParaRPr/>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B244CEBB-7BF5-AFC5-D8B0-47ED4EF8F85C}"/>
                  </a:ext>
                </a:extLst>
              </p14:cNvPr>
              <p14:cNvContentPartPr/>
              <p14:nvPr/>
            </p14:nvContentPartPr>
            <p14:xfrm>
              <a:off x="894960" y="1290960"/>
              <a:ext cx="1725840" cy="902520"/>
            </p14:xfrm>
          </p:contentPart>
        </mc:Choice>
        <mc:Fallback>
          <p:pic>
            <p:nvPicPr>
              <p:cNvPr id="2" name="Ink 1">
                <a:extLst>
                  <a:ext uri="{FF2B5EF4-FFF2-40B4-BE49-F238E27FC236}">
                    <a16:creationId xmlns:a16="http://schemas.microsoft.com/office/drawing/2014/main" id="{B244CEBB-7BF5-AFC5-D8B0-47ED4EF8F85C}"/>
                  </a:ext>
                </a:extLst>
              </p:cNvPr>
              <p:cNvPicPr/>
              <p:nvPr/>
            </p:nvPicPr>
            <p:blipFill>
              <a:blip r:embed="rId8"/>
              <a:stretch>
                <a:fillRect/>
              </a:stretch>
            </p:blipFill>
            <p:spPr>
              <a:xfrm>
                <a:off x="885600" y="1281600"/>
                <a:ext cx="1744560" cy="921240"/>
              </a:xfrm>
              <a:prstGeom prst="rect">
                <a:avLst/>
              </a:prstGeom>
            </p:spPr>
          </p:pic>
        </mc:Fallback>
      </mc:AlternateContent>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5"/>
          <p:cNvSpPr txBox="1"/>
          <p:nvPr/>
        </p:nvSpPr>
        <p:spPr>
          <a:xfrm>
            <a:off x="95300" y="109545"/>
            <a:ext cx="439420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Calibri"/>
                <a:ea typeface="Calibri"/>
                <a:cs typeface="Calibri"/>
                <a:sym typeface="Calibri"/>
              </a:rPr>
              <a:t>V</a:t>
            </a:r>
            <a:r>
              <a:rPr lang="en-US" sz="1700" cap="small">
                <a:solidFill>
                  <a:srgbClr val="FFFFFF"/>
                </a:solidFill>
                <a:latin typeface="Calibri"/>
                <a:ea typeface="Calibri"/>
                <a:cs typeface="Calibri"/>
                <a:sym typeface="Calibri"/>
              </a:rPr>
              <a:t>isual</a:t>
            </a:r>
            <a:r>
              <a:rPr lang="en-US" sz="1700">
                <a:solidFill>
                  <a:srgbClr val="FFFFFF"/>
                </a:solidFill>
                <a:latin typeface="Calibri"/>
                <a:ea typeface="Calibri"/>
                <a:cs typeface="Calibri"/>
                <a:sym typeface="Calibri"/>
              </a:rPr>
              <a:t> E</a:t>
            </a:r>
            <a:r>
              <a:rPr lang="en-US" sz="1700" cap="small">
                <a:solidFill>
                  <a:srgbClr val="FFFFFF"/>
                </a:solidFill>
                <a:latin typeface="Calibri"/>
                <a:ea typeface="Calibri"/>
                <a:cs typeface="Calibri"/>
                <a:sym typeface="Calibri"/>
              </a:rPr>
              <a:t>xample</a:t>
            </a:r>
            <a:r>
              <a:rPr lang="en-US" sz="1700">
                <a:solidFill>
                  <a:srgbClr val="FFFFFF"/>
                </a:solidFill>
                <a:latin typeface="Calibri"/>
                <a:ea typeface="Calibri"/>
                <a:cs typeface="Calibri"/>
                <a:sym typeface="Calibri"/>
              </a:rPr>
              <a:t>: 2D L</a:t>
            </a:r>
            <a:r>
              <a:rPr lang="en-US" sz="1700" cap="small">
                <a:solidFill>
                  <a:srgbClr val="FFFFFF"/>
                </a:solidFill>
                <a:latin typeface="Calibri"/>
                <a:ea typeface="Calibri"/>
                <a:cs typeface="Calibri"/>
                <a:sym typeface="Calibri"/>
              </a:rPr>
              <a:t>inear</a:t>
            </a:r>
            <a:r>
              <a:rPr lang="en-US" sz="1700">
                <a:solidFill>
                  <a:srgbClr val="FFFFFF"/>
                </a:solidFill>
                <a:latin typeface="Calibri"/>
                <a:ea typeface="Calibri"/>
                <a:cs typeface="Calibri"/>
                <a:sym typeface="Calibri"/>
              </a:rPr>
              <a:t> R</a:t>
            </a:r>
            <a:r>
              <a:rPr lang="en-US" sz="1700" cap="small">
                <a:solidFill>
                  <a:srgbClr val="FFFFFF"/>
                </a:solidFill>
                <a:latin typeface="Calibri"/>
                <a:ea typeface="Calibri"/>
                <a:cs typeface="Calibri"/>
                <a:sym typeface="Calibri"/>
              </a:rPr>
              <a:t>egression</a:t>
            </a:r>
            <a:endParaRPr sz="1700">
              <a:latin typeface="Calibri"/>
              <a:ea typeface="Calibri"/>
              <a:cs typeface="Calibri"/>
              <a:sym typeface="Calibri"/>
            </a:endParaRPr>
          </a:p>
        </p:txBody>
      </p:sp>
      <p:grpSp>
        <p:nvGrpSpPr>
          <p:cNvPr id="228" name="Google Shape;228;p15"/>
          <p:cNvGrpSpPr/>
          <p:nvPr/>
        </p:nvGrpSpPr>
        <p:grpSpPr>
          <a:xfrm>
            <a:off x="0" y="449040"/>
            <a:ext cx="5760261" cy="2752285"/>
            <a:chOff x="0" y="449040"/>
            <a:chExt cx="5760261" cy="2752285"/>
          </a:xfrm>
        </p:grpSpPr>
        <p:pic>
          <p:nvPicPr>
            <p:cNvPr id="229" name="Google Shape;229;p15"/>
            <p:cNvPicPr preferRelativeResize="0"/>
            <p:nvPr/>
          </p:nvPicPr>
          <p:blipFill rotWithShape="1">
            <a:blip r:embed="rId3">
              <a:alphaModFix/>
            </a:blip>
            <a:srcRect/>
            <a:stretch/>
          </p:blipFill>
          <p:spPr>
            <a:xfrm>
              <a:off x="612012" y="449040"/>
              <a:ext cx="4536172" cy="2684798"/>
            </a:xfrm>
            <a:prstGeom prst="rect">
              <a:avLst/>
            </a:prstGeom>
            <a:noFill/>
            <a:ln>
              <a:noFill/>
            </a:ln>
          </p:spPr>
        </p:pic>
        <p:sp>
          <p:nvSpPr>
            <p:cNvPr id="230" name="Google Shape;230;p1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1" name="Google Shape;231;p1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2" name="Google Shape;232;p1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3" name="Google Shape;233;p1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34" name="Google Shape;234;p1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235" name="Google Shape;235;p1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9 / 46</a:t>
            </a:r>
            <a:endParaRP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B7CDAC73-D0C3-86B4-F5A8-BB04C682C8DC}"/>
                  </a:ext>
                </a:extLst>
              </p14:cNvPr>
              <p14:cNvContentPartPr/>
              <p14:nvPr/>
            </p14:nvContentPartPr>
            <p14:xfrm>
              <a:off x="1076400" y="728640"/>
              <a:ext cx="4636440" cy="2358000"/>
            </p14:xfrm>
          </p:contentPart>
        </mc:Choice>
        <mc:Fallback>
          <p:pic>
            <p:nvPicPr>
              <p:cNvPr id="2" name="Ink 1">
                <a:extLst>
                  <a:ext uri="{FF2B5EF4-FFF2-40B4-BE49-F238E27FC236}">
                    <a16:creationId xmlns:a16="http://schemas.microsoft.com/office/drawing/2014/main" id="{B7CDAC73-D0C3-86B4-F5A8-BB04C682C8DC}"/>
                  </a:ext>
                </a:extLst>
              </p:cNvPr>
              <p:cNvPicPr/>
              <p:nvPr/>
            </p:nvPicPr>
            <p:blipFill>
              <a:blip r:embed="rId6"/>
              <a:stretch>
                <a:fillRect/>
              </a:stretch>
            </p:blipFill>
            <p:spPr>
              <a:xfrm>
                <a:off x="1067040" y="719280"/>
                <a:ext cx="4655160" cy="2376720"/>
              </a:xfrm>
              <a:prstGeom prst="rect">
                <a:avLst/>
              </a:prstGeom>
            </p:spPr>
          </p:pic>
        </mc:Fallback>
      </mc:AlternateContent>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241" name="Google Shape;241;p16"/>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242" name="Google Shape;242;p16"/>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243" name="Google Shape;243;p16"/>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244" name="Google Shape;244;p16"/>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245" name="Google Shape;245;p16"/>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246" name="Google Shape;246;p16"/>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3</a:t>
            </a:r>
            <a:endParaRPr sz="800">
              <a:latin typeface="Calibri"/>
              <a:ea typeface="Calibri"/>
              <a:cs typeface="Calibri"/>
              <a:sym typeface="Calibri"/>
            </a:endParaRPr>
          </a:p>
        </p:txBody>
      </p:sp>
      <p:pic>
        <p:nvPicPr>
          <p:cNvPr id="247" name="Google Shape;247;p16"/>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248" name="Google Shape;248;p16"/>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249" name="Google Shape;249;p16"/>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250" name="Google Shape;250;p16"/>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251" name="Google Shape;251;p16"/>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252" name="Google Shape;252;p16"/>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253" name="Google Shape;253;p16"/>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254" name="Google Shape;254;p16"/>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255" name="Google Shape;255;p16"/>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256" name="Google Shape;256;p16"/>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257" name="Google Shape;257;p16"/>
          <p:cNvSpPr txBox="1"/>
          <p:nvPr/>
        </p:nvSpPr>
        <p:spPr>
          <a:xfrm>
            <a:off x="563029" y="556604"/>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258" name="Google Shape;258;p16"/>
          <p:cNvGrpSpPr/>
          <p:nvPr/>
        </p:nvGrpSpPr>
        <p:grpSpPr>
          <a:xfrm>
            <a:off x="0" y="3109250"/>
            <a:ext cx="5760261" cy="92075"/>
            <a:chOff x="0" y="3109250"/>
            <a:chExt cx="5760261" cy="92075"/>
          </a:xfrm>
        </p:grpSpPr>
        <p:sp>
          <p:nvSpPr>
            <p:cNvPr id="259" name="Google Shape;259;p1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0" name="Google Shape;260;p1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1" name="Google Shape;261;p1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62" name="Google Shape;262;p1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63" name="Google Shape;263;p1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264" name="Google Shape;264;p1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10 / 46</a:t>
            </a:r>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F</a:t>
            </a:r>
            <a:r>
              <a:rPr lang="en-US" cap="small">
                <a:solidFill>
                  <a:srgbClr val="FFFFFF"/>
                </a:solidFill>
              </a:rPr>
              <a:t>our</a:t>
            </a:r>
            <a:r>
              <a:rPr lang="en-US">
                <a:solidFill>
                  <a:srgbClr val="FFFFFF"/>
                </a:solidFill>
              </a:rPr>
              <a:t> C</a:t>
            </a:r>
            <a:r>
              <a:rPr lang="en-US" cap="small">
                <a:solidFill>
                  <a:srgbClr val="FFFFFF"/>
                </a:solidFill>
              </a:rPr>
              <a:t>omponents</a:t>
            </a:r>
            <a:endParaRPr/>
          </a:p>
        </p:txBody>
      </p:sp>
      <p:sp>
        <p:nvSpPr>
          <p:cNvPr id="270" name="Google Shape;270;p17"/>
          <p:cNvSpPr txBox="1"/>
          <p:nvPr/>
        </p:nvSpPr>
        <p:spPr>
          <a:xfrm>
            <a:off x="347294" y="1045418"/>
            <a:ext cx="298323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 complete machine learning system consists of:</a:t>
            </a:r>
            <a:endParaRPr sz="1050">
              <a:latin typeface="Arial"/>
              <a:ea typeface="Arial"/>
              <a:cs typeface="Arial"/>
              <a:sym typeface="Arial"/>
            </a:endParaRPr>
          </a:p>
        </p:txBody>
      </p:sp>
      <p:pic>
        <p:nvPicPr>
          <p:cNvPr id="271" name="Google Shape;271;p17"/>
          <p:cNvPicPr preferRelativeResize="0"/>
          <p:nvPr/>
        </p:nvPicPr>
        <p:blipFill rotWithShape="1">
          <a:blip r:embed="rId3">
            <a:alphaModFix/>
          </a:blip>
          <a:srcRect/>
          <a:stretch/>
        </p:blipFill>
        <p:spPr>
          <a:xfrm>
            <a:off x="456996" y="1385074"/>
            <a:ext cx="121259" cy="121259"/>
          </a:xfrm>
          <a:prstGeom prst="rect">
            <a:avLst/>
          </a:prstGeom>
          <a:noFill/>
          <a:ln>
            <a:noFill/>
          </a:ln>
        </p:spPr>
      </p:pic>
      <p:sp>
        <p:nvSpPr>
          <p:cNvPr id="272" name="Google Shape;272;p17"/>
          <p:cNvSpPr txBox="1"/>
          <p:nvPr/>
        </p:nvSpPr>
        <p:spPr>
          <a:xfrm>
            <a:off x="483946" y="1375224"/>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pic>
        <p:nvPicPr>
          <p:cNvPr id="273" name="Google Shape;273;p17"/>
          <p:cNvPicPr preferRelativeResize="0"/>
          <p:nvPr/>
        </p:nvPicPr>
        <p:blipFill rotWithShape="1">
          <a:blip r:embed="rId4">
            <a:alphaModFix/>
          </a:blip>
          <a:srcRect/>
          <a:stretch/>
        </p:blipFill>
        <p:spPr>
          <a:xfrm>
            <a:off x="456996" y="1606486"/>
            <a:ext cx="121259" cy="121259"/>
          </a:xfrm>
          <a:prstGeom prst="rect">
            <a:avLst/>
          </a:prstGeom>
          <a:noFill/>
          <a:ln>
            <a:noFill/>
          </a:ln>
        </p:spPr>
      </p:pic>
      <p:sp>
        <p:nvSpPr>
          <p:cNvPr id="274" name="Google Shape;274;p17"/>
          <p:cNvSpPr txBox="1"/>
          <p:nvPr/>
        </p:nvSpPr>
        <p:spPr>
          <a:xfrm>
            <a:off x="483946" y="1596636"/>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pic>
        <p:nvPicPr>
          <p:cNvPr id="275" name="Google Shape;275;p17"/>
          <p:cNvPicPr preferRelativeResize="0"/>
          <p:nvPr/>
        </p:nvPicPr>
        <p:blipFill rotWithShape="1">
          <a:blip r:embed="rId5">
            <a:alphaModFix/>
          </a:blip>
          <a:srcRect/>
          <a:stretch/>
        </p:blipFill>
        <p:spPr>
          <a:xfrm>
            <a:off x="456996" y="1827910"/>
            <a:ext cx="121259" cy="121259"/>
          </a:xfrm>
          <a:prstGeom prst="rect">
            <a:avLst/>
          </a:prstGeom>
          <a:noFill/>
          <a:ln>
            <a:noFill/>
          </a:ln>
        </p:spPr>
      </p:pic>
      <p:sp>
        <p:nvSpPr>
          <p:cNvPr id="276" name="Google Shape;276;p17"/>
          <p:cNvSpPr txBox="1"/>
          <p:nvPr/>
        </p:nvSpPr>
        <p:spPr>
          <a:xfrm>
            <a:off x="483946" y="181806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pic>
        <p:nvPicPr>
          <p:cNvPr id="277" name="Google Shape;277;p17"/>
          <p:cNvPicPr preferRelativeResize="0"/>
          <p:nvPr/>
        </p:nvPicPr>
        <p:blipFill rotWithShape="1">
          <a:blip r:embed="rId6">
            <a:alphaModFix/>
          </a:blip>
          <a:srcRect/>
          <a:stretch/>
        </p:blipFill>
        <p:spPr>
          <a:xfrm>
            <a:off x="456996" y="2049335"/>
            <a:ext cx="121259" cy="121259"/>
          </a:xfrm>
          <a:prstGeom prst="rect">
            <a:avLst/>
          </a:prstGeom>
          <a:noFill/>
          <a:ln>
            <a:noFill/>
          </a:ln>
        </p:spPr>
      </p:pic>
      <p:sp>
        <p:nvSpPr>
          <p:cNvPr id="278" name="Google Shape;278;p17"/>
          <p:cNvSpPr txBox="1"/>
          <p:nvPr/>
        </p:nvSpPr>
        <p:spPr>
          <a:xfrm>
            <a:off x="483946" y="2039472"/>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4</a:t>
            </a:r>
            <a:endParaRPr sz="600">
              <a:latin typeface="Calibri"/>
              <a:ea typeface="Calibri"/>
              <a:cs typeface="Calibri"/>
              <a:sym typeface="Calibri"/>
            </a:endParaRPr>
          </a:p>
        </p:txBody>
      </p:sp>
      <p:sp>
        <p:nvSpPr>
          <p:cNvPr id="279" name="Google Shape;279;p17"/>
          <p:cNvSpPr txBox="1"/>
          <p:nvPr/>
        </p:nvSpPr>
        <p:spPr>
          <a:xfrm>
            <a:off x="644626" y="1337713"/>
            <a:ext cx="3498900" cy="906300"/>
          </a:xfrm>
          <a:prstGeom prst="rect">
            <a:avLst/>
          </a:prstGeom>
          <a:noFill/>
          <a:ln>
            <a:noFill/>
          </a:ln>
        </p:spPr>
        <p:txBody>
          <a:bodyPr spcFirstLastPara="1" wrap="square" lIns="0" tIns="12050" rIns="0" bIns="0" anchor="t" anchorCtr="0">
            <a:spAutoFit/>
          </a:bodyPr>
          <a:lstStyle/>
          <a:p>
            <a:pPr marL="12700" marR="291465" lvl="0" indent="0" algn="l" rtl="0">
              <a:lnSpc>
                <a:spcPct val="138400"/>
              </a:lnSpc>
              <a:spcBef>
                <a:spcPts val="0"/>
              </a:spcBef>
              <a:spcAft>
                <a:spcPts val="0"/>
              </a:spcAft>
              <a:buNone/>
            </a:pPr>
            <a:r>
              <a:rPr lang="en-US" sz="1050">
                <a:solidFill>
                  <a:srgbClr val="1B1472"/>
                </a:solidFill>
                <a:latin typeface="Arial"/>
                <a:ea typeface="Arial"/>
                <a:cs typeface="Arial"/>
                <a:sym typeface="Arial"/>
              </a:rPr>
              <a:t>Data: </a:t>
            </a:r>
            <a:r>
              <a:rPr lang="en-US" sz="1050" i="1">
                <a:latin typeface="Arial"/>
                <a:ea typeface="Arial"/>
                <a:cs typeface="Arial"/>
                <a:sym typeface="Arial"/>
              </a:rPr>
              <a:t>d </a:t>
            </a:r>
            <a:r>
              <a:rPr lang="en-US" sz="1050">
                <a:latin typeface="Arial"/>
                <a:ea typeface="Arial"/>
                <a:cs typeface="Arial"/>
                <a:sym typeface="Arial"/>
              </a:rPr>
              <a:t>-dimensional input vectors and target outputs </a:t>
            </a:r>
            <a:r>
              <a:rPr lang="en-US" sz="1050">
                <a:solidFill>
                  <a:srgbClr val="1B1472"/>
                </a:solidFill>
                <a:latin typeface="Arial"/>
                <a:ea typeface="Arial"/>
                <a:cs typeface="Arial"/>
                <a:sym typeface="Arial"/>
              </a:rPr>
              <a:t>Model: </a:t>
            </a:r>
            <a:r>
              <a:rPr lang="en-US" sz="1050">
                <a:latin typeface="Arial"/>
                <a:ea typeface="Arial"/>
                <a:cs typeface="Arial"/>
                <a:sym typeface="Arial"/>
              </a:rPr>
              <a:t>Single neuron implementing linear function </a:t>
            </a:r>
            <a:r>
              <a:rPr lang="en-US" sz="1050">
                <a:solidFill>
                  <a:srgbClr val="1B1472"/>
                </a:solidFill>
                <a:latin typeface="Arial"/>
                <a:ea typeface="Arial"/>
                <a:cs typeface="Arial"/>
                <a:sym typeface="Arial"/>
              </a:rPr>
              <a:t>Objective Function: </a:t>
            </a:r>
            <a:r>
              <a:rPr lang="en-US" sz="1050">
                <a:latin typeface="Arial"/>
                <a:ea typeface="Arial"/>
                <a:cs typeface="Arial"/>
                <a:sym typeface="Arial"/>
              </a:rPr>
              <a:t>Measures prediction error</a:t>
            </a:r>
            <a:endParaRPr sz="1050">
              <a:latin typeface="Arial"/>
              <a:ea typeface="Arial"/>
              <a:cs typeface="Arial"/>
              <a:sym typeface="Arial"/>
            </a:endParaRPr>
          </a:p>
          <a:p>
            <a:pPr marL="12700" lvl="0" indent="0" algn="l" rtl="0">
              <a:lnSpc>
                <a:spcPct val="100000"/>
              </a:lnSpc>
              <a:spcBef>
                <a:spcPts val="480"/>
              </a:spcBef>
              <a:spcAft>
                <a:spcPts val="0"/>
              </a:spcAft>
              <a:buNone/>
            </a:pPr>
            <a:r>
              <a:rPr lang="en-US" sz="1050">
                <a:solidFill>
                  <a:srgbClr val="1B1472"/>
                </a:solidFill>
                <a:latin typeface="Arial"/>
                <a:ea typeface="Arial"/>
                <a:cs typeface="Arial"/>
                <a:sym typeface="Arial"/>
              </a:rPr>
              <a:t>Learning Algorithm: </a:t>
            </a:r>
            <a:r>
              <a:rPr lang="en-US" sz="1050">
                <a:latin typeface="Arial"/>
                <a:ea typeface="Arial"/>
                <a:cs typeface="Arial"/>
                <a:sym typeface="Arial"/>
              </a:rPr>
              <a:t>Gradient descent to optimize weights</a:t>
            </a:r>
            <a:endParaRPr sz="1050">
              <a:latin typeface="Arial"/>
              <a:ea typeface="Arial"/>
              <a:cs typeface="Arial"/>
              <a:sym typeface="Arial"/>
            </a:endParaRPr>
          </a:p>
        </p:txBody>
      </p:sp>
      <p:grpSp>
        <p:nvGrpSpPr>
          <p:cNvPr id="280" name="Google Shape;280;p17"/>
          <p:cNvGrpSpPr/>
          <p:nvPr/>
        </p:nvGrpSpPr>
        <p:grpSpPr>
          <a:xfrm>
            <a:off x="0" y="3141936"/>
            <a:ext cx="5760261" cy="92075"/>
            <a:chOff x="0" y="3141936"/>
            <a:chExt cx="5760261" cy="92075"/>
          </a:xfrm>
        </p:grpSpPr>
        <p:sp>
          <p:nvSpPr>
            <p:cNvPr id="281" name="Google Shape;281;p17"/>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2" name="Google Shape;282;p17"/>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3" name="Google Shape;283;p17"/>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84" name="Google Shape;284;p1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85" name="Google Shape;285;p1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286" name="Google Shape;286;p1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11 / 46</a:t>
            </a:r>
            <a:endParaRPr/>
          </a:p>
        </p:txBody>
      </p:sp>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46CB9FAC-8151-7536-FC71-12FFFB4A9D2E}"/>
                  </a:ext>
                </a:extLst>
              </p14:cNvPr>
              <p14:cNvContentPartPr/>
              <p14:nvPr/>
            </p14:nvContentPartPr>
            <p14:xfrm>
              <a:off x="353160" y="524160"/>
              <a:ext cx="5313600" cy="2610720"/>
            </p14:xfrm>
          </p:contentPart>
        </mc:Choice>
        <mc:Fallback>
          <p:pic>
            <p:nvPicPr>
              <p:cNvPr id="2" name="Ink 1">
                <a:extLst>
                  <a:ext uri="{FF2B5EF4-FFF2-40B4-BE49-F238E27FC236}">
                    <a16:creationId xmlns:a16="http://schemas.microsoft.com/office/drawing/2014/main" id="{46CB9FAC-8151-7536-FC71-12FFFB4A9D2E}"/>
                  </a:ext>
                </a:extLst>
              </p:cNvPr>
              <p:cNvPicPr/>
              <p:nvPr/>
            </p:nvPicPr>
            <p:blipFill>
              <a:blip r:embed="rId9"/>
              <a:stretch>
                <a:fillRect/>
              </a:stretch>
            </p:blipFill>
            <p:spPr>
              <a:xfrm>
                <a:off x="343800" y="514800"/>
                <a:ext cx="5332320" cy="2629440"/>
              </a:xfrm>
              <a:prstGeom prst="rect">
                <a:avLst/>
              </a:prstGeom>
            </p:spPr>
          </p:pic>
        </mc:Fallback>
      </mc:AlternateContent>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atrix</a:t>
            </a:r>
            <a:r>
              <a:rPr lang="en-US">
                <a:solidFill>
                  <a:srgbClr val="FFFFFF"/>
                </a:solidFill>
              </a:rPr>
              <a:t> F</a:t>
            </a:r>
            <a:r>
              <a:rPr lang="en-US" cap="small">
                <a:solidFill>
                  <a:srgbClr val="FFFFFF"/>
                </a:solidFill>
              </a:rPr>
              <a:t>orm</a:t>
            </a:r>
            <a:r>
              <a:rPr lang="en-US">
                <a:solidFill>
                  <a:srgbClr val="FFFFFF"/>
                </a:solidFill>
              </a:rPr>
              <a:t> </a:t>
            </a:r>
            <a:r>
              <a:rPr lang="en-US" cap="small">
                <a:solidFill>
                  <a:srgbClr val="FFFFFF"/>
                </a:solidFill>
              </a:rPr>
              <a:t>of</a:t>
            </a:r>
            <a:r>
              <a:rPr lang="en-US">
                <a:solidFill>
                  <a:srgbClr val="FFFFFF"/>
                </a:solidFill>
              </a:rPr>
              <a:t> D</a:t>
            </a:r>
            <a:r>
              <a:rPr lang="en-US" cap="small">
                <a:solidFill>
                  <a:srgbClr val="FFFFFF"/>
                </a:solidFill>
              </a:rPr>
              <a:t>ata</a:t>
            </a:r>
            <a:endParaRPr/>
          </a:p>
        </p:txBody>
      </p:sp>
      <p:grpSp>
        <p:nvGrpSpPr>
          <p:cNvPr id="292" name="Google Shape;292;p18"/>
          <p:cNvGrpSpPr/>
          <p:nvPr/>
        </p:nvGrpSpPr>
        <p:grpSpPr>
          <a:xfrm>
            <a:off x="0" y="3141936"/>
            <a:ext cx="5760261" cy="92075"/>
            <a:chOff x="0" y="3141936"/>
            <a:chExt cx="5760261" cy="92075"/>
          </a:xfrm>
        </p:grpSpPr>
        <p:sp>
          <p:nvSpPr>
            <p:cNvPr id="293" name="Google Shape;293;p1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4" name="Google Shape;294;p1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5" name="Google Shape;295;p1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96" name="Google Shape;296;p1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97" name="Google Shape;297;p1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298" name="Google Shape;298;p1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12</a:t>
            </a:fld>
            <a:r>
              <a:rPr lang="en-US"/>
              <a:t> / 46</a:t>
            </a:r>
            <a:endParaRPr/>
          </a:p>
        </p:txBody>
      </p:sp>
      <p:pic>
        <p:nvPicPr>
          <p:cNvPr id="299" name="Google Shape;299;p18"/>
          <p:cNvPicPr preferRelativeResize="0"/>
          <p:nvPr/>
        </p:nvPicPr>
        <p:blipFill>
          <a:blip r:embed="rId4">
            <a:alphaModFix/>
          </a:blip>
          <a:stretch>
            <a:fillRect/>
          </a:stretch>
        </p:blipFill>
        <p:spPr>
          <a:xfrm>
            <a:off x="152400" y="550235"/>
            <a:ext cx="5146496" cy="243503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4E4CC6C9-FF47-6733-7D3A-C9AC01ACF835}"/>
                  </a:ext>
                </a:extLst>
              </p14:cNvPr>
              <p14:cNvContentPartPr/>
              <p14:nvPr/>
            </p14:nvContentPartPr>
            <p14:xfrm>
              <a:off x="3024000" y="939240"/>
              <a:ext cx="2026440" cy="1987200"/>
            </p14:xfrm>
          </p:contentPart>
        </mc:Choice>
        <mc:Fallback>
          <p:pic>
            <p:nvPicPr>
              <p:cNvPr id="2" name="Ink 1">
                <a:extLst>
                  <a:ext uri="{FF2B5EF4-FFF2-40B4-BE49-F238E27FC236}">
                    <a16:creationId xmlns:a16="http://schemas.microsoft.com/office/drawing/2014/main" id="{4E4CC6C9-FF47-6733-7D3A-C9AC01ACF835}"/>
                  </a:ext>
                </a:extLst>
              </p:cNvPr>
              <p:cNvPicPr/>
              <p:nvPr/>
            </p:nvPicPr>
            <p:blipFill>
              <a:blip r:embed="rId6"/>
              <a:stretch>
                <a:fillRect/>
              </a:stretch>
            </p:blipFill>
            <p:spPr>
              <a:xfrm>
                <a:off x="3014640" y="929880"/>
                <a:ext cx="2045160" cy="2005920"/>
              </a:xfrm>
              <a:prstGeom prst="rect">
                <a:avLst/>
              </a:prstGeom>
            </p:spPr>
          </p:pic>
        </mc:Fallback>
      </mc:AlternateContent>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M</a:t>
            </a:r>
            <a:r>
              <a:rPr lang="en-US" cap="small">
                <a:solidFill>
                  <a:srgbClr val="FFFFFF"/>
                </a:solidFill>
              </a:rPr>
              <a:t>odel</a:t>
            </a:r>
            <a:r>
              <a:rPr lang="en-US">
                <a:solidFill>
                  <a:srgbClr val="FFFFFF"/>
                </a:solidFill>
              </a:rPr>
              <a:t> </a:t>
            </a:r>
            <a:r>
              <a:rPr lang="en-US" cap="small">
                <a:solidFill>
                  <a:srgbClr val="FFFFFF"/>
                </a:solidFill>
              </a:rPr>
              <a:t>as</a:t>
            </a:r>
            <a:r>
              <a:rPr lang="en-US">
                <a:solidFill>
                  <a:srgbClr val="FFFFFF"/>
                </a:solidFill>
              </a:rPr>
              <a:t> </a:t>
            </a:r>
            <a:r>
              <a:rPr lang="en-US" cap="small">
                <a:solidFill>
                  <a:srgbClr val="FFFFFF"/>
                </a:solidFill>
              </a:rPr>
              <a:t>a</a:t>
            </a:r>
            <a:r>
              <a:rPr lang="en-US">
                <a:solidFill>
                  <a:srgbClr val="FFFFFF"/>
                </a:solidFill>
              </a:rPr>
              <a:t> S</a:t>
            </a:r>
            <a:r>
              <a:rPr lang="en-US" cap="small">
                <a:solidFill>
                  <a:srgbClr val="FFFFFF"/>
                </a:solidFill>
              </a:rPr>
              <a:t>ingle</a:t>
            </a:r>
            <a:r>
              <a:rPr lang="en-US">
                <a:solidFill>
                  <a:srgbClr val="FFFFFF"/>
                </a:solidFill>
              </a:rPr>
              <a:t> N</a:t>
            </a:r>
            <a:r>
              <a:rPr lang="en-US" cap="small">
                <a:solidFill>
                  <a:srgbClr val="FFFFFF"/>
                </a:solidFill>
              </a:rPr>
              <a:t>euron</a:t>
            </a:r>
            <a:endParaRPr/>
          </a:p>
        </p:txBody>
      </p:sp>
      <p:sp>
        <p:nvSpPr>
          <p:cNvPr id="305" name="Google Shape;305;p19"/>
          <p:cNvSpPr txBox="1"/>
          <p:nvPr/>
        </p:nvSpPr>
        <p:spPr>
          <a:xfrm>
            <a:off x="347294" y="561357"/>
            <a:ext cx="314325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Model linear regression as a </a:t>
            </a:r>
            <a:r>
              <a:rPr lang="en-US" sz="1050">
                <a:solidFill>
                  <a:srgbClr val="1B1472"/>
                </a:solidFill>
                <a:latin typeface="Arial"/>
                <a:ea typeface="Arial"/>
                <a:cs typeface="Arial"/>
                <a:sym typeface="Arial"/>
              </a:rPr>
              <a:t>single artificial neuron</a:t>
            </a:r>
            <a:r>
              <a:rPr lang="en-US" sz="1050">
                <a:latin typeface="Arial"/>
                <a:ea typeface="Arial"/>
                <a:cs typeface="Arial"/>
                <a:sym typeface="Arial"/>
              </a:rPr>
              <a:t>:</a:t>
            </a:r>
            <a:endParaRPr sz="1050">
              <a:latin typeface="Arial"/>
              <a:ea typeface="Arial"/>
              <a:cs typeface="Arial"/>
              <a:sym typeface="Arial"/>
            </a:endParaRPr>
          </a:p>
        </p:txBody>
      </p:sp>
      <p:grpSp>
        <p:nvGrpSpPr>
          <p:cNvPr id="306" name="Google Shape;306;p19"/>
          <p:cNvGrpSpPr/>
          <p:nvPr/>
        </p:nvGrpSpPr>
        <p:grpSpPr>
          <a:xfrm>
            <a:off x="1875469" y="1226320"/>
            <a:ext cx="284480" cy="572485"/>
            <a:chOff x="1875469" y="1226320"/>
            <a:chExt cx="284480" cy="572485"/>
          </a:xfrm>
        </p:grpSpPr>
        <p:sp>
          <p:nvSpPr>
            <p:cNvPr id="307" name="Google Shape;307;p19"/>
            <p:cNvSpPr/>
            <p:nvPr/>
          </p:nvSpPr>
          <p:spPr>
            <a:xfrm>
              <a:off x="1875469" y="1226320"/>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lnTo>
                    <a:pt x="276839" y="97144"/>
                  </a:lnTo>
                  <a:lnTo>
                    <a:pt x="256675" y="58152"/>
                  </a:lnTo>
                  <a:lnTo>
                    <a:pt x="225927"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8" name="Google Shape;308;p19"/>
            <p:cNvSpPr/>
            <p:nvPr/>
          </p:nvSpPr>
          <p:spPr>
            <a:xfrm>
              <a:off x="1875469" y="1226320"/>
              <a:ext cx="284480" cy="284480"/>
            </a:xfrm>
            <a:custGeom>
              <a:avLst/>
              <a:gdLst/>
              <a:ahLst/>
              <a:cxnLst/>
              <a:rect l="l" t="t" r="r" b="b"/>
              <a:pathLst>
                <a:path w="284480" h="284480" extrusionOk="0">
                  <a:moveTo>
                    <a:pt x="284080" y="142040"/>
                  </a:moveTo>
                  <a:lnTo>
                    <a:pt x="276839" y="97144"/>
                  </a:lnTo>
                  <a:lnTo>
                    <a:pt x="256675" y="58152"/>
                  </a:lnTo>
                  <a:lnTo>
                    <a:pt x="225927" y="27405"/>
                  </a:lnTo>
                  <a:lnTo>
                    <a:pt x="186936" y="7241"/>
                  </a:lnTo>
                  <a:lnTo>
                    <a:pt x="142040" y="0"/>
                  </a:ln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 name="Google Shape;309;p19"/>
            <p:cNvSpPr/>
            <p:nvPr/>
          </p:nvSpPr>
          <p:spPr>
            <a:xfrm>
              <a:off x="1875469" y="1514325"/>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lnTo>
                    <a:pt x="276839" y="97144"/>
                  </a:lnTo>
                  <a:lnTo>
                    <a:pt x="256675" y="58152"/>
                  </a:lnTo>
                  <a:lnTo>
                    <a:pt x="225927"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 name="Google Shape;310;p19"/>
            <p:cNvSpPr/>
            <p:nvPr/>
          </p:nvSpPr>
          <p:spPr>
            <a:xfrm>
              <a:off x="1875469" y="1514325"/>
              <a:ext cx="284480" cy="284480"/>
            </a:xfrm>
            <a:custGeom>
              <a:avLst/>
              <a:gdLst/>
              <a:ahLst/>
              <a:cxnLst/>
              <a:rect l="l" t="t" r="r" b="b"/>
              <a:pathLst>
                <a:path w="284480" h="284480" extrusionOk="0">
                  <a:moveTo>
                    <a:pt x="284080" y="142040"/>
                  </a:moveTo>
                  <a:lnTo>
                    <a:pt x="276839" y="97144"/>
                  </a:lnTo>
                  <a:lnTo>
                    <a:pt x="256675" y="58152"/>
                  </a:lnTo>
                  <a:lnTo>
                    <a:pt x="225927" y="27405"/>
                  </a:lnTo>
                  <a:lnTo>
                    <a:pt x="186936" y="7241"/>
                  </a:lnTo>
                  <a:lnTo>
                    <a:pt x="142040" y="0"/>
                  </a:ln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11" name="Google Shape;311;p19"/>
          <p:cNvSpPr txBox="1"/>
          <p:nvPr/>
        </p:nvSpPr>
        <p:spPr>
          <a:xfrm>
            <a:off x="1942160" y="1531205"/>
            <a:ext cx="9398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x</a:t>
            </a:r>
            <a:endParaRPr sz="1050">
              <a:latin typeface="Arial"/>
              <a:ea typeface="Arial"/>
              <a:cs typeface="Arial"/>
              <a:sym typeface="Arial"/>
            </a:endParaRPr>
          </a:p>
        </p:txBody>
      </p:sp>
      <p:sp>
        <p:nvSpPr>
          <p:cNvPr id="312" name="Google Shape;312;p19"/>
          <p:cNvSpPr txBox="1"/>
          <p:nvPr/>
        </p:nvSpPr>
        <p:spPr>
          <a:xfrm>
            <a:off x="2010486" y="1599525"/>
            <a:ext cx="7620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2</a:t>
            </a:r>
            <a:endParaRPr sz="700">
              <a:latin typeface="Arial"/>
              <a:ea typeface="Arial"/>
              <a:cs typeface="Arial"/>
              <a:sym typeface="Arial"/>
            </a:endParaRPr>
          </a:p>
        </p:txBody>
      </p:sp>
      <p:sp>
        <p:nvSpPr>
          <p:cNvPr id="313" name="Google Shape;313;p19"/>
          <p:cNvSpPr txBox="1"/>
          <p:nvPr/>
        </p:nvSpPr>
        <p:spPr>
          <a:xfrm>
            <a:off x="1985822" y="1753824"/>
            <a:ext cx="635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t>
            </a:r>
            <a:endParaRPr sz="1050">
              <a:latin typeface="Arial"/>
              <a:ea typeface="Arial"/>
              <a:cs typeface="Arial"/>
              <a:sym typeface="Arial"/>
            </a:endParaRPr>
          </a:p>
        </p:txBody>
      </p:sp>
      <p:grpSp>
        <p:nvGrpSpPr>
          <p:cNvPr id="314" name="Google Shape;314;p19"/>
          <p:cNvGrpSpPr/>
          <p:nvPr/>
        </p:nvGrpSpPr>
        <p:grpSpPr>
          <a:xfrm>
            <a:off x="1871230" y="1942093"/>
            <a:ext cx="292735" cy="292735"/>
            <a:chOff x="1871230" y="1942093"/>
            <a:chExt cx="292735" cy="292735"/>
          </a:xfrm>
        </p:grpSpPr>
        <p:sp>
          <p:nvSpPr>
            <p:cNvPr id="315" name="Google Shape;315;p19"/>
            <p:cNvSpPr/>
            <p:nvPr/>
          </p:nvSpPr>
          <p:spPr>
            <a:xfrm>
              <a:off x="1871230" y="1942093"/>
              <a:ext cx="292735" cy="292735"/>
            </a:xfrm>
            <a:custGeom>
              <a:avLst/>
              <a:gdLst/>
              <a:ahLst/>
              <a:cxnLst/>
              <a:rect l="l" t="t" r="r" b="b"/>
              <a:pathLst>
                <a:path w="292735" h="292735" extrusionOk="0">
                  <a:moveTo>
                    <a:pt x="146278" y="0"/>
                  </a:moveTo>
                  <a:lnTo>
                    <a:pt x="100042" y="7457"/>
                  </a:lnTo>
                  <a:lnTo>
                    <a:pt x="59887" y="28222"/>
                  </a:lnTo>
                  <a:lnTo>
                    <a:pt x="28223" y="59887"/>
                  </a:lnTo>
                  <a:lnTo>
                    <a:pt x="7457" y="100042"/>
                  </a:lnTo>
                  <a:lnTo>
                    <a:pt x="0" y="146278"/>
                  </a:lnTo>
                  <a:lnTo>
                    <a:pt x="7457" y="192514"/>
                  </a:lnTo>
                  <a:lnTo>
                    <a:pt x="28223" y="232669"/>
                  </a:lnTo>
                  <a:lnTo>
                    <a:pt x="59887" y="264333"/>
                  </a:lnTo>
                  <a:lnTo>
                    <a:pt x="100042" y="285099"/>
                  </a:lnTo>
                  <a:lnTo>
                    <a:pt x="146278" y="292556"/>
                  </a:lnTo>
                  <a:lnTo>
                    <a:pt x="192514" y="285099"/>
                  </a:lnTo>
                  <a:lnTo>
                    <a:pt x="232669" y="264333"/>
                  </a:lnTo>
                  <a:lnTo>
                    <a:pt x="264333" y="232669"/>
                  </a:lnTo>
                  <a:lnTo>
                    <a:pt x="285099" y="192514"/>
                  </a:lnTo>
                  <a:lnTo>
                    <a:pt x="292556" y="146278"/>
                  </a:lnTo>
                  <a:lnTo>
                    <a:pt x="285099" y="100042"/>
                  </a:lnTo>
                  <a:lnTo>
                    <a:pt x="264333" y="59887"/>
                  </a:lnTo>
                  <a:lnTo>
                    <a:pt x="232669" y="28222"/>
                  </a:lnTo>
                  <a:lnTo>
                    <a:pt x="192514" y="7457"/>
                  </a:lnTo>
                  <a:lnTo>
                    <a:pt x="146278"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6" name="Google Shape;316;p19"/>
            <p:cNvSpPr/>
            <p:nvPr/>
          </p:nvSpPr>
          <p:spPr>
            <a:xfrm>
              <a:off x="1871230" y="1942093"/>
              <a:ext cx="292735" cy="292735"/>
            </a:xfrm>
            <a:custGeom>
              <a:avLst/>
              <a:gdLst/>
              <a:ahLst/>
              <a:cxnLst/>
              <a:rect l="l" t="t" r="r" b="b"/>
              <a:pathLst>
                <a:path w="292735" h="292735" extrusionOk="0">
                  <a:moveTo>
                    <a:pt x="292556" y="146278"/>
                  </a:moveTo>
                  <a:lnTo>
                    <a:pt x="285099" y="100042"/>
                  </a:lnTo>
                  <a:lnTo>
                    <a:pt x="264333" y="59887"/>
                  </a:lnTo>
                  <a:lnTo>
                    <a:pt x="232669" y="28222"/>
                  </a:lnTo>
                  <a:lnTo>
                    <a:pt x="192514" y="7457"/>
                  </a:lnTo>
                  <a:lnTo>
                    <a:pt x="146278" y="0"/>
                  </a:lnTo>
                  <a:lnTo>
                    <a:pt x="100042" y="7457"/>
                  </a:lnTo>
                  <a:lnTo>
                    <a:pt x="59887" y="28222"/>
                  </a:lnTo>
                  <a:lnTo>
                    <a:pt x="28223" y="59887"/>
                  </a:lnTo>
                  <a:lnTo>
                    <a:pt x="7457" y="100042"/>
                  </a:lnTo>
                  <a:lnTo>
                    <a:pt x="0" y="146278"/>
                  </a:lnTo>
                  <a:lnTo>
                    <a:pt x="7457" y="192514"/>
                  </a:lnTo>
                  <a:lnTo>
                    <a:pt x="28223" y="232669"/>
                  </a:lnTo>
                  <a:lnTo>
                    <a:pt x="59887" y="264333"/>
                  </a:lnTo>
                  <a:lnTo>
                    <a:pt x="100042" y="285099"/>
                  </a:lnTo>
                  <a:lnTo>
                    <a:pt x="146278" y="292556"/>
                  </a:lnTo>
                  <a:lnTo>
                    <a:pt x="192514" y="285099"/>
                  </a:lnTo>
                  <a:lnTo>
                    <a:pt x="232669" y="264333"/>
                  </a:lnTo>
                  <a:lnTo>
                    <a:pt x="264333" y="232669"/>
                  </a:lnTo>
                  <a:lnTo>
                    <a:pt x="285099" y="192514"/>
                  </a:lnTo>
                  <a:lnTo>
                    <a:pt x="292556" y="14627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17" name="Google Shape;317;p19"/>
          <p:cNvSpPr txBox="1"/>
          <p:nvPr/>
        </p:nvSpPr>
        <p:spPr>
          <a:xfrm>
            <a:off x="1906133" y="1710561"/>
            <a:ext cx="195600" cy="370200"/>
          </a:xfrm>
          <a:prstGeom prst="rect">
            <a:avLst/>
          </a:prstGeom>
          <a:noFill/>
          <a:ln>
            <a:noFill/>
          </a:ln>
        </p:spPr>
        <p:txBody>
          <a:bodyPr spcFirstLastPara="1" wrap="square" lIns="0" tIns="15875" rIns="0" bIns="0" anchor="t" anchorCtr="0">
            <a:spAutoFit/>
          </a:bodyPr>
          <a:lstStyle/>
          <a:p>
            <a:pPr marL="14604" lvl="0" indent="0" algn="ctr" rtl="0">
              <a:lnSpc>
                <a:spcPct val="119047"/>
              </a:lnSpc>
              <a:spcBef>
                <a:spcPts val="0"/>
              </a:spcBef>
              <a:spcAft>
                <a:spcPts val="0"/>
              </a:spcAft>
              <a:buNone/>
            </a:pPr>
            <a:r>
              <a:rPr lang="en-US" sz="1050">
                <a:latin typeface="Arial"/>
                <a:ea typeface="Arial"/>
                <a:cs typeface="Arial"/>
                <a:sym typeface="Arial"/>
              </a:rPr>
              <a:t>.</a:t>
            </a:r>
            <a:endParaRPr sz="1050">
              <a:latin typeface="Arial"/>
              <a:ea typeface="Arial"/>
              <a:cs typeface="Arial"/>
              <a:sym typeface="Arial"/>
            </a:endParaRPr>
          </a:p>
          <a:p>
            <a:pPr marL="0" lvl="0" indent="0" algn="ctr" rtl="0">
              <a:lnSpc>
                <a:spcPct val="119047"/>
              </a:lnSpc>
              <a:spcBef>
                <a:spcPts val="0"/>
              </a:spcBef>
              <a:spcAft>
                <a:spcPts val="0"/>
              </a:spcAft>
              <a:buNone/>
            </a:pPr>
            <a:r>
              <a:rPr lang="en-US" sz="1050" i="1">
                <a:latin typeface="Arial"/>
                <a:ea typeface="Arial"/>
                <a:cs typeface="Arial"/>
                <a:sym typeface="Arial"/>
              </a:rPr>
              <a:t>x</a:t>
            </a:r>
            <a:r>
              <a:rPr lang="en-US" sz="1050" i="1" baseline="-25000">
                <a:latin typeface="Arial"/>
                <a:ea typeface="Arial"/>
                <a:cs typeface="Arial"/>
                <a:sym typeface="Arial"/>
              </a:rPr>
              <a:t>d</a:t>
            </a:r>
            <a:endParaRPr sz="1050" baseline="-25000">
              <a:latin typeface="Arial"/>
              <a:ea typeface="Arial"/>
              <a:cs typeface="Arial"/>
              <a:sym typeface="Arial"/>
            </a:endParaRPr>
          </a:p>
        </p:txBody>
      </p:sp>
      <p:grpSp>
        <p:nvGrpSpPr>
          <p:cNvPr id="318" name="Google Shape;318;p19"/>
          <p:cNvGrpSpPr/>
          <p:nvPr/>
        </p:nvGrpSpPr>
        <p:grpSpPr>
          <a:xfrm>
            <a:off x="1891952" y="954798"/>
            <a:ext cx="251460" cy="251460"/>
            <a:chOff x="1891952" y="954798"/>
            <a:chExt cx="251460" cy="251460"/>
          </a:xfrm>
        </p:grpSpPr>
        <p:pic>
          <p:nvPicPr>
            <p:cNvPr id="319" name="Google Shape;319;p19"/>
            <p:cNvPicPr preferRelativeResize="0"/>
            <p:nvPr/>
          </p:nvPicPr>
          <p:blipFill rotWithShape="1">
            <a:blip r:embed="rId3">
              <a:alphaModFix/>
            </a:blip>
            <a:srcRect/>
            <a:stretch/>
          </p:blipFill>
          <p:spPr>
            <a:xfrm>
              <a:off x="1891952" y="954798"/>
              <a:ext cx="251114" cy="251114"/>
            </a:xfrm>
            <a:prstGeom prst="rect">
              <a:avLst/>
            </a:prstGeom>
            <a:noFill/>
            <a:ln>
              <a:noFill/>
            </a:ln>
          </p:spPr>
        </p:pic>
        <p:sp>
          <p:nvSpPr>
            <p:cNvPr id="320" name="Google Shape;320;p19"/>
            <p:cNvSpPr/>
            <p:nvPr/>
          </p:nvSpPr>
          <p:spPr>
            <a:xfrm>
              <a:off x="1891952" y="954798"/>
              <a:ext cx="251460" cy="251460"/>
            </a:xfrm>
            <a:custGeom>
              <a:avLst/>
              <a:gdLst/>
              <a:ahLst/>
              <a:cxnLst/>
              <a:rect l="l" t="t" r="r" b="b"/>
              <a:pathLst>
                <a:path w="251460" h="251459" extrusionOk="0">
                  <a:moveTo>
                    <a:pt x="251114" y="125557"/>
                  </a:moveTo>
                  <a:lnTo>
                    <a:pt x="241247" y="76684"/>
                  </a:lnTo>
                  <a:lnTo>
                    <a:pt x="214339" y="36774"/>
                  </a:lnTo>
                  <a:lnTo>
                    <a:pt x="174429" y="9866"/>
                  </a:lnTo>
                  <a:lnTo>
                    <a:pt x="125557" y="0"/>
                  </a:lnTo>
                  <a:lnTo>
                    <a:pt x="76684" y="9866"/>
                  </a:lnTo>
                  <a:lnTo>
                    <a:pt x="36774" y="36774"/>
                  </a:lnTo>
                  <a:lnTo>
                    <a:pt x="9866" y="76684"/>
                  </a:lnTo>
                  <a:lnTo>
                    <a:pt x="0" y="125557"/>
                  </a:lnTo>
                  <a:lnTo>
                    <a:pt x="9866" y="174429"/>
                  </a:lnTo>
                  <a:lnTo>
                    <a:pt x="36774" y="214339"/>
                  </a:lnTo>
                  <a:lnTo>
                    <a:pt x="76684" y="241247"/>
                  </a:lnTo>
                  <a:lnTo>
                    <a:pt x="125557" y="251114"/>
                  </a:lnTo>
                  <a:lnTo>
                    <a:pt x="174429" y="241247"/>
                  </a:lnTo>
                  <a:lnTo>
                    <a:pt x="214339" y="214339"/>
                  </a:lnTo>
                  <a:lnTo>
                    <a:pt x="241247" y="174429"/>
                  </a:lnTo>
                  <a:lnTo>
                    <a:pt x="251114" y="12555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1" name="Google Shape;321;p19"/>
          <p:cNvSpPr txBox="1"/>
          <p:nvPr/>
        </p:nvSpPr>
        <p:spPr>
          <a:xfrm>
            <a:off x="1916760" y="979162"/>
            <a:ext cx="195580" cy="454025"/>
          </a:xfrm>
          <a:prstGeom prst="rect">
            <a:avLst/>
          </a:prstGeom>
          <a:noFill/>
          <a:ln>
            <a:noFill/>
          </a:ln>
        </p:spPr>
        <p:txBody>
          <a:bodyPr spcFirstLastPara="1" wrap="square" lIns="0" tIns="15875" rIns="0" bIns="0" anchor="t" anchorCtr="0">
            <a:spAutoFit/>
          </a:bodyPr>
          <a:lstStyle/>
          <a:p>
            <a:pPr marL="62230" lvl="0" indent="0" algn="l" rtl="0">
              <a:lnSpc>
                <a:spcPct val="100000"/>
              </a:lnSpc>
              <a:spcBef>
                <a:spcPts val="0"/>
              </a:spcBef>
              <a:spcAft>
                <a:spcPts val="0"/>
              </a:spcAft>
              <a:buNone/>
            </a:pPr>
            <a:r>
              <a:rPr lang="en-US" sz="1050">
                <a:latin typeface="Arial"/>
                <a:ea typeface="Arial"/>
                <a:cs typeface="Arial"/>
                <a:sym typeface="Arial"/>
              </a:rPr>
              <a:t>1</a:t>
            </a:r>
            <a:endParaRPr sz="1050">
              <a:latin typeface="Arial"/>
              <a:ea typeface="Arial"/>
              <a:cs typeface="Arial"/>
              <a:sym typeface="Arial"/>
            </a:endParaRPr>
          </a:p>
          <a:p>
            <a:pPr marL="38100" lvl="0" indent="0" algn="l" rtl="0">
              <a:lnSpc>
                <a:spcPct val="100000"/>
              </a:lnSpc>
              <a:spcBef>
                <a:spcPts val="82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322" name="Google Shape;322;p19"/>
          <p:cNvGrpSpPr/>
          <p:nvPr/>
        </p:nvGrpSpPr>
        <p:grpSpPr>
          <a:xfrm>
            <a:off x="2701520" y="1404362"/>
            <a:ext cx="360045" cy="360045"/>
            <a:chOff x="2701520" y="1404362"/>
            <a:chExt cx="360045" cy="360045"/>
          </a:xfrm>
        </p:grpSpPr>
        <p:sp>
          <p:nvSpPr>
            <p:cNvPr id="323" name="Google Shape;323;p19"/>
            <p:cNvSpPr/>
            <p:nvPr/>
          </p:nvSpPr>
          <p:spPr>
            <a:xfrm>
              <a:off x="2701520" y="1404362"/>
              <a:ext cx="360045" cy="360045"/>
            </a:xfrm>
            <a:custGeom>
              <a:avLst/>
              <a:gdLst/>
              <a:ahLst/>
              <a:cxnLst/>
              <a:rect l="l" t="t" r="r" b="b"/>
              <a:pathLst>
                <a:path w="360044" h="360044" extrusionOk="0">
                  <a:moveTo>
                    <a:pt x="180002" y="0"/>
                  </a:moveTo>
                  <a:lnTo>
                    <a:pt x="132150" y="6429"/>
                  </a:lnTo>
                  <a:lnTo>
                    <a:pt x="89151" y="24575"/>
                  </a:lnTo>
                  <a:lnTo>
                    <a:pt x="52720" y="52721"/>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lnTo>
                    <a:pt x="353574" y="132150"/>
                  </a:lnTo>
                  <a:lnTo>
                    <a:pt x="335428" y="89151"/>
                  </a:lnTo>
                  <a:lnTo>
                    <a:pt x="307283" y="52721"/>
                  </a:lnTo>
                  <a:lnTo>
                    <a:pt x="270853" y="24575"/>
                  </a:lnTo>
                  <a:lnTo>
                    <a:pt x="227854" y="6429"/>
                  </a:lnTo>
                  <a:lnTo>
                    <a:pt x="180002" y="0"/>
                  </a:lnTo>
                  <a:close/>
                </a:path>
              </a:pathLst>
            </a:custGeom>
            <a:solidFill>
              <a:srgbClr val="4681B4"/>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4" name="Google Shape;324;p19"/>
            <p:cNvSpPr/>
            <p:nvPr/>
          </p:nvSpPr>
          <p:spPr>
            <a:xfrm>
              <a:off x="2701520" y="1404362"/>
              <a:ext cx="360045" cy="360045"/>
            </a:xfrm>
            <a:custGeom>
              <a:avLst/>
              <a:gdLst/>
              <a:ahLst/>
              <a:cxnLst/>
              <a:rect l="l" t="t" r="r" b="b"/>
              <a:pathLst>
                <a:path w="360044" h="360044" extrusionOk="0">
                  <a:moveTo>
                    <a:pt x="360004" y="180002"/>
                  </a:moveTo>
                  <a:lnTo>
                    <a:pt x="353574" y="132150"/>
                  </a:lnTo>
                  <a:lnTo>
                    <a:pt x="335428" y="89151"/>
                  </a:lnTo>
                  <a:lnTo>
                    <a:pt x="307283" y="52721"/>
                  </a:lnTo>
                  <a:lnTo>
                    <a:pt x="270853" y="24575"/>
                  </a:lnTo>
                  <a:lnTo>
                    <a:pt x="227854" y="6429"/>
                  </a:lnTo>
                  <a:lnTo>
                    <a:pt x="180002" y="0"/>
                  </a:lnTo>
                  <a:lnTo>
                    <a:pt x="132150" y="6429"/>
                  </a:lnTo>
                  <a:lnTo>
                    <a:pt x="89151" y="24575"/>
                  </a:lnTo>
                  <a:lnTo>
                    <a:pt x="52720" y="52721"/>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5" name="Google Shape;325;p19"/>
          <p:cNvSpPr txBox="1"/>
          <p:nvPr/>
        </p:nvSpPr>
        <p:spPr>
          <a:xfrm>
            <a:off x="2815132" y="1472562"/>
            <a:ext cx="13335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a:latin typeface="Tahoma"/>
                <a:ea typeface="Tahoma"/>
                <a:cs typeface="Tahoma"/>
                <a:sym typeface="Tahoma"/>
              </a:rPr>
              <a:t>Σ</a:t>
            </a:r>
            <a:endParaRPr sz="1200">
              <a:latin typeface="Tahoma"/>
              <a:ea typeface="Tahoma"/>
              <a:cs typeface="Tahoma"/>
              <a:sym typeface="Tahoma"/>
            </a:endParaRPr>
          </a:p>
        </p:txBody>
      </p:sp>
      <p:grpSp>
        <p:nvGrpSpPr>
          <p:cNvPr id="326" name="Google Shape;326;p19"/>
          <p:cNvGrpSpPr/>
          <p:nvPr/>
        </p:nvGrpSpPr>
        <p:grpSpPr>
          <a:xfrm>
            <a:off x="3602295" y="1441122"/>
            <a:ext cx="287020" cy="287020"/>
            <a:chOff x="3602295" y="1441122"/>
            <a:chExt cx="287020" cy="287020"/>
          </a:xfrm>
        </p:grpSpPr>
        <p:sp>
          <p:nvSpPr>
            <p:cNvPr id="327" name="Google Shape;327;p19"/>
            <p:cNvSpPr/>
            <p:nvPr/>
          </p:nvSpPr>
          <p:spPr>
            <a:xfrm>
              <a:off x="3602295" y="1441122"/>
              <a:ext cx="287020" cy="287020"/>
            </a:xfrm>
            <a:custGeom>
              <a:avLst/>
              <a:gdLst/>
              <a:ahLst/>
              <a:cxnLst/>
              <a:rect l="l" t="t" r="r" b="b"/>
              <a:pathLst>
                <a:path w="287020" h="287019" extrusionOk="0">
                  <a:moveTo>
                    <a:pt x="143242" y="0"/>
                  </a:moveTo>
                  <a:lnTo>
                    <a:pt x="97966" y="7302"/>
                  </a:lnTo>
                  <a:lnTo>
                    <a:pt x="58644" y="27637"/>
                  </a:lnTo>
                  <a:lnTo>
                    <a:pt x="27637" y="58644"/>
                  </a:lnTo>
                  <a:lnTo>
                    <a:pt x="7302" y="97966"/>
                  </a:lnTo>
                  <a:lnTo>
                    <a:pt x="0" y="143242"/>
                  </a:lnTo>
                  <a:lnTo>
                    <a:pt x="7302" y="188517"/>
                  </a:lnTo>
                  <a:lnTo>
                    <a:pt x="27637" y="227839"/>
                  </a:lnTo>
                  <a:lnTo>
                    <a:pt x="58644" y="258846"/>
                  </a:lnTo>
                  <a:lnTo>
                    <a:pt x="97966" y="279181"/>
                  </a:lnTo>
                  <a:lnTo>
                    <a:pt x="143242" y="286484"/>
                  </a:lnTo>
                  <a:lnTo>
                    <a:pt x="188517" y="279181"/>
                  </a:lnTo>
                  <a:lnTo>
                    <a:pt x="227839" y="258846"/>
                  </a:lnTo>
                  <a:lnTo>
                    <a:pt x="258846" y="227839"/>
                  </a:lnTo>
                  <a:lnTo>
                    <a:pt x="279181" y="188517"/>
                  </a:lnTo>
                  <a:lnTo>
                    <a:pt x="286483" y="143242"/>
                  </a:lnTo>
                  <a:lnTo>
                    <a:pt x="279181" y="97966"/>
                  </a:lnTo>
                  <a:lnTo>
                    <a:pt x="258846" y="58644"/>
                  </a:lnTo>
                  <a:lnTo>
                    <a:pt x="227839" y="27637"/>
                  </a:lnTo>
                  <a:lnTo>
                    <a:pt x="188517" y="7302"/>
                  </a:lnTo>
                  <a:lnTo>
                    <a:pt x="143242" y="0"/>
                  </a:lnTo>
                  <a:close/>
                </a:path>
              </a:pathLst>
            </a:custGeom>
            <a:solidFill>
              <a:srgbClr val="B3FFB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8" name="Google Shape;328;p19"/>
            <p:cNvSpPr/>
            <p:nvPr/>
          </p:nvSpPr>
          <p:spPr>
            <a:xfrm>
              <a:off x="3602295" y="1441122"/>
              <a:ext cx="287020" cy="287020"/>
            </a:xfrm>
            <a:custGeom>
              <a:avLst/>
              <a:gdLst/>
              <a:ahLst/>
              <a:cxnLst/>
              <a:rect l="l" t="t" r="r" b="b"/>
              <a:pathLst>
                <a:path w="287020" h="287019" extrusionOk="0">
                  <a:moveTo>
                    <a:pt x="286483" y="143242"/>
                  </a:moveTo>
                  <a:lnTo>
                    <a:pt x="279181" y="97966"/>
                  </a:lnTo>
                  <a:lnTo>
                    <a:pt x="258846" y="58644"/>
                  </a:lnTo>
                  <a:lnTo>
                    <a:pt x="227839" y="27637"/>
                  </a:lnTo>
                  <a:lnTo>
                    <a:pt x="188517" y="7302"/>
                  </a:lnTo>
                  <a:lnTo>
                    <a:pt x="143242" y="0"/>
                  </a:lnTo>
                  <a:lnTo>
                    <a:pt x="97966" y="7302"/>
                  </a:lnTo>
                  <a:lnTo>
                    <a:pt x="58644" y="27637"/>
                  </a:lnTo>
                  <a:lnTo>
                    <a:pt x="27637" y="58644"/>
                  </a:lnTo>
                  <a:lnTo>
                    <a:pt x="7302" y="97966"/>
                  </a:lnTo>
                  <a:lnTo>
                    <a:pt x="0" y="143242"/>
                  </a:lnTo>
                  <a:lnTo>
                    <a:pt x="7302" y="188517"/>
                  </a:lnTo>
                  <a:lnTo>
                    <a:pt x="27637" y="227839"/>
                  </a:lnTo>
                  <a:lnTo>
                    <a:pt x="58644" y="258846"/>
                  </a:lnTo>
                  <a:lnTo>
                    <a:pt x="97966" y="279181"/>
                  </a:lnTo>
                  <a:lnTo>
                    <a:pt x="143242" y="286484"/>
                  </a:lnTo>
                  <a:lnTo>
                    <a:pt x="188517" y="279181"/>
                  </a:lnTo>
                  <a:lnTo>
                    <a:pt x="227839" y="258846"/>
                  </a:lnTo>
                  <a:lnTo>
                    <a:pt x="258846" y="227839"/>
                  </a:lnTo>
                  <a:lnTo>
                    <a:pt x="279181" y="188517"/>
                  </a:lnTo>
                  <a:lnTo>
                    <a:pt x="286483" y="14324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9" name="Google Shape;329;p19"/>
          <p:cNvSpPr txBox="1"/>
          <p:nvPr/>
        </p:nvSpPr>
        <p:spPr>
          <a:xfrm>
            <a:off x="3691826" y="1459760"/>
            <a:ext cx="10350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y</a:t>
            </a:r>
            <a:r>
              <a:rPr lang="en-US" sz="1800" baseline="30000">
                <a:latin typeface="Tahoma"/>
                <a:ea typeface="Tahoma"/>
                <a:cs typeface="Tahoma"/>
                <a:sym typeface="Tahoma"/>
              </a:rPr>
              <a:t>ˆ</a:t>
            </a:r>
            <a:endParaRPr sz="1800" baseline="30000">
              <a:latin typeface="Tahoma"/>
              <a:ea typeface="Tahoma"/>
              <a:cs typeface="Tahoma"/>
              <a:sym typeface="Tahoma"/>
            </a:endParaRPr>
          </a:p>
        </p:txBody>
      </p:sp>
      <p:grpSp>
        <p:nvGrpSpPr>
          <p:cNvPr id="330" name="Google Shape;330;p19"/>
          <p:cNvGrpSpPr/>
          <p:nvPr/>
        </p:nvGrpSpPr>
        <p:grpSpPr>
          <a:xfrm>
            <a:off x="2128152" y="1144844"/>
            <a:ext cx="593636" cy="499524"/>
            <a:chOff x="2128152" y="1144844"/>
            <a:chExt cx="593636" cy="499524"/>
          </a:xfrm>
        </p:grpSpPr>
        <p:sp>
          <p:nvSpPr>
            <p:cNvPr id="331" name="Google Shape;331;p19"/>
            <p:cNvSpPr/>
            <p:nvPr/>
          </p:nvSpPr>
          <p:spPr>
            <a:xfrm>
              <a:off x="2128152" y="1144844"/>
              <a:ext cx="591820" cy="345440"/>
            </a:xfrm>
            <a:custGeom>
              <a:avLst/>
              <a:gdLst/>
              <a:ahLst/>
              <a:cxnLst/>
              <a:rect l="l" t="t" r="r" b="b"/>
              <a:pathLst>
                <a:path w="591819" h="345440" extrusionOk="0">
                  <a:moveTo>
                    <a:pt x="0" y="0"/>
                  </a:moveTo>
                  <a:lnTo>
                    <a:pt x="591380" y="34496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2" name="Google Shape;332;p19"/>
            <p:cNvSpPr/>
            <p:nvPr/>
          </p:nvSpPr>
          <p:spPr>
            <a:xfrm>
              <a:off x="2683688" y="1451601"/>
              <a:ext cx="38100" cy="52705"/>
            </a:xfrm>
            <a:custGeom>
              <a:avLst/>
              <a:gdLst/>
              <a:ahLst/>
              <a:cxnLst/>
              <a:rect l="l" t="t" r="r" b="b"/>
              <a:pathLst>
                <a:path w="38100" h="52705" extrusionOk="0">
                  <a:moveTo>
                    <a:pt x="30600" y="0"/>
                  </a:moveTo>
                  <a:lnTo>
                    <a:pt x="28580" y="12636"/>
                  </a:lnTo>
                  <a:lnTo>
                    <a:pt x="29603" y="23367"/>
                  </a:lnTo>
                  <a:lnTo>
                    <a:pt x="32982" y="32286"/>
                  </a:lnTo>
                  <a:lnTo>
                    <a:pt x="38031" y="39488"/>
                  </a:lnTo>
                  <a:lnTo>
                    <a:pt x="29277" y="38638"/>
                  </a:lnTo>
                  <a:lnTo>
                    <a:pt x="19849" y="40087"/>
                  </a:lnTo>
                  <a:lnTo>
                    <a:pt x="10005" y="44478"/>
                  </a:lnTo>
                  <a:lnTo>
                    <a:pt x="0" y="5245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3" name="Google Shape;333;p19"/>
            <p:cNvSpPr/>
            <p:nvPr/>
          </p:nvSpPr>
          <p:spPr>
            <a:xfrm>
              <a:off x="2157772" y="1403385"/>
              <a:ext cx="542290" cy="135890"/>
            </a:xfrm>
            <a:custGeom>
              <a:avLst/>
              <a:gdLst/>
              <a:ahLst/>
              <a:cxnLst/>
              <a:rect l="l" t="t" r="r" b="b"/>
              <a:pathLst>
                <a:path w="542289" h="135890" extrusionOk="0">
                  <a:moveTo>
                    <a:pt x="0" y="0"/>
                  </a:moveTo>
                  <a:lnTo>
                    <a:pt x="541797" y="13545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4" name="Google Shape;334;p19"/>
            <p:cNvSpPr/>
            <p:nvPr/>
          </p:nvSpPr>
          <p:spPr>
            <a:xfrm>
              <a:off x="2669129" y="1503617"/>
              <a:ext cx="33020" cy="59055"/>
            </a:xfrm>
            <a:custGeom>
              <a:avLst/>
              <a:gdLst/>
              <a:ahLst/>
              <a:cxnLst/>
              <a:rect l="l" t="t" r="r" b="b"/>
              <a:pathLst>
                <a:path w="33019" h="59055" extrusionOk="0">
                  <a:moveTo>
                    <a:pt x="14728" y="0"/>
                  </a:moveTo>
                  <a:lnTo>
                    <a:pt x="16319" y="12697"/>
                  </a:lnTo>
                  <a:lnTo>
                    <a:pt x="20299" y="22715"/>
                  </a:lnTo>
                  <a:lnTo>
                    <a:pt x="26035" y="30336"/>
                  </a:lnTo>
                  <a:lnTo>
                    <a:pt x="32895" y="35841"/>
                  </a:lnTo>
                  <a:lnTo>
                    <a:pt x="24252" y="37470"/>
                  </a:lnTo>
                  <a:lnTo>
                    <a:pt x="15604" y="41495"/>
                  </a:lnTo>
                  <a:lnTo>
                    <a:pt x="7378" y="48462"/>
                  </a:lnTo>
                  <a:lnTo>
                    <a:pt x="0" y="5891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5" name="Google Shape;335;p19"/>
            <p:cNvSpPr/>
            <p:nvPr/>
          </p:nvSpPr>
          <p:spPr>
            <a:xfrm>
              <a:off x="2161580" y="1599918"/>
              <a:ext cx="533400" cy="44450"/>
            </a:xfrm>
            <a:custGeom>
              <a:avLst/>
              <a:gdLst/>
              <a:ahLst/>
              <a:cxnLst/>
              <a:rect l="l" t="t" r="r" b="b"/>
              <a:pathLst>
                <a:path w="533400" h="44450" extrusionOk="0">
                  <a:moveTo>
                    <a:pt x="0" y="44424"/>
                  </a:moveTo>
                  <a:lnTo>
                    <a:pt x="53304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9"/>
            <p:cNvSpPr/>
            <p:nvPr/>
          </p:nvSpPr>
          <p:spPr>
            <a:xfrm>
              <a:off x="2668398" y="1571634"/>
              <a:ext cx="29209" cy="60960"/>
            </a:xfrm>
            <a:custGeom>
              <a:avLst/>
              <a:gdLst/>
              <a:ahLst/>
              <a:cxnLst/>
              <a:rect l="l" t="t" r="r" b="b"/>
              <a:pathLst>
                <a:path w="29210" h="60960" extrusionOk="0">
                  <a:moveTo>
                    <a:pt x="0" y="0"/>
                  </a:moveTo>
                  <a:lnTo>
                    <a:pt x="5597" y="11507"/>
                  </a:lnTo>
                  <a:lnTo>
                    <a:pt x="12593" y="19708"/>
                  </a:lnTo>
                  <a:lnTo>
                    <a:pt x="20479" y="25073"/>
                  </a:lnTo>
                  <a:lnTo>
                    <a:pt x="28746" y="28074"/>
                  </a:lnTo>
                  <a:lnTo>
                    <a:pt x="21090" y="32401"/>
                  </a:lnTo>
                  <a:lnTo>
                    <a:pt x="14200" y="38998"/>
                  </a:lnTo>
                  <a:lnTo>
                    <a:pt x="8658" y="48244"/>
                  </a:lnTo>
                  <a:lnTo>
                    <a:pt x="5043" y="6051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37" name="Google Shape;337;p19"/>
          <p:cNvSpPr txBox="1"/>
          <p:nvPr/>
        </p:nvSpPr>
        <p:spPr>
          <a:xfrm>
            <a:off x="2310117" y="1096916"/>
            <a:ext cx="231140" cy="494665"/>
          </a:xfrm>
          <a:prstGeom prst="rect">
            <a:avLst/>
          </a:prstGeom>
          <a:noFill/>
          <a:ln>
            <a:noFill/>
          </a:ln>
        </p:spPr>
        <p:txBody>
          <a:bodyPr spcFirstLastPara="1" wrap="square" lIns="0" tIns="23475" rIns="0" bIns="0" anchor="t" anchorCtr="0">
            <a:spAutoFit/>
          </a:bodyPr>
          <a:lstStyle/>
          <a:p>
            <a:pPr marL="42545" marR="30480" lvl="0" indent="-5079" algn="just" rtl="0">
              <a:lnSpc>
                <a:spcPct val="95200"/>
              </a:lnSpc>
              <a:spcBef>
                <a:spcPts val="0"/>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0 </a:t>
            </a:r>
            <a:r>
              <a:rPr lang="en-US" sz="1050" i="1">
                <a:latin typeface="Arial"/>
                <a:ea typeface="Arial"/>
                <a:cs typeface="Arial"/>
                <a:sym typeface="Arial"/>
              </a:rPr>
              <a:t>w</a:t>
            </a:r>
            <a:r>
              <a:rPr lang="en-US" sz="1050" baseline="-25000">
                <a:latin typeface="Arial"/>
                <a:ea typeface="Arial"/>
                <a:cs typeface="Arial"/>
                <a:sym typeface="Arial"/>
              </a:rPr>
              <a:t>1 </a:t>
            </a:r>
            <a:r>
              <a:rPr lang="en-US" sz="1050" i="1">
                <a:latin typeface="Arial"/>
                <a:ea typeface="Arial"/>
                <a:cs typeface="Arial"/>
                <a:sym typeface="Arial"/>
              </a:rPr>
              <a:t>w</a:t>
            </a:r>
            <a:r>
              <a:rPr lang="en-US" sz="1050" baseline="-25000">
                <a:latin typeface="Arial"/>
                <a:ea typeface="Arial"/>
                <a:cs typeface="Arial"/>
                <a:sym typeface="Arial"/>
              </a:rPr>
              <a:t>2</a:t>
            </a:r>
            <a:endParaRPr sz="1050" baseline="-25000">
              <a:latin typeface="Arial"/>
              <a:ea typeface="Arial"/>
              <a:cs typeface="Arial"/>
              <a:sym typeface="Arial"/>
            </a:endParaRPr>
          </a:p>
        </p:txBody>
      </p:sp>
      <p:grpSp>
        <p:nvGrpSpPr>
          <p:cNvPr id="338" name="Google Shape;338;p19"/>
          <p:cNvGrpSpPr/>
          <p:nvPr/>
        </p:nvGrpSpPr>
        <p:grpSpPr>
          <a:xfrm>
            <a:off x="2146047" y="1664627"/>
            <a:ext cx="575738" cy="348888"/>
            <a:chOff x="2146047" y="1664627"/>
            <a:chExt cx="575738" cy="348888"/>
          </a:xfrm>
        </p:grpSpPr>
        <p:sp>
          <p:nvSpPr>
            <p:cNvPr id="339" name="Google Shape;339;p19"/>
            <p:cNvSpPr/>
            <p:nvPr/>
          </p:nvSpPr>
          <p:spPr>
            <a:xfrm>
              <a:off x="2146047" y="1678870"/>
              <a:ext cx="574040" cy="334645"/>
            </a:xfrm>
            <a:custGeom>
              <a:avLst/>
              <a:gdLst/>
              <a:ahLst/>
              <a:cxnLst/>
              <a:rect l="l" t="t" r="r" b="b"/>
              <a:pathLst>
                <a:path w="574039" h="334644" extrusionOk="0">
                  <a:moveTo>
                    <a:pt x="0" y="334530"/>
                  </a:moveTo>
                  <a:lnTo>
                    <a:pt x="573482"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0" name="Google Shape;340;p19"/>
            <p:cNvSpPr/>
            <p:nvPr/>
          </p:nvSpPr>
          <p:spPr>
            <a:xfrm>
              <a:off x="2683685" y="1664627"/>
              <a:ext cx="38100" cy="52705"/>
            </a:xfrm>
            <a:custGeom>
              <a:avLst/>
              <a:gdLst/>
              <a:ahLst/>
              <a:cxnLst/>
              <a:rect l="l" t="t" r="r" b="b"/>
              <a:pathLst>
                <a:path w="38100" h="52705" extrusionOk="0">
                  <a:moveTo>
                    <a:pt x="0" y="0"/>
                  </a:moveTo>
                  <a:lnTo>
                    <a:pt x="10005" y="7978"/>
                  </a:lnTo>
                  <a:lnTo>
                    <a:pt x="19849" y="12369"/>
                  </a:lnTo>
                  <a:lnTo>
                    <a:pt x="29277" y="13818"/>
                  </a:lnTo>
                  <a:lnTo>
                    <a:pt x="38031" y="12968"/>
                  </a:lnTo>
                  <a:lnTo>
                    <a:pt x="32982" y="20170"/>
                  </a:lnTo>
                  <a:lnTo>
                    <a:pt x="29603" y="29089"/>
                  </a:lnTo>
                  <a:lnTo>
                    <a:pt x="28580" y="39820"/>
                  </a:lnTo>
                  <a:lnTo>
                    <a:pt x="30600" y="5245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41" name="Google Shape;341;p19"/>
          <p:cNvSpPr txBox="1"/>
          <p:nvPr/>
        </p:nvSpPr>
        <p:spPr>
          <a:xfrm>
            <a:off x="2314689" y="1814720"/>
            <a:ext cx="22606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w</a:t>
            </a:r>
            <a:r>
              <a:rPr lang="en-US" sz="1050" i="1" baseline="-25000">
                <a:latin typeface="Arial"/>
                <a:ea typeface="Arial"/>
                <a:cs typeface="Arial"/>
                <a:sym typeface="Arial"/>
              </a:rPr>
              <a:t>d</a:t>
            </a:r>
            <a:endParaRPr sz="1050" baseline="-25000">
              <a:latin typeface="Arial"/>
              <a:ea typeface="Arial"/>
              <a:cs typeface="Arial"/>
              <a:sym typeface="Arial"/>
            </a:endParaRPr>
          </a:p>
        </p:txBody>
      </p:sp>
      <p:grpSp>
        <p:nvGrpSpPr>
          <p:cNvPr id="342" name="Google Shape;342;p19"/>
          <p:cNvGrpSpPr/>
          <p:nvPr/>
        </p:nvGrpSpPr>
        <p:grpSpPr>
          <a:xfrm>
            <a:off x="3064107" y="1553977"/>
            <a:ext cx="533565" cy="60960"/>
            <a:chOff x="3064107" y="1553977"/>
            <a:chExt cx="533565" cy="60960"/>
          </a:xfrm>
        </p:grpSpPr>
        <p:sp>
          <p:nvSpPr>
            <p:cNvPr id="343" name="Google Shape;343;p19"/>
            <p:cNvSpPr/>
            <p:nvPr/>
          </p:nvSpPr>
          <p:spPr>
            <a:xfrm>
              <a:off x="3064107" y="1584342"/>
              <a:ext cx="530860" cy="0"/>
            </a:xfrm>
            <a:custGeom>
              <a:avLst/>
              <a:gdLst/>
              <a:ahLst/>
              <a:cxnLst/>
              <a:rect l="l" t="t" r="r" b="b"/>
              <a:pathLst>
                <a:path w="530860" h="120000" extrusionOk="0">
                  <a:moveTo>
                    <a:pt x="0" y="0"/>
                  </a:moveTo>
                  <a:lnTo>
                    <a:pt x="53068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4" name="Google Shape;344;p19"/>
            <p:cNvSpPr/>
            <p:nvPr/>
          </p:nvSpPr>
          <p:spPr>
            <a:xfrm>
              <a:off x="3571002" y="1553977"/>
              <a:ext cx="26670" cy="60960"/>
            </a:xfrm>
            <a:custGeom>
              <a:avLst/>
              <a:gdLst/>
              <a:ahLst/>
              <a:cxnLst/>
              <a:rect l="l" t="t" r="r" b="b"/>
              <a:pathLst>
                <a:path w="26670" h="60959"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45" name="Google Shape;345;p19"/>
          <p:cNvSpPr txBox="1"/>
          <p:nvPr/>
        </p:nvSpPr>
        <p:spPr>
          <a:xfrm>
            <a:off x="3290849" y="1386933"/>
            <a:ext cx="635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f</a:t>
            </a:r>
            <a:endParaRPr sz="1050">
              <a:latin typeface="Arial"/>
              <a:ea typeface="Arial"/>
              <a:cs typeface="Arial"/>
              <a:sym typeface="Arial"/>
            </a:endParaRPr>
          </a:p>
        </p:txBody>
      </p:sp>
      <p:grpSp>
        <p:nvGrpSpPr>
          <p:cNvPr id="346" name="Google Shape;346;p19"/>
          <p:cNvGrpSpPr/>
          <p:nvPr/>
        </p:nvGrpSpPr>
        <p:grpSpPr>
          <a:xfrm>
            <a:off x="0" y="3141936"/>
            <a:ext cx="5760261" cy="92075"/>
            <a:chOff x="0" y="3141936"/>
            <a:chExt cx="5760261" cy="92075"/>
          </a:xfrm>
        </p:grpSpPr>
        <p:sp>
          <p:nvSpPr>
            <p:cNvPr id="347" name="Google Shape;347;p19"/>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8" name="Google Shape;348;p19"/>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9" name="Google Shape;349;p19"/>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50" name="Google Shape;350;p1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51" name="Google Shape;351;p1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352" name="Google Shape;352;p1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13</a:t>
            </a:fld>
            <a:r>
              <a:rPr lang="en-US"/>
              <a:t> / 46</a:t>
            </a:r>
            <a:endParaRPr/>
          </a:p>
        </p:txBody>
      </p:sp>
      <p:pic>
        <p:nvPicPr>
          <p:cNvPr id="353" name="Google Shape;353;p19"/>
          <p:cNvPicPr preferRelativeResize="0"/>
          <p:nvPr/>
        </p:nvPicPr>
        <p:blipFill>
          <a:blip r:embed="rId5">
            <a:alphaModFix/>
          </a:blip>
          <a:stretch>
            <a:fillRect/>
          </a:stretch>
        </p:blipFill>
        <p:spPr>
          <a:xfrm>
            <a:off x="519425" y="2568580"/>
            <a:ext cx="2222953" cy="478225"/>
          </a:xfrm>
          <a:prstGeom prst="rect">
            <a:avLst/>
          </a:prstGeom>
          <a:noFill/>
          <a:ln>
            <a:noFill/>
          </a:ln>
        </p:spPr>
      </p:pic>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0B47B246-2E8F-8944-C011-F0125B8E9D67}"/>
                  </a:ext>
                </a:extLst>
              </p14:cNvPr>
              <p14:cNvContentPartPr/>
              <p14:nvPr/>
            </p14:nvContentPartPr>
            <p14:xfrm>
              <a:off x="3168720" y="1379160"/>
              <a:ext cx="834840" cy="604800"/>
            </p14:xfrm>
          </p:contentPart>
        </mc:Choice>
        <mc:Fallback>
          <p:pic>
            <p:nvPicPr>
              <p:cNvPr id="2" name="Ink 1">
                <a:extLst>
                  <a:ext uri="{FF2B5EF4-FFF2-40B4-BE49-F238E27FC236}">
                    <a16:creationId xmlns:a16="http://schemas.microsoft.com/office/drawing/2014/main" id="{0B47B246-2E8F-8944-C011-F0125B8E9D67}"/>
                  </a:ext>
                </a:extLst>
              </p:cNvPr>
              <p:cNvPicPr/>
              <p:nvPr/>
            </p:nvPicPr>
            <p:blipFill>
              <a:blip r:embed="rId7"/>
              <a:stretch>
                <a:fillRect/>
              </a:stretch>
            </p:blipFill>
            <p:spPr>
              <a:xfrm>
                <a:off x="3159360" y="1369800"/>
                <a:ext cx="853560" cy="623520"/>
              </a:xfrm>
              <a:prstGeom prst="rect">
                <a:avLst/>
              </a:prstGeom>
            </p:spPr>
          </p:pic>
        </mc:Fallback>
      </mc:AlternateContent>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M</a:t>
            </a:r>
            <a:r>
              <a:rPr lang="en-US" cap="small">
                <a:solidFill>
                  <a:srgbClr val="FFFFFF"/>
                </a:solidFill>
              </a:rPr>
              <a:t>odel</a:t>
            </a:r>
            <a:r>
              <a:rPr lang="en-US">
                <a:solidFill>
                  <a:srgbClr val="FFFFFF"/>
                </a:solidFill>
              </a:rPr>
              <a:t> P</a:t>
            </a:r>
            <a:r>
              <a:rPr lang="en-US" cap="small">
                <a:solidFill>
                  <a:srgbClr val="FFFFFF"/>
                </a:solidFill>
              </a:rPr>
              <a:t>rediction</a:t>
            </a:r>
            <a:endParaRPr/>
          </a:p>
        </p:txBody>
      </p:sp>
      <p:sp>
        <p:nvSpPr>
          <p:cNvPr id="359" name="Google Shape;359;p20"/>
          <p:cNvSpPr txBox="1"/>
          <p:nvPr/>
        </p:nvSpPr>
        <p:spPr>
          <a:xfrm>
            <a:off x="347294" y="451039"/>
            <a:ext cx="5065395" cy="648335"/>
          </a:xfrm>
          <a:prstGeom prst="rect">
            <a:avLst/>
          </a:prstGeom>
          <a:noFill/>
          <a:ln>
            <a:noFill/>
          </a:ln>
        </p:spPr>
        <p:txBody>
          <a:bodyPr spcFirstLastPara="1" wrap="square" lIns="0" tIns="12050" rIns="0" bIns="0" anchor="t" anchorCtr="0">
            <a:spAutoFit/>
          </a:bodyPr>
          <a:lstStyle/>
          <a:p>
            <a:pPr marL="12700" marR="5080" lvl="0" indent="0" algn="l" rtl="0">
              <a:lnSpc>
                <a:spcPct val="114700"/>
              </a:lnSpc>
              <a:spcBef>
                <a:spcPts val="0"/>
              </a:spcBef>
              <a:spcAft>
                <a:spcPts val="0"/>
              </a:spcAft>
              <a:buNone/>
            </a:pPr>
            <a:r>
              <a:rPr lang="en-US" sz="1050">
                <a:solidFill>
                  <a:srgbClr val="1B1472"/>
                </a:solidFill>
                <a:latin typeface="Arial"/>
                <a:ea typeface="Arial"/>
                <a:cs typeface="Arial"/>
                <a:sym typeface="Arial"/>
              </a:rPr>
              <a:t>Model: </a:t>
            </a:r>
            <a:r>
              <a:rPr lang="en-US" sz="1050">
                <a:latin typeface="Arial"/>
                <a:ea typeface="Arial"/>
                <a:cs typeface="Arial"/>
                <a:sym typeface="Arial"/>
              </a:rPr>
              <a:t>A single neuron computes a weighted sum and applied identity activation function.</a:t>
            </a:r>
            <a:endParaRPr sz="1050">
              <a:latin typeface="Arial"/>
              <a:ea typeface="Arial"/>
              <a:cs typeface="Arial"/>
              <a:sym typeface="Arial"/>
            </a:endParaRPr>
          </a:p>
          <a:p>
            <a:pPr marL="12700" lvl="0" indent="0" algn="l" rtl="0">
              <a:lnSpc>
                <a:spcPct val="100000"/>
              </a:lnSpc>
              <a:spcBef>
                <a:spcPts val="750"/>
              </a:spcBef>
              <a:spcAft>
                <a:spcPts val="0"/>
              </a:spcAft>
              <a:buNone/>
            </a:pPr>
            <a:r>
              <a:rPr lang="en-US" sz="1050">
                <a:solidFill>
                  <a:srgbClr val="1B1472"/>
                </a:solidFill>
                <a:latin typeface="Arial"/>
                <a:ea typeface="Arial"/>
                <a:cs typeface="Arial"/>
                <a:sym typeface="Arial"/>
              </a:rPr>
              <a:t>Prediction for input </a:t>
            </a:r>
            <a:r>
              <a:rPr lang="en-US" sz="1050" b="1">
                <a:solidFill>
                  <a:srgbClr val="1B1472"/>
                </a:solidFill>
                <a:latin typeface="Arial"/>
                <a:ea typeface="Arial"/>
                <a:cs typeface="Arial"/>
                <a:sym typeface="Arial"/>
              </a:rPr>
              <a:t>x</a:t>
            </a:r>
            <a:r>
              <a:rPr lang="en-US" sz="1050">
                <a:solidFill>
                  <a:srgbClr val="1B1472"/>
                </a:solidFill>
                <a:latin typeface="Arial"/>
                <a:ea typeface="Arial"/>
                <a:cs typeface="Arial"/>
                <a:sym typeface="Arial"/>
              </a:rPr>
              <a:t>:</a:t>
            </a:r>
            <a:endParaRPr sz="1050">
              <a:latin typeface="Arial"/>
              <a:ea typeface="Arial"/>
              <a:cs typeface="Arial"/>
              <a:sym typeface="Arial"/>
            </a:endParaRPr>
          </a:p>
        </p:txBody>
      </p:sp>
      <p:sp>
        <p:nvSpPr>
          <p:cNvPr id="360" name="Google Shape;360;p20"/>
          <p:cNvSpPr txBox="1"/>
          <p:nvPr/>
        </p:nvSpPr>
        <p:spPr>
          <a:xfrm>
            <a:off x="1337250" y="1203325"/>
            <a:ext cx="3450300" cy="289200"/>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y</a:t>
            </a:r>
            <a:r>
              <a:rPr lang="en-US" sz="1800" baseline="30000">
                <a:latin typeface="Tahoma"/>
                <a:ea typeface="Tahoma"/>
                <a:cs typeface="Tahoma"/>
                <a:sym typeface="Tahoma"/>
              </a:rPr>
              <a:t>ˆ </a:t>
            </a:r>
            <a:r>
              <a:rPr lang="en-US" sz="1200">
                <a:latin typeface="Tahoma"/>
                <a:ea typeface="Tahoma"/>
                <a:cs typeface="Tahoma"/>
                <a:sym typeface="Tahoma"/>
              </a:rPr>
              <a:t>= </a:t>
            </a:r>
            <a:r>
              <a:rPr lang="en-US" sz="1050" i="1">
                <a:latin typeface="Arial"/>
                <a:ea typeface="Arial"/>
                <a:cs typeface="Arial"/>
                <a:sym typeface="Arial"/>
              </a:rPr>
              <a:t>f </a:t>
            </a:r>
            <a:r>
              <a:rPr lang="en-US" sz="1200">
                <a:latin typeface="Tahoma"/>
                <a:ea typeface="Tahoma"/>
                <a:cs typeface="Tahoma"/>
                <a:sym typeface="Tahoma"/>
              </a:rPr>
              <a:t>(</a:t>
            </a:r>
            <a:r>
              <a:rPr lang="en-US" sz="1050" b="1">
                <a:latin typeface="Arial"/>
                <a:ea typeface="Arial"/>
                <a:cs typeface="Arial"/>
                <a:sym typeface="Arial"/>
              </a:rPr>
              <a:t>w</a:t>
            </a:r>
            <a:r>
              <a:rPr lang="en-US" sz="1050" i="1" baseline="30000">
                <a:latin typeface="Arial"/>
                <a:ea typeface="Arial"/>
                <a:cs typeface="Arial"/>
                <a:sym typeface="Arial"/>
              </a:rPr>
              <a:t>T </a:t>
            </a:r>
            <a:r>
              <a:rPr lang="en-US" sz="1050" b="1">
                <a:latin typeface="Arial"/>
                <a:ea typeface="Arial"/>
                <a:cs typeface="Arial"/>
                <a:sym typeface="Arial"/>
              </a:rPr>
              <a:t>x</a:t>
            </a:r>
            <a:r>
              <a:rPr lang="en-US" sz="1200">
                <a:latin typeface="Tahoma"/>
                <a:ea typeface="Tahoma"/>
                <a:cs typeface="Tahoma"/>
                <a:sym typeface="Tahoma"/>
              </a:rPr>
              <a:t>) = </a:t>
            </a:r>
            <a:r>
              <a:rPr lang="en-US" sz="1050" i="1">
                <a:latin typeface="Arial"/>
                <a:ea typeface="Arial"/>
                <a:cs typeface="Arial"/>
                <a:sym typeface="Arial"/>
              </a:rPr>
              <a:t>f </a:t>
            </a:r>
            <a:r>
              <a:rPr lang="en-US" sz="1200">
                <a:latin typeface="Tahoma"/>
                <a:ea typeface="Tahoma"/>
                <a:cs typeface="Tahoma"/>
                <a:sym typeface="Tahoma"/>
              </a:rPr>
              <a:t>(</a:t>
            </a:r>
            <a:r>
              <a:rPr lang="en-US" sz="1050" i="1">
                <a:latin typeface="Arial"/>
                <a:ea typeface="Arial"/>
                <a:cs typeface="Arial"/>
                <a:sym typeface="Arial"/>
              </a:rPr>
              <a:t>w</a:t>
            </a:r>
            <a:r>
              <a:rPr lang="en-US" sz="1050" baseline="-25000">
                <a:latin typeface="Arial"/>
                <a:ea typeface="Arial"/>
                <a:cs typeface="Arial"/>
                <a:sym typeface="Arial"/>
              </a:rPr>
              <a:t>0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1</a:t>
            </a:r>
            <a:r>
              <a:rPr lang="en-US" sz="1050" i="1">
                <a:latin typeface="Arial"/>
                <a:ea typeface="Arial"/>
                <a:cs typeface="Arial"/>
                <a:sym typeface="Arial"/>
              </a:rPr>
              <a:t>x</a:t>
            </a:r>
            <a:r>
              <a:rPr lang="en-US" sz="1050" baseline="-25000">
                <a:latin typeface="Arial"/>
                <a:ea typeface="Arial"/>
                <a:cs typeface="Arial"/>
                <a:sym typeface="Arial"/>
              </a:rPr>
              <a:t>1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050" i="1">
                <a:latin typeface="Arial"/>
                <a:ea typeface="Arial"/>
                <a:cs typeface="Arial"/>
                <a:sym typeface="Arial"/>
              </a:rPr>
              <a:t>x</a:t>
            </a:r>
            <a:r>
              <a:rPr lang="en-US" sz="1050" baseline="-25000">
                <a:latin typeface="Arial"/>
                <a:ea typeface="Arial"/>
                <a:cs typeface="Arial"/>
                <a:sym typeface="Arial"/>
              </a:rPr>
              <a:t>2 </a:t>
            </a:r>
            <a:r>
              <a:rPr lang="en-US" sz="1200">
                <a:latin typeface="Tahoma"/>
                <a:ea typeface="Tahoma"/>
                <a:cs typeface="Tahoma"/>
                <a:sym typeface="Tahoma"/>
              </a:rPr>
              <a:t>+ </a:t>
            </a:r>
            <a:r>
              <a:rPr lang="en-US" sz="1200">
                <a:latin typeface="Lucida Sans"/>
                <a:ea typeface="Lucida Sans"/>
                <a:cs typeface="Lucida Sans"/>
                <a:sym typeface="Lucida Sans"/>
              </a:rPr>
              <a:t>· · · </a:t>
            </a:r>
            <a:r>
              <a:rPr lang="en-US" sz="1200">
                <a:latin typeface="Tahoma"/>
                <a:ea typeface="Tahoma"/>
                <a:cs typeface="Tahoma"/>
                <a:sym typeface="Tahoma"/>
              </a:rPr>
              <a:t>+ </a:t>
            </a:r>
            <a:r>
              <a:rPr lang="en-US" sz="1050" i="1">
                <a:latin typeface="Arial"/>
                <a:ea typeface="Arial"/>
                <a:cs typeface="Arial"/>
                <a:sym typeface="Arial"/>
              </a:rPr>
              <a:t>w</a:t>
            </a:r>
            <a:r>
              <a:rPr lang="en-US" sz="1050" i="1" baseline="-25000">
                <a:latin typeface="Arial"/>
                <a:ea typeface="Arial"/>
                <a:cs typeface="Arial"/>
                <a:sym typeface="Arial"/>
              </a:rPr>
              <a:t>d </a:t>
            </a:r>
            <a:r>
              <a:rPr lang="en-US" sz="1050" i="1">
                <a:latin typeface="Arial"/>
                <a:ea typeface="Arial"/>
                <a:cs typeface="Arial"/>
                <a:sym typeface="Arial"/>
              </a:rPr>
              <a:t>x</a:t>
            </a:r>
            <a:r>
              <a:rPr lang="en-US" sz="1050" i="1" baseline="-25000">
                <a:latin typeface="Arial"/>
                <a:ea typeface="Arial"/>
                <a:cs typeface="Arial"/>
                <a:sym typeface="Arial"/>
              </a:rPr>
              <a:t>d </a:t>
            </a:r>
            <a:r>
              <a:rPr lang="en-US" sz="1200">
                <a:latin typeface="Tahoma"/>
                <a:ea typeface="Tahoma"/>
                <a:cs typeface="Tahoma"/>
                <a:sym typeface="Tahoma"/>
              </a:rPr>
              <a:t>)</a:t>
            </a:r>
            <a:endParaRPr sz="1200">
              <a:latin typeface="Tahoma"/>
              <a:ea typeface="Tahoma"/>
              <a:cs typeface="Tahoma"/>
              <a:sym typeface="Tahoma"/>
            </a:endParaRPr>
          </a:p>
        </p:txBody>
      </p:sp>
      <p:sp>
        <p:nvSpPr>
          <p:cNvPr id="361" name="Google Shape;361;p20"/>
          <p:cNvSpPr txBox="1"/>
          <p:nvPr/>
        </p:nvSpPr>
        <p:spPr>
          <a:xfrm>
            <a:off x="5220322" y="1218519"/>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(2)</a:t>
            </a:r>
            <a:endParaRPr sz="1050">
              <a:latin typeface="Arial"/>
              <a:ea typeface="Arial"/>
              <a:cs typeface="Arial"/>
              <a:sym typeface="Arial"/>
            </a:endParaRPr>
          </a:p>
        </p:txBody>
      </p:sp>
      <p:grpSp>
        <p:nvGrpSpPr>
          <p:cNvPr id="362" name="Google Shape;362;p20"/>
          <p:cNvGrpSpPr/>
          <p:nvPr/>
        </p:nvGrpSpPr>
        <p:grpSpPr>
          <a:xfrm>
            <a:off x="513702" y="1817179"/>
            <a:ext cx="69291" cy="489661"/>
            <a:chOff x="513702" y="1817179"/>
            <a:chExt cx="69291" cy="489661"/>
          </a:xfrm>
        </p:grpSpPr>
        <p:pic>
          <p:nvPicPr>
            <p:cNvPr id="363" name="Google Shape;363;p20"/>
            <p:cNvPicPr preferRelativeResize="0"/>
            <p:nvPr/>
          </p:nvPicPr>
          <p:blipFill rotWithShape="1">
            <a:blip r:embed="rId3">
              <a:alphaModFix/>
            </a:blip>
            <a:srcRect/>
            <a:stretch/>
          </p:blipFill>
          <p:spPr>
            <a:xfrm>
              <a:off x="513702" y="1817179"/>
              <a:ext cx="69291" cy="69291"/>
            </a:xfrm>
            <a:prstGeom prst="rect">
              <a:avLst/>
            </a:prstGeom>
            <a:noFill/>
            <a:ln>
              <a:noFill/>
            </a:ln>
          </p:spPr>
        </p:pic>
        <p:pic>
          <p:nvPicPr>
            <p:cNvPr id="364" name="Google Shape;364;p20"/>
            <p:cNvPicPr preferRelativeResize="0"/>
            <p:nvPr/>
          </p:nvPicPr>
          <p:blipFill rotWithShape="1">
            <a:blip r:embed="rId4">
              <a:alphaModFix/>
            </a:blip>
            <a:srcRect/>
            <a:stretch/>
          </p:blipFill>
          <p:spPr>
            <a:xfrm>
              <a:off x="513702" y="2027364"/>
              <a:ext cx="69291" cy="69291"/>
            </a:xfrm>
            <a:prstGeom prst="rect">
              <a:avLst/>
            </a:prstGeom>
            <a:noFill/>
            <a:ln>
              <a:noFill/>
            </a:ln>
          </p:spPr>
        </p:pic>
        <p:pic>
          <p:nvPicPr>
            <p:cNvPr id="365" name="Google Shape;365;p20"/>
            <p:cNvPicPr preferRelativeResize="0"/>
            <p:nvPr/>
          </p:nvPicPr>
          <p:blipFill rotWithShape="1">
            <a:blip r:embed="rId5">
              <a:alphaModFix/>
            </a:blip>
            <a:srcRect/>
            <a:stretch/>
          </p:blipFill>
          <p:spPr>
            <a:xfrm>
              <a:off x="513702" y="2237549"/>
              <a:ext cx="69291" cy="69291"/>
            </a:xfrm>
            <a:prstGeom prst="rect">
              <a:avLst/>
            </a:prstGeom>
            <a:noFill/>
            <a:ln>
              <a:noFill/>
            </a:ln>
          </p:spPr>
        </p:pic>
      </p:grpSp>
      <p:sp>
        <p:nvSpPr>
          <p:cNvPr id="366" name="Google Shape;366;p20"/>
          <p:cNvSpPr txBox="1">
            <a:spLocks noGrp="1"/>
          </p:cNvSpPr>
          <p:nvPr>
            <p:ph type="body" idx="1"/>
          </p:nvPr>
        </p:nvSpPr>
        <p:spPr>
          <a:xfrm>
            <a:off x="321894" y="1497985"/>
            <a:ext cx="3812540" cy="1447800"/>
          </a:xfrm>
          <a:prstGeom prst="rect">
            <a:avLst/>
          </a:prstGeom>
          <a:noFill/>
          <a:ln>
            <a:noFill/>
          </a:ln>
        </p:spPr>
        <p:txBody>
          <a:bodyPr spcFirstLastPara="1" wrap="square" lIns="0" tIns="45700" rIns="0" bIns="0" anchor="t" anchorCtr="0">
            <a:spAutoFit/>
          </a:bodyPr>
          <a:lstStyle/>
          <a:p>
            <a:pPr marL="38100" lvl="0" indent="0" algn="l" rtl="0">
              <a:lnSpc>
                <a:spcPct val="100000"/>
              </a:lnSpc>
              <a:spcBef>
                <a:spcPts val="0"/>
              </a:spcBef>
              <a:spcAft>
                <a:spcPts val="0"/>
              </a:spcAft>
              <a:buNone/>
            </a:pPr>
            <a:r>
              <a:rPr lang="en-US">
                <a:solidFill>
                  <a:srgbClr val="000000"/>
                </a:solidFill>
              </a:rPr>
              <a:t>where:</a:t>
            </a:r>
            <a:endParaRPr/>
          </a:p>
          <a:p>
            <a:pPr marL="335280" lvl="0" indent="0" algn="l" rtl="0">
              <a:lnSpc>
                <a:spcPct val="100000"/>
              </a:lnSpc>
              <a:spcBef>
                <a:spcPts val="254"/>
              </a:spcBef>
              <a:spcAft>
                <a:spcPts val="0"/>
              </a:spcAft>
              <a:buNone/>
            </a:pPr>
            <a:r>
              <a:rPr lang="en-US" b="1">
                <a:solidFill>
                  <a:srgbClr val="000000"/>
                </a:solidFill>
                <a:latin typeface="Arial"/>
                <a:ea typeface="Arial"/>
                <a:cs typeface="Arial"/>
                <a:sym typeface="Arial"/>
              </a:rPr>
              <a:t>w </a:t>
            </a:r>
            <a:r>
              <a:rPr lang="en-US" sz="1200">
                <a:solidFill>
                  <a:srgbClr val="000000"/>
                </a:solidFill>
                <a:latin typeface="Tahoma"/>
                <a:ea typeface="Tahoma"/>
                <a:cs typeface="Tahoma"/>
                <a:sym typeface="Tahoma"/>
              </a:rPr>
              <a:t>= [</a:t>
            </a:r>
            <a:r>
              <a:rPr lang="en-US" i="1">
                <a:solidFill>
                  <a:srgbClr val="000000"/>
                </a:solidFill>
                <a:latin typeface="Arial"/>
                <a:ea typeface="Arial"/>
                <a:cs typeface="Arial"/>
                <a:sym typeface="Arial"/>
              </a:rPr>
              <a:t>w</a:t>
            </a:r>
            <a:r>
              <a:rPr lang="en-US" sz="1050" baseline="-25000">
                <a:solidFill>
                  <a:srgbClr val="000000"/>
                </a:solidFill>
              </a:rPr>
              <a:t>0</a:t>
            </a:r>
            <a:r>
              <a:rPr lang="en-US" sz="1200" i="1">
                <a:solidFill>
                  <a:srgbClr val="000000"/>
                </a:solidFill>
                <a:latin typeface="Calibri"/>
                <a:ea typeface="Calibri"/>
                <a:cs typeface="Calibri"/>
                <a:sym typeface="Calibri"/>
              </a:rPr>
              <a:t>, </a:t>
            </a:r>
            <a:r>
              <a:rPr lang="en-US" sz="1050" i="1">
                <a:solidFill>
                  <a:srgbClr val="000000"/>
                </a:solidFill>
                <a:latin typeface="Arial"/>
                <a:ea typeface="Arial"/>
                <a:cs typeface="Arial"/>
                <a:sym typeface="Arial"/>
              </a:rPr>
              <a:t>w</a:t>
            </a:r>
            <a:r>
              <a:rPr lang="en-US" sz="1050" baseline="-25000">
                <a:solidFill>
                  <a:srgbClr val="000000"/>
                </a:solidFill>
              </a:rPr>
              <a:t>1</a:t>
            </a:r>
            <a:r>
              <a:rPr lang="en-US" sz="1200" i="1">
                <a:solidFill>
                  <a:srgbClr val="000000"/>
                </a:solidFill>
                <a:latin typeface="Calibri"/>
                <a:ea typeface="Calibri"/>
                <a:cs typeface="Calibri"/>
                <a:sym typeface="Calibri"/>
              </a:rPr>
              <a:t>, . . . , </a:t>
            </a:r>
            <a:r>
              <a:rPr lang="en-US" sz="1050" i="1">
                <a:solidFill>
                  <a:srgbClr val="000000"/>
                </a:solidFill>
                <a:latin typeface="Arial"/>
                <a:ea typeface="Arial"/>
                <a:cs typeface="Arial"/>
                <a:sym typeface="Arial"/>
              </a:rPr>
              <a:t>w</a:t>
            </a:r>
            <a:r>
              <a:rPr lang="en-US" sz="1050" i="1" baseline="-25000">
                <a:solidFill>
                  <a:srgbClr val="000000"/>
                </a:solidFill>
                <a:latin typeface="Arial"/>
                <a:ea typeface="Arial"/>
                <a:cs typeface="Arial"/>
                <a:sym typeface="Arial"/>
              </a:rPr>
              <a:t>d </a:t>
            </a:r>
            <a:r>
              <a:rPr lang="en-US" sz="1200">
                <a:solidFill>
                  <a:srgbClr val="000000"/>
                </a:solidFill>
                <a:latin typeface="Tahoma"/>
                <a:ea typeface="Tahoma"/>
                <a:cs typeface="Tahoma"/>
                <a:sym typeface="Tahoma"/>
              </a:rPr>
              <a:t>]</a:t>
            </a:r>
            <a:r>
              <a:rPr lang="en-US" sz="1050" i="1" baseline="30000">
                <a:solidFill>
                  <a:srgbClr val="000000"/>
                </a:solidFill>
                <a:latin typeface="Arial"/>
                <a:ea typeface="Arial"/>
                <a:cs typeface="Arial"/>
                <a:sym typeface="Arial"/>
              </a:rPr>
              <a:t>T </a:t>
            </a:r>
            <a:r>
              <a:rPr lang="en-US" sz="1200">
                <a:solidFill>
                  <a:srgbClr val="000000"/>
                </a:solidFill>
                <a:latin typeface="Lucida Sans"/>
                <a:ea typeface="Lucida Sans"/>
                <a:cs typeface="Lucida Sans"/>
                <a:sym typeface="Lucida Sans"/>
              </a:rPr>
              <a:t>∈ </a:t>
            </a:r>
            <a:r>
              <a:rPr lang="en-US" sz="1200">
                <a:solidFill>
                  <a:srgbClr val="000000"/>
                </a:solidFill>
              </a:rPr>
              <a:t>R</a:t>
            </a:r>
            <a:r>
              <a:rPr lang="en-US" sz="1050" i="1" baseline="30000">
                <a:solidFill>
                  <a:srgbClr val="000000"/>
                </a:solidFill>
                <a:latin typeface="Arial"/>
                <a:ea typeface="Arial"/>
                <a:cs typeface="Arial"/>
                <a:sym typeface="Arial"/>
              </a:rPr>
              <a:t>d </a:t>
            </a:r>
            <a:r>
              <a:rPr lang="en-US" sz="1200" baseline="30000">
                <a:solidFill>
                  <a:srgbClr val="000000"/>
                </a:solidFill>
                <a:latin typeface="Tahoma"/>
                <a:ea typeface="Tahoma"/>
                <a:cs typeface="Tahoma"/>
                <a:sym typeface="Tahoma"/>
              </a:rPr>
              <a:t>+</a:t>
            </a:r>
            <a:r>
              <a:rPr lang="en-US" sz="1050" baseline="30000">
                <a:solidFill>
                  <a:srgbClr val="000000"/>
                </a:solidFill>
              </a:rPr>
              <a:t>1 </a:t>
            </a:r>
            <a:r>
              <a:rPr lang="en-US" sz="1050">
                <a:solidFill>
                  <a:srgbClr val="000000"/>
                </a:solidFill>
              </a:rPr>
              <a:t>are the model parameters</a:t>
            </a:r>
            <a:endParaRPr sz="1050">
              <a:latin typeface="Tahoma"/>
              <a:ea typeface="Tahoma"/>
              <a:cs typeface="Tahoma"/>
              <a:sym typeface="Tahoma"/>
            </a:endParaRPr>
          </a:p>
          <a:p>
            <a:pPr marL="335280" lvl="0" indent="0" algn="l" rtl="0">
              <a:lnSpc>
                <a:spcPct val="100000"/>
              </a:lnSpc>
              <a:spcBef>
                <a:spcPts val="215"/>
              </a:spcBef>
              <a:spcAft>
                <a:spcPts val="0"/>
              </a:spcAft>
              <a:buNone/>
            </a:pPr>
            <a:r>
              <a:rPr lang="en-US" b="1">
                <a:solidFill>
                  <a:srgbClr val="000000"/>
                </a:solidFill>
                <a:latin typeface="Arial"/>
                <a:ea typeface="Arial"/>
                <a:cs typeface="Arial"/>
                <a:sym typeface="Arial"/>
              </a:rPr>
              <a:t>x </a:t>
            </a:r>
            <a:r>
              <a:rPr lang="en-US" sz="1200">
                <a:solidFill>
                  <a:srgbClr val="000000"/>
                </a:solidFill>
                <a:latin typeface="Tahoma"/>
                <a:ea typeface="Tahoma"/>
                <a:cs typeface="Tahoma"/>
                <a:sym typeface="Tahoma"/>
              </a:rPr>
              <a:t>= [</a:t>
            </a:r>
            <a:r>
              <a:rPr lang="en-US">
                <a:solidFill>
                  <a:srgbClr val="000000"/>
                </a:solidFill>
              </a:rPr>
              <a:t>1</a:t>
            </a:r>
            <a:r>
              <a:rPr lang="en-US" sz="1200" i="1">
                <a:solidFill>
                  <a:srgbClr val="000000"/>
                </a:solidFill>
                <a:latin typeface="Calibri"/>
                <a:ea typeface="Calibri"/>
                <a:cs typeface="Calibri"/>
                <a:sym typeface="Calibri"/>
              </a:rPr>
              <a:t>, </a:t>
            </a:r>
            <a:r>
              <a:rPr lang="en-US" i="1">
                <a:solidFill>
                  <a:srgbClr val="000000"/>
                </a:solidFill>
                <a:latin typeface="Arial"/>
                <a:ea typeface="Arial"/>
                <a:cs typeface="Arial"/>
                <a:sym typeface="Arial"/>
              </a:rPr>
              <a:t>x</a:t>
            </a:r>
            <a:r>
              <a:rPr lang="en-US" sz="1050" baseline="-25000">
                <a:solidFill>
                  <a:srgbClr val="000000"/>
                </a:solidFill>
              </a:rPr>
              <a:t>1</a:t>
            </a:r>
            <a:r>
              <a:rPr lang="en-US" sz="1200" i="1">
                <a:solidFill>
                  <a:srgbClr val="000000"/>
                </a:solidFill>
                <a:latin typeface="Calibri"/>
                <a:ea typeface="Calibri"/>
                <a:cs typeface="Calibri"/>
                <a:sym typeface="Calibri"/>
              </a:rPr>
              <a:t>, . . . , </a:t>
            </a:r>
            <a:r>
              <a:rPr lang="en-US" sz="1050" i="1">
                <a:solidFill>
                  <a:srgbClr val="000000"/>
                </a:solidFill>
                <a:latin typeface="Arial"/>
                <a:ea typeface="Arial"/>
                <a:cs typeface="Arial"/>
                <a:sym typeface="Arial"/>
              </a:rPr>
              <a:t>x</a:t>
            </a:r>
            <a:r>
              <a:rPr lang="en-US" sz="1050" i="1" baseline="-25000">
                <a:solidFill>
                  <a:srgbClr val="000000"/>
                </a:solidFill>
                <a:latin typeface="Arial"/>
                <a:ea typeface="Arial"/>
                <a:cs typeface="Arial"/>
                <a:sym typeface="Arial"/>
              </a:rPr>
              <a:t>d </a:t>
            </a:r>
            <a:r>
              <a:rPr lang="en-US" sz="1200">
                <a:solidFill>
                  <a:srgbClr val="000000"/>
                </a:solidFill>
                <a:latin typeface="Tahoma"/>
                <a:ea typeface="Tahoma"/>
                <a:cs typeface="Tahoma"/>
                <a:sym typeface="Tahoma"/>
              </a:rPr>
              <a:t>]</a:t>
            </a:r>
            <a:r>
              <a:rPr lang="en-US" sz="1050" i="1" baseline="30000">
                <a:solidFill>
                  <a:srgbClr val="000000"/>
                </a:solidFill>
                <a:latin typeface="Arial"/>
                <a:ea typeface="Arial"/>
                <a:cs typeface="Arial"/>
                <a:sym typeface="Arial"/>
              </a:rPr>
              <a:t>T </a:t>
            </a:r>
            <a:r>
              <a:rPr lang="en-US" sz="1200">
                <a:solidFill>
                  <a:srgbClr val="000000"/>
                </a:solidFill>
                <a:latin typeface="Lucida Sans"/>
                <a:ea typeface="Lucida Sans"/>
                <a:cs typeface="Lucida Sans"/>
                <a:sym typeface="Lucida Sans"/>
              </a:rPr>
              <a:t>∈ </a:t>
            </a:r>
            <a:r>
              <a:rPr lang="en-US" sz="1200">
                <a:solidFill>
                  <a:srgbClr val="000000"/>
                </a:solidFill>
              </a:rPr>
              <a:t>R</a:t>
            </a:r>
            <a:r>
              <a:rPr lang="en-US" sz="1050" i="1" baseline="30000">
                <a:solidFill>
                  <a:srgbClr val="000000"/>
                </a:solidFill>
                <a:latin typeface="Arial"/>
                <a:ea typeface="Arial"/>
                <a:cs typeface="Arial"/>
                <a:sym typeface="Arial"/>
              </a:rPr>
              <a:t>d </a:t>
            </a:r>
            <a:r>
              <a:rPr lang="en-US" sz="1200" baseline="30000">
                <a:solidFill>
                  <a:srgbClr val="000000"/>
                </a:solidFill>
                <a:latin typeface="Tahoma"/>
                <a:ea typeface="Tahoma"/>
                <a:cs typeface="Tahoma"/>
                <a:sym typeface="Tahoma"/>
              </a:rPr>
              <a:t>+</a:t>
            </a:r>
            <a:r>
              <a:rPr lang="en-US" sz="1050" baseline="30000">
                <a:solidFill>
                  <a:srgbClr val="000000"/>
                </a:solidFill>
              </a:rPr>
              <a:t>1 </a:t>
            </a:r>
            <a:r>
              <a:rPr lang="en-US" sz="1050">
                <a:solidFill>
                  <a:srgbClr val="000000"/>
                </a:solidFill>
              </a:rPr>
              <a:t>is the input</a:t>
            </a:r>
            <a:endParaRPr sz="1050">
              <a:latin typeface="Tahoma"/>
              <a:ea typeface="Tahoma"/>
              <a:cs typeface="Tahoma"/>
              <a:sym typeface="Tahoma"/>
            </a:endParaRPr>
          </a:p>
          <a:p>
            <a:pPr marL="335280" lvl="0" indent="0" algn="l" rtl="0">
              <a:lnSpc>
                <a:spcPct val="100000"/>
              </a:lnSpc>
              <a:spcBef>
                <a:spcPts val="215"/>
              </a:spcBef>
              <a:spcAft>
                <a:spcPts val="0"/>
              </a:spcAft>
              <a:buNone/>
            </a:pPr>
            <a:r>
              <a:rPr lang="en-US" i="1">
                <a:solidFill>
                  <a:srgbClr val="000000"/>
                </a:solidFill>
                <a:latin typeface="Arial"/>
                <a:ea typeface="Arial"/>
                <a:cs typeface="Arial"/>
                <a:sym typeface="Arial"/>
              </a:rPr>
              <a:t>f </a:t>
            </a:r>
            <a:r>
              <a:rPr lang="en-US" sz="1200">
                <a:solidFill>
                  <a:srgbClr val="000000"/>
                </a:solidFill>
                <a:latin typeface="Tahoma"/>
                <a:ea typeface="Tahoma"/>
                <a:cs typeface="Tahoma"/>
                <a:sym typeface="Tahoma"/>
              </a:rPr>
              <a:t>(</a:t>
            </a:r>
            <a:r>
              <a:rPr lang="en-US" sz="1200">
                <a:solidFill>
                  <a:srgbClr val="000000"/>
                </a:solidFill>
                <a:latin typeface="Lucida Sans"/>
                <a:ea typeface="Lucida Sans"/>
                <a:cs typeface="Lucida Sans"/>
                <a:sym typeface="Lucida Sans"/>
              </a:rPr>
              <a:t>·</a:t>
            </a:r>
            <a:r>
              <a:rPr lang="en-US" sz="1200">
                <a:solidFill>
                  <a:srgbClr val="000000"/>
                </a:solidFill>
                <a:latin typeface="Tahoma"/>
                <a:ea typeface="Tahoma"/>
                <a:cs typeface="Tahoma"/>
                <a:sym typeface="Tahoma"/>
              </a:rPr>
              <a:t>) </a:t>
            </a:r>
            <a:r>
              <a:rPr lang="en-US">
                <a:solidFill>
                  <a:srgbClr val="000000"/>
                </a:solidFill>
              </a:rPr>
              <a:t>is the </a:t>
            </a:r>
            <a:r>
              <a:rPr lang="en-US"/>
              <a:t>identity activation </a:t>
            </a:r>
            <a:r>
              <a:rPr lang="en-US" i="1">
                <a:solidFill>
                  <a:srgbClr val="000000"/>
                </a:solidFill>
                <a:latin typeface="Arial"/>
                <a:ea typeface="Arial"/>
                <a:cs typeface="Arial"/>
                <a:sym typeface="Arial"/>
              </a:rPr>
              <a:t>f </a:t>
            </a:r>
            <a:r>
              <a:rPr lang="en-US" sz="1200">
                <a:solidFill>
                  <a:srgbClr val="000000"/>
                </a:solidFill>
                <a:latin typeface="Tahoma"/>
                <a:ea typeface="Tahoma"/>
                <a:cs typeface="Tahoma"/>
                <a:sym typeface="Tahoma"/>
              </a:rPr>
              <a:t>(</a:t>
            </a:r>
            <a:r>
              <a:rPr lang="en-US" i="1">
                <a:solidFill>
                  <a:srgbClr val="000000"/>
                </a:solidFill>
                <a:latin typeface="Arial"/>
                <a:ea typeface="Arial"/>
                <a:cs typeface="Arial"/>
                <a:sym typeface="Arial"/>
              </a:rPr>
              <a:t>z</a:t>
            </a:r>
            <a:r>
              <a:rPr lang="en-US" sz="1200">
                <a:solidFill>
                  <a:srgbClr val="000000"/>
                </a:solidFill>
                <a:latin typeface="Tahoma"/>
                <a:ea typeface="Tahoma"/>
                <a:cs typeface="Tahoma"/>
                <a:sym typeface="Tahoma"/>
              </a:rPr>
              <a:t>) = </a:t>
            </a:r>
            <a:r>
              <a:rPr lang="en-US" i="1">
                <a:solidFill>
                  <a:srgbClr val="000000"/>
                </a:solidFill>
                <a:latin typeface="Arial"/>
                <a:ea typeface="Arial"/>
                <a:cs typeface="Arial"/>
                <a:sym typeface="Arial"/>
              </a:rPr>
              <a:t>z</a:t>
            </a:r>
            <a:endParaRPr sz="1200">
              <a:latin typeface="Arial"/>
              <a:ea typeface="Arial"/>
              <a:cs typeface="Arial"/>
              <a:sym typeface="Arial"/>
            </a:endParaRPr>
          </a:p>
          <a:p>
            <a:pPr marL="38100" lvl="0" indent="0" algn="l" rtl="0">
              <a:lnSpc>
                <a:spcPct val="100000"/>
              </a:lnSpc>
              <a:spcBef>
                <a:spcPts val="950"/>
              </a:spcBef>
              <a:spcAft>
                <a:spcPts val="0"/>
              </a:spcAft>
              <a:buNone/>
            </a:pPr>
            <a:r>
              <a:rPr lang="en-US"/>
              <a:t>Vectorized form: </a:t>
            </a:r>
            <a:r>
              <a:rPr lang="en-US">
                <a:solidFill>
                  <a:srgbClr val="000000"/>
                </a:solidFill>
              </a:rPr>
              <a:t>for all predictions</a:t>
            </a:r>
            <a:endParaRPr/>
          </a:p>
          <a:p>
            <a:pPr marL="2320925" lvl="0" indent="0" algn="l" rtl="0">
              <a:lnSpc>
                <a:spcPct val="100000"/>
              </a:lnSpc>
              <a:spcBef>
                <a:spcPts val="1025"/>
              </a:spcBef>
              <a:spcAft>
                <a:spcPts val="0"/>
              </a:spcAft>
              <a:buNone/>
            </a:pPr>
            <a:r>
              <a:rPr lang="en-US" b="1">
                <a:solidFill>
                  <a:srgbClr val="000000"/>
                </a:solidFill>
                <a:latin typeface="Arial"/>
                <a:ea typeface="Arial"/>
                <a:cs typeface="Arial"/>
                <a:sym typeface="Arial"/>
              </a:rPr>
              <a:t>y</a:t>
            </a:r>
            <a:r>
              <a:rPr lang="en-US" sz="1800" baseline="30000">
                <a:solidFill>
                  <a:srgbClr val="000000"/>
                </a:solidFill>
                <a:latin typeface="Tahoma"/>
                <a:ea typeface="Tahoma"/>
                <a:cs typeface="Tahoma"/>
                <a:sym typeface="Tahoma"/>
              </a:rPr>
              <a:t>ˆ </a:t>
            </a:r>
            <a:r>
              <a:rPr lang="en-US" sz="1200">
                <a:solidFill>
                  <a:srgbClr val="000000"/>
                </a:solidFill>
                <a:latin typeface="Tahoma"/>
                <a:ea typeface="Tahoma"/>
                <a:cs typeface="Tahoma"/>
                <a:sym typeface="Tahoma"/>
              </a:rPr>
              <a:t>= </a:t>
            </a:r>
            <a:r>
              <a:rPr lang="en-US" sz="1050" b="1">
                <a:solidFill>
                  <a:srgbClr val="000000"/>
                </a:solidFill>
                <a:latin typeface="Arial"/>
                <a:ea typeface="Arial"/>
                <a:cs typeface="Arial"/>
                <a:sym typeface="Arial"/>
              </a:rPr>
              <a:t>Xw</a:t>
            </a:r>
            <a:endParaRPr sz="1050">
              <a:latin typeface="Arial"/>
              <a:ea typeface="Arial"/>
              <a:cs typeface="Arial"/>
              <a:sym typeface="Arial"/>
            </a:endParaRPr>
          </a:p>
        </p:txBody>
      </p:sp>
      <p:sp>
        <p:nvSpPr>
          <p:cNvPr id="367" name="Google Shape;367;p20"/>
          <p:cNvSpPr txBox="1"/>
          <p:nvPr/>
        </p:nvSpPr>
        <p:spPr>
          <a:xfrm>
            <a:off x="5220322" y="2753161"/>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a:t>
            </a:r>
            <a:endParaRPr sz="1050">
              <a:latin typeface="Arial"/>
              <a:ea typeface="Arial"/>
              <a:cs typeface="Arial"/>
              <a:sym typeface="Arial"/>
            </a:endParaRPr>
          </a:p>
        </p:txBody>
      </p:sp>
      <p:grpSp>
        <p:nvGrpSpPr>
          <p:cNvPr id="368" name="Google Shape;368;p20"/>
          <p:cNvGrpSpPr/>
          <p:nvPr/>
        </p:nvGrpSpPr>
        <p:grpSpPr>
          <a:xfrm>
            <a:off x="0" y="3141936"/>
            <a:ext cx="5760261" cy="92075"/>
            <a:chOff x="0" y="3141936"/>
            <a:chExt cx="5760261" cy="92075"/>
          </a:xfrm>
        </p:grpSpPr>
        <p:sp>
          <p:nvSpPr>
            <p:cNvPr id="369" name="Google Shape;369;p20"/>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0" name="Google Shape;370;p20"/>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1" name="Google Shape;371;p20"/>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72" name="Google Shape;372;p2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73" name="Google Shape;373;p2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374" name="Google Shape;374;p2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14</a:t>
            </a:fld>
            <a:r>
              <a:rPr lang="en-US"/>
              <a:t> / 46</a:t>
            </a:r>
            <a:endParaRPr/>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D95FFC0F-20D4-A824-CEE0-92446809AE26}"/>
                  </a:ext>
                </a:extLst>
              </p14:cNvPr>
              <p14:cNvContentPartPr/>
              <p14:nvPr/>
            </p14:nvContentPartPr>
            <p14:xfrm>
              <a:off x="753840" y="2005200"/>
              <a:ext cx="4017240" cy="1091160"/>
            </p14:xfrm>
          </p:contentPart>
        </mc:Choice>
        <mc:Fallback>
          <p:pic>
            <p:nvPicPr>
              <p:cNvPr id="2" name="Ink 1">
                <a:extLst>
                  <a:ext uri="{FF2B5EF4-FFF2-40B4-BE49-F238E27FC236}">
                    <a16:creationId xmlns:a16="http://schemas.microsoft.com/office/drawing/2014/main" id="{D95FFC0F-20D4-A824-CEE0-92446809AE26}"/>
                  </a:ext>
                </a:extLst>
              </p:cNvPr>
              <p:cNvPicPr/>
              <p:nvPr/>
            </p:nvPicPr>
            <p:blipFill>
              <a:blip r:embed="rId8"/>
              <a:stretch>
                <a:fillRect/>
              </a:stretch>
            </p:blipFill>
            <p:spPr>
              <a:xfrm>
                <a:off x="744480" y="1995840"/>
                <a:ext cx="4035960" cy="1109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 name="Ink 2">
                <a:extLst>
                  <a:ext uri="{FF2B5EF4-FFF2-40B4-BE49-F238E27FC236}">
                    <a16:creationId xmlns:a16="http://schemas.microsoft.com/office/drawing/2014/main" id="{C31B6151-D1AA-DD11-57B3-8F7AA6DFB8EE}"/>
                  </a:ext>
                </a:extLst>
              </p14:cNvPr>
              <p14:cNvContentPartPr/>
              <p14:nvPr/>
            </p14:nvContentPartPr>
            <p14:xfrm>
              <a:off x="2063880" y="569520"/>
              <a:ext cx="3435840" cy="2436120"/>
            </p14:xfrm>
          </p:contentPart>
        </mc:Choice>
        <mc:Fallback>
          <p:pic>
            <p:nvPicPr>
              <p:cNvPr id="3" name="Ink 2">
                <a:extLst>
                  <a:ext uri="{FF2B5EF4-FFF2-40B4-BE49-F238E27FC236}">
                    <a16:creationId xmlns:a16="http://schemas.microsoft.com/office/drawing/2014/main" id="{C31B6151-D1AA-DD11-57B3-8F7AA6DFB8EE}"/>
                  </a:ext>
                </a:extLst>
              </p:cNvPr>
              <p:cNvPicPr/>
              <p:nvPr/>
            </p:nvPicPr>
            <p:blipFill>
              <a:blip r:embed="rId10"/>
              <a:stretch>
                <a:fillRect/>
              </a:stretch>
            </p:blipFill>
            <p:spPr>
              <a:xfrm>
                <a:off x="2054520" y="560160"/>
                <a:ext cx="3454560" cy="2454840"/>
              </a:xfrm>
              <a:prstGeom prst="rect">
                <a:avLst/>
              </a:prstGeom>
            </p:spPr>
          </p:pic>
        </mc:Fallback>
      </mc:AlternateContent>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1"/>
          <p:cNvSpPr txBox="1"/>
          <p:nvPr/>
        </p:nvSpPr>
        <p:spPr>
          <a:xfrm>
            <a:off x="95300" y="109545"/>
            <a:ext cx="3350895" cy="800735"/>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Calibri"/>
                <a:ea typeface="Calibri"/>
                <a:cs typeface="Calibri"/>
                <a:sym typeface="Calibri"/>
              </a:rPr>
              <a:t>I</a:t>
            </a:r>
            <a:r>
              <a:rPr lang="en-US" sz="1700" cap="small">
                <a:solidFill>
                  <a:srgbClr val="FFFFFF"/>
                </a:solidFill>
                <a:latin typeface="Calibri"/>
                <a:ea typeface="Calibri"/>
                <a:cs typeface="Calibri"/>
                <a:sym typeface="Calibri"/>
              </a:rPr>
              <a:t>dentity</a:t>
            </a:r>
            <a:r>
              <a:rPr lang="en-US" sz="1700">
                <a:solidFill>
                  <a:srgbClr val="FFFFFF"/>
                </a:solidFill>
                <a:latin typeface="Calibri"/>
                <a:ea typeface="Calibri"/>
                <a:cs typeface="Calibri"/>
                <a:sym typeface="Calibri"/>
              </a:rPr>
              <a:t> A</a:t>
            </a:r>
            <a:r>
              <a:rPr lang="en-US" sz="1700" cap="small">
                <a:solidFill>
                  <a:srgbClr val="FFFFFF"/>
                </a:solidFill>
                <a:latin typeface="Calibri"/>
                <a:ea typeface="Calibri"/>
                <a:cs typeface="Calibri"/>
                <a:sym typeface="Calibri"/>
              </a:rPr>
              <a:t>ctivation</a:t>
            </a:r>
            <a:r>
              <a:rPr lang="en-US" sz="1700">
                <a:solidFill>
                  <a:srgbClr val="FFFFFF"/>
                </a:solidFill>
                <a:latin typeface="Calibri"/>
                <a:ea typeface="Calibri"/>
                <a:cs typeface="Calibri"/>
                <a:sym typeface="Calibri"/>
              </a:rPr>
              <a:t> F</a:t>
            </a:r>
            <a:r>
              <a:rPr lang="en-US" sz="1700" cap="small">
                <a:solidFill>
                  <a:srgbClr val="FFFFFF"/>
                </a:solidFill>
                <a:latin typeface="Calibri"/>
                <a:ea typeface="Calibri"/>
                <a:cs typeface="Calibri"/>
                <a:sym typeface="Calibri"/>
              </a:rPr>
              <a:t>unction</a:t>
            </a:r>
            <a:endParaRPr sz="1700">
              <a:latin typeface="Calibri"/>
              <a:ea typeface="Calibri"/>
              <a:cs typeface="Calibri"/>
              <a:sym typeface="Calibri"/>
            </a:endParaRPr>
          </a:p>
          <a:p>
            <a:pPr marL="264160" lvl="0" indent="0" algn="l" rtl="0">
              <a:lnSpc>
                <a:spcPct val="100000"/>
              </a:lnSpc>
              <a:spcBef>
                <a:spcPts val="805"/>
              </a:spcBef>
              <a:spcAft>
                <a:spcPts val="0"/>
              </a:spcAft>
              <a:buNone/>
            </a:pPr>
            <a:r>
              <a:rPr lang="en-US" sz="1050">
                <a:solidFill>
                  <a:srgbClr val="1B1472"/>
                </a:solidFill>
                <a:latin typeface="Arial"/>
                <a:ea typeface="Arial"/>
                <a:cs typeface="Arial"/>
                <a:sym typeface="Arial"/>
              </a:rPr>
              <a:t>Identity Activation Function</a:t>
            </a:r>
            <a:endParaRPr sz="1050">
              <a:latin typeface="Arial"/>
              <a:ea typeface="Arial"/>
              <a:cs typeface="Arial"/>
              <a:sym typeface="Arial"/>
            </a:endParaRPr>
          </a:p>
          <a:p>
            <a:pPr marL="0" marR="303530" lvl="0" indent="0" algn="r" rtl="0">
              <a:lnSpc>
                <a:spcPct val="100000"/>
              </a:lnSpc>
              <a:spcBef>
                <a:spcPts val="535"/>
              </a:spcBef>
              <a:spcAft>
                <a:spcPts val="0"/>
              </a:spcAft>
              <a:buNone/>
            </a:pPr>
            <a:r>
              <a:rPr lang="en-US" sz="1050" i="1">
                <a:latin typeface="Arial"/>
                <a:ea typeface="Arial"/>
                <a:cs typeface="Arial"/>
                <a:sym typeface="Arial"/>
              </a:rPr>
              <a:t>f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050" i="1">
                <a:latin typeface="Arial"/>
                <a:ea typeface="Arial"/>
                <a:cs typeface="Arial"/>
                <a:sym typeface="Arial"/>
              </a:rPr>
              <a:t>z</a:t>
            </a:r>
            <a:endParaRPr sz="1050">
              <a:latin typeface="Arial"/>
              <a:ea typeface="Arial"/>
              <a:cs typeface="Arial"/>
              <a:sym typeface="Arial"/>
            </a:endParaRPr>
          </a:p>
        </p:txBody>
      </p:sp>
      <p:sp>
        <p:nvSpPr>
          <p:cNvPr id="380" name="Google Shape;380;p21"/>
          <p:cNvSpPr txBox="1"/>
          <p:nvPr/>
        </p:nvSpPr>
        <p:spPr>
          <a:xfrm>
            <a:off x="5220322" y="717250"/>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(4)</a:t>
            </a:r>
            <a:endParaRPr sz="1050">
              <a:latin typeface="Arial"/>
              <a:ea typeface="Arial"/>
              <a:cs typeface="Arial"/>
              <a:sym typeface="Arial"/>
            </a:endParaRPr>
          </a:p>
        </p:txBody>
      </p:sp>
      <p:grpSp>
        <p:nvGrpSpPr>
          <p:cNvPr id="381" name="Google Shape;381;p21"/>
          <p:cNvGrpSpPr/>
          <p:nvPr/>
        </p:nvGrpSpPr>
        <p:grpSpPr>
          <a:xfrm>
            <a:off x="0" y="1120133"/>
            <a:ext cx="5760261" cy="2113878"/>
            <a:chOff x="0" y="1120133"/>
            <a:chExt cx="5760261" cy="2113878"/>
          </a:xfrm>
        </p:grpSpPr>
        <p:pic>
          <p:nvPicPr>
            <p:cNvPr id="382" name="Google Shape;382;p21"/>
            <p:cNvPicPr preferRelativeResize="0"/>
            <p:nvPr/>
          </p:nvPicPr>
          <p:blipFill rotWithShape="1">
            <a:blip r:embed="rId3">
              <a:alphaModFix/>
            </a:blip>
            <a:srcRect/>
            <a:stretch/>
          </p:blipFill>
          <p:spPr>
            <a:xfrm>
              <a:off x="612012" y="1120133"/>
              <a:ext cx="4535958" cy="1955019"/>
            </a:xfrm>
            <a:prstGeom prst="rect">
              <a:avLst/>
            </a:prstGeom>
            <a:noFill/>
            <a:ln>
              <a:noFill/>
            </a:ln>
          </p:spPr>
        </p:pic>
        <p:sp>
          <p:nvSpPr>
            <p:cNvPr id="383" name="Google Shape;383;p21"/>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4" name="Google Shape;384;p21"/>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5" name="Google Shape;385;p21"/>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86" name="Google Shape;386;p2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87" name="Google Shape;387;p2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388" name="Google Shape;388;p2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15</a:t>
            </a:fld>
            <a:r>
              <a:rPr lang="en-US"/>
              <a:t> / 46</a:t>
            </a:r>
            <a:endParaRP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F85FFCAD-5D71-F40E-83FD-41DF5237D5B4}"/>
                  </a:ext>
                </a:extLst>
              </p14:cNvPr>
              <p14:cNvContentPartPr/>
              <p14:nvPr/>
            </p14:nvContentPartPr>
            <p14:xfrm>
              <a:off x="3226680" y="865440"/>
              <a:ext cx="1311120" cy="435240"/>
            </p14:xfrm>
          </p:contentPart>
        </mc:Choice>
        <mc:Fallback>
          <p:pic>
            <p:nvPicPr>
              <p:cNvPr id="2" name="Ink 1">
                <a:extLst>
                  <a:ext uri="{FF2B5EF4-FFF2-40B4-BE49-F238E27FC236}">
                    <a16:creationId xmlns:a16="http://schemas.microsoft.com/office/drawing/2014/main" id="{F85FFCAD-5D71-F40E-83FD-41DF5237D5B4}"/>
                  </a:ext>
                </a:extLst>
              </p:cNvPr>
              <p:cNvPicPr/>
              <p:nvPr/>
            </p:nvPicPr>
            <p:blipFill>
              <a:blip r:embed="rId6"/>
              <a:stretch>
                <a:fillRect/>
              </a:stretch>
            </p:blipFill>
            <p:spPr>
              <a:xfrm>
                <a:off x="3217320" y="856080"/>
                <a:ext cx="1329840" cy="453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8A7CB496-91A5-A37E-4DBD-E1FC30100E79}"/>
                  </a:ext>
                </a:extLst>
              </p14:cNvPr>
              <p14:cNvContentPartPr/>
              <p14:nvPr/>
            </p14:nvContentPartPr>
            <p14:xfrm>
              <a:off x="2381400" y="600480"/>
              <a:ext cx="360" cy="360"/>
            </p14:xfrm>
          </p:contentPart>
        </mc:Choice>
        <mc:Fallback>
          <p:pic>
            <p:nvPicPr>
              <p:cNvPr id="3" name="Ink 2">
                <a:extLst>
                  <a:ext uri="{FF2B5EF4-FFF2-40B4-BE49-F238E27FC236}">
                    <a16:creationId xmlns:a16="http://schemas.microsoft.com/office/drawing/2014/main" id="{8A7CB496-91A5-A37E-4DBD-E1FC30100E79}"/>
                  </a:ext>
                </a:extLst>
              </p:cNvPr>
              <p:cNvPicPr/>
              <p:nvPr/>
            </p:nvPicPr>
            <p:blipFill>
              <a:blip r:embed="rId8"/>
              <a:stretch>
                <a:fillRect/>
              </a:stretch>
            </p:blipFill>
            <p:spPr>
              <a:xfrm>
                <a:off x="2372040" y="591120"/>
                <a:ext cx="19080" cy="19080"/>
              </a:xfrm>
              <a:prstGeom prst="rect">
                <a:avLst/>
              </a:prstGeom>
            </p:spPr>
          </p:pic>
        </mc:Fallback>
      </mc:AlternateContent>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BF1DC99-92D8-2967-066C-81480E41EFDA}"/>
                  </a:ext>
                </a:extLst>
              </p14:cNvPr>
              <p14:cNvContentPartPr/>
              <p14:nvPr/>
            </p14:nvContentPartPr>
            <p14:xfrm>
              <a:off x="155880" y="211680"/>
              <a:ext cx="5610960" cy="2991960"/>
            </p14:xfrm>
          </p:contentPart>
        </mc:Choice>
        <mc:Fallback>
          <p:pic>
            <p:nvPicPr>
              <p:cNvPr id="2" name="Ink 1">
                <a:extLst>
                  <a:ext uri="{FF2B5EF4-FFF2-40B4-BE49-F238E27FC236}">
                    <a16:creationId xmlns:a16="http://schemas.microsoft.com/office/drawing/2014/main" id="{FBF1DC99-92D8-2967-066C-81480E41EFDA}"/>
                  </a:ext>
                </a:extLst>
              </p:cNvPr>
              <p:cNvPicPr/>
              <p:nvPr/>
            </p:nvPicPr>
            <p:blipFill>
              <a:blip r:embed="rId3"/>
              <a:stretch>
                <a:fillRect/>
              </a:stretch>
            </p:blipFill>
            <p:spPr>
              <a:xfrm>
                <a:off x="146520" y="202320"/>
                <a:ext cx="5629680" cy="3010680"/>
              </a:xfrm>
              <a:prstGeom prst="rect">
                <a:avLst/>
              </a:prstGeom>
            </p:spPr>
          </p:pic>
        </mc:Fallback>
      </mc:AlternateContent>
    </p:spTree>
    <p:extLst>
      <p:ext uri="{BB962C8B-B14F-4D97-AF65-F5344CB8AC3E}">
        <p14:creationId xmlns:p14="http://schemas.microsoft.com/office/powerpoint/2010/main" val="4034360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2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I</a:t>
            </a:r>
            <a:r>
              <a:rPr lang="en-US" cap="small">
                <a:solidFill>
                  <a:srgbClr val="FFFFFF"/>
                </a:solidFill>
              </a:rPr>
              <a:t>dentity</a:t>
            </a:r>
            <a:r>
              <a:rPr lang="en-US">
                <a:solidFill>
                  <a:srgbClr val="FFFFFF"/>
                </a:solidFill>
              </a:rPr>
              <a:t> A</a:t>
            </a:r>
            <a:r>
              <a:rPr lang="en-US" cap="small">
                <a:solidFill>
                  <a:srgbClr val="FFFFFF"/>
                </a:solidFill>
              </a:rPr>
              <a:t>ctivation</a:t>
            </a:r>
            <a:r>
              <a:rPr lang="en-US">
                <a:solidFill>
                  <a:srgbClr val="FFFFFF"/>
                </a:solidFill>
              </a:rPr>
              <a:t> F</a:t>
            </a:r>
            <a:r>
              <a:rPr lang="en-US" cap="small">
                <a:solidFill>
                  <a:srgbClr val="FFFFFF"/>
                </a:solidFill>
              </a:rPr>
              <a:t>unction</a:t>
            </a:r>
            <a:endParaRPr/>
          </a:p>
        </p:txBody>
      </p:sp>
      <p:grpSp>
        <p:nvGrpSpPr>
          <p:cNvPr id="394" name="Google Shape;394;p22"/>
          <p:cNvGrpSpPr/>
          <p:nvPr/>
        </p:nvGrpSpPr>
        <p:grpSpPr>
          <a:xfrm>
            <a:off x="513702" y="856932"/>
            <a:ext cx="69291" cy="2134057"/>
            <a:chOff x="513702" y="856932"/>
            <a:chExt cx="69291" cy="2134057"/>
          </a:xfrm>
        </p:grpSpPr>
        <p:pic>
          <p:nvPicPr>
            <p:cNvPr id="395" name="Google Shape;395;p22"/>
            <p:cNvPicPr preferRelativeResize="0"/>
            <p:nvPr/>
          </p:nvPicPr>
          <p:blipFill rotWithShape="1">
            <a:blip r:embed="rId3">
              <a:alphaModFix/>
            </a:blip>
            <a:srcRect/>
            <a:stretch/>
          </p:blipFill>
          <p:spPr>
            <a:xfrm>
              <a:off x="513702" y="856932"/>
              <a:ext cx="69291" cy="69291"/>
            </a:xfrm>
            <a:prstGeom prst="rect">
              <a:avLst/>
            </a:prstGeom>
            <a:noFill/>
            <a:ln>
              <a:noFill/>
            </a:ln>
          </p:spPr>
        </p:pic>
        <p:pic>
          <p:nvPicPr>
            <p:cNvPr id="396" name="Google Shape;396;p22"/>
            <p:cNvPicPr preferRelativeResize="0"/>
            <p:nvPr/>
          </p:nvPicPr>
          <p:blipFill rotWithShape="1">
            <a:blip r:embed="rId4">
              <a:alphaModFix/>
            </a:blip>
            <a:srcRect/>
            <a:stretch/>
          </p:blipFill>
          <p:spPr>
            <a:xfrm>
              <a:off x="513702" y="1078344"/>
              <a:ext cx="69291" cy="69291"/>
            </a:xfrm>
            <a:prstGeom prst="rect">
              <a:avLst/>
            </a:prstGeom>
            <a:noFill/>
            <a:ln>
              <a:noFill/>
            </a:ln>
          </p:spPr>
        </p:pic>
        <p:pic>
          <p:nvPicPr>
            <p:cNvPr id="397" name="Google Shape;397;p22"/>
            <p:cNvPicPr preferRelativeResize="0"/>
            <p:nvPr/>
          </p:nvPicPr>
          <p:blipFill rotWithShape="1">
            <a:blip r:embed="rId5">
              <a:alphaModFix/>
            </a:blip>
            <a:srcRect/>
            <a:stretch/>
          </p:blipFill>
          <p:spPr>
            <a:xfrm>
              <a:off x="513702" y="1299768"/>
              <a:ext cx="69291" cy="69291"/>
            </a:xfrm>
            <a:prstGeom prst="rect">
              <a:avLst/>
            </a:prstGeom>
            <a:noFill/>
            <a:ln>
              <a:noFill/>
            </a:ln>
          </p:spPr>
        </p:pic>
        <p:pic>
          <p:nvPicPr>
            <p:cNvPr id="398" name="Google Shape;398;p22"/>
            <p:cNvPicPr preferRelativeResize="0"/>
            <p:nvPr/>
          </p:nvPicPr>
          <p:blipFill rotWithShape="1">
            <a:blip r:embed="rId6">
              <a:alphaModFix/>
            </a:blip>
            <a:srcRect/>
            <a:stretch/>
          </p:blipFill>
          <p:spPr>
            <a:xfrm>
              <a:off x="513702" y="1521180"/>
              <a:ext cx="69291" cy="69291"/>
            </a:xfrm>
            <a:prstGeom prst="rect">
              <a:avLst/>
            </a:prstGeom>
            <a:noFill/>
            <a:ln>
              <a:noFill/>
            </a:ln>
          </p:spPr>
        </p:pic>
        <p:pic>
          <p:nvPicPr>
            <p:cNvPr id="399" name="Google Shape;399;p22"/>
            <p:cNvPicPr preferRelativeResize="0"/>
            <p:nvPr/>
          </p:nvPicPr>
          <p:blipFill rotWithShape="1">
            <a:blip r:embed="rId7">
              <a:alphaModFix/>
            </a:blip>
            <a:srcRect/>
            <a:stretch/>
          </p:blipFill>
          <p:spPr>
            <a:xfrm>
              <a:off x="513702" y="1742604"/>
              <a:ext cx="69291" cy="69291"/>
            </a:xfrm>
            <a:prstGeom prst="rect">
              <a:avLst/>
            </a:prstGeom>
            <a:noFill/>
            <a:ln>
              <a:noFill/>
            </a:ln>
          </p:spPr>
        </p:pic>
        <p:pic>
          <p:nvPicPr>
            <p:cNvPr id="400" name="Google Shape;400;p22"/>
            <p:cNvPicPr preferRelativeResize="0"/>
            <p:nvPr/>
          </p:nvPicPr>
          <p:blipFill rotWithShape="1">
            <a:blip r:embed="rId8">
              <a:alphaModFix/>
            </a:blip>
            <a:srcRect/>
            <a:stretch/>
          </p:blipFill>
          <p:spPr>
            <a:xfrm>
              <a:off x="513702" y="2257437"/>
              <a:ext cx="69291" cy="69291"/>
            </a:xfrm>
            <a:prstGeom prst="rect">
              <a:avLst/>
            </a:prstGeom>
            <a:noFill/>
            <a:ln>
              <a:noFill/>
            </a:ln>
          </p:spPr>
        </p:pic>
        <p:pic>
          <p:nvPicPr>
            <p:cNvPr id="401" name="Google Shape;401;p22"/>
            <p:cNvPicPr preferRelativeResize="0"/>
            <p:nvPr/>
          </p:nvPicPr>
          <p:blipFill rotWithShape="1">
            <a:blip r:embed="rId9">
              <a:alphaModFix/>
            </a:blip>
            <a:srcRect/>
            <a:stretch/>
          </p:blipFill>
          <p:spPr>
            <a:xfrm>
              <a:off x="513702" y="2478862"/>
              <a:ext cx="69291" cy="69291"/>
            </a:xfrm>
            <a:prstGeom prst="rect">
              <a:avLst/>
            </a:prstGeom>
            <a:noFill/>
            <a:ln>
              <a:noFill/>
            </a:ln>
          </p:spPr>
        </p:pic>
        <p:pic>
          <p:nvPicPr>
            <p:cNvPr id="402" name="Google Shape;402;p22"/>
            <p:cNvPicPr preferRelativeResize="0"/>
            <p:nvPr/>
          </p:nvPicPr>
          <p:blipFill rotWithShape="1">
            <a:blip r:embed="rId10">
              <a:alphaModFix/>
            </a:blip>
            <a:srcRect/>
            <a:stretch/>
          </p:blipFill>
          <p:spPr>
            <a:xfrm>
              <a:off x="513702" y="2700286"/>
              <a:ext cx="69291" cy="69291"/>
            </a:xfrm>
            <a:prstGeom prst="rect">
              <a:avLst/>
            </a:prstGeom>
            <a:noFill/>
            <a:ln>
              <a:noFill/>
            </a:ln>
          </p:spPr>
        </p:pic>
        <p:pic>
          <p:nvPicPr>
            <p:cNvPr id="403" name="Google Shape;403;p22"/>
            <p:cNvPicPr preferRelativeResize="0"/>
            <p:nvPr/>
          </p:nvPicPr>
          <p:blipFill rotWithShape="1">
            <a:blip r:embed="rId11">
              <a:alphaModFix/>
            </a:blip>
            <a:srcRect/>
            <a:stretch/>
          </p:blipFill>
          <p:spPr>
            <a:xfrm>
              <a:off x="513702" y="2921698"/>
              <a:ext cx="69291" cy="69291"/>
            </a:xfrm>
            <a:prstGeom prst="rect">
              <a:avLst/>
            </a:prstGeom>
            <a:noFill/>
            <a:ln>
              <a:noFill/>
            </a:ln>
          </p:spPr>
        </p:pic>
      </p:grpSp>
      <p:sp>
        <p:nvSpPr>
          <p:cNvPr id="404" name="Google Shape;404;p22"/>
          <p:cNvSpPr txBox="1"/>
          <p:nvPr/>
        </p:nvSpPr>
        <p:spPr>
          <a:xfrm>
            <a:off x="296494" y="519942"/>
            <a:ext cx="3820200" cy="2674800"/>
          </a:xfrm>
          <a:prstGeom prst="rect">
            <a:avLst/>
          </a:prstGeom>
          <a:noFill/>
          <a:ln>
            <a:noFill/>
          </a:ln>
        </p:spPr>
        <p:txBody>
          <a:bodyPr spcFirstLastPara="1" wrap="square" lIns="0" tIns="11425" rIns="0" bIns="0" anchor="t" anchorCtr="0">
            <a:spAutoFit/>
          </a:bodyPr>
          <a:lstStyle/>
          <a:p>
            <a:pPr marL="360680" marR="1588135" lvl="0" indent="-297815" algn="l" rtl="0">
              <a:lnSpc>
                <a:spcPct val="126499"/>
              </a:lnSpc>
              <a:spcBef>
                <a:spcPts val="0"/>
              </a:spcBef>
              <a:spcAft>
                <a:spcPts val="0"/>
              </a:spcAft>
              <a:buNone/>
            </a:pPr>
            <a:r>
              <a:rPr lang="en-US" sz="1050">
                <a:solidFill>
                  <a:srgbClr val="1B1472"/>
                </a:solidFill>
                <a:latin typeface="Arial"/>
                <a:ea typeface="Arial"/>
                <a:cs typeface="Arial"/>
                <a:sym typeface="Arial"/>
              </a:rPr>
              <a:t>Properties of Identity Function </a:t>
            </a:r>
            <a:r>
              <a:rPr lang="en-US" sz="1050">
                <a:latin typeface="Arial"/>
                <a:ea typeface="Arial"/>
                <a:cs typeface="Arial"/>
                <a:sym typeface="Arial"/>
              </a:rPr>
              <a:t>Output: Continuous, </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200" i="1">
                <a:latin typeface="Calibri"/>
                <a:ea typeface="Calibri"/>
                <a:cs typeface="Calibri"/>
                <a:sym typeface="Calibri"/>
              </a:rPr>
              <a:t>, </a:t>
            </a:r>
            <a:r>
              <a:rPr lang="en-US" sz="12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a:p>
            <a:pPr marL="360680" marR="1264920" lvl="0" indent="0" algn="l" rtl="0">
              <a:lnSpc>
                <a:spcPct val="144916"/>
              </a:lnSpc>
              <a:spcBef>
                <a:spcPts val="110"/>
              </a:spcBef>
              <a:spcAft>
                <a:spcPts val="0"/>
              </a:spcAft>
              <a:buNone/>
            </a:pPr>
            <a:r>
              <a:rPr lang="en-US" sz="1050">
                <a:latin typeface="Arial"/>
                <a:ea typeface="Arial"/>
                <a:cs typeface="Arial"/>
                <a:sym typeface="Arial"/>
              </a:rPr>
              <a:t>Differentiable everywhere: </a:t>
            </a:r>
            <a:r>
              <a:rPr lang="en-US" sz="1050" i="1">
                <a:latin typeface="Arial"/>
                <a:ea typeface="Arial"/>
                <a:cs typeface="Arial"/>
                <a:sym typeface="Arial"/>
              </a:rPr>
              <a:t>f </a:t>
            </a:r>
            <a:r>
              <a:rPr lang="en-US" sz="1200" baseline="30000">
                <a:latin typeface="Lucida Sans"/>
                <a:ea typeface="Lucida Sans"/>
                <a:cs typeface="Lucida Sans"/>
                <a:sym typeface="Lucida Sans"/>
              </a:rPr>
              <a:t>'</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050">
                <a:latin typeface="Arial"/>
                <a:ea typeface="Arial"/>
                <a:cs typeface="Arial"/>
                <a:sym typeface="Arial"/>
              </a:rPr>
              <a:t>1 Allows output to take any real value</a:t>
            </a:r>
            <a:endParaRPr sz="1050">
              <a:latin typeface="Arial"/>
              <a:ea typeface="Arial"/>
              <a:cs typeface="Arial"/>
              <a:sym typeface="Arial"/>
            </a:endParaRPr>
          </a:p>
          <a:p>
            <a:pPr marL="360680" marR="674370" lvl="0" indent="0" algn="l" rtl="0">
              <a:lnSpc>
                <a:spcPct val="165619"/>
              </a:lnSpc>
              <a:spcBef>
                <a:spcPts val="10"/>
              </a:spcBef>
              <a:spcAft>
                <a:spcPts val="0"/>
              </a:spcAft>
              <a:buNone/>
            </a:pPr>
            <a:r>
              <a:rPr lang="en-US" sz="1050">
                <a:latin typeface="Arial"/>
                <a:ea typeface="Arial"/>
                <a:cs typeface="Arial"/>
                <a:sym typeface="Arial"/>
              </a:rPr>
              <a:t>Gradient flows unchanged through the neuron Perfect for predicting continuous targets</a:t>
            </a:r>
            <a:endParaRPr sz="1050">
              <a:latin typeface="Arial"/>
              <a:ea typeface="Arial"/>
              <a:cs typeface="Arial"/>
              <a:sym typeface="Arial"/>
            </a:endParaRPr>
          </a:p>
          <a:p>
            <a:pPr marL="63500" lvl="0" indent="0" algn="l" rtl="0">
              <a:lnSpc>
                <a:spcPct val="100000"/>
              </a:lnSpc>
              <a:spcBef>
                <a:spcPts val="915"/>
              </a:spcBef>
              <a:spcAft>
                <a:spcPts val="0"/>
              </a:spcAft>
              <a:buNone/>
            </a:pPr>
            <a:r>
              <a:rPr lang="en-US" sz="1050">
                <a:solidFill>
                  <a:srgbClr val="1B1472"/>
                </a:solidFill>
                <a:latin typeface="Arial"/>
                <a:ea typeface="Arial"/>
                <a:cs typeface="Arial"/>
                <a:sym typeface="Arial"/>
              </a:rPr>
              <a:t>Why identity for regression?</a:t>
            </a:r>
            <a:endParaRPr sz="1050">
              <a:latin typeface="Arial"/>
              <a:ea typeface="Arial"/>
              <a:cs typeface="Arial"/>
              <a:sym typeface="Arial"/>
            </a:endParaRPr>
          </a:p>
          <a:p>
            <a:pPr marL="360680" marR="43180" lvl="0" indent="0" algn="l" rtl="0">
              <a:lnSpc>
                <a:spcPct val="129000"/>
              </a:lnSpc>
              <a:spcBef>
                <a:spcPts val="114"/>
              </a:spcBef>
              <a:spcAft>
                <a:spcPts val="0"/>
              </a:spcAft>
              <a:buNone/>
            </a:pPr>
            <a:r>
              <a:rPr lang="en-US" sz="1050">
                <a:latin typeface="Arial"/>
                <a:ea typeface="Arial"/>
                <a:cs typeface="Arial"/>
                <a:sym typeface="Arial"/>
              </a:rPr>
              <a:t>Target values are continuous (prices, temperatures, etc.) Need to predict any real number, not just binary </a:t>
            </a:r>
            <a:r>
              <a:rPr lang="en-US" sz="1200">
                <a:latin typeface="Lucida Sans"/>
                <a:ea typeface="Lucida Sans"/>
                <a:cs typeface="Lucida Sans"/>
                <a:sym typeface="Lucida Sans"/>
              </a:rPr>
              <a:t>{ </a:t>
            </a:r>
            <a:r>
              <a:rPr lang="en-US" sz="1050">
                <a:latin typeface="Arial"/>
                <a:ea typeface="Arial"/>
                <a:cs typeface="Arial"/>
                <a:sym typeface="Arial"/>
              </a:rPr>
              <a:t>0,1 </a:t>
            </a:r>
            <a:r>
              <a:rPr lang="en-US" sz="1200">
                <a:latin typeface="Lucida Sans"/>
                <a:ea typeface="Lucida Sans"/>
                <a:cs typeface="Lucida Sans"/>
                <a:sym typeface="Lucida Sans"/>
              </a:rPr>
              <a:t>} </a:t>
            </a:r>
            <a:r>
              <a:rPr lang="en-US" sz="1050">
                <a:latin typeface="Arial"/>
                <a:ea typeface="Arial"/>
                <a:cs typeface="Arial"/>
                <a:sym typeface="Arial"/>
              </a:rPr>
              <a:t>Differentiability enables gradient-based optimization</a:t>
            </a:r>
            <a:endParaRPr sz="1050">
              <a:latin typeface="Arial"/>
              <a:ea typeface="Arial"/>
              <a:cs typeface="Arial"/>
              <a:sym typeface="Arial"/>
            </a:endParaRPr>
          </a:p>
          <a:p>
            <a:pPr marL="360680" lvl="0" indent="0" algn="l" rtl="0">
              <a:lnSpc>
                <a:spcPct val="100000"/>
              </a:lnSpc>
              <a:spcBef>
                <a:spcPts val="484"/>
              </a:spcBef>
              <a:spcAft>
                <a:spcPts val="0"/>
              </a:spcAft>
              <a:buNone/>
            </a:pPr>
            <a:r>
              <a:rPr lang="en-US" sz="1050">
                <a:latin typeface="Arial"/>
                <a:ea typeface="Arial"/>
                <a:cs typeface="Arial"/>
                <a:sym typeface="Arial"/>
              </a:rPr>
              <a:t>No information loss from input to output</a:t>
            </a:r>
            <a:endParaRPr sz="1050">
              <a:latin typeface="Arial"/>
              <a:ea typeface="Arial"/>
              <a:cs typeface="Arial"/>
              <a:sym typeface="Arial"/>
            </a:endParaRPr>
          </a:p>
        </p:txBody>
      </p:sp>
      <p:grpSp>
        <p:nvGrpSpPr>
          <p:cNvPr id="405" name="Google Shape;405;p22"/>
          <p:cNvGrpSpPr/>
          <p:nvPr/>
        </p:nvGrpSpPr>
        <p:grpSpPr>
          <a:xfrm>
            <a:off x="0" y="3141936"/>
            <a:ext cx="5760261" cy="92075"/>
            <a:chOff x="0" y="3141936"/>
            <a:chExt cx="5760261" cy="92075"/>
          </a:xfrm>
        </p:grpSpPr>
        <p:sp>
          <p:nvSpPr>
            <p:cNvPr id="406" name="Google Shape;406;p2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7" name="Google Shape;407;p2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8" name="Google Shape;408;p2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09" name="Google Shape;409;p2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10" name="Google Shape;410;p2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2"/>
              </a:rPr>
              <a:t>D</a:t>
            </a:r>
            <a:r>
              <a:rPr lang="en-US" sz="600" u="sng" cap="small">
                <a:solidFill>
                  <a:schemeClr val="hlink"/>
                </a:solidFill>
                <a:latin typeface="Calibri"/>
                <a:ea typeface="Calibri"/>
                <a:cs typeface="Calibri"/>
                <a:sym typeface="Calibri"/>
                <a:hlinkClick r:id="rId12"/>
              </a:rPr>
              <a:t>eep</a:t>
            </a:r>
            <a:r>
              <a:rPr lang="en-US" sz="600" u="sng">
                <a:solidFill>
                  <a:schemeClr val="hlink"/>
                </a:solidFill>
                <a:latin typeface="Calibri"/>
                <a:ea typeface="Calibri"/>
                <a:cs typeface="Calibri"/>
                <a:sym typeface="Calibri"/>
                <a:hlinkClick r:id="rId12"/>
              </a:rPr>
              <a:t> L</a:t>
            </a:r>
            <a:r>
              <a:rPr lang="en-US" sz="600" u="sng" cap="small">
                <a:solidFill>
                  <a:schemeClr val="hlink"/>
                </a:solidFill>
                <a:latin typeface="Calibri"/>
                <a:ea typeface="Calibri"/>
                <a:cs typeface="Calibri"/>
                <a:sym typeface="Calibri"/>
                <a:hlinkClick r:id="rId12"/>
              </a:rPr>
              <a:t>earning</a:t>
            </a:r>
            <a:endParaRPr sz="600">
              <a:latin typeface="Calibri"/>
              <a:ea typeface="Calibri"/>
              <a:cs typeface="Calibri"/>
              <a:sym typeface="Calibri"/>
            </a:endParaRPr>
          </a:p>
        </p:txBody>
      </p:sp>
      <p:sp>
        <p:nvSpPr>
          <p:cNvPr id="411" name="Google Shape;411;p2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17</a:t>
            </a:fld>
            <a:r>
              <a:rPr lang="en-US"/>
              <a:t> / 46</a:t>
            </a:r>
            <a:endParaRPr/>
          </a:p>
        </p:txBody>
      </p:sp>
      <mc:AlternateContent xmlns:mc="http://schemas.openxmlformats.org/markup-compatibility/2006">
        <mc:Choice xmlns:p14="http://schemas.microsoft.com/office/powerpoint/2010/main" Requires="p14">
          <p:contentPart p14:bwMode="auto" r:id="rId13">
            <p14:nvContentPartPr>
              <p14:cNvPr id="2" name="Ink 1">
                <a:extLst>
                  <a:ext uri="{FF2B5EF4-FFF2-40B4-BE49-F238E27FC236}">
                    <a16:creationId xmlns:a16="http://schemas.microsoft.com/office/drawing/2014/main" id="{A602E955-C492-3A87-52DF-82C58C57C98A}"/>
                  </a:ext>
                </a:extLst>
              </p14:cNvPr>
              <p14:cNvContentPartPr/>
              <p14:nvPr/>
            </p14:nvContentPartPr>
            <p14:xfrm>
              <a:off x="1800720" y="699480"/>
              <a:ext cx="3902400" cy="2408400"/>
            </p14:xfrm>
          </p:contentPart>
        </mc:Choice>
        <mc:Fallback>
          <p:pic>
            <p:nvPicPr>
              <p:cNvPr id="2" name="Ink 1">
                <a:extLst>
                  <a:ext uri="{FF2B5EF4-FFF2-40B4-BE49-F238E27FC236}">
                    <a16:creationId xmlns:a16="http://schemas.microsoft.com/office/drawing/2014/main" id="{A602E955-C492-3A87-52DF-82C58C57C98A}"/>
                  </a:ext>
                </a:extLst>
              </p:cNvPr>
              <p:cNvPicPr/>
              <p:nvPr/>
            </p:nvPicPr>
            <p:blipFill>
              <a:blip r:embed="rId14"/>
              <a:stretch>
                <a:fillRect/>
              </a:stretch>
            </p:blipFill>
            <p:spPr>
              <a:xfrm>
                <a:off x="1791360" y="690120"/>
                <a:ext cx="3921120" cy="2427120"/>
              </a:xfrm>
              <a:prstGeom prst="rect">
                <a:avLst/>
              </a:prstGeom>
            </p:spPr>
          </p:pic>
        </mc:Fallback>
      </mc:AlternateContent>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3"/>
          <p:cNvSpPr txBox="1">
            <a:spLocks noGrp="1"/>
          </p:cNvSpPr>
          <p:nvPr>
            <p:ph type="title"/>
          </p:nvPr>
        </p:nvSpPr>
        <p:spPr>
          <a:xfrm>
            <a:off x="95300" y="109545"/>
            <a:ext cx="469138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dirty="0">
                <a:solidFill>
                  <a:srgbClr val="FFFFFF"/>
                </a:solidFill>
              </a:rPr>
              <a:t>O</a:t>
            </a:r>
            <a:r>
              <a:rPr lang="en-US" cap="small" dirty="0">
                <a:solidFill>
                  <a:srgbClr val="FFFFFF"/>
                </a:solidFill>
              </a:rPr>
              <a:t>bjective</a:t>
            </a:r>
            <a:r>
              <a:rPr lang="en-US" dirty="0">
                <a:solidFill>
                  <a:srgbClr val="FFFFFF"/>
                </a:solidFill>
              </a:rPr>
              <a:t> F</a:t>
            </a:r>
            <a:r>
              <a:rPr lang="en-US" cap="small" dirty="0">
                <a:solidFill>
                  <a:srgbClr val="FFFFFF"/>
                </a:solidFill>
              </a:rPr>
              <a:t>unction</a:t>
            </a:r>
            <a:r>
              <a:rPr lang="en-US" dirty="0">
                <a:solidFill>
                  <a:srgbClr val="FFFFFF"/>
                </a:solidFill>
              </a:rPr>
              <a:t>: S</a:t>
            </a:r>
            <a:r>
              <a:rPr lang="en-US" cap="small" dirty="0">
                <a:solidFill>
                  <a:srgbClr val="FFFFFF"/>
                </a:solidFill>
              </a:rPr>
              <a:t>quared</a:t>
            </a:r>
            <a:r>
              <a:rPr lang="en-US" dirty="0">
                <a:solidFill>
                  <a:srgbClr val="FFFFFF"/>
                </a:solidFill>
              </a:rPr>
              <a:t> E</a:t>
            </a:r>
            <a:r>
              <a:rPr lang="en-US" cap="small" dirty="0">
                <a:solidFill>
                  <a:srgbClr val="FFFFFF"/>
                </a:solidFill>
              </a:rPr>
              <a:t>rror</a:t>
            </a:r>
            <a:r>
              <a:rPr lang="en-US" dirty="0">
                <a:solidFill>
                  <a:srgbClr val="FFFFFF"/>
                </a:solidFill>
              </a:rPr>
              <a:t> L</a:t>
            </a:r>
            <a:r>
              <a:rPr lang="en-US" cap="small" dirty="0">
                <a:solidFill>
                  <a:srgbClr val="FFFFFF"/>
                </a:solidFill>
              </a:rPr>
              <a:t>oss</a:t>
            </a:r>
            <a:endParaRPr dirty="0"/>
          </a:p>
        </p:txBody>
      </p:sp>
      <p:grpSp>
        <p:nvGrpSpPr>
          <p:cNvPr id="417" name="Google Shape;417;p23"/>
          <p:cNvGrpSpPr/>
          <p:nvPr/>
        </p:nvGrpSpPr>
        <p:grpSpPr>
          <a:xfrm>
            <a:off x="0" y="3141936"/>
            <a:ext cx="5760261" cy="92075"/>
            <a:chOff x="0" y="3141936"/>
            <a:chExt cx="5760261" cy="92075"/>
          </a:xfrm>
        </p:grpSpPr>
        <p:sp>
          <p:nvSpPr>
            <p:cNvPr id="418" name="Google Shape;418;p23"/>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19" name="Google Shape;419;p23"/>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0" name="Google Shape;420;p23"/>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21" name="Google Shape;421;p2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22" name="Google Shape;422;p2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423" name="Google Shape;423;p2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18</a:t>
            </a:fld>
            <a:r>
              <a:rPr lang="en-US"/>
              <a:t> / 46</a:t>
            </a:r>
            <a:endParaRPr/>
          </a:p>
        </p:txBody>
      </p:sp>
      <p:pic>
        <p:nvPicPr>
          <p:cNvPr id="424" name="Google Shape;424;p23"/>
          <p:cNvPicPr preferRelativeResize="0"/>
          <p:nvPr/>
        </p:nvPicPr>
        <p:blipFill>
          <a:blip r:embed="rId4">
            <a:alphaModFix/>
          </a:blip>
          <a:stretch>
            <a:fillRect/>
          </a:stretch>
        </p:blipFill>
        <p:spPr>
          <a:xfrm>
            <a:off x="152400" y="550235"/>
            <a:ext cx="5345075"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CB8377F9-AA1B-6AAD-0775-41D80C4D3EB7}"/>
                  </a:ext>
                </a:extLst>
              </p14:cNvPr>
              <p14:cNvContentPartPr/>
              <p14:nvPr/>
            </p14:nvContentPartPr>
            <p14:xfrm>
              <a:off x="101880" y="41760"/>
              <a:ext cx="5472720" cy="2638080"/>
            </p14:xfrm>
          </p:contentPart>
        </mc:Choice>
        <mc:Fallback>
          <p:pic>
            <p:nvPicPr>
              <p:cNvPr id="2" name="Ink 1">
                <a:extLst>
                  <a:ext uri="{FF2B5EF4-FFF2-40B4-BE49-F238E27FC236}">
                    <a16:creationId xmlns:a16="http://schemas.microsoft.com/office/drawing/2014/main" id="{CB8377F9-AA1B-6AAD-0775-41D80C4D3EB7}"/>
                  </a:ext>
                </a:extLst>
              </p:cNvPr>
              <p:cNvPicPr/>
              <p:nvPr/>
            </p:nvPicPr>
            <p:blipFill>
              <a:blip r:embed="rId6"/>
              <a:stretch>
                <a:fillRect/>
              </a:stretch>
            </p:blipFill>
            <p:spPr>
              <a:xfrm>
                <a:off x="92520" y="32400"/>
                <a:ext cx="5491440" cy="2656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CAA8E1C0-FDB6-4AEA-178A-3BB2E4541B73}"/>
                  </a:ext>
                </a:extLst>
              </p14:cNvPr>
              <p14:cNvContentPartPr/>
              <p14:nvPr/>
            </p14:nvContentPartPr>
            <p14:xfrm>
              <a:off x="337320" y="24840"/>
              <a:ext cx="5208840" cy="3014640"/>
            </p14:xfrm>
          </p:contentPart>
        </mc:Choice>
        <mc:Fallback>
          <p:pic>
            <p:nvPicPr>
              <p:cNvPr id="3" name="Ink 2">
                <a:extLst>
                  <a:ext uri="{FF2B5EF4-FFF2-40B4-BE49-F238E27FC236}">
                    <a16:creationId xmlns:a16="http://schemas.microsoft.com/office/drawing/2014/main" id="{CAA8E1C0-FDB6-4AEA-178A-3BB2E4541B73}"/>
                  </a:ext>
                </a:extLst>
              </p:cNvPr>
              <p:cNvPicPr/>
              <p:nvPr/>
            </p:nvPicPr>
            <p:blipFill>
              <a:blip r:embed="rId8"/>
              <a:stretch>
                <a:fillRect/>
              </a:stretch>
            </p:blipFill>
            <p:spPr>
              <a:xfrm>
                <a:off x="327960" y="15480"/>
                <a:ext cx="5227560" cy="3033360"/>
              </a:xfrm>
              <a:prstGeom prst="rect">
                <a:avLst/>
              </a:prstGeom>
            </p:spPr>
          </p:pic>
        </mc:Fallback>
      </mc:AlternateContent>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19B0624-2FD0-EC17-AE6E-C5DFE7ED838F}"/>
                  </a:ext>
                </a:extLst>
              </p14:cNvPr>
              <p14:cNvContentPartPr/>
              <p14:nvPr/>
            </p14:nvContentPartPr>
            <p14:xfrm>
              <a:off x="268560" y="3600"/>
              <a:ext cx="5353920" cy="3141720"/>
            </p14:xfrm>
          </p:contentPart>
        </mc:Choice>
        <mc:Fallback>
          <p:pic>
            <p:nvPicPr>
              <p:cNvPr id="2" name="Ink 1">
                <a:extLst>
                  <a:ext uri="{FF2B5EF4-FFF2-40B4-BE49-F238E27FC236}">
                    <a16:creationId xmlns:a16="http://schemas.microsoft.com/office/drawing/2014/main" id="{D19B0624-2FD0-EC17-AE6E-C5DFE7ED838F}"/>
                  </a:ext>
                </a:extLst>
              </p:cNvPr>
              <p:cNvPicPr/>
              <p:nvPr/>
            </p:nvPicPr>
            <p:blipFill>
              <a:blip r:embed="rId3"/>
              <a:stretch>
                <a:fillRect/>
              </a:stretch>
            </p:blipFill>
            <p:spPr>
              <a:xfrm>
                <a:off x="259200" y="-5760"/>
                <a:ext cx="5372640" cy="3160440"/>
              </a:xfrm>
              <a:prstGeom prst="rect">
                <a:avLst/>
              </a:prstGeom>
            </p:spPr>
          </p:pic>
        </mc:Fallback>
      </mc:AlternateContent>
    </p:spTree>
    <p:extLst>
      <p:ext uri="{BB962C8B-B14F-4D97-AF65-F5344CB8AC3E}">
        <p14:creationId xmlns:p14="http://schemas.microsoft.com/office/powerpoint/2010/main" val="2792151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S</a:t>
            </a:r>
            <a:r>
              <a:rPr lang="en-US" cap="small">
                <a:solidFill>
                  <a:srgbClr val="FFFFFF"/>
                </a:solidFill>
              </a:rPr>
              <a:t>quared</a:t>
            </a:r>
            <a:r>
              <a:rPr lang="en-US">
                <a:solidFill>
                  <a:srgbClr val="FFFFFF"/>
                </a:solidFill>
              </a:rPr>
              <a:t> E</a:t>
            </a:r>
            <a:r>
              <a:rPr lang="en-US" cap="small">
                <a:solidFill>
                  <a:srgbClr val="FFFFFF"/>
                </a:solidFill>
              </a:rPr>
              <a:t>rror</a:t>
            </a:r>
            <a:r>
              <a:rPr lang="en-US">
                <a:solidFill>
                  <a:srgbClr val="FFFFFF"/>
                </a:solidFill>
              </a:rPr>
              <a:t>?</a:t>
            </a:r>
            <a:endParaRPr/>
          </a:p>
        </p:txBody>
      </p:sp>
      <p:grpSp>
        <p:nvGrpSpPr>
          <p:cNvPr id="430" name="Google Shape;430;p24"/>
          <p:cNvGrpSpPr/>
          <p:nvPr/>
        </p:nvGrpSpPr>
        <p:grpSpPr>
          <a:xfrm>
            <a:off x="513702" y="964844"/>
            <a:ext cx="69291" cy="733539"/>
            <a:chOff x="513702" y="964844"/>
            <a:chExt cx="69291" cy="733539"/>
          </a:xfrm>
        </p:grpSpPr>
        <p:pic>
          <p:nvPicPr>
            <p:cNvPr id="431" name="Google Shape;431;p24"/>
            <p:cNvPicPr preferRelativeResize="0"/>
            <p:nvPr/>
          </p:nvPicPr>
          <p:blipFill rotWithShape="1">
            <a:blip r:embed="rId3">
              <a:alphaModFix/>
            </a:blip>
            <a:srcRect/>
            <a:stretch/>
          </p:blipFill>
          <p:spPr>
            <a:xfrm>
              <a:off x="513702" y="964844"/>
              <a:ext cx="69291" cy="69291"/>
            </a:xfrm>
            <a:prstGeom prst="rect">
              <a:avLst/>
            </a:prstGeom>
            <a:noFill/>
            <a:ln>
              <a:noFill/>
            </a:ln>
          </p:spPr>
        </p:pic>
        <p:pic>
          <p:nvPicPr>
            <p:cNvPr id="432" name="Google Shape;432;p24"/>
            <p:cNvPicPr preferRelativeResize="0"/>
            <p:nvPr/>
          </p:nvPicPr>
          <p:blipFill rotWithShape="1">
            <a:blip r:embed="rId4">
              <a:alphaModFix/>
            </a:blip>
            <a:srcRect/>
            <a:stretch/>
          </p:blipFill>
          <p:spPr>
            <a:xfrm>
              <a:off x="513702" y="1186256"/>
              <a:ext cx="69291" cy="69291"/>
            </a:xfrm>
            <a:prstGeom prst="rect">
              <a:avLst/>
            </a:prstGeom>
            <a:noFill/>
            <a:ln>
              <a:noFill/>
            </a:ln>
          </p:spPr>
        </p:pic>
        <p:pic>
          <p:nvPicPr>
            <p:cNvPr id="433" name="Google Shape;433;p24"/>
            <p:cNvPicPr preferRelativeResize="0"/>
            <p:nvPr/>
          </p:nvPicPr>
          <p:blipFill rotWithShape="1">
            <a:blip r:embed="rId5">
              <a:alphaModFix/>
            </a:blip>
            <a:srcRect/>
            <a:stretch/>
          </p:blipFill>
          <p:spPr>
            <a:xfrm>
              <a:off x="513702" y="1407680"/>
              <a:ext cx="69291" cy="69291"/>
            </a:xfrm>
            <a:prstGeom prst="rect">
              <a:avLst/>
            </a:prstGeom>
            <a:noFill/>
            <a:ln>
              <a:noFill/>
            </a:ln>
          </p:spPr>
        </p:pic>
        <p:pic>
          <p:nvPicPr>
            <p:cNvPr id="434" name="Google Shape;434;p24"/>
            <p:cNvPicPr preferRelativeResize="0"/>
            <p:nvPr/>
          </p:nvPicPr>
          <p:blipFill rotWithShape="1">
            <a:blip r:embed="rId6">
              <a:alphaModFix/>
            </a:blip>
            <a:srcRect/>
            <a:stretch/>
          </p:blipFill>
          <p:spPr>
            <a:xfrm>
              <a:off x="513702" y="1629092"/>
              <a:ext cx="69291" cy="69291"/>
            </a:xfrm>
            <a:prstGeom prst="rect">
              <a:avLst/>
            </a:prstGeom>
            <a:noFill/>
            <a:ln>
              <a:noFill/>
            </a:ln>
          </p:spPr>
        </p:pic>
      </p:grpSp>
      <p:sp>
        <p:nvSpPr>
          <p:cNvPr id="435" name="Google Shape;435;p24"/>
          <p:cNvSpPr txBox="1"/>
          <p:nvPr/>
        </p:nvSpPr>
        <p:spPr>
          <a:xfrm>
            <a:off x="347294" y="608443"/>
            <a:ext cx="4394835" cy="1426210"/>
          </a:xfrm>
          <a:prstGeom prst="rect">
            <a:avLst/>
          </a:prstGeom>
          <a:noFill/>
          <a:ln>
            <a:noFill/>
          </a:ln>
        </p:spPr>
        <p:txBody>
          <a:bodyPr spcFirstLastPara="1" wrap="square" lIns="0" tIns="730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Advantages of squared error loss:</a:t>
            </a:r>
            <a:endParaRPr sz="1050">
              <a:latin typeface="Arial"/>
              <a:ea typeface="Arial"/>
              <a:cs typeface="Arial"/>
              <a:sym typeface="Arial"/>
            </a:endParaRPr>
          </a:p>
          <a:p>
            <a:pPr marL="309880" marR="922655" lvl="0" indent="0" algn="l" rtl="0">
              <a:lnSpc>
                <a:spcPct val="138400"/>
              </a:lnSpc>
              <a:spcBef>
                <a:spcPts val="0"/>
              </a:spcBef>
              <a:spcAft>
                <a:spcPts val="0"/>
              </a:spcAft>
              <a:buNone/>
            </a:pPr>
            <a:r>
              <a:rPr lang="en-US" sz="1050">
                <a:solidFill>
                  <a:srgbClr val="1B1472"/>
                </a:solidFill>
                <a:latin typeface="Arial"/>
                <a:ea typeface="Arial"/>
                <a:cs typeface="Arial"/>
                <a:sym typeface="Arial"/>
              </a:rPr>
              <a:t>Differentiable: </a:t>
            </a:r>
            <a:r>
              <a:rPr lang="en-US" sz="1050">
                <a:latin typeface="Arial"/>
                <a:ea typeface="Arial"/>
                <a:cs typeface="Arial"/>
                <a:sym typeface="Arial"/>
              </a:rPr>
              <a:t>Smooth everywhere, easy to optimize </a:t>
            </a:r>
            <a:r>
              <a:rPr lang="en-US" sz="1050">
                <a:solidFill>
                  <a:srgbClr val="1B1472"/>
                </a:solidFill>
                <a:latin typeface="Arial"/>
                <a:ea typeface="Arial"/>
                <a:cs typeface="Arial"/>
                <a:sym typeface="Arial"/>
              </a:rPr>
              <a:t>Convex: </a:t>
            </a:r>
            <a:r>
              <a:rPr lang="en-US" sz="1050">
                <a:latin typeface="Arial"/>
                <a:ea typeface="Arial"/>
                <a:cs typeface="Arial"/>
                <a:sym typeface="Arial"/>
              </a:rPr>
              <a:t>Single global minimum (for linear models) </a:t>
            </a:r>
            <a:r>
              <a:rPr lang="en-US" sz="1050">
                <a:solidFill>
                  <a:srgbClr val="1B1472"/>
                </a:solidFill>
                <a:latin typeface="Arial"/>
                <a:ea typeface="Arial"/>
                <a:cs typeface="Arial"/>
                <a:sym typeface="Arial"/>
              </a:rPr>
              <a:t>Penalizes large errors: </a:t>
            </a:r>
            <a:r>
              <a:rPr lang="en-US" sz="1050">
                <a:latin typeface="Arial"/>
                <a:ea typeface="Arial"/>
                <a:cs typeface="Arial"/>
                <a:sym typeface="Arial"/>
              </a:rPr>
              <a:t>Quadratic growth</a:t>
            </a:r>
            <a:endParaRPr sz="1050">
              <a:latin typeface="Arial"/>
              <a:ea typeface="Arial"/>
              <a:cs typeface="Arial"/>
              <a:sym typeface="Arial"/>
            </a:endParaRPr>
          </a:p>
          <a:p>
            <a:pPr marL="309880" lvl="0" indent="0" algn="l" rtl="0">
              <a:lnSpc>
                <a:spcPct val="100000"/>
              </a:lnSpc>
              <a:spcBef>
                <a:spcPts val="484"/>
              </a:spcBef>
              <a:spcAft>
                <a:spcPts val="0"/>
              </a:spcAft>
              <a:buNone/>
            </a:pPr>
            <a:r>
              <a:rPr lang="en-US" sz="1050">
                <a:solidFill>
                  <a:srgbClr val="1B1472"/>
                </a:solidFill>
                <a:latin typeface="Arial"/>
                <a:ea typeface="Arial"/>
                <a:cs typeface="Arial"/>
                <a:sym typeface="Arial"/>
              </a:rPr>
              <a:t>Statistical interpretation: </a:t>
            </a:r>
            <a:r>
              <a:rPr lang="en-US" sz="1050">
                <a:latin typeface="Arial"/>
                <a:ea typeface="Arial"/>
                <a:cs typeface="Arial"/>
                <a:sym typeface="Arial"/>
              </a:rPr>
              <a:t>Maximum likelihood under Gaussian noise</a:t>
            </a:r>
            <a:endParaRPr sz="1050">
              <a:latin typeface="Arial"/>
              <a:ea typeface="Arial"/>
              <a:cs typeface="Arial"/>
              <a:sym typeface="Arial"/>
            </a:endParaRPr>
          </a:p>
          <a:p>
            <a:pPr marL="12700" lvl="0" indent="0" algn="l" rtl="0">
              <a:lnSpc>
                <a:spcPct val="100000"/>
              </a:lnSpc>
              <a:spcBef>
                <a:spcPts val="1050"/>
              </a:spcBef>
              <a:spcAft>
                <a:spcPts val="0"/>
              </a:spcAft>
              <a:buNone/>
            </a:pPr>
            <a:r>
              <a:rPr lang="en-US" sz="1050">
                <a:solidFill>
                  <a:srgbClr val="1B1472"/>
                </a:solidFill>
                <a:latin typeface="Arial"/>
                <a:ea typeface="Arial"/>
                <a:cs typeface="Arial"/>
                <a:sym typeface="Arial"/>
              </a:rPr>
              <a:t>Vector Form:</a:t>
            </a:r>
            <a:endParaRPr sz="1050">
              <a:latin typeface="Arial"/>
              <a:ea typeface="Arial"/>
              <a:cs typeface="Arial"/>
              <a:sym typeface="Arial"/>
            </a:endParaRPr>
          </a:p>
        </p:txBody>
      </p:sp>
      <p:sp>
        <p:nvSpPr>
          <p:cNvPr id="436" name="Google Shape;436;p24"/>
          <p:cNvSpPr txBox="1"/>
          <p:nvPr/>
        </p:nvSpPr>
        <p:spPr>
          <a:xfrm>
            <a:off x="5220322" y="2210706"/>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(8)</a:t>
            </a:r>
            <a:endParaRPr sz="1050">
              <a:latin typeface="Arial"/>
              <a:ea typeface="Arial"/>
              <a:cs typeface="Arial"/>
              <a:sym typeface="Arial"/>
            </a:endParaRPr>
          </a:p>
        </p:txBody>
      </p:sp>
      <p:sp>
        <p:nvSpPr>
          <p:cNvPr id="437" name="Google Shape;437;p24"/>
          <p:cNvSpPr txBox="1"/>
          <p:nvPr/>
        </p:nvSpPr>
        <p:spPr>
          <a:xfrm>
            <a:off x="321894" y="2595166"/>
            <a:ext cx="4474210"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where </a:t>
            </a:r>
            <a:r>
              <a:rPr lang="en-US" sz="1050" b="1">
                <a:latin typeface="Arial"/>
                <a:ea typeface="Arial"/>
                <a:cs typeface="Arial"/>
                <a:sym typeface="Arial"/>
              </a:rPr>
              <a:t>X </a:t>
            </a:r>
            <a:r>
              <a:rPr lang="en-US" sz="1200">
                <a:latin typeface="Lucida Sans"/>
                <a:ea typeface="Lucida Sans"/>
                <a:cs typeface="Lucida Sans"/>
                <a:sym typeface="Lucida Sans"/>
              </a:rPr>
              <a:t>∈ </a:t>
            </a:r>
            <a:r>
              <a:rPr lang="en-US" sz="1200">
                <a:latin typeface="Arial"/>
                <a:ea typeface="Arial"/>
                <a:cs typeface="Arial"/>
                <a:sym typeface="Arial"/>
              </a:rPr>
              <a:t>R</a:t>
            </a:r>
            <a:r>
              <a:rPr lang="en-US" sz="1050" i="1" baseline="30000">
                <a:latin typeface="Arial"/>
                <a:ea typeface="Arial"/>
                <a:cs typeface="Arial"/>
                <a:sym typeface="Arial"/>
              </a:rPr>
              <a:t>N</a:t>
            </a:r>
            <a:r>
              <a:rPr lang="en-US" sz="1200" baseline="30000">
                <a:latin typeface="Lucida Sans"/>
                <a:ea typeface="Lucida Sans"/>
                <a:cs typeface="Lucida Sans"/>
                <a:sym typeface="Lucida Sans"/>
              </a:rPr>
              <a:t>×</a:t>
            </a:r>
            <a:r>
              <a:rPr lang="en-US" sz="1200" baseline="30000">
                <a:latin typeface="Tahoma"/>
                <a:ea typeface="Tahoma"/>
                <a:cs typeface="Tahoma"/>
                <a:sym typeface="Tahoma"/>
              </a:rPr>
              <a:t>(</a:t>
            </a:r>
            <a:r>
              <a:rPr lang="en-US" sz="1050" i="1" baseline="30000">
                <a:latin typeface="Arial"/>
                <a:ea typeface="Arial"/>
                <a:cs typeface="Arial"/>
                <a:sym typeface="Arial"/>
              </a:rPr>
              <a:t>d </a:t>
            </a:r>
            <a:r>
              <a:rPr lang="en-US" sz="1200" baseline="30000">
                <a:latin typeface="Tahoma"/>
                <a:ea typeface="Tahoma"/>
                <a:cs typeface="Tahoma"/>
                <a:sym typeface="Tahoma"/>
              </a:rPr>
              <a:t>+</a:t>
            </a:r>
            <a:r>
              <a:rPr lang="en-US" sz="1050" baseline="30000">
                <a:latin typeface="Arial"/>
                <a:ea typeface="Arial"/>
                <a:cs typeface="Arial"/>
                <a:sym typeface="Arial"/>
              </a:rPr>
              <a:t>1</a:t>
            </a:r>
            <a:r>
              <a:rPr lang="en-US" sz="1200" baseline="30000">
                <a:latin typeface="Tahoma"/>
                <a:ea typeface="Tahoma"/>
                <a:cs typeface="Tahoma"/>
                <a:sym typeface="Tahoma"/>
              </a:rPr>
              <a:t>) </a:t>
            </a:r>
            <a:r>
              <a:rPr lang="en-US" sz="1050">
                <a:latin typeface="Arial"/>
                <a:ea typeface="Arial"/>
                <a:cs typeface="Arial"/>
                <a:sym typeface="Arial"/>
              </a:rPr>
              <a:t>is the design matrix and </a:t>
            </a:r>
            <a:r>
              <a:rPr lang="en-US" sz="1050" b="1">
                <a:latin typeface="Arial"/>
                <a:ea typeface="Arial"/>
                <a:cs typeface="Arial"/>
                <a:sym typeface="Arial"/>
              </a:rPr>
              <a:t>y </a:t>
            </a:r>
            <a:r>
              <a:rPr lang="en-US" sz="1200">
                <a:latin typeface="Lucida Sans"/>
                <a:ea typeface="Lucida Sans"/>
                <a:cs typeface="Lucida Sans"/>
                <a:sym typeface="Lucida Sans"/>
              </a:rPr>
              <a:t>∈ </a:t>
            </a:r>
            <a:r>
              <a:rPr lang="en-US" sz="1200">
                <a:latin typeface="Arial"/>
                <a:ea typeface="Arial"/>
                <a:cs typeface="Arial"/>
                <a:sym typeface="Arial"/>
              </a:rPr>
              <a:t>R</a:t>
            </a:r>
            <a:r>
              <a:rPr lang="en-US" sz="1050" i="1" baseline="30000">
                <a:latin typeface="Arial"/>
                <a:ea typeface="Arial"/>
                <a:cs typeface="Arial"/>
                <a:sym typeface="Arial"/>
              </a:rPr>
              <a:t>N </a:t>
            </a:r>
            <a:r>
              <a:rPr lang="en-US" sz="1050">
                <a:latin typeface="Arial"/>
                <a:ea typeface="Arial"/>
                <a:cs typeface="Arial"/>
                <a:sym typeface="Arial"/>
              </a:rPr>
              <a:t>is the target vector.</a:t>
            </a:r>
            <a:endParaRPr sz="1050">
              <a:latin typeface="Arial"/>
              <a:ea typeface="Arial"/>
              <a:cs typeface="Arial"/>
              <a:sym typeface="Arial"/>
            </a:endParaRPr>
          </a:p>
        </p:txBody>
      </p:sp>
      <p:grpSp>
        <p:nvGrpSpPr>
          <p:cNvPr id="438" name="Google Shape;438;p24"/>
          <p:cNvGrpSpPr/>
          <p:nvPr/>
        </p:nvGrpSpPr>
        <p:grpSpPr>
          <a:xfrm>
            <a:off x="0" y="3141936"/>
            <a:ext cx="5760261" cy="92075"/>
            <a:chOff x="0" y="3141936"/>
            <a:chExt cx="5760261" cy="92075"/>
          </a:xfrm>
        </p:grpSpPr>
        <p:sp>
          <p:nvSpPr>
            <p:cNvPr id="439" name="Google Shape;439;p24"/>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0" name="Google Shape;440;p24"/>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1" name="Google Shape;441;p24"/>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42" name="Google Shape;442;p2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43" name="Google Shape;443;p2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444" name="Google Shape;444;p2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20</a:t>
            </a:fld>
            <a:r>
              <a:rPr lang="en-US"/>
              <a:t> / 46</a:t>
            </a:r>
            <a:endParaRPr/>
          </a:p>
        </p:txBody>
      </p:sp>
      <p:pic>
        <p:nvPicPr>
          <p:cNvPr id="445" name="Google Shape;445;p24"/>
          <p:cNvPicPr preferRelativeResize="0"/>
          <p:nvPr/>
        </p:nvPicPr>
        <p:blipFill>
          <a:blip r:embed="rId8">
            <a:alphaModFix/>
          </a:blip>
          <a:stretch>
            <a:fillRect/>
          </a:stretch>
        </p:blipFill>
        <p:spPr>
          <a:xfrm>
            <a:off x="1302475" y="2119155"/>
            <a:ext cx="3200573" cy="512271"/>
          </a:xfrm>
          <a:prstGeom prst="rect">
            <a:avLst/>
          </a:prstGeom>
          <a:noFill/>
          <a:ln>
            <a:noFill/>
          </a:ln>
        </p:spPr>
      </p:pic>
      <mc:AlternateContent xmlns:mc="http://schemas.openxmlformats.org/markup-compatibility/2006">
        <mc:Choice xmlns:p14="http://schemas.microsoft.com/office/powerpoint/2010/main" Requires="p14">
          <p:contentPart p14:bwMode="auto" r:id="rId9">
            <p14:nvContentPartPr>
              <p14:cNvPr id="2" name="Ink 1">
                <a:extLst>
                  <a:ext uri="{FF2B5EF4-FFF2-40B4-BE49-F238E27FC236}">
                    <a16:creationId xmlns:a16="http://schemas.microsoft.com/office/drawing/2014/main" id="{3DADE9E8-5899-F814-0B7E-262A6D6E45D1}"/>
                  </a:ext>
                </a:extLst>
              </p14:cNvPr>
              <p14:cNvContentPartPr/>
              <p14:nvPr/>
            </p14:nvContentPartPr>
            <p14:xfrm>
              <a:off x="2647800" y="264600"/>
              <a:ext cx="2796840" cy="2732400"/>
            </p14:xfrm>
          </p:contentPart>
        </mc:Choice>
        <mc:Fallback>
          <p:pic>
            <p:nvPicPr>
              <p:cNvPr id="2" name="Ink 1">
                <a:extLst>
                  <a:ext uri="{FF2B5EF4-FFF2-40B4-BE49-F238E27FC236}">
                    <a16:creationId xmlns:a16="http://schemas.microsoft.com/office/drawing/2014/main" id="{3DADE9E8-5899-F814-0B7E-262A6D6E45D1}"/>
                  </a:ext>
                </a:extLst>
              </p:cNvPr>
              <p:cNvPicPr/>
              <p:nvPr/>
            </p:nvPicPr>
            <p:blipFill>
              <a:blip r:embed="rId10"/>
              <a:stretch>
                <a:fillRect/>
              </a:stretch>
            </p:blipFill>
            <p:spPr>
              <a:xfrm>
                <a:off x="2638440" y="255240"/>
                <a:ext cx="2815560" cy="27511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 name="Ink 2">
                <a:extLst>
                  <a:ext uri="{FF2B5EF4-FFF2-40B4-BE49-F238E27FC236}">
                    <a16:creationId xmlns:a16="http://schemas.microsoft.com/office/drawing/2014/main" id="{E5A7C14E-E2E6-C17B-9F0E-9BBB5499579B}"/>
                  </a:ext>
                </a:extLst>
              </p14:cNvPr>
              <p14:cNvContentPartPr/>
              <p14:nvPr/>
            </p14:nvContentPartPr>
            <p14:xfrm>
              <a:off x="370800" y="914400"/>
              <a:ext cx="1639080" cy="906480"/>
            </p14:xfrm>
          </p:contentPart>
        </mc:Choice>
        <mc:Fallback>
          <p:pic>
            <p:nvPicPr>
              <p:cNvPr id="3" name="Ink 2">
                <a:extLst>
                  <a:ext uri="{FF2B5EF4-FFF2-40B4-BE49-F238E27FC236}">
                    <a16:creationId xmlns:a16="http://schemas.microsoft.com/office/drawing/2014/main" id="{E5A7C14E-E2E6-C17B-9F0E-9BBB5499579B}"/>
                  </a:ext>
                </a:extLst>
              </p:cNvPr>
              <p:cNvPicPr/>
              <p:nvPr/>
            </p:nvPicPr>
            <p:blipFill>
              <a:blip r:embed="rId12"/>
              <a:stretch>
                <a:fillRect/>
              </a:stretch>
            </p:blipFill>
            <p:spPr>
              <a:xfrm>
                <a:off x="361440" y="905040"/>
                <a:ext cx="1657800" cy="9252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4" name="Ink 3">
                <a:extLst>
                  <a:ext uri="{FF2B5EF4-FFF2-40B4-BE49-F238E27FC236}">
                    <a16:creationId xmlns:a16="http://schemas.microsoft.com/office/drawing/2014/main" id="{FF1CC95E-EE6B-AD0D-A6FA-E697BBDFD828}"/>
                  </a:ext>
                </a:extLst>
              </p14:cNvPr>
              <p14:cNvContentPartPr/>
              <p14:nvPr/>
            </p14:nvContentPartPr>
            <p14:xfrm>
              <a:off x="293400" y="853920"/>
              <a:ext cx="5395680" cy="2263320"/>
            </p14:xfrm>
          </p:contentPart>
        </mc:Choice>
        <mc:Fallback>
          <p:pic>
            <p:nvPicPr>
              <p:cNvPr id="4" name="Ink 3">
                <a:extLst>
                  <a:ext uri="{FF2B5EF4-FFF2-40B4-BE49-F238E27FC236}">
                    <a16:creationId xmlns:a16="http://schemas.microsoft.com/office/drawing/2014/main" id="{FF1CC95E-EE6B-AD0D-A6FA-E697BBDFD828}"/>
                  </a:ext>
                </a:extLst>
              </p:cNvPr>
              <p:cNvPicPr/>
              <p:nvPr/>
            </p:nvPicPr>
            <p:blipFill>
              <a:blip r:embed="rId14"/>
              <a:stretch>
                <a:fillRect/>
              </a:stretch>
            </p:blipFill>
            <p:spPr>
              <a:xfrm>
                <a:off x="284040" y="844560"/>
                <a:ext cx="5414400" cy="2282040"/>
              </a:xfrm>
              <a:prstGeom prst="rect">
                <a:avLst/>
              </a:prstGeom>
            </p:spPr>
          </p:pic>
        </mc:Fallback>
      </mc:AlternateContent>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551AB-0E31-425C-B46B-C85A01024844}"/>
              </a:ext>
            </a:extLst>
          </p:cNvPr>
          <p:cNvSpPr>
            <a:spLocks noGrp="1"/>
          </p:cNvSpPr>
          <p:nvPr>
            <p:ph type="title"/>
          </p:nvPr>
        </p:nvSpPr>
        <p:spPr/>
        <p:txBody>
          <a:bodyPr/>
          <a:lstStyle/>
          <a:p>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26734F0-9D42-6020-D27C-D6E5F9317848}"/>
                  </a:ext>
                </a:extLst>
              </p14:cNvPr>
              <p14:cNvContentPartPr/>
              <p14:nvPr/>
            </p14:nvContentPartPr>
            <p14:xfrm>
              <a:off x="365400" y="31680"/>
              <a:ext cx="5121360" cy="2669040"/>
            </p14:xfrm>
          </p:contentPart>
        </mc:Choice>
        <mc:Fallback>
          <p:pic>
            <p:nvPicPr>
              <p:cNvPr id="3" name="Ink 2">
                <a:extLst>
                  <a:ext uri="{FF2B5EF4-FFF2-40B4-BE49-F238E27FC236}">
                    <a16:creationId xmlns:a16="http://schemas.microsoft.com/office/drawing/2014/main" id="{C26734F0-9D42-6020-D27C-D6E5F9317848}"/>
                  </a:ext>
                </a:extLst>
              </p:cNvPr>
              <p:cNvPicPr/>
              <p:nvPr/>
            </p:nvPicPr>
            <p:blipFill>
              <a:blip r:embed="rId3"/>
              <a:stretch>
                <a:fillRect/>
              </a:stretch>
            </p:blipFill>
            <p:spPr>
              <a:xfrm>
                <a:off x="356040" y="22320"/>
                <a:ext cx="5140080" cy="2687760"/>
              </a:xfrm>
              <a:prstGeom prst="rect">
                <a:avLst/>
              </a:prstGeom>
            </p:spPr>
          </p:pic>
        </mc:Fallback>
      </mc:AlternateContent>
    </p:spTree>
    <p:extLst>
      <p:ext uri="{BB962C8B-B14F-4D97-AF65-F5344CB8AC3E}">
        <p14:creationId xmlns:p14="http://schemas.microsoft.com/office/powerpoint/2010/main" val="2006257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6EB4865-5283-4497-47CB-B1A01A766D71}"/>
                  </a:ext>
                </a:extLst>
              </p14:cNvPr>
              <p14:cNvContentPartPr/>
              <p14:nvPr/>
            </p14:nvContentPartPr>
            <p14:xfrm>
              <a:off x="457920" y="336960"/>
              <a:ext cx="5105160" cy="2278440"/>
            </p14:xfrm>
          </p:contentPart>
        </mc:Choice>
        <mc:Fallback>
          <p:pic>
            <p:nvPicPr>
              <p:cNvPr id="2" name="Ink 1">
                <a:extLst>
                  <a:ext uri="{FF2B5EF4-FFF2-40B4-BE49-F238E27FC236}">
                    <a16:creationId xmlns:a16="http://schemas.microsoft.com/office/drawing/2014/main" id="{B6EB4865-5283-4497-47CB-B1A01A766D71}"/>
                  </a:ext>
                </a:extLst>
              </p:cNvPr>
              <p:cNvPicPr/>
              <p:nvPr/>
            </p:nvPicPr>
            <p:blipFill>
              <a:blip r:embed="rId3"/>
              <a:stretch>
                <a:fillRect/>
              </a:stretch>
            </p:blipFill>
            <p:spPr>
              <a:xfrm>
                <a:off x="448560" y="327600"/>
                <a:ext cx="5123880" cy="2297160"/>
              </a:xfrm>
              <a:prstGeom prst="rect">
                <a:avLst/>
              </a:prstGeom>
            </p:spPr>
          </p:pic>
        </mc:Fallback>
      </mc:AlternateContent>
    </p:spTree>
    <p:extLst>
      <p:ext uri="{BB962C8B-B14F-4D97-AF65-F5344CB8AC3E}">
        <p14:creationId xmlns:p14="http://schemas.microsoft.com/office/powerpoint/2010/main" val="880122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25"/>
          <p:cNvSpPr txBox="1"/>
          <p:nvPr/>
        </p:nvSpPr>
        <p:spPr>
          <a:xfrm>
            <a:off x="95300" y="109545"/>
            <a:ext cx="346837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Calibri"/>
                <a:ea typeface="Calibri"/>
                <a:cs typeface="Calibri"/>
                <a:sym typeface="Calibri"/>
              </a:rPr>
              <a:t>V</a:t>
            </a:r>
            <a:r>
              <a:rPr lang="en-US" sz="1700" cap="small">
                <a:solidFill>
                  <a:srgbClr val="FFFFFF"/>
                </a:solidFill>
                <a:latin typeface="Calibri"/>
                <a:ea typeface="Calibri"/>
                <a:cs typeface="Calibri"/>
                <a:sym typeface="Calibri"/>
              </a:rPr>
              <a:t>isualizing</a:t>
            </a:r>
            <a:r>
              <a:rPr lang="en-US" sz="1700">
                <a:solidFill>
                  <a:srgbClr val="FFFFFF"/>
                </a:solidFill>
                <a:latin typeface="Calibri"/>
                <a:ea typeface="Calibri"/>
                <a:cs typeface="Calibri"/>
                <a:sym typeface="Calibri"/>
              </a:rPr>
              <a:t> </a:t>
            </a:r>
            <a:r>
              <a:rPr lang="en-US" sz="1700" cap="small">
                <a:solidFill>
                  <a:srgbClr val="FFFFFF"/>
                </a:solidFill>
                <a:latin typeface="Calibri"/>
                <a:ea typeface="Calibri"/>
                <a:cs typeface="Calibri"/>
                <a:sym typeface="Calibri"/>
              </a:rPr>
              <a:t>the</a:t>
            </a:r>
            <a:r>
              <a:rPr lang="en-US" sz="1700">
                <a:solidFill>
                  <a:srgbClr val="FFFFFF"/>
                </a:solidFill>
                <a:latin typeface="Calibri"/>
                <a:ea typeface="Calibri"/>
                <a:cs typeface="Calibri"/>
                <a:sym typeface="Calibri"/>
              </a:rPr>
              <a:t> E</a:t>
            </a:r>
            <a:r>
              <a:rPr lang="en-US" sz="1700" cap="small">
                <a:solidFill>
                  <a:srgbClr val="FFFFFF"/>
                </a:solidFill>
                <a:latin typeface="Calibri"/>
                <a:ea typeface="Calibri"/>
                <a:cs typeface="Calibri"/>
                <a:sym typeface="Calibri"/>
              </a:rPr>
              <a:t>rror</a:t>
            </a:r>
            <a:r>
              <a:rPr lang="en-US" sz="1700">
                <a:solidFill>
                  <a:srgbClr val="FFFFFF"/>
                </a:solidFill>
                <a:latin typeface="Calibri"/>
                <a:ea typeface="Calibri"/>
                <a:cs typeface="Calibri"/>
                <a:sym typeface="Calibri"/>
              </a:rPr>
              <a:t> S</a:t>
            </a:r>
            <a:r>
              <a:rPr lang="en-US" sz="1700" cap="small">
                <a:solidFill>
                  <a:srgbClr val="FFFFFF"/>
                </a:solidFill>
                <a:latin typeface="Calibri"/>
                <a:ea typeface="Calibri"/>
                <a:cs typeface="Calibri"/>
                <a:sym typeface="Calibri"/>
              </a:rPr>
              <a:t>urface</a:t>
            </a:r>
            <a:endParaRPr sz="1700">
              <a:latin typeface="Calibri"/>
              <a:ea typeface="Calibri"/>
              <a:cs typeface="Calibri"/>
              <a:sym typeface="Calibri"/>
            </a:endParaRPr>
          </a:p>
        </p:txBody>
      </p:sp>
      <p:grpSp>
        <p:nvGrpSpPr>
          <p:cNvPr id="451" name="Google Shape;451;p25"/>
          <p:cNvGrpSpPr/>
          <p:nvPr/>
        </p:nvGrpSpPr>
        <p:grpSpPr>
          <a:xfrm>
            <a:off x="0" y="635571"/>
            <a:ext cx="5760261" cy="2598440"/>
            <a:chOff x="0" y="635571"/>
            <a:chExt cx="5760261" cy="2598440"/>
          </a:xfrm>
        </p:grpSpPr>
        <p:pic>
          <p:nvPicPr>
            <p:cNvPr id="452" name="Google Shape;452;p25"/>
            <p:cNvPicPr preferRelativeResize="0"/>
            <p:nvPr/>
          </p:nvPicPr>
          <p:blipFill rotWithShape="1">
            <a:blip r:embed="rId3">
              <a:alphaModFix/>
            </a:blip>
            <a:srcRect/>
            <a:stretch/>
          </p:blipFill>
          <p:spPr>
            <a:xfrm>
              <a:off x="385190" y="635571"/>
              <a:ext cx="4989538" cy="1881936"/>
            </a:xfrm>
            <a:prstGeom prst="rect">
              <a:avLst/>
            </a:prstGeom>
            <a:noFill/>
            <a:ln>
              <a:noFill/>
            </a:ln>
          </p:spPr>
        </p:pic>
        <p:sp>
          <p:nvSpPr>
            <p:cNvPr id="453" name="Google Shape;453;p25"/>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4" name="Google Shape;454;p25"/>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5" name="Google Shape;455;p25"/>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56" name="Google Shape;456;p25"/>
          <p:cNvSpPr txBox="1"/>
          <p:nvPr/>
        </p:nvSpPr>
        <p:spPr>
          <a:xfrm>
            <a:off x="1136218" y="2623621"/>
            <a:ext cx="3488054"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The error surface is </a:t>
            </a:r>
            <a:r>
              <a:rPr lang="en-US" sz="1050">
                <a:solidFill>
                  <a:srgbClr val="1B1472"/>
                </a:solidFill>
                <a:latin typeface="Arial"/>
                <a:ea typeface="Arial"/>
                <a:cs typeface="Arial"/>
                <a:sym typeface="Arial"/>
              </a:rPr>
              <a:t>convex </a:t>
            </a:r>
            <a:r>
              <a:rPr lang="en-US" sz="1050">
                <a:latin typeface="Arial"/>
                <a:ea typeface="Arial"/>
                <a:cs typeface="Arial"/>
                <a:sym typeface="Arial"/>
              </a:rPr>
              <a:t>with a single global minimum.</a:t>
            </a:r>
            <a:endParaRPr sz="1050">
              <a:latin typeface="Arial"/>
              <a:ea typeface="Arial"/>
              <a:cs typeface="Arial"/>
              <a:sym typeface="Arial"/>
            </a:endParaRPr>
          </a:p>
        </p:txBody>
      </p:sp>
      <p:sp>
        <p:nvSpPr>
          <p:cNvPr id="457" name="Google Shape;457;p2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58" name="Google Shape;458;p2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459" name="Google Shape;459;p2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23</a:t>
            </a:fld>
            <a:r>
              <a:rPr lang="en-US"/>
              <a:t> / 46</a:t>
            </a:r>
            <a:endParaRPr/>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6"/>
          <p:cNvSpPr txBox="1">
            <a:spLocks noGrp="1"/>
          </p:cNvSpPr>
          <p:nvPr>
            <p:ph type="ctrTitle"/>
          </p:nvPr>
        </p:nvSpPr>
        <p:spPr>
          <a:xfrm>
            <a:off x="95300" y="109545"/>
            <a:ext cx="3342004"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A</a:t>
            </a:r>
            <a:r>
              <a:rPr lang="en-US" cap="small">
                <a:solidFill>
                  <a:srgbClr val="FFFFFF"/>
                </a:solidFill>
              </a:rPr>
              <a:t>lgorithm</a:t>
            </a:r>
            <a:endParaRPr/>
          </a:p>
        </p:txBody>
      </p:sp>
      <p:sp>
        <p:nvSpPr>
          <p:cNvPr id="465" name="Google Shape;465;p26"/>
          <p:cNvSpPr txBox="1"/>
          <p:nvPr/>
        </p:nvSpPr>
        <p:spPr>
          <a:xfrm>
            <a:off x="347294" y="470527"/>
            <a:ext cx="406209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Idea: </a:t>
            </a:r>
            <a:r>
              <a:rPr lang="en-US" sz="1050">
                <a:latin typeface="Arial"/>
                <a:ea typeface="Arial"/>
                <a:cs typeface="Arial"/>
                <a:sym typeface="Arial"/>
              </a:rPr>
              <a:t>Iteratively update weights in the direction of steepest descent</a:t>
            </a:r>
            <a:endParaRPr sz="1050">
              <a:latin typeface="Arial"/>
              <a:ea typeface="Arial"/>
              <a:cs typeface="Arial"/>
              <a:sym typeface="Arial"/>
            </a:endParaRPr>
          </a:p>
        </p:txBody>
      </p:sp>
      <p:pic>
        <p:nvPicPr>
          <p:cNvPr id="466" name="Google Shape;466;p26"/>
          <p:cNvPicPr preferRelativeResize="0"/>
          <p:nvPr/>
        </p:nvPicPr>
        <p:blipFill rotWithShape="1">
          <a:blip r:embed="rId3">
            <a:alphaModFix/>
          </a:blip>
          <a:srcRect/>
          <a:stretch/>
        </p:blipFill>
        <p:spPr>
          <a:xfrm>
            <a:off x="1340129" y="833323"/>
            <a:ext cx="3079750" cy="1746250"/>
          </a:xfrm>
          <a:prstGeom prst="rect">
            <a:avLst/>
          </a:prstGeom>
          <a:noFill/>
          <a:ln>
            <a:noFill/>
          </a:ln>
        </p:spPr>
      </p:pic>
      <p:sp>
        <p:nvSpPr>
          <p:cNvPr id="467" name="Google Shape;467;p26"/>
          <p:cNvSpPr txBox="1"/>
          <p:nvPr/>
        </p:nvSpPr>
        <p:spPr>
          <a:xfrm>
            <a:off x="347294" y="2638621"/>
            <a:ext cx="3940810" cy="482600"/>
          </a:xfrm>
          <a:prstGeom prst="rect">
            <a:avLst/>
          </a:prstGeom>
          <a:noFill/>
          <a:ln>
            <a:noFill/>
          </a:ln>
        </p:spPr>
        <p:txBody>
          <a:bodyPr spcFirstLastPara="1" wrap="square" lIns="0" tIns="704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where </a:t>
            </a:r>
            <a:r>
              <a:rPr lang="en-US" sz="1200" i="1">
                <a:latin typeface="Calibri"/>
                <a:ea typeface="Calibri"/>
                <a:cs typeface="Calibri"/>
                <a:sym typeface="Calibri"/>
              </a:rPr>
              <a:t>η &gt; </a:t>
            </a:r>
            <a:r>
              <a:rPr lang="en-US" sz="1050">
                <a:latin typeface="Arial"/>
                <a:ea typeface="Arial"/>
                <a:cs typeface="Arial"/>
                <a:sym typeface="Arial"/>
              </a:rPr>
              <a:t>0 is the </a:t>
            </a:r>
            <a:r>
              <a:rPr lang="en-US" sz="1050">
                <a:solidFill>
                  <a:srgbClr val="1B1472"/>
                </a:solidFill>
                <a:latin typeface="Arial"/>
                <a:ea typeface="Arial"/>
                <a:cs typeface="Arial"/>
                <a:sym typeface="Arial"/>
              </a:rPr>
              <a:t>learning rate </a:t>
            </a:r>
            <a:r>
              <a:rPr lang="en-US" sz="1050">
                <a:latin typeface="Arial"/>
                <a:ea typeface="Arial"/>
                <a:cs typeface="Arial"/>
                <a:sym typeface="Arial"/>
              </a:rPr>
              <a:t>(step size).</a:t>
            </a:r>
            <a:endParaRPr sz="1050">
              <a:latin typeface="Arial"/>
              <a:ea typeface="Arial"/>
              <a:cs typeface="Arial"/>
              <a:sym typeface="Arial"/>
            </a:endParaRPr>
          </a:p>
          <a:p>
            <a:pPr marL="12700" lvl="0" indent="0" algn="l" rtl="0">
              <a:lnSpc>
                <a:spcPct val="100000"/>
              </a:lnSpc>
              <a:spcBef>
                <a:spcPts val="434"/>
              </a:spcBef>
              <a:spcAft>
                <a:spcPts val="0"/>
              </a:spcAft>
              <a:buNone/>
            </a:pPr>
            <a:r>
              <a:rPr lang="en-US" sz="1050">
                <a:solidFill>
                  <a:srgbClr val="EC2027"/>
                </a:solidFill>
                <a:latin typeface="Arial"/>
                <a:ea typeface="Arial"/>
                <a:cs typeface="Arial"/>
                <a:sym typeface="Arial"/>
              </a:rPr>
              <a:t>Intuition: Move downhill on the error surface to find the minimum.</a:t>
            </a:r>
            <a:endParaRPr sz="1050">
              <a:latin typeface="Arial"/>
              <a:ea typeface="Arial"/>
              <a:cs typeface="Arial"/>
              <a:sym typeface="Arial"/>
            </a:endParaRPr>
          </a:p>
        </p:txBody>
      </p:sp>
      <p:grpSp>
        <p:nvGrpSpPr>
          <p:cNvPr id="468" name="Google Shape;468;p26"/>
          <p:cNvGrpSpPr/>
          <p:nvPr/>
        </p:nvGrpSpPr>
        <p:grpSpPr>
          <a:xfrm>
            <a:off x="0" y="3141936"/>
            <a:ext cx="5760261" cy="92075"/>
            <a:chOff x="0" y="3141936"/>
            <a:chExt cx="5760261" cy="92075"/>
          </a:xfrm>
        </p:grpSpPr>
        <p:sp>
          <p:nvSpPr>
            <p:cNvPr id="469" name="Google Shape;469;p26"/>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0" name="Google Shape;470;p26"/>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1" name="Google Shape;471;p26"/>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2" name="Google Shape;472;p2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73" name="Google Shape;473;p2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474" name="Google Shape;474;p2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24</a:t>
            </a:fld>
            <a:r>
              <a:rPr lang="en-US"/>
              <a:t> / 46</a:t>
            </a:r>
            <a:endParaRP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9ADCFF1D-BA06-E7DC-4EF6-07B54D157981}"/>
                  </a:ext>
                </a:extLst>
              </p14:cNvPr>
              <p14:cNvContentPartPr/>
              <p14:nvPr/>
            </p14:nvContentPartPr>
            <p14:xfrm>
              <a:off x="992520" y="159120"/>
              <a:ext cx="4721760" cy="2824560"/>
            </p14:xfrm>
          </p:contentPart>
        </mc:Choice>
        <mc:Fallback>
          <p:pic>
            <p:nvPicPr>
              <p:cNvPr id="2" name="Ink 1">
                <a:extLst>
                  <a:ext uri="{FF2B5EF4-FFF2-40B4-BE49-F238E27FC236}">
                    <a16:creationId xmlns:a16="http://schemas.microsoft.com/office/drawing/2014/main" id="{9ADCFF1D-BA06-E7DC-4EF6-07B54D157981}"/>
                  </a:ext>
                </a:extLst>
              </p:cNvPr>
              <p:cNvPicPr/>
              <p:nvPr/>
            </p:nvPicPr>
            <p:blipFill>
              <a:blip r:embed="rId6"/>
              <a:stretch>
                <a:fillRect/>
              </a:stretch>
            </p:blipFill>
            <p:spPr>
              <a:xfrm>
                <a:off x="983160" y="149760"/>
                <a:ext cx="4740480" cy="2843280"/>
              </a:xfrm>
              <a:prstGeom prst="rect">
                <a:avLst/>
              </a:prstGeom>
            </p:spPr>
          </p:pic>
        </mc:Fallback>
      </mc:AlternateContent>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2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B</a:t>
            </a:r>
            <a:r>
              <a:rPr lang="en-US" cap="small">
                <a:solidFill>
                  <a:srgbClr val="FFFFFF"/>
                </a:solidFill>
              </a:rPr>
              <a:t>atch</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A</a:t>
            </a:r>
            <a:r>
              <a:rPr lang="en-US" cap="small">
                <a:solidFill>
                  <a:srgbClr val="FFFFFF"/>
                </a:solidFill>
              </a:rPr>
              <a:t>lgorithm</a:t>
            </a:r>
            <a:endParaRPr/>
          </a:p>
        </p:txBody>
      </p:sp>
      <p:sp>
        <p:nvSpPr>
          <p:cNvPr id="480" name="Google Shape;480;p2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81" name="Google Shape;481;p2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482" name="Google Shape;482;p2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25</a:t>
            </a:fld>
            <a:r>
              <a:rPr lang="en-US"/>
              <a:t> / 46</a:t>
            </a:r>
            <a:endParaRPr/>
          </a:p>
        </p:txBody>
      </p:sp>
      <p:pic>
        <p:nvPicPr>
          <p:cNvPr id="483" name="Google Shape;483;p27"/>
          <p:cNvPicPr preferRelativeResize="0"/>
          <p:nvPr/>
        </p:nvPicPr>
        <p:blipFill>
          <a:blip r:embed="rId4">
            <a:alphaModFix/>
          </a:blip>
          <a:stretch>
            <a:fillRect/>
          </a:stretch>
        </p:blipFill>
        <p:spPr>
          <a:xfrm>
            <a:off x="152400" y="550235"/>
            <a:ext cx="5249428" cy="2435038"/>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4FE87E28-4058-2F94-AA90-63FA420E2EAD}"/>
                  </a:ext>
                </a:extLst>
              </p14:cNvPr>
              <p14:cNvContentPartPr/>
              <p14:nvPr/>
            </p14:nvContentPartPr>
            <p14:xfrm>
              <a:off x="88200" y="39960"/>
              <a:ext cx="5629320" cy="3017520"/>
            </p14:xfrm>
          </p:contentPart>
        </mc:Choice>
        <mc:Fallback>
          <p:pic>
            <p:nvPicPr>
              <p:cNvPr id="2" name="Ink 1">
                <a:extLst>
                  <a:ext uri="{FF2B5EF4-FFF2-40B4-BE49-F238E27FC236}">
                    <a16:creationId xmlns:a16="http://schemas.microsoft.com/office/drawing/2014/main" id="{4FE87E28-4058-2F94-AA90-63FA420E2EAD}"/>
                  </a:ext>
                </a:extLst>
              </p:cNvPr>
              <p:cNvPicPr/>
              <p:nvPr/>
            </p:nvPicPr>
            <p:blipFill>
              <a:blip r:embed="rId6"/>
              <a:stretch>
                <a:fillRect/>
              </a:stretch>
            </p:blipFill>
            <p:spPr>
              <a:xfrm>
                <a:off x="78840" y="30600"/>
                <a:ext cx="5648040" cy="3036240"/>
              </a:xfrm>
              <a:prstGeom prst="rect">
                <a:avLst/>
              </a:prstGeom>
            </p:spPr>
          </p:pic>
        </mc:Fallback>
      </mc:AlternateContent>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2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omputing</a:t>
            </a:r>
            <a:r>
              <a:rPr lang="en-US">
                <a:solidFill>
                  <a:srgbClr val="FFFFFF"/>
                </a:solidFill>
              </a:rPr>
              <a:t> </a:t>
            </a:r>
            <a:r>
              <a:rPr lang="en-US" cap="small">
                <a:solidFill>
                  <a:srgbClr val="FFFFFF"/>
                </a:solidFill>
              </a:rPr>
              <a:t>the</a:t>
            </a:r>
            <a:r>
              <a:rPr lang="en-US">
                <a:solidFill>
                  <a:srgbClr val="FFFFFF"/>
                </a:solidFill>
              </a:rPr>
              <a:t> G</a:t>
            </a:r>
            <a:r>
              <a:rPr lang="en-US" cap="small">
                <a:solidFill>
                  <a:srgbClr val="FFFFFF"/>
                </a:solidFill>
              </a:rPr>
              <a:t>radient</a:t>
            </a:r>
            <a:endParaRPr/>
          </a:p>
        </p:txBody>
      </p:sp>
      <p:grpSp>
        <p:nvGrpSpPr>
          <p:cNvPr id="489" name="Google Shape;489;p28"/>
          <p:cNvGrpSpPr/>
          <p:nvPr/>
        </p:nvGrpSpPr>
        <p:grpSpPr>
          <a:xfrm>
            <a:off x="0" y="3109250"/>
            <a:ext cx="5760261" cy="92075"/>
            <a:chOff x="0" y="3109250"/>
            <a:chExt cx="5760261" cy="92075"/>
          </a:xfrm>
        </p:grpSpPr>
        <p:sp>
          <p:nvSpPr>
            <p:cNvPr id="490" name="Google Shape;490;p2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1" name="Google Shape;491;p2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2" name="Google Shape;492;p2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93" name="Google Shape;493;p2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94" name="Google Shape;494;p2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495" name="Google Shape;495;p2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26</a:t>
            </a:fld>
            <a:r>
              <a:rPr lang="en-US"/>
              <a:t> / 46</a:t>
            </a:r>
            <a:endParaRPr/>
          </a:p>
        </p:txBody>
      </p:sp>
      <p:pic>
        <p:nvPicPr>
          <p:cNvPr id="496" name="Google Shape;496;p28"/>
          <p:cNvPicPr preferRelativeResize="0"/>
          <p:nvPr/>
        </p:nvPicPr>
        <p:blipFill>
          <a:blip r:embed="rId4">
            <a:alphaModFix/>
          </a:blip>
          <a:stretch>
            <a:fillRect/>
          </a:stretch>
        </p:blipFill>
        <p:spPr>
          <a:xfrm>
            <a:off x="152400" y="550235"/>
            <a:ext cx="5410263" cy="240661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3A156FE6-796F-CA7E-F760-2F814272B439}"/>
                  </a:ext>
                </a:extLst>
              </p14:cNvPr>
              <p14:cNvContentPartPr/>
              <p14:nvPr/>
            </p14:nvContentPartPr>
            <p14:xfrm>
              <a:off x="1890000" y="1504440"/>
              <a:ext cx="560160" cy="48960"/>
            </p14:xfrm>
          </p:contentPart>
        </mc:Choice>
        <mc:Fallback>
          <p:pic>
            <p:nvPicPr>
              <p:cNvPr id="2" name="Ink 1">
                <a:extLst>
                  <a:ext uri="{FF2B5EF4-FFF2-40B4-BE49-F238E27FC236}">
                    <a16:creationId xmlns:a16="http://schemas.microsoft.com/office/drawing/2014/main" id="{3A156FE6-796F-CA7E-F760-2F814272B439}"/>
                  </a:ext>
                </a:extLst>
              </p:cNvPr>
              <p:cNvPicPr/>
              <p:nvPr/>
            </p:nvPicPr>
            <p:blipFill>
              <a:blip r:embed="rId6"/>
              <a:stretch>
                <a:fillRect/>
              </a:stretch>
            </p:blipFill>
            <p:spPr>
              <a:xfrm>
                <a:off x="1880640" y="1495080"/>
                <a:ext cx="57888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68715241-09B8-7260-E44E-CE5ABBE8E026}"/>
                  </a:ext>
                </a:extLst>
              </p14:cNvPr>
              <p14:cNvContentPartPr/>
              <p14:nvPr/>
            </p14:nvContentPartPr>
            <p14:xfrm>
              <a:off x="2448360" y="920880"/>
              <a:ext cx="2391120" cy="1406160"/>
            </p14:xfrm>
          </p:contentPart>
        </mc:Choice>
        <mc:Fallback>
          <p:pic>
            <p:nvPicPr>
              <p:cNvPr id="3" name="Ink 2">
                <a:extLst>
                  <a:ext uri="{FF2B5EF4-FFF2-40B4-BE49-F238E27FC236}">
                    <a16:creationId xmlns:a16="http://schemas.microsoft.com/office/drawing/2014/main" id="{68715241-09B8-7260-E44E-CE5ABBE8E026}"/>
                  </a:ext>
                </a:extLst>
              </p:cNvPr>
              <p:cNvPicPr/>
              <p:nvPr/>
            </p:nvPicPr>
            <p:blipFill>
              <a:blip r:embed="rId8"/>
              <a:stretch>
                <a:fillRect/>
              </a:stretch>
            </p:blipFill>
            <p:spPr>
              <a:xfrm>
                <a:off x="2439000" y="911520"/>
                <a:ext cx="2409840" cy="1424880"/>
              </a:xfrm>
              <a:prstGeom prst="rect">
                <a:avLst/>
              </a:prstGeom>
            </p:spPr>
          </p:pic>
        </mc:Fallback>
      </mc:AlternateContent>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17B82EE6-20F0-DF9E-587B-346051DCFF6F}"/>
                  </a:ext>
                </a:extLst>
              </p14:cNvPr>
              <p14:cNvContentPartPr/>
              <p14:nvPr/>
            </p14:nvContentPartPr>
            <p14:xfrm>
              <a:off x="45720" y="-46080"/>
              <a:ext cx="5677920" cy="2982960"/>
            </p14:xfrm>
          </p:contentPart>
        </mc:Choice>
        <mc:Fallback>
          <p:pic>
            <p:nvPicPr>
              <p:cNvPr id="2" name="Ink 1">
                <a:extLst>
                  <a:ext uri="{FF2B5EF4-FFF2-40B4-BE49-F238E27FC236}">
                    <a16:creationId xmlns:a16="http://schemas.microsoft.com/office/drawing/2014/main" id="{17B82EE6-20F0-DF9E-587B-346051DCFF6F}"/>
                  </a:ext>
                </a:extLst>
              </p:cNvPr>
              <p:cNvPicPr/>
              <p:nvPr/>
            </p:nvPicPr>
            <p:blipFill>
              <a:blip r:embed="rId3"/>
              <a:stretch>
                <a:fillRect/>
              </a:stretch>
            </p:blipFill>
            <p:spPr>
              <a:xfrm>
                <a:off x="36360" y="-55440"/>
                <a:ext cx="5696640" cy="3001680"/>
              </a:xfrm>
              <a:prstGeom prst="rect">
                <a:avLst/>
              </a:prstGeom>
            </p:spPr>
          </p:pic>
        </mc:Fallback>
      </mc:AlternateContent>
    </p:spTree>
    <p:extLst>
      <p:ext uri="{BB962C8B-B14F-4D97-AF65-F5344CB8AC3E}">
        <p14:creationId xmlns:p14="http://schemas.microsoft.com/office/powerpoint/2010/main" val="1960178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2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U</a:t>
            </a:r>
            <a:r>
              <a:rPr lang="en-US" cap="small">
                <a:solidFill>
                  <a:srgbClr val="FFFFFF"/>
                </a:solidFill>
              </a:rPr>
              <a:t>pdate</a:t>
            </a:r>
            <a:r>
              <a:rPr lang="en-US">
                <a:solidFill>
                  <a:srgbClr val="FFFFFF"/>
                </a:solidFill>
              </a:rPr>
              <a:t> R</a:t>
            </a:r>
            <a:r>
              <a:rPr lang="en-US" cap="small">
                <a:solidFill>
                  <a:srgbClr val="FFFFFF"/>
                </a:solidFill>
              </a:rPr>
              <a:t>ule</a:t>
            </a:r>
            <a:endParaRPr/>
          </a:p>
        </p:txBody>
      </p:sp>
      <p:grpSp>
        <p:nvGrpSpPr>
          <p:cNvPr id="502" name="Google Shape;502;p29"/>
          <p:cNvGrpSpPr/>
          <p:nvPr/>
        </p:nvGrpSpPr>
        <p:grpSpPr>
          <a:xfrm>
            <a:off x="0" y="3109250"/>
            <a:ext cx="5760261" cy="92075"/>
            <a:chOff x="0" y="3109250"/>
            <a:chExt cx="5760261" cy="92075"/>
          </a:xfrm>
        </p:grpSpPr>
        <p:sp>
          <p:nvSpPr>
            <p:cNvPr id="503" name="Google Shape;503;p2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4" name="Google Shape;504;p2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5" name="Google Shape;505;p2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06" name="Google Shape;506;p2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07" name="Google Shape;507;p2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08" name="Google Shape;508;p2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28</a:t>
            </a:fld>
            <a:r>
              <a:rPr lang="en-US"/>
              <a:t> / 46</a:t>
            </a:r>
            <a:endParaRPr/>
          </a:p>
        </p:txBody>
      </p:sp>
      <p:pic>
        <p:nvPicPr>
          <p:cNvPr id="509" name="Google Shape;509;p29"/>
          <p:cNvPicPr preferRelativeResize="0"/>
          <p:nvPr/>
        </p:nvPicPr>
        <p:blipFill>
          <a:blip r:embed="rId4">
            <a:alphaModFix/>
          </a:blip>
          <a:stretch>
            <a:fillRect/>
          </a:stretch>
        </p:blipFill>
        <p:spPr>
          <a:xfrm>
            <a:off x="152400" y="550235"/>
            <a:ext cx="5334144" cy="240661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1EF18206-83C2-2742-3C51-E51926D7063D}"/>
                  </a:ext>
                </a:extLst>
              </p14:cNvPr>
              <p14:cNvContentPartPr/>
              <p14:nvPr/>
            </p14:nvContentPartPr>
            <p14:xfrm>
              <a:off x="1308240" y="28800"/>
              <a:ext cx="4380480" cy="3027240"/>
            </p14:xfrm>
          </p:contentPart>
        </mc:Choice>
        <mc:Fallback>
          <p:pic>
            <p:nvPicPr>
              <p:cNvPr id="2" name="Ink 1">
                <a:extLst>
                  <a:ext uri="{FF2B5EF4-FFF2-40B4-BE49-F238E27FC236}">
                    <a16:creationId xmlns:a16="http://schemas.microsoft.com/office/drawing/2014/main" id="{1EF18206-83C2-2742-3C51-E51926D7063D}"/>
                  </a:ext>
                </a:extLst>
              </p:cNvPr>
              <p:cNvPicPr/>
              <p:nvPr/>
            </p:nvPicPr>
            <p:blipFill>
              <a:blip r:embed="rId6"/>
              <a:stretch>
                <a:fillRect/>
              </a:stretch>
            </p:blipFill>
            <p:spPr>
              <a:xfrm>
                <a:off x="1298880" y="19440"/>
                <a:ext cx="4399200" cy="3045960"/>
              </a:xfrm>
              <a:prstGeom prst="rect">
                <a:avLst/>
              </a:prstGeom>
            </p:spPr>
          </p:pic>
        </mc:Fallback>
      </mc:AlternateContent>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991"/>
        <p:cNvGrpSpPr/>
        <p:nvPr/>
      </p:nvGrpSpPr>
      <p:grpSpPr>
        <a:xfrm>
          <a:off x="0" y="0"/>
          <a:ext cx="0" cy="0"/>
          <a:chOff x="0" y="0"/>
          <a:chExt cx="0" cy="0"/>
        </a:xfrm>
      </p:grpSpPr>
      <p:pic>
        <p:nvPicPr>
          <p:cNvPr id="992" name="Google Shape;992;p52"/>
          <p:cNvPicPr preferRelativeResize="0"/>
          <p:nvPr/>
        </p:nvPicPr>
        <p:blipFill rotWithShape="1">
          <a:blip r:embed="rId3">
            <a:alphaModFix/>
          </a:blip>
          <a:srcRect/>
          <a:stretch/>
        </p:blipFill>
        <p:spPr>
          <a:xfrm>
            <a:off x="0" y="7"/>
            <a:ext cx="5759865" cy="3239902"/>
          </a:xfrm>
          <a:prstGeom prst="rect">
            <a:avLst/>
          </a:prstGeom>
          <a:noFill/>
          <a:ln>
            <a:noFill/>
          </a:ln>
        </p:spPr>
      </p:pic>
      <p:sp>
        <p:nvSpPr>
          <p:cNvPr id="993" name="Google Shape;993;p5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94" name="Google Shape;994;p5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995" name="Google Shape;995;p5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29</a:t>
            </a:fld>
            <a:r>
              <a:rPr lang="en-US"/>
              <a:t> / 46</a:t>
            </a:r>
            <a:endParaRPr/>
          </a:p>
        </p:txBody>
      </p:sp>
      <p:pic>
        <p:nvPicPr>
          <p:cNvPr id="996" name="Google Shape;996;p52"/>
          <p:cNvPicPr preferRelativeResize="0"/>
          <p:nvPr/>
        </p:nvPicPr>
        <p:blipFill>
          <a:blip r:embed="rId5">
            <a:alphaModFix/>
          </a:blip>
          <a:stretch>
            <a:fillRect/>
          </a:stretch>
        </p:blipFill>
        <p:spPr>
          <a:xfrm>
            <a:off x="0" y="39089"/>
            <a:ext cx="5765801" cy="3003960"/>
          </a:xfrm>
          <a:prstGeom prst="rect">
            <a:avLst/>
          </a:prstGeom>
          <a:noFill/>
          <a:ln>
            <a:noFill/>
          </a:ln>
        </p:spPr>
      </p:pic>
    </p:spTree>
  </p:cSld>
  <p:clrMapOvr>
    <a:masterClrMapping/>
  </p:clrMapOvr>
  <p:transition>
    <p:fade thruBlk="1"/>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3247868A9EF043AAFD763B509A33CB" ma:contentTypeVersion="32" ma:contentTypeDescription="Create a new document." ma:contentTypeScope="" ma:versionID="49e29cc773250fb22efa7541fc8a4712">
  <xsd:schema xmlns:xsd="http://www.w3.org/2001/XMLSchema" xmlns:xs="http://www.w3.org/2001/XMLSchema" xmlns:p="http://schemas.microsoft.com/office/2006/metadata/properties" xmlns:ns2="921d7e3d-ccf6-4c0a-83b2-6e8132303dda" xmlns:ns3="9e209dda-a78e-49a0-9b2f-f7ca81c34b7c" targetNamespace="http://schemas.microsoft.com/office/2006/metadata/properties" ma:root="true" ma:fieldsID="8e323d0c1f05f1d80d7a271d7d64525c" ns2:_="" ns3:_="">
    <xsd:import namespace="921d7e3d-ccf6-4c0a-83b2-6e8132303dda"/>
    <xsd:import namespace="9e209dda-a78e-49a0-9b2f-f7ca81c34b7c"/>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1d7e3d-ccf6-4c0a-83b2-6e8132303dda"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e209dda-a78e-49a0-9b2f-f7ca81c34b7c"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0018add-e23d-4441-b071-bb6fc52e56ca}" ma:internalName="TaxCatchAll" ma:showField="CatchAllData" ma:web="9e209dda-a78e-49a0-9b2f-f7ca81c34b7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lf_Registration_Enabled xmlns="921d7e3d-ccf6-4c0a-83b2-6e8132303dda" xsi:nil="true"/>
    <DefaultSectionNames xmlns="921d7e3d-ccf6-4c0a-83b2-6e8132303dda" xsi:nil="true"/>
    <Is_Collaboration_Space_Locked xmlns="921d7e3d-ccf6-4c0a-83b2-6e8132303dda" xsi:nil="true"/>
    <Teams_Channel_Section_Location xmlns="921d7e3d-ccf6-4c0a-83b2-6e8132303dda" xsi:nil="true"/>
    <AppVersion xmlns="921d7e3d-ccf6-4c0a-83b2-6e8132303dda" xsi:nil="true"/>
    <LMS_Mappings xmlns="921d7e3d-ccf6-4c0a-83b2-6e8132303dda" xsi:nil="true"/>
    <Invited_Students xmlns="921d7e3d-ccf6-4c0a-83b2-6e8132303dda" xsi:nil="true"/>
    <Math_Settings xmlns="921d7e3d-ccf6-4c0a-83b2-6e8132303dda" xsi:nil="true"/>
    <Templates xmlns="921d7e3d-ccf6-4c0a-83b2-6e8132303dda" xsi:nil="true"/>
    <FolderType xmlns="921d7e3d-ccf6-4c0a-83b2-6e8132303dda" xsi:nil="true"/>
    <Owner xmlns="921d7e3d-ccf6-4c0a-83b2-6e8132303dda">
      <UserInfo>
        <DisplayName/>
        <AccountId xsi:nil="true"/>
        <AccountType/>
      </UserInfo>
    </Owner>
    <Teachers xmlns="921d7e3d-ccf6-4c0a-83b2-6e8132303dda">
      <UserInfo>
        <DisplayName/>
        <AccountId xsi:nil="true"/>
        <AccountType/>
      </UserInfo>
    </Teachers>
    <Students xmlns="921d7e3d-ccf6-4c0a-83b2-6e8132303dda">
      <UserInfo>
        <DisplayName/>
        <AccountId xsi:nil="true"/>
        <AccountType/>
      </UserInfo>
    </Students>
    <Student_Groups xmlns="921d7e3d-ccf6-4c0a-83b2-6e8132303dda">
      <UserInfo>
        <DisplayName/>
        <AccountId xsi:nil="true"/>
        <AccountType/>
      </UserInfo>
    </Student_Groups>
    <Distribution_Groups xmlns="921d7e3d-ccf6-4c0a-83b2-6e8132303dda" xsi:nil="true"/>
    <TeamsChannelId xmlns="921d7e3d-ccf6-4c0a-83b2-6e8132303dda" xsi:nil="true"/>
    <IsNotebookLocked xmlns="921d7e3d-ccf6-4c0a-83b2-6e8132303dda" xsi:nil="true"/>
    <NotebookType xmlns="921d7e3d-ccf6-4c0a-83b2-6e8132303dda" xsi:nil="true"/>
    <CultureName xmlns="921d7e3d-ccf6-4c0a-83b2-6e8132303dda" xsi:nil="true"/>
    <Invited_Teachers xmlns="921d7e3d-ccf6-4c0a-83b2-6e8132303dda" xsi:nil="true"/>
    <Has_Teacher_Only_SectionGroup xmlns="921d7e3d-ccf6-4c0a-83b2-6e8132303dda" xsi:nil="true"/>
    <lcf76f155ced4ddcb4097134ff3c332f xmlns="921d7e3d-ccf6-4c0a-83b2-6e8132303dda">
      <Terms xmlns="http://schemas.microsoft.com/office/infopath/2007/PartnerControls"/>
    </lcf76f155ced4ddcb4097134ff3c332f>
    <TaxCatchAll xmlns="9e209dda-a78e-49a0-9b2f-f7ca81c34b7c" xsi:nil="true"/>
  </documentManagement>
</p:properties>
</file>

<file path=customXml/itemProps1.xml><?xml version="1.0" encoding="utf-8"?>
<ds:datastoreItem xmlns:ds="http://schemas.openxmlformats.org/officeDocument/2006/customXml" ds:itemID="{9F206930-2977-47F3-886C-8E630E4BA774}"/>
</file>

<file path=customXml/itemProps2.xml><?xml version="1.0" encoding="utf-8"?>
<ds:datastoreItem xmlns:ds="http://schemas.openxmlformats.org/officeDocument/2006/customXml" ds:itemID="{AB1D8748-DDF9-4322-9175-1F0174ECBE68}"/>
</file>

<file path=customXml/itemProps3.xml><?xml version="1.0" encoding="utf-8"?>
<ds:datastoreItem xmlns:ds="http://schemas.openxmlformats.org/officeDocument/2006/customXml" ds:itemID="{EC60C5B1-EA69-4775-8A9D-A6357C3AD9A4}"/>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187</TotalTime>
  <Words>1733</Words>
  <Application>Microsoft Office PowerPoint</Application>
  <PresentationFormat>Custom</PresentationFormat>
  <Paragraphs>254</Paragraphs>
  <Slides>29</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Lucida Sans</vt:lpstr>
      <vt:lpstr>Arial</vt:lpstr>
      <vt:lpstr>Tahoma</vt:lpstr>
      <vt:lpstr>Calibri</vt:lpstr>
      <vt:lpstr>Cambria</vt:lpstr>
      <vt:lpstr>Cambria Math</vt:lpstr>
      <vt:lpstr>Office Theme</vt:lpstr>
      <vt:lpstr>PowerPoint Presentation</vt:lpstr>
      <vt:lpstr>PowerPoint Presentation</vt:lpstr>
      <vt:lpstr>Table of Contents</vt:lpstr>
      <vt:lpstr>What is Regression?</vt:lpstr>
      <vt:lpstr>Examples of Regression Problems</vt:lpstr>
      <vt:lpstr>Table of Contents</vt:lpstr>
      <vt:lpstr>What is Linear Regression?</vt:lpstr>
      <vt:lpstr>Examples of Linear Regression</vt:lpstr>
      <vt:lpstr>PowerPoint Presentation</vt:lpstr>
      <vt:lpstr>Table of Contents</vt:lpstr>
      <vt:lpstr>The Four Components</vt:lpstr>
      <vt:lpstr>Matrix Form of Data</vt:lpstr>
      <vt:lpstr>Linear Model as a Single Neuron</vt:lpstr>
      <vt:lpstr>Linear Model Prediction</vt:lpstr>
      <vt:lpstr>PowerPoint Presentation</vt:lpstr>
      <vt:lpstr>PowerPoint Presentation</vt:lpstr>
      <vt:lpstr>Identity Activation Function</vt:lpstr>
      <vt:lpstr>Objective Function: Squared Error Loss</vt:lpstr>
      <vt:lpstr>PowerPoint Presentation</vt:lpstr>
      <vt:lpstr>Why Squared Error?</vt:lpstr>
      <vt:lpstr>PowerPoint Presentation</vt:lpstr>
      <vt:lpstr>PowerPoint Presentation</vt:lpstr>
      <vt:lpstr>PowerPoint Presentation</vt:lpstr>
      <vt:lpstr>Gradient Descent Algorithm</vt:lpstr>
      <vt:lpstr>Batch Gradient Descent Algorithm</vt:lpstr>
      <vt:lpstr>Computing the Gradient</vt:lpstr>
      <vt:lpstr>PowerPoint Presentation</vt:lpstr>
      <vt:lpstr>Gradient Descent Update Rule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Aakash Goel (DSAI)</cp:lastModifiedBy>
  <cp:revision>8</cp:revision>
  <dcterms:modified xsi:type="dcterms:W3CDTF">2026-02-15T12:10:52Z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0x010100483247868A9EF043AAFD763B509A33CB</vt:lpwstr>
  </property>
</Properties>
</file>