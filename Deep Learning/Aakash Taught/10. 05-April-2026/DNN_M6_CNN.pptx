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38.xml" ContentType="application/vnd.openxmlformats-officedocument.presentationml.slide+xml"/>
  <Override PartName="/ppt/slides/slide51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24.xml" ContentType="application/inkml+xml"/>
  <Override PartName="/ppt/ink/ink34.xml" ContentType="application/inkml+xml"/>
  <Override PartName="/ppt/ink/ink23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22.xml" ContentType="application/inkml+xml"/>
  <Override PartName="/ppt/ink/ink21.xml" ContentType="application/inkml+xml"/>
  <Override PartName="/ppt/ink/ink20.xml" ContentType="application/inkml+xml"/>
  <Override PartName="/ppt/ink/ink19.xml" ContentType="application/inkml+xml"/>
  <Override PartName="/ppt/ink/ink18.xml" ContentType="application/inkml+xml"/>
  <Override PartName="/ppt/ink/ink17.xml" ContentType="application/inkml+xml"/>
  <Override PartName="/ppt/ink/ink16.xml" ContentType="application/inkml+xml"/>
  <Override PartName="/ppt/ink/ink15.xml" ContentType="application/inkml+xml"/>
  <Override PartName="/ppt/ink/ink1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58" r:id="rId4"/>
    <p:sldId id="305" r:id="rId5"/>
    <p:sldId id="306" r:id="rId6"/>
    <p:sldId id="307" r:id="rId7"/>
    <p:sldId id="310" r:id="rId8"/>
    <p:sldId id="312" r:id="rId9"/>
    <p:sldId id="313" r:id="rId10"/>
    <p:sldId id="314" r:id="rId11"/>
    <p:sldId id="315" r:id="rId12"/>
    <p:sldId id="316" r:id="rId13"/>
    <p:sldId id="317" r:id="rId14"/>
    <p:sldId id="318" r:id="rId15"/>
    <p:sldId id="319" r:id="rId16"/>
    <p:sldId id="409" r:id="rId17"/>
    <p:sldId id="320" r:id="rId18"/>
    <p:sldId id="321" r:id="rId19"/>
    <p:sldId id="322" r:id="rId20"/>
    <p:sldId id="323" r:id="rId21"/>
    <p:sldId id="410" r:id="rId22"/>
    <p:sldId id="324" r:id="rId23"/>
    <p:sldId id="325" r:id="rId24"/>
    <p:sldId id="326" r:id="rId25"/>
    <p:sldId id="327" r:id="rId26"/>
    <p:sldId id="328" r:id="rId27"/>
    <p:sldId id="329" r:id="rId28"/>
    <p:sldId id="330" r:id="rId29"/>
    <p:sldId id="331" r:id="rId30"/>
    <p:sldId id="332" r:id="rId31"/>
    <p:sldId id="333" r:id="rId32"/>
    <p:sldId id="334" r:id="rId33"/>
    <p:sldId id="335" r:id="rId34"/>
    <p:sldId id="336" r:id="rId35"/>
    <p:sldId id="337" r:id="rId36"/>
    <p:sldId id="338" r:id="rId37"/>
    <p:sldId id="339" r:id="rId38"/>
    <p:sldId id="340" r:id="rId39"/>
    <p:sldId id="341" r:id="rId40"/>
    <p:sldId id="342" r:id="rId41"/>
    <p:sldId id="343" r:id="rId42"/>
    <p:sldId id="344" r:id="rId43"/>
    <p:sldId id="345" r:id="rId44"/>
    <p:sldId id="346" r:id="rId45"/>
    <p:sldId id="347" r:id="rId46"/>
    <p:sldId id="348" r:id="rId47"/>
    <p:sldId id="349" r:id="rId48"/>
    <p:sldId id="350" r:id="rId49"/>
    <p:sldId id="351" r:id="rId50"/>
    <p:sldId id="352" r:id="rId51"/>
    <p:sldId id="408" r:id="rId52"/>
  </p:sldIdLst>
  <p:sldSz cx="5765800" cy="3244850"/>
  <p:notesSz cx="5765800" cy="3244850"/>
  <p:embeddedFontLst>
    <p:embeddedFont>
      <p:font typeface="Cambria" panose="02040503050406030204" pitchFamily="18" charset="0"/>
      <p:regular r:id="rId54"/>
      <p:bold r:id="rId55"/>
      <p:italic r:id="rId56"/>
      <p:boldItalic r:id="rId57"/>
    </p:embeddedFont>
    <p:embeddedFont>
      <p:font typeface="Lucida Sans" panose="020B0602030504020204" pitchFamily="34" charset="0"/>
      <p:regular r:id="rId58"/>
      <p:bold r:id="rId59"/>
      <p:italic r:id="rId60"/>
      <p:boldItalic r:id="rId61"/>
    </p:embeddedFont>
    <p:embeddedFont>
      <p:font typeface="Tahoma" panose="020B0604030504040204" pitchFamily="34" charset="0"/>
      <p:regular r:id="rId62"/>
      <p:bold r:id="rId63"/>
    </p:embeddedFont>
    <p:embeddedFont>
      <p:font typeface="Verdana" panose="020B0604030504040204" pitchFamily="34" charset="0"/>
      <p:regular r:id="rId64"/>
      <p:bold r:id="rId65"/>
      <p:italic r:id="rId66"/>
      <p:boldItalic r:id="rId6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2" roundtripDataSignature="AMtx7mhpTYSZyyeTKyJGhvPrhVNitC2n1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CA3B58F-6099-475F-BB80-25D51F5F37B9}">
  <a:tblStyle styleId="{ECA3B58F-6099-475F-BB80-25D51F5F37B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696" autoAdjust="0"/>
  </p:normalViewPr>
  <p:slideViewPr>
    <p:cSldViewPr snapToGrid="0">
      <p:cViewPr>
        <p:scale>
          <a:sx n="185" d="100"/>
          <a:sy n="185" d="100"/>
        </p:scale>
        <p:origin x="466" y="230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font" Target="fonts/font5.fntdata"/><Relationship Id="rId66" Type="http://schemas.openxmlformats.org/officeDocument/2006/relationships/font" Target="fonts/font13.fntdata"/><Relationship Id="rId5" Type="http://schemas.openxmlformats.org/officeDocument/2006/relationships/slide" Target="slides/slide4.xml"/><Relationship Id="rId61" Type="http://schemas.openxmlformats.org/officeDocument/2006/relationships/font" Target="fonts/font8.fntdata"/><Relationship Id="rId165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3.fntdata"/><Relationship Id="rId64" Type="http://schemas.openxmlformats.org/officeDocument/2006/relationships/font" Target="fonts/font11.fntdata"/><Relationship Id="rId168" Type="http://schemas.openxmlformats.org/officeDocument/2006/relationships/customXml" Target="../customXml/item2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16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6.fntdata"/><Relationship Id="rId67" Type="http://schemas.openxmlformats.org/officeDocument/2006/relationships/font" Target="fonts/font1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.fntdata"/><Relationship Id="rId62" Type="http://schemas.openxmlformats.org/officeDocument/2006/relationships/font" Target="fonts/font9.fntdata"/><Relationship Id="rId16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4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7.fntdata"/><Relationship Id="rId65" Type="http://schemas.openxmlformats.org/officeDocument/2006/relationships/font" Target="fonts/font12.fntdata"/><Relationship Id="rId164" Type="http://schemas.openxmlformats.org/officeDocument/2006/relationships/viewProps" Target="viewProps.xml"/><Relationship Id="rId16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font" Target="fonts/font2.fntdata"/><Relationship Id="rId167" Type="http://schemas.openxmlformats.org/officeDocument/2006/relationships/customXml" Target="../customXml/item1.xml"/><Relationship Id="rId7" Type="http://schemas.openxmlformats.org/officeDocument/2006/relationships/slide" Target="slides/slide6.xml"/><Relationship Id="rId162" Type="http://customschemas.google.com/relationships/presentationmetadata" Target="meta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05T10:23:15.85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  <inkml:brush xml:id="br2">
      <inkml:brushProperty name="width" value="0.05292" units="cm"/>
      <inkml:brushProperty name="height" value="0.05292" units="cm"/>
      <inkml:brushProperty name="color" value="#FFC000"/>
    </inkml:brush>
    <inkml:brush xml:id="br3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9157 7301 0,'0'0'0,"0"2"0,0-2 0,0 0 15,0 0-15,0 0 16,4 7-16,-4-7 16,0 0-16,0 0 15,0 8 1,0-8-16,0 14 16,0-1-16,0 5 15,0 1-15,0 6 16,-3 0-16,0 1 15,0-1-15,-3 2 16,-1 1-16,0 2 16,-1 1-16,0-1 15,1 0-15,0 1 16,-1 1 0,1-1-16,0-2 15,0-1-15,2-1 16,-1 0-16,1 1 15,0-1-15,0-2 16,2 1-16,-1-4 16,1 0-16,0 0 15,0 2-15,0 1 16,-1 1 0,1-1-16,-1 1 15,0-2-15,0 1 16,0-1-16,0 2 15,-1 0-15,-1 1 16,0-2-16,0 0 16,0-1-16,0 0 15,0-1-15,1 0 16,0-2 0,0-2-16,1 0 15,0-4-15,1 1 16,-1-1-16,1-2 15,0 0-15,1-1 16,-1-1-16,1 0 16,0-2-16,1-2 15,0 0-15,1-7 16,-1 10-16,1-10 16</inkml:trace>
  <inkml:trace contextRef="#ctx0" brushRef="#br0" timeOffset="2266.07">9160 7400 0,'0'0'0,"0"0"16,0 0-16,0 0 16,0 0-16,0 0 15,0 0-15,0 0 16,3 0-16,-3 0 16,19 0-1,1 0-15,7 0 16,7-3-16,2-2 15,5 0-15,0-2 16,3 0-16,0-1 16,-1 1-16,2 0 15,0-1-15,2 1 16,-3 2-16,2 4 16,-1 1-1,2 1-15,-4 2 16,2 3-16,-2-2 15,0 2-15,-1-1 16,1 0-16,-2 0 16,-1 0-16,0 1 15,1 0-15,0 0 16,-2-2-16,0 0 16,0-2-1,1-1-15,-2-1 16,-2 0-16,2 0 15,0 0-15,2 0 16,-3 0-16,-1 0 16,1 0-16,-1-1 15,4 0-15,-2-1 16,-3 2-16,-2-1 16,0-1-1,2 2-15,1-1 16,-3 0-16,-1 0 15,-1 1-15,-2-1 16,1 0-16,-2 0 16,-2 0-16,-2 0 15,-4 1-15,-3 0 16,-4 1-16,-1 0 16,-12-1-1,13 2-15,-13-2 16,0 0-16,12 2 15,-12-2-15,0 0 16,0 0-16,8 7 16,-5 0-16,0 3 15,0 2-15,0 3 16,-1 4-16,0 3 16,-2 4-1,0 3-15,-1 2 16,0 1-16,-1 3 15,1 1-15,-1 2 16,1 1-16,-1 2 16,2 2-16,2 0 15,0 1-15,1 1 16,0 1-16,0 0 16,2-1-16,-1 0 15,0-2 1,-1-1-16,-1-2 15,1-3-15,0-3 16,0-2-16,0-1 16,0-2-16,-1-1 15,0-4-15,-1-3 16,-1-3-16,1-1 16,0-5-16,0-1 15,-1-3 1,0-1-16,0-7 15,0 10-15,0-10 16,-1 9-16,1-9 16,-5 11-16,-2-5 15,-4 2-15,-3 0 16,-6-1-16,-3 0 16,-5-2-1,-4 1-15,-2-1 16,0 0-16,1-1 15,-1 0-15,-4 0 16,-5-1-16,3 0 16,-1-1-16,-2 1 15,1-2-15,0 0 16,3-1-16,2-1 16,-3 0-16,-1 0 15,2-1-15,2 0 16,0-1-1,-2 1-15,-1 0 16,-1-1-16,4 0 16,-2 1-16,0 0 15,-3-1-15,2 1 16,3 0-16,-3 1 16,1 1-16,-3 0 15,2 0-15,4 0 16,-1 0-1,-3 0-15,3 0 16,0 0-16,2 0 16,0 0-16,0 0 15,-3 0-15,2 0 16,5 0-16,-1 0 16,0 0-16,-2 0 15,2 0-15,3 0 16,2 0-1,3 0-15,0 0 16,0 0-16,-2 1 16,1 0-16,2 0 15,4-1-15,3 2 16,2-2-16,2 1 16,0 0-16,2 0 15,-1 0-15,0-1 16,0 1-1,0 0-15,-2 0 16,1-1-16,0 1 16,2 0-16,-1 0 15,2 0-15,9-1 16,-19 2-16,9-2 16,10 0-16,-18 2 15,18-2 1,-16 2-16,16-2 15,-15 1-15,15-1 16,-17 2-16,7 0 16,-1-1-16,0 1 15,-2 1-15,1 1 16,-1-1-16,2 0 16,11-3-16,-16 4 15,16-4 1,-13 3-16,13-3 15</inkml:trace>
  <inkml:trace contextRef="#ctx0" brushRef="#br0" timeOffset="3115.92">9719 7277 0,'0'0'0,"0"0"0,0 0 15,0 0-15,0 0 16,1 6-1,1 1-15,0 7 16,0 6-16,2 2 16,1 6-16,-1 5 15,0 0-15,-3 2 16,-2-1-16,-1 3 16,-1 2-16,0 5 15,-2-2-15,-1 1 16,-1 3-16,-1 1 15,1 0 1,0 0-16,0 1 16,-1 1-16,3-2 15,0-1-15,3 1 16,-2-4-16,2-1 16,0-1-16,1-3 15,1 0-15,-1-4 16,1-4-16,-1 0 15,0-1 1,0-1-16,1 0 16,-1 0-16,0-3 15,0-2-15,1-2 16,-2 0-16,1-2 16,-3 2-16,1-2 15,1-1-15,-2-1 16,2 0-16,-1 1 15,0-3-15,0-3 16,1-1 0,1-3-16,0 2 15,-1-3-15,1 0 16,1-7-16,-1 10 16</inkml:trace>
  <inkml:trace contextRef="#ctx0" brushRef="#br0" timeOffset="3865.82">10345 7422 0,'0'0'0,"0"0"0,0 0 15,0 0-15,0 0 16,1 0-16,-1 0 15,5 14-15,0 4 16,1 5 0,0 4-16,-1 3 15,-2 2-15,-2 3 16,-1 3-16,-1 4 16,1 5-16,-1 2 15,0 1-15,-1 3 16,0 3-16,1 2 15,0 1-15,-1 0 16,1-3 0,-1 1-16,0-3 15,0 0-15,-1-3 16,-1 1-16,-1-2 16,-3-1-16,1-4 15,0 12 16,-2-1-31,3-4 0,6-7 16,0-21 0,0-5-16,2-1 15,0-7-15,1-1 16,-2-3-16,-1-7 16,0 0-16,3 8 15,-3-8-15</inkml:trace>
  <inkml:trace contextRef="#ctx0" brushRef="#br0" timeOffset="4699.89">10814 7441 0,'0'0'0,"0"0"0,0 0 0,0 0 0,0 0 15,2 3-15,-2-3 16,7 15-16,0 6 15,-2 8-15,-2 8 16,-3 2 0,0 4-16,-2 0 15,-1 0-15,-1 0 16,1 1-16,-1-6 16,0 3-16,0 0 15,1 0-15,-1 0 16,0 0-16,0 1 15,1 0-15,0-1 16,0-3 0,1-2-16,0 1 15,-1 1-15,1-3 16,0-4-16,0-1 16,1-4-16,-1-3 15,0 0-15,1 0 16,-1 2-16,1-1 15,0-2-15,0-3 16,0-1 0,0 0-16,0 1 15,0-1-15,0-2 16,0 0-16,1-1 16,-1 0-16,1 2 15,-1-2-15,0 1 16,1-1-16,1 2 15,0-1-15,0 1 32,-1-2-17,1-1-15</inkml:trace>
  <inkml:trace contextRef="#ctx0" brushRef="#br0" timeOffset="5849.68">9040 7886 0,'0'0'0,"0"0"15,0 0-15,0 0 16,0 0-16,5 1 16,5 1-16,11 1 15,8 2-15,6-1 16,4-2-16,3-3 15,6-2-15,2-1 16,2-3-16,2-1 16,-2 0-16,0 0 15,-1 1 1,0-1-16,0 1 16,2 0-16,0 0 15,0 3-15,2 1 16,-2 2-16,1 0 15,-2 0-15,2-1 16,-2 2-16,1 0 16,1 0-16,-2 0 15,-1 0 1,-2 0-16,-2 0 16,-3 0-16,-5 2 15,0-2-15,1 0 16,-2 1-1,-2 0-15,-5-1 0,0 1 16,1 0-16,2 0 16,-2-1-16,-4 1 15,-2 0 1,-2 0-16,-2 0 16,5 0-16,1-1 15,0 1-15,-4 0 16,-2 0-16,-3 0 15,0-1-15,-2 1 16,-2 0-16,2 0 16,0 0-1,1 0-15,2-1 16,-2 1-16,-2 0 16,-3 0-16,-2 0 15,1 0-15,-2-1 16,1 1-16,-1-1 15,-1 0-15,-9 0 16,19 0 0,-19 0-16,13 0 15,-13 0-15,0 0 16,10-2-16,-9-5 16</inkml:trace>
  <inkml:trace contextRef="#ctx0" brushRef="#br0" timeOffset="7049.85">8865 8261 0,'0'0'0,"0"0"0,0 0 16,0 0-16,0 0 15,0 0-15,0 0 16,7 2-16,4 3 16,10-1-16,9 0 15,7-4 1,4-4-16,6-3 16,0 0-16,2-2 15,1 0-15,-1-1 16,2 1-16,0-1 15,2 0-15,-2 0 16,3 1-16,-1 2 16,2 3-16,1 0 15,-3 3 1,2 0-16,-3-1 0,-1 2 16,0-1-1,0 0-15,-1 0 16,-3 2-16,2 0 15,-2 0-15,-1-1 16,-2 0-16,0 0 16,-1 0-16,0 2 15,-3-2-15,0 0 16,2 0 0,-2 2-16,-2-2 15,-1 1-15,-1 1 16,2-1-16,-2 0 15,1-1-15,-7 1 16,0 0-16,-1-1 16,0 1-16,3 0 15,-4 0-15,-3 0 16,-2 0 0,-2 0-16,-1 0 15,-2 0-15,-1 1 16,-2-1-16,-2 1 15,-1 0-15,-1-1 16,1 1-16,0 0 16,0-2-16,-2 0 15,0 0-15,0 0 16,1 0 0,0 0-16,1-1 15,0 0-15,1-1 16,0 1-16,1-1 15,-1 0-15,0 1 16,-3 1-16,-10 0 16,15-2-16,-15 2 15,11-1 1,-11 1-16,0 0 16,11-3-16,-11 3 15,0 0-15,0 0 16,0 0-16,12-4 15,-12 4-15,0 0 16,0 0-16,12-4 16,-12 4-16</inkml:trace>
  <inkml:trace contextRef="#ctx0" brushRef="#br0" timeOffset="10066.01">9256 7480 0,'0'0'0,"0"0"16,0 0-16,0 0 16,0-1-16,0 1 15,0 0-15,0 0 16,0 0-16,0 0 16,0 0-16,0 0 15,0 0 1,-2-9-16,2 9 15,-3-8-15,0 2 16,1-1-16,-2-2 16,1-1-16,-1-1 15,0-1-15,-1-3 16,0 2-16,3-1 16,-3 2-1,1 0-15,1 0 16,-1-1-16,0 1 15,1 1-15,0 0 16,0 0-16,0 0 16,0 1-16,0-1 15,0 1-15,1 1 16,0 0-16,1 1 16,-1 0-16,2 8 15,-1-11 1,1 11-16,-2-7 15,2 7-15,-1-7 16,1 7-16,-1-7 16,1 7-16,1-8 15,-1 8-15,2-9 16,-2 9-16,7-10 16,0 3-16,3 0 15,4-1 1,2 0-16,3 2 15,3 0-15,2 0 16,3 3-16,2-2 16,0 2-16,1 0 15,0 3-15,-3 0 16,2 0-16,-2 1 16,0 0-16,-2 0 15,2 0-15,-1 0 16,-1-1-1,0 2-15,0 0 16,-2 0-16,1-1 16,0 1-16,-2-1 15,1 1-15,-1 0 16,1-1-16,-1 1 16,2-1-16,1 2 15,0-3 1,0 3-16,1-2 15,2 0-15,-1 0 16,2-1-16,-1 0 16,1 0-16,2 0 15,-1 0-15,3-1 16,-1 0-16,0 0 16,3-2-16,-1 0 15,0 1 1,1 0-16,-2-1 15,1 1-15,-1 2 16,1 0-16,0 0 16,-1 2-16,1 1 15,-3-1-15,1 0 16,-2 1-16,-1 0 16,1-1-16,-3 0 15,1 1 1,-1-1-16,1 1 15,-2-1-15,0 1 16,0-2-16,0 0 16,-1-1-16,1-1 15,-3 0-15,-1-1 16,1 0-16,-2 1 16,-1-1-16,0 0 15,-1 1 1,-1-1-16,1 0 15,0 1-15,-1 0 16,-2 0-16,-3-1 16,-1 1-16,-2 1 15,-10 0-15,15-2 16,-15 2-16,12-1 16,-12 1-16,0 0 15,12 0-15,-12 0 16,0 0-16,0 0 15,0 0 1,0 0-16,11 6 16,-11-6-16,0 0 15,6 9-15,-6-9 16,3 11-16,-1-5 16,-1 2-16,1 1 15,1 1-15,0 3 16,0-1-1,0 3-15,-1 0 16,0 2-16,0-2 16,1-1-16,-1-2 15,0 2-15,0 0 16,0 3-16,1-2 16,-1-1-16,0 1 15,0-3-15,0 0 16,-1-1-1,1-1-15,-1-1 16,1-2-16,-2-7 16,2 9-16,-2-9 15,3 6-15</inkml:trace>
  <inkml:trace contextRef="#ctx0" brushRef="#br0" timeOffset="11182.74">11334 7391 0,'0'0'0,"0"0"15,0 0-15,0 0 16,0 0-1,0 2-15,0-2 0,-1 12 16,0-2 0,1 3-16,-1-1 15,0 2-15,0 2 16,-2 0-16,1 1 16,0-2-16,1-1 15,-1-1-15,1-1 16,0-1-16,1-1 15,1-1 1,0 0-16</inkml:trace>
  <inkml:trace contextRef="#ctx0" brushRef="#br0" timeOffset="11898.92">11363 7497 0,'0'0'0,"0"-2"0,0 2 15,3-9-15,-1 0 16,0-1-16,1-2 15,0-1-15,0-4 16,0-1 0,1-3-16,0 0 15,0 2-15,-1 3 16,0 1-16,-2 4 16,2 1-16,-2 2 15,1 1-15,1 0 16,2-2-16</inkml:trace>
  <inkml:trace contextRef="#ctx0" brushRef="#br0" timeOffset="12782.58">10853 7156 0,'0'0'0,"0"0"0,0 0 0,0 0 16,0 0-16,0 0 16,0 0-16,0 0 15,0 2-15,0-2 16,-2 14-16,1 3 15,-1 2-15,0 1 16,2 1-16,0 0 16,0 0-1,1 1-15,0-1 16,-1 1-16,2 1 16,-2 0-16,2-1 15,0 0-15,0-4 16,-1-2-16</inkml:trace>
  <inkml:trace contextRef="#ctx0" brushRef="#br0" timeOffset="13415.99">10282 7150 0,'0'0'0,"0"0"16,0 0-16,0 0 15,0 0-15,0 0 16,0 0-16,0 0 15,3 3-15,0 4 16,5 6-16,3 5 16,-2 7-16,0 4 15,-2 4 1,-1 3-16,-1-2 16,0 1-16,1-1 15,-2-1-15,2 0 16,-1-1-16,1-3 15,1-3-15</inkml:trace>
  <inkml:trace contextRef="#ctx0" brushRef="#br0" timeOffset="14165.96">9712 7110 0,'0'0'0,"0"0"0,0 0 0,0 0 15,0 0-15,0 0 16,0 0-16,0 0 16,0 2-16,0-2 15,2 11-15,-1 1 16,0 6 0,0 6-16,1 4 15,1 4-15,0 2 16,0 4-16,0 1 15,0-4-15</inkml:trace>
  <inkml:trace contextRef="#ctx0" brushRef="#br0" timeOffset="19682.83">2701 8119 0,'0'0'0,"0"0"0,0 0 0,0 0 15</inkml:trace>
  <inkml:trace contextRef="#ctx0" brushRef="#br1" timeOffset="27715.94">9482 7275 0,'0'0'0,"0"0"0,0 0 16,0 0-16,-2-2 15,2 2-15,0 0 16,0 0-16,-10-8 16,10 8-16,-11-5 15,11 5-15,-16-10 16,16 10-16,-11-10 16,11 10-16,-8-7 15,8 7 1,0 0-16,0 0 15,0 0-15,0 0 16,0 0-16,0 0 16,0 0-16,0 0 15,0 0-15,0 0 32,0 0-32,0 0 15,0 0-15,0 0 16,10-2-1,-10 2-15,18 2 16,-6-1-16,2 0 16,1-1-16,0 1 15,2 0-15,-2 0 16,1-1-16,-1 0 16,0-1-16,-1 1 15,0 0 1,1 0-16,-2 0 0,1 0 15,-1 0 1,2 0-16,0 0 16,0 1-16,-2-1 15,0 1-15,0 0 16,-1-1-16,0 3 16,0-2-16,1 1 15,-2 0-15,0-1 16,0 0-1,1 1-15,1 0 16,1-1-16,1 1 16,-1 0-16,1-1 15,-2 1-15,1 0 16,2-1-16,-2 0 16,2 0-16,-1-1 15,2-1-15,-2 0 16,0 1-16,2-1 15,-1 0 1,-2 0-16,-1 0 16,-1 0-16,-2 1 15,0-1-15,-10 1 16,18-2-16,-18 2 16,16-2-16,-16 2 15,16-1-15,-16 1 16,15-1-1,-15 1-15,13 0 16,-13 0-16,10 0 16,-10 0-16,13 0 15,-13 0-15,19 0 16,-9 0-16,2 0 16,-2 0-16,0 0 15,1 0 1,-1 0-16,1 0 15,-1 0-15,1 0 16,1 0-16,-2 0 16,2 0-16,0-1 15,-1 1-15,2-2 16,1 2-16,2-1 16,-2 0-16,-1 1 15,-2-1-15,-11 1 16,19-2-1,-19 2-15,16-2 16,-16 2-16,17-1 16,-17 1-16,19-2 15,-19 2-15,18-2 16,-18 2-16,12-1 16,-12 1-16,0 0 15,11-2-15,-11 2 16,0 0-16,0 0 15,0 0 1,0 0-16,0 0 16,0 0-16,0 0 15,0 0-15,11 5 16,-11-5-16,0 0 16,4 9-16,-4-9 15,6 13-15,-2-6 16,-1 1-1,1-1-15,-1-1 16,0 1-16,-3-7 16,6 12-16,-6-12 15,4 12-15,-4-12 16,4 11-16,-4-11 16,4 11-16,-4-11 15,3 11-15,-3-11 16,3 11-16,-1-3 15,-1-2 1,0 1-16,-1 1 16,0 0-16,0 0 15,0 0-15,0-1 16,0 0-16,0 1 16,0-1-16,0 0 15,0 0-15,0 1 16,0 0-16,0 1 15,0 0 1,0 0-16,0 0 16,0-1-16,0 2 15,-1 1-15,0 0 16,-1 3-16,-1 0 16,-2-1-16,2 2 15,-1 0-15,2-1 16,-2-2-16,2-1 15,-1 1-15,2-2 16,-2 1 0,2 1-16,-1-3 15,1 1-15,0-1 16,1-1-16,-1-2 16,1 2-16,-1 2 15,0 0-15,1 0 16,-1-2-16,0 0 15,0 0 1,1 0-16,-2 0 16,2 1-16,-1 0 15,0 0-15,1 2 16,0 0-16,1 0 16,0 1-16,1-3 15,0 0-15,-1 1 16,1-1-16,-1-2 15,0 2 1,1-1-16,0 0 16,-2 2-16,1 0 15,-1 0-15,0 1 16,-1-2-16,1 1 16,0-2-16,0-2 15,0 2-15,0-2 16,0-6-16,0 12 15,0-12 1,0 9-16,0-9 16,0 0-16,0 7 15,0-7-15,0 0 16,0 0-16,0 0 16,0 0-16,-6 7 15,6-7-15,-15 3 16,2-2-16,-3 0 15,-5 0 1,-2 1-16,-4 0 16,3-1-16,1 1 15,3-2-15,3 0 16,0 0-16,-1 0 16,-2 0-16,-1 0 15,-2 0-15,0 0 16,1-1-16,2 0 15,3 1-15,0-2 16,0 1 0,-1 0-16,-1 0 15,-3 1-15,0-1 16,0-1-16,0 0 16,1 0-16,1 0 15,1 1-15,1-1 16,-2 1-16,-2-1 15,-1 0-15,-3-1 16,2 1 0,3 0-16,1 0 15,1 1-15,1-1 16,0 1-16,-3-1 16,0 0-16,-1 1 15,-1-1-15,2 0 16,2 1-16,1-1 15,1 0 1,1 1-16,-1 0 16,-1 1-16,-1 0 15,1 0-15,1 0 16,3 0-16,1 0 16,1 0-16,0 0 15,12 0-15,-18 0 16,18 0-16,-16 1 15,16-1-15,-16 1 16,16-1-16,-11 2 16,11-2-1,0 0-15,0 0 16,-11 3-16,11-3 16,0 0-16,0 0 15,0 0-15,0 0 16,0 0-16,0 0 15,0 0-15,0 0 16,-10 4 0,10-4-16,0 0 15,0 0-15,-10-7 16,10 7-16,-10-11 16,3 0-16,0-4 15,4-1-15,-2-2 16,4-3-16,1-2 15,1 0-15,2 1 16,1-2-16,-1 2 16,2 0-1,-3 3-15,1 0 16,1 2-16,-2 0 16,1-1-16,0-1 15,0 3-15,0-1 16,-1 3-16,1 0 15,-1 1-15,0 1 16,0-3-16,1 3 16,-2-2-1,0 0-15,0 2 16,0-1-16,0-1 16,-1 1-16,0 0 15,0 0-15,0 0 16,0 0-16,0 0 15,0 1-15,0 1 16,0-1 0,0 1-16,0 0 15,0 1-15,0 0 16,0 1-16,0-1 16,0 2-16,0 1 15,0 1-15,0 6 16,0-11-16,0 11 15,0-11-15,0 11 16,0-10-16,0 10 16,0-9-1,0 9-15,0-8 16,0 8-16,0-10 16</inkml:trace>
  <inkml:trace contextRef="#ctx0" brushRef="#br2" timeOffset="53032.21">9945 7209 0,'0'0'0,"0"0"16,0 0-16,0 0 15,0 0-15,1 2 16,-1-2 0,0 0-16,0 0 15,0 0-15,0 0 16,0 0-16,0 0 16,12 4-16,-12-4 15,0 0-15,16-2 16,-16 2-16,15-2 15,-5 2-15,1-1 16,0 0 0,1 1-16,2-1 15,2-1-15,3 2 16,-1-1-16,0 1 16,-2 1-16,-1 1 15,0 0-15,-1 0 16,1 2-16,-2-1 15,3 1-15,0 0 16,1 1 0,1 0-16,1 0 15,-1-1-15,-1-1 16,0 0-16,-1-2 16,1 0-16,2-1 15,0-1-15,1 0 16,2 1-16,-2-2 15,-3 2-15,0-1 16,0 0 0,-1 1-16,-1-1 15,1 0-15,0 0 16,0 0-16,1 0 16,1 1-16,1-1 15,-3-1-15,-2 2 16,-3-1-16,0 0 15,-1 1-15,-10 0 16,18-2 0,-18 2-16,16-1 15,-16 1-15,14-1 16,-14 1-16,17 0 16,-17 0-16,17 0 15,-8 0-15,3 0 16,0 0-16,2 0 15,-1 0-15,-2 0 16,-11 0 0,18 0-16,-18 0 15,17 0-15,-17 0 16,17 0-16,-17 0 16,17 0-16,-17 0 15,15 0-15,-15 0 16,12-2-16,-12 2 15,0 0-15,13-3 16,-13 3-16,0 0 16,0 0-1,10-3-15,-10 3 16,0 0-16,10-2 16,-10 2-16,0 0 15,14-3-15,-14 3 16,14-1-16,-14 1 15,10-2-15,-10 2 16,0 0-16,14-2 16,-14 2-16,10-2 15,-10 2 1,0 0-16,14-3 16,-14 3-16,0 0 15,14-2-15,-14 2 16,10-1-16,-10 1 15,0 0-15,13-3 16,-13 3-16,0 0 16,0 0-16,11-2 15,-11 2 1,0 0-16,0 0 16,0 0-16,9 3 15,-9-3-15,0 0 16,0 0-16,0 0 15,10 3-15,-10-3 16,0 0-16,0 0 16,0 0-1,0 0-15,0 0 16,11 5-16,-11-5 16,0 0-16,0 0 15,0 0-15,8 8 16,-8-8-16,5 6 15,-5-6-15,6 10 16,-6-10-16,7 12 16,-7-12-1,6 11-15,-6-11 16,6 12-16,-6-12 16,4 11-16,-1-5 15,-2 1-15,2 1 16,-1 1-16,0 0 15,0 0-15,-1 0 16,0 0-16,0-1 16,0 1-1,-1 0-15,0 0 16,0 1-16,0 0 16,0 2-16,0-1 15,0-2-15,0 1 16,0-1-16,0 1 15,0-1-15,0 0 16,0 1-16,0 0 16,-1 2-1,0 0-15,-1 1 16,1-2-16,-2 0 16,1 1-16,0 1 15,0-1-15,0 0 16,0 0-16,-1-1 15,1 2-15,-1 0 16,2-2-16,-2 1 16,1 0-1,0 2-15,0-1 16,0 3-16,-1-1 16,1-1-16,0-1 15,1-1-15,0-2 16,-2 2-16,1 0 15,-1 0-15,1-1 16,1-1-16,-1 1 16,0 1-16,-1 0 31,1 0-31,1-3 0,-1 1 16,1 1-16,-1-1 15,0 1-15,1-1 16,0-1-16,-1 1 15,1-2-15,0 0 16,0-1-16,0 0 16,1-7-16,-1 11 15,1-11 1,0 12-16,0-5 16,0-7-16,0 9 15,0-9-15,0 0 16,0 8-16,0-8 15,0 0-15,1 6 16,-1-6-16,0 0 16,0 0-16,0 0 15,0 0 1,2 7-16,-2-7 16,0 0-16,0 0 15,0 0-15,0 0 16,0 0-16,0 0 15,0 0-15,0 0 16,-12 5-16,12-5 16,-15 2-16,3 0 15,-2-1 1,0 1-16,0-2 16,3-2-16,1 2 15,10 0-15,-18 0 16,18 0-16,-17 0 15,17 0-15,-12-2 16,12 2-16,-10-2 16,10 2-16,0 0 15,-14-2-15,14 2 16,-11-2 0,11 2-16,-12-2 15,12 2-15,-16-1 16,4 0-16,-4-1 15,-2 0-15,2 1 16,1-1-16,1 1 16,-1-1-16,2 0 15,-2 0-15,2 1 16,-1 0 0,0-1-16,-3 2 15,-1 0-15,1 0 16,0 0-16,2 0 15,4 0-15,-2 0 16,0 0-16,-1 0 16,1 0-16,0 0 15,0 0-15,1 0 16,-2 0 0,0 0-16,-1 2 15,-1-2-15,1 1 16,2 0-16,-1 1 15,1 1-15,-1-1 16,0 0-16,-1 1 16,2 0-16,-3-2 15,2 2-15,-2 0 16,0-1 0,2 0-16,-2 1 15,3 0-15,1-1 16,0 0-16,0 0 15,2 0-15,0-2 16,10 0-16,-18 0 16,18 0-16,-18 0 15,18 0-15,-15-2 16,15 2-16,-13-2 16,13 2-1,-11-1-15,11 1 16,0 0-16,-12-3 15,12 3-15,0 0 16,-11-2-16,11 2 16,0 0-16,-12-2 15,12 2-15,0 0 16,-13-6 0,13 6-16,0 0 15,-12-11-15,6 3 16,2-3-16,0-2 15,1-3-15,1 0 16,1-1-16,-1-1 16,0-4-16,1-3 15,-1 0-15,1 1 16,0 1 0,0-1-16,2 0 15,0 0-15,-1 3 16,1 1-16,-1-1 15,1 2-15,0-1 16,0 1-16,-1 3 16,1 1-16,0 1 15,0 1-15,0-1 16,0 0 0,-1 1-16,0-2 15,-1 1-15,0-2 16,0 0-16,-1 0 15,1 0-15,-1-2 16,1 0-16,0 0 16,0-1-16,-1 2 15,0 0-15,1 0 16,-1 3 0,2 2-16,-1 1 15,0 2-15,1 1 16,-1 2-16,1 6 15,-2-9-15,2 9 16,0 0-16,2-7 16,-2 7-16,0 0 15,0 0-15,0 0 16,0 0-16,0-8 16,0 8-1,0-10-15,1 2 16,-1-1-16,3-6 15,8-9-15,15-13 16</inkml:trace>
  <inkml:trace contextRef="#ctx0" brushRef="#br2" timeOffset="56498.51">9991 7176 0,'0'0'0,"0"1"16,0-1-16,0 0 16,-2 14-16,2-4 15,-3 7-15,0 5 16,-2 4-16,-2 5 16,1-2-16,0 0 15,1-2-15,-1 2 16,0 1-1,1 0-15,-2 2 16,2-1-16,1-1 16,4 2-16,1 3 15,3 0-15,-1-1 16,3-1-16,-1 0 16,2-2-16,0-1 15,0-2-15,-2-6 16,1-1-1,0 4-15,1-5 16,-1 1-16,-2-8 16,-1-3-16,0-1 15,-1-2-15,-1 0 16,-1-7-16,2 8 16,-2-8-16,0 0 15,0 0-15,0 0 16,0 0-1,-1-15-15,-3-15 16,-1-13-16,3-7 16,2-10-16,3-6 15,4-5-15,1 0 16,-1 8-16,-1 3 16,1 9-16,-3 5 15,0 7-15,-5 3 16,-2 7-1,0 7-15,1 6 16,0 6-16,-1 3 16,3 7-16,-2-7 15,2 7-15,0 0 16,0 0-16,-10 11 16,1 7-16,-3 10 15,2 10-15,2 5 16,4 7-16,2 6 15,3 5 1,3 7-16,0 3 16,4 3-16,0-4 15,1-5-15,0-8 16,0-7-16,0-6 16,0-8-16,-2-11 15,-1-7-15,-2-6 16,-1-5-1,-3-7-15,0 0 16,0 0-16,5-9 16,-1-21-16,-2-18 15,-2-10-15,0-14 16,0-7-16,0-1 16,0 4-16,0 4 15,0 5-15,0 10 16,0 6-16,0 10 15,0 7 1,0 9-16,-1 8 16,0 6-16,1 4 15,0 7-15,0 0 16,0 0-16,0 0 16,-15 25-16,5 14 15,0 11-15,3 7 16,2 5-16,0 3 15,2 3-15,2-1 16,1-7 0,0-3-16,1-6 15,2-9-15,-2-9 16,1-8-16,0-9 16,-2-6-16,0-10 15,1 8-15,-1-8 16,2-8-16,3-19 15,-1-28-15,-1-14 16,-1-8 0,1-2-16,-1-4 15,2 5-15,1 9 16,-1 9-16,1 10 16,-3 11-16,1 7 15,-3 8-15,0 8 16,0 6-16,0 10 15,-1-6-15,1 6 16,-3 7 0,-5 15-16,-3 18 15,1 10-15,2 6 16,1 0-16,2-2 16,3-3-16,3-5 15,4-5-15</inkml:trace>
  <inkml:trace contextRef="#ctx0" brushRef="#br2" timeOffset="58465.5">10623 7310 0,'0'0'0,"0"0"15,-1-3-15,1 3 16,-4-12-16,4 12 15,-2-8-15,2 8 16,0 0 0,0 0-16,0 0 15,-9 10-15,1 15 16,0 9-16,0 10 16,0 5-16,2 6 15,-1 4-15,2 0 16,0 1-16,3 0 15,2 0-15,0 0 16,2-5-16,0-8 16,-1-11-1,1-8-15,-2-9 16,1-5-16,-1-5 16,0-9-16,0 6 15,0-6-15,0 0 16,0-24-16,-1-16 15,-1-15-15,-1-4 16,1-7 0,-1-2-16,0 0 15,2-1-15,3 10 16,1 1-16,0 6 16,1 8-16,-1 3 15,0 8-15,0 7 16,-2 7-16,0 9 15,-1 10-15,1-8 16,-1 8 0,0 0-16,2 9 15,3 20-15,-2 19 16,-2 9-16,-2 8 16,-1 7-16,-1-1 15,1 0-15,0-1 16,3-7-16,2-6 15,3-8-15,0-12 16,-2-11-16,1-9 16,-3-5-1,0-5-15,-2-7 16,0 0-16,7-9 16,3-25-16,-3-30 15,-2-9-15,0-8 16,1-4-16,-1 1 15,0 2-15,1 9 16,-1 8 0,-1 6-16,0 6 15,-1 7-15,0 11 16,-2 10-16,0 10 16,-1 7-16,0 8 15,0 0-15,0 0 16,0 0-16,0 26 15,0 19-15,-2 9 16,-1 7 0,0 2-16,1 7 15,-1 1-15,1-2 16,2 3-16,4-7 16,0-6-16,2-6 15,-3-14-15,2-8 16,-4-10-16,1-6 15,-1-5-15,-1-10 16,0 0 0,0 0-16,-9-17 15,-6-29-15,-1-14 16,5-11-16,3-8 16,4 1-16,1 0 15,3 11-15,2 9 16,-1 7-16,-1 13 15,0 8-15,0 10 16,0 6-16,0 6 16,0 8-1,0 0-15,0 0 16,-8 20-16,-5 19 16,0 14-16,3 8 15,2 6-15,3 0 16,2-3-16,2 0 15,2-7-15,2-2 16,1-7 0,0-10-16,1-8 0,0-10 15,0-7 1,0-6-16</inkml:trace>
  <inkml:trace contextRef="#ctx0" brushRef="#br3" timeOffset="65515.55">9434 7179 0,'0'0'0,"0"0"0,0 0 16,0 2-1,0-2-15,-1 14 0,1 2 16,-2 8 0,0 6-16,1 7 15,-4 5-15,1 3 16,-3 5-16,-2 4 16,-2 4-16,1 3 15,0-3 1,0 0-16,1-6 0,1-3 15,3-6 1,2-8-16,1-9 16,2-7-16,0-7 15,0-3-15,0-9 16,1 8-16,-1-8 16,0 0-16,0 0 15,0-12-15,0-15 16,0-13-16,0-4 15,0-7 1,0 0-16,0-3 16,0 0-16,0 2 15,0 0-15,0 2 16,1 2-16,0 7 16,0 6-16,0 6 15,0 5-15,0 9 16,-1 4-16,0 5 15,0 6-15,0 0 16,0 0 0,0 0-16,-1 15 15,-2 19-15,-4 14 16,-1 9-16,-3 3 16,0 4-16,0 6 15,0 0-15,0-4 16,4 1-16,2-5 15,3-5-15,2-5 16,0-12 0,2-6-16,0-8 15,0-7-15,-1-7 16,0-5-16,-1-7 16,0 0-16,0 0 15,6-26-15,-3-14 16,2-11-16,0-7 15,0-10 1,0-5-16,2-4 16,4 1-16,5 4 15,1 7-15,-3 11 16,-1 4-16,-1 7 16,-2 6-16,-5 6 15,0 7-15,-3 8 16,-1 7-16,-1 9 15,1-8-15,-1 8 16,0 0 0,-4 16-16,-5 15 15,-1 14-15,1 10 16,1 5 0,0 8-16,1-1 0,0 2 15,1 3-15,3-2 16,0-2-16,1-1 15,2-8-15,-1-6 16,1-10-16,0-9 16,0-9-1,0-8-15,0-7 16,0-10-16,0 0 16,0 0-16,8-28 15,2-21-15,0-16 16,0-2-16,0-7 15,0-3-15,0 1 16,-1 4-16,-1 6 16,-1 9-1,-1 8-15,1 3 16,-2 7-16,-1 5 16,0 6-16,-1 7 15,-2 7-15,0 7 16,-1 7-16,0 0 15,0 0-15,0 0 16,1 26-16,-1 16 16,-2 8-1,-3 6-15,-2 4 16,-2 1-16,1-2 16,1-1-16,0-5 15,1-4-15,1-5 16,1-8-16,2-10 15,0-8-15,1-7 16,0-4 0,1-7-16,0 0 15,0 0-15,0 0 16,-8-36-16,3-13 16,4-12-16,2-5 15,4-6-15,3-1 16,0 8-16,-1 10 15,-1 10-15,-1 9 16,-2 7-16,1 8 16,-3 7-1,-1 5-15,0 9 16,1-8-16,-1 8 16,0 0-16,0 0 15,0 0-15,-1 7 16,0 3-16,-1 2 15,0-1-15,2 0 16,0 1 0,0-3-16,0 1 15,2 0-15,0 0 16,-1-1-16,2 0 16,-1-2-16,-2-7 15,4 11-15,-4-11 16,11 6-16</inkml:trace>
  <inkml:trace contextRef="#ctx0" brushRef="#br3" timeOffset="71799.1">11373 3490 0,'0'0'0,"0"0"0,0 0 0,0 0 16,0 2-16,0-2 15,1 7-15,0-1 16,0 4-16,1 1 16,0 2-16,0 2 15,2 0-15,0-1 16,0-2-16,1 0 15,0-1 1,1 1-16,2 0 16,0 1-16,0 0 15,1-1-15,-3-2 16,2-1-16,-2 0 16,-1-3-16,-5-6 15,12 9-15,-12-9 16,23 6-16,-3-7 15,6-7-15,6-7 16,6-5 0,5-5-16,4-4 15,5-2-15,2-3 16,3-1-16,-3 2 16,5-4-16,1-1 15,-6 4-15,4 2 16,-9 6-16,-2 0 15,4-3-15,-5 5 16,-4 1 0,-8 5-16,-8 6 15,-6 1-15,-4 2 16,-1 1 0,-6 2-16,-9 6 0,13-5 15,-13 5-15,0 0 16,0 0-16,0 0 15,11-7 1,-11 7-16,20-8 16</inkml:trace>
  <inkml:trace contextRef="#ctx0" brushRef="#br3" timeOffset="79498.28">2899 4613 0,'0'0'0,"0"0"0,3-3 15,8-2-15,13-3 16,13-2-16,7 0 16,6 0-16,2 1 15,4 3-15,-1-2 16,1 1-16,2-1 15,-3 0 1,0 1-16,0-3 16,-5 1-16,1 2 15,-1-2-15,-2 2 16,2-1-16,0 2 16,-3 2-16,1 1 15,-1 3-15,-1 0 16,-3 1-16,-1 1 15,-1 0 1,0 2-16,1-2 16,-4 0-16,2 1 15,1-1-15,-1 0 16,1-1-16,-3 0 16,1-1-16,2 1 15,-3 0-15,0 0 16,-5 0-1,0 0-15,1 0 16,-1-1-16,0 1 16,-2-1-16,-1 0 15,2-1-15,1 1 16,1 0-16,1-1 16,-3-1-16,0 0 15,-1 1-15,3-1 16,-2 0-1,0 1-15,-2 0 16,-3 1-16,0 1 16,2 0-16,-2 2 15,0-2-15,-2 1 16,-2 0-16,0 1 16,1 4-16,3 0 15,-1 0-15,0 1 16,3-2-16,0-1 15,-1 1 1,-3-3-16,2 2 16,1-3-16,1 1 15,1 1-15,-1-3 16,0 2-16,-1-1 16,4-1-16,-1 1 15,2 0-15,1-1 16,0 1-16,-1-1 15,4 1 1,-1-1-16,-1 1 16,1 0-16,-8-1 15,0 1-15,-3-2 16,-2 2-16,-1 0 16,-3-1-16,-2 1 15,-3-2-15,0 1 16,-1 0-16,-1 0 15,-1-1 1,-11 0-16,13 0 16,-13 0-16,0 0 15,9 0-15,-9 0 16,0 0-16,0 0 16,0 0-16,0 0 15,8-8-15,-8 8 16</inkml:trace>
  <inkml:trace contextRef="#ctx0" brushRef="#br3" timeOffset="81015.25">9981 3882 0,'0'0'0,"0"0"0,0 0 0,0 0 15,0 0-15,0 0 16,0 0-16,6-1 15,6 0-15,8-1 16,4-2-16,3 1 16,2 0-16,0 0 15,-1 0 1,0 0-16,-3 0 16,1-1-16,-1 2 15,-3-1-15,-2 1 16,-3 0-16,-3 1 15,-3 1-15,-11 0 16,14 0-16,-14 0 16,0 0-16,11 0 15,-11 0 1,0 0-16,0 0 16,0 0-16,0 0 15,11 1-15,-1-1 16</inkml:trace>
  <inkml:trace contextRef="#ctx0" brushRef="#br3" timeOffset="86682.4">10126 7157 0,'0'0'0,"0"0"0,0 0 0,0 0 15,0 0-15,-3 0 16,3 0-16,0 0 16,0 0-16,0 0 15,0 0-15,0 0 16,0 0-16,0 0 15,0 0 1,0 0-16,0 0 16,0 0-16,-10 5 15,10-5-15,-4 7 16,4-7-16,-9 11 16,6-4-16,-1 1 15,0 0-15,-1 0 16,1 0-16,3 1 15,1 1-15,2 0 16,4 2 0</inkml:trace>
  <inkml:trace contextRef="#ctx0" brushRef="#br3" timeOffset="95931.93">2745 4139 0,'0'0'0,"0"0"0,0 0 0,0 0 15,0 0-15,0 0 16,0 2-16,0-2 16,0 0-1,12 8-15,-12-8 16,23 11-16,-6-6 16,2-1-16,2-3 15,-1-1-15,2-2 16,-1-1-16,0 2 15,-1-1-15,2 0 16,0 2 0,1 0-16,0 3 15,0 0-15,-1 1 16,-3-1-16,-3-1 16,-4 0-16,3 1 15,-4-1-15,1 1 16,0-1-16,1 1 15,-1-1-15,-1 0 16,1-1-16,1 1 16,0 0-1,1 0-15,-1-1 16,-2 1-16,-1 0 16,1-1-16,-11-1 15,17 3-15,-17-3 16,15 3-16,-15-3 15,13 1-15,-13-1 16,12 2 0,-12-2-16,12 2 15,-12-2-15,10 0 16,-10 0-16,11 0 16,-11 0-16,10 0 15,-10 0-15,13 0 16,-13 0-16,16 0 15,-16 0-15,14 0 16,-14 0 0,13-2-16,-13 2 15,0 0-15,0 0 16,11-3-16,-11 3 16,0 0-16,0 0 15,0 0-15,0 0 16,0 0-16,0 0 15,0 0-15,0 0 16,0 0-16,10-2 16,-10 2-16,0 0 15,0 0 1,0 0-16,0 0 16,0 0-16,0 0 15,0 0-15,0 0 16,0 0-16,0 0 15,10-2-15,-10 2 16,10 0-16,3-1 16,3 5-1</inkml:trace>
  <inkml:trace contextRef="#ctx0" brushRef="#br3" timeOffset="97881.88">10984 4474 0,'0'0'0,"0"0"0,0 0 15,0 0-15,-4 2 16,4-2-16,0 0 15,0 0-15,0 0 16,0 0-16,0 0 16,6 7-16,5-3 15,9-2-15,6-1 16,2-1-16,-3 0 16,0-1-1,1-1-15,-2-2 16,2 1-16,-3 0 15,-1 0-15,-5 1 16,-3 0-16,-2 1 16,-12 1-16,11-2 15,-11 2-15,0 0 16,0 0 0,0 0-16,0 0 15,0 0-15,0 0 16,-24 6-16,-4-2 15,1-1-15,1-1 16,3 0-16,3-1 16,1-2-16,2 0 15,2 0-15,4-1 16,11 2 0,-11 0-16,11 0 15,0 0-15,0 0 16,0 0-16,0 0 15,-9-1-15,9 1 16,0 0-16,0 0 16,12-3-16,4 0 15,3-1-15,-2 2 16,-3-1 0,-2 2-16,-12 1 15,14-2-15,-14 2 16,0 0-16,0 0 15</inkml:trace>
  <inkml:trace contextRef="#ctx0" brushRef="#br3" timeOffset="99697.57">4231 4309 0,'0'0'0,"0"0"16,0 0-16,0 0 16,0 0-16,0 0 15,0 0-15,0 0 16,0 0-16,4-1 16,-4 1-16,15-6 15,-5 2 1,1 0-16,1 0 15,3-1-15,1 0 16,1-1-16,-1 0 16,1 1-16,-1 0 15,-2 1-15,-2 3 16,-2-1-16,-10 2 16,15 0-16,-15 0 15,16 2-15,-16-2 16,12 2-1,-12-2-15,0 0 16,0 0-16,11 3 16,-11-3-16,0 0 15,13 5-15,0-1 16</inkml:trace>
  <inkml:trace contextRef="#ctx0" brushRef="#br3" timeOffset="101349.14">5011 4218 0,'0'0'0,"0"0"0,0 0 0,0 0 15,1 1 1,-1-1-16,0 0 16,12 3-16,9 1 15,12-3-15,6-1 16,3 0-16,4 0 16,-3 0-16</inkml:trace>
  <inkml:trace contextRef="#ctx0" brushRef="#br3" timeOffset="102582.38">11738 4469 0,'0'0'0,"0"0"0,0 0 16,0 0-16,-2 1 15,2-1-15,0 0 16,0 0 0,0 0-16,0 0 15,0 0-15,0 0 16,20 7-16,11-4 16,6-1-16,4-1 15,9-2-15,8-2 16,-1-2-16,4 0 15,-3-1-15,1 0 16,6 0 0,-11 1-16,-1 2 15,-1 3-15,-3 0 16,1 0-16,-7 1 16,-3 0-16,-5 1 15,-3 0-15,-4-1 16,-5-1-16,-4 0 15,-6-1-15,-4 1 16,-9 0 0,10-2-16,-10 2 15,0 0-15,0 0 16,0 0-16</inkml:trace>
  <inkml:trace contextRef="#ctx0" brushRef="#br3" timeOffset="103815.42">5902 4645 0,'0'0'0,"0"0"0,0 0 15,0 2-15,0-2 16,11 9-16,2-2 15,10-2-15,6-1 16,6-2 0,0 0-16,0 0 0,1-2 15,-1 0 1,3 0-16,-1-2 16,-3 0-16,0 0 15,-7-1-15,-4 2 16,0-1-16,-4 0 15,-1 1-15,0 1 16,1 1-16,2 3 16,-1 0-16</inkml:trace>
  <inkml:trace contextRef="#ctx0" brushRef="#br3" timeOffset="106448.79">13250 4453 0,'0'0'0,"0"0"0,0 0 15,0 0-15,-2 1 16,2-1 0,0 0-16,0 0 15,0 0-15,0 0 16,22 1-16,-4-1 15,4 1-15,3 0 16,1 0-16,-2 0 16,3-3-16,2-1 15,0-1-15,-1 1 16,1 0-16,-1-1 16,-3 2-1,-2-2-15,-3 2 16,1 0-16,2-1 15,-1 2-15,-1 3 16,-4-1-16,-2 0 16,-1-1-16,2 5 15,5 0-15</inkml:trace>
  <inkml:trace contextRef="#ctx0" brushRef="#br3" timeOffset="111331.76">14631 3874 0,'-1'-2'0,"1"2"0,-2-6 15,0-2-15,-1-2 16,-2-4-16,0-3 15,-1-1-15,2 4 16,-4-2 0,-3 2-16,-3 0 15,-4-2-15,-6 3 16,-8-2-16,-2 0 16,-2 3-16,-1 1 15,-1 1-15,2 3 16,3 7-16,7 3 15,5 0-15,-2 6 16,-2-4 0,2 2-16,-2 0 15,3-1-15,0 5 16,-1 0-16,7-2 16,1 3-16,0 1 15,1 2-15,-1 0 16,4-2-16,-3 9 15,-1 4-15,1-2 16,2-5-16,2-1 16,1-2-1,-2 3-15,1-1 16,0 0-16,-2 3 16,2-3-16,1-1 15,0 1-15,1 1 16,1-1-16,2 2 15,0-1-15,1-1 16,1-2 0,1-1-16,1 0 15,1-1-15,0-1 16,1 2-16,2-1 16,0 4-16,1-1 15,1-3-15,0 3 16,1-4-16,2 1 15,0 2-15,-2-6 16,2 1 0,0 0-16,1-1 15,3 3-15,1-2 16,-4-5-16,2 1 16,-1-2-16,1 0 15,0-1-15,-1-3 16,8 3-16,5 0 15,3 1-15,0-1 16,-3 0 0,0 1-16,0-1 15,-1-1-15,0-1 16,-2 0-16,0-2 16,-1-1-16,0 0 15,2-1-15,-2 0 16,2 1-16,2-1 15,-2 1-15,1-1 16,-2 0-16,0 0 16,2-2-16,-2-1 15,1-2 1,0 0-16,-2-2 16,0-2-16,-1-2 15,0-3-15,-1-1 16,-2-2-16,3-1 15,-3-2-15,-1 0 16,1 2-16,-2-2 16,-1 0-1,1-1-15,-1-3 16,-2 0-16,-4-3 16,-1 1-16,-3 1 15,0-2-15,-4-1 16,-3 1-16,-6-5 15,-9-1-15,-17-4 16,-19-4-16,-20 0 16,-29 5-16,-1 6 15,-25 0 1,-5 43-16</inkml:trace>
  <inkml:trace contextRef="#ctx0" brushRef="#br3" timeOffset="115099">14018 5036 0,'-2'1'0,"2"-1"0,0 0 0,-9 10 16,9-10-16,0 0 15,0 0-15,14 3 16,-1-3-16,1 0 16,5 0-16,4 0 15,2 0 1,7 0-16,-1-1 15,1-3-15,-4-1 16,-4-2-16,-1-1 16,2-4-16,-3-2 15,0-1-15,-5-2 16,0-3-16,0-5 16,-3 2-16,-2-1 15,-3 1 1,-3-2-16,-2-1 15,-2 1-15,-2 1 16,0-2-16,-3 2 16,-3-2-16,-5-3 15,-4 3-15,-10-2 16,-7 5-16,-8 2 16,-1 4-16,3 4 15,-6 1-15,8 8 16,1 1-1,5 5-15,6 2 16,2 0-16,2 3 16,2 8-16,0 5 15,3 1-15,5-1 16,4-8-16,0 1 16,-2 10-16,0 17 15,4 2-15,3-6 16,5 0-1,5-2-15,4 14 16,3-7-16,12-4 16,8 0-16,14-5 15,-2 2-15,8-2 16</inkml:trace>
  <inkml:trace contextRef="#ctx0" brushRef="#br3" timeOffset="116131.96">14556 5246 0,'0'0'0,"-1"-2"16,1 2-16,-4-8 15,-1-2-15,-1-3 16,-2-4-16,-2-4 16,-2-1-16,-4 0 15,-10 0-15,-7 2 16,-7 0-1,-7 1-15,-1 5 16,3 3-16,5 3 16,1 2-16,1 3 15,-5 5-15,6 2 16,4 1-16,8 0 16,2-1-16,-1 4 15,0 6-15,3-1 16,-1 7-1,5 3-15,1 1 16,1 6-16,3 3 16,6 3-16,4 2 15,6 8-15,3 2 16,3-7-16,3-1 16,6-2-16,10 2 15,7 6-15,4-4 16,-4-8-1,1-6-15,-3-7 16,5-7-16,7-6 16,-1-5-16,5-4 15,1-4-15,-3-5 16,2-4-16,-3-4 16,-8-5-16,-4-2 15,-5 0-15,-6 0 16,-5-4-16,-6-1 15,-4-2 1,-10-3-16,-9-2 16,-17-7-16,-17-6 15,-21 5-15,-18 3 16,-3 7-16,-8 9 16,-3 10-16,10 5 15,-10 4-15</inkml:trace>
  <inkml:trace contextRef="#ctx0" brushRef="#br3" timeOffset="118848.86">14781 3073 0,'0'0'0,"6"2"0,6 3 16,22 9-1,15 6-15,1 4 16,-1 7-16,-6 7 16,-5 4-16,-9 4 15,-7 1-15,-5 6 16,-5 4-16,-4 0 15,-5 7-15,-2-1 16,-2 10 0,0 4-16,-1-1 15,1 5-15,0 1 16,-1 6-16,1 5 16,2-1-16,3 5 15,2 4-15,5-1 16,1 2-16,2-2 15,0 1-15,1 10 16,-1-6-16,0 0 16,0-2-1,-2-6-15,0-3 16,-3-11-16,0-4 16,-3-7-16,-2-8 15,-3-6-15,-3-10 16,-2-8-16,-2-8 15,-2-5-15,-1-6 16,-5-4-16,-5-2 16,-11-3-1,-17-5-15,-20-8 16,-16-5-16,-8-14 16</inkml:trace>
  <inkml:trace contextRef="#ctx0" brushRef="#br3" timeOffset="134365.24">6920 7268 0,'0'0'0,"0"0"0,0 0 0,0 0 15,0 0-15,0 0 16,0 0-16,0 0 16,8 1-16,1 2 15,4-1 1,6-1-16,1-3 16,4-1-16,1-1 15,2-1-15,2-1 16,1 1-16,-1-1 15,4 0-15,-1 1 16,3-1 0,-1 0-16,1-2 0,-2 1 15,1 0 1,-2-1-16,0 1 16,-3 1-16,-1 0 15,0 1-15,-2-1 16,0 1-16,-3 1 15,0 2-15,-2 0 16,-4 1-16,0 0 16,-2 1-16,-1-1 15,0 0-15,0 0 16,1 0 0</inkml:trace>
  <inkml:trace contextRef="#ctx0" brushRef="#br3" timeOffset="157365.01">9358 7227 0,'0'0'0,"0"0"0,0 0 15,0 0-15,0 0 16,0 0-16,0 0 16,0 0-16,0 0 15,0 0-15,0 0 16,0 0-16,0 0 16,0 0-16,0 0 15,-2 4-15,0 3 16,-1 5-16,0 3 15,-2 2 1,1 1-16,-1 1 16,0 2-16,2 0 15,2 3-15,1 1 16,0 2-16,2 2 16,0 0-16,1-3 15,0-1-15,0-1 16,-1-3-16,1 0 15,0 0 1,0 2-16,0 1 16,0-3-16,0 0 15,0 1-15,-1-1 16,0 0-16,0-2 16,-1-1-16,0 4 15,-2-1-15,0 1 16,-1 0-1,-1 0-15,-1 0 16,-1 1-16,1-2 16,0-1-16,0 2 15,-1-1-15,1 1 16,0 1-16,0-1 16,-1-3-16,1-1 15,2 0-15,-1-2 16,2 0-1,0-2-15,1-1 16,0-1-16,0-3 16,0 1-16,0 0 15,0 0-15,0-1 16,0 1-16,0-1 16,0 1-16,0-1 15,-1-1-15,1-1 16,0-7-1,0 10-15,0-10 16,0 8-16,0-8 16,-1 6-16,1-6 15,-1 7-15,1-7 16,-2 6-16,2-6 16,-2 7-16,2-7 15,-1 9-15,1-9 16,-2 10-16,2-10 15,-1 11 1,0-6-16,0 2 16,1 0-16,-1 1 15,1 0-15,-2 0 16,2 0-16,-1 0 16,0-2-16,1-6 15,-2 11-15,2-11 16,0 10-1,0-10-15,0 10 16,0-10-16,0 9 16,0-9-16,0 0 15,0 8-15,0-8 16,0 0-16,3 6 16,-3-6-16,0 0 15,4 7-15,-4-7 16,0 0-16,14 8 15,-14-8 1,18 3-16,-9-3 16,3 0-16,2 0 15,1 0-15,3-1 16,-1-1-16,5-1 16,0-1-16,-3 0 15,-2 0-15,-2 2 16,2-1-16,-1-1 15,2 1 1,-2-1-16,-2 2 16,0 1-16,0-2 15,1 1-15,-1 1 16,-1-1-16,-2 1 16,-1 0-16,0 1 15,0-1-15,0 0 16,-10 1-16,19-2 15,-8 2-15,0 0 16,2 2 0,-3-2-16,1 1 15,-2 0-15,2 0 16,1 1-16,1 0 16,-1-2-16,-1 1 15,0-1-15,0 0 16,-1-1-16,3 0 15,1-1 1,2 0-16,0 1 16,0-2-16,1 1 15,0-2-15,-2 2 16,1 0-16,0 0 16,0-1-16,-1 1 15,-2 0 1,2 0-16,0 0 0,2 1 15,0-1 1,-1 1-16,-2-1 16,1 0-16,-3 1 15,3-1-15,-1 1 16,-4 0-16,-10 1 16,18-2-16,-18 2 15,15-2-15,-15 2 16,16-1-16,-16 1 15,21-2 1,-8 2-16,-1-2 16,-1 2-16,-1-1 15,1 0-15,-11 1 16,21-2-16,-10 2 16,1-1-16,2 0 15,1 0-15,3 1 16,0-1-16,-1-1 15,-2 2-15,-3-1 16,0 0 0,-1 1-16,-11 0 15,19-2-15,-8 2 16,0 0-16,0 0 16,2 0-16,-2 0 15,0 1-15,-11-1 16,15 1-16,-15-1 15,10 2 1,-10-2-16,0 0 0,12 3 16,-12-3-1,0 0-15,12 2 16,-12-2-16,0 0 16,13 3-16,-13-3 15,0 0-15,12 2 16,-12-2-16,0 0 15,0 0-15,10 2 16,-10-2 0,0 0-16,0 0 15,0 0-15,0 0 16,0 0-16,0 0 16,0 0-16,0 0 15,9-3-15,-9 3 16,0 0-16,0 0 15,0 0-15,0 0 16,0 0 0,0 0-16,0 0 15,0 0-15,0 0 16,0 0-16,0 0 16,0 0-16,0 0 15,0 0 1,0 0-16,0 0 0,0 0 15,0 0-15,0 0 16,0 0 0,0 0-16,0 0 15,0 0-15,0 0 16,0 0-16,0 0 16,0 0-16,0 0 15,0 0 1,0 0-16,0 0 0,0 0 15,0 0-15,0 0 16,0 0 0,0 0-16,0 0 15,0 0-15,0 0 16,0 0-16,0 0 16,0 0-16,0 0 15,0 0-15,0 0 16,0 0-16,0 0 15,0 0-15,0 0 16,0 0-16,0 0 16,0 0-1,0 0-15,0 0 16,0 0-16,0 0 16,0 0-16,0 0 15,0 0-15,9-6 16,-9 6-16,0 0 15,0 0 1,0 0-16,0 0 0,0 0 16,0 0-1,0 0-15,0 0 16,1-7-16,-1 7 16,0 0-16,0 0 15,0 0-15,4-8 16,-4 8-16,0-7 15,0 7-15,-1-9 16,1 9 0,-1-11-16,1 1 15,-1-2-15,0-3 16,0 0-16,1 3 16,-2-3-16,2-1 15,2-2-15,-1 0 16,0 0-16,0-2 15,1-3-15,-2-2 16,1 1 0,0 0-16,-1 2 15,2-1-15,-2 1 16,1 3-16,0-4 16,-1 0-16,-1-2 15,1 3 1,0 0-16,0 2 0,0 0 15,0 0-15,1 2 16,-1 2 0,1 1-16,0-3 31,0-4-31,-1-3 0,1 0 0,-1 5 16,1 1-16,1 0 15,-1 1-15,0 2 16,-1 0-16,1-2 15,0-3-15,0-3 16,-1 0-16,1 1 16,0 2-1,1 2-15,0-1 16,0 0-16,0 2 16,0 2-16,0-3 15,1-1-15,0 0 16,-1 3-16,0 3 15,-1 4-15,1 0 16,-2 3-16,0 7 16,1-10-16,-1 10 15,0-8 1,0 8-16,0 0 16,-1-6-16,1 6 15,0 0-15,0 0 16,0 0-16,0 0 15,-2-6-15,2 6 16,0 0 0,0 0-16,0 0 15,0 0-15,0 0 16,-5-7-16,5 7 16,0 0-16,0 0 15,-3-6-15,3 6 16,0 0-16,0 0 15,-7-7-15,7 7 16,0 0-16,-9-8 16,9 8-16,-11-9 15,11 9 1,-17-12-16,3 7 16,-6 0-16,-2 1 15,4 1-15,1 0 16,-1 0-16,-1 1 15,-1-1-15,-6 1 16,-2-1-16,0 2 16,1 1-1,2 0-15,-1 1 16,-3-1-16,-7 0 16,-1 0-16,0 2 15,2 0-15,-1-1 16,-1 1-16,-2-1 15,2 1-15,4-1 16,1 2-16,1-2 16,-1 0-16,0 1 15,2-1 1,3-1-16,3 0 16,-3 0-16,0 0 15,-1 0-15,2 0 16,-1 0-16,3 0 15,1 0-15,3 0 16,0 0-16,4 0 16,2 0-1,1 0-15,1 0 16,0 0-16,0 0 16,1 0-16,1 0 15,10 0-15,-17 0 16,17 0-16,-13 0 15,13 0-15,0 0 16,-9 0-16,9 0 16,0 0-16,0 0 15,0 0 1,0 0-16,0 0 16,0 0-16,0 0 15,0 0-15</inkml:trace>
  <inkml:trace contextRef="#ctx0" brushRef="#br3" timeOffset="176298.22">9324 7289 0,'0'0'0,"0"0"0,0 0 0,0 0 16,0 0-16,0 0 15,0 0 1,0 0-16,0 0 15,0 0-15,0 0 16,0 0-16,0 0 16,0 0-16,0 0 15,0 0-15,6-1 16,9-1-16,5 0 16,5 0-16,1-1 15,2 0 1,3 0-16,1-2 15,2 2-15,1-2 16,2 2-16,2-2 16,0 3-16,-1 1 15,-2 1-15,-4 0 16,-2 1-16,0 1 16,-3-2-16,-2 1 15,-4 0 1,-4 0-16,-3-1 15,0 2-15,-3-2 16,-1 1-16,0 0 16,0 0-16,0-1 15,-10 0-15,18 2 16,-18-2-16,16 2 16,-16-2-1,18 1-15,-8 0 16,0 0-16,1 0 15,-1-1-15,0 1 16,-1-1-16,-9 0 16,19 0-16,-19 0 15,16 0-15,-16 0 16,11 0-16,-11 0 16,10 0-1,-10 0-15,0 0 16,0 0-16,11 0 15,-11 0-15,0 0 16,0 0-16,0 0 16,0 0-16,0 0 15,0 0-15,0 0 16,0 0-16,0 0 16,10-1-16,-10 1 15,0 0 1,0 0-16,9 9 15,-9-9-15,4 6 16,-4-6-16,5 6 16,-5-6-16,4 8 15,-4-8-15,5 7 16,-5-7-16,4 12 16,-4-12-16,3 12 15,-3-12 1,3 13-16,-2-6 15,1-1-15,-1 1 16,1 2-16,0 0 16,-1 1-16,0 1 15,2 3-15,-1 1 16,0 0-16,0-1 16,0-1-1,0 0-15,0-1 16,-1-1-16,1 1 15,-1-2-15,0 1 16,1-1-16,-1-2 16,1 0-16,-1-1 15,1 0-15,-2-7 16,3 11-16,-3-11 16,3 11-16,-2-4 15,0 0-15,-2-1 16,1-6-1,-1 9-15,1-9 16,0 6-16,0-6 16,0 0-16,-1 7 15,1-7-15,0 0 16,0 0-16,0 0 16,0 0-16,0 0 15,0 0 1,0 0-16,0 0 15,-4 7-15,4-7 16,0 0-16,0 0 16,0 0-16,0 0 15,-17-3-15,7-1 16,-1 1-16,-2-1 16,-2 0-16,0 0 15,-1 0-15,-4 0 16,-4-1-1,-2 2-15,-1 2 16,0 2-16,1 2 16,1 0-16,-3 0 15,-3 0-15,0 0 16,2 0-16,3-1 16,3 2-16,-5-1 15,-2 0-15,0 1 16,-2-1-1,3 1-15,2 0 16,-1 1-16,1 0 16,-1 1-16,1 1 15,3-1-15,1-1 16,3 0-16,2-1 16,1 1-16,2-2 15,1-1-15,3 0 16,11-2-1,-12 1-15,12-1 16,0 0-16,0 0 16,-11 3-16,11-3 15,0 0-15,0 0 16,-14-4-16,9-3 16,-1-3-16,0-4 15,0-3 1,0-5-16,1 1 15,1-1-15,0-2 16,1 1-16,0 0 16,0-1-16,0 0 15,0 2-15,1 2 16,0 2-16,0 3 16,0 0-16,0 3 15,1 0 1,-1 3-16,1 2 15,1 7-15,-1-10 16,1 10-16,0 0 16,-2-8-16,2 8 15,0 0-15,0 0 16,0 0-16,0-6 16,0 6-16,0 0 15,0 0-15,0 0 16,0 0-1,0 0-15,0 0 16</inkml:trace>
  <inkml:trace contextRef="#ctx0" brushRef="#br3" timeOffset="177698.16">10090 7172 0,'0'0'0,"0"0"0,0 0 15,-1-1-15,1 1 16,0 0-16,0 0 15,0 0-15,0 0 16,0 0 0,-10 1-16,10-1 15,-9 12-15,3-1 16,1 0-16,0 5 16,2 2-16,1 3 15,0 0-15,1 1 16,-1-1-16,1-1 15,0-4-15,0-3 16,1-4 0,0-2-16,0-7 15,0 7-15,0-7 16,0 0-16,0 0 16,5-6-16,0-6 15,0-4-15,-1-6 16,-3-2-16,-1 2 15,0 2 1,-2 3-16,1 3 16,-1 4-16,0 1 15,1 3-15,1 6 16,-1-7-16,1 7 16,0 0-16,0 0 15,0 0-15,0 0 16,0 0-16,0 0 15,-13 13 1,10 1-16,0 7 16,3 2-16,0 0 15,0 0-15,0-4 16,0-2-16,0-6 16,0-3-16,0-8 15,1 9-15,-1-9 16,0 0-16,0 0 15,16-14 1,-6-2-16,-1-4 16,-1 1-16,-2 2 15,-1 4-15,-3 3 16,0 3-16,-2 7 16,2-9-16,-2 9 15,0 0-15,0-7 16,0 7-16,0 0 15,0 0 1,0 0-16,-4 7 16,4-7-16,4 12 15</inkml:trace>
  <inkml:trace contextRef="#ctx0" brushRef="#br3" timeOffset="196064.37">6249 7329 0,'0'0'0,"0"0"0,0 0 0,0 0 16,3 0-16,-3 0 16,27-2-1,0 1-15,3-1 16,0-2-16,2 0 16,-1 0-16,1 0 15,0-1-15,0-1 16,-1 1-16,-1 0 15,1 1-15,-1-2 16,0 2-16,-1-1 16,1 2-16,-1 2 15,2 1 1,0 1-16,-1 1 16,1-1-16,-1 1 15,-1 0-15,1 0 16,0-1-16,1 1 15,-1-1-15,0 0 16,-1-1-16,-1 0 16,2 0-16,1 0 15,-1-1 1,-1 0-16,-2-1 16,-2 2-16,1-1 15,2 0-15,1 0 16,-2 0-16,-2 0 15,-2 0-15,-1 0 16,0 1-16,-2-1 16,1 0-16,-1 0 15,0 1 1,-1-1-16,-2 0 16,1 0-16,-1 0 15,0 0-15,0 1 16,-1-1-16,-2 0 15,2 0-15,1 1 16,0-2-16,-1 2 16,-1-1-1,-4 1-15,-11 0 16,13-2-16,-13 2 16,0 0-16,12 0 15,-12 0-15,0 0 16,0 0-16,0 0 15,0 0-15,0 0 16,0 0-16,0 0 16,0 0-1,0 0-15,0 0 16,0 0-16,0 0 16,-18-7-16,-12 0 15,-15-3-15,-5 0 16,0 0-16,4 1 15,-1 3-15,0 4 16,0 0-16,1 4 16,6 2-16,4 0 15,-4 1 1,1 2-16,2 0 16,2-1-16,6 0 15,1 1-15,3-1 16,1 0-16,4-1 15,7-2-15,3 0 16,10-3-16,-10 2 16,10-2-16,0 0 15,0 0 1,0 0-16,0 0 16,0 0-16,0 0 15,0 0-15,28 0 16,0-2-16,4 1 15,3-1-15,4 0 16,-4 1-16,-2-1 16,-3 0-1,-3 1-15,-2 1 0,0 0 16,-4 0 0,-2 0-16,-6 0 15,-3 0-15,-10 0 16,12 0-16,-12 0 15,0 0-15,0 0 16,0 0-16,0 0 16,0 0-16,0 0 15,-23-3-15,-16-1 16,-1 0 0,4 1-16,2-1 15,2 1-15,4 1 16,5 1-16,3-1 15,3 1-15,3 0 16,1 1-16,2-1 16,0 0-16,1 0 15,10 1-15,-11 0 16,11 0 0,0 0-16,0 0 15,0 0-15,0 0 16,0 0-16,0 0 15,27 0-15,14 0 16,7 0-16,2 0 16,-2-1-16,-2 0 15,-1-1-15,-2 0 16,-7 1 0,-4 0-16,-1 0 15,-4-2-15,-5 2 16,-7 0-16,-15 1 15,16-1-15,-16 1 16,0 0-16,0 0 16,0 0-16,10-1 15,-10 1-15,0 0 16,0 0 0,0 0-16,0 0 15,0 0-15,0 0 16,0 0-16,0 0 15,0 0-15,0 0 16,0 0-16,0 0 16,0 0-16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05T10:29:59.163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4584 3267 0,'0'0'0,"2"0"0,-2 0 16,18 0-16,1 0 15,5 0-15,5 0 16,5 0 0,3 0-16,0-1 15,-3-1 1,1-1-16,4 0 0,1 0 15,-1-1-15,-3 2 16,0-1-16,4 0 16,0 0-16,1-1 15,-5 2 1,2-1-16,3 1 16,0 0-16,-2 0 15,-2-1-15,1 0 16,1 1-16,1 0 15,-1-1-15,-2 1 16,2-2-16,-1 2 16,-1 0-16,-1-1 15,1 0 1,-2 1-16,0 0 16,-3 0-16,-3 1 15,-1-1-15,-3 1 16,-1 0-16,0 0 15,0 0-15,-1 1 16,1-1-16,-2 1 16,-1 1-16,-1-1 15,2 1 1,2 0-16,2 0 16,3 0-16,1 0 15,-3-1-15,4-1 16,3-1-16,-1-1 15,3-2-15,0 0 16,-1-1-16,0 1 16,1-1-16,-2 1 15,2-2-15,0 2 16,-1-1 0,0 0-16,0 1 15,1 3-15,0-2 16,-1 0-16,1 2 15,-1 0-15,0-1 16,3 2-16,0-1 16,-1 1-16,0-1 15,1 0-15,-1 1 16,3 0-16,-1 1 16,1 0-1,5 1-15,-1-1 16,1 1-16,1-1 15,1 2-15,2 1 16,-1-1-16,0 0 16,0 1-16,3-1 15,-4-2-15,-2-1 16,1-1-16,-4-1 16,0 0-1,-4 0-15,-1 0 16,-1 0-16,-3 1 15,-2 0-15,-5 1 16,-3 0-16,-2 0 16,-3 1-16,-4 0 15,-1 0-15,0 2 16,-2 1 0,1 2-16,-1 1 15,0 1-15,1 1 16,-1 2-16,0 2 15,0 1-15,-1 2 16,1 3-16,-1 2 16,0 1-16,-1 1 15,0 2-15,1 2 16,-3 3 0,2 2-16,-2 2 15,0 1-15,0 1 16,1 2-16,-1-1 15,1 1-15,-1 1 16,1 0-16,-1 3 16,0-2-16,1 0 15,0 1-15,-1-1 16,0 2 0,1-2-16,-2-1 15,1 0-15,-1 1 16,0-1-16,-2 2 15,2-1-15,-2-2 16,2 2-16,-2 0 16,-1 1-16,1 0 15,-2 0-15,1 3 16,-2 1-16,2-1 16,-3-1-1,0 0-15,0-2 16,-2 1-16,0 0 15,-1 2-15,-1-1 16,0-2-16,0 1 16,0 2-16,-2-1 15,0 1-15,0-1 16,-1 0-16,-1 2 16,1-3-1,0 1-15,0 0 16,0 0-16,0-1 15,0-2-15,1 0 16,0 0-16,0 0 16,1-3-16,0 1 15,0-1-15,-1 1 16,1 0-16,0-1 16,0 0-16,1 0 15,0 3 1,1 1-16,1 1 15,-1 0-15,2 2 16,0 1-16,-1 2 16,2-1-16,0 0 15,0 2-15,0 0 16,0-1-16,0 1 16,0-1-1,0 1-15,1-2 16,-1 0-16,2-2 15,-1 1-15,0-2 16,1 1-16,-1-2 16,1 1-16,-1-1 15,1-3-15,-1 1 16,1-2 0,-2-3-16,0 0 15,-1-2-15,0-2 16,-2-1-16,0-3 15,0 0-15,1-2 16,-1-3-16,1-1 16,0-3-16,0-2 15,-1-4-15,2-2 16,-1-1-16,2-8 16,-3 10-1,3-10-15,0 0 16,-3 8-16,3-8 15,0 0-15,0 0 16,-12 8-16,-4-5 16,-15 1-16,-9-2 15,2-1-15,1-1 16,-4 0-16,-5-1 16,-1 1-1,-3-1-15,-1 0 16,1 0-16,-1 0 15,0 1-15,-3-1 16,-2 0-16,-3 0 16,-1 1-16,1-1 15,-2 2-15,0-1 16,2 1-16,-3 0 16,3 0-16,-2-1 15,0 1 1,0 0-16,-2 0 15,-1 0-15,1 0 16,-1 0-16,0-2 16,-1-1-16,2-1 15,2 2-15,3-1 16,-4 1-16,3-1 16,-4 1-16,2-1 15,2 1 1,-3-1-16,1 0 15,3 0-15,0 0 16,0 1-16,3 0 16,1-1-16,2 0 15,0 1-15,1-1 16,2 0-16,0 0 16,2-1-16,3-2 15,0 0 1,4 0-16,-1 0 15,0 0-15,1 0 16,3 0-16,0 0 16,0 0-16,-3 2 15,1 0-15,1 2 16,2 3-16,-2 1 16,0 1-16,4 1 15,1 0 1,4-1-16,2 0 15,1-1-15,2 1 16,1-2-16,3 0 16,1 0-16,4-1 15,0-1-15,2 0 16,0-1 0,1 0-16,0 0 15,1-1-15,11 2 16,-15-1-16,15 1 15,-12-2-15,12 2 16,0 0-16,-11-3 16,11 3-16,0 0 15,0 0-15,0 0 16,0 0-16,0 0 16,0 0-16,-10-6 15,10 6 1,0 0-16,-10-12 15,4 4-15,-1-4 16,1 0-16,-1-3 16,0-3-16,-2-5 15,2-1-15,-1-3 16,3-2-16,-1-3 16,3-1-16,0-3 15,0 0 1,1-1-16,0-2 15,-1 0-15,2-1 16,-2 3-16,1-1 16,0 0-16,0-2 15,-1 3-15,0-1 16,1 2-16,-2 0 16,1-1-16,-2 0 15,0-1-15,0 0 16,0 0-1,-1 0-15,1-2 16,0-1-16,0 1 16,1-1-16,1-1 15,3-3-15,0-1 16,0 1-16,2-1 16,0 1-16,-1-3 15,1 0-15,0 0 16,2 1-1,-1 0-15,0 1 16,0 2-16,0-1 16,0-1-16,-1-3 15,1 3-15,0-1 16,-1 0-16,-2-2 16,0 1-16,0 2 15,-2-1-15,0-2 16,-2 0-1,0 0-15,-2 0 16,1-2-16,-2 0 16,0-2-16,1 3 15,0-1-15,1-1 16,-1 1-16,-1-3 16,2 1-1,-1 0-15,-1 2 16,3 1-16,0-4 15,2 2-15,1 0 16,2 2-16,1-3 16,1 2-16,1 1 15,-1 0-15,3-1 16,-1 5-16,0 2 16,0 3-16,0 2 15,1-1 1,0 0-16,0 1 15,0 4-15,-1 3 16,2-1-16,-2 2 16,1 1-16,-2 1 15,0 2-15,0 2 16,0 1-16,0 4 16,-1 2-16,-1 3 15,1 2 1,-2 4-16,0 1 15,-1 8-15,2-8 16,-2 8-16,0 0 16,0 0-16,4-9 15</inkml:trace>
  <inkml:trace contextRef="#ctx0" brushRef="#br0" timeOffset="9432.48">4637 3361 0,'0'0'0,"0"0"0,0 0 0,0 0 16,0 0-16,-2 2 15,2-2-15,0 0 16,0 7 0,0-7-16,0 11 15,0-1-15,0 4 16,0 4-16,1 4 16,0 2-16,0 2 15,-1 2-15,1 1 16,0 2-16,0 4 15,-1 2-15,1 3 16,-1 0 0,-1 1-16,0 2 15,-1 1-15,-1 1 16,-1-1-16,0 2 16,-1 1-16,1 3 15,0 0-15,-1 3 16,0 3-16,1 2 15,-1 3 1,1-1-16,-1 6 16,1 1-16,0 1 15,0 3-15,0 2 16,0 0-16,2 1 16,1 2-16,-1-1 15,1 3-15,-1-1 16,0 2-1,2 1-15,-2-2 16,1 1-16,-1 0 16,1-1-16,-1-1 15,1 0 1,-1-1-16,3 1 16,0-1-16,2-3 15,0 0-15,0-4 0,2-1 16,0-2-16,1-1 15,-1-3-15,-1-2 16,1-1 0,0-1-16,1-4 15,-1-1-15,-1-3 16,1-4-16,-1 0 16,0-5-16,-1-5 15,0-2-15,0-6 16,-1-2-16,0-3 15,-1-2-15,-1-3 16,2-6 0,-2-3-16,0-9 15,0 10-15,0-10 16,0 0-16,0 0 16,0 0-16,0 0 15,0 0-15,0 0 16</inkml:trace>
  <inkml:trace contextRef="#ctx0" brushRef="#br0" timeOffset="10483.11">4907 7125 0,'0'0'0,"0"0"15,-5-1-15,5 1 16,-13-3-16,13 3 16,0 0-1,-10-1-15,10 1 16,0 0-16,0 0 16,11 3-16,15 6 15,15-2-15,8-1 16,5-4-16,6-1 15,4-3-15,7-1 16,0-2-16,9 1 16,0 1-1,3-2-15,3 1 16,-3 0-16,5 1 16,-3 3-16,5 2 15,-4 2-15,2-2 16,-2 1-16,0 0 15,3-1-15,-2 0 16,2 1-16,-2-1 16,1 0-1,-4 1-15,1 0 16,-6-1-16,1 0 16,-3 1-16,-3-1 15,3-1-15,-9-1 16,-1 0-16,-2-1 15,-8 0-15,-3-2 16,-5 1 0,-6 0-16,-4 1 15,-6 0-15,-5 0 16,-5 0-16,-4 0 16,-4 1-16,-1 0 15,-4 0-15,1 0 16,-11 0-16,18 3 15,-18-3-15,13 3 16,-13-3-16,0 0 16</inkml:trace>
  <inkml:trace contextRef="#ctx0" brushRef="#br0" timeOffset="11316.5">8407 3477 0,'0'0'0,"0"0"0,0 0 0,-2 3 16,-4 5-16,-6 14 15,-5 16-15,3 18 16,3 9-16,4 13 16,5 6-16,3 5 15,1 4 1,1 4-16,1 1 16,-2 10-16,1 6 15,1 5-15,-1 5 16,-2 6-16,-1 7 15,-3 7-15,-2 3 16,-2 7-16,1 1 16,-1 4-16,0-3 15,0-1 1,1-6-16,2-5 16,5-4-16,4-6 15,1-6-15,2-6 16,-1-9-16,0-6 15,-1-12-15,-1-9 16,1-9-16,-2-9 16,0-12-16,0-12 15,-1-10-15,0-12 16,-1-7 0,0-8-16,-2-7 15,0 0-15,0 0 16,-8-14-16</inkml:trace>
  <inkml:trace contextRef="#ctx0" brushRef="#br0" timeOffset="12166.13">4762 3411 0,'0'0'0,"0"0"0,0 0 0,0 0 15,4 0-15,10 0 16,28 0-16,27-2 15,9-4-15,6 1 16,2-1-16,3 0 16,3 1-16,0-1 15,3 1-15,2-2 16,5 2 0,0-1-16,6 0 15,-2 4-15,8 1 16,-3 3-16,8 1 15,-4 1-15,-1-1 16,2 1-16,-2-1 16,1 0-16,1 1 15,1-3-15,4-5 32,-4-3-32,1-2 0,-2-1 15,-4 1-15,-3-2 16,-7 2-16,-5-1 15,-9 0-15,-6 0 16,-9 0-16,-13 3 16,-6-1-16,-9 1 15,-10 2-15,-6 1 16,-8 1 0,-10 2-16</inkml:trace>
  <inkml:trace contextRef="#ctx0" brushRef="#br0" timeOffset="35615.91">10632 1753 0,'0'0'0,"11"0"0,-11 0 0,17 0 16,27 2-16,17-4 15,6-1-15,2-3 16,1-3-16,3-2 16,-6 0-1,-4 0-15,-5 0 16,-9 3-16,-8 1 15,-6 2-15,-9 0 16,-5 2-16,-7 2 16</inkml:trace>
  <inkml:trace contextRef="#ctx0" brushRef="#br0" timeOffset="35932.79">11056 1718 0,'0'0'0,"0"0"16,0 0-16,0 5 15,0 9 1,0 11-16,1 7 15,2 3-15,-2 0 16,1 0-16,-1 3 16,1 0-16,-1 1 15,0-4-15,1-4 16,0-1-16,-2-3 16,1-4-1,-1-6-15</inkml:trace>
  <inkml:trace contextRef="#ctx0" brushRef="#br0" timeOffset="36265.89">10703 2272 0,'0'0'0,"0"0"0,-1 1 16,1-1-16,0 0 15,0 0-15,0 0 16,0 0-16,8 12 16,27-7-16,23 0 15,12-3-15,2-4 16,2-1-16,-10-1 16,-4-1-1,-6 0-15,-10-1 16,-6 0-16,-5 2 15,-8 0-15,-4 2 16,-3 1-16,-4 0 16,-3 0-16,-11 1 15</inkml:trace>
  <inkml:trace contextRef="#ctx0" brushRef="#br0" timeOffset="36716.04">11921 1955 0,'0'0'0,"0"0"0,0 0 15,0 0-15,5-1 16,10-3-16,15-3 16,10 4-16,4 1 15,-1 2-15,0-1 16,-2 0-16,-1 0 16,-4 0-16,-3 0 15,-4 1 1,-4-1-16,-7 0 15,-5 2-15</inkml:trace>
  <inkml:trace contextRef="#ctx0" brushRef="#br0" timeOffset="36968.9">11924 2169 0,'0'0'0,"0"0"0,0 0 0,0 0 0,5 1 15,8 1-15,18 2 16,13-2-16,5-1 16,1-1-16,-3-1 15,-2 1-15,-2 0 16,-2-2-1,-2-2-15,3-4 16,6-2-16</inkml:trace>
  <inkml:trace contextRef="#ctx0" brushRef="#br0" timeOffset="37615.97">13343 1778 0,'0'0'0,"0"0"0,0 0 16,0 0-16,-4-1 16,-8-1-16,-16-2 15,-14 3-15,-6 2 16,1 3-16,4 1 16,8 2-16,-1 2 15,3 0 1,5 1-16,5-1 15,8-3-15,4-1 16,4 2-16,3 1 16,4 6-16,6 4 15,11 6-15,7 6 16,8 1-16,3 0 16,2-3-16,-3-2 15,-2-3-15,-5-4 16,-5-1-1,-2-3-15,-5-1 16,-8-2-16,-3 2 16,-4 1-16,-8 5 15,-12-1-15,-8 1 16,-8-5-16,-5-4 16,1-3-16,0-3 15,5-2-15,9-3 16,4-2-1,5-1-15,3 0 16,14 3-16,-14-6 16,14 6-16,2-11 15</inkml:trace>
  <inkml:trace contextRef="#ctx0" brushRef="#br0" timeOffset="37999.08">13594 1873 0,'0'0'0,"0"0"16,0 2-16,0-2 16,6 20-16,4 5 15,10 7 1,11 6-16,7 0 16,8 0-16,2-4 0,1-3 15,-1-2-15,-4-7 16,-5-2-16,-6-7 15,-4-3 1,-4-7-16</inkml:trace>
  <inkml:trace contextRef="#ctx0" brushRef="#br0" timeOffset="38234.26">13896 1950 0,'0'0'0,"0"0"15,-5 4-15,-5 5 16,-13 11-16,-12 11 16,0 3-16,0 3 15,1-3-15,4-1 16,8-4-16,2-1 15,4-3 1,4-4-16,3 0 16,6-6-16</inkml:trace>
  <inkml:trace contextRef="#ctx0" brushRef="#br0" timeOffset="38848.89">14613 1918 0,'0'0'0,"0"0"0,-8-2 15,-10 1 1,-12 0-16,-11 5 16,-1 2-16,3 3 15,0-1-15,7 0 16,1-2-16,6 0 16,6 0-16,5-1 15,4-1-15,10-4 16,-10 8-16,8-2 15,5 7 1,14 8-16,9 4 16,14 3-16,3-1 15,1-2-15,-2-3 16,-6-2-16,-4-3 16,-7-2-16,-5-2 15,-7-1-15,-3-2 16,-5 0-1,-1 0-15,-5 0 16,-7 5-16,-8 0 16,-8 2-16,-9-3 15,0-2-15,0-2 16,1-3-16,3-3 16,3-3-16,3-1 15,4-3-15,3-3 16,5-6-16,8-8 15</inkml:trace>
  <inkml:trace contextRef="#ctx0" brushRef="#br0" timeOffset="39065.83">14514 1949 0,'0'0'0,"0"0"0,0 0 16,1-2-16,-1 2 15,0 0-15,11-12 16,10 3-16,17-2 16,13 4-16,5 0 15,3 3-15,-2-1 16</inkml:trace>
  <inkml:trace contextRef="#ctx0" brushRef="#br0" timeOffset="41015.91">11144 2708 0,'0'0'0,"0"2"0,0-2 15,0 19 1,0 8-16,0 9 16,0 8-16,1 6 15,1 1-15,0 0 16,1-4-16,2-2 15,-1-4-15,2-6 16,0-2-16,1-8 16,-1-6-1,0-3-15</inkml:trace>
  <inkml:trace contextRef="#ctx0" brushRef="#br0" timeOffset="41298.91">11143 3103 0,'0'0'0,"0"-2"16,0 2-16,7-13 15,4-8-15,17-9 16,13-4-16,9-2 15,3 3-15,0 2 16,-1 4-16,-5 1 16,-3 3-16,-7 3 15,-4 3 1,-8 5-16,-7 5 16,-6 1-16,-12 6 15</inkml:trace>
  <inkml:trace contextRef="#ctx0" brushRef="#br0" timeOffset="41565.86">11246 2963 0,'0'0'0,"0"0"0,0 0 0,0 0 0,0 0 15,7 5-15,7 3 16,7 7-16,6 3 16,3 4-16,2 2 15,0-1-15,2 2 16,-2-1 0,4-1-16,1-8 15,0 0-15,-3-4 16</inkml:trace>
  <inkml:trace contextRef="#ctx0" brushRef="#br0" timeOffset="41849.07">12009 3044 0,'0'0'0,"0"0"0,0 0 0,3-1 0,8-2 16,11-2-16,8 0 15,8 1-15,3 2 16,0 2 0,-4 1-16,-6 0 15,-7 1-15,-3 0 16,-6-2-16,-3 1 15,-12-1-15,0 0 16</inkml:trace>
  <inkml:trace contextRef="#ctx0" brushRef="#br0" timeOffset="42082.64">11843 3199 0,'0'0'0,"0"0"0,0 0 15,11 1 1,13 1-16,15 0 16,10 0-16,3-3 15,1-1-15,0-1 16,0-2-16,-1 0 15,-1-3-15</inkml:trace>
  <inkml:trace contextRef="#ctx0" brushRef="#br0" timeOffset="42781.86">12913 2847 0,'0'0'0,"0"0"0,3-2 15,8-4-15,15-2 16,10 5-16,-4 1 16,4 4-16,2 1 15,-1 3-15,-4 2 16,-8-2 0,-7 0-16,-6 0 15,-4 1-15,-6 2 16,-4 3-16,-13 4 15,-13 6-15,-11 5 16,-6-6-16,1-2 16,5-4-16,8-1 15,7-4-15,8-4 16,6 0-16,10-6 16,-5 13-1,9-3-15,12 6 16,13 3-16,14 0 15,6 1-15,3 0 16,-1-1-16,-1 0 16,-3-1-16,-4-2 15,-10 0-15,-9-1 16,-12-1 0,-5 0-16,-6 1 15,-7 1-15,-9 2 16,-14 1-16,-9-1 15,-7-3-15,3-7 16,4-2-16,4-4 16,6-1-16,5-2 15,4-2-15,5-7 16,6-6-16</inkml:trace>
  <inkml:trace contextRef="#ctx0" brushRef="#br0" timeOffset="43064.18">13760 3048 0,'0'0'0,"6"1"16,4 2-16,21 9 15,17 6-15,5 7 16,-3-1-16,2 0 16,-5 3-16,-3-3 15,-7-3-15,-8-4 16,-6-3 0,-3-4-16,-4-2 15,0-4-15</inkml:trace>
  <inkml:trace contextRef="#ctx0" brushRef="#br0" timeOffset="43316.04">14016 3056 0,'0'0'0,"-1"2"0,1-2 15,-27 19-15,-6 5 16,-2-1-16,-1 2 16,2-3-16,1 5 15,4 0-15,4 2 16,6-5-16,6-6 16,3-2-1,5-3-15,4-1 16,3-3-16</inkml:trace>
  <inkml:trace contextRef="#ctx0" brushRef="#br0" timeOffset="43932.84">14512 3077 0,'1'-1'0,"-1"1"0,9-8 0,7-5 15,7 1-15,15 4 16,1 3-16,2 7 16,-2 4-1,-5 4-15,-6 0 16,-1-1-16,-5 0 15,-3-2-15,-4-1 16,-5-1-16,-10-5 16,10 11-16,-11 1 15,-5 3-15,-11 7 16,-6 4 0,-8 0-16,-3-1 0,1 0 15,4-6 1,5-3-16,9-5 15,5-4-15,10-7 16,-12 10-16,12-10 16,3 12-16,8-3 15,9 3-15,11 1 16,6-1-16,3 0 16,0-1-16,-3-1 15,-6-2 1,-6 3-16,-7 0 15,-6 0-15,-3-1 16,-5 0-16,-5 2 16,-9 3-16,-14 1 15,-16 2-15,-17-5 16,-10-4-16,-6-4 16,-6-5-1,3-3-15</inkml:trace>
  <inkml:trace contextRef="#ctx0" brushRef="#br0" timeOffset="45399.23">13537 3778 0,'0'0'0,"0"0"15,-1-3-15,1 3 16,-18-11-16,-9 4 16,-15 3-16,-3 4 15,2 4 1,-1 0-16,2 1 15,4 3-15,4 1 16,6 1-16,4 5 16,4-3-16,5 3 15,5-2-15,6 5 16,5 2-16,8 4 16,10 4-16,9 4 15,7 0-15,5-3 16,3-2-1,-2-3-15,-4-4 16,-7-2-16,-7-5 16,-6-1-16,-8 5 15,-4-1-15,-6 1 16,-5 2-16,-12-1 16,-10 4-16,-5 0 15,-4-5-15,7-5 16,2-3-1,3-2-15,3-1 16,3-3-16,8-1 16,11-2-16,0 0 15</inkml:trace>
  <inkml:trace contextRef="#ctx0" brushRef="#br0" timeOffset="45665.84">13781 4069 0,'0'0'0,"0"0"0,0 0 15,0 0-15,4 3 16,6 2-16,17 0 15,13 0 1,3-2-16,-3-1 16,-7-2-16,-4-2 15,-3 0-15,-8 1 16,-18 1-16</inkml:trace>
  <inkml:trace contextRef="#ctx0" brushRef="#br0" timeOffset="45866.46">13660 4209 0,'0'0'0,"0"0"0,0 0 16,0 0-16,10-1 15,15-1-15,16 0 16,9-1-1,4-1-15,-1 2 16,3 1-16,-1 1 16,-4-1-16,11 0 15</inkml:trace>
  <inkml:trace contextRef="#ctx0" brushRef="#br0" timeOffset="46116.63">14444 3935 0,'0'0'0,"0"0"0,0 0 0,0 0 15,-1 7-15,0 7 16,-1 16-16,2 14 15,3 6 1,0 6-16,2 5 16,-1 6-16,-7 6 15</inkml:trace>
  <inkml:trace contextRef="#ctx0" brushRef="#br0" timeOffset="48648.67">13120 4930 0,'0'0'0,"-3"0"16,3 0-16,-16-2 15,-4 1 1,-9 4-16,-4 4 16,1 2-16,2 2 15,7 1-15,1 3 16,0 2-16,4 3 15,4 2-15,3 0 16,4 4-16,6 6 16,4 1-16,7 0 15,7 0 1,9-6-16,6-2 16,4-5-16,1-4 15,-6-9-15,0-7 16,2-4-16,-3-6 15,0-3-15,-3-5 16,-3-4-16,-4-2 16,-6-2-1,-6 1-15,-3-2 16,-4-2-16,-4 1 16,-4 1-16,-6 0 15,-6 1-15,-7-1 16,-4 7-16,-1 3 15,2 7-15,-4 6 16,1 5-16,2 5 16,4 2-16,8 2 15,7 2 1,4 4-16,9 5 16</inkml:trace>
  <inkml:trace contextRef="#ctx0" brushRef="#br0" timeOffset="50649.01">13707 4942 0,'0'0'0,"0"0"0,-3 0 16,3 0-16,0 0 15,0 0-15,-6-9 16,6 9-16,-6-8 15,6 8-15,-15-9 16,-4 2-16,-16 5 16,-4 2-1,-2 5-15,4 4 0,4 3 16,5 1 0,3 0-16,5 0 15,5-1-15,4-1 16,4 1-16,4 2 15,5 1-15,7 5 16,4 2-16,6 1 16,7 2-16,7-1 15,1 0-15,6-4 16,-4-4 0,-5-3-16,-3 0 15,-5-4-15,-6-1 16,-3 1-16,-4 0 15,-3 0-15,-3 5 16,-3 3-16,-3 3 16,-2-3-16,-6-3 15,-7-1-15,-7 2 16,-7-3 0,-2-3-16,1-4 15,4-5-15,4-2 16,3-1-16,6 0 15,3 0-15,12 3 16,-11-6-16,11 6 16,0 0-16,-4-9 15</inkml:trace>
  <inkml:trace contextRef="#ctx0" brushRef="#br0" timeOffset="52115.7">14194 4869 0,'0'0'0,"0"0"0,0 0 0,-3 2 15,-3 5-15,-12 10 16,-9 12-16,-4 11 16,3 2-16,3 7 15,4 0-15,3 2 16,5-6-16,3-1 16,5-4-16,5-3 15,6 4 1,6-6-16,8-3 15,12-1-15,7-1 16,3-7-16</inkml:trace>
  <inkml:trace contextRef="#ctx0" brushRef="#br0" timeOffset="52832.78">14431 5158 0,'0'0'0,"0"0"0,0 0 16,0 0-16,0 3 15,0-3-15,-1 13 16,1 1-1,-2 5-15,1 6 16,-1 0-16,1-2 16,-1-3-16,1-3 15,1-3-15,0-3 16,0-3-16,0-8 16,0 8-16,0-8 15,0 0-15,0 7 16,0-7-1,0 0-15,0 0 16,0 0-16,0 0 16,0 0-16,0 0 15,-10-7-15,10 7 16,-6-10-16,6 10 16,-6-12-16,6 12 15,-1-13-15,-1 5 16,1-2-1,1-1-15,0-1 16,0 0-16,1-5 16,0 0-16,0-3 15,-2-4-15,-2-3 16,-4-4-16,-1-3 16,-1 1-16,2-1 15,-2-1-15,2 3 16,1 5-1,4 3-15,1 6 16,3 0-16,3 3 16,6 0-16,7 1 15,6 4-15,3 6 16,0 4-16,1 4 16,1 5-16,-2 5 15,-2-1 1,-2 1-16</inkml:trace>
  <inkml:trace contextRef="#ctx0" brushRef="#br0" timeOffset="53082.76">14215 5117 0,'0'0'0,"0"0"16,0 0-16,0 0 15,5 2-15,10 0 16,19 3-16,8-1 16,-1-3-16,3-1 15,1 0-15,-1-3 16,-6 2-1,-1 0-15</inkml:trace>
  <inkml:trace contextRef="#ctx0" brushRef="#br0" timeOffset="53533.32">14745 5167 0,'0'0'0,"0"0"0,0 0 16,0 0-16,0 0 16,5 0-16,-5 0 15,19-1-15,-2 0 16,7-4-16,4-2 16,-1-2-16,-6 1 15,-4-2-15,-5 0 16,-2-2-1,-4 0-15,-2 1 16,-5-2-16,-4-1 16,-10-1-16,-5 0 15,-5 2-15,-1 8 16,-1 3-16,0 5 16,3 4-16,2 4 15,2 4-15,2 6 16,3 3-16,4 6 15,8 0 1,5-3-16,9 3 16,5 1-16,7-1 15,10-3-15,-1-6 16,15-13 0</inkml:trace>
  <inkml:trace contextRef="#ctx0" brushRef="#br0" timeOffset="53931.86">15160 5178 0,'0'0'0,"0"0"15,0 0-15,-4-1 16,4 1-16,-14 0 15,-1 3-15,-3 4 16,1 2 0,3 1-16,2-1 15,3 1-15,3-2 16,3-1-16,3-7 16,0 9-16,0-9 15,14 7-15,2-3 16,8-4-16,0-1 15,-1-3 1,-8 1-16,-4 1 16,-11 2-16,15-3 15,-15 3-15,13 9 16,-2 1-16,0 5 16,0 1-16,-1-3 15,-2-3-15,-4-2 16</inkml:trace>
  <inkml:trace contextRef="#ctx0" brushRef="#br0" timeOffset="54232.81">15361 5036 0,'0'0'0,"0"0"0,0 0 16,0 0-16,0 5 15,1 4-15,-1 12 16,2 8-16,0 5 16,1-1-16,0 1 15,2-3-15,3-3 16,0-4-16,0-6 15,-1-3-15</inkml:trace>
  <inkml:trace contextRef="#ctx0" brushRef="#br0" timeOffset="54700.16">15288 5184 0,'0'0'0,"0"0"16,4-2-16,-4 2 16,20-12-16,-4 3 15,3-1-15,1 0 16,0 0-16,-2 0 16,-3 4-16,-3 2 15,-12 4-15,16-4 16,-16 4-16,17 8 15,-7 3-15,-2 1 16,1 3 0,-2-1-16,-2 0 15,-1-4-15,0-1 16,-2-2-16,-2-7 16,6 6-16,-6-6 15,14 3-15,-14-3 16,17-1-16,-7 0 15,0 0-15,0 1 16,-10 0-16,20 0 16,-9 3-1,1 3-15,2 2 16,0 2-16,2 0 16,-2 0-16,-3-3 15,-11-7-15,18 3 16</inkml:trace>
  <inkml:trace contextRef="#ctx0" brushRef="#br0" timeOffset="54916.53">15714 5140 0,'0'0'0,"0"0"0,0 0 16,0 0-16,4-2 15,-4 2-15,10 0 16,-10 0-16,20 1 15,-20-1-15,0 0 16,10 2-16,-10-2 16,10 4-1,-10-4-15,11 10 16,-6-1-16,-1 4 16,0 6-16</inkml:trace>
  <inkml:trace contextRef="#ctx0" brushRef="#br0" timeOffset="55798.86">14244 5733 0,'0'0'0,"0"0"16,-1 2-16,1-2 16,-6 7-1,1 1-15,-1 5 16,2 3-16,2 1 16,2-1-16,0-7 15,0-2-15,0-7 16,0 0-16,0 0 15,0 0-15,0 0 16,-6-17-16,8-6 16,3-6-1,6-4-15,1 0 16,-2 8-16,-1 7 16,1 3-16,-1 6 15,3 3-15,3 3 16,4 7-16,5 6 15,3 3-15,-3 1 16,-2-1-16,-5-3 16,0 0-16,-1 0 15,1-3 1,0-3-16,-2-4 16,0-2-16,-3 0 15,-2 0-15,-10 2 16,14-5-16,-14 5 15,0 0-15,0 0 16,9 2-16,-4 6 16,3 6-1,-1 2-15,3 5 16,-1-2-16,-1 0 16,12 1-1</inkml:trace>
  <inkml:trace contextRef="#ctx0" brushRef="#br0" timeOffset="56665.79">14917 5772 0,'0'0'0,"0"0"0,-3-2 15,3 2-15,0 0 16,-17-7-16,7 4 15,-4 3-15,0 3 16,2 1-16,2 0 16,10-4-16,-12 10 15,12-10 1,-3 7-16,3-7 16,6 10-16,5-5 15,3 0-15,3-5 16,0 0-16,-3-2 15,-2 1-15,-2-1 16,-10 2-16,14-1 16,-14 1-1,14 3-15,-4 1 16,2 2-16,-1 0 16,2-1-16,-2 0 15,-1-1-15,0-3 16,-10-1-16,15-1 15,-15 1-15,0 0 16,12-2-16,-12 2 16,0 0-1,0 0-15,0 0 16,3 11-16,-2 2 16,0 4-16,0 5 15,-1 0-15,1 2 16,-1-4-16,2 0 15,0-5-15,1-6 16,-1-2-16,-2-7 16,0 0-16,0 0 15,11 0 1,-4-11-16,-3-12 16,-1-4-16,-4-2 15,-3-1-15,-1-1 16,1 2-16,-1 2 15,1 4-15,2 7 16,0 4-16,2 4 16,0 8-1,1-10-15,10 5 16,7 1-16,7 3 16,4 4-16,1 2 15,-1 1-15,-5 2 16,-6-1-16,-7 0 15,-5-1-15,-3 2 16,-6 3-16,-4 2 16,-10-2-16,-6-1 15,-2 0-15,7-5 16</inkml:trace>
  <inkml:trace contextRef="#ctx0" brushRef="#br0" timeOffset="56949.05">15444 5590 0,'0'0'0,"0"0"16,0 0-16,5 0 15,-5 0-15,17 3 16,-3 3-16,1 6 15,-1 3-15,-2 7 16,-3 1-16,-5 3 16,-7 6-16,-7 0 15,-7 0-15,-8-2 16,-5-1 0,-1-4-16,-3 1 15,3-5-15</inkml:trace>
  <inkml:trace contextRef="#ctx0" brushRef="#br0" timeOffset="57598.91">13058 6096 0,'0'0'0,"0"0"0,0 0 16,0 0-16,0 0 15,-2 1-15,2-1 16,0 0-16,0 0 16,10 0-16,13-3 15,13-5-15,10 0 16,2-1 0,1 0-16,-7 1 15,-6 1-15,-2 3 16,-6 5-16,-5 1 15</inkml:trace>
  <inkml:trace contextRef="#ctx0" brushRef="#br0" timeOffset="57815.67">13063 6260 0,'0'0'0,"2"-3"16,-2 3-16,13-9 16,12 2-16,10-1 15,0 1-15,-3 1 16,0 4 0,-2 0-16,0 2 15,-1 0-15,-5 0 16</inkml:trace>
  <inkml:trace contextRef="#ctx0" brushRef="#br0" timeOffset="60349.27">12701 2494 0,'0'0'0,"0"0"0,0 0 15,7 0-15,18 0 16,25-4-16,27-3 16,10-2-16,4 0 15,7-1-15,-3 1 16,0 0-1,-2 0-15,-4 6 16,-6 30-16,-5-16 16</inkml:trace>
  <inkml:trace contextRef="#ctx0" brushRef="#br0" timeOffset="62348.68">14038 6255 0,'0'0'0,"0"0"16,0 0-16,0 0 16,0 0-16,0 0 15,-3 1-15,-9 6 16,-13 2-16,-2 0 15,-1 0-15,5-2 16,3 1 0,5 0-16,3 0 15,2 1-15,4 0 16,2 2-16,5 3 16,7 4-16,3 5 15,4-4-15,2-1 16,-2-2-16,-4-5 15,-2-3-15,-1 0 16,-5 0 0,-6 7-16,-7 9 15,-12 7-15,-11 5 16,-8-12-16,-5-14 16,7 0-16,6-7 15,7-1-15,5-3 16,2-1-16,5-1 15,2-13 1</inkml:trace>
  <inkml:trace contextRef="#ctx0" brushRef="#br0" timeOffset="62615.49">13883 6325 0,'0'0'0,"0"0"16,0 0 0,3-3-16,-3 3 15,24-13-15,-4 5 16,3-1-16,3 0 16,1 2-16,-3 2 15,-6 0-15,-18 5 16,16-3-16,-16 3 15,0 0-15,13 0 16</inkml:trace>
  <inkml:trace contextRef="#ctx0" brushRef="#br0" timeOffset="62899.08">14130 6534 0,'0'0'0,"-1"-1"15,1 1-15,0 0 16,0 0-16,0 0 15,0 0-15,0 0 16,22-3-16,2 2 16,7-1-16,2 0 15,1 1 1,-4-1-16</inkml:trace>
  <inkml:trace contextRef="#ctx0" brushRef="#br0" timeOffset="63448.8">14529 6409 0,'0'0'0,"0"0"0,0 0 15,3 0-15,-3 0 16,14-5-16,0 3 15,6 1-15,-1 3 16,-1 4-16,-1 1 16,-4 1-1,-5 1-15,-3 0 16,-6 5-16,-4 5 16,-5 2-16,-6 1 15,2-4-15,1-5 16,1-1-16,4-3 15,1-3-15,7-6 16,-7 6-16,7-6 16,0 0-1,1 13-15,7-1 16,7 5-16,3 2 16,1-3-16,-2 1 15,-2-4-15,-4 1 16,-4-1-16,-7 5 15,-5-2-15,-9 3 16,-8 0-16,-11-5 16,-11-5-1,-3-3-15,0-4 16,7-3-16,0-1 16,4 1-16,5-2 15,3-3-15,6-9 16</inkml:trace>
  <inkml:trace contextRef="#ctx0" brushRef="#br0" timeOffset="64066.46">14874 6600 0,'0'0'0,"0"0"15,4 0-15,-4 0 16,20-5-16,0 0 16,8 4-16,7 4 15,4 3 1,-1 0-16,-4 0 16,-6-2-16,-5-1 15,-4-1-15,-9-4 16</inkml:trace>
  <inkml:trace contextRef="#ctx0" brushRef="#br0" timeOffset="64332.39">15011 6450 0,'0'0'15,"0"0"-15,0 0 0,0 0 0,0 2 16,0-2-16,0 9 16,0 5-16,0 12 15,-1 7 1,-1 3-16,0 2 16,-2 2-16,0 3 15,-1-7-15,-1-4 16,0-1-16</inkml:trace>
  <inkml:trace contextRef="#ctx0" brushRef="#br0" timeOffset="64648.88">15463 6441 0,'0'0'0,"0"0"0,0 1 15,0-1-15,-2 16 16,-2 11-16,0 18 15,-1 6-15,0 3 16,-2 0-16,-2 1 16,-5-3-16,-1-3 15</inkml:trace>
  <inkml:trace contextRef="#ctx0" brushRef="#br0" timeOffset="65115.33">13175 7199 0,'0'0'0,"3"-2"0,-3 2 16,18-10-16,4 1 16,11 3-1,7 1-15,4 4 16,1 2-16,-1 4 15,1 0-15,-9 2 16,-4-2-16</inkml:trace>
  <inkml:trace contextRef="#ctx0" brushRef="#br0" timeOffset="65382.25">13043 7364 0,'0'0'0,"0"0"0,0 0 15,0 2-15,0-2 16,0 0 0,0 0-16,9 7 15,10-2-15,20-1 16,12 0-16,4-5 15,5-2-15,4-3 16,-1 0-16,-2 0 16,-3 0-16</inkml:trace>
  <inkml:trace contextRef="#ctx0" brushRef="#br0" timeOffset="67165.83">14294 7172 0,'0'0'0,"0"0"15,0 0-15,0 0 16,0 0-16,0 0 16,0 0-16,0 0 15,6 1-15,-6-1 16</inkml:trace>
  <inkml:trace contextRef="#ctx0" brushRef="#br0" timeOffset="68031.89">13943 7214 0,'0'0'0,"0"0"0,5-3 16,-5 3-16,14-12 15,2 1-15,14 0 16,16 1-1,2 3-15,-6 5 16,-4 1-16,-11 3 16,-5 1-16,-7 1 15,-1 2-15,-2 3 16,-7 5-16,-4 2 16,-11 8-16,-8 3 15,-7 2-15,-5-4 16,8-7-1,2-4-15,4-2 16,2-3-16,3-3 16,11-6-1,-11 7-15,11-7 0,0 0 16,27 3-16,3 1 16,10 0-16,14 5 15,-5-1-15,-10 2 16,-9 1-1,-5 1-15,-6 3 16,-5-1-16,-7 0 16,-7 2-16,-8 3 15,-14 2 1,-14 2-16,-12-3 0,0-4 16,-2-4-16,-9-6 15,12-2-15,-1-6 16,9-4-1,10-1-15,4 0 16,7 2-16,4-1 16,1 0-16,13 6 15,-13-14-15</inkml:trace>
  <inkml:trace contextRef="#ctx0" brushRef="#br0" timeOffset="68867.91">14622 6926 0,'0'0'0,"-3"-4"0,3 4 0,-12-19 15,-9 2-15,-20-1 16,-17-6-1,-18 2-15,-3 4 16,-8 5-16,2 16 16,2 11-16,4 4 15,10 1-15,6-4 16,5 3-16,9 1 16,7 10-16,8 6 15,8-2-15,3 16 16,6-3-16,9-2 15,4 2 1,8 3-16,6 6 16,9 5-16,8 1 15,12 4-15,4-16 16,9 3-16,7-9 16,13 5-16,70 16 31,-21-27-31,16-2 15,-35-26 1,-35-15-16,7-8 16,-2-12-16,-4-9 15,-3-9-15,-5-9 16,-8-2-16,-9 0 16,-9 1-16,-9 1 15,-11 2-15,-8-3 16,-8-2-1,-11 0-15,-10-5 16,-19-1-16,-10 2 16,-14 1-16,-7 10 15,-5 5-15,-4 8 16,2 7-16,-4 11 16,6 8-1,-2 11-15,7 6 0,9 5 16,4 9-1,9-1 1,12 1-16</inkml:trace>
  <inkml:trace contextRef="#ctx0" brushRef="#br0" timeOffset="69882.42">12529 7648 0,'0'0'0,"-1"-2"15,1 2-15,0 0 16,0 0-16,0 0 15,0 0-15,-20 9 16,2 23 0,-3 22-16,2 7 15,5 6-15,2 7 16,1 0-16,5-4 16,2 0-16,3-6 15,2-8-15,2-2 16,1-10-16,0-3 15,1-5 1,-1-5-16,-1-6 0,-4-4 31</inkml:trace>
  <inkml:trace contextRef="#ctx0" brushRef="#br0" timeOffset="70848.87">12361 7685 0,'0'0'0,"0"0"15,0 0-15,0 0 16,0 0-16,0 0 16,0 0-1,5 1-15,11 1 16,19 1-16,18 0 16,9-5-16,9-2 15,14-3-15,2-1 16,8 0-16,0-1 15,-2 1-15,1-1 16,-5 2-16,-2 3 16,-11 3-1,-5 3-15,-11 2 16,-14 2-16,-8 0 16,-10 0-16,-8 1 15,-4 1-15,-3 0 16,-2 2-16,-4 2 15,-2 2-15,-2 1 16,-4 10 0,-3 4-16,-2 6 15,-1 2-15,-1 1 16,-1 5-16,-1 1 16,0 2-16,4 0 15,3 0-15,3 1 16,2-1-16,2 0 15,1-3-15,-1-4 16,0-6 0,0 1-16,-1-5 15,-1-6-15,0-3 16,-3-6-16,-2-1 16,0-1-16,-5 0 15,-4-1-15,-12 1 16,-15-2-16,-16 0 15,-11-4-15,-5-2 16,-1-2-16,4 2 16,-5-1-1,3 0-15,1 1 16,1-1-16,4 0 16,-1-1-16,3 1 15,5-1-15,5 0 16,3-1-16,4 0 15,3-1-15,3-2 16,3 0-16,6-3 16,1 0-1,2-1-15,3 0 16,3 1-16,2 1 16,3 1-16,2 0 15,4 1-15,10 2 16,0 0-16,-10 0 15,10 0-15,0 0 16</inkml:trace>
  <inkml:trace contextRef="#ctx0" brushRef="#br0" timeOffset="71682.21">14068 8167 0,'0'0'0,"0"0"0,3-1 16,-3 1-16,11-9 15,0 1-15,2-3 16,3 1-16,3 1 16,4 1-16,3 5 15,0 5 1,1 4-16,-6 0 16,-4 2-16,-4 2 15,-6 2-15,-6 5 16,-7 6-16,-9 6 15,-6 1-15,-5-2 16,-1-2-16,0-5 16,6-4-1,4-5-15,5-5 16,12-7-16,-11 8 16,11-8-16,0 0 15,0 0-15,11 5 16,13 0-16,8 2 15,3 2-15,-3-2 16,-3 4-16,-2 4 16,-7 2-16,-6 3 31,-5-2-31,-5 3 0,-6 0 16,-4 0-16,-10 0 15,-6 0-15,-7 0 16,-7-4-16,-1-6 15,-1-7-15,3 0 16,2-3-16,6-1 16,5-1-16,3-2 15,1 0 1,4 0-16,14 3 16,-20-21-1</inkml:trace>
  <inkml:trace contextRef="#ctx0" brushRef="#br0" timeOffset="72048.95">14398 8357 0,'0'0'0,"1"-2"0,-1 2 0,0 0 16,14-5-16,4 5 16,10 5-16,5 7 15,1 4 1,4 5-16,-2 1 16,0 2-16,-2 0 15,-3 0-15,1 2 16,-4-5-16,-3-2 15,-2-2-15,-6-4 16,-4-3-16,-2-4 16,-11-6-16,10 4 15,-10-4-15,6-19 16,-14-29 15</inkml:trace>
  <inkml:trace contextRef="#ctx0" brushRef="#br0" timeOffset="72282.17">14801 8264 0,'0'0'0,"0"0"16,0 0-16,0 0 15,0 2-15,0-2 16,-4 14 0,-5 6-16,-7 8 15,-4 4-15,-7 2 16,-2 3-16,-2-2 15,-3 1-15,0-4 16,1-2-16,1-1 16,6-8-16,3-2 15,3-3-15,6-6 16</inkml:trace>
  <inkml:trace contextRef="#ctx0" brushRef="#br0" timeOffset="72981.67">15002 8237 0,'0'0'0,"3"-1"0,-3 1 16,11-7-16,-11 7 16,19-11-16,-9 5 15,3 1-15,1 0 16,1 5 0,2 0-16,-2 3 15,0 1-15,-1 1 16,-3 2-16,-1 1 15,-2 2-15,-2 3 16,-3 4-16,-5 3 16,-3 2-16,-4-1 15,-1-1-15,0-5 16,2-3 0,2-4-16,6-8 15,-8 10-15,8-10 16,0 0-16,0 0 15,0 0-15,-1 7 16,1-7-16,23 10 16,-4-4-16,4 3 15,0-2 1,-2 2-16,-1 4 0,-5-1 16,-5 4-1,-4 3-15,-2 3 16,-5-2-16,-5 1 15,-4-2-15,-7 2 16,-4-2-16,0-4 16,-1-6-16,1-2 15,3-4-15,3-3 16,1-1 0,0-3-16,-1-4 15,-3-7-15,-2-7 16,0-6-16,2 1 15,5 2-15</inkml:trace>
  <inkml:trace contextRef="#ctx0" brushRef="#br0" timeOffset="101448.56">12689 2442 0,'0'-2'0,"0"2"0,0 0 0,0 0 15,0 0-15,2-7 16,-2 7-16,33-6 15,16 2-15,19 2 16,3 0-16,4 1 16,10 8-1,4 10-15,6 0 16,4 2-16,1-12 16,4-3-16,1 1 15,-3 1-15,-6-1 16,2 0-16,-4 0 15,6 0-15,1-1 16,-9-1 0,0-6-16,-14-1 15,-5-7-15,-7-4 16,-9-2-16,-3-4 16,-6-1-16,-6-3 15,-3-3-15,-6-2 16,-7-5-16,-3-2 15,-3-1-15,-3-4 16,-4 0-16,-1-7 16,-5-1-1,-3 1-15,-6-5 16,-6 2-16,-5-5 16,-4 4-16,-3 0 15,-8-1-15,-8 1 16,-10 6-16,-9 3 15,-6 0-15,-9 7 16,-9 1 0,-7 8-16,-10 6 15,-12 1-15,6 9 16,-15 4-16,14 10 16,-4 4-16,3 5 15,3 7-15,1-2 16,3 7-16,8-2 15,4 2-15,6 4 16,9-1-16,2 2 16,8-2-1,0 10-15,8 12 16,9-11-16,3 4 16,9-5-16,4 0 15,3 7-15,8 3 16,6-1-16,7 2 15,7-1-15,7 2 16,7-1-16,4 0 16,4 1-1,2-7-15,1-6 16,4 4-16,3-3 16,1 1-16,-4-7 15,-2-10-15,3 1 16,5-3-16,3 4 15,-5-7-15,-3-3 16,-2-3-16,1-6 16,-1 1-1,-4-4-15,-4 0 16,-7-1-16,-3-2 16,-1-2-16,0-1 15,-1-1-15,0-1 16,-12 8-16</inkml:trace>
  <inkml:trace contextRef="#ctx0" brushRef="#br0" timeOffset="103481.58">12916 1358 0,'0'0'0,"0"0"16,-4-1-16,4 1 15,0 0-15,-13-3 16,13 3-16,0 0 15,0 0-15,-10-1 16,10 1-16,0 0 16,0 0-16,0 0 15,0 0 1,0 0-16,30-3 16,-1-2-16,6-1 15,4 0-15,10 1 16,10 5-16,12 0 15,3 0-15,3 0 16,5 0-16,-1 2 16,7-2-16,-1 1 15,5 0-15,4 0 16,2 0 0,-4 0-16,-4 0 15,-1 0-15,-6 0 16,-2 0-16,-6-1 15,-7 1-15,-7 1 16,-8-2-16,-7 0 16,-6 0-1,-5 0-15,-4 0 0,-8 0 16,-6 0 0,-6 0-16,-11 0 15,13 0-15,-13 0 16,0 0-16,0 0 15,10 0-15,-10 0 16,0 0-16,0 0 16,0 0-16,0 0 15,0 0-15,0 0 16,4-7 0,-4 7-16,0 0 15,0 0-15,0 0 16,0 0-16,0 0 15,0 0-15,0 0 16,0 0-16,0 0 16,0 0-16,0 0 15,0 0 1,0 0-16,0 0 16,0 0-16,0 0 15,0 0-15,0 0 16,0 0-16,0 0 15,0 0-15,0 0 16,0 0-16,0 0 16,0 0-16,0 0 15,0 0-15,0 0 16,0 0 0,0 0-16,0 0 15,0 0-15,0 0 16,0 0-16,0 0 15,0 0-15,0 0 16,0 0-16,0 0 16,0 0-16,0 0 15,0 0-15,0 0 16,0 0 0,0 0-16,0 0 15,0 0-15,0 0 16,0 0-16,0 0 15,0 0-15,0 0 16,0 0-16,0 0 16,0 0-16,0 0 15,0 0-15,0 0 16,0 0 0,0 0-16,0 0 15,0 0-15,0 0 16,0 0-16,0 0 15,0 0-15,0 0 16,0 0-16,0 0 16,0 0-16,0 0 15,0 0-15,0 0 16,0 0 0,0 0-16,0 0 15,0 0-15,0 0 16,0 0-16,0 0 15,0 0-15,0 0 16,0 0-16,0-7 16</inkml:trace>
  <inkml:trace contextRef="#ctx0" brushRef="#br0" timeOffset="105765.41">12626 1259 0,'0'0'0,"0"0"15,0 0-15,0 0 16,0 0-16,0 0 16,0 0-16,0 0 15,0 0 1,0 0-16,0 0 15,2 1-15,-2-1 16,0 0-16,0 0 16,0 0-16,0 0 15,0 0-15,0 0 16,3 6-16,-3-6 16,2 7-1,-2-7-15,0 13 16,0-6-16,0 8 15,0 4-15,0 7 16,-1 5-16,-1-7 16,0 5-16,0-1 15,-1 7-15,0 6 16,1 6-16,0 12 16,4 5-16,0 12 15,2-4 1,1 6-16,-1 3 15,1 5-15,-1 2 16,-3 6-16,-5-13 16,-3-9-16,-3-1 15,0-5-15,-4 19 16,0-4-16,2-9 16,3-12-16,0-13 15,0-2 1,0-2-16,0 0 15,1-8-15,2-6 16,1-5-16,2-6 16,0-5-16,0-3 15,2-1-15,1-9 16,-3 10-16,3-10 16,-1 6-16,1-6 15,0 0-15,0 0 16,0 0-1,0 0-15,0 0 16,0 0-16,0 0 16,0 0-16,0 0 15,0 0-15,0 0 16,0 0-16,0 0 16,0 0-16,0 0 15,0 0 1,0 0-16,0 0 15,0 0-15,0 0 16,0 0-16,0 0 16,0 0-16,0 0 15,0 0-15,0 0 16,0 0-16,0 0 16,0 0-16,0 0 15,0 0 1,0 0-16,0 0 15,0 0-15,0 0 16,0 0-16,0 0 16,0 0-16,0 0 15,0 0-15,0 0 16,0 0-16,0 0 16,0 0-16,0 0 15,0 0 1,0 0-16,0 0 15,0 0-15,0 0 16,0 0-16,0 0 16,0 0-16,0 0 15,0 0-15,0 0 16,0 0-16,0 0 16,0 0-16,0 0 15,0 0-15,0 0 16,0 0-1,0 0-15,0 0 16,0 0-16,0 0 16,0 0-16,0 0 15,0 0-15,0 0 16,0 0-16,0 0 16,0 0-16,0 0 15,0 0 1,0 0-16,0 0 15,0 0-15,0 0 16,0 0-16,0 0 16,0 0-16,0 0 15,0 0-15,0 0 16,0 0-16,0 0 16,0 0-16,0 0 15,0 0-15,0 0 16,0 0-1,0 0-15,0 0 16,0 0-16,0 0 16,0 0-16,0 0 15,0 0-15,0 0 16,0 0-16,0 0 16,0 0-16,0 0 15,0 0-15,0 0 16,0 0-1,0 0-15,0 0 16,0 0-16,0 0 16,0 0-16,0 0 15,0 0-15,0 0 16,0 0-16,0 0 16,0 0-16,0 0 15,0 0-15,0 0 16,0 0-16,0 0 15,0 0 1,0 0-16,0 0 16,0 0-16,0 0 15,0 0-15,0 0 16,0 0-16,0 0 16,0 0-16,0 0 15,0 0 1,0 0-16,0 0 15,0 0-15,0 0 16,0 0-16,0 0 16,0 0-16,0 0 15,0 0-15,0 0 16</inkml:trace>
  <inkml:trace contextRef="#ctx0" brushRef="#br0" timeOffset="106783.12">12404 3355 0,'0'0'0,"0"0"0,0 0 16,0 0-16,0 0 16,7 1-16,10 3 15,14-1-15,9-1 16,6-2-1,5-2-15,2 0 16,6-1-16,4 0 16,3 1-16,4 0 15,2-1-15,9 1 16,0 2-16,3 3 16,2 1-16,9 2 15,-5 0-15,2 2 16,1 0-16,-3 1 15,0 0 1,-4-2-16,7 1 16,0-1-16,3-2 15,-4-3-15,-7-1 16,-4-1-16,-2 1 16,-11 0-16,-6 0 15,-3-2 1,-9 0-16,-7 0 0,-5-1 15,-7 2 1,-7-1-16,-4 0 16,-3 0-16,-5 0 15,-12 1-15,14-1 16,-14 1-16,0 0 16,10-3-16,-10 3 15,0 0-15,0 0 16,0 0-16,0 0 15,0 0 1,0 0-16,0 0 16,0 0-16,0 0 15,0 0-15,0 0 16,0 0-16,0 0 16,0 0-16,0 0 15,0 0 1,0 0-16,0 0 15,0 0-15,0 0 16,0 0-16,0 0 16,0 0-16,0 0 15,0 0-15,0 0 16,0 0-16,0 0 16,4-7-16</inkml:trace>
  <inkml:trace contextRef="#ctx0" brushRef="#br0" timeOffset="107965.43">15216 1493 0,'0'0'0,"-1"-3"16,1 3-16,-1-12 15,1 12-15,-1-9 16,1 9-16,0 0 16,0 0-16,0 0 15,0 0-15,0 0 16,11 21-16,-2 5 15,-2 5-15,0 8 16,-3 5 0,-2 13-16,-4 7 15,-2 3 1,-4 8-16,-2 3 0,-3 9 16,0 3-16,0 3 15,0-2 1,-1 4-1,1-2-15,-1 2 16,0 1-16,0-5 0,0 1 16,0-7-16,1-6 15,1-3-15,-1-2 16,3-7-16,1-4 16,4-6-16,1-5 15,3-4-15,2-9 16,0-7-16,2-7 15,-1-2-15,2-7 16,-1-4 0,-2-5-16,-1-7 15,0 0-15,4 6 16,-4-6-16,0 0 16,0 0-16,0 0 15,0 0-15,0 0 16,0 0-16,0 0 15,0 0-15,0 0 16,0 0 0,0 0-16,0 0 15,0 0-15,4-6 16,-4 6-16,0 0 16,0 0-16,0 0 15,0 0-15,0 0 16,0 0-16,0 0 15,0 0-15,0 0 16,0 0-16,0 0 16,0 0-1,0 0-15,0 0 16,0 0-16,0 0 16,0 0-16,0 0 15,0 0-15,0 0 16,0 0-16,0 0 15,0 0-15,0 0 16,0 0 0,0 0-16,0 0 15,0 0-15,0 0 16,0 0-16,0 0 16,0 0-16,0 0 15,0 0-15,0 0 16,0 0-16,0 0 15,-6-9-15,-4 1 16</inkml:trace>
  <inkml:trace contextRef="#ctx0" brushRef="#br0" timeOffset="113114.48">12829 2382 0,'0'0'0,"0"0"0,0 0 15,0 1-15,0-1 16,11 3-16,17-1 16,18 0-16,6 0 15,12 0-15,2 2 16,7-4-16,6 2 16,-8-2-16,7 1 15,-5 0-15,-6-3 16,1 1-1,-6 0-15,-2 0 16,-8 1-16,0 0 16,-4 0-16,-8 0 15,-3 0-15,-7-2 16,-1 0-16,1-1 16,0 1-16,-4 0 15,-5 0 1,0 1-16,-4 1 15,-2 0-15,-15 0 16,14 0-16,-14 0 16,0 0-16,9 0 15,-9 0-15,0 0 16,0 0-16,0 0 16,0 0-16,0 0 15,0 0-15,0 0 16,0 0-1,0 0-15,0 0 16,0 0-16,0 0 16,0 0-16,0 0 15,0 0-15,0 0 16,0 0-16,0 0 16,0 0-16,0 0 15,10 3 1,-10-3-16,0 0 15,0 0-15,0 0 16,0 0-16,0 0 16,0 0-16,0 0 15,0 0-15,0 0 16,0 0-16,0 0 16,0 0-16,0 0 15,0 0 1,0 0-16,0 0 15,0 0-15,0 0 16,0 0-16,0 0 16,0 0-16,0 0 15,0 0-15,0 0 16,0 0-16,0 0 16,0 0-16,0 0 15,0 0 1,0 0-16,0 0 15,0 0-15,0 0 16,0 0-16,0 0 16,0 0-16,0 0 15,0 0-15,0 0 16,0 0-16,0 0 16,0 0-16,0 0 15,0 0-15,0 0 16,0 0-1,0 0-15,0 0 16,0 0-16,0 0 16,0 0-16,0 0 15,0 0-15,0 0 16,0 0-16,0 0 16,0 0-16,0 0 15,0 0 1,0 0-16,0 0 15,0 0-15,0 0 16,0 0-16,0 0 16,0 0-16,0 0 15,0 0-15,0 0 16,0 0-16,0 0 16,0 0-16,0 0 15,0 0-15,0 0 16,0 0-1,-2-7-15,2 7 16,0 0-16,0 0 16</inkml:trace>
  <inkml:trace contextRef="#ctx0" brushRef="#br0" timeOffset="113748.38">12862 1315 0,'0'0'0,"0"0"16,0 0-1,0 0-15,0 0 16,0 0-16,0 0 16,3-1-16,8 2 15,23 1-15,26 0 16,21-3-16,8-5 16,13-3-16,8 1 15,2 0 1,14-1-16,3 2 15,3 1-15,9 4 16,-6 4-16,3 4 16,-3 1-16,-16-1 15,-10 0-15,-11-2 16,-15 1-16,-12-2 16,-12-1-16,-11 1 15,-10 0-15,-8-1 16,-7 2-1,-7-1-15,-4 1 16,-2 1-16,-10-5 16,10 11-16</inkml:trace>
  <inkml:trace contextRef="#ctx0" brushRef="#br0" timeOffset="115298.28">12339 3510 0,'0'0'0,"4"1"0,-4-1 15,30 9-15,11-2 16,15 1-16,12-3 15,9-1 1,8-4-16,14-5 16,1 0-16,13-2 15,-2 2-15,4-1 16,2-2-16,1-2 16,0 2-16,-4-1 15,-1 2-15,5 5 16,-3 1-16,2 4 15,2 3 1,-14 1-16,3 1 16,-10-1-16,-9-1 15,-4 1-15,-12-3 16,-10 0-16,-4 0 16,-10-1-16,-7-1 15,-8 0-15,-10-2 16,-7 0-16,-6 0 15,-11 0 1,12 0-16,-12 0 16,0 0-16,0 0 15,0 0-15,0 0 16,0 0-16,0 0 16,0 0-16,0 0 15,0 0-15,0 0 16,0 0-16,0 0 15,0 0 1,0 0-16,0 0 16,0 0-16,0 0 15,0 0-15,0 0 16,0 0-16,0 0 16,0 0-16,0 0 15,0 0-15,0 0 16,0 0-16,0 0 15,0 0-15,0 0 16,0 0 0,0 0-16,0 0 15,0 0-15,0 0 16,0 0-16,0 0 16,0 0-16,0 0 15,0 0-15,0 0 16,0 0-16,0 0 15,0 0-15,0 0 16,0 0 0,0 0-16,0 0 15,0 0-15,0 0 16,0 0-16,0 0 16,0 0-16,0 0 15,0 0-15,0 0 16,0 0-16,0 0 15,0 0-15,0 0 16,0 0 0,0 0-16,0 0 15,0 0-15,0 0 16,0 0-16,0 0 16,0 0-16,0 0 15,0 0-15,0 0 16,0 0-16,0 0 15,0 0-15,0 0 16,0 0-16,0 0 16,0 0-1,0 0-15,0 0 16,0 0-16,0 0 16,0 0-16,5-10 15</inkml:trace>
  <inkml:trace contextRef="#ctx0" brushRef="#br0" timeOffset="115748.59">13057 2515 0,'0'6'0,"0"-6"0,0 0 16,-1 7-16,1-7 15,-5 8-15,5-8 16,-8 13-16</inkml:trace>
  <inkml:trace contextRef="#ctx0" brushRef="#br0" timeOffset="116865.02">12580 1075 0,'0'0'0,"0"0"0,0 0 15,0 0-15,-1 4 16,1 4-16,-3 8 16,1 12-16,0 7 15,0 2 1,0-3-16,0 5 16,2 6-16,-1 0 15,0 10-15,0-6 16,1 1-16,-3 15 15,-2 2-15,-2 11 16,-2 7-16,1-7 16,-4 8-16,2 0 15,0 2 1,1-8-16,0-2 16,0-1-16,-2 13 15,2 5-15,2-9 16,0-8-16,2-13 15,-1 3-15,-1 7 16,-2 1-16,2-5 16,0-8-16,1-5 15,0-7 1,1-4-16,-2-6 16,2-10-16,1-11 15,2-4-15,1-8 16,1-2-16,0-6 15,0 0-15,0 0 16,0 0-16,17-11 16,10-30-16</inkml:trace>
  <inkml:trace contextRef="#ctx0" brushRef="#br0" timeOffset="117681.5">15272 1357 0,'0'0'0,"0"0"0,0 0 15,0-1-15,0 1 16,0 0-16,0 0 15,0 0-15,-2 11 16,-2 9-16,-1 8 16,0 5-16,-2 7 15,-1 7 1,0 4-16,-2 8 16,0 4-16,-2 13 15,-1 9-15,2 2 16,1 11-16,3 1 15,0 6-15,3 5 16,-2-5-16,2 2 16,-1 0-16,1-11 15,-3-1-15,-1-13 16,-1-11 0,2-10-16,0-4 15,1-12-15,1-5 16,0-8-16,1-6 15,2-7-15,1-4 16,1-4-16,0-2 16,0-3-16,0-6 15,1 8-15,-1-8 16,0 0 0,0 0-16,0 0 15,0 0-15</inkml:trace>
  <inkml:trace contextRef="#ctx0" brushRef="#br0" timeOffset="118865.22">576 2439 0,'0'0'0,"0"0"16,0 0-16,10 2 16,14 2-16,20 2 15,12-3-15,7-4 16,6-3-16,-2 0 16,-2-1-1,0 0-15,-7 1 16,-7 0-16,-4-1 15,-10 0-15,-5 0 16,-6 1-16,-6-1 16</inkml:trace>
  <inkml:trace contextRef="#ctx0" brushRef="#br0" timeOffset="119110.2">1011 2494 0,'0'0'0,"0"0"0,0 0 16,-1 2-16,1-2 15,-5 19-15,3 3 16,0 8-16,2-1 16,1 2-1,0 1-15,0 4 16,0-1-16,0-1 15,1-1-15,0-2 16,-2 3-16,-4-6 16</inkml:trace>
  <inkml:trace contextRef="#ctx0" brushRef="#br0" timeOffset="119365.01">672 3086 0,'0'0'0,"0"0"15,0 0-15,0 0 16,14-6-16,21-3 16,22-4-16,10-4 15,3 3 1,0-2-16,-2 2 15,1-1-15,-5 2 16,-2 0-16,-2 1 16,-16 2-16</inkml:trace>
  <inkml:trace contextRef="#ctx0" brushRef="#br0" timeOffset="119681.45">1460 2745 0,'0'0'0,"0"0"0,0 0 16,0 0-16,0 0 16,0 0-16,10-3 15,9-1 1,9-3-16,8-1 15,4 0-15,2 1 16,0 1-16,-4 1 16,-1 0-16,-6 1 15,-3 1-15,-5 0 16,-5 0-16,-18 3 16</inkml:trace>
  <inkml:trace contextRef="#ctx0" brushRef="#br0" timeOffset="119882.15">1466 3008 0,'0'0'0,"0"0"16,0 0-16,0 0 16,0 2-16,0-2 15,0 0-15,23 9 16,8-6-1,9-5-15,6-7 16,1-5-16,3-7 16,5-5-16,-3-2 15,-1-6-15</inkml:trace>
  <inkml:trace contextRef="#ctx0" brushRef="#br0" timeOffset="120331.48">2087 2515 0,'0'0'0,"0"0"0,0 0 0,0 0 15,8-4-15,11-4 16,13-7-1,7 0-15,2 3 16,-2 2-16,-5 3 16,-9 2-16,-8 3 15,-5 2-15,-12 0 16,15 0-16,-15 0 16,0 0-16,11 15 15,-11 7 1,-2 15-16,-5 6 15,-4-1-15,-1-2 16,-4 5-16,-3 4 16,2-2-16,1-2 15,5-5-15,3 1 16,3-3-16,2-5 16,1 1-16,4-4 15,3-4 1</inkml:trace>
  <inkml:trace contextRef="#ctx0" brushRef="#br0" timeOffset="120648.12">2710 2607 0,'0'0'0,"0"0"0,4 1 0,7 1 16,14 8-16,15 13 15,4 8-15,1 5 16,-5-2-1,-2-1-15,-1 0 16,-3-3-16,-2-3 16,-2 1-16,-3-4 15,-4-2-15,-2 0 16,-4-5-16</inkml:trace>
  <inkml:trace contextRef="#ctx0" brushRef="#br0" timeOffset="120981.7">2936 2628 0,'0'0'0,"0"0"0,0 2 0,0-2 16,-4 23-16,-1 9 15,-2 11-15,-2 6 16,0-5-16,0 0 16,-4 0-16,-1-5 15,-1-1-15,-1-5 16,3-5-1,3-5-15,2-6 16,3-8-16</inkml:trace>
  <inkml:trace contextRef="#ctx0" brushRef="#br0" timeOffset="121831.69">3263 2544 0,'0'0'0,"0"0"16,0 0-16,5-3 15,10-6-15,13-1 16,8 2-1,-3 2-15,-3 1 16,-2 1-16,-4 1 16,-2 0-16,-4 0 15,-4 2-15,-1-2 16,-4 3-16,-9 0 16,15 6-16,-15-6 15,13 15-15,-10 3 16,-2 6-16,-1 4 15,-3 0 1,-1 2-16,0 3 16,-2 2-16,-2 4 15,1 0-15,0-4 16,-1 0-16,-1-2 16,2-2-16,0-4 15,1-3-15,2-4 16,0-3-1,3-4-15,-1-4 16,1-2-16,1-7 16,0 7-16,0-7 15,0 0-15,0 7 16,0-7-16,0 0 16,0 0-16,0 0 15,0 0-15,0 0 16,0 0-16,0 0 15,0 0 1,0 0-16,0 0 16,0 0-16,0 0 15,0 0-15,0 0 16,0 0-16,0 0 16,0 0-16,0 0 15,0 0-15,0 0 16,0 0-16,0 0 15,0 0 1,0 0-16,0 0 16,0 0-16,0 0 15,0 0-15,0 0 16,0 0-16,0 0 16,0 0-16,0 0 15,0 0-15,0 0 16,0 0-16,0 0 15</inkml:trace>
  <inkml:trace contextRef="#ctx0" brushRef="#br0" timeOffset="122699.63">698 3776 0,'0'0'0,"0"0"0,0 0 15,0 0-15,-2 2 16,2-2-16,-3 7 15,-2 4-15,0 7 16,2 7 0,4 6-16,4 7 15,0 2-15,2-1 16,0-2-16,0-1 16,-1-4-16,1-3 15,0-6-15,-2-7 16</inkml:trace>
  <inkml:trace contextRef="#ctx0" brushRef="#br0" timeOffset="122948.47">662 4098 0,'0'0'0,"0"0"0,0 0 16,0 0-16,1-3 15,4-5-15,10-15 16,21-16 0,12-3-16,2 2 15,2 2-15,-2 4 16,-2 5-16,-6 5 16,-11 5-16,-8 6 15,-8 3-15,-5 5 16,-10 5-16,0 0 15</inkml:trace>
  <inkml:trace contextRef="#ctx0" brushRef="#br0" timeOffset="123198.12">695 4072 0,'0'0'0,"0"0"0,0 0 0,1 2 0,-1-2 16,10 17-16,5 3 16,8 1-1,7-2-15,4 0 16,3-2-16,3 0 16,1 0-16,-1-2 15,4-2-15,-1-4 16,2-4-16,-4-7 15</inkml:trace>
  <inkml:trace contextRef="#ctx0" brushRef="#br0" timeOffset="123464.9">1424 4138 0,'0'0'0,"0"0"0,0 0 16,0 0 0,4 1-16,8 2 15,12-1-15,10-1 16,2-1-16,0-1 16,0-5-16,-1 1 15,0-2-15,-4 1 16,-6 1-16,-9 0 15</inkml:trace>
  <inkml:trace contextRef="#ctx0" brushRef="#br0" timeOffset="123704.25">1436 4476 0,'0'0'0,"0"0"15,0 0-15,0 0 16,3 0-16,9-1 16,15-4-1,14-6-15,7-6 16,-1-3-16,4-3 16,-3-3-16,-1-1 15,1-3-15,-4 0 16,1-3-16,-4-4 15</inkml:trace>
  <inkml:trace contextRef="#ctx0" brushRef="#br0" timeOffset="124282.11">2074 3918 0,'0'0'0,"0"0"16,0 0-16,0 0 15,9 0-15,10-3 16,11-6-16,4-3 16,2-1-1,-2 2-15,-3 1 16,-3 2-16,-5 4 16,-5 2-16,-3 3 15,-15-1-15,16 4 16,-16-4-16,3 23 15,-15 9-15,-8 14 16,-8 0-16,3-7 16,3-7-1,4-5-15,4-8 16,6-1-16,4 0 16,3-2-16,4-1 15,5-1-15,6-1 16,6 3-16,6 0 15,4-2-15,-1-1 16,-3-3-16,-1-1 16,-2 0-1,-1-1-15,-5 0 16,-6 1-16,-5-1 16,-3-1-16,-5 3 15,-8 4-15,-9 5 16,-12 1-16,-4-3 15,2-3-15,3-7 16,7-4-16,3-1 16,2-1-16,5-1 15,13 0 1,-15-6-16</inkml:trace>
  <inkml:trace contextRef="#ctx0" brushRef="#br0" timeOffset="124590.07">2470 4082 0,'0'0'0,"0"0"0,0 0 0,0 0 15,6 0-15,7 4 16,5 4-16,3 5 15,6 6-15,3 4 16,3 5-16,1 1 16,-2-1-16,-1 1 15,0-2 1,-1 0-16,-1-2 16,-2-2-16,-4-6 15,2-4-15,-1-2 16,1-6-16,-11-5 15</inkml:trace>
  <inkml:trace contextRef="#ctx0" brushRef="#br0" timeOffset="124865">2758 4199 0,'0'0'0,"0"0"0,0 0 16,0 0-16,-1 3 15,0 4 1,-3 10-16,-1 8 16,-1 4-16,-1 1 15,1 1-15,-1 0 16,1 1-16,1-3 15,3-1-15,-1-6 16,1-5-16</inkml:trace>
  <inkml:trace contextRef="#ctx0" brushRef="#br0" timeOffset="126164.96">3095 4060 0,'0'0'0,"4"-2"16,-4 2-16,29-13 15,5-2-15,2 0 16,-3 7-16,-1 8 15,-5 3-15,-5 4 16,-7 0-16,-4 4 16,-6 4-16,-5 5 15,-6 9 1,-9 6-16,-4 1 16,-3-4-16,4-5 15,0-5-15,4-3 16,3-5-16,2-2 15,5 0-15,3-1 16,2 2-16,2-1 16,4 1-16,4-1 15,4 1 1,5 0-16,4 0 16,1 0-16,-2-3 15,-4-2-15,-3 0 16,-1-2-16,-3 0 15,-4 2-15,-3 1 16,-4 3-16,-8 2 16,-15 10-16,-12 8 15,-19 3 1,-1-3-16,2-12 16,5-6-16,4-4 15,4-3-15,7-2 16,4-2-16,6-2 15,5-1-15,3-1 16,4 0-16,10 1 16,-13-1-16,13 1 15,0 0-15,0 0 16,-10-4 0,10 4-16,0 0 15,0 0-15,0 0 16,0 0-16,0 0 15,0 0-15,0 0 16,0 0-16,0 0 16,0 0-16,0 0 15,0 0-15,0 0 16,0 0 0,0 0-16,0 0 15,0 0-15,0 0 16,0 0-16,0 0 15,0 0-15,0 0 16,0 0-16,0 0 16,0 0-16,0 0 15,0 0-15,0 0 16,0 0 0,0 0-16,0 0 15,0 0-15,0 0 16,0 0-16,0 0 15,0 0-15,0 0 16,0 0-16,0 0 16,0 0-16,0 0 15,0 0-15,0 0 16,0 0-16,0 0 16,0 0-1,0 0-15,0 0 16,0 0-16,0 0 15,0 0-15,0 0 16,0 0-16,0 0 16,0 0-16,0 0 15,0 0-15,0 0 16,0 0 0,0 0-16,0 0 0,0 0 15,0 0 1,0 0-16,0 0 15,0 0-15,0 0 16,0 0-16,0 0 16,0 0-16,0 0 15,0 0-15,0 0 16,0 0 0,0 0-16,0 0 15</inkml:trace>
  <inkml:trace contextRef="#ctx0" brushRef="#br0" timeOffset="126932.11">1211 5251 0,'0'0'0,"-2"-2"16,2 2-16,-11-8 15,0-1-15,-1-1 16,-4-2-16,-1-2 16,-4 1-1,-4 5-15,-8 6 16,-10 4-16,-6 6 15,-5 7-15,5 0 16,5 2-16,5-1 16,9-1-16,8-2 15,4-1-15,4 1 16,4 4-16,5 2 16,7 4-1,6 4-15,9 2 16,8 2-16,11-3 15,7-1-15,0-5 16,2-5-16,1-1 16,-4-2-16,-2-3 15,-8-1-15,-7-2 16,-7 0-16,-6 1 16,-6 0-1,-4 1-15,-9 5 16,-6 5-16,-9 3 15,-7-3-15,-4-3 16,2-5-16,0-6 16,6-4-16,5-1 15,4-2-15,5 1 16,11 0-16,-12-5 16,10-2-1</inkml:trace>
  <inkml:trace contextRef="#ctx0" brushRef="#br0" timeOffset="127215.02">1540 5422 0,'0'0'0,"0"0"0,0 0 15,0 0-15,0 0 16,10 1-16,8 0 16,12 1-16,9-2 15,8-3-15,-1-3 16,2-3-16,-1 1 16,0-2-16,-3 1 15,-7 1 1,-3 0-16,-6 1 15</inkml:trace>
  <inkml:trace contextRef="#ctx0" brushRef="#br0" timeOffset="127464.9">1600 5629 0,'0'0'0,"0"0"15,0 0-15,0 0 16,0 0-16,4 1 16,-4-1-16,28 7 15,1 0-15,10-7 16,8-3-16,8-6 16,2-6-16,2-2 15,2-7 1,-1-4-16,-6 0 15</inkml:trace>
  <inkml:trace contextRef="#ctx0" brushRef="#br0" timeOffset="128082.06">2366 5048 0,'0'0'0,"0"0"0,0 0 16,0 0-16,2 5 16,0 4-16,2 6 15,1 8-15,1 3 16,0 2-16,-1 2 16,-1 0-16,-1-3 15,0 1 1,0-2-16,-1 0 15,0 2-15,0-4 16,1 0-16,-1-2 16,-1-3-16,0-1 15,1-1-15,0-3 16,-2-2-16,1-4 16,0-1-16,-1-7 15,2 11-15,-2-11 16,1 7-1,-1-7-15,0 0 16,0 0-16,0 0 16,0 0-16,1 7 15,-1-7-15,0 0 16,0 0-16,0 0 16,0 0-16,0 0 15,0 6-15,0-6 16,0 0-1,0 0-15,0 0 16,0 0-16,0 0 16,0 0-16,0 0 15,0 0-15,0 0 16,0 0-16,0 0 16,0 0-1,0 0-15,0 0 0,0 0 16,0 0-1,0 0-15</inkml:trace>
  <inkml:trace contextRef="#ctx0" brushRef="#br0" timeOffset="129031.54">555 6441 0,'0'0'0,"0"0"16,0 0-16,-1 4 16,-1 7-16,-4 13 15,-2 13-15,-2 8 16,1 1-1,-1-5-15,4 1 16,1-8-16,3-5 16,0-4-16,2-8 15,0-2-15</inkml:trace>
  <inkml:trace contextRef="#ctx0" brushRef="#br0" timeOffset="129281.73">549 6324 0,'0'0'0,"0"0"0,0 0 0,0 0 0,0 0 16,2-2-1,-2 2-15,25-14 0,2 2 16,3 3 0,3 1-16,-3 4 15,-4 0-15,-4 0 16,-9 2-16</inkml:trace>
  <inkml:trace contextRef="#ctx0" brushRef="#br0" timeOffset="129498.3">485 6611 0,'0'0'0,"0"0"16,0 0-16,0 0 15,0 0-15,0 3 16,0-3-16,13 6 15,13-5 1,11-5-16,10-7 16</inkml:trace>
  <inkml:trace contextRef="#ctx0" brushRef="#br0" timeOffset="130131.24">895 6380 0,'0'0'0,"0"0"16,0 0-16,0 0 15,0 0 1,0 2-16,0-2 16,2 20-16,0 4 15,1 6-15,0 2 16,1 4-16,-1-3 16,-1-4-16,-1-5 15,0-6-15,1-4 16,-1-5-1,-1-9-15,0 0 0,0 0 16,9-7 0,0-17-16,1-11 15,-1-5-15,-1-2 16,-1 7-16,-1 5 16,-2 9-16,-1 6 15,-1 7-15,-2 8 16,3-8-16,-3 8 15,0 0-15,16-2 16,-4 6 0,1 5-16,1 2 15,2 1-15,0 1 16,-2-4-16,0-3 16,6-9-16,1-5 15,0-3-15,-2-3 16,-5 0-16,-2 2 15,-4 3-15,-2 1 16,-6 8 0,6-8-16,-6 8 15,0 0-15,0 0 16,0 0-16,0 0 16,13 9-16,-3 5 15,0 7-15,-1 3 16,1 3-16,-2-1 15,1 0 1,-2-1-16,1-2 16,3 2-16</inkml:trace>
  <inkml:trace contextRef="#ctx0" brushRef="#br0" timeOffset="131151.04">1665 6500 0,'0'0'0,"-3"0"0,3 0 15,-11 0-15,11 0 16,-17 1-16,17-1 16,-19 7-16,8 2 15,-1 6-15,2 0 16,2-1-16,3-3 15,2-2 1,3-9-16,-3 8 0,3-8 16,0 0-1,0 0-15,10-8 16,3-4-16,1-8 16,-2-1-16,-3 3 15,-2 6-15,-2 4 16,-5 8-16,15-6 15,-4 7-15,4 3 16,1 3 0,3 3-16,0-1 15,-1 0-15,2-4 16,3-12-16,1-7 16,-1-5-16,0-6 15,-4-2-15,-2 4 16,-6 4-16,-4 6 15,-2 5-15,-5 8 16,4-9-16,-4 9 16,0 0-1,17 5-15,-8 9 16,1 11-16,1 11 16,-3 6-16,-2 1 15,-5-1-15,-1-1 16,-1-5-16,0-5 15,-1-8-15,2-10 16,-1-6 0,1-7-16,0 0 15,-11-4-15,2-12 16,-2-21-16,0-11 16,4-4-16,4-3 15,2-5-15,5-3 16,2 4-16,1 6 15,2 11-15,1 9 16,2 6-16,2 4 16,3 4-1,5 4-15,-2 5 16,3 5-16,-2 6 16,-3 3-16,-3 2 15,-4 2-15,-2 2 16,-2 2-16,-4 4 15,-7 5-15,-7 7 16,-7 6-16,-4 1 16,3-7-1,3-6-15,4-8 16</inkml:trace>
  <inkml:trace contextRef="#ctx0" brushRef="#br0" timeOffset="131349.35">2394 6356 0,'0'0'0,"0"0"0,4 0 16,7 0-16,11 0 15,9 0-15,0 0 16,-1 0-16,-3 0 15,0 0-15,-1 0 16,-6 0-16</inkml:trace>
  <inkml:trace contextRef="#ctx0" brushRef="#br0" timeOffset="131581.51">2431 6745 0,'0'0'0,"0"0"0,0 0 16,0 0-16,0 0 16,7 1-16,7 0 15,12-4-15,7-8 16,9-9-16</inkml:trace>
  <inkml:trace contextRef="#ctx0" brushRef="#br0" timeOffset="133965.01">1040 7415 0,'0'0'0,"0"0"0,0 0 15,0 0-15,-3 1 16,3-1-16,0 0 16,0 0-1,0 0-15,0 0 16,0 0-16,0 0 15,19 2-15,5-8 16,6-3-16,5-4 16,-1-2-16,-1 0 15,-1-2-15,-3 3 16,-4 1 0,-4 1-16,-4 1 15,-3 2-15,-5 2 16,-9 7-16</inkml:trace>
  <inkml:trace contextRef="#ctx0" brushRef="#br0" timeOffset="134714.85">1005 7430 0,'0'0'0,"0"0"0,-2 0 15,2 0-15,0 0 16,0 0-16,-10 3 16,10-3-16,-7 13 15,0 3-15,-1 8 16,1 6 0,1 0-16,2-3 15,0-2-15,0-2 16,1 0-16,-2 0 15,2-1-15,0-2 16,1-4-16,0-3 16,0-4-16,0-2 15,2-7-15,-1 8 16,1-8-16,0 0 16,0 0-1,0 0-15,15-2 16,4-6-16,4-7 15,2 0-15,4-2 16,0 0-16,-2-1 16,2 5-16,-1 4 15,0 2-15,-2 5 16,-2 3-16,0 3 16,-3 5-1,-3 4-15,-4 2 16,-5 1-16,-3 3 15,-6 4-15,-6 3 16,-4 3-16,-5 0 16,-4 1-16,-5-3 15,-1-1-15,-2-4 16,-2-3-16,1-3 16,-2-4-16,-2-4 15,0-4 1,2-3-16,1-3 15,3 0-15,-1-3 16,2-1-16,2-3 16,5 0-16,6 3 15,2 0-15,10 6 16,0 0-16,-11-7 16,11 7-16,0 0 15,12-7 1,5-1-16,8-3 15</inkml:trace>
  <inkml:trace contextRef="#ctx0" brushRef="#br0" timeOffset="135148.22">1512 7391 0,'0'0'0,"0"0"16,0 0-16,0 0 15,2 4-15,1 3 16,3 6-16,2 5 16,3 3-16,1 4 15,3-2-15,4 1 16,4-3-16,1-3 16,5-2-16,1-3 15,2 0 1,-2-3-16,-5 0 15,-1-3-15,4 3 16,0 0-16,-1 0 16,-4-2-16,-7-2 15,-2 1-15</inkml:trace>
  <inkml:trace contextRef="#ctx0" brushRef="#br0" timeOffset="135514.87">1916 7374 0,'0'0'0,"-3"2"0,3-2 15,0 0-15,0 0 16,-13 7-1,6 0-15,-3 10 16,-2-459-16,-3 946 16,1-466-16,0 1 15,0-3-15,1 1 16,-3 0-16,-1-3 16,-3-2-16,3-6 15,1-2 1,1-2-16,3-4 15,2-4-15,3-3 16,1-3-16,2-2 16,4-6-16,3 9 15</inkml:trace>
  <inkml:trace contextRef="#ctx0" brushRef="#br0" timeOffset="136398.29">2438 7290 0,'0'0'0,"0"0"15,0 0-15,0-1 16,0 1-16,0 0 16,3-6-16,-3 6 15,2-7-15,-2 7 16,0 0-16,0 0 16,0 0-16,0 0 15,0 0-15,-3-7 16,3 7-1,-13-1-15,-2 1 32,-10 6-32,-7 5 15,1 3-15,9-4 16,4 2 0,1 1-16,4-1 0,2 0 15,2-1-15,3-1 16,2 0-1,2 2-15,2 1 16,3 2-16,5 2 16,2 1-16,2-4 15,1-2-15,0-1 16,1 1-16,3-1 16,2 1-16,1-1 15,-3 0 1,-2-3-16,-2-1 15,-1 2-15,-1-1 16,-1 2-16,-4 0 16,-3-1-16,-1-2 15,-6 0-15,-1 4 16,-4 1-16,-2 0 16,-6 1-16,-3 1 15,-1-2-15,0-3 16,0-2-1,3-1-15,0-1 16,0-2-16,3 0 16,1-1-16,5-2 15,9 0-15</inkml:trace>
  <inkml:trace contextRef="#ctx0" brushRef="#br0" timeOffset="136765.01">2337 7333 0,'0'0'0,"0"0"15,0 0-15,0 0 16,0 0-16,0 0 15,7 1 1,6 2-16,12-3 16,8-6-16,5-7 15,4-4-15,2-6 16,2-3-16,-7-1 16,-1 2-16,-1 1 15,-7 3-15,-1 2 16,-6 4-1,-6 3-15,-4 3 16,-2 1-16,0 1 16,-2-1-16,-9 8 15</inkml:trace>
  <inkml:trace contextRef="#ctx0" brushRef="#br0" timeOffset="143097.76">2891 6859 0,'0'0'0,"-9"-3"0,-1-1 15,-14-3-15,-4-1 16,-2 0-16,-7-1 15,-6 4-15,-3 2 16,2 1-16,-3 0 16,-4-1-16,-3 0 15,-9 1-15,0-1 16,-6-1-16,-8 0 16,3-1-1,-13 2-15,3-2 16,-3 4-16,-2 4 15,-2 4-15,-1 4 16,7 3-16,-5 3 16,7 1-16,-2 0 15,3-1-15,6-1 16,6-2-16,5-1 16,6-1-1,0 0-15,0 3 16,3 6-16,3 10 15,7 0-15,3 5 16,6 4-16,4 3 16,7 7-16,2 8 15,5 3-15,5 6 16,8-1-16,7-2 16,7 2-16,4-3 15,4-5 1,6-2-16,3-1 15,5-4-15,6-2 16,3-3-16,6-3 16,6-6-16,3-4 15,6-1-15,4-6 16,1 0-16,8-3 16,2-3-16,6-3 15,3-4 1,1 0-16,4-2 15,-2-3-15,8-3 16,1-4-16,-1-3 16,0-3-16,-3-3 15,-2-6-15,-2-2 16,-3-2-16,-9 0 16,-4-2-16,-5-4 15,-5-4 1,-1-2-16,-6 1 15,-4-2-15,-6 1 16,-1-6-16,-4-6 16,-7-1-16,-1-8 15,-9 1-15,-3 1 16,-2-1-16,-3-1 16,-5-2-16,-5-1 15,-2 4 1,-6 2-16,-1 4 15,-5 1-15,-4 2 16,-4 2-16,-5 5 16,-3 3-16,-6 3 15,-3 2-15,1 3 16,-4 3-16,-1 2 16,-2 1-16,0 4 15,4 1 1,-2 1-16,0 2 15,-1 1-15,4-1 16,5 3-16,3 0 16,0 0-16,2 0 15,0 1-15,2 1 16,4 0-16,3 2 16,4 0-16,1 1 15,11 1-15,-17-3 16,17 3-1,-10-1-15,10 1 16,0 0-16,0 0 16,0 0-16,0 0 15,-11-3-15,11 3 16,0 0-16,0 0 16,0 0-16,0 0 15,0 0-15,0 0 16,0 0-1,7 7-15,3 3 16</inkml:trace>
  <inkml:trace contextRef="#ctx0" brushRef="#br0" timeOffset="147698.26">2819 7846 0,'0'0'0,"0"0"16,0 0-16,0 0 15,0 0-15,0 0 16,6 1-16,6 0 15,11 3-15,4 1 16,1 0-16,11 1 16,8 1-16,4-8 15,2-4 1,0-3-16,-1-1 16,-2 0-16,-4-1 15,-4 0-15,-2 1 16,-5 0-16,-5 1 15,-6 4-15,-5 0 16,-5 2-16,-4 2 16,-10 0-16,11-1 15,-11 1 1,0 0-16,0 0 16,0 0-16,0 0 15,0 0-15,-8-12 16,-4 4-16,-2-2 15,0 2-15,0 2 16,3 2-16,1 1 16,10 3-16,-12-4 15,12 4 1,0 0-16,0 0 16,0 0-16,0 0 15,0 0-15,0 0 16,20 6-16,-1-1 15,3 0-15,-2 0 16,-2-1-16,-2 1 16,-6-2-16,-10-3 15,15 7 1,-11 1-16,-4 5 16,-6 11-16,-13 17 15,-7 8-15,-7 0 16,3-5-16,1-13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05T10:33:24.377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FFFF00"/>
    </inkml:brush>
    <inkml:brush xml:id="br2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10948 1739 0,'0'0'0,"0"0"0,-1-3 15,1 3-15,0-18 16,5-1-16,5-8 16,5-3-16,6-1 15,4-2-15,5 0 16,1 1-16,2 0 15,1 0 1,1 4-16,4 3 16,1 4-16,-3 5 15,2 4-15,2 4 16,0 5-16,-1 6 16,-3 4-16,-2 3 15,1 5-15,-2 3 16,0 1-1,-4 1-15,-3 0 16,-3-1-16,-4-1 16,-3-1-16,-3-2 15,-1-2-15,-2-1 16,-2-1-16,-2-3 16,-2-1-16,-5-7 15,6 8-15,-6-8 16,0 0-1,0 0-15,4 6 16,-4-6-16,0 0 16,0 0-16,0 0 15,0 0-15,0 0 16,0 0-16,0 0 16,-3-10-16,0 0 15,-1-1-15,1-1 16,-2-3-1,1 1-15,-1-1 16,1 2-16,1 1 16,-1-1-16,0 1 15,1 0-15,-1 0 16,1 2-16,0 1 16,1 2-16,0 0 15,2 7-15,-3-10 16,3 10-16,0 0 15,-3-7 1,3 7-16,0 0 16,0 0-16,0 0 15,0 0-15,0 0 16,6 10-16,5 9 16,7 6-16,7 3 15,0-1-15,0-2 16,-4-3-16,-1-1 15,-1-1-15,-5-4 16,-5 0 0,-3-3-16,-4 0 15,-5 1-15,-6 3 16,-8 1-16,-8-1 16,-8 0-16,-7-4 15,0-4-15,0-2 16,2-4-16,0-2 15,0-5 1</inkml:trace>
  <inkml:trace contextRef="#ctx0" brushRef="#br0" timeOffset="21882.08">12273 1751 0,'0'0'0,"1"4"0,-1-4 15,8 17-15,2-1 16,11 0-16,10 3 16,9 1-16,2 0 15,1-1-15,-3-2 16,-6-3-16,-6-3 16,-6 3-16,-7 3 15,-8 2-15,-9 6 16,-11 5-1,-18 9-15,-10 2 16,-9-7-16,1-5 16,5-8-16,4-4 15,3-5-15,7-4 16,2-2-16,4-4 16,4-2-16,3-1 15,5 0-15,1-1 16,11 2-16,-11-7 15,11 7 1</inkml:trace>
  <inkml:trace contextRef="#ctx0" brushRef="#br0" timeOffset="22333.38">12464 1728 0,'0'-2'0,"0"2"16,-6-8-16,0 2 15,1 0-15,5 6 16,-7-10-1,7 10-15,7-16 16,21-5-16,20-8 16,15 0-16,1 0 15,2 2-15,-4 3 16,-2-1-16</inkml:trace>
  <inkml:trace contextRef="#ctx0" brushRef="#br0" timeOffset="22549.82">12924 1762 0,'0'0'0,"9"-5"0,12-2 15,32-7-15,8 3 16,-2 4 0,-5 5-16,-7 4 15,-8 4-15,-13-2 16</inkml:trace>
  <inkml:trace contextRef="#ctx0" brushRef="#br0" timeOffset="22815.66">12843 2098 0,'0'0'0,"0"0"0,0 0 16,4 0-16,9 4 15,17 0-15,11-4 16,2-6-1,8-2-15,0-3 16,2-3-16,3-4 16,-4-13-16,12-29 31,-10 13-31</inkml:trace>
  <inkml:trace contextRef="#ctx0" brushRef="#br0" timeOffset="23099.92">13473 1652 0,'0'0'0,"0"0"0,0 0 0,0 4 0,0-4 16,0 6-16,0-6 15,0 13-15,0 15 16,0 10-16,0 18 16,0-8-16,2 2 15,-1 1-15,1-4 16,1-1-16,1-2 15,-1-3 1,-2-3-16,2-1 16,0-3-16,0-8 15,0-6-15,1-1 16,0-1-16,1 4 16,-3-8-16,-1-6 15,-1-8-15</inkml:trace>
  <inkml:trace contextRef="#ctx0" brushRef="#br0" timeOffset="23767.57">12107 2705 0,'0'0'0,"0"0"0,4 1 15,13 1-15,23 6 16,19 4-16,8-8 16,11-22-16,8 10 15,5-10-15,6 4 16,1 0-16,5 7 15,-1 12-15,-5-3 16,-8-3 0,-3-5-16,-9-8 15,-12 0-15,-8 4 16,-10 1-16,-5 9 16,-6 4-16,-4 7 15,-12-6-15,-2 0 16,-1 2-16,-4 1 15,2 2-15,-15-10 16,0 0 0,17 6-16</inkml:trace>
  <inkml:trace contextRef="#ctx0" brushRef="#br0" timeOffset="25715.64">12436 3082 0,'0'0'0,"0"0"16,0 0-16,-1 5 15,0 6-15,-3 14 16,-1 10-16,-2 9 15,0 2-15,0-1 16,-2 5-16,0-7 16,1 2-1,-3 7-15,3-5 16,-1-6-16,2-6 16,0-2-16,3 4 15,4 12-15</inkml:trace>
  <inkml:trace contextRef="#ctx0" brushRef="#br0" timeOffset="43282.5">13838 2041 0,'0'0'0,"-2"-2"0,2 2 16,-4-8-16,-1 1 16,1-5-1,3-4-15,3-3 16,7-3-16,10-1 15,1 1-15,13-4 16,3 4-16,8 2 16,5-4-16,-1 8 15,0 3-15,2 3 16,2 7-16,-2-2 16,-5 4-16,-2 2 15,2 2 1,-5 1-16,-5-1 15,-7 0-15,-7-2 16,-5 0-16,-4 0 16,-12-1-16,13 1 15,-13-1-15,0 0 16,0 0-16,11 0 16,-11 0-1,4-10-15,-3-1 16,-2-1-16,-2-5 15,-2 0-15,-2-1 16,-2 0-16,2 5 16,-1 0-16,1 2 15,1 4-15,6 7 16,-7-10-16,7 10 16,0 0-16,0 0 15,0 0-15,0 0 16,0 0-1,23 7-15,-1 2 16,1 4 0,-3-1-16,-4 1 0,-4 2 15,-3 2-15,-4 5 16,-6 2 0,-5 1-1,-6 1-15,-6-1 16,-6-3-16,-1-1 0,1-6 15,4-4-15,4-4 16,7-2-16,9-5 16,0 0-16</inkml:trace>
  <inkml:trace contextRef="#ctx0" brushRef="#br0" timeOffset="43965.97">14930 1582 0,'0'0'0,"0"0"0,0 0 0,2-1 0,-2 1 15,26-10-15,3 1 16,8 4-16,4 1 16,-1 5-16,-4 4 15,0 2-15,1 2 16,-4 3-16,-5 4 16,-6 4-16,-4 2 15,-3 6 1,-5 5-16,-5 5 15,-7 9-15,-6 3 16,-8 0-16,-6 3 16,0-8-16,-2-2 15,0-5-15,4-6 16,0-3-16,4-4 16,3-4-16,2-3 15,2-3 1,1-2-16,0-2 15,2-2-15,1-1 16,5-8-16,-6 8 16,6-8-16,0 0 15,0 0-15,0 0 16,0 0-16,0 0 16,0 0-16,0 0 15,10 8-15,11-5 16,8 0-1,2-2-15,3-2 16,1-2-16,-2 0 16,-3-1-16,2 1 15,1 0-15,0 0 16,-1 0-16,-3 0 16,-1 1-16,148-13 15</inkml:trace>
  <inkml:trace contextRef="#ctx0" brushRef="#br0" timeOffset="47515.56">12762 3205 0,'0'0'0,"0"0"0,-1-2 16,1 2-1,-26-11-15,-16 5 16,-18 8-16,-1 3 16,-3 8-16,8 10 15,1-2-15,7 4 16,7 1-16,10-5 15,7 2-15,6 4 16,5-2-16,3 5 16,10-3-16,7 0 15,10 8 1,6-3-16,8 6 16,7-1-16,-5-5 15,3 1-15,-9-5 16,-12-2-16,-4-2 15,-6 3-15,-11 6 16,-6 11-16,-14-1 16,-9-4-16,-11-4 15,-4-3 1,-4-6-16,0-8 16,8-5-16,3-5 15,8-4-15,5-3 16,6-1-16,6-2 15,1-4-15,6-4 16,9-3-16</inkml:trace>
  <inkml:trace contextRef="#ctx0" brushRef="#br0" timeOffset="47865.8">12730 3353 0,'0'0'0,"0"0"16,0 0-16,-2 4 15,-6 13-15,-5 20 16,-3 12-16,4-1 15,1-5-15,0 9 16,1 2-16,2 9 16,2-4-16,3-12 15,2-9 1,0-10-16,0-7 16,1-9-16,0-1 15,0-2-15,0-9 16,0 0-16,0 0 15</inkml:trace>
  <inkml:trace contextRef="#ctx0" brushRef="#br0" timeOffset="48099.21">12680 3723 0,'2'-6'0,"1"-3"15,3-5-15,15-18 16,14 1-16,8-7 15,0 8-15,5 8 16,0-2-16,-5 8 16,-6 2-16,-8 4 15,-6 6-15,-6 2 16,-7-1 0,-10 3-16,0 0 15</inkml:trace>
  <inkml:trace contextRef="#ctx0" brushRef="#br0" timeOffset="48532.74">12732 3585 0,'-1'7'0,"1"0"16,-1 2-16,3 9 15,4 7-15,6 5 16,4 1-16,6-7 15,3-1-15,3-1 16,6 0-16,1 0 16,-2-7-16,-2-12 15,-5-4 1,3-10-16,-2-2 16,-4 0-16,-1 1 15,-4 2-15,-4 3 16,-4 1-16,-10 6 15,9-6-15,-9 6 16,0 0-16,13 14 16,-8-1-16,-5 13 15,0 8-15,-4 8 16,1-1 0,1-8-16,-2 1 15,1 0-15,0-3 16,1-6-16,0-5 15,2-5-15,1-3 16,0-6-16,-1-6 16,0 0-16</inkml:trace>
  <inkml:trace contextRef="#ctx0" brushRef="#br0" timeOffset="48700.01">13239 3632 0,'0'0'0,"0"0"0,0 0 16,0-3-16,0 3 15,0-10-15,0 10 16,0 0 0,11-1-16</inkml:trace>
  <inkml:trace contextRef="#ctx0" brushRef="#br0" timeOffset="49299.26">13538 3776 0,'0'0'0,"0"0"0,0 0 16,-1 2-16,0 4 15,-6 12-15,-3 20 16,3 4-16,1 12 16,0-3-16,3-3 15,1 0-15,0-6 16,2-5 0,-1-2-16,1-5 15,0-7-15,0-6 16,0-6-16,0-3 15,0-8-15,-2 7 16,2-7-16,-10-8 16,-2-8-16,-3-15 15,1-10-15,0-9 16,6-4 0,3-4-16,4-4 15,3 5-15,5 3 16,3 6-16,8-7 15,3 4-15,4 8 16,6 13-16,3 15 16,9 2-16,2 2 15,-3 10-15,-4 5 16,-10 4 0,-5 9-16,-6 7 15,-8-2-15,-8 7 16,-8-5-16,-15 5 15,-6 7-15,-10-6 16,2 0-16,3-20 16,2-1-16,9-4 15</inkml:trace>
  <inkml:trace contextRef="#ctx0" brushRef="#br0" timeOffset="49749.53">14243 3522 0,'0'0'0,"0"0"15,0 0-15,-5 5 16,-1 3-16,-2 20 16,1 21-16,2 9 15,0 9-15,0-5 16,0 5-16,1 3 16,-4-9-1,-1-8-15,-8-12 16,-2-16-16</inkml:trace>
  <inkml:trace contextRef="#ctx0" brushRef="#br0" timeOffset="50099.81">14142 3441 0,'0'-2'0,"3"-8"16,4-7-16,15-19 16,11-6-16,6 4 15,2 4-15,2 9 16,2 9 0,1 6-16,1 10 15,-7 5-15,-9 6 16,-10 7-16,-8 5 15,-9 9 1,-16 5-16,-21 14 0,-16 0 16,-8 0-16,-4-2 15,8-12-15,9-6 16,10-6-16,-2 5 16,5-12-16</inkml:trace>
  <inkml:trace contextRef="#ctx0" brushRef="#br0" timeOffset="50910.61">14682 3640 0,'0'0'0,"0"2"0,0-2 15,2 15-15,-1 4 16,-2 8-16,-8 8 15,-5 5-15,-4 7 16,-2-4-16,1-1 16,4-9-16,4-6 15,1-6-15,3-5 16,3-4-16,3-4 16,1-8-16,2 10 15,-2-10 1,26 4-16,4-7 15,4-9-15,-1-4 16,-2-4-16,-6-2 16,-6 2-16,-6 0 15,-5 1-15,-6-1 16,-2 3-16,-1 4 16,-2 4-16,3 9 15,-3-10 1,3 10-16,0 0 15,-2-6-15,2 6 16,0 0-16,8-11 16,9-3-16,17-4 15,4-3-15,-3 3 16,-7 3-16,-5 2 16,-6 0-1,-6 2-15,-4 3 16,-7 8-16,2-11 15,-11 2-15,-11-1 16,-8-1-16,1 7 16,7 5-16,4 6 15,5 3-15,4 5 16,5 3-16,8 9 16,8 7-1,11 11-15,7 1 16,4 3-16,2-2 15,0 1-15,-7-9 16,-7-6-16,-11-2 16,-8-5-16,-8 0 15,-7-1-15,-11-2 16,-13-1-16,-11-6 16,-2-8-1,1-7 1,9-4-16,9-5 0,6-12 15</inkml:trace>
  <inkml:trace contextRef="#ctx0" brushRef="#br0" timeOffset="51116.33">15254 3827 0,'0'0'0,"0"0"0,0 0 16,3 7-16,4 13 16,0 20-16,-4 7 15,-3-4-15,-3 1 16,-2-3-16,-3-3 16,0-8-16,0-5 15,0-7-15,1-5 16,0-6-1,7-7-15</inkml:trace>
  <inkml:trace contextRef="#ctx0" brushRef="#br0" timeOffset="51282.54">15312 3547 0,'0'0'0,"0"0"16,0 0-16,0 0 16,2 2-16,-2-2 15</inkml:trace>
  <inkml:trace contextRef="#ctx0" brushRef="#br0" timeOffset="53782.59">12964 4396 0,'-1'-1'0,"1"1"0,0 0 0,-17-9 16,-5 8-16,-14 8 16,-5 7-16,-4 9 15,-5 12-15,1 5 16,2 10-16,2-3 15,9-9-15,-3 4 16,5-3 0,3 0-16,6 8 15,6-10-15,2 12 16,4-8-16,3-2 16,6 9-16,2-6 15,2 1-15,1-2 16,1-6-16,0-3 15,-1-5 1,-1-2-16,-4-2 16,-1-3-16,-3-3 15,2-6-15,-2-4 16,-6-4-16,-3-2 16,-3-3-16,0-7 15,2-2-15,0-4 16,3 0-16,1-2 15,1 1-15,1 0 16,1 1 0,0 0-16,-1 0 15,0 3-15,0 1 16,3 5-16,9 6 16,-12-6-16,12 6 15,-16 3-15,8 5 16,0 6-16,3 2 15,4 7-15,3 2 16,5 0 0,1-2-16,1-3 15,3-3-15,7-4 16,4-1-16,1-7 16,0-3-16,-2-4 15,0-3-15,1-4 16,2-4-16,4-3 15,4-3-15,-1 1 16,0 1 0,-4 1-16,-11 6 15</inkml:trace>
  <inkml:trace contextRef="#ctx0" brushRef="#br0" timeOffset="54565.66">11715 5756 0,'0'0'0,"0"0"16,0 0-16,0 0 15,0 0-15,-3 0 16,3 0-16,-5 15 16,0 13-16,-2 14 15,1 4-15,-1 6 16,2-2-16,0-4 15,0-6-15,1-7 16,1-3 0,1-5-16,0-5 15,0-7-15,1-5 16,1-8-16,-1 8 16,1-8-16,0 0 15,-4-11-15,-5-11 16,-4-12-16,-3-6 15,1-3-15,-1-5 16,5-4 0,5-5-16,3 4 15,5 0-15,2 4 16,5 6-16,5 2 16,7 3-16,10 4 15,3 4-15,5 4 16,1 7-16,3 7 15,-3 8-15,1 4 16,-1 4-16,-8 4 16,4 4-1,-9 4-15,-7-1 16</inkml:trace>
  <inkml:trace contextRef="#ctx0" brushRef="#br0" timeOffset="54816.13">11503 5973 0,'0'0'0,"0"0"0,0 0 15,6-1-15,13 0 16,17-3-16,7 0 16,4 1-1,-3-1-15,-2 3 16,3 0-16,-2 0 16,-13 1-16</inkml:trace>
  <inkml:trace contextRef="#ctx0" brushRef="#br0" timeOffset="55282.73">12023 5990 0,'0'0'0,"3"2"16,-3-2-16,0 0 15,15 13-15,-1-6 16,12 1-16,5 0 15,7-4-15,1-6 16,-5-5-16,-3-5 16,-1-2-16,-1-1 15,-2-4 1,-6-2-16,-3 0 16,-7 3-16,-5 7 15,-3 0-15,-5 0 16,-11-4-16,-14 1 15,-18 5 1,-9 3-16,-2 15 0,3 6 16,12 1-1,6 7-15,8-3 16,5 2-16,3 1 16,4-1-16,9 0 15,7 0-15,8 5 16,6-1-16,6 1 15,10-3-15,5 0 16,8-3-16,4-5 16</inkml:trace>
  <inkml:trace contextRef="#ctx0" brushRef="#br0" timeOffset="56782.51">12512 5882 0,'0'0'0,"0"0"16,0 0-16,0 6 15,-1 10-15,-2 14 16,0-1-16,2 7 15,0 3-15,1 4 16,2-2-16,1-12 16,1-7-16,-1-8 15,0-8 1,-3-6-16,11 4 16,2-12-16,6-9 15,4-11-15,1-5 16,-8 5-16,-3 3 15,-4 5-15,-4 6 16,-1 7-16,-4 7 16,0 0-16,0 0 15,0 0 1,13 9-16,-2 13 16,-1 2-16,1-1 15,0 3-15,2-2 16,5 1-16,6-5 15,1-6-15,2 0 16,-2-6-16,1-6 16,1-4-16,0-8 15,-1-5-15,-4-3 16,-3-6 0,-7 2-16,-5-5 15,-2 1-15,-4 3 16,-6-1-16,-6 5 15,-3 3-15,0 2 16,5 5-16,9 9 16,-15-10-16,15 10 15,0 0-15,0 0 16,-8 7 0,11 4-16,10 6 15,11 3-15,10 1 16,7-7-16,3-7 15,4-1-15,-1-4 16,-1-4-16,-4-6 16,-5-8-16,-3 0 15,-10-2-15,-7 3 16,-6 3 0,-3 0-16,-4 0 15,-3 1-15,-5-2 16,-3-2-16,-9-6 15,-2 2-15,1 9 16,-1 8-16,-1 10 16,0 3-16,1 1 15,5 3-15,2 7 16,1 9 0,3 8-16,4 4 15,5-4-15,6 3 16,3-4-16,6 0 15,7-2-15,5-5 16,8-3-16,0-9 16,3-7-16,0-8 15,2-5-15,-1-9 16,-2-7 0,-2-7-16,-2-5 15,-5-4-15,-3-3 16,-5-1-16,-5 2 15,-3 0-15,-5 5 16,-2 2-16,-3-7 16,-3 1-16,-3 8 15,-1 7-15,-2 9 16,-6 0 0,-4-6-16,-3 5 15,-1 4-15,2 7 16,1 5-16,3 3 15,1 5-15,2 2 16,4 5-16,3-6 16,5 3-16,4 1 15,10 2-15,12-1 16,10-6 0,8-2-16,-1-4 15,-1-6-15,-6-2 16,-7 1-16,-10 0 15,-10 0-15,-11 0 16,13 5-16,-6 1 16,-2 5-16,1 7 15,-1 7-15,-1 2 16,-2-1 0,2 1-16,-1-1 15,3 0-15,11-1 16,9 0-16,6-2 15,7-6-15,-1-2 16,0-9-16</inkml:trace>
  <inkml:trace contextRef="#ctx0" brushRef="#br0" timeOffset="57282.78">14535 6008 0,'0'0'0,"0"0"0,0 0 16,0 0-16,-3 4 16,3-4-1,-9 16-15,0 0 16,-1 5-16,0 7 15,7 6-15,4 1 16,6 1-16,7-5 16,6-4-16,4-5 15,3-5-15,3-7 16,-1-7-16,1-4 16,2-7-1,-1-9-15,-2-6 16,-3-8-16,-8-2 15,-7 0-15,-8 1 16,-13-2-16,-15-8 16,-15-4-16,-13 3 15,1 8-15,4 14 16,9 6-16,6 7 16,5 6-1,6 5-15,2 4 16,5 2-16,7 1 15,4 1-15,8 1 16,9 4-16,17-1 16</inkml:trace>
  <inkml:trace contextRef="#ctx0" brushRef="#br0" timeOffset="57632.09">14906 5619 0,'0'0'0,"0"0"0,0 0 16,0 0-16,0 5 16,-2 5-1,-1 12-15,-1 12 16,1 12-16,0 6 15,1 2-15,0 2 16,0 1-16,0 3 16,-3 2-16,-1 3 15,-3 2-15,-3 2 16,-1 1-16,1 1 16,-1 0-16,1-3 15,1-2 1,-1-1-16,4-19 15</inkml:trace>
  <inkml:trace contextRef="#ctx0" brushRef="#br0" timeOffset="58249.19">15118 6194 0,'0'0'0,"0"0"0,0 0 16,-1 2-16,1-2 16,-6 18-1,-2 8-15,-4 16 16,0 9-16,2 2 15,2-1-15,1 0 16,2-4-16,2-5 16,2-7-16,1-14 15,1-8-15,0-5 16,-1-9-16,0 0 16,0 0-1,7-13-15,0-26 16,-5-14-16,-3-10 15,-1 3-15,-1 4 16,0 5-16,1 3 16,-1 2-16,1 2 15,5 0-15,5 6 16,3 1-16,2 4 16,2 3-16,1 5 15,2 5 1,6 3-16,4 6 15,1 7-15,-3 6 16,-6 6-16,-4 4 16,-5 8-16,-8 6 15,-7 7-15,-12 6 16,-11 2-16,-12 2 16,-10-7-16,-4-4 15,-7-7 1,7-7-16</inkml:trace>
  <inkml:trace contextRef="#ctx0" brushRef="#br0" timeOffset="58749.71">13233 6551 0,'0'0'0,"0"0"0,-2 1 16,2-1-16,0 0 16,-5 9-16,5-9 15,27 15-15,21-1 16,19 2-16,15-14 16,10 2-16,13-2 15,6-6 1,13-4-16,10-3 15,11 1-15,10-1 16,0 9-16,-9 1 16,-4 4-16,-11-1 15,-10 2-15,-6 2 16,-17 3-16,-7 1 16,-13-1-16,-16 0 15,-7 1 1,-11 0-16,-7 1 15,-9-3-15</inkml:trace>
  <inkml:trace contextRef="#ctx0" brushRef="#br0" timeOffset="62682.8">8761 8076 0,'0'0'0,"0"0"0,0 0 0,0 0 16,0 0-16,-2 1 16,2-1-16,17 8 15,12-4-15,10-2 16,9 0-16,1-4 15,2 0-15,-1-2 16,-6 1-16,-4-2 16,-6 4-1,-10-2-15,-7 1 16</inkml:trace>
  <inkml:trace contextRef="#ctx0" brushRef="#br0" timeOffset="62949.37">8957 8089 0,'0'0'0,"0"0"16,0 2-16,0-2 16,0 0-16,0 0 15,0 8-15,0-8 16,3 17-16,0 2 15,2 7-15,1 4 16,0 1-16,-1-1 16,-2 1-16,-6 0 15,-2-3 1,-2-2-16,-3-2 16</inkml:trace>
  <inkml:trace contextRef="#ctx0" brushRef="#br0" timeOffset="63182.17">8638 8472 0,'0'0'0,"0"0"0,0 0 15,0 0-15,9 2 16,8 2-16,16 1 15,9-3-15,5-1 16,0-4-16,-1 1 16,-1-1-1,-2 0-15,0 1 16,-7-2-16</inkml:trace>
  <inkml:trace contextRef="#ctx0" brushRef="#br0" timeOffset="63465.29">9426 8285 0,'0'0'0,"0"0"0,0 0 15,4-1-15,-4 1 16,24-7-16,3 0 16,8 2-16,-2 2 15,-1 3 1,-1 0-16,-5 1 16,-2 0-16,-5 0 15</inkml:trace>
  <inkml:trace contextRef="#ctx0" brushRef="#br0" timeOffset="63699.31">9387 8465 0,'0'0'0,"0"0"0,0 0 0,0 0 0,6-1 16,11-1-16,14-4 16,10-2-16,5 0 15,-1-1-15,-1 1 16,1-1 0,-8-1-16</inkml:trace>
  <inkml:trace contextRef="#ctx0" brushRef="#br0" timeOffset="64249.5">10354 8028 0,'0'0'0,"0"0"0,0 0 16,0 0-16,0 0 16,0 0-16,0 0 15,-5 2 1,-11 3-16,-13 6 16,-4 2-16,6-4 15,1 2-15,4 0 16,3 0-16,5-1 15,3-1-15,4-1 16,1-1-16,4 0 16,2 1-16,5 3 15,8 2-15,6 3 16,5-1-16,3 0 16,3-2-1,0 1-15,-3-1 16,-4-2-16,-6 0 15,-6 8-15,-5 0 16,-6 3-16,-6 0 16,-11 1-16,-12 3 15,-10 2-15,-11-3 16,-2-4-16,4-5 16,5-6-1,5-4-15,9-2 16,5-4-1</inkml:trace>
  <inkml:trace contextRef="#ctx0" brushRef="#br0" timeOffset="64682.84">10527 8133 0,'0'0'0,"0"0"15,0 1-15,0-1 16,0 0 0,4 8-16,6 7 15,14 9-15,7 4 16,4-1-16,0-1 15,1-1-15,-4-5 16,0-1-16,-3-2 16,4-10-1,4-13 1,-4-18-16</inkml:trace>
  <inkml:trace contextRef="#ctx0" brushRef="#br0" timeOffset="64899.06">10827 8115 0,'0'0'0,"0"0"15,0 2-15,0-2 16,-9 16-16,-2 6 16,-6 12-16,-4 7 15,-2 1 1,-3 2-16,-4-3 15,-1-2-15,5-6 16,7-14 0</inkml:trace>
  <inkml:trace contextRef="#ctx0" brushRef="#br0" timeOffset="65399.09">11327 8001 0,'0'0'0,"0"0"0,0 0 0,0 0 0,-1 2 16,1-2-16,-14 7 15,-11 1-15,-9 4 16,1-1-16,5-1 16,4 0-16,2 1 15,3 2-15,4 1 16,4-2 0,5-2-16,2-2 15,3 1-15,6 3 16,8 3-16,8 2 15,7 0-15,4-2 16,3-2-16,-3-1 16,-3-1-1,-8-1 1,-8 2-16,-11 7 16,-11 3-16,-17 4 15,-13 1 1,-6-3-16,1-6 15,6-4-15,10-7 16,3-5-16,4-4 16,4-9-16</inkml:trace>
  <inkml:trace contextRef="#ctx0" brushRef="#br0" timeOffset="66749.49">12100 7896 0,'0'0'0,"0"0"16,0-1-16,0 1 16,0 0-16,0 0 15,0 0 1,0 0-16,0 0 15,-13 9-15,2 21 16,2 9-16,2 8 16,2 3-16,3 5 15,3-4-15,2-2 16,1-6-16,0-3 16,1-5-16,0-5 15,-2-9 16,-2-12-31</inkml:trace>
  <inkml:trace contextRef="#ctx0" brushRef="#br0" timeOffset="67015.7">11991 8172 0,'0'0'0,"9"-1"15,-9 1-15,25-16 16,-3-1-16,4-2 16,5-4-16,4-4 15,1 0-15,1 4 16,1 8-16,0 2 16,-6 1-16,-5 3 15,-7 1-15,-6 2 16,-14 6-1,10-2-15</inkml:trace>
  <inkml:trace contextRef="#ctx0" brushRef="#br0" timeOffset="67232.52">12106 8130 0,'0'0'0,"0"0"0,0 0 16,0 0-1,1 2-15,9 4 16,10 6-16,8 3 16,1-1-16,0 1 15,-2-2-15,-1 2 16,1 2-16,2 3 16,-1 0-16,-4-3 15,-1-1 1</inkml:trace>
  <inkml:trace contextRef="#ctx0" brushRef="#br0" timeOffset="67499.19">12559 8170 0,'0'0'0,"0"0"15,0 0-15,0 0 16,4-2-16,-4 2 16,29-7-16,2 2 15,7 0-15,2 2 16,-3 0-16,-5 0 16,-2 1-16,-1 0 15,-8 0-15,-8 2 16,-13 0-16</inkml:trace>
  <inkml:trace contextRef="#ctx0" brushRef="#br0" timeOffset="67682.36">12455 8276 0,'0'0'0,"3"0"0,-3 0 15,20-4 1,8-1-16,10-3 16,4-1-16,4 0 15,1 1-15,1-2 16,-2 1-16</inkml:trace>
  <inkml:trace contextRef="#ctx0" brushRef="#br0" timeOffset="68199.03">12954 7996 0,'0'0'0,"0"0"16,3-3-16,-3 3 15,28-14-15,4 8 16,7-2-16,1 2 15,-3 2 1,-2 4-16,-2 3 16,-10 1-16,-6 3 15,-6 3-15,-7 5 16,-7 5-16,-5 4 16,-12 6-16,-5 2 15,-3-6-15,1 0 16,7-9-16,2-4 15,6-6 1,12-7-16,-13 7 16,13-7-16,0 0 15,0 0-15,0 0 16,32 11-16,0-4 16,3 4-16,9 6 31,-3 8-31,-9 3 15,-9-3-15,-11-6 16,-8 0 0,-6 0-16,-8 1 15,-14 1-15,-7-5 16,-2-2-16,-1-11 16,2-13-16</inkml:trace>
  <inkml:trace contextRef="#ctx0" brushRef="#br0" timeOffset="68467.42">13429 8023 0,'0'0'0,"0"0"0,0 0 0,0 0 16,6 4-16,7 1 15,8 10 1,5 9-16,-1 5 16,1 1-16,-1 3 15,-3 1-15,-1 2 16,-3-7-16,-2-2 16,-4-7-16,-2-3 31</inkml:trace>
  <inkml:trace contextRef="#ctx0" brushRef="#br0" timeOffset="68699.03">13495 8170 0,'-1'2'0,"1"-2"0,-12 15 16,-8 12 0,-4 0-16,-2 2 15,4-4-15,4-4 16,5-6-16,5-4 16,3-4-16</inkml:trace>
  <inkml:trace contextRef="#ctx0" brushRef="#br0" timeOffset="69265.69">13829 8062 0,'0'0'0,"4"-1"0,-4 1 15,26-11-15,0 0 16,2 2-16,0 7 16,-3 4-1,-2 3-15,-4 2 16,-3 3-16,-4 1 16,-3 2-16,-5 2 15,-9 3-15,-5 4 16,-9 0-16,-2-1 15,0-3-15,4-5 16,4-4 0,3-1-16,10-8 15,-11 8-15,11-8 16,0 0-16,11 14 16,9 1-16,8-1 15,7 1-15,3-1 16,1 1-16,-2-1 15,-6-2 1,-3 0-16,-8 0 16,-6 0-16,-8-1 15,-5 2-15,-8 2 16,-14 3-16,-16 1 16,-16-2-16,-10-6 15,-2-5-15,7-4 16,3-3-16,9-2 15,14-12 17</inkml:trace>
  <inkml:trace contextRef="#ctx0" brushRef="#br0" timeOffset="69699">13804 8020 0,'0'0'0,"0"0"15,0 0-15,0 0 16,-3 0-16,-7 4 15,-17 4-15,-13 5 16,-4 1-16,-1 3 16,1 8-16,0-1 15,-3 6 1,-9 5 0</inkml:trace>
  <inkml:trace contextRef="#ctx0" brushRef="#br0" timeOffset="70515.86">14949 7876 0,'0'0'0,"0"0"16,0 0-16,0 0 15,0 0-15,0 0 16,-15 0-16,-17 0 15,-9 1-15,3 0 16,3 5-16,2 4 16,5 0-1,5 2-15,6-1 16,5-1-16,4 0 16,4-1-16,5 6 15,10 8-15,7 6 16,10 5-16,3-2 15,1-2-15,0-1 16,-6-4-16,-2-3 16,-5-1-1,-12 4 1,-10-2 0,-11 1-16,-11-4 15,2-6-15,-1-5 16,-2-5-16,2-5 15,5-4-15,4 0 16,7-4-16</inkml:trace>
  <inkml:trace contextRef="#ctx0" brushRef="#br0" timeOffset="70765.78">15085 8125 0,'0'0'0,"0"0"16,0 0-16,1 1 15,-1-1 1,0 0-16,0 0 16,0 0-16,14 8 15,-1-4-15,6 3 16,2-1-16,2 0 15,-4-5-15</inkml:trace>
  <inkml:trace contextRef="#ctx0" brushRef="#br0" timeOffset="70965.66">14985 8263 0,'0'0'0,"0"0"0,0 0 0,0 0 16,6 0-16,4 0 16,9 0-16,6 0 15,2 0-15,7 1 16,1-1 0,-1 0-16,2-1 15,0-9-15</inkml:trace>
  <inkml:trace contextRef="#ctx0" brushRef="#br0" timeOffset="71199.48">15399 7883 0,'0'0'0,"0"0"0,0 0 15,0 2-15,0-2 16,0 0-16,0 0 15,2 7-15,-1 1 16,4 14-16,3 17 16,3 10-1,-1 4-15,1-1 16,-2-7-16</inkml:trace>
  <inkml:trace contextRef="#ctx0" brushRef="#br0" timeOffset="74632.25">6236 8064 0,'0'0'0,"0"0"16,-2-3-16,2 3 16,-6-7-16,6 7 15,-6-8-15,6 8 16,-8-8-16,8 8 16,-29-6-16,-4 6 15,-3 8-15,5 1 16,7-1-1,4 2-15,5-3 16,4 0-16,4 1 16,3-1-16,3 1 15,5 4-15,8 2 16,6 2-16,14 1 16,2-2-16,-2-4 15,-2-3-15,-7-2 16,-4-1-16,-5-2 15,-14-3 1,14 10-16,-18 8 31,-30 24-31,-24 11 16,4-8-16,14-18 16,2-3-16,3-4 15,2-4-15,6-2 16,7-6-1,8-3-15,12-5 16</inkml:trace>
  <inkml:trace contextRef="#ctx0" brushRef="#br0" timeOffset="74899.3">6257 8287 0,'0'0'0,"0"0"16,0 0-16,2-1 15,8-5-15,10-4 16,11-4-16,9 2 15,-2 2 1,-2 1-16,0 0 16</inkml:trace>
  <inkml:trace contextRef="#ctx0" brushRef="#br0" timeOffset="75499.16">6567 8106 0,'0'0'0,"0"0"0,0 0 0,0-1 16,0 1-16,8-7 16,0-1-16,11-3 15,6 0-15,7 2 16,-3 2-1,-1 2-15,-5 3 16,-3 1-16,-2 3 16,-6 2-16,-3 3 15,-3 5-15,-4 6 16,-2 3-16,-5 6 16,-2-2-16,-2-3 15,1-4-15,1-4 16,2-5-16,1-1 15,4-8 1,-3 7-16,3-7 16,0 0-16,10 8 15,9-1-15,4-1 16,4 1-16,0-1 16,-3-1-16,-1-1 15,-4 1-15,-6 0 16,-3 3-16,-4 0 15,-3 2 1,-4 2-16,-5 4 16,-9 2-16,-4 1 15,-4-2-15,0-7 16,2-1-16,1-4 16,-2-2-16,3 0 15,3-3-15,6 1 16,10-1-16</inkml:trace>
  <inkml:trace contextRef="#ctx0" brushRef="#br0" timeOffset="75782.62">6959 8200 0,'0'0'0,"0"0"15,3 0-15,-3 0 16,21-1-16,0-2 16,8 0-16,1-1 15,2-1 1,1 2-16,-2-1 0,-2 1 15,-6 0 1,-7-1-16,-16 4 16</inkml:trace>
  <inkml:trace contextRef="#ctx0" brushRef="#br0" timeOffset="75998.98">7054 8086 0,'0'0'0,"0"0"0,0 0 0,0 0 16,0 0-16,1 3 15,0 4-15,3 5 16,0 8-16,3 5 16,2 4-16,-1 3 15,1 1-15,0 1 16,0 1-16,-2-2 15,-2-2-15</inkml:trace>
  <inkml:trace contextRef="#ctx0" brushRef="#br0" timeOffset="76284.34">7347 8105 0,'0'0'0,"0"0"16,0 0-16,1 2 15,4 8-15,8 11 16,2 13-16,1 1 15,-3 4 1,-3 6-16,-1 13 31,-3 7-31</inkml:trace>
  <inkml:trace contextRef="#ctx0" brushRef="#br0" timeOffset="76832.64">6403 8670 0,'0'0'0,"0"0"0,3-1 16,-3 1-16,27-8 15,-1 2 1,5 0-16,1 1 16,1 2-16,-5 2 15,-3 1-15,-6 2 16,-5-1-16</inkml:trace>
  <inkml:trace contextRef="#ctx0" brushRef="#br0" timeOffset="77048.96">6390 8754 0,'0'0'0,"0"0"0,0 0 0,0 0 16,0 0-16,0 0 15,6-3-15,6-4 16,10-2-16,4 1 15,4-1-15,6 2 16,1 0-16,-2 2 16,-3-1-1,1 1-15,-3 1 16</inkml:trace>
  <inkml:trace contextRef="#ctx0" brushRef="#br0" timeOffset="78017.28">6955 8578 0,'0'0'0,"0"0"0,0 0 15,-1-2 1,1 2-16,1-7 16,2 1-16,3-4 15,7-3-15,6 1 16,3 1-16,2 1 15,-1 2-15,-1 2 16,-3 3-16,-3 2 16,-2 2-1,-2 3-15,-1 4 16,-2 4-16,-2 5 16,-4 3-16,-4 2 15,-4-2-15,0-2 16,-2-1-16,1-6 15,3-3-15,3-8 16,-5 9-16,5-9 16,0 0-1,0 0-15,0 7 16,0-7-16,22 9 16,4 1-1,9 1 1,-1 1-16,-7-2 15,-11-4-15,-4-1 16,-12-5-16,12 8 16,-12-8-16,0 10 15,-6-2 1,-8 3-16,-7 5 16,-7-2-16,0-4 15,-2-2-15,0-1 16,4-1-16,1-2 15,6 0-15,2 0 16,6-1-16,-2-1 16</inkml:trace>
  <inkml:trace contextRef="#ctx0" brushRef="#br0" timeOffset="78782.34">7437 8635 0,'0'0'0,"0"0"16,0 0-16,7-1 15,8 0 1,16 0-16,3 5 16,3 3-16,-1 1 15,0 1-15,3 1 16,-1 0-16,-7-2 15,-1 0-15,-3-2 16,-3 0-16,-1 0 16,-6-2-16,-17-4 31,0 0-15,0 0-16,-3-12 15,-7-1-15,-1-2 16,-2-3-16,-1-2 15,1 2-15,3 4 16,2 2-16,1 3 16,7 9-16,-7-9 15,7 9 1,0 0-16,-16 3 16,5 9-16,-2 6 15,0 5-15,1 3 16,3-2-16,2-1 15,3-3-15,1 0 16,3 2-16,1-9 16</inkml:trace>
  <inkml:trace contextRef="#ctx0" brushRef="#br0" timeOffset="79282.31">7973 8523 0,'0'0'0,"0"0"15,0 0-15,3-3 16,-3 3 0,11-6-16,-1 1 15,4 1-15,1 2 16,1 0-16,1 3 15,-1 1-15,-4 2 16,-12-4-16,11 14 16,-10-2-16,-4 2 15,-5 6-15,-3 1 16,-1 0 0,3-7-16,2-3 15,3-4-15,4-7 16,-4 9-16,4-9 15,9 10-15,6-2 16,8-1-16,3-1 16,0-2-16,-6-2 15,-5 0-15,-2-1 16,-13-1-16,15 2 16,-15-2-1,0 0-15,8 10 16,-13 2-16,-11 6 15,-7 3-15,-13 3 16,1-2-16,0-1 16,-4-1-16</inkml:trace>
  <inkml:trace contextRef="#ctx0" brushRef="#br0" timeOffset="99148.87">10385 5883 0,'0'-3'0,"-1"-5"0,0-4 16,0-11-16,-3 0 16,-1 0-16,-4 1 15,-3-3-15,-3 0 16,-4 1-16,-5-1 15,-3-1 1,-5-1-16,-6 1 16,-5 3-16,-8 2 15,-6-4-15,-3 5 16,-6 1-16,-5 4 16,-1 2-16,-4 2 15,1 2-15,-3 3 16,0 1-1,0 2-15,0 0 16,2 1-16,1 2 16,1-2-16,2 2 15,0 0-15,2 2 16,2-1-16,-1 3 16,5 1-16,-2 3 15,3-1-15,-1 4 16,2 1-16,2 1 15,-2 3 1,4 1-16,3-1 16,-1 2-16,5 0 15,0 0-15,2 3 16,4 1-16,1-1 16,1 3-16,3 1 15,3 0-15,2 4 16,3-1-16,3 3 15,2 0 1,4 0-16,4-1 16,2 3-16,3 0 15,4 2-15,0 0 16,3-1-16,2 2 16,1-3-16,2 2 15,2 6-15,2 2 16,4 3-16,-1-1 15,4-3-15,3 5 16,3 2 0,1 0-16,2 4 15,1-1-15,0-1 16,3-1-16,0-4 16,4 0-16,3-5 15,0-3-15,6-3 16,0-6-16,4 0 15,5-6-15,7-3 16,4-3 0,2-5-16,6-2 15,5-2-15,1-5 16,0 0-16,1-3 16,3-2-16,2 0 15,2 0-15,2-1 16,1 0-1,1 1-15,0 0 16,1-1-16,0 1 16,-2-3-16,2 0 15,-1-1-15,-3-2 16,-3 0-16,1-3 16,-7 2-16,5-3 15,-6 1-15,-3 1 16,-7-1-16,-6-1 15,1-1 1,-5 0-16,-3-2 16,-2 0-16,-2 1 15,0-2-15,-3-2 16,1-3-16,-4-3 16,-1 0-16,0 1 15,-3 0-15,1 0 16,-2 0-16,-2 0 15,-2-3 1,-1-2-16,-1-1 16,-2-1-16,-2 1 15,-2-2-15,-1-2 16,-1-4-16,-3-1 16,-2-2-16,-1-2 15,-1 0-15,-2-3 16,-2-1-16,-1 2 15,-2 0-15,-1 1 16,-1 1-16,-1 1 16,-2 2-1,-2 2-15,-1 2 16,-3-2-16,-5-2 16,-1 2-16,-6 3 15,-2 1-15,-4 2 16,-5-1-16,-4 0 15,-5 1-15,-5 4 16,-3 4 0,-3 4-16,1 5 15,-1 2-15,-2 4 16,-1 3-16,2 3 16,0 3-16,4 3 15,2 1-15,2 0 16,4 4-16,5-3 15,5 3-15,6-2 16,3 2 0,2 1-16</inkml:trace>
  <inkml:trace contextRef="#ctx0" brushRef="#br0" timeOffset="107415.42">2290 5881 0,'0'0'0,"-2"-3"0,2 3 0,0 0 0,-16-5 15,-3 1-15,-9 3 16,-4 3-16,1 3 15,2 4-15,1 8 16,0 1 0,0 3-16,8-1 15,1 0-15,1 2 16,6-1-16,2-2 16,4-3-16,5 2 15,2-2-15,3-1 16,5-1-16,0-1 15,5 1-15,3-2 16,4 0 0,4 2-16,0-4 15,-1-1-15,-4-1 16,-3-3-16,-2 0 16,-2 1-16,-3 1 15,-1 2-15,-3-1 16,-3 1-16,-2-2 15,-2 2-15,-4 1 16,-6 1 0,-8 1-16,-10 3 15,-5-1-15,-2 1 16,-3-1-16,-4 1 16,-2-2-16,2 1 15,5-1-15,6-4 16,3 2-16,3 1 15,6-2-15,4-1 16,4 1-16,12-10 31,-7 6-15</inkml:trace>
  <inkml:trace contextRef="#ctx0" brushRef="#br0" timeOffset="108049.11">2126 5964 0,'-2'-2'0,"2"2"16,-8-9-16,0 2 15,8 7-15,-9-9 16,9 9-16,0 0 16,3-12-1,14-2-15,15-6 16,4 1-16,3 1 16,1 1-16,-2 1 15,-1 1-15,0 1 16,2 2-16,-1 2 15,-3 3-15,-5 3 16,0 3-16,-2 1 16,-3 1-1</inkml:trace>
  <inkml:trace contextRef="#ctx0" brushRef="#br0" timeOffset="108531.99">2604 6117 0,'0'0'0,"0"0"16,-1 2-16,1-2 16,0 0-16,0 0 15,0 0-15,19 2 16,3-3 0,5-1-16,3 0 15,1-3 1,2-1-16,-3-2 0,-1-1 15,0-2-15,-4 3 16</inkml:trace>
  <inkml:trace contextRef="#ctx0" brushRef="#br0" timeOffset="109266.7">3030 5856 0,'0'0'0,"0"0"15,0 0-15,0 0 16,0 0-16,4 0 15,-4 0-15,29-6 16,-4 0-16,2-1 16,0-1-16,1 1 15,1 0 1,-1 0-16,-2 0 16,-7 2-16,-3 1 15,-1 2-15,-3 2 16,-2 3-16,-10-3 15,16 15-15,-13 0 16,-2 5-16,-2 3 16,-2-2-16,0-5 15,0-5 1,0-2-16,3-9 16,-4 9-16,4-9 15,0 0-15,-3 8 16,3-8-16,0 0 15,0 0-15,0 0 16,10 6 0,3-2-16,8 1 0,5 0 31,-1-1-31,-1 0 0,-6-1 16,-3 0-16,-2 2 15,-2-1-15,-2 3 16,-2 1-1,0-1-15,-3 2 16,-2-2-16,-1 0 0,-3 2 16,-2-1-16,-5 1 15,-9 0-15,-12 0 16,-11 0 0,-4-2-16,-2-2 15,0-2-15,2-2 16,2 1-16,2-1 15,3 2-15,4 2 16</inkml:trace>
  <inkml:trace contextRef="#ctx0" brushRef="#br0" timeOffset="111032.34">1941 6675 0,'0'0'0,"0"0"16,0 0 0,0 0-16,0 1 0,0-1 15,0 0 1,0 0-16,22-2 15,6-3-15,11-2 16,8-5-16,3-4 16,7-4-16,1-3 15,6-2-15,4-2 16,1 0-16,6-3 16,1 0-16,5-1 15,-1 0 1,7-1-16,0 5 15,3 2-15,-1 2 16,-4 3-16,2 1 16,-7 1-16,-3 1 15,-4 0-15,-6 2 16,0 1-16,-6 1 16,-8 3-16,-4 0 15,-7 1-15,-6-1 16,-5 3-1,-3-1-15,-4 1 16,-1 2-16,-2-1 16,-1 1-16</inkml:trace>
  <inkml:trace contextRef="#ctx0" brushRef="#br0" timeOffset="115449.11">2947 6716 0,'0'0'0,"-3"-3"15,3 3-15,-8-10 16,2 3-16,1 1 15,1 0-15,1-1 16,0 0 0,2-1-16,3-2 15,3-3-15,4-2 16,4-1-16,8-4 16,4 2-1,1 0-15,1 4 0,1 1 16,1 3-16,-1 0 15,-3 3 1,-1 1-16,-5 3 16,-3 1-1,-1 1-15,-2 2 0,-1 2 16,0 1-16,-2 1 16,0 3-16,-2-1 15,-2 1-15,0-2 16,-3 0-16,1 1 15,-4-7 1,3 12-16,-3-12 16,2 13-16,-1-6 15,-1-7-15,0 10 16,0-10-16,0 8 16,0-8-16,0 7 15,0-7-15,0 0 16,-1 6-16,1-6 15,0 0-15,0 0 16,0 0 0,0 0-16,0 0 15,-1 7-15,1-7 16,0 0-16,0 0 16,0 0-16,0 0 15,0 0-15,0 0 16,0 0-16,0 0 15,0 0-15,0 0 16,0 0-16,0 0 16,0 0-1,0 0-15,0-7 16,0 7-16,0 0 16,0 0-16,0 0 15,0 0-15,0 0 16,0 0-16,0 0 15,0 0-15,0 0 16,0 0 0,0 0-16,0 0 15,0 0-15,0 0 16,0 0-16,0 0 16,0 0-16,0 0 15,0 0-15,0 0 16,0 0-16,0 0 15,0 0-15,0 0 16,0 0-16,0 0 16,0 0-16,-2 8 15,2-8 1,-3 15-16,-1-2 16,0 4-16,-4 4 15,-3 4-15,-6 3 16,-4 4-16,-5 2 15,-1 1-15,-2-1 16,5-4 0,1-5-16,6-5 15,3-6-15,3-2 16,4-4-16,7-8 16,-9 10-16,9-10 15,0 0-15,0 0 16,0 0-16,0 0 15,16 6-15,12-14 16,11-5-16,7-7 16,3-4-1,-3 1-15,1 0 16,-2 0-16,0 1 16,-6 2-16,-6 4 15,-3 1-15,-5 3 16,-3 1-16,-7 4 15,-1 2-15,-5 0 16,-9 5 0,12-3-16,-12 3 15,0 0-15,0 0 16,0 0-16,0 0 16,0 0-16,10 0 15,-10 0-15,0 0 16,0 0-16,0 0 15,0 0-15,0 0 16,0 0-16,0 0 16,0 0-1,10 2-15,-10-2 16</inkml:trace>
  <inkml:trace contextRef="#ctx0" brushRef="#br0" timeOffset="116165.81">4204 5801 0,'0'0'0,"0"0"0,0 0 16,0 0-1,0 0-15,4 0 16,9 0-16,12 0 16,9 0-16,5 0 15,1-1-15,0-3 16,-6-2-16,-1-3 15,-1-3-15,-2-1 16,-2-3-16,-9-1 16</inkml:trace>
  <inkml:trace contextRef="#ctx0" brushRef="#br0" timeOffset="116399.04">4413 5661 0,'0'0'0,"0"0"16,0 0-16,0 3 15,0-3 1,0 16-16,0 3 16,0 10-16,0 5 15,0 3-15,0 2 16,4 1-16,2-1 15,1-3-15,2-2 16,2-3-16,5-1 16</inkml:trace>
  <inkml:trace contextRef="#ctx0" brushRef="#br0" timeOffset="116698.03">4917 5665 0,'0'0'0,"0"0"0,0 0 16,0 0-16,0 3 15,1 5-15,-1 10 16,2 10-16,-1 6 15,1 1-15,-1 2 16,1 0-16,-2 0 16,0 2-16,0-1 15,0-1-15,0 2 16</inkml:trace>
  <inkml:trace contextRef="#ctx0" brushRef="#br0" timeOffset="121331.5">5354 5852 0,'0'0'0,"0"0"0,0 0 16,0 0-16,4-4 16,-4 4-16,18-8 15,3 5-15,8 1 16,2 3-16,0 0 15,1 0 1,0 0-16,1 1 16,-3 0-16,-3-1 15,-6 1-15,-7-1 16,-4 0-16,-10-1 16</inkml:trace>
  <inkml:trace contextRef="#ctx0" brushRef="#br0" timeOffset="121532.36">5466 6017 0,'0'0'0,"0"0"0,0 0 0,0 0 16,0 0-16,2 2 15,-2-2-15,27 12 16,1-7-16,8-4 15,7-1 1,0-2-16,-1-2 16,-2-2-16,-6-11 15</inkml:trace>
  <inkml:trace contextRef="#ctx0" brushRef="#br0" timeOffset="122065.13">6089 5854 0,'0'0'0,"0"-2"16,0 2-16,0 0 16,7-12-16,-3 4 15,4-1-15,9 1 16,2 0-16,2 3 15,1 3-15,-1 4 16,-2 1 0,-2 2-16,-3 0 15,-3 1-15,-2 4 16,-4 3-16,-2 7 16,-6 6-16,-7 5 15,-4 2-15,-4 2 16,-2-1-16,2-3 15,2-4-15,4-8 16,4-5-16,2-5 16,3-3-1,3-6-15,-4 8 16,4-8-16,0 0 16,17 7-16,7-7 15,7-1-15,2-4 16,3 0-16,1 0 15,4 0-15,-5 0 16,-2 0-16,2 3 16,-2 1-1,2 2-15,1 1 16,-11-1-16</inkml:trace>
  <inkml:trace contextRef="#ctx0" brushRef="#br0" timeOffset="122415.28">6566 5874 0,'0'0'0,"0"0"0,0 0 16,0 0-16,0 0 15,1 2-15,-1-2 16,6 11 0,0 1-16,1 2 15,2 0-15,2 4 16,4 0-16,0 1 16,2-1-16,-3 0 15,3 1-15,0 0 16,2-1-16,0 0 15,2-3-15,-1-1 16,-1-3-16,-1 0 16</inkml:trace>
  <inkml:trace contextRef="#ctx0" brushRef="#br0" timeOffset="122731.89">6816 5865 0,'0'0'0,"0"0"0,0 0 16,0 0-16,0 0 15,0 0-15,-4 1 16,-3 6-16,-5 4 15,-4 7-15,-2 4 16,-2 4-16,1 2 16,0-1-16,2 2 15,2-5 1,1 0-16,3-4 16,1-4-16,3-2 15,2-2-15</inkml:trace>
  <inkml:trace contextRef="#ctx0" brushRef="#br0" timeOffset="123298.02">6960 5820 0,'0'0'0,"1"-2"0,-1 2 16,4-7-16,1 1 16,4-3-16,7-1 15,6 1-15,3 2 16,-1 2-16,0 3 15,-5 2-15,-1 1 16,-4 2 0,-2 1-16,0 2 0,-2 4 15,-3 5 1,-4 4-16,-6 5 16,-7 6-16,-5 3 15,-5-1-15,-2-1 16,1-3-16,2-6 15,4-5-15,3-6 16,5-3-16,7-8 16,-8 9-1,8-9-15,0 0 16,0 0-16,0 0 16,22-2-16,20-8 15,8-2-15,0 0 16,0 0-16,-4 1 15,-5 2-15,-4 0 16,-6 2-16,-6 1 16</inkml:trace>
  <inkml:trace contextRef="#ctx0" brushRef="#br0" timeOffset="124247.73">7456 5771 0,'0'0'0,"0"0"16,-2-2-16,-3-6 16,-1-4-1,-3-1-15,-1 0 16,-3-1-16,-6-3 16,-4-3-16,-3-1 15,-7-3-15,-1 1 16,-5-2-16,-6 1 15,-1-1-15,-8 0 16,-5 1-16,-3 4 16,-5 2-16,-3 5 15,-4 4 1,-2 4-16,-1 6 16,2 5-16,-1 4 15,7 3-15,-1 5 16,4 2-16,3 1 15,9 2-15,2 2 16,8 2-16,7 1 16,5-1-1,7-1-15,3 3 16,7 1-16,5 2 16,2 2-16,7-1 15,5 2-15,8 7 16,6 0-16,10 4 15,5-1-15,13 0 16,5-2-16,7-9 16,6-3-16,4-4 15,3-6 1,3-6-16,3-5 16,1-7-16,-2-6 15,5-4-15,-5-7 16,0-2-16,1-4 15,-7-3-15,-1-4 16,-6-4-16,-6-4 16,-8 0-16,-9 0 15,-7 2-15,-7 0 16,-7 0 0,-6 0-16,-6 0 15,-5 2-15,-8-1 16,-5 3-16,-12-1 15,-16-3-15,-13-1 16,-13 5-16,-2 5 16,4 6-16,4 4 15,9 2-15,5 2 16,6 3 0,5 1-16,5 2 15,4 2-15,3 0 16,3 2-16,5 2 15,3-2-15,11 0 16,-13 2-16,13-2 16,0 0-16,0 0 15,-9 3-15,9-3 16,0 0 0,0 0-16,0 0 15,0 0-15,0 0 16,0 0-16,0 0 15,0 0-15,0 0 16</inkml:trace>
  <inkml:trace contextRef="#ctx0" brushRef="#br1" timeOffset="131148.79">6963 4308 0,'0'0'0,"0"0"16,0 0-16,-1 4 16,0 6-16,-1 13 15,-1 12 1,1 7-16,1 0 16,2 4-16,2 1 15,1-1-15,1-5 16,-2-6-16,1-6 15,0-6-15,-1-7 16</inkml:trace>
  <inkml:trace contextRef="#ctx0" brushRef="#br1" timeOffset="131581.45">6883 4396 0,'0'0'0,"0"-3"0,0 3 15,0-13-15,0 0 16,4-1-16,8-4 15,6-2-15,7 2 16,4 3-16,3 3 16,1 5-16,-2 4 15,-4 1 1,-2 3-16,-6 1 16,-3 0-16,-2 2 15,-4-1-15,-10-3 16,12 11-16,-9-2 15,-3 1-15,-3 3 16,-7 3-16,-4 0 16,-5 0-16,-1-3 15,1-3 1,4-3-16,0-1 16,2-3-16</inkml:trace>
  <inkml:trace contextRef="#ctx0" brushRef="#br1" timeOffset="131965.06">7407 4343 0,'0'0'0,"0"0"0,0 2 16,0-2 0,0 0-16,0 0 15,-3 8-15,3-8 16,0 0-16,16 11 15,3-7-15,9-1 16,3-2-16,1-1 16,0-1-16,-3-1 15,0 0-15,-3-1 16,-5 2-16,-6 0 16</inkml:trace>
  <inkml:trace contextRef="#ctx0" brushRef="#br1" timeOffset="132165.56">7401 4613 0,'0'0'0,"0"0"0,0 0 15,0 0-15,9-1 16,10-1-16,15-3 15,10-2-15,2-1 16,2-2-16,-3 0 16,1-2-16,-3 2 15,4-2-15</inkml:trace>
  <inkml:trace contextRef="#ctx0" brushRef="#br1" timeOffset="132597.91">8075 4383 0,'0'0'0,"0"0"15,0 0-15,-3-1 16,3 1 0,0 0-16,0 0 15,0 0-15,-11 3 16,11-3-16,-8 10 15,1-2-15,0 2 16,-1 2-16,2 2 16,1 2-16,3 1 15,3-1-15,1-2 16,4-1-16,4 0 16,4-1-1,5-2-15,6-4 16,-1-5-16,1-4 15,0-6-15,-2-2 16,-1-3-16,-4-4 16,-5-5-16,-5 1 15,-5 1-15,-6 1 16,-9 4 0,-8 1-16,-18 5 15,-25 11-15,-19 18 16,-11 12-16</inkml:trace>
  <inkml:trace contextRef="#ctx0" brushRef="#br1" timeOffset="133432.28">8499 4505 0,'0'0'0,"0"0"0,-1-1 16,1 1-1,0 0-15,0 0 16,0 0-16,0 0 15,0 0-15,-15 20 16,1 14-16,-3 12 16,0 0-16,-2 2 15,1 3-15</inkml:trace>
  <inkml:trace contextRef="#ctx0" brushRef="#br1" timeOffset="134730.96">9128 4257 0,'0'0'0,"0"0"15,0 0-15,-2-3 16,2 3-16,0 0 16,0 0-16,-11-7 15,11 7-15,-24-4 16,-2 4-1,-9 7-15,-2 1 16,-1 4-16,1 1 16,4 0-16,5-1 15,5-1-15,6 0 16,2-1-16,6-1 16,2 0-16,4 1 15,4 1-15,8 4 16,9 2-1,12 1-15,6-2 16,3-3-16,1-1 16,-4-2-16,-3 0 15,-4-3-15,-4 0 16,-5-2-16,-6 0 16,-2 1-16,-4 3 15,-5 2 1,-6 6-16,-6 1 15,-11 4-15,-8 1 16,-4-3-16,-4-2 16,2-3-16,4-3 15,2-3-15,4-3 16,5-3-16,5-2 16,14-1-16</inkml:trace>
  <inkml:trace contextRef="#ctx0" brushRef="#br1" timeOffset="134998.37">9259 4473 0,'0'0'0,"0"0"16,0 0-1,0 0-15,-3 2 16,3-2-16,0 0 16,0 0-16,0 0 15,13 5-15,7-3 16,8-2-16,3-2 16,1-2-16,-1-2 15,-2 0 1,-3-1-16,-5 2 15,-5 2-15</inkml:trace>
  <inkml:trace contextRef="#ctx0" brushRef="#br1" timeOffset="135248.5">9246 4627 0,'0'0'0,"0"0"0,0 0 0,0 0 16,0 0-16,2 1 16,-2-1-16,18 2 15,5-2-15,12-6 16,3-1-16,5-3 16,-1-1-16,-1-2 15,-1-2-15,0-1 16,0-1-16</inkml:trace>
  <inkml:trace contextRef="#ctx0" brushRef="#br1" timeOffset="135498.57">9771 4286 0,'0'0'0,"0"0"0,0 0 16,0 0-16,-1 4 15,-1 2-15,-1 7 16,-2 13-16,1 8 16,3 6-16,1 3 15,1 2-15,1 1 16,0-2-1,3-2-15</inkml:trace>
  <inkml:trace contextRef="#ctx0" brushRef="#br1" timeOffset="136964.99">9984 4500 0,'0'0'0,"0"0"0,0 0 15,3 0-15,-3 0 16,26-6-16,-2 0 16,5-2-16,-1 0 15,4 0-15,-2-1 16,-2 3-16,-4-1 15,-1 1-15,-3 1 16,0 0 0,1 1-16,0 0 15,2 2-15,-1 1 16,-1 1-16,-2 0 16,-2 0-16,-5 0 15,-2 0-15,-10 0 16,13 0-16,-13 0 15,0 0 1,0 0-16,10-2 16,-10 2-16,0-7 15,-5-2-15,-5-4 16,-5-1-16,-3 2 16,-2 2-16,0 2 15,4 2-15,2 1 16,4 3-16,10 2 15,-12-3 1,12 3-16,0 0 16,0 0-16,0 0 15,0 0-15,0 0 16,0 0-16,5 10 16,10-1-16,5 3 15,3 0-15,-2-1 16,-2-1-16,-5-3 15,-4 0 1,-3-1-16,-2 2 16,-4 4-16,-4 4 15,-10 3-15,-5 4 16,-5 0-16,-4-3 16,3-1-16</inkml:trace>
  <inkml:trace contextRef="#ctx0" brushRef="#br1" timeOffset="139115.29">11039 4327 0,'0'0'0,"0"0"0,0 0 16,0 0-16,0 0 16,-5-3-16,5 3 15,-15-4 1,2 1-16,-6 0 16,-6 1-16,0 0 15,-4 4-15,-2-1 16,4 3-16,0 2 15,6 0-15,3-1 16,3 1-16,5 0 16,10-6-16,-14 12 15,10-6 1,2 3-16,6 2 16,4 1-16,7 2 15,4 0-15,4-1 16,3-1-16,1-2 15,1 0-15,-4-1 16,-2-1-16,-5-2 16,-1 0-16,-4-1 15,-1 0 1,-11-5-16,11 12 16,-11-2-16,-4 5 15,-5 2-15,-8 2 16,-3-2-16,-6 0 15,-1-1-15,1-4 16,-3-1-16,0-3 16,3-2-16,3-2 15,6-2-15,5 0 16,12-2 0,-13 0-16,13 0 15,0 0-15</inkml:trace>
  <inkml:trace contextRef="#ctx0" brushRef="#br1" timeOffset="139398.31">11044 4517 0,'0'0'0,"0"0"16,0 0 0,3 0-16,-3 0 15,17-2-15,-2 1 16,2-1-16,4 0 15,-1 0 1,1-2-16,0 0 0,-3 0 16,-4-2-16</inkml:trace>
  <inkml:trace contextRef="#ctx0" brushRef="#br1" timeOffset="140098.87">11343 4341 0,'0'0'0,"0"0"0,0 0 16,6 0-16,-6 0 15,23-5-15,-5 3 16,1 1-16,-1 1 15,-2 1-15,-2 1 16,-3 1-16,-1 0 16,-10-3-16,16 7 15,-16-7-15,13 11 16,-10-1 0,-1 2-16,-3 1 15,-3 1-15,-3 2 16,-3 3-16,0-2 15,-2 1-15,0-3 16,0-3-16,2-2 16,3-2-16,7-8 15,-7 7-15,7-7 16,0 0 0,0 0-16,0 0 15,0 0-15,14 5 16,5-5-16,4 0 15,0 0-15,-1 0 16,-2 0-16,-2 0 16,-2 1-16,-3 1 15,-13-2-15,15 7 16,-15-7-16,9 11 16,-8-2-1,-2 1-15,-6 4 16,-5 2-16,-6 0 15,-6 0-15,-4-3 16,-1-3-16,1-2 16,2-1-1,2-2-15,1-1 0,3-1 16,3-2-16,1-1 16,2-1-16,3 0 15</inkml:trace>
  <inkml:trace contextRef="#ctx0" brushRef="#br1" timeOffset="140781.2">10707 4813 0,'0'0'0,"0"0"0,0 0 16,0 0-16,0 0 15,0 0-15,5 0 16,-5 0-16,14 1 16,-1 1-1,3-1-15,5 2 16,5-1-16,2-3 15,6-3-15,7 0 16,2 0-16,3-2 16,-1 2-16,1 0 15,2 0-15,0 0 16,-1 1-16,-1 1 16,1 0-1,-1 1-15,0 0 16,-5 1-16,-1 0 15,-2 0-15,-2 0 16,-5 0-16,-4 0 16,-5 0-16,-4 0 15,-2 0-15,-4 0 16,-12 0-16,15 0 16,-15 0-16,0 0 15,10 0 1,-10 0-16,0 0 15,0 0-15,0 0 16,0 0-16,0 0 16</inkml:trace>
  <inkml:trace contextRef="#ctx0" brushRef="#br1" timeOffset="142148.68">11066 4929 0,'0'0'0,"0"0"0,0 0 16,0 0-1,0 0-15,0 0 16,0 0-16,0 0 16,0 0-16,0 0 15,0 1-15,0-1 16,0 0-16,-3 9 16,2-3-16,-1 4 15,-1 0 1,1 2-16,0-1 15,1 2-15,0 0 16,1 1-16,1-1 16,0 1-16,-1-2 15,1-2-15,0-1 16,0-1-16,-1-8 16,1 10-16,-1-10 15,1 8 1,-1-8-16,2 8 15,-2-8-15,2 8 16,-2-8-16</inkml:trace>
  <inkml:trace contextRef="#ctx0" brushRef="#br1" timeOffset="143214.85">11833 4534 0,'0'0'0,"0"0"15,0 0-15,0 0 16,0 2-1,0-2-15,0 0 16,0 0-16,0 0 16,0 0-16,4 6 15,-4-6-15,11 3 16,0 0-16,5-1 16,4-1-16,4-2 15,4 0-15,1-2 16,-1 1-16,-4 1 15,-2 0 1,-4 0-16,-2 0 16,-2 0-16,-2 1 15,-12 0-15,17-2 16,-17 2-16,12-3 16</inkml:trace>
  <inkml:trace contextRef="#ctx0" brushRef="#br1" timeOffset="143532.07">12000 4400 0,'0'0'0,"0"0"16,0 0-16,-1 2 15,1-2 1,-3 16-16,-1 2 16,1 8-16,0 3 15,1 1-15,1-2 16,1-2-16,0 0 16,0 0-16,0-3 15,1-1-15,0-2 16,0 1-1,1-1-15,0-1 16,1-4-16,0-5 16</inkml:trace>
  <inkml:trace contextRef="#ctx0" brushRef="#br1" timeOffset="143848.66">12328 4421 0,'0'0'0,"0"0"16,0 0-16,0 0 15,-2 3-15,2-3 16,-3 15-16,0 1 15,1 8 1,0 1-16,1 2 16,-1 2-16,1-1 15,0-1-15,-1 0 16,0-6-16,1-2 16,2 1-16,1-1 15</inkml:trace>
  <inkml:trace contextRef="#ctx0" brushRef="#br1" timeOffset="144331.91">12610 4621 0,'0'0'0,"0"0"0,0 0 0,0 0 16,0 0 0,0 0-16,0 0 15,0 0-15,0 0 16,3 0-16,14 0 16,9 0-16,6 0 15,0 0-15,0-1 16,7 0-16,-1-2 15,0 0 1,-3-1-16,-4 2 16,-2 0-16,-2-1 15,-3 1-15,-3 0 16,-5 3-16,-16-1 16,11 2-16</inkml:trace>
  <inkml:trace contextRef="#ctx0" brushRef="#br1" timeOffset="144680.85">12723 4757 0,'0'0'0,"0"0"15,0 0-15,0 0 16,-1 2 0,1-2-16,0 0 15,0 0-15,0 0 16,2 10-16,8-4 16,8-2-16,7-2 15,7-3-15,2-1 16,3 0-16,-3 0 15,-2 1-15,-3-2 16,-3 1 0,-4-1-16,-4 2 15,-1-1-15,-2 0 16,-1 1-16</inkml:trace>
  <inkml:trace contextRef="#ctx0" brushRef="#br1" timeOffset="147131.93">13215 4473 0,'0'0'0,"0"0"15,0 0 1,0 0-16,0 0 16,0-2-16,0 2 15,0 0-15,21-7 16,-4 2-16,2 0 15,0 1-15,3 1 16,0 2-16,1 4 16,1 0-16,-3 3 15,-4 0-15,-3 0 16,-1 2 0,-3 2-16,-1 2 15,-2 1-15,-2 2 16,-4-1-16,-2 1 15,-6 1-15,-2 1 16,-2 0-16,-1-3 16,1-3-16,0-3 15,2-2-15,9-6 16,-12 8 0,12-8-16,0 0 15,0 0-15,0 0 16,0 0-16,-8 7 15,8-7-15,20 11 16,-3-2-16,1-1 16,5 1-16,0-1 15,0 0-15,-3-1 16,-4-2 0,-4 0-16,-1 0 15,-11-5-15,13 11 16,-9-2-16,-1 4 15,-4 2-15,-2-3 16,-4 1-16,-6 1 16,-7 1-16,-6-1 15,-3-2 1,-3-3-16,3-4 16,4-4-16,4-1 15,4 0-15,4-1 16,2 0-16,1-1 15,10 2-15,-13-3 16,13 3-16</inkml:trace>
  <inkml:trace contextRef="#ctx0" brushRef="#br1" timeOffset="147682.16">13692 4490 0,'0'0'0,"0"0"16,0 0-16,0 0 16,-1 2-1,1-2-15,0 0 16,-1 8-16,3-2 15,0 5-15,3 3 16,5 3-16,6 2 16,5 0-16,5 0 15,2-1-15,-1-2 16,-1-3-16,-2-2 16,-2 0-1,-1-2-15,-3 1 16,-2-2-16,-4 0 15,-3-1-15,-1 0 16,-8-7-16,12 9 16,-12-9-16,0 0 15,9 8 17</inkml:trace>
  <inkml:trace contextRef="#ctx0" brushRef="#br1" timeOffset="148081.17">13833 4480 0,'0'0'0,"0"0"16,0 0-16,0 0 15,-1 6-15,0 2 16,-1 4-16,-2 6 16,1 2-16,0 4 15,-1 0-15,0-3 16,-3-2-16,1-2 16,-1 3-1,-2 0-15,-1-1 16,-1-1-16,2-4 15,1-3-15,0-3 16,1 1-16,2-2 16,5-7-16,-10 10 15,10-10-15,-4 11 16,4-3-16,2 0 16</inkml:trace>
  <inkml:trace contextRef="#ctx0" brushRef="#br1" timeOffset="148932.06">14189 4561 0,'0'0'0,"0"0"0,0 0 0,0 0 15,0 0-15,0 0 16,0 0-16,0 0 15,0 0-15,0 0 16,0 0-16,0 0 16,0 0-16,4-3 15,-4 3-15,19-9 16,1 0-16,4 0 16,5 2-1,-2 1-15,-4 5 16,-2 1-16,0 5 15,-3 2-15,0 5 16,-2 1-16,-3 1 16,-4 1-16,-4-1 15,-4 3-15,-1-1 16,-4 0-16,-2 1 16,-2-2-16,-2 1 15,-2-2 1,-1-3-16,-2 1 15,3-1-15,-1-1 16,3-3-16,10-7 16,-12 10-16,12-10 15,0 0-15,-6 7 16,6-7-16,0 0 16,0 0-16,18 0 15,0 0 1,6 3-16,2 2 15,-2 0-15,-2 1 16,-1 2-16,-2 1 16,-2 2-16,-2 0 15,-4 1-15,-2 1 16,-3 1-16,-2 1 16,-4 0-16,-3 3 15,-5 1-15,-6 0 16,-8-4-1,-7-4-15,-11-2 16,-6-4-16,0-3 16,1-5-16,5-2 15,2-3-15,1 0 16,0-4-16</inkml:trace>
  <inkml:trace contextRef="#ctx0" brushRef="#br2" timeOffset="153081.51">7541 4927 0,'0'0'0,"0"0"15,0 0-15,-1 3 16,-1 8-16,-3 12 16,-2 11-16,1 7 15,1 2-15,2 1 16,0 1-16,3-2 15,2-4-15,1-6 16,1-6-16,1-4 16,1-3-1,1-7-15,-1-3 16,-6-10-16,0 0 31</inkml:trace>
  <inkml:trace contextRef="#ctx0" brushRef="#br2" timeOffset="153514.46">7527 5089 0,'0'0'0,"0"0"0,-1-5 16,-1-6-16,-1-5 15,0-2-15,0 2 16,1 3-16,1 3 15,-1 2-15,2 0 16,3 1-16,6-4 16,4-3-1,5 3-15,5 3 16,-1 3-16,0 4 16,-2 2-16,-2 1 15,-2 2-15,0 2 16,-4 2-16,-2 2 15,-3 4-15,-5 3 16,-3 3-16,-5 2 16,-7-1-1,-5 1-15,-7 1 16,-4-3-16,1-3 16,4-3-16,6-6 15,3-3-15,6-1 16,9-4-16,-11 1 15</inkml:trace>
  <inkml:trace contextRef="#ctx0" brushRef="#br2" timeOffset="153747.97">7887 5077 0,'0'0'0,"0"0"16,0 0-16,0 0 16,0 0-16,0 0 15,9 0 1,7 0-16,6 0 16,5 0-16,2 0 15,1 0-15,2 0 16,0 0-16,-6 0 15,-5-1-15</inkml:trace>
  <inkml:trace contextRef="#ctx0" brushRef="#br2" timeOffset="153948.51">7900 5248 0,'0'0'0,"0"0"16,0 0-16,0 2 15,0-2-15,0 0 16,0 0-16,12 9 16,5-3-16,11-4 15,13-4 1,4-1-16,1-9 16,9 0-16</inkml:trace>
  <inkml:trace contextRef="#ctx0" brushRef="#br2" timeOffset="154399.69">8390 5076 0,'0'0'0,"0"0"16,0 0-16,0 0 15,0 0-15,-2 2 16,2-2-16,-6 11 15,2-4-15,1 2 16,0 0-16,2 1 16,2 1-16,2 1 15,3-2-15,3 0 16,3-2 0,4-2-1,2-3-15,1-3 0,1-4 16,0-2-16,-2-3 15,-4 0-15,-1-2 16,-4-1-16,-4-2 16,-2 0-16,-3 1 15,-7-2 1,-4 0-16,-5 2 16,-2 2-16,-3 6 15,0 2-15,2 3 16,3 3-16,2 2 15,5 2-15,2 3 16,4 0-16</inkml:trace>
  <inkml:trace contextRef="#ctx0" brushRef="#br2" timeOffset="154781.95">8827 5141 0,'0'0'0,"0"0"0,0 0 0,0 0 0,-4 2 16,4-2-16,-18 16 15,-1 2-15,-4 6 16,-1 2 0,0 2-16,3-1 15,1-2-15,4-2 16,2-3-16,4-2 15,3-1-15,1-1 16,3-3-16</inkml:trace>
  <inkml:trace contextRef="#ctx0" brushRef="#br2" timeOffset="155364.88">9245 4967 0,'0'0'0,"0"0"15,0 0-15,0 0 16,-4-2-16,4 2 15,-20 2-15,-2 2 16,-6 5-16,1 2 16,3-1-1,2 2-15,3-2 0,4 0 16,3 0 0,4-4-16,8-6 15,-12 11-15,9-4 16,1 0-16,3 3 15,4 1 1,7 3-16,6 2 16,8 0-16,3 0 15,-2-2-15,-4-2 0,-4-2 16,-2-2-16,-2-1 16,-3 0-16,-3 0 15,-2 2 1,-5 1-16,-3 4 15,-7 1-15,-9 2 16,-8 2-16,-7-3 16,-1-3-16,5-3 15,5-5-15,6-1 16,3-1-16,14-3 16,-14 0-1,14 0-15,-5-7 16</inkml:trace>
  <inkml:trace contextRef="#ctx0" brushRef="#br2" timeOffset="155598.16">9453 5126 0,'0'0'0,"0"0"0,0 0 15,5 0-15,-5 0 16,12-3-16,-1 1 16,4 1-16,2 0 15,5-2-15,4 1 16,3-1 0,1 1-16,-3 0 15,-3 1-15,-7 1 16</inkml:trace>
  <inkml:trace contextRef="#ctx0" brushRef="#br2" timeOffset="155848.62">9517 5280 0,'0'0'0,"0"0"0,0 0 16,0 0-16,0 0 15,0 0-15,0 0 16,8 1-16,4 0 16,12-1-16,5-3 15,5-4-15,1-2 16,1-2-16,2-4 16,1-1-1,-4 1-15</inkml:trace>
  <inkml:trace contextRef="#ctx0" brushRef="#br2" timeOffset="156331.91">9924 5100 0,'0'0'0,"0"0"16,0-2-1,0 2-15,8-10 16,0 2-16,6-1 15,2 0-15,3 3 16,-1 1-16,0 4 16,-2 1-16,-4 2 15,0 3-15,-3 1 16,-2 3-16,-3 1 16,-2 3-16,-7 4 15,-3 5 1,-3 0-16,-2-1 15,1-3-15,1-3 16,1-1-16,3-3 16,1-2-16,1-3 15,5-6-15,-3 7 16,3-7-16,0 7 16,0-7-1,20 9-15,2-6 16,6-3-16,4-2 15,2-1-15,0-3 16,-1 2-16,-5-1 16,-2 1-16,-4-1 15,-2 2-15,-2 0 16,-1 0-16,0 1 16,-2 1-1,3 0-15</inkml:trace>
  <inkml:trace contextRef="#ctx0" brushRef="#br2" timeOffset="157048.34">10535 5144 0,'0'0'0,"0"0"0,0 0 16,0 0-16,-3 0 16,3 0-16,0 0 15,0 0 1,0 0-16,0 0 15,0 0-15,0 0 16,0 0-16,25 6 16,-2-2-16,2-2 15,2-1-15,-3-1 16,-1-1-16,-4 1 16,-3-2-16,-4 1 15,-12 1-15,15-3 16,-15 3-1,0 0-15,0 0 16,0 0-16,0 0 16,0-9-16,-10 2 15,-2-1-15,0 2 16,3 1-16,9 5 16,-14-5-16,14 5 15,0 0-15,0 0 16,0 0-1,-9-3-15,9 3 16,0 0-16,0 0 16,18 4-16,-4-1 15,1 2-15,-1-1 16,-2 1-16,-1 1 16,-2 1-16,-4 2 15,-2 0 1,-3 1-16,-4 3 15,-5 5-15,-4-1 16,-3 2-16,2-4 16,4-6-16</inkml:trace>
  <inkml:trace contextRef="#ctx0" brushRef="#br2" timeOffset="157898.42">11491 5186 0,'0'0'0,"0"0"0,0 0 16,0 0-16,0 0 15,-5 0-15,5 0 16,-20 0-16,5 0 16,-3 0-16,-1 0 15,1 0-15,2 0 16,0 1-1,4-1-15,2 2 16,10-2-16,-17 6 16,17-6-16,-12 9 15,12-9-15,-5 11 16,7-2-16,4 3 16,6 3-16,2-1 15,2 1 1,2-2-16,-2 0 15,-2-2-15,-3-4 32,-3 0-32,-4 2 15,-6 4-15,-10 4 16,-11 3-16,-6 0 16,0-4-16,4-4 15,6-4-15,6-4 16,3-2-1,10-2-15,-12 3 16,12-3-16,0 0 16,-3-7-16</inkml:trace>
  <inkml:trace contextRef="#ctx0" brushRef="#br2" timeOffset="158198.54">11499 5347 0,'0'0'0,"0"0"0,2-1 15,-2 1-15,0 0 16,18-12-16,-2 5 15,4 0 1,1 2-16,-1 1 16,-4 3-16,-1-1 15,-2 0-15,1-1 16</inkml:trace>
  <inkml:trace contextRef="#ctx0" brushRef="#br2" timeOffset="158731.88">11739 5186 0,'0'0'0,"0"0"0,0 0 16,1-2-16,-1 2 15,10-7-15,2 1 16,3 0-16,2 3 15,3 1 1,-3 3-16,0 1 16,-4 0-16,-13-2 15,15 6-15,-15-6 16,4 13-16,-4-1 16,-5 2-16,-5 2 15,-1-1-15,-4 0 16,3-3-1,2-3-15,10-9 16,-11 10-16,11-10 16,0 0-16,-7 6 15,7-6-15,0 0 16,0 0-16,21 13 16,1-2-16,2-1 15,-9-5-15,-4 0 16,-11-5-16,12 4 15,-12-4 1,0 0-16,5 9 16,-12 2-16,-6 3 15,-18 5-15,-3-1 16,-5-2-16,1-3 16,4-2-16,4-2 15,-1-1-15</inkml:trace>
  <inkml:trace contextRef="#ctx0" brushRef="#br2" timeOffset="159148.57">11296 5554 0,'0'0'0,"9"-1"0,7 0 16,20-2-16,15-2 15,6 0-15,4-2 16,8-1-16,-6 0 15,-4-1-15,5 1 16,-9 0 0,-3 2-16,-5 0 15,-14 2-15,0 0 16,2 0-16,-8 1 16,-6 0-16,-7 3 15,-2 0-15,-12 0 16,16 2-16,-16-2 15,0 0-15,13 4 16</inkml:trace>
  <inkml:trace contextRef="#ctx0" brushRef="#br2" timeOffset="159830.9">11436 5718 0,'0'0'0,"0"0"0,0 0 0,0 0 0,0 0 16,0 0 0,3-2-16,-3 2 15,18-7-15,3-1 16,5-2-16,-2 0 16,1 1-16,1-1 15,-2 1 1,-2 1-16,-4 3 0,-3 0 15,-4 4 1,-11 1-16,14 0 16,-14 0-16,0 0 15,13 11-15,-13 0 16,-5 6-16,-5 2 16,-11 1-16,-3 0 15,-1-3-15,2-1 16,3-4-16,3-1 15,2-1-15,3-3 16,12-7 0,-15 11-16,15-11 15,-8 7-15,8-7 16,-4 8-16,4-8 16,4 9-16,2-2 15,8 0-15,9-2 16,5-2-16,2-5 15,3-4-15,3-1 16,3-1-16,-3 2 16,-3-1-1,-3 1-15,-3 0 16,2 0-16,1 0 16</inkml:trace>
  <inkml:trace contextRef="#ctx0" brushRef="#br2" timeOffset="160364.99">12167 5345 0,'0'0'0,"0"0"0,0 0 15,6 0-15,-6 0 16,28 1-16,-5 0 15,1 0-15,4 0 16,-1-1 0,3-2-16,0 0 15,-2-1-15,-3 1 16,-5-1-16,-4 1 16,-3-1-16,-3 0 15,-10 3-15</inkml:trace>
  <inkml:trace contextRef="#ctx0" brushRef="#br2" timeOffset="160648.39">12333 5143 0,'0'0'0,"0"0"0,0 0 0,0 0 0,0 3 16,0-3-16,3 17 16,0 0-1,1 6-15,0 3 16,2 2-16,0 4 16,-3 2-16,1-3 15,-1-5-15,-1-5 16,1 0-16,-1-6 15,2 0-15</inkml:trace>
  <inkml:trace contextRef="#ctx0" brushRef="#br2" timeOffset="160948.29">12739 5142 0,'0'0'0,"0"2"0,0-2 16,0 0-16,0 0 15,7 9-15,0 2 16,1 7-16,1 4 15,-5 5-15,0 1 16,0 1-16,-1 0 16,-1-6-16,1-2 15,-2-3 1,1-1-16,0-2 16,1 0-16,3-3 15</inkml:trace>
  <inkml:trace contextRef="#ctx0" brushRef="#br2" timeOffset="161264.84">13081 5337 0,'0'0'0,"0"0"16,0 0-16,0 0 16,3 0-16,-3 0 15,18-2 1,1 0-16,4 3 16,-2 2-16,-5 1 15,-1-2-15,-2 1 16,0-1-16,-13-2 15,12 0-15</inkml:trace>
  <inkml:trace contextRef="#ctx0" brushRef="#br2" timeOffset="161464.79">12972 5474 0,'0'0'0,"5"1"0,-5-1 0,29 0 16,4-4-16,4 2 15,2-2 1,-3 1-16,4 0 16,-3 0-16,-6 0 15,-5 1-15</inkml:trace>
  <inkml:trace contextRef="#ctx0" brushRef="#br2" timeOffset="163881.67">13552 5253 0,'0'0'0,"0"0"0,0 0 0,0 0 15,0-2-15,0 2 16,16-8-16,4 1 15,3 2-15,-2 0 16,-1 5-16,-1 0 16,-1 3-16,-3-1 15,-3 2-15,-1 1 16,-3 1-16,-3 3 16,-1 1-1,-3 4-15,-7 4 16,-4 5-16,-5 3 15,-2-2-15,0-4 16,-1-2-16,0-2 16,6-4-16,1-2 15,3-3-15,8-7 16,-9 8-16,9-8 16,0 0-1,0 0-15,0 0 16,24 4-16,2-3 15,4 1-15,2-2 16,-1 0-16,0 0 16,1 0-16,-3 0 15,-4 0-15,-5 0 16,-1 0-16,-1 0 16,-1 1-1,-1-1-15,-5 0 16,-11 0-16,0 0 15</inkml:trace>
  <inkml:trace contextRef="#ctx0" brushRef="#br2" timeOffset="164197.79">13921 5290 0,'0'0'0,"0"0"0,3 1 0,-3-1 15,15 6-15,0-1 16,2 2-16,-1 2 16,2 2-16,6 5 15,4 2 1,-2-1-16,0-3 15,-6-5-15,-1-1 16,2 2-16,-1-3 16,-3-1-16,-7-2 15,-10-4-15,0 0 16,0 0-16</inkml:trace>
  <inkml:trace contextRef="#ctx0" brushRef="#br2" timeOffset="164481.62">14062 5324 0,'0'0'0,"0"0"0,0 0 0,0 0 15,-1 2-15,1-2 16,-6 12-1,2-1-15,1 1 16,0 0-16,-1 2 16,1 0-16,-5 1 15,-2 0-15,-4 4 16,2-3-16,1-1 16,2-6-16,9-9 15,-12 9-15</inkml:trace>
  <inkml:trace contextRef="#ctx0" brushRef="#br2" timeOffset="165047.46">14216 5341 0,'0'0'0,"0"0"0,0 0 0,0 0 15,4-1-15,-4 1 16,10-3-16,0 1 16,5-1-16,7 4 15,2 2 1,-5 1-16,-3 0 15,-3 0-15,0 0 16,-1 1-16,-2 0 16,-10-5-16,14 13 15,-8-4-15,-2 3 16,-3 3-16,-2 4 16,-4 0-16,-2-2 15,0-2 1,2-1-16,-1-4 15,2-2-15,4-8 16,-5 9-16,5-9 16,0 0-16,0 0 15,8 10-15,7-7 16,14-1-16,9 0 16,-2-1-16,-2 0 15,-5-1 1,-3-2-16,-3-2 15,-3 1-15,-4-1 16,-4 2-16,-1-2 16,-1-1-16</inkml:trace>
  <inkml:trace contextRef="#ctx0" brushRef="#br2" timeOffset="166064.51">14827 4600 0,'-3'-5'0,"-7"-7"16,-7-6-1,-28-20-15,-14 1 16,-4 6-16,-4 1 16,-3 3-16,-8 0 15,0 3-15,1 5 16,-3 0-16,10 4 16,-10 0-16,-1 3 15,8 2-15,-7 3 16,13 6-1,2 6-15,4 2 16,10 1-16,5 5 16,3 6-16,5 5 15,1 3-15,4 3 16,4-1-16,3 0 16,1 14-16,3-1 15,1 22-15,3-4 16,5 4-1,1 18-15,4-17 16,-1 11-16,0-13 16,1 2-16,1 5 15,3-5-15,6-4 16,4-6-16,4-6 16,3-10-16,5-5 15,2 0-15,9 1 16,7-1-1,7-8-15,8-8 16,5-3-16,8-1 16,6 3-16,1-1 15,-5-4-15,4-3 16,-6-8-16,-1 2 16,4-2-16,-5 0 15,3-2-15,-1-1 16,-11-4-1,0-4-15,-5-5 16,-4-2-16,0-4 16,-4-4-16,-1 0 15,-1-7-15,-1-1 16,-5-5-16,0-5 16,-2-1-16,-3-4 15,-3 0-15,-6-3 16,-6-3-16,-4-4 15,-6 0 1,-4-4-16,-7 3 16,-3-2-16,-4-1 15,-1 7-15,-1-2 16,0 9-16,-2 1 16,-1 3-16,-8 1 15,-8 0-15,-7 3 16,-6 5-16,0 6 15,-2 5-15,6 8 16,-1 2 0,-1 5-16,1 7 15,0 7-15,4 11 16,0-1-16</inkml:trace>
  <inkml:trace contextRef="#ctx0" brushRef="#br2" timeOffset="182915.09">9203 4841 0,'0'0'0,"0"0"0,0 0 15,1-1-15,-1 1 16,34-6-16,6 1 15,11-1 1,8-1-16,4 4 0,5 0 16,1 0-16,1-1 15,-3 0 1,-2-3-16,-4-2 16,-6-1-16,-5 0 15,-5 1-15,-4 1 16,-3 0-16,-3 4 15,-7 2-15,-6 3 16,-3 1 0,-2 3-16,2-1 15,0 6-15</inkml:trace>
  <inkml:trace contextRef="#ctx0" brushRef="#br2" timeOffset="183598.23">9451 5606 0,'0'0'0,"0"0"0,0 0 15,6-1 1,8-1-16,19-3 16,13-1-16,7 1 15,7 2-15,2-3 16,3 3-16,-3-2 15,-4 2-15,-4 0 16,-5 1-16,-4-1 16,-6 0-16,-6 1 15,-7-1 1,-6 2-16,-3-1 16,-5 1-16,1 1 15,-3 0-15,-10 0 16,18 2-16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05T10:36:57.441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EE0000"/>
    </inkml:brush>
    <inkml:brush xml:id="br2">
      <inkml:brushProperty name="width" value="0.05292" units="cm"/>
      <inkml:brushProperty name="height" value="0.05292" units="cm"/>
      <inkml:brushProperty name="color" value="#FFC000"/>
    </inkml:brush>
    <inkml:brush xml:id="br3">
      <inkml:brushProperty name="width" value="0.05292" units="cm"/>
      <inkml:brushProperty name="height" value="0.05292" units="cm"/>
      <inkml:brushProperty name="color" value="#FFFF00"/>
    </inkml:brush>
    <inkml:brush xml:id="br4">
      <inkml:brushProperty name="width" value="0.05292" units="cm"/>
      <inkml:brushProperty name="height" value="0.05292" units="cm"/>
      <inkml:brushProperty name="color" value="#C00000"/>
    </inkml:brush>
    <inkml:brush xml:id="br5">
      <inkml:brushProperty name="width" value="0.05292" units="cm"/>
      <inkml:brushProperty name="height" value="0.05292" units="cm"/>
      <inkml:brushProperty name="color" value="#92D050"/>
    </inkml:brush>
    <inkml:brush xml:id="br6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4398 2022 0,'0'0'0,"0"0"0,4 3 0,-4-3 16,14 8-16,-2-1 15,2 1-15,4 2 16,1 2-16,1-1 16,-2 0-1,1-1-15,1-1 16,3-2-16,6-5 16,4-4-16,5-7 15,8-7-15,6-8 16,9-10-16,5-11 15,2-3-15,10-6 16,-4 1 0,4 0-16,-5 2 15,-6 5-15,1-2 16,-9 7-16,0-1 16,-9 6-16,-7 6 15,-6 5-15,-5 7 16,-2 5-16,-6 3 15,-5 3 1,-4 2-16,-1 1 16,-1 3-16,0 0 15,0 0-15,2 0 16,-2 1-16</inkml:trace>
  <inkml:trace contextRef="#ctx0" brushRef="#br0" timeOffset="49333.04">6867 1622 0,'0'0'0,"0"0"0,2-3 16,-2 3-16,12-13 15,6 0-15,12 0 16,10 1-16,7 4 16,-1 5-16,-3 3 15,-1 1-15,-1 3 16,-7 2-16,-4 3 16,-8 2-1,-5 6-15,-6 6 16,-8 7-16,-5 8 15,-14 10-15,-5-1 16,-10 4-16,0-7 16,0-4-16,2-2 15,5-8-15,1-3 16,4-6-16,4-5 16,1-1-1,4-6-15,3-3 16,7-6-16,-9 8 15,9-8-15,0 0 16,0 0-16,0 0 16,0 0-16,0 0 15,0 0-15,21-18 16,21-5-16,14 0 16,1 3-16,-1 1 15,-4 3 1,-5 2-16,-4 3 15,-5 2-15,-5 4 16,-4 4-16,-2 2 16</inkml:trace>
  <inkml:trace contextRef="#ctx0" brushRef="#br0" timeOffset="50132.82">7778 1747 0,'0'0'0,"0"0"16,0 0-16,0 0 15,4-3 1,7-2-16,16-4 15,12 1-15,8 1 16,6 0-16,5 0 16,0 0-16,1 0 15,-1 1-15,-3 0 16,-2 1-16,-6-1 16,-6 1-16,-5-1 15,-8 1-15,-8 2 16,-6 0-1,-14 3-15,15-3 16,-15 3-16,0 0 16,0 0-16,2-7 15,-14-4-15,-16-8 16,-6-1-16,3 4 16,5 1-16,5 3 15,4 1 1,3 4-16,14 7 15,-16-8-15,16 8 16,0 0-16,0 0 16,-9-6-16,9 6 15,0 0-15,13-4 16,1 3-16,8 2 16,4 6-16,4 3 15,-1 2 1,-1 3-16,-5 0 15,-2 4-15,-3 5 16,-5 0-16,-5 3 16,-7 4-16,-9 5 15,-14 6-15,-14 2 16,-12 2-16,-1-11 16</inkml:trace>
  <inkml:trace contextRef="#ctx0" brushRef="#br0" timeOffset="65216.62">9553 1569 0,'0'0'0,"0"0"0,0 0 0,0 0 15,0 0 1,0 0-16,0 0 15,-3 0-15,3 0 16,0 0-16,0 0 16,0 0-16,-12-5 15,12 5-15,-15-7 16,3 1-16,-3 2 16,-4 0-16,-2 3 15,-2 1 1,1 0-16,-1 3 15,0 1-15,0 1 16,0 0-16,3 2 16,2-1-16,4 2 15,0 0-15,1 1 16,2 1-16,2 0 16,0 1-16,2 0 15,1 2-15,2-2 16,2 0-1,1 1-15,3 1 16,1 1-16,2-1 16,3 0-16,2-1 15,2-1-15,2 1 16,2-2-16,1 1 16,3-1-16,0-1 15,1 1 1,1-1-16,-2 0 15,2-1-15,-2 1 16,0-1-16,-3 0 16,0 1-16,-4 0 15,0-1-15,-3 2 16,-1 0-16,-2 1 16,-1 1-16,-2-1 15,-2 1-15,-3 1 16,-2 1-1,-6 1-15,-5 0 16,-7 2-16,-5-1 16,-6-2-16,-5-2 15,-2-3-15,0-2 16,0-2-16,4-2 16,1-1-16,6-1 15,1-2 1,4 0-16,5-1 15,3 0-15,4 0 16,11 2-16,-14-6 16,14 6-16</inkml:trace>
  <inkml:trace contextRef="#ctx0" brushRef="#br0" timeOffset="69998.89">9879 1858 0,'0'0'0,"0"0"0,0 0 0,0 0 16,2 1-16,11 3 15,21 0-15,22 0 16,4-3-16,0-1 16,-1-1-16,-9 0 15,-10 0 1,-12-1-16,-7 2 16</inkml:trace>
  <inkml:trace contextRef="#ctx0" brushRef="#br0" timeOffset="70198.85">9849 2131 0,'0'0'0,"0"0"0,3-1 15,7-5-15,19-9 16,16-2-16,3 2 15,3 1-15,1 2 16,-8 0-16</inkml:trace>
  <inkml:trace contextRef="#ctx0" brushRef="#br0" timeOffset="70483.17">10466 1587 0,'0'0'0,"0"0"16,0 0-16,0 0 16,1 1-1,3 7-15,5 10 16,4 13-16,0 12 15,-2 9-15,-2 7 16,-1 0-16,-1 2 16,1 0-16,-2 3 15,0-5-15,1 1 16</inkml:trace>
  <inkml:trace contextRef="#ctx0" brushRef="#br0" timeOffset="74432.05">10843 1867 0,'0'0'0,"0"0"16,0-1-16,0 1 15,0 0-15,0 0 16,9-8-16,10-5 16,15-7-16,13 0 15,7 0-15,12 0 16,4 2-16,3 1 15,0 2 1,-4 4-16,-2 3 16,-7 3-16,-5 3 15,-6 3-15,-5 2 16,-3 3-16,-6-1 16,-5 0-16,-5 0 15,-4-1-15,-4 0 16,-4 0-1,-13-4-15,14 4 16,-14-4-16,0 0 16,0 0-16,0 0 15,0 0-15,-1-7 16,-11-5-16,-7-5 16,-6-2-16,0 2 15,-4 2-15,-1 3 16,2 1-16,0 1 15,6 2 1,1 1-16,6 0 16,3 3-16,2 0 15,10 4-15,-13-8 16,13 8-16,0 0 16,-9-6-16,9 6 15,0 0-15,0 0 16,18-9-16,0 8 15,6 4-15,-1 6 16,-4 3 0,-4 3-16,-7 1 15,-5 1-15,-5 3 16,-6 4-16,-10 5 16,-7 2-16,-5 1 15,-3-4-15,5-5 16,5-7-16,7-5 15</inkml:trace>
  <inkml:trace contextRef="#ctx0" brushRef="#br0" timeOffset="75033.06">12529 1438 0,'0'0'0,"0"0"0,0 0 0,0 0 15,0 0-15,-4 2 16,-9 2-16,-14 6 15,-10 2 1,-3 3-16,0-1 16,0 0-16,3-2 15,6-1-15,4-2 16,4-1-16,6 0 16,5 1-16,5 1 15,2 1-15,5 2 16,6 2-16,9 3 15,7 3-15,10-2 16,3-1-16,0-3 16,1 0-1,-3-3-15,-2 0 16,-4-1-16,-5 0 16,-6 1-16,-3 2 15,-4 2-15,-6 3 16,-8 2-16,-10 4 15,-14 2-15,-9 3 16,-6-4 0,0-3-16,1-5 15,7-5-15,6-4 16,8-4-16,10-4 16,12-1-16</inkml:trace>
  <inkml:trace contextRef="#ctx0" brushRef="#br0" timeOffset="75383.38">12665 1737 0,'0'0'0,"0"0"15,0 0-15,1-1 16,-1 1-16,20-10 16,5 3-16,8 2 15,3 3-15,5 1 16,3-1-16,-1 2 15,-3 0-15,-2 0 16,-4 0 0,-5 0-16,-4 0 15,-8 0-15,-8 0 16,-9 0-16</inkml:trace>
  <inkml:trace contextRef="#ctx0" brushRef="#br0" timeOffset="75632.3">12725 1894 0,'0'0'0,"0"0"15,0 0-15,0 0 16,0 0-16,0 0 16,0 0-16,8 0 15,13 0-15,12 0 16,3-1-16,5-2 15,0-1-15,2-3 16,0-3-16,-3-1 16,0-1-1,-6 1-15,5 0 16</inkml:trace>
  <inkml:trace contextRef="#ctx0" brushRef="#br0" timeOffset="76715.89">13316 1535 0,'0'0'0,"0"0"0,0 0 0,0 0 16,0 0-1,0 0-15,5-3 16,-5 3-16,25-4 16,-4 1-16,2 0 15,2-1-15,4 0 16,0 1-16,2 3 15,-3 6-15,-3 1 16,-3 4-16,-3 5 16,-3 3-1,-4 5-15,-6 4 16,-6 4-16,-7 4 16,-5 4-16,-8-3 15,-5-1-15,0-4 16,2-6-16,2-4 15,2-1-15,5-5 16,2-4-16,5-4 16,2 0-1,5-8-15,-2 11 16,2-11-16,19 13 16,17-1-16,19-5 15,14-2-15,-2-5 16,9-5-16,2 1 15,-5-3-15,2-2 16,-8 0-16,-10 1 16,-8 0-16,-10 1 15,-8 2 1,-6 1-16,-5 1 16,-6 1-16,-5 1 15,-9 1-15,13 1 16,-13-1-16,0 0 15,0 0-15,10 1 16,-10-1-16,0 0 16,0 0-1,0 0-15,0 0 16,0 0-16,0 0 16,0 0-16,0 0 15,10 6-15,-10-6 16,0 0-16,0 0 15,0 0-15,0 0 16,0 0-16,0 0 16,0 0-1,0 0-15,0 0 16,0 0-16,0 0 16,0 0-16,0 0 15,0 0-15,0 0 16,0 0-16,0 0 15,0 0-15,0 0 16,0 0-16,0 0 16,0 0-1,0 0-15,0 0 16,0 0-16,0 0 16,0 0-16,0 0 15,0 0-15,0 0 16,0 0-16,0 0 15,0 0-15,0 0 16,0 0-16,0 0 16,0 0-1</inkml:trace>
  <inkml:trace contextRef="#ctx0" brushRef="#br0" timeOffset="84515.57">1185 2614 0,'0'0'0,"0"0"0,-3-1 0,3 1 16,-11-8 0,11 8-16,-16-11 15,16 11-15,-10-6 16,10 6-16,0 0 16,0 0-16,0 0 15,-10-4-15,10 4 16,-8 14-16,1 2 15,3 6-15,2 3 16,1 0 0,2 2-16,0 2 15,0 2-15,1 1 16,-1 3-16,0-1 16,1-5-16,0 1 15,-1 1-15,-1 0 16,-1 4-16,0-1 15,0-2-15,-1 0 16,0-2 0,-1 2-16,0-3 15,1-2-15,0 1 16,0-3-16,0 4 16,-1-1-16,1 1 15,0 2-15,0-2 16,2-1-1,0-2-15,1 0 0,-1 1 16,0 1 0,0-1-16,0 1 15,-1-1-15,1 0 16,-2 1-16,0 2 16,-2 1-16,-1 1 15,0-2-15,0-2 16,0 0-16,0 1 15,0 2-15,-1-2 16,2-1 0,0-3-16,1 0 15,2-1-15,-1 2 16,2-1-16,-1 2 16,0-1-16,0-3 15,1 1-15,0-1 16,1 0-16,-1 2 15,0 2 1,0 1-16,0 0 16,0-2-16,0 0 15,0-3-15,0-1 16,0-1-16,0-1 16,0 2-16,0-2 15,0-1-15,0-3 16,0-1-16,1-3 15,0 0-15,0-2 16,1-2 0,-1 0-16,1-2 15,-1 0-15,1 1 16,0 0-16,1 1 16,0-2-16,1 1 15,1-1-15,0 2 16,2-1-1,0-1-15,3 1 0,2-1 16,1 0 0,3-1-16,2-2 15,2-2-15,1-1 16,-1 1-16,0 0 16,2-1-16,1 1 15,3 0-15,1-1 16,-1-1-16,1 1 15,-3 0-15,3 0 16,0 0 0,1 0-16,3 0 15,-1 1-15,0 0 16,2 2-16,-1-1 16,3 1-16,0-1 15,-1 1-15,0 0 16,-1-1-16,2 0 15,1 1 1,3-1-16,-4 0 16,0-1-16,0-1 15,1 0-15,3 0 16,1 0-16,0 0 16,-1 0-16,1 0 15,1 0-15,-2 0 16,-2-1-16,-1-1 15,-2 1-15,2-1 16,1 0-16,-3 1 16,1-1-1,-2 1-15,4-1 16,0 0-16,-2 0 16,0 1-16,-2-1 15,1 1-15,2 0 16,0-1-16,-3 0 15,-3 0-15,-4 1 16,0 0 0,-1 1-16,2-1 15,-1 0-15,-2 1 16,-4-1-16,-3 0 16,-2 0-16,-1 0 15,-1 0-15,-2 1 16,0-1-16,-10 1 15,15-2-15,-15 2 16,13-2-16,-13 2 16,12-2-1,-12 2-15,16-12 16,-7-1-16,-2 0 16,-1-5-16,-2-1 15,1-4-15,-4 1 16,2-3-16,-1-4 15,0-5-15,-1 0 16,0-1-16,0 0 16,-1-3-1,1-5-15,0 1 16,3-2-16,-1 2 16,2-3-16,0 1 15,1 0-15,0 3 16,-1 1-16,0 0 15,0 3-15,-1-1 16,0 2 0,0-2-16,1-1 15,-1 0-15,0-1 16,-1 0-16,0 1 16,0 0-16,0 0 15,0 2-15,-1 0 16,0 1-16,0 3 15,0 0-15,-1 2 16,0 3-16,0-2 16,-1 1-1,-1 1-15,-1 0 16,0 1-16,-1-1 16,0 1-16,0 0 15,-2 0-15,2 1 16,-1 1-16,0 0 15,1-2-15,-1 2 16,0 0-16,0-1 16,0 2-16,1 1 15,-2 0 1,2 3-16,-2-1 16,1-2-16,-1 3 15,1 1-15,1 0 16,-1-1-16,1 2 15,0 3-15,-1 1 16,2 2-16,1 2 16,-1 1-1,2 2-15,-1 0 16,1 7-16,-3-11 16,3 11-16,-4-10 15,4 10-15,-8-11 16,8 11-16,-19-12 15,4 5-15,-2 1 16,-4 2-16,-2 1 16,-4 1-1,-4 0-15,1 1 16,-1 1-16,-1 0 16,0 1-16,-2 1 15,-1-1-15,-1-1 16,1 2-16,2-1 15,-1 2-15,2-1 16,-3 0 0,2 0-16,3-1 15,0 1-15,1-2 16,-2-2-16,-1 0 16,-2-1-16,2 0 15,-2 1-15,-3-1 16,-2 1-16,-2 0 15,0 2-15,-1 3 16,-1 2-16,-1 2 16,1 0-1,4 0-15,3 1 16,-1-1-16,-1 0 16,1-1-16,5 0 15,2-2-15,3 1 16,-2 0-16,1-1 15,-2-1-15,4-1 16,3 1-16,0-1 16,3-1-1,0 1-15,-2-1 16,1-1-16,1-1 16,1 1-16,2 0 15,1-1-15,1 1 16,2-1-16,0 1 15,-1-2-15,1 0 16,0-1-16,2 1 16,0 0-16,1 0 15,0-1 1,0 0-16,-1 0 16,0 0-16,0 0 15,0-1-15,0 1 16,-1 0-16,-1 0 15,-1 0-15,0-1 16,-1 1-16,0-1 16,2 1-16,0 0 15,2 0-15,11 3 16,-16-7 0,16 7-16,0 0 15</inkml:trace>
  <inkml:trace contextRef="#ctx0" brushRef="#br1" timeOffset="93281.78">1947 2650 0,'0'0'0,"0"0"0,0 0 0,0 0 16,0 0-16,0 0 15,0 3-15,0-3 16,0 0-1,0 0-15,0 0 0,0 0 16,0 0-16,0 0 16,0 6-1,0-6-15,0 0 16,0 0-16,-4 11 16,1-2-16,0-1 15,0 2-15,-1 1 16,0 1-16,0 2 15,1 0-15,1 2 16,0 3 0,0 2-16,-1-1 15,1 0-15,0-4 16,1 0-16,-1-1 16,1 1-16,-1 1 15,1 0-15,-1 1 16,-1 4-16,0 2 15,0-1-15,1-3 16,-1-3 0,2 0-16,0 1 15,1-1-15,0 2 16,0-2-16,0 3 16,0 2-16,0 0 15,0 1-15,-1-2 16,0 0-16,-1 2 15,-1 0-15,-1 2 16,1-1-16,-1-1 16,0 0-1,0 0-15,1-2 16,0-1-16,0-2 16,-1 1-16,1 0 15,0 1-15,0 0 16,1 2-16,-1 2 15,0-1-15,0 1 16,0 2-16,0-3 16,-1 4-1,1-1-15,1 2 16,0-1-16,0 2 16,1-1-16,1 0 15,-1 0-15,0-2 16,0-1-16,1 4 15,-1-1-15,1 0 16,0-2-16,1-1 16,-1 0-1,0-1-15,0 2 16,0-1-16,0-1 16,0-1-16,0-3 15,0 1-15,0-2 16,0-2-16,0-1 15,0-2-15,0 0 16,0-1 0,0-1-16,0 0 15,0-1-15,0 1 16,0 0-16,0 0 16,1-2-16,1-1 15,0 2-15,1-2 16,0 1-16,2 0 15,-1-1-15,1-1 16,1 1-16,1 0 16,2 2-1,3 0-15,1 2 16,-1-3-16,1 0 16,-3 1-16,1-2 15,-1 1-15,1-1 16,-1 0-16,1 0 15,-2-2-15,0 2 16,1-1 0,0 2-16,-2-2 15,1-1-15,0 1 16,-1 0-16,2 0 16,0-1-16,2-1 15,3 1-15,3-3 16,1 1-16,-2-2 15,2 0-15,-2-3 16,1 2-16,1-2 16,2 0-16,2 0 15,-1 0 1,1 0-16,1 0 16,-3 0-16,-1 0 15,2 0-15,1 0 16,0 0-16,2 2 15,-1 0-15,0 0 16,1 0-16,-1 0 16,1 0-16,2 0 15,1-1 1,3-1-16,-4-1 16,0-1-16,-1 1 15,1-1-15,-4 1 16,4-1-16,0 0 15,0 0-15,-1 1 16,-3 0-16,1-1 16,0 0-16,2 0 15,-1 2 1,1 1-16,-1 0 16,-3 1-16,-1-2 15,-2 2-15,2-1 16,-1 0-16,1-1 15,1 1-15,-1 0 16,0 0-16,-1 0 16,0 0-16,0-1 15,0-1 1,0-1-16,0 0 16,1 0-16,-1-1 15,3-1-15,-2-1 16,0 1-16,-2-1 15,-2 1-15,-1 0 16,0 1-16,0-1 16,0 1-1,1 0-15,0-1 16,-1 1-16,-2 1 16,-1-1-16,-2 2 15,1 0-15,-1 1 16,0 0-16,-1 1 15,0 0-15,0 0 16,0 1-16,1 0 16,0 0-1,0 1-15,1-1 16,0 1-16,-2-1 16,-10-2-16,15 2 15,-15-2-15,0 0 16,11 3-16,-11-3 15,0 0-15,12-5 16,-5-3-16,3-6 16,-1-5-16,-1-5 15,0-3-15,-2-8 16,0-2 0,0-5-16,-2-1 15,1 0-15,-1-4 16,0 1-16,1-3 15,-1 0-15,1 1 16,-1-472-16,1 935 16,-1-467-1,1-3-15,0-1 16,1 0-16,4-2 16,1-2-16,2 0 15,0 1-15,0 0 16,-1 2-16,0 3 15,0-2-15,-1 4 16,-1-5-16,-1 2 16,-3 2-16,-1-3 15,0 4-15,-2 1 16,-2 4 0,0 2-16,-1 4 15,-1 3-15,-1 4 16,-1 1-16,-2 3 15,1 2-15,-1 1 16,1 1-16,-2 2 16,-2 3-16,2 2 15,-3 2-15,1 2 16,0 1-16,-2 1 16,-1 1-1,-4 0-15,-1 0 16,-3 1-16,-1 0 15,-3 1-15,-5 0 16,-2 1-16,-6 1 16,1 1-16,-3 2 15,-4 0-15,-1 2 16,-4 2 0,0 1-16,-2 0 15,-3 0-15,2 0 16,0 0-16,0 0 15,-1 0-15,1 0 16,-1 1-16,-1-1 16,1 1-16,2 0 15,0 0-15,0 2 16,-2 1 0,3 1-16,0 0 15,1 0-15,0 1 16,0 0-16,3 0 15,-1 1-15,2 2 16,-1-1-16,3-1 16,3-1-16,-1 1 15,3 0 1,1 0-16,2 0 16,6 0-16,0 0 15,0-1-15,2 1 16,0 0-16,3-1 15,3 1-15,2 0 16,5-2-16,0 1 16,12-6-16,-14 5 15,14-5 1,0 0-16,-10 4 0,10-4 16,0 0-1,0 0-15,0 0 16</inkml:trace>
  <inkml:trace contextRef="#ctx0" brushRef="#br1" timeOffset="95399.04">903 2230 0,'0'0'0,"0"0"16,0 0-16,0 0 15,0 0-15,0 0 16,0 0-16,2 2 16,-2-2-16,14 3 15,1 0-15,2 0 16,-1-2-16,4-2 16,0-1-16,1 0 15,5-1 1,5-1-16,4 0 15,1 0-15,-1 0 16,-1 0-16,3 0 16,2 1-16,-2 0 15,-3 2-15,-6 0 16,1 0-16,0 0 16,-4 0-16,-1 0 15,-7 0 1,-5 1-16,-12 0 15,13 0-15,-13 0 16,0 0-16,0 0 16,0 0-16,0 0 15,10 0-15,-10 0 16,0 0-16,-11-3 16,-12-2-1,-11 0-15,-1 2 16,-1-1-16,-2 1 15,-1-1-15,-2 0 16,1 0-16,1 0 16,2 0-16,3 1 15,2 1-15,3 2 16,4-1-16,1 0 16,1 0-16,2 0 15,4 1 1,4-2-16,13 2 15,-12 0-15,12 0 16,0 0-16,0 0 16,0 0-16,0 0 15,0 0-15,0 0 16,0 0-16,25 8 16,2-2-16,8 1 15,4 0 1,1-2-16,2-1 15,-4-1-15,2 0 16,0-2-16,-2 0 16,-5 0-16,-5-1 15,-4 1-15,-1 0 16,-3 1-16,-2 2 16,-2-1-16,-5 1 15,-11-4 1,15 6-16,-15-6 15,0 0-15,10 5 16,-10-5-16,0 0 16,0 0-16,0 0 15,0 0-15,0 0 16,0 0-16,10-12 16,-5-3-16</inkml:trace>
  <inkml:trace contextRef="#ctx0" brushRef="#br1" timeOffset="95833">1493 1978 0,'0'0'0,"0"0"0,0 0 16,0 0-16,0 0 16,0 0-16,0 0 15,0 0-15,0 0 16,-1 1-1,1-1-15,0 0 16,6 11-16,4-1 16,5 2-16,5 0 15,3-1-15,1 0 16,2 1-16,0-1 16,2 1-16,-2-1 15,-3 1 1,-4 1-16,-5-1 15,-3-2-15,-2 0 16,-3-1-16,-1-3 16,-5-6-16,5 10 15,-5-10-15,1 8 16,-5 3-16,-14 5 16,-11 7-16,-6 0 15,2-5-15,-1-1 16,0 0-1,2-3-15,1-2 16,-1 0-16,-2-1 16</inkml:trace>
  <inkml:trace contextRef="#ctx0" brushRef="#br1" timeOffset="96332.06">1090 1861 0,'0'0'0,"0"0"16,0 0-16,0 0 16,0 0-16,0 0 15,-2 5-15,-4 10 16,-6 9-16,-7 7 16,-2 0-16,-4-3 15,1-1-15,-1-3 16,2-4-1,0 0-15,1-2 16,3 0-16,2-4 16,2-1-16,1 1 15,1 0-15,4 1 16,0 0-16,3-3 16,4 1-16,1-1 15,3 0-15,8 1 16,7 1-16,11 0 15,8-1 1,6-4-16,6-1 16,3-4-16</inkml:trace>
  <inkml:trace contextRef="#ctx0" brushRef="#br1" timeOffset="100532.74">2337 2498 0,'0'0'0,"0"0"15,0 0-15,0 0 16,0 0-16,-4 0 16,4 0-1,0 0-15,0 0 16,0 0-16,-12-2 16,12 2-16,0 0 15,-14-2-15,14 2 16,-15-3-16,15 3 15,-17-3-15,8 1 16,-3 5-16,-5 3 16,-2 4-16,-1 5 15,1 1 1,-2 2-16,-2 5 16,0 4-16,2 1 15,4-1-15,1 5 16,1-2-16,0 1 15,1-1-15,1-1 16,-2 3-16,2-1 16,1 0-1,2 1-15,3 1 16,3-2-16,-2 3 16,1-1-16,0-1 15,-1 2-15,1 0 16,-2 1-16,0 2 15,1-2-15,-2 3 16,0 0-16,0-1 16,1 1-16,-1-3 15,2 1 1,-2 1-16,3 2 16,1 0-16,2-1 15,2-1-15,0 2 16,1 0-16,-1 0 15,0-1-15,1 1 16,1 2-16,0 0 16,0 0-16,0 1 15,1 1 1,1-2-16,0 2 16,-1 0-16,1 2 15,0 0-15,-1-5 16,0-2-16,-1 0 15,2-2-15,1-2 16,3-4-16,0-3 16,0-5-16,1 0 15,0-1-15,-1-3 16,0-2 0,0 0-16,1 1 15,0 0-15,-1-2 16,1 0-16,0 1 15,0-2-15,-1-1 16,1-1-16,-1-2 16,1 0-16,2 0 15,-1 0 1,1-4-16,0-1 16,2 1-16,-1-3 15,1 0-15,-2 0 16,1-3-16,1-1 15,2-4-15,1 0 16,-2-2-16,0-1 16,0-2-16,-2-4 15,1-1 1,1-7-16,0 0 16,-1 1-16,-3 0 15,-1-1-15,1-4 16,0-3-16,0-4 15,1-2-15,-3-2 16,2-1-16,-2-1 16,0-1-1,-1 0-15,1 0 16,-1-1-16,1-5 16,-2 0-16,0-1 15,2 0-15,-2 2 16,1-7-16,1 2 15,0-1-15,-2 0 16,2 1-16,0-1 16,0 0-16,0 1 15,0 3 1,-1-1-16,0 3 16,0 0-16,-2-1 15,0 3-15,-2 0 16,-3 2-16,-1 1 15,-2 1-15,0-1 16,-2-3-16,2 2 16,-2 1-16,0 4 15,-1-1 1,0-3-16,-2-1 16,1 3-16,-2 3 15,0 1-15,1 3 16,-2-2-16,1 0 15,1-1-15,-1 3 16,1-1-16,1 3 16,-1 2-16,1 3 15,-1 2-15,-1 2 16,-1 2 0,-1 2-16,-2 2 15,-2 0-15,-4 3 16,2 2-16,1 2 15,1 2-15,-1-1 16,3 4-16,0-1 16,3 3-16,10 0 15,-18 0-15,18 0 16,-14 5-16,4 2 16,1 6-1,1 7-15,2 6 16</inkml:trace>
  <inkml:trace contextRef="#ctx0" brushRef="#br1" timeOffset="107199.28">3122 2498 0,'0'0'0,"0"0"0,0 0 0,0 0 16,0 0-16,-3-3 15,3 3-15,0 0 16,0 0 0,-11-7-16,11 7 15,-13-6-15,1 3 16,-2 2-16,-3 1 16,-3 2-16,-2 4 15,-2 6-15,-4 3 16,0 4-16,2 3 15,2 3-15,2 4 16,5 4 0,1 3-16,3 1 15,1 1-15,1 1 16,3 1-16,2 4 16,-1 1-16,3 1 15,0-1-15,1 4 16,-1 2-16,1 1 15,1 2-15,1-2 16,1 2-16,0 0 16,2 4-1,-1 0-15,1 3 16,-1-3-16,1-1 16,0 2-16,-3-1 15,-2 4-15,0-4 16,0-1-16,0-2 15,0-3-15,1-2 16,0 0 0,-1-1-16,1 0 15,2-1-15,0-1 16,2 0-16,1-3 16,0-1-16,1-4 15,-1-2-15,1-5 16,0-3-16,0-2 15,3 1-15,-1-2 16,1-1-16,0-6 16,2-1-16,1 0 15,-1-4 1,3-1-16,-1-3 16,1-1-16,1-1 15,-2-4-15,1-1 16,3-4-16,3-5 15,4-5-15,2-7 16,4-7 0,1-5-16,-2-2 15,0-7-15,-3 0 16,-3-3-16,-1-4 16,-2-1-16,-3-4 15,0-5-15,1-3 16,-3 0-16,3-5 15,-1 3-15,-1 0 16,-2-1-16,-4-1 16,-2 0-16,-1-1 15,-2 0 1,0 4-16,-1-4 16,0 3-16,-1-2 15,0-2-15,1 4 16,0-5-16,-1 3 15,1 0-15,-1-2 16,-1 3-16,0-3 16,0 2-16,-1 2 15,-1 1-15,-1 3 16,-1-1 0,-4 4-16,1 3 15,-6 3-15,0 1 16,-3 3-16,2 6 15,-1 5-15,2 5 16,-1 4-16,0 2 16,-2 4-16,-4 2 15,-7 6 1,-12 5-16,-9 11 16,-10 9-16,0 10 15,3 5-15,4 5 16,8 2-16,8-1 15,5-1-15,10-1 16</inkml:trace>
  <inkml:trace contextRef="#ctx0" brushRef="#br1" timeOffset="118598.56">6942 6560 0,'0'0'0,"0"0"0,0 0 0,0 0 16,5 1-1,-5-1-15,24 5 16,1-1-16,4-1 15,4-2-15,3-1 16,0-3-16,2-2 16,0-2-16,-1 0 15,-6 2-15,-3-1 16,-3 3-16,-5-1 16,-3 2-16,-3 0 15,-3 1 1,-11 1-16,18 1 15,-18-1-15,15 9 16,-7-2-16,0 3 16,-2 1-16,-2 1 15,-1 0-15,0 1 16,-2 0-16,-1 1 16,0 0-16,0 0 15,0 2 1,0 0-16,0 2 15,0 2-15,1 0 16,0 0-16,1 1 16,1-2-16,0-1 15,0 1-15,0-3 16,0-1-16,0 0 16,-1-2-16,1-2 15,-1-1 1,-1-1-16,0-3 15,-1-6-15,2 9 16,-2-9-16,0 0 16,3 6-16,-3-6 15,0 0-15,0 0 16,0 0-16,0 0 16,0 0-16,0 7 15,0-7-15,0 0 16,0 0-1,-34 6-15,-8-1 16,-5 0-16,4 0 16,2-1-16,-2 0 15,1 1-15,1 2 16,4 3-16,0-1 16,6-1-16,6 0 15,0-1 1,1 0-16,1-1 15,1 1-15,4-3 16,4 0-16,3 0 16,11-4-16,-15 4 15,15-4-15,0 0 16,-10 3-16,10-3 16,0 0-1,0 0-15,0 0 16,0 0-16,-10 0 15,10 0-15,0 0 16,0 0-16,-12-7 16,12 7-16,-9-8 15,9 8-15,-14-13 16,5 5-16,0-2 16,1-2-16,0-1 15,0-3 1,1 0-16,2-1 15,-1 1-15,2-3 16,0 2-16,1-2 16,1 1-16,0 2 15,0 1-15,0 0 16,1 0-16,-1 0 16,1 3-16,0-2 15,-1 1-15,1 0 16,-1 0-1,1 0-15,0 0 16,-1 0-16,1 1 16,-2 0-16,2-1 15,-1 1-15,1 1 16,0 1-16,-1 0 16,1 1-16,-1 1 15,2 1-15,0 7 16,-2-11-16,2 11 15,0 0 1,-2-8-16,2 8 16,0 0-16,0 0 15,0 0-15,0 0 16,0 0-16,1-6 16,-1 6-16,10-4 15,4-2-15,9 0 16,6 0-16,5 1 15,1 3 1,0 0-16,0 2 16,0 0-16,1 0 15,-2 0-15,-3 0 16,-7 1-16,-2 0 16,-3 0-16,-5 1 15,-4-1-15,-10-1 16,12 3-16,-12-3 15,0 0 1,0 0-16,0 0 16,10 4-16,-10-4 15,0 0-15</inkml:trace>
  <inkml:trace contextRef="#ctx0" brushRef="#br0" timeOffset="124815.23">6134 6641 0,'0'0'0,"0"0"0,0 0 15,0 0-15,0 0 16,0 0-16,2 1 16,-2-1-16,13 1 15,-2 0-15,3-1 16,3 1-16,3 0 16,2-1-1,4-1-15,0-1 16,1-2-16,-2-1 15,-1 0-15,0 0 16,2 0-16,1 0 16,0 1-16,0-2 15,-5 2-15,0 1 16,-2-2-16,-1 2 16,-2 0-1,1 0-15,0 1 16,2-1-16,-1 2 15,-4-1-15,-2 1 16,-13 1-16,18-1 16,-18 1-16,15-2 15,-15 2-15,10-1 16,-10 1-16,0 0 16,10 0-1,-10 0-15,0 0 16,0 0-16,0 0 15</inkml:trace>
  <inkml:trace contextRef="#ctx0" brushRef="#br0" timeOffset="125498.8">6165 6641 0,'0'0'0,"0"0"0,0 0 16,0 0-16,0 0 16,0 0-16,0 0 15,0 3-15,0-3 16,1 12-1,0 0-15,0 4 16,0 1-16,1 2 16,1-1-16,-2 1 15,2-1-15,-1 3 16,1 2-16,-1 1 16,0 5-16,0-2 15,0-1 1,-1-2-16,0-4 15,1 0-15,-1 0 16,2-2-16,0 0 16,1-3-16,2-1 15,-1-1-15,3-3 16,-1-1-16,2 0 16,2-2-16,1 0 15,4-1 1,2-1-16,2 0 15,2-3-15,1-2 16,0-1-16,1-2 16,0 0-16,1-1 15,0 0-15,2-1 16,0 1-16,0 0 16,-2 0-1,-1 1-15,-2 1 16,1-1-16,1 1 15,2 0-15,-2-1 16,0 0-16,-2 1 16,-1 1-16,-2-1 15,-3 1-15,-2 0 16,-1 0-16,-3 0 16</inkml:trace>
  <inkml:trace contextRef="#ctx0" brushRef="#br2" timeOffset="131899.88">2666 2541 0,'0'0'0,"0"0"16,0 0-16,0 0 16,0 0-1,-2 1-15,2-1 16,0 0-16,-1 9 16,0 3-16,1 10 15,1 8-15,1 2 16,-2-3-16,1 1 15,0 4-15,0 5 16,-2 3-16,-2 2 16,-2-2-16,-2 6 15,-2 0 1,0-1-16,1 2 16,0-5-16,2 3 15,-2-5-15,2 1 16,-1 4-16,1-4 15,-2 2-15,3-2 16,0 2-16,0 1 16,1 0-16,2 2 15,1 3 1,0 1-16,0 0 0,0 3 16,0-2-1,1-1-15,0-2 16,0 0-16,0 0 15,0-5-15,-1 0 16,0-2-16,-2 3 16,-1-1-16,-1-3 15,1-2 1,-1 0-16,0 0 16,0-1-16,-2-5 15,3-2-15,-1-4 16,1 1-16,1-1 15,1-2-15,2-3 16,-1-3-16,1-4 16,1 0-16,2-3 15,0-1 1,2-1-16,-1 0 16,1-4-16,0 1 15,-5-8-15,12 11 16,-12-11-16,19 11 15,-5-5-15,1-1 16,4 0-16,3-1 16,4 0-16,-1-3 15,0-1 1,2 0-16,0-2 16,3 0-16,3-1 15,-1 2-15,0-1 16,-1 1-16,1-1 15,6 0-15,0 1 16,0-1-16,0 0 16,1 1-16,2 0 15,1 1 1,-1 0-16,-4 0 16,2 0-16,-1 1 15,-1 0-15,0-1 16,-4 1-16,-1 1 15,1-1-15,2 0 16,-1 0-16,1 2 16,-3-1-16,2 0 15,2 1 1,0 0-16,0-1 16,-4 0-16,0-1 15,0 1-15,-1 0 16,1-1-16,-2 1 15,-2-1-15,-3 1 16,3-1-16,0 0 16,1-1-16,-1 0 15,-1 0-15,-3 0 16,-1 0 0,-2 0-16,-1 0 15,1 0-15,1 0 16,0 0-16,0 0 15,-4 0-15,-1 0 16,-1 0-16,-2 0 16,0 0-16,-1 0 15,0 0-15,-2 0 16,1 0 0,-1 0-16,1 0 15,-1 0-15,0 0 16,-2 0-16,1 0 15,-10 0-15,17-1 16,-17 1-16,16-2 16,-16 2-16,15-2 15,-15 2 1,13-3-16,-13 3 16,12-3-16,-12 3 15,9-4-15,-9 4 16,12-8-16,-7 1 15,2-3-15,1-4 16,-1-4-16,0-3 16,-2-4-16,0-3 15,0-3-15,-1-2 16,0-3 0,0-2-16,0-2 15,-1 0-15,1-2 16,-1 0-16,1-1 15,-1-5-15,0 1 16,0-3-16,0 0 16,1-1-16,0-1 15,2-2-15,1 1 16,-1 0 0,1 0-16,0 0 15,-1 2-15,0-2 16,-2 4-16,-3-1 15,-1 4-15,0-1 16,-2-2-16,0 2 16,0-1-16,-1 0 15,1 0 1,0 1-16,0 0 0,0-1 16,2-3-1,0 5-15,0-2 16,0 5-16,0 1 15,0-2-15,0 3 16,0 0-16,0 4 16,0 0-16,0 3 15,-1 1-15,-1 2 16,0 4-16,-2 4 16,-1 0-1,0 4-15,-2 1 16,-1 2-16,-1 1 15,-3 1-15,0 1 16,-4 1-16,-5 0 16,-5 2-16,-5 2 15,-3 4-15,0 1 16,0 3-16,-2 2 16,-4 2-16,-1 0 15,-1 2 1,0-1-16,1 0 15,-3-1-15,1 2 16,1-2-16,-2 1 16,-4 1-16,0-1 15,-1 0-15,-1-1 16,-2 0-16,1 0 16,-1 0-1,0 0-15,0 1 16,2-2-16,0 1 15,2 0-15,0 1 16,1-2-16,-1 2 16,3-2-16,-3 1 15,1 0-15,2-1 16,-1 0 0,2 1-16,1-2 15,2 0-15,4 1 16,-3 1-16,0 0 15,-1 1-15,2 1 16,4 0-16,0 2 16,1 2-16,4 0 15,4-1-15,6-1 16,4-3-16,5-1 16,11-4-1,-17 6-15,17-6 16</inkml:trace>
  <inkml:trace contextRef="#ctx0" brushRef="#br2" timeOffset="133699.39">7372 6541 0,'0'0'0,"0"0"16,0 0-1,0 0-15,-1 1 16,1-1-16,0 0 15,0 0-15,0 0 16,0 0-16,21-3 16,-1-2-16,6 0 15,3-2-15,3-3 16,0 0-16,-1-1 16,-1 1-16,1-1 15,-1 1 1,-2 0-16,-1 1 15,1 3-15,3 3 16,-2 0-16,-1 2 16,-5 0-16,-1 1 15,-5 1-15,-3-1 16,-3 1-16,-11-1 16,16 2-16,-16-2 15,10 2 1,-10-2-16,0 0 15,10 2-15,-10-2 16,0 0-16,0 0 16,11 8-16,-11-8 15,7 8-15,-3-1 16,0 2-16,1 1 16,-2 3-16,1 0 15,-1 2-15,-1 2 16,1 1-1,-1 1-15,0 0 16,1 0-16,-2 0 16,1-1-16,1 1 15,-1 1-15,1-2 16,0-1-16,0-1 16,0 0-16,-1-1 15,2-2 1,-2-2-16,1-3 15,-2 0-15,1-1 16,-2-7-16,1 8 16,-1-8-16,0 0 15,0 0-15,2 7 16,-2-7-16,0 0 16,-7 11-16,1-3 15,-2 2-15,-5 1 16,-2 1-16,-3 2 15,-1-2 1,0-1-16,-1-1 16,1-2-16,-1 0 15,0-3-15,1-1 16,-1 2-16,-1-2 16,1 1-16,0 0 15,0 0-15,1-2 16,-1-1-1,1 0-15,0-1 16,0 1-16,3-1 16,1 0-16,1-1 15,4 1-15,-1 1 16,11-2-16,-18 0 16,18 0-16,-17 2 15,17-2-15,-13 2 16,13-2-16,-12 2 15,12-2 1,-17 1-16</inkml:trace>
  <inkml:trace contextRef="#ctx0" brushRef="#br3" timeOffset="138932.65">3475 2612 0,'0'0'0,"0"0"15,-2-2-15,2 2 16,0 0-16,0 0 16,0 0-1,0 0-15,0 0 16,0 0-16,-9 10 16,6 7-16,-2 9 15,-1 5-15,1 4 16,-1 7-16,2 3 15,-1 1-15,4 0 16,0 8-16,1 1 16,1 5-1,-1 3-15,0-4 16,0 3-16,-3-1 16,-1-2-16,-2 2 15,0-1-15,1-2 16,-1-1-16,2-1 15,-2 1-15,3-1 16,4-1-16,1 0 16,4 1-1,-2 0-15,2 2 16,1-1-16,0-3 16,0 0-16,-2-5 15,1 0-15,0-5 16,-2-2-16,2 2 15,-1-2-15,-1-2 16,-1-4-16,-3-2 16,0 0-16,-2-1 15,0-2 1,-1 0-16,2-6 16,-1-2-16,1-2 15,0-3-15,0-2 16,1-2-16,0-2 15,1-1-15,2 1 16,2 0-16,1-1 16,2-2-16,3 1 15,5 0-15,5 0 16,6 0 0,5-4-16,5 0 15,1-3-15,-1 1 16,1-1-16,3 2 15,3-2-15,-1 1 16,1-1-16,0 0 16,0 0-16,0 0 15,-1 1 1,3-1-16,1 1 16,-1-1-16,0 0 15,1 0-15,-2-1 16,1-1-16,-3-1 15,0-1-15,1-1 16,0 1-16,0 0 16,0 0-16,-1-2 15,0 0 1,0-1-16,-3 0 16,-1-2-16,1 0 15,-3 1-15,0-2 16,-2 1-16,0 0 15,-2-1-15,-1 1 16,-2-1-16,-3 2 16,-3 0-16,-2 1 15,-4 0-15,2 0 16,-2-1 0,0 0-16,-1 0 15,-3 1-15,-2 1 16,-2 0-16,-10 3 15,15-3-15,-15 3 16,10-4-16,-10 4 16,0 0-16,13-6 15,-13 6-15,11-8 16,-5-1 0,1-3-16,0-2 15,-1-4-15,0-2 16,-1-4-16,-1-1 15,-1-5-15,0 1 16,-1-7-16,0-4 16,0-2-16,0-3 15,0-4 1,1-2-16,-1-6 16,0-2-16,1-1 15,1-3-15,1-2 16,1-1-16,3-1 15,-1 0-15,1 0 16,-1-4-16,1 4 16,-1 0-16,1 0 15,-1 4 1,0 0-16,-1 2 16,0-1-16,-1 4 15,-3-1-15,-2 3 16,-1 2-16,0-1 15,0 4-15,0 3 16,0 2-16,-1 0 16,-2 3-16,-2 3 15,0 2 1,-1 4-16,-1 3 16,0-2-16,-2 4 15,-1 1-15,-1 4 16,-2 1-16,-2 3 15,-4 1-15,-5 1 16,-7 1-16,-7 4 16,-4 2-16,-6 4 15,-6 3-15,-1 4 16,-2 3-16,-2 1 16,2 2-1,-2 0-15,0 0 16,1 0-16,1 0 15,0 0-15,0-1 16,1 2-16,-3-2 16,4 1-16,-1 0 15,2-2-15,1-1 16,-1-1-16,0 0 16,-1-1-1,0 1-15,0 0 16,0-1-16,2 1 15,1 1-15,2 0 16,4 0-16,1 0 16,5-2-16,-1 1 15,1-1-15,1 1 16,2-1-16,3 3 16,-1-2-1,1 3-15,3 2 16,5 0-16,6 1 15,3 2-15,2 9 16</inkml:trace>
  <inkml:trace contextRef="#ctx0" brushRef="#br3" timeOffset="140382.45">7950 6386 0,'0'0'0,"0"0"16,0 0-16,-5-1 15,5 1-15,0 0 16,-11-4-16,11 4 16,0 0-16,0 0 15,0 0-15,0 0 16,0 0-16,0 0 16,0 0-1,0 0-15,35-12 16,2 1-16,6-1 15,3 0-15,1 0 16,3 0-16,-2 3 16,-1 1-16,-3 2 15,-5 1-15,-5 3 16,-6 2-16,-8 1 16,-3 0-1,-3 1-15,-3 1 16,-11-3-16,17 10 15,-9-3-15,-1 1 16,0 2-16,0 4 16,0 4-16,1 5 15,-1 2-15,-2 1 16,2 2-16,-1 3 16,-1 0-16,-1 0 15,1-2 1,-2-2-16,1-3 15,-1-2-15,0-3 16,0-1-16,-2-3 16,1-1-16,0-2 15,0-4-15,-1 0 16,-1-8-16,2 11 16,-2-11-16,0 0 15,2 8 1,-2-8-16,0 0 15,0 0-15,-5 8 16,-4 1-16,-13 4 16,-10 1-16,-3 0 15,-4-1-15,-2-1 16,-3 0-16,3-1 16,1 0-16,2-2 15,1 0 1,5 0-16,3-2 15,3-1-15,2 0 16,4-1-16,1-1 16,2 0-16,1-1 15,1 0-15,0 0 16,0-1-16,-2 0 16</inkml:trace>
  <inkml:trace contextRef="#ctx0" brushRef="#br3" timeOffset="144765.79">9496 5880 0,'0'0'0,"0"0"16,0 0-16,0 3 16,-3 6-16,-3 12 15,0 12 1,-2 13-16,2 6 16,-1 2-16,3 2 15,-1-5-15,2-3 16,-1-5-16,3-6 15,3-3-15,2-6 16,3-5-16,3-1 16,5-2-16,7-3 15,8-1 1,3-7-16,6-6 16,-2-4-16,3-6 15,-3-5-15,-4-4 16,-3-5-16,-4 0 15,-3-2-15,-4-4 16,-3-2-16,-3 1 16,-1 1-16,-5-1 15,0 3 1,-4 3-16,0 4 16,-3 6-16,1 4 15,-1 8-15,0-8 16,0 8-16,0 0 15,0 0-15,0 21 16,2 11-16,1 10 16,2 10-16,0 4 15,-1 4 1,2 4-16,-1 1 16,0 0-16,1 1 15,-2 0-15,-2-5 16,0-7-16,-2-5 15,1-9-15,-1-5 16,0-7-16,0-7 16,1-7-1,0-7-15,-1-7 16,0 0-16,0 0 16,0 0-16</inkml:trace>
  <inkml:trace contextRef="#ctx0" brushRef="#br3" timeOffset="145683.73">9328 6772 0,'0'0'0,"0"0"0,0 0 0,0 0 0,0 0 16,0 2-16,0-2 15,0 0-15,2 12 16,2 0-16,-1 4 15,0 0-15,-1 0 16,-3 1-16,-2-2 16,-3 2-16,-3 1 15,-7 0 1,-3 1-16,-3-2 16,-6-2-16,-6 1 15,0-2-15,-3-1 16,3-2-16,1-2 15,1 1-15,1-1 16,2-1-16,4-1 16,0 0-16,2 1 15,2-2-15,1 0 16,2-2 0,3 1-16,0-2 15,3-1-15,2-1 16,10-1-16,-18-3 15,18 3-15,-16-8 16,16 8-16,-15-13 16,9 4-16,0 0 15,2 0-15,0-2 16,2 0 0,1-2-16,1-2 15,1-2-15,2-1 16,1 0-16,1 3 15,-2 0-15,0 3 16,-1 2-16,0 5 16,-2 5-16,1-8 15,-1 8 1,0 0-16,0 0 16,0 0-16,0 0 15,-17 1-15,0 7 16,-2 2-16,1 2 15,2-2-15,4 0 16,1 0-16,2-1 16,3-2-16,1 0 15,3-1-15,0 1 16,2-1 0,3 3-16,5 2 15,7 4-15,6 1 16,6 1-16,3 0 15,1 0-15,2-1 16</inkml:trace>
  <inkml:trace contextRef="#ctx0" brushRef="#br3" timeOffset="146532.54">9608 6981 0,'0'0'0,"0"0"0,0 2 15,0 6-15,0 9 16,-1 9-16,-6 6 15,-6 2-15,-5 0 16,-4-2-16,-4-3 16,-4 0-16,-5-3 15,-8 1-15,-8-2 16,-5 0 0,-5-3-16,-7 2 15,0-2-15,-6 1 16,-1-1-16,3 0 15,1 0-15,5-4 16,3-1-16,5-4 16,3-5-16,0-5 15,5-5-15,5-7 16,4-3 0,2-5-16,3-3 15,4-3-15,0-1 16,1-3-16,1 0 15,2-1-15,2 2 16,3 2-16,1 3 16,1-2-16,0 3 15,3 1 1,2 3-16,1 2 16,3 2-16,1 2 15,3 3-15,8 7 16,-10-9-16,10 9 15,0 0-15,0 0 16,-9-7-16,9 7 16,0 0-16,0 0 15,0 0-15,0 0 16,0 0-16,0 0 16,2 8-1,1-1-15,1 1 16,-1 1-16,1-1 15,-1-1-15,-3-7 16,4 9-16,-4-9 16,0 0-16,2 8 15,-2-8-15,0 0 16,0 0 0,0 0-16</inkml:trace>
  <inkml:trace contextRef="#ctx0" brushRef="#br3" timeOffset="147314.9">9646 7082 0,'0'0'0,"0"0"0,0 0 16,0 3-16,0-3 15,-1 7 1,-2 4-16,-6 9 15,-6 9-15,-3 3 16,-2 4-16,-2-1 16,1-2-16,2-3 15,1-2-15,0 0 16,2-4-16,-2 1 16,-5 2-1,-5 1-15,-7 2 16,-7 1-16,-10 0 15,-7 1-15,-12-1 16,-6 1-16,-4-1 16,0-5-16,1-3 15,3-3-15,3-4 16,-1-5 0,3-6-16,0-6 15,2-7-15,-1-3 16,1-6-16,0-2 15,-2-3-15,7-1 16,-1-1-16,5-1 16,2 0-16,1-1 15,2 3-15,2 0 16,3 0-16,5 2 16,0 0-16,3 1 15,6 2 1,0 0-16,7 1 15,5 1-15,3 0 16,1 0-16,3 1 16,2 1-16,3 2 15,1 0-15,4 2 16,1 2-16,7 8 16,-8-10-16,8 10 15,-2-7 1,2 7-16,7-8 15</inkml:trace>
  <inkml:trace contextRef="#ctx0" brushRef="#br3" timeOffset="148198.69">9547 7228 0,'0'0'0,"0"0"16,0 0-16,0 6 15,-2 4 1,-3 11-16,-6 15 15,-10 9-15,-5 1 16,-6 1-16,-3-3 16,-2-2-16,-2-4 15,1-1-15,0-4 16,-1-4-16,-5 0 16,-3-1-16,-5-2 15,-5 2 1,-2-2-16,-5 0 15,-5 1-15,-1-3 16,-9-1-16,-3 1 16,-6-2-16,-4-3 15,2-4-15,1-7 16,0-3-16,0-4 16,-1-5-1,2-4-15,3-4 16,4-5-16,2-2 15,-3-7-15,5 0 16,-1-2-16,3-1 16,8 2-16,1 1 15,1-1-15,2 1 16,3-1-16,2 2 16,4-1-16,4 2 15,4 1 1,3 2-16,0-1 15,3-1-15,6 3 16,1 0-16,4 0 16,1 0-16,4 2 15,0 2-15,5 2 16,3 2-16,4 2 16,3 3-16,9 7 15,-11-9 1,11 9-16,0 0 0,0 0 15,-7-6 1,7 6-16,0 0 16,0 0-16,0 0 15,0 0-15,0 0 16,0 0-16,0 0 16,0 0-16,0 0 15,0 0-15,0 0 16,0 0-1,0 0-15,0 0 16,2-7-16,-2 7 16</inkml:trace>
  <inkml:trace contextRef="#ctx0" brushRef="#br3" timeOffset="150965.03">12158 2222 0,'0'0'0,"0"0"16,0 0-16,0 0 16,0 2-16,0-2 15,0 0-15,0 0 16,0 0-16,5 6 15,10-1 1,18 0-16,14-2 16,8-1-16,6-1 15,6-2-15,6-1 16,1 2-16,12-1 16,2 0-16,7 0 15,3 2-15,1 2 16,0 0-16,0 1 15,1 0 1,-5-1-16,0 0 16,-4-1-16,-2 3 15,-4-3-15,-6 1 16,-9-2-16,-2 1 16,-10 0-16,-2-1 15,-10 0-15,-7 0 16,-2-3-16,-4 0 15,-5-3 1,-2-2-16,-4-2 16,1-3-16,-3-3 15,-1-3-15,0-4 16,-1-3-16,-3-2 16,-2-6-16,-1-6 15,-3-4-15,-2-2 16,-3-8-16,-3-3 15,-3-3-15,-2-1 16,-1 1 0,-3 1-16,-2 2 15,-2 5-15,-4 0 16,-4 5-16,-6 2 16,-12-2-16,-9 6 15,-14 1-15,-7 2 16,-2 7-16,-4 1 15,0 5-15,-1 3 16,-6 5 0,2 3-16,-9 3 15,3 2-15,-2 4 16,-1 2-16,5 2 16,-4 1-16,7 1 15,-5 1-15,9-1 16,0 0-16,0 1 15,8-1 1,-5-1-16,8 0 16,7-1-16,3 0 15,4-1-15,4-1 16,0-1-16,7 2 16,2-1-16,1 0 15,0 1-15,3-1 16,4 2-16,1 3 15,2 2-15,-1 4 16,0 3 0,1 6-16,1 5 15,2 5-15,3 2 16,2 6-16,2 1 16,2 9-16,4 5 15,2 1-15,1 3 16,2-1-16,1 5 15,2-2 1,3 1-16,0-1 16,3 0-16,0-5 15,2-1-15,1-5 16,1-2-16,0-5 16,0-6-16,2-3 15,0-2-15,1-2 16,1-3-16,2-3 15,-1-5-15,2-2 16,3-2 0,2-1-16,3-2 15,-1-3-15,-1-2 16,0-2-16,-1-4 16,-2 1-16,-2-1 15,-1 0-15,-2-1 16,-12 4-16,13-4 15,-13 4-15,0 0 16,11-6 0,-11 6-16,0 0 15,0 0-15,6-5 16,-6 5-16,0 0 16,0 0-16,0 0 15,0 0-15,4-7 16,-4 7-16,0 0 15,0 0-15,0 0 16,0 0-16,0 0 16,0 0-1,0 0-15,0 0 16,0 0-16,0 0 16,0 0-16,0 0 15,0 0-15,0 0 16,0 0-16,0 0 15,0 0-15,0 0 16,0 0 0,0 0-16,0 0 15,0 0-15,0 0 16,0 0-16,0 0 16,0 0-16,0 0 15,0 0-15,0 0 16,0 0-16,0 0 15,0 0-15,0 0 16,0 0 0,0 0-16,-11-16 15</inkml:trace>
  <inkml:trace contextRef="#ctx0" brushRef="#br3" timeOffset="154615.53">10220 7040 0,'0'0'0,"0"0"0,0 0 0,0 2 15,0-2-15,0 0 16,0 0-16,0 8 15,0-8-15,0 0 16,0 7-16,0-7 16,1 9-16,1-2 15,-1 3-15,1 4 16,3 3 0,1 3-16,4 3 15,8 1-15,2 4 16,6-2-16,3-2 15,4-1-15,6-1 16,2-1-16,3-3 16,-1-3-16,3-3 15,-3-3-15,1-1 16,-4-2 0,-4-1-16,-2-1 15,-3-1-15,-6-1 16,-3-1-16,-7 0 15,-3-1-15,-12 0 16,12 0-16,-12 0 16,0 0-16,0 0 15,0 0-15,0 0 16,0 0 0,0 0-16,0 0 15,0 0-15,4-8 16,-9-2-16,-3-4 15,-2 0-15,3 2 16,-2 2-16,4 2 16,5 8-16,-8-9 15,8 9-15,0 0 16,-8-8-16,8 8 16,0 0-1,0 0-15,0 0 16,0 0-16,2 11 15,6 2-15,6 5 16,3 0-16,-1-2 16,-3-3-16,-4-3 15,0-2-15,-3-1 16,-3 0-16,-3 5 16,-6 4-1,-7 3-15,-8 0 16,-5-1-16,-3-2 15,0-2-15,1-2 16,3-3-16,2-2 16,4-1-16,4-2 15,4-1-15,11-3 16,-12 2-16,12-2 16,0 0-1,0 0-15,0 0 16,-10 3-16,10-3 15,0 0-15,0 0 16,0 0-16,0 0 16,0 0-16,0 0 15,0 0-15,0 0 16,0 0 0,0 0-16,0 0 15,0 0-15,0 0 16,0 0-16,0 0 15,0 0-15,0 0 16,0 0-16,0 0 16,0 0-16,0 0 15,0 0 1,0 0-16,0 0 0,0 0 16,0 0-1,0 0-15,0 0 16,0 0-16,0 0 15,0 0-15,0 0 16,0 0-16,0 0 16,0 0-16,0 0 15,0 0-15,0 0 16,-10 0-16,10 0 16,0 0-1,0 0-15,0 0 16,0 0-16,0 0 15,0 0-15,0 0 16,0 0-16,0 0 16,0 0-16,0 0 15,0 0-15,0 0 16,0 0-16,0 0 16,0 0-16,0 0 15,0 0 1,0 0-16,0 0 15,0 0-15,0 0 16,0 0-16,0 0 16,0 0-16,0 0 15,0 0-15,0 0 16</inkml:trace>
  <inkml:trace contextRef="#ctx0" brushRef="#br4" timeOffset="160598.7">1132 2634 0,'0'0'0,"-2"-1"0,2 1 16,0 0-16,-14-7 16,14 7-16,-10-5 15,10 5-15,0 0 16,0 0-16,-11-5 15,11 5-15,0 0 16,0 0 0,0 0-16,0-8 15,7-2-15,9-5 16,9 0-16,5-2 16,3 1-16,4 0 15,6 0-15,1-1 16,0 3-16,3 1 15,0 2-15,0 2 16,-6 1 0,-1 2-16,1 0 15,2 0-15,-1 0 16,-2-1-16,-1 1 16,1 1-16,-1-1 15,-1 1-15,-3 0 16,0 1-16,2-1 15,-1 2-15,0 0 16,-2 1-16,0-1 16,3 1-1,1 0-15,-3-1 16,-4 1-16,-3 1 16,-2-2-16,0 0 15,0 0-15,0 0 16,2-1-16,-2 1 15,0 0-15,-4 0 16,2 1 0,0-1-16,2 2 15,2 0-15,0 1 16,-3 1-16,0-1 16,0 1-16,1 0 15,1 0-15,2 0 16,-1 0-16,-2-1 15,-1 1-15,0 0 16,0-1 0,1 2-16,1-1 15,0 1-15,-1 1 16,-3-2-16,-2 0 16,-2 1-16,-3-1 15,1 0-15,-2 0 16,0-1-16,-3 1 15,-2 0-15,-10-1 16,14 2-16,-14-2 16,0 0-1,10 2-15,-10-2 16,0 0-16,0 0 16,0 0-16,0 0 15,0 0-15,0 0 16,0 0-16,0 0 15,0 0-15,0 0 16,0 0 0,0 0-16,0 0 15,0 0-15,0 0 16,0 0-16,0 0 16,0 0-16,0 0 15,0 0-15,0 0 16,10 3-16,-10-3 15,0 0-15,0 0 16,0 0 0,0 0-16,11 4 15,-11-4-15,12 3 16,-12-3-16,13 3 16,-13-3-16,14 4 15,-14-4-15,15 3 16,-15-3-16,12 3 15,-12-3-15,12 3 16,-12-3-16,14 6 16,-14-6-1,12 13-15,-5-1 16,-1 0-16,1 4 16,-3 1-16,1 1 15,-1 2-15,-1 4 16,-1 3-16,-1 2 15,-1 2-15,-1 1 16,0 1-16,0 2 16,-2 4-16,2 3 15,-1 0 1,-1 3-16,-1-1 16,1 1-16,-1 3 15,0 0-15,1-2 16,-2 0-16,2 1 15,0 1-15,-2 1 16,2 0-16,-1 5 16,0-3-1,1 1-15,0-1 16,0 0-16,0 0 16,-1-1-16,1 1 15,1 0-15,0-2 16,0-1-16,0-3 15,1-2-15,1 1 16,1-1 0,1-2-16,0-1 15,-1-468-15,1 937 16,-1-468-16,0-1 16,1-1-16,-1-2 15,1 1-15,-2-3 16,0 1-16,-2 0 15,0-3-15,-1-1 16,0-4-16,-2-3 16,1 2-1,-2-4-15,0-2 16,0-3-16,0-5 16,-1-4-16,3-1 15,4-8-15,-7 10 16,7-10-16,-18 10 15,-8-2-15,-16 3 16,-2-3-16,1-3 16,0-2-16,-5 1 15,-11 0-15,-3 0 16,-4 1 0,-4 1-16,5 1 15,-6 0-15,1 1 16,6-1-16,-5 1 15,4 0-15,1-1 16,-4-1-16,5-2 16,1-3-16,0-2 15,3-1 1,1 0-16,4-1 16,1-1-16,-2 0 15,3 1-15,0-1 16,3 1-16,3-1 15,-1 1-15,6 0 16,0 1-16,2-1 16,0 1-16,3 0 15,2 0 1,2 2-16,2-1 16,0 0-16,3 0 15,2 0-15,5 0 16,3 0-16,1 1 15,1-2-15,-1 0 16,0-2-16,-1-2 16,2-3-1,0-2-15,1-4 16,1-7-16,2-7 16,3-8-16,2-4 15,4-2-15,-1-7 16,5-5-16,-1-5 15,2-8-15,1 1 16,1-6-16,-2-8 16,2 6-16,-1-8 15,0 3 1,0-3-16,-1 0 16,0-1-16,2 1 15,-3 3-15,3 2 16,-1 1-16,1 3 15,2-3-15,-1 5 16,2 1-16,-1 4 16,0 2-16,0 2 15,2 5 1,-2 4-16,1 7 16,-2 6-16,0 6 15,-1 5-15,-2 7 16,0 4-16,0 4 15,0 4-15,4 0 16,6 2-16,8-1 16,8 1-16</inkml:trace>
  <inkml:trace contextRef="#ctx0" brushRef="#br4" timeOffset="162282.34">11748 7374 0,'0'0'0,"0"0"0,0 0 15,0 0-15,0 0 16,3 0-16,-3 0 16,0 0-16,23 6 15,4-3-15,8 0 16,4-2 0,9-3-16,5-1 15,1-1-15,-5 0 16,-5 0-16,-6-1 15,-5 3-15,-7-1 16,-5 1-16,-6 2 16,-3 0-16,-3 1 15,-9-1-15,17 8 16,-10-1-16,-1 1 16,1 3-1,-1 3-15,-1 2 16,0 1-16,-2 1 15,-1 2-15,-1 2 16,0 1-16,-1 0 16,2 4-16,-2 1 15,1 0-15,-1-2 16,2-1 0,0-2-16,1-1 15,-1-1-15,-1-4 16,1-1-16,-1-2 15,-1-1-15,0-3 16,-1 0-16,-2-2 16,-2 0-16,-6-2 15,-13 2-15,-15 0 16,-12-5-16,-2-4 16,-1-2-16,3-1 15,3 1 1,6 1-16,10 0 15,2 0-15,1 1 16,2-1-16,4 2 16,5-1-16,5 0 15,13 1-15,-15 0 16,15 0-16,-10 0 16,10 0-16,0 0 15,-10-2 1,10 2-16,0 0 15,-13-11-15,8-1 16,-1-7-16,3-4 16,0-3-16,0-3 15,1 0-15,0-4 16,1 1-16,1 1 16,1 1-1,-1 0-15,1 3 16,0 2-16,0 3 15,-1 4-15,1 1 16,0 4-16,-1 4 16,0 1-16,0 8 15,0-10-15,0 10 16,0 0-16,-1-7 16,1 7-1,0 0-15,0 0 16</inkml:trace>
  <inkml:trace contextRef="#ctx0" brushRef="#br5" timeOffset="167698.57">12457 2130 0,'0'0'0,"0"0"0,0 0 16,0 0-16,2 0 15,-2 0-15,18 5 16,7 1-16</inkml:trace>
  <inkml:trace contextRef="#ctx0" brushRef="#br5" timeOffset="169248.72">1183 2047 0,'0'0'0,"0"0"16,0 0-16,0 0 15,0 0-15,0 3 16,0-3-16,2 12 16,-1 1-16,2 3 15,3 1-15,-1 1 16,2-1-16,0 0 16,0-3-1,-3-3-15,2-1 16,-2-2-16,-4-8 15,8 9-15,-8-9 16,14 3-16,7-9 16,21-20-16,32-33 15,15-26-15,18-22 16,0-2 0,2-1-16,-13 12 15,-5 6-15,-16 16 16,-9 13-16,-12 16 15,-9 12-15,-5 11 16,-8 8-16,-6 5 16,-6 4-16,-4 2 15,-4 2-15,-12 3 16,15 0 0,-15 0-16,0 0 15,11 1-15,-11-1 16,0 0-16,0 0 15,0 0-15,0 0 16,0 0-16,0 0 16,0 0-16,0 0 15,0 0-15,0 0 16,0 0 0,0 0-16</inkml:trace>
  <inkml:trace contextRef="#ctx0" brushRef="#br5" timeOffset="171181.06">2031 2193 0,'0'0'0,"0"0"15,0 0-15,0 0 16,0 0-16,0 3 16,2 4-16,0 3 15,0 5-15,2 2 16,1 1-16,1 3 16,-1-2-1,0-1-15,0-2 16,-1-3-16,-1-2 15,0-4-15,-3-7 16,4 8-16,-4-8 16,0 0-16,24-8 15,20-24-15,37-46 16,21-24-16,7-12 16,5-7-1,-3 2-15,2-1 16,-8 13-16,-8 13 15,-6 10-15,-14 19 16,-9 8-16,-11 11 16,-9 7-16,-7 9 15,-7 8-15,-7 6 16,-5 5-16,-6 2 16,-4 4-16,-12 5 15,14-6 1,-14 6-16,0 0 15,0 0-15,12-4 16,-12 4-16,0 0 16,0 0-16,0 0 15,0 0-15,0 0 16,0 0-16,0 0 16,0 0-16,0 0 15,0 0 1,0 0-16,0 0 15,0 0-15,0 0 16,0 0-16,0 0 16,0 0-16,0 0 15,0 0-15,7 6 16,-7-6-16,0 0 16,0 0-16,0 0 15,0 0 1,0 0-16,0 0 15,0 0-15,0 0 16,0 0-16,0 0 16,0 0-16,0 0 15,0 0-15,0 0 16,0 0-16,0 0 16,0 0-16,0 0 15,0 0-15,0 0 16,0 0-1,0 0-15,0 0 16,0 0-16,0 0 16,0 0-16,0 0 15,0 0-15,0 0 16,0 0-16,0 0 16,0 0-16,0 0 15,0 0-15,0 0 16,0 0-1,0 0-15,0 0 16,0 0-16,0 0 16,0 0-16,0 0 15,0 0-15,0 0 16,0 0-16,0 0 16,0 0-16,0 0 15,0 0-15,0 0 16,0 0-1,0 0-15,0 0 16,0 0-16,0 0 16,0 0-16,0 0 15,0 0-15,0 0 16,0 0-16,0 0 16,0 0-16,0 0 15,0 0 1,0 0-16,0 0 15,0 0-15,0 0 16</inkml:trace>
  <inkml:trace contextRef="#ctx0" brushRef="#br5" timeOffset="175014.76">2627 2492 0,'0'0'0,"0"0"0,0 0 16,0 0-16,0 2 16,0-2-16,1 9 15,-1 1-15,2 6 16,0 1-16,-1 4 15,0 1 1,0 0-16,0 0 16,0-4-16,-1 2 15,1 1-15,-1 3 16,2 6-16,-2 3 16,1 2-16,-1 0 15,-1-2-15,-1 0 16,1 2-1,0-1-15,-1-1 16,1-2-16,1-6 16,-1 1-16,0 0 15,0-1-15,1 1 16,1 0-16,1 1 16,-2 0-16,1-3 15,0 1-15,1 1 16,-1 1-1,1 1-15,0 2 16,-1-1-16,1-2 16,-1 0-16,1 1 15,0 1-15,-1 4 16,-1 1-16,-1 2 16,-3-1-16,0-1 15,0 2-15,0 1 16,-1 2-16,0 0 15,1 0 1,0-2-16,1 2 16,-1 0-16,0 0 15,1-3-15,-1-4 16,1-2-16,1 2 16,0-3-16,2 1 15,1-1-15,0-4 16,0-1-16,-1-4 15,0 1-15,1-3 16,1 0 0,0 2-16,1-1 15,-1 0-15,-1-3 16,1-2-16,-1-3 16,1-2-16,1 1 15,-2-1-15,1-1 16,0-1-16,1 1 15,0 1-15,1-1 16,1 2 0,-1 1-16,1 0 15,1 2-15,-2-3 16,1 1-16,0-1 16,1-1-16,0-1 15,0 1-15,0 1 16,2-1-16,0 1 15,1 0 1,-1-1-16,1 0 16,-2-2-16,0-1 15,1 1-15,1 0 16,1-2-16,0 1 16,1-1-16,0 1 15,2 1-15,2-1 16,2 1-16,0-2 15,0 1 1,-1-3-16,-1 1 16,-1-1-16,0 0 15,0 1-15,3 0 16,2-1-16,1 2 16,0-1-16,-1-1 15,-1-1-15,1 1 16,-1-2-16,1 1 15,2 0 1,3-1-16,2 0 16,0 0-16,2-1 15,-1-1-15,0 0 16,-1 0-16,4-1 16,0 0-16,1 1 15,-3-1-15,-2 1 16,-2 1-16,1-1 15,1 0 1,1 1-16,0 0 16,-1 0-16,-3 2 15,0-1-15,-1 1 16,0 0-16,3 1 16,1 0-16,0 0 15,-3-1-15,-2 0 16,0-1-16,1 1 15,0-1 1,0 1-16,1 0 16,1-1-16,-2-1 15,1 0-15,-1-1 16,-2 0-16,-1 0 16,1 0-16,2 0 15,1 1-15,-2-1 16,-1-1-16,-2 1 15,-1-1-15,0 0 16,-2 1 0,0-1-16,-2 0 15,2 1-15,-1-1 16,0 0-16,1 1 16,0-1-16,-4 1 15,0 1-15,-2-1 16,-9 1-16,18-1 15,-18 1-15,15-2 16,-15 2 0,14-2-16,-14 2 15,12-2-15,-12 2 16,10-1-16,-10 1 16,0 0-16,14-2 15,-14 2-15,0 0 16,11-3-16,-11 3 15,0 0-15,11-3 16,-11 3 0,0 0-16,11-2 15,-11 2-15,0 0 16,13-4-16,-13 4 16,11-3-16,-11 3 15,10-3-15,-10 3 16,12-4-16,-12 4 15,11-3-15,-11 3 16,13-3 0,-13 3-16,12-4 15,-12 4-15,14-3 16,-14 3-16,16-3 16,-16 3-16,16-3 15,-16 3-15,18-4 16,-8 3-16,0-1 15,-10 2-15,17-3 16,-8 1-16,2 1 16,-1-1-1,0 0-15,1 0 16,-1 1-16,-10 1 16,14-2-16,-14 2 15,0 0-15,12-1 16,-12 1-16,0 0 15,0 0-15,0 0 16,0 0 0,0 0-16,8-8 15,-8 8-15,4-13 16,0-1-16,0-4 16,-1-3-16,-2-3 15,1-4-15,-2-6 16,0-3-16,0-1 15,0 0-15,0-1 16,0-1-16,1-5 16,0 0-16,2 0 15,1-3 1,2-5-16,1 0 16,0 0-16,1-1 15,-1 1-15,1-1 16,-1-2-16,0 3 15,1-2-15,0 2 16,-3-2-16,1 2 16,-3-1-1,0 1-15,-1 0 16,0 0-16,-2 1 16,1 1-16,-1-1 15,0 4-15,0-3 16,-1 3-16,1-1 15,-1 3-15,0 3 16,0 0 0,0 3-16,-1 2 15,1 3-15,-1 3 16,1 3-16,-1 0 16,1 3-16,-1 2 15,1 3-15,0 2 16,-1 3-16,0 4 15,1 0-15,-1 3 16,1 1 0,1 8-16,-3-9 15,3 9-15,0 0 16,-5-8-16,5 8 16,0 0-16,0 0 15,-6-8-15,6 8 16,0 0-16,0 0 15,-12-7-15,12 7 16,-21-9 0,2 2-16,-2-1 15,-2-1-15,-2 1 16,-4 1-16,-6 1 16,-7 0-16,-1 3 15,-1-1-15,0 1 16,-1 2-16,-2 0 15,1 1-15,0 0 16,-1 0-16,-3 0 16,-1 0-16,-2 0 15,0 0 1,-1 0-16,-1-1 16,1 1-16,0-1 15,1 0-15,2 0 16,1 0-16,1 2 15,0 0-15,-1 1 16,2 0-16,-1 1 16,2 0-16,2 0 15,2-1 1,0 1-16,3-1 16,4 0-16,-1 1 15,-1-1-15,1 1 16,0-1-16,2 0 15,3 1-15,-2 1 16,1-2-16,-2 1 16,2 2-16,4-1 15,-2 4 1,2-1-16,-3 2 16,1-1-16,5-1 15,2 0-15,7-2 16,1-1-16,4-1 15,3 0-15,9-3 16,-11 3-16,11-3 16,0 0-1,0 0-15,0 0 16,0 0-16,-7 7 16,7-7-16</inkml:trace>
  <inkml:trace contextRef="#ctx0" brushRef="#br5" timeOffset="176898.22">12175 7361 0,'0'0'0,"0"0"0,0 0 16,0 0-16,2 2 15,-2-2-15,0 0 16,0 0 0,9 7-16,3-3 15,10 2-15,6-4 16,2-2-16,6-2 15,2-2-15,4 1 16,2-2-16,4 1 16,-1 0-16,-1 0 15,-4 1-15,-2 2 16,-3 1 0,-2 1-16,-4 2 15,-3 0-15,-2 1 16,-5-1-16,-1 1 15,-3-1-15,-4 0 16,-3 0-16,-10-3 16,15 2-16,-15-2 15,0 0-15,10 2 16,-10-2 0,0 0-16,0 0 15,11 9-15,-4 0 16,-1 1-16,-1 1 15,0 3-15,0 2 16,0 0-16,0 1 16,1 1-16,-1 1 15,2 2-15,-1-1 16,1 2 0,-1 0-16,1 2 15,0 0-15,-1-3 16,-1-5-16,-1-1 15,0-3-15,0-1 16,-3-2-16,1-2 16,-1 0-16,-1-7 15,3 10-15,-3-10 16,2 7-16,-2-7 16,0 0-1,0 7-15,0-7 16,0 0-16,-2 7 15,2-7-15,-4 8 16,4-8-16,-16 14 16,-3-4-16,-5 0 15,-5 0-15,-1-3 16,1-1 0,-2 1-16,-3-3 15,-3 0-15,-1-1 16,4-1-16,3 0 15,0-1-15,1 1 16,1 0-16,2-1 16,4-1-16,1 0 15,1-2-15,1-1 16,0 2 0,0-1-16,2 0 15,0 1-15,4 0 16,3 0-16,11 1 15,-13-1-15,13 1 16,0 0-16,0 0 16,-10-1-16,10 1 15,0 0-15,0 0 16,0 0 0,0 0-16,0 0 15,0 0-15,0 0 16,0 0-16,-10 1 15,10-1-15,0 0 16,0 0-16,0 0 16,0 0-16,0 0 15,0 0-15,0 0 16,0 0-16,0 0 16,0 0-1,-7-8-15</inkml:trace>
  <inkml:trace contextRef="#ctx0" brushRef="#br6" timeOffset="182331.42">3575 2248 0,'0'0'0,"0"0"0,0 0 16,1 1-16,-1-1 15,5 8-15,2 1 16,2 3-16,1 3 15,2 1-15,0 0 16,1 2-16,0-1 16,-3-1-1,1-2-15,-3-2 16,-1-2-16,-2-2 16,-5-8-16,6 10 15,-6-10-15,0 0 16,0 0-16,29-7 15,18-24-15,11-19 16,5-9-16,-2-1 16,-5 1-1,-2 2-15,-6 2 16,-3 3-16,-2 4 16,-5 6-16,-7 6 15,-3 4-15,-3 5 16,-3 6-16,-4 5 15,-5 5-15,-4 5 16,-9 6-16,11-6 16,-11 6-16,0 0 15,0 0 1,0 0-16,11-4 16,-11 4-16,0 0 15,0 0-15,0 0 16,0 0-16,0 0 15,0 0-15,0 0 16,0 0-16,0 0 16</inkml:trace>
  <inkml:trace contextRef="#ctx0" brushRef="#br6" timeOffset="187514.8">2961 2193 0,'0'0'0,"0"0"0,0 0 0,0 0 15,0 1-15,0-1 16,3 17-16,0 5 16,2 6-16,1 3 15,2-1 1,-2-3-16,0-5 0,2-3 15,-3-5 1,-1-3-16,0-5 16,-4-6-16,0 0 15,17 2-15,8-20 16,27-18-16,20-28 16,5-9-16,8-10 15,3-3-15,0 0 16,-4 4-16,-7 6 15,-4 12 1,-8 8-16,-3 5 16,-6 8-16,-9 6 15,-4 6-15,-8 6 16,-4 6-16,-6 4 16,-3 3-16,-4 3 15,-5 5-15,-3 0 16,-10 4-1,9-2-15,-9 2 16,0 0-16,0 0 16,0 0-16,0 0 15,0 0-15,0 0 16,0 0-16,0 0 16,11-2-16,-11 2 15</inkml:trace>
  <inkml:trace contextRef="#ctx0" brushRef="#br6" timeOffset="191266.38">3491 2459 0,'0'0'0,"0"0"0,0 0 0,0 0 16,0 3-1,0-3-15,0 13 16,0 3-16,0 4 16,0 4-16,0 3 15,0-1-15,0 3 16,0 1-16,0 2 15,0 0-15,-1-1 16,-1 1-16,1 4 16,-1 2-16,0-1 15,0 2 1,-1 4-16,1-2 16,0 3-16,0-1 15,-1-3-15,1 0 16,0 1-16,2-1 15,0-1-15,0 0 16,2 4-16,0 0 16,2 4-16,-2 0 15,0 1 1,0 3-16,1 3 16,-1 2-16,0-3 15,0 2-15,0 1 16,-1-2-16,-1-1 15,-1 1-15,1-2 16,-2-4-16,2-4 16,-2-3-16,2 1 15,-1-2 1,0-4-16,-1-2 16,1-4-16,0-3 15,0-2-15,0-2 16,0 0-16,1-5 15,0-3-15,0-3 16,2-2-16,1-1 16,0-1-1,2 0-15,0 0 16,4 0-16,1 0 16,6 0-16,3 1 15,6-1-15,1 0 16,1 1-16,-1-2 15,0 1-15,2 0 16,4 1-16,0 0 16,3 1-1,-3-1-15,0 0 16,1 0-16,3 1 16,1-1-16,2 0 15,0 0-15,-2-3 16,-1 1-16,4 1 15,0-1-15,-1 0 16,-3 0-16,3-1 16,-1-1-16,1-1 15,-4 0 1,1 1-16,2-2 16,2 2-16,-1-1 15,0 0-15,1-2 16,0 0-16,1-2 15,-2 1-15,-2 0 16,1 0-16,0-1 16,2 0-16,-3-1 15,0 0 1,-1 0-16,0-1 16,2 0-16,-3-1 15,-4 0-15,1 1 16,0-1-16,1 0 15,2 0-15,-3-2 16,0 2-16,-3-3 16,0 2-16,-2-1 15,-3 0-15,-1 1 16,-2 0 0,-4 0-16,-4 2 15,-2 0-15,-11 2 16,14-6-16,-14 6 15,10-5-15,-10 5 16,9-15-16,-4-2 16,0-10-16,0-9 15,-1-10 1,0-9-16,0-11 16,0-9-16,1-10 15,0-9-15,2-1 16,1-1-16,4 2 15,-1 6-15,2-2 16,-1 4-16,0-1 16,-1 4-16,1 0 15,-3 1-15,-1 2 16,-1 1 0,-3 2-16,-1 6 15,-3 2-15,-4 3 16,-3 4-16,-4 4 15,-3 9-15,-4 1 16,-4 3-16,-4 2 16,-5 6-16,-7 5 15,-5 2-15,-12 5 16,-6 3 0,-5 3-16,-3 4 15,-1 4-15,1 2 16,-1 5-16,-4 1 15,-1 2-15,-4 3 16,-1 0-16,-3 3 16,-1 3-16,-3 2 15,1 2-15,-1 2 16,-4 0-16,3 1 16,-7 3-1,8-2-15,0 1 16,6-2-16,9-3 15,6 1-15,8-3 16,7-3-16,7-6 16,7-1-16,6-1 15,3-1-15,6-2 16,4 1 0,5 2-16,2 0 15,1 3-15</inkml:trace>
  <inkml:trace contextRef="#ctx0" brushRef="#br6" timeOffset="192914.22">12860 7275 0,'0'0'0,"0"0"16,-1 1-16,1-1 15,-10 10-15,4-2 16,0-1-16,6-7 16,-7 7-16,7-7 15,0 0-15,0 0 16,-2 8-16,2-8 16,29 10-1,4-5-15,9-1 16,3-2-16,4-3 15,4-1-15,3 0 16,3 1-16,-1-1 16,-4 0-16,-2 1 15,-6 0-15,-2 0 16,-4 1-16,-6 0 16,-3 1-1,-8 1-15,-5-1 16,-5 2-16,-1-1 15,-12-2-15,15 8 16,-15-8-16,11 9 16,-5-1-16,1 3 15,-1 2-15,-1 2 16,-1 3-16,0 0 16,-1 3-16,-1 2 15,0 3 1,1 5-16,-1 2 15,0 2-15,0 1 16,2-3-16,0 1 16,4-1-16,-2-1 15,1 0-15,-1-5 16,-2-5-16,1-3 16,-3-6-16,1-2 15,-1-4 1,-2-7-16,2 10 15,-2-10-15,0 0 16,1 7-16,-1-7 16,0 0-16,0 0 15,-10 8-15,-5-1 16,-7-1-16,-9 0 16,-4-3-1,-2-2-15,-3-1 16,3-2-16,2 0 15,1-1-15,3 1 16,1 0-16,0-1 16,1 0-16,-1 0 15,-1 0-15,-5 0 16,-1-3-16,1 2 16,0 0-1,2 0-15,0 0 16,1 0-16,4 1 15,7 1-15,6 1 16,6 0-16,10 1 16,-12 0-16,12 0 15,0 0-15,0 0 16,0 0-16,0 0 16,0 0-16,-10-9 15</inkml:trace>
  <inkml:trace contextRef="#ctx0" brushRef="#br6" timeOffset="197230.88">10260 5730 0,'0'0'0,"-4"-5"15,-3-2-15,-18-10 16,-17-3-16,-10 5 16,-4 5-16,-6 7 15,-7 6-15,-3 5 16,-4 8-16,0 6 15,-3 12-15,-3 5 16,1 8 0,-1 9-16,5 5 15,7 5-15,7 8 16,9 0-16,8 3 16,10-1-16,7 0 15,8 2-15,7 1 16,10-4-16,9 0 15,9-5-15,10-3 16,3-3-16,12-3 16,9-5-1,7-4-15,13-3 16,3-6-16,10-5 16,5-8-16,5-6 15,1-7-15,-1-7 16,0-9-16,-3-7 15,-5-9-15,-5-7 16,-7-6 0,-9-11-16,-6-7 15,-9-5-15,-9-9 16,-5-8-16,-6-11 16,-1-7-16,-9-6 15,-5 4-15,-5-1 16,-8 4-16,-7-8 15,-5 2-15,-9 1 16,-2 4-16,-4 8 16,-8 2-1,-3 5-15,-2 8 16,-5 6-16,-1 11 16,-7 9-16,-2 9 15,-9 11-15,-4 7 16,-4 14-16,1 8 15,9 11-15,8 11 16,13 1-16,9 9 16,15 7-1,16 7-15</inkml:trace>
  <inkml:trace contextRef="#ctx0" brushRef="#br6" timeOffset="198765.36">14371 7264 0,'0'0'0,"0"0"16,3 0-16,-3 0 15,26 0-15,4 1 16,10 1 0,3 1-16,-1 2 15,-3-1-15,-5 2 16,-6-2-16,-5 1 15,-5 0-15,-4-1 16,-3 2-16,-3 1 16,-2 2-16,-3 2 15,-4 4-15,-6 5 16,-6 4 0,-7 3-16,-3-3 15,1-4-15,0-3 16,2-2-16,2-3 15,5-4-15,13-8 16,-16 9-16,16-9 16,0 0-16,0 0 15,0 0-15,-3 7 16,16-1 0,11 3-16,4 2 15,1 1-15,0-1 16,-2-1-16,-5-1 15,-3 1-15,-4-1 16,-2 1-16,-1 3 16,-3 0-16,-3 0 15,-3-2-15,-3 0 16,-4 4 0,-7 0-16,-6 0 15,-6-2-15,-7-3 16,-8-4-16,-7-4 15,-5-4-15,-1-5 16,4-5-16,5 2 16,5-2-16,8 1 15,7 2-15,3-3 16,5 1 0</inkml:trace>
  <inkml:trace contextRef="#ctx0" brushRef="#br6" timeOffset="199848.52">14870 7115 0,'0'0'0,"0"0"16,0 0-16,-3 0 16,3 0-1,-23-9-15,-4 0 16,-10-3-16,-2-2 15,0 1-15,0 0 16,-1 0-16,-3 1 16,-2 4-16,-5 3 15,4 5-15,-1 3 16,1 3-16,2 3 16,5 0-1,2 3-15,4 2 16,-2 3-16,4 2 15,5 4-15,2 1 16,3 7-16,2 1 16,3 2-16,5 3 15,1 0-15,3 5 16,5 5 0,3 1-16,3 2 15,7 1-15,4 2 16,5 2-16,6-3 15,5-2-15,4 2 16,3-3-16,4-4 16,3-4-16,3-7 15,3-6-15,4-5 16,5-7 0,4-5-16,1-5 15,-1-6-15,5-6 16,-1-3-16,0-4 15,-3-6-15,-7 2 16,-6-7-16,-8 0 16,-4-2-16,-1-2 15,-7 0 1,-1 0-16,-6-1 0,-5 4 16,-5-4-1,-3-3-15,-5-6 16,-8-6-16,-10-5 15,-13-11-15,-11-5 16,-17-4-16,-6 1 16,-6 8-16,-3 7 15,4 8-15,1 12 16,0 6-16,9 5 16,8 8-1,7 4-15,10 5 16,6 3-16,4 1 15,7 1-15,11 0 16,-12 1-16,12-1 16,0 0-16,0 0 15,0 0-15,0 0 16,0 0-16,0 0 16,0 0-16,0 0 15,0 0 1,0 0-16,0 0 15,0 0-15,0 0 16,-9 1-16</inkml:trace>
  <inkml:trace contextRef="#ctx0" brushRef="#br6" timeOffset="-200582.21">8438 2505 0,'0'0'0,"0"0"0,0 0 16,0 5-16,-1 5 15,0 8-15,0 12 16,-1 8-16,-3 6 15,-4 4-15,-1 1 16,-1 0-16,0 1 16,-1-1-16,1-3 15,1-1 1,0-3-16,1-5 16,1-1-16,1-5 15,1-5-15,0-7 16,1-6-16</inkml:trace>
  <inkml:trace contextRef="#ctx0" brushRef="#br6" timeOffset="-199815.93">8347 2516 0,'0'0'0,"0"-2"0,0 2 16,13-16-16,10-3 15,16-3-15,8 3 16,7 3-16,6 3 15,4 4-15,1 1 16,-1 3-16,-2 0 16,-5 0-16,-3 1 15,-4 2-15,-7 2 16,-5 2 0,-6 1-16,-4 3 15,-5 2-15,-5 2 16,-2 0-16,-3 3 15,-1 2-15,-2 3 16,-1 5-16,-2 1 16,-2 4-16,-1-1 15,-1 3-15,-1-1 16,0 1 0,-2 3-16,1 0 15,0 1-15,0-3 16,-1-3-16,1 0 15,-1-2-15,1 0 16,-1-1-16,-1-2 16,-3-2-16,-3-3 15,-2-2-15,-4 1 16,-7-2-16,-11 1 16,-11-2-1,-13-1-15,-6-2 16,-6-3-16,-3-1 15,-1 0-15,0-1 16,-1 0-16,2-1 16,0 1-16,4 0 15,5-1 1,8-1-16,7-1 16,8 0-16,6-2 15,6 0-15,3-2 16,5-1-16,2-2 15</inkml:trace>
  <inkml:trace contextRef="#ctx0" brushRef="#br6" timeOffset="-196782.66">2208 2640 0,'0'0'0,"0"0"16,0 0-16,-1 2 16,1-2-16,0 0 15,-5 16-15,-2 8 16,-2 12-16,0 8 16,0 8-16,1 3 15,2 5-15,1 2 16,0 0-1,0 5-15,1 2 16,0 1-16,-1 2 16,1 5-16,-1 3 15,1 3-15,-2-1 16,-2 2-16,0-5 16,-1-5-16,-1-4 15,1-9-15,1-3 16,0-7-16,2-5 15,0-9-15,2-5 16,0-6 0,2-6-16,1-6 15,0-4-15,0-4 16,1-6-16,0 8 16,0-8-16,0 0 15,0 7-15,0-7 16,0 0-16,0 0 15,0 0 1,0 0-16,0 0 16,2-13-16</inkml:trace>
  <inkml:trace contextRef="#ctx0" brushRef="#br6" timeOffset="-195549.34">10170 2610 0,'0'0'0,"0"0"16,0 0-16,0 0 15,0 0-15,0 0 16,0 1 0,0-1-16,-2 17 15,-1 5-15,-1 9 16,0 5-16,-1 6 16,0 3-16,-1 3 15,2 0-15,-2 4 16,3-1-16,1 1 15,2 1-15,2-3 16,0 1 0,2-4-16,-2-3 15,0-6-15,-1-5 16,1-7-16,-2-6 16,1-7-16,-1-4 15,0-9-15,0 6 16,0-6-16,-1-9 15</inkml:trace>
  <inkml:trace contextRef="#ctx0" brushRef="#br6" timeOffset="-194649.33">10108 2748 0,'0'0'0,"0"0"0,0 0 15,0 0-15,0 0 16,0 0-16,0 0 16,2 0-16,16 0 15,33 0-15,28-1 16,8-5-16,4-4 15,5-1-15,-3-1 16,-6 2-16,-6 0 16,-9 1-1,-9 2-15,-5 0 16,-9 3-16,-8 4 16,-6 4-16,-8 2 15,-5 3-15,-5 1 16,0 2-16,-2 2 15,0 1-15,-2 1 16,-2 0-16,0 3 16,0 3-1,0 4-15,-2 1 16,-2-1-16,-1 1 16,-1 0-16,0 4 15,-1 0-15,1 0 16,-1 1-16,0-2 15,-1-3-15,-1-4 16,1-3-16,-1-1 16,0-4-1,-1-1-15,0-3 16,-1-3-16,1-1 16,-1-7-16,2 9 15,-2-9-15,0 0 16,0 8-16,0-8 15,0 0-15,-10 8 16,-14-3-16,-24 0 16,-16-2-1,-7-6-15,-7 0 16,-8-1-16,3 1 16,-3 0-16,8 1 15,9 0-15,3 2 16,8 2-16,3 1 15,1 2-15,7 0 16,5 0 0,2-1-16,7-1 15,3 1-15,2-1 16,-1 1-16,3 0 16,3-1-16,4 1 15,3-2-15,4 0 16,12-2-16,-13 4 15,13-4-15,0 0 16,0 0-16,0 0 16,0 0-1,0 0-15</inkml:trace>
  <inkml:trace contextRef="#ctx0" brushRef="#br6" timeOffset="-187182.51">3917 4776 0,'0'0'0,"0"0"15,0-2-15,0 2 16,0-15-16,0 3 16,1-2-16,1-4 15,2-2-15,3-4 16,-2-3-16,3-5 16,-4-2-16,-2-5 15,-1-5 1,-1-1-16,-1-6 15,-3-4-15,3 1 16,-1-4-16,-1 0 16,1 0-16,-1-4 15,2 4-15,1-5 16,1 2-16,1-2 16,2-2-16,0-2 15,2-1-15,1-3 16,0 1-16,3 0 15,1-1 1,-2 4-16,1-2 16,-2 4-16,0 1 15,-1 1-15,-4 5 16,-1 1-16,-2 4 16,-3 4-16,1 1 15,-3 1-15,0 3 16,-2 3-16,-1 3 15,-3 3 1,-1 0-16,-3 3 16,-1 1-16,0 4 15,-3 4-15,-2 2 16,-4 0-16,-4 3 16,0 5-16,2 3 15,-2 7-15,-1 3 16,-4 7-1,-1 5-15,-2 7 16,1 6-16,1 7 16,1 6-16,2 4 15,1 3-15,4 3 16,5 0-16,2 5 16,5-1-16,1 1 15,2 1-15,2-1 16,2 2-1,1 0-15,2 0 16,-1 1-16,3 0 16,0 5-16,1 0 15,3 1-15,2 2 16,0-1-16,1-4 16,2 4-16,3-2 15,1 1-15,1 2 16,1-3-1,1-1-15,-1 3 16,1-3-16,0 0 16,-1-2-16,0-1 15,1-5-15,-1 1 16,-1-4-16,-2-6 16,2-2-16,-2-3 15,2-3-15,-2-6 16,1-3-16,0 1 15,-1-4 1,2-1-16,2-3 16,1 0-16,3-2 15,2 0-15,-1-4 16,0 0-16,-1-3 16,0 1-16,1-2 15,0-1-15,1 0 16,0-2-16,1-1 15,-1-2 1,-1 0-16,0-1 16,-4 0-16,-1-1 15,-13-1-15,17 1 16,-17-1-16,10 0 16,-10 0-16,0 0 15,0 0-15,0 0 16,10 0-16,-10 0 15,0 0 1,0 0-16,0 0 16,0 0-16,0 0 15,0 0-15,0 0 16,0 0-16,0 0 16,0 0-16,0 0 15,0 0-15,0 0 16,0 0-16,0 0 15,0 0 1,0 0-16,0 0 16,0 0-16,0 0 15,0 0-15,0 0 16,0 0-16,0 0 16,1 6-16,-1-6 15,0 0-15,0 0 16,0 0-16,0 0 15,0 0 1,0 0-16,0 0 16,0 0-16,0 0 15,0 0-15,0 0 16,0 0-16,0 0 16,0 0-16,0 0 15,0 0-15,0 0 16,0 0-16,0 0 15,0 0 1,0 0-16,0 0 16,0 0-16,0 0 15,0 0-15,0 0 16,0 0-16,0 0 16,0 0-16,0 0 15,0 0-15,0 0 16,0 0-16,0 7 15,0-7 1,0 0-16,0 0 16,0 0-16,0 0 15,0 0-15,0 0 16,0 0-16,0 0 16,0 0-16,0 0 15,0 0-15,0 0 16,0 0-16,0 0 15,0 0-15,0 0 16,0 0 0,0 0-16,0 0 15,0 0-15,0 0 16,0 0-16,0 0 16,0 0-16,0 0 15,0 0-15,0 0 16,0 0-16,0 0 15,0 0-15,0 6 16,0-6 0,0 0-16,0 0 15,0 0-15,0 0 16,0 0-16,0 0 16,0 0-16,0 0 15,0 0-15,0 0 16,0 0-16,0 0 15,0 0-15,0 0 16,0 0 0,0 0-16,0 0 15,0 0-15,0 0 16,0 0-16,0 0 16,0 0-16,0 0 15,0 0-15,0 0 16,0 0-16,0 0 15,0 0-15,0 0 16,0 0 0,0 0-16,0 0 15,0 0-15,0 0 16,0 0-16,0 0 16,0 0-16,0 0 15,0 0-15,0 0 16,0 0-16,0 0 15,0 0 1,0 0-16,0 0 16,0 0-16,0 0 15,0 0-15,0 0 16,0 0-16,0 0 16,0 0-16,0 0 15,0 0-15,0 0 16,0 0-16,0 0 15,0 0-15,0 0 16,0 0 0,0 0-16,0 0 15,0 0-15,0 0 16,0 0-16,0 0 16,0 0-16,0 0 15,0 0-15,0 0 16,0 0-16,0 0 15,0 0-15,0 0 16,0 0 0,0 0-16,0 0 15,0 0-15,0 0 16,0 0-16,0 0 16,0 0-16,0 0 15,0 0-15,0 0 16,0 0-16,0 0 15,0 0-15,0 0 16,0 0-16,0 0 16,0 0-1,0 0-15,0 0 16,0 0-16,0 0 16,0 0-16,0 0 15,0 0-15,0 0 16,0 0-16,0 0 15,0 0-15,0 0 16,0 0-16,0 0 16,0 0-1,0 0-15,0 0 16,0 0-16,0 0 16,0 0-16,0 0 15,0 0-15,0 0 16,0 0-16,0 0 15,0 0-15,0 0 16,0 0-16,0 0 16,0 0-1,0 0-15,0 0 16,0 0-16,0 0 16,0 0-16,0 0 15,0 0-15,0 0 16,0 0-16,0 0 15,10-7-15</inkml:trace>
  <inkml:trace contextRef="#ctx0" brushRef="#br6" timeOffset="-182799.57">10148 2753 0,'0'0'0,"0"0"0,0 0 16,0 0-16,8-1 15,12-1-15,20-3 16,15-2-16,0-1 16,3-1-16,1-1 15,0 0-15,7-1 16,-1 0-16,-4 0 16,3 0-16,-8 2 15,-4 3 1,-3 1-16,-6 5 15,-2 1-15,-3 2 16,-8-1-16,-4 2 16,-8-1-16,-4 3 15,-1-1-15,-3 1 16,-1 1-16,-1 1 16,0 1-16,1 5 15,1 2-15,2 5 16,0 6-1,0 5-15,2 5 16,-1 2-16,0-2 16,1 4-16,0 3 15,-2 1-15,-1 3 16,-1-2-16,-2-2 16,-1 1-1,0-5-15,-2-4 0,-1-6 16,-1-4-1,0-5-15,-2-5 16,0-3-16,-1-5 16,0-2-16,0-6 15,-1 8-15,1-8 16,0 0-16,-4 8 16,-6-7-16,-20 0 15,-28-6-15,-19-4 16,-1-1-1,-4 1-15,-4-2 16,0 1-16,0 1 16,5 4-16,7 2 15,5 4-15,5 1 16,4-1-16,6 1 16,7-1-16,10-1 15,7 0-15,9 0 16,5 0-1,4-1-15,12 1 16,-12-2-16,12 2 16,0 0-16,0 0 15,-11-3-15,11 3 16,0 0-16,0 0 16,0 0-16,0 0 15,0 0-15,0 0 16,0 0-1,0 0-15,0 0 16,-18-10-16</inkml:trace>
  <inkml:trace contextRef="#ctx0" brushRef="#br6" timeOffset="-181915.61">2463 2779 0,'0'0'0,"0"0"15,0 0-15,0 0 16,0 0-16,0 1 16,0-1-16,0 0 15,0 0-15,0 0 16,0 0-16,0 0 15,0 0 1,0 0-16,0 9 16,0-9-16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05T10:42:02.00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10889 2045 0,'0'0'0,"0"0"0,0 0 0,0 0 16,0 2-16,0-2 15,0 0-15,0 0 16,15 8-16,-15-8 15,20 10-15,-5-5 16,3-2-16,7 0 16,6-6-1,7-5-15,5-4 0,5-7 16,2-1 0,5-4-16,0 1 15,-2 2-15,-3-1 16,-2 3-16,-7 1 15,-8 4-15,-5 3 16,-5 1 0,-5 3-16,-2 2 0,-4 0 15,-12 5 1,18-3-16,-18 3 16,11-1-16,-11 1 15,0 0-15,0 0 16,11 2-16,-11-2 15,0 0-15,0 0 16,0 0-16,0 0 16,0 0-16,8 6 15,-8-6-15,0 0 16,0 0 0,0 0-16,0 0 15,0 0-15,0 0 16,0 0-16,0 0 15,0 0-15,0 0 16,0 0-16,0 0 16,0 0-16,0 0 15,0 0-15,0 0 16,0 0 0,0 0-16,0 0 15,0 0-15,0 0 16,0 0-16,0 0 15,0 0-15,0 0 16</inkml:trace>
  <inkml:trace contextRef="#ctx0" brushRef="#br0" timeOffset="2083.92">11257 2775 0,'0'0'0,"0"0"0,0 0 16,0 0-16,0 0 15,1 3-15,-1-3 16,4 8-16,0-1 16,-1 0-1,1 0-15,-4-7 16,7 11-16,-7-11 15,6 7-15,-6-7 16,0 0-16,11 7 16,-11-7-16,22 1 15,1-6-15,8-5 16,6-4-16,7-4 16,0-2-16,3-1 15,-1-2 1,-2-1-16,0 0 15,1-2-15,-1 1 16,-1 0-16,-2 1 16,-8 4-16,-5 3 15,-5 2-15,0 2 16,0-1-16,-1 1 16,-3 1-1,-6 4-15,-3 2 16,-10 6-16,10-6 15,-10 6-15,0 0 16,0 0-16,0 0 16,10-6-16,-10 6 15,0 0-15,0 0 16,0 0-16,0 0 16,0 0-1,0 0-15,0 0 16</inkml:trace>
  <inkml:trace contextRef="#ctx0" brushRef="#br0" timeOffset="-71399.9">7417 3632 0,'0'0'0,"0"0"0,0 0 16,0-3-16,0 3 16,10-22-16,17-13 15,25-10 1,14-6-16,20 0 15,13-2-15,14 0 16,9 1-16,5 6 16,5 2-16,1 7 15,3 4-15,2 5 16,9 8-16,2 6 16,10 7-1,-8 4-15,8 3 16,-4 3-16,9 3 15,-4 1-15,-1 2 16,-9 0-16,-3-1 16,-5 0-16,-8-1 15,-6 2-15,-8-1 16,-12 0-16,-3 3 16,-13 1-1,-4 1-15,-11-1 0,-9 2 16,-11-1-1,-10-1-15,-7-1 16,-11-3-16,-7-2 16,-8-1-16,-4-1 15,-10-4-15,0 0 16,10 5-16,-10-5 16,0 0-16,0 0 15,0 0 1,0 0-16,-24-4 15,-2-5-15,-3-3 16,-1-3-16,-1-2 16,2-1-16,3 0 15,2-1-15,5 1 16,4 1-16,1 2 16,6 4-16,2 3 15,2 1 1,4 7-16,-4-7 15,4 7-15,0 0 16,0 0-16,15-7 16,8 7-16,9 7 15,3 4-15,-1 3 16,2 3-16,3 3 16,0 2-1,0 1-15,-5 0 16,-3-1-16,-4-2 15,-6 0-15,-4-2 16,-5-2-16,-4 0 16,-3 0-16,-6 1 15,-7 2-15,-10 2 16,-10 3-16,-11 2 16,-5-2-16,1-4 15,0-1-15,5-7 16</inkml:trace>
  <inkml:trace contextRef="#ctx0" brushRef="#br0" timeOffset="-70433.21">3684 5370 0,'0'0'0,"0"0"0,0 0 15,0 0 1,0 0-16,0 0 15,0 0-15,8 4 16,7 3-16,10 4 16,7-2-16,8-3 15,3-5-15,4-1 16,3-3-16,-1-1 16,2-2-16,3-1 15,2-1-15,1-3 16,4-2-1,-2 0-15,2 0 16,0 0-16,-2-1 16,0 1-16,-2 0 15,-6 1-15,-2 2 16,-7 1-16,-5 2 16,-9 1-16,-5 1 15,-5 2-15,-4 0 16,-3 2-1,-11 1-15,12-2 16,-12 2-16,0 0 16,0 0-16,0 0 15,0 0-15,0 0 16,0 0-16,11 5 16</inkml:trace>
  <inkml:trace contextRef="#ctx0" brushRef="#br0" timeOffset="-69517.11">5263 5423 0,'0'0'0,"4"1"16,-4-1-16,32 2 15,13-4-15,15 0 16,6-3-16,7 0 15,6-1-15,1-2 16,6 0 0,1-1-16,4 0 15,0-1-15,3 0 16,-3 0-16,4-1 16,-5 0-16,1-1 15,-4 1-15,-3 1 16,-9 1-16,-7 1 15,-7 0-15,-7 2 16,-11 2 0,-8-1-16,-7 2 15,-7 2-15,-5-1 16,-5 1-16,-11 1 16,11 0-16,-11 0 15,0 0-15,0 0 16</inkml:trace>
  <inkml:trace contextRef="#ctx0" brushRef="#br0" timeOffset="-67933.19">7482 5320 0,'0'0'0,"0"0"0,0 0 16,0 0-16,0 0 15,0 0-15,0 0 16,0 0-16,0 0 15,3 0-15,-3 0 16,27 2 0,4 1-16,13 0 15,6-2-15,6-1 16,2-1-16,3 0 16,6-3-16,0 1 15,2 0-15,3-1 16,-4 1-16,0-1 15,3 1-15,-4 0 16,3 0 0,-3-1-16,1 1 15,-2 1-15,0 3 16,-4 1-16,-1-1 16,-3 2-16,-1 0 15,-2 1-15,0 0 16,-2-1-16,0 0 15,-2 1-15,0-1 16,0-1 0,-3 2-16,-1-1 15,-5-1-15,-1-1 16,-3 1-16,-5 1 16,-4-2-16,-4 1 15,-4-1-15,-3 0 16,-2 0-16,-3 0 15,-4-1-15,-9 0 16,12 1-16,-12-1 16,0 0-1,0 0-15,10 1 16,-10-1-16,0 0 16,0 0-16,0 0 15,0 0-15,0 0 16,0 0-16,0 0 15,0 0-15,0 0 16,0 0 0,0 0-16,0 0 15,0 0-15,0 0 16,0 0-16,0 0 16,0 0-16,0 0 15,0 0-15,0 0 16,0 0-16,0 0 15,0 0-15,0 0 16,0 0-16,0 0 16,0 0-16,0 0 15,0 0 1,0 0-16,0 0 16,0 0-16,0 0 15,0 0-15,0 0 16,0 0-16,0 0 15,0 0-15,0 0 16,0 0-16,0 0 16,0 0-1,0 0-15,0 0 16,0 0-16,0 0 16,0 0-16</inkml:trace>
  <inkml:trace contextRef="#ctx0" brushRef="#br0" timeOffset="30582.22">12833 2795 0,'0'0'0,"-2"-3"0,2 3 0,-7-6 15,7 6-15,-16-12 16,-1 7 0,-14 7-16,-11 4 15,-12 7-15,-3 6 16,-4 4-16,3 3 16,3 4-16,4 4 15,8 0-15,5 2 16,5 2-16,7 2 15,5 4-15,8 0 16,10 2-16,7-1 16,12-3-1,6-4-15,4-8 16,9-8-16,1-5 16,3-5-16,-1-7 15,-1-3-15,0-7 16,0-2-16,-5 0 15,-3 0-15,-3 1 16,-2 1-16,-3 0 16,-5 1-16,-2 3 15,-3 2 1,-11-1-16,16 13 16,-12 4-16,1 9 15,-4 6-15,-5 11 16,-3 6-16,-5 3 15,-2 2-15,-1-1 16,1-2-16,0-4 16,3-4-1,-1-4-15,3-3 16,3-7-16,3-2 16,1-6-16,3-11 15</inkml:trace>
  <inkml:trace contextRef="#ctx0" brushRef="#br0" timeOffset="31098.98">12981 3430 0,'0'0'0,"0"0"0,0 0 16,0 0-1,0 0-15,2 0 16,-2 0-16,0 0 16,8 9-16,-8-9 15,5 7-15,-5-7 16,0 0-16,5 7 15,-5-7-15,0 0 16,0 0-16,0 0 16,0 0-16,0 0 15,0 0 1,0 0-16,0 0 16,0 0-16,0 0 15,0 0-15,0 0 16,0 0-16,0 0 15,6 7-15,-6-7 16,0 0-16,0 0 16,0 0-16,0 0 15,0 0 1,0 0-16,0 0 16,0 0-16,0 0 15,0 0-15</inkml:trace>
  <inkml:trace contextRef="#ctx0" brushRef="#br0" timeOffset="31981.76">12904 1471 0,'0'0'0,"0"0"0,0 3 16,3 9-16,4 22 15,1 21-15,-4 12 16,-3 7-16,-2 8 15,-2 4-15,-1 0 16,1-6-16,1-6 16,0-14-16,0-10 15,1-14 1,1-11-16,0-10 16,0-7-16,0-8 15,0 0-15,0 0 16,0 0-16,3-24 15,-3-10-15,-2-8 16,-1-3-16,0 2 16,-2 5-16,2 6 15,2 3-15,0 5 16,3 2 0,11-1-16,7-1 15,14-3-15,11 0 16,10 1-16,6 0 15,2 0-15,0-1 16,-6 5-16,-5-1 16,-11-2-16,-13 3 15,-11 4-15,-6 2 16,-5 4 0,-3 3-16,-3 9 15,1-9-15,-1 9 16,0 0-16,0 0 15,-16 5-15,3 9 16,-2 8-16,3 4 16,2 10-16,3 8 15,2 8-15,4 7 16,2-1 0,2 6-16,0 1 15,1-6-15,0-6 16,0-10-16</inkml:trace>
  <inkml:trace contextRef="#ctx0" brushRef="#br0" timeOffset="32564.7">13696 1805 0,'0'0'0,"0"0"0,1 1 16,-1-1-16,4 12 16,3 5-16,-1 14 15,-6 17 1,-3 9-16,-4 3 16,-3 3-16,0-6 15,-2-5-15,4-12 16,1-11-16,2-13 15,3-6-15,2-10 16,0 0-16,0 0 16,-20-13-16,1-23 15,0-14-15,2-9 16,7-42 15,8-10-31,11 12 16,10 16-16,-3 41 15,11-6-15,3 5 16,7 3-16,6 2 16,-2 10-16,8 5 15,0 12-15,6 13 16,1 5-16,-11 6 16,-2 7-1,-15 0-15,-10 2 16,-6-3-16,-7 3 15,-9-1-15,-7-2 16,-14 7-16,-7 0 16,-3 1-16,3-8 15,0-4-15,8-9 16,6-3-16,9-3 16</inkml:trace>
  <inkml:trace contextRef="#ctx0" brushRef="#br0" timeOffset="32831.54">14435 1580 0,'0'0'0,"3"-3"0,-3 3 15,40-16-15,16 7 16,2 3-16,-4 4 16,-8 3-16,-7 1 15,-5 0-15,-5 0 16,-4-1 0,-6 0-16,-4-3 15,-4-5-15</inkml:trace>
  <inkml:trace contextRef="#ctx0" brushRef="#br0" timeOffset="33081.67">14722 1484 0,'0'0'0,"0"0"0,-1 3 16,-1 6-1,-2 10-15,0 9 16,-3 3-16,1 0 15,0-1-15,0-1 16,1 3-16,-2 2 16,3-1-16,4 2 15,5 2-15,4 1 16,2 3-16,2 1 16,0 1-1</inkml:trace>
  <inkml:trace contextRef="#ctx0" brushRef="#br0" timeOffset="33914.91">13104 2463 0,'0'0'0,"-8"2"16,-6 1-16,-14 3 16,-3 2-1,7-1-15,8-3 0,5-2 16,11-2-1,-9 3-15,9-3 16,0 0-16,0 0 16,28-12-16,38-5 15,29-7-15,12 16 16,16-7-16,7 7 16,5-3-16,3 1 15,1 0 1,10-2-16,-6 2 15,-4-1-15,-15 4 16,-15-1-16,-6 4 16,-13 0-16,-5 4 15,-15 0-15,-6 0 16,-9 0-16,-5 0 16,-8 0-1,-7 0-15,-7 1 16,-8 0-16,-7-1 15,-3 2-15,-10-2 16,11 1-16,-11-1 16,0 0-16,0 0 15,0 0-15,0 0 16,0 0-16,0 0 16,0 0-1,0 0-15,0 0 16,0 0-16,0 0 15,10 4-15,-10-4 16,0 0-16,0 0 16,0 0-16,0 0 15,0 0-15,0 0 16,0 0-16,0 0 16,0 0-16,0 0 15,0 0 1,0 0-16,0 0 15,0 0-15,0 0 16,0 0-16,0 0 16,0 0-16,0 0 15,0 0-15</inkml:trace>
  <inkml:trace contextRef="#ctx0" brushRef="#br0" timeOffset="35531.82">12942 3373 0,'0'0'0,"0"-2"15,0 2-15,0 0 16,0 0-1,0 0-15,0 0 16,10-1-16,4 6 16,10 5-16,1 6 15,7 12-15,-1 3 16,0-1-16,3 7 16,-5-6-16,-3-1 15,0-2-15,-6-6 16,-2-2-1,1 1-15,1 0 16,-3 1-16,-5-7 16,-5-3-16,-4-3 15,-3-2-15,-4 2 16,-8 3-16,-9 3 16,-11-8-16,-2-3 15,1-6-15,3-4 16,7-1-16,3-4 15,3-7 1,5 3-16,4-8 16,8 0-16,6-7 15,8-5-15,7-1 16,6-9-16,1-1 16,-2 2-16,-4 9 15,-4 9-15,-3 8 16,-1 6-16,-4 3 15,-4 3 1,-6 6-16,0 0 16,9-7-16</inkml:trace>
  <inkml:trace contextRef="#ctx0" brushRef="#br0" timeOffset="35832.28">13611 3483 0,'0'0'0,"0"-2"0,0 2 0,0 0 0,0 0 15,2 13-15,2 13 16,-2 1-16,-2-8 15,0-2 1,0 7-16,0 1 16,0 2-16,0-14 15,0-4-15,0-9 16,0 9-16,1-1 16</inkml:trace>
  <inkml:trace contextRef="#ctx0" brushRef="#br0" timeOffset="36082.21">13680 3280 0,'0'0'0,"0"0"15,0 0-15,0-2 16,0 2-16,0 0 15,0 0 1,0 0-16,0 0 16,0 0-16,7 12 15,-2-4-15,1 3 16,-2-3-16</inkml:trace>
  <inkml:trace contextRef="#ctx0" brushRef="#br0" timeOffset="36765.06">14127 3620 0,'0'0'0,"0"0"16,0-1-16,0 1 16,0 0-16,12-12 15,-5 4-15,1-4 16,-3 1-16,-1 0 15,-6-3 1,-9-6-16,-4-4 16,-5 7-16,-3 10 15,0 0-15,-2 7 16,-4 0-16,2 5 16,0 4-16,2 2 15,4 3-15,-1 8 16,6 11-16,1 4 15,6 3 1,6-16-16,4-1 16,6 0-16,6 4 15,2-5-15,9-12 16,7-6-16,9-6 16,0-2-16,-2-9 15,-5-11-15,1-10 16,2-11-16,-13-3 15,-1-8 1,-3 0-16,-9-4 16,0 2-16,-7 0 15,-1 7-15,-2 11 16,-2 11-16,0 7 16,1 7-16,0 5 15,1 5-15,0 5 16,0 0-16,0 0 15,0 0-15,-9 8 16,-5 17 0,-5 11-16,7 9 15,3 6-15,3 7 16,7 2-16,2-3 16,7-3-16,2-15 15,12 1-15,10-4 16,4-8-16,12-13 15,13-25-15</inkml:trace>
  <inkml:trace contextRef="#ctx0" brushRef="#br0" timeOffset="37664.99">12716 4554 0,'0'3'0,"0"-3"16,3 9 0,-3-9-16,0 0 15,0 7-15,-2 9 16,-1 16-16,2 8 16,1-13-16,0-1 15,1 7-15,2 0 16,-1 10-16,0-10 15,0-11-15,-1-5 16,-1-17 15</inkml:trace>
  <inkml:trace contextRef="#ctx0" brushRef="#br0" timeOffset="38265.65">12594 4557 0,'0'0'0,"0"0"16,0 0-16,-1 1 16,1-1-1,0 0-15,0 0 16,0 0-16,11-9 16,15-6-16,19-9 15,6 12-15,3 3 16,0-1-16,-4 3 15,-7 1-15,-7 5 16,-7 5-16,-7-1 16,-6-1-16,-5 1 15,-11-3 1,12 13-16,-13 5 16,-10 6-16,-15 19 15,-5-3-15,-5-1 16,7-11-16,9-15 15,3-2-15,4-3 16,3-1-16,10-7 16,-10 13-1,10-13-15,3 6 16,14 10-16,14 10 16,17 8-16,-2-4 15,-2-8-15,-3-8 16,-4-3-16,-7-4 15,-5 0-15,-6-2 16,-19-5-16,17 4 16,-17-4-1,0 0-15,0 0 16,-38 15-16,-5-9 16,3 3-16,-3-1 15,1 0-15,5 0 16,6-1-16,11-2 15,6-2-15,14-3 16,-11 1-16</inkml:trace>
  <inkml:trace contextRef="#ctx0" brushRef="#br0" timeOffset="39449.14">13480 4795 0,'0'0'0,"0"0"16,0-4-16,0 4 15,0-11 1,-1 5-16,1 6 16,0 0-16,-11 5 15,-7 22-15,3-1 16,8-12-16,2-5 15,5-9-15,-4 11 16,4-11-16,3 10 16,-3-10-16,25-1 15,-1-3 1,3-11-16,-3 5 16,-4 1-16,1-1 15,2-1-15,1 1 16,-1 5-16,9 15 15,4-2-15,0 1 16,2-3-16,-2-6 16,3-18-16,0-11 15,-2 2 1,-3-6-16,-12 12 16,-3 2-16,-3 2 15,-4 6-15,-3 0 16,-5 1-16,-4 10 15,4-8-15,-4 8 16,11 7-16,3 5 16,4 8-16,5 8 15,2 9 1,-2-5-16,-3-2 16,6-10-16,7-12 15,1-5-15,3-6 16,-1-4-16,-4-2 15,-6-1-15,-3-2 16,-6 2-16,-6 4 16,-11 6-16,10-6 15,-10 6 1,0 0-16,10 5 16,-3 5-16,0 6 15,-1 10-15,0 3 16,-1 9-16,0 4 15,-1 2-15,0 0 16,0 2-16,1 2 16,-1 19 15,-3-2-31,-1-11 16,-1-16-16,1-21 15,-2-8-15,2-9 16,-9 10-16,9-10 15,-19 9-15,1-5 16,-11-2-16,-5-6 16,5-8-16,5-1 15,11-4-15,3-14 16,7-9 0,11-12-16,12-1 15,19-3-15,4-3 16,8 7-16,-3 6 15,-3 8-15,-1 6 16,-1 4-16,-7 8 16,-5 4-16,-8 7 15,-8 3-15,-4 4 16,-11 2 0,10-2-16,-10 2 15,0 0-15,0 0 16,0 0-16,0 0 15,0 0-15,0 0 16,0 0-16,0 0 16,0 0-16,0 0 15,0 0-15,-3-12 16</inkml:trace>
  <inkml:trace contextRef="#ctx0" brushRef="#br0" timeOffset="40614.78">12765 5718 0,'0'0'0,"0"0"0,-2 0 15,2 0-15,0 0 16,-9 11-16,-3 10 16,-4 24-16,1 10 15,3-2-15,3 4 16,4-10-16,4-7 16,2-9-1,1-12-15,-2-19 31,0 0-31</inkml:trace>
  <inkml:trace contextRef="#ctx0" brushRef="#br0" timeOffset="41082.07">12627 5798 0,'-1'-2'0,"-1"-6"0,-1-3 16,-1-11-16,-2-1 15,1 1 1,0 2-16,3 0 15,6-1-15,14-3 16,11-5-16,14-4 16,11 12-16,-2 5 15,0 7-15,-5 12 16,-5 3-16,-7 4 16,-8 3-1,-8-1-15,-5-1 16,-7 6-16,-8 5 15,-10 9-15,-15 1 16,-15 1-16,-6 3 16,-7-10-16,5 0 15,9-12-15,4-5 16,7 0-16,8-5 16,5 0-1,6-2-15,10-2 16,-11 6-16,11-6 15,0 11-15,11-1 16,19 6-16,16 7 16,9 3-16,5 1 15,-7-5-15,5-2 16,-1-9-16</inkml:trace>
  <inkml:trace contextRef="#ctx0" brushRef="#br0" timeOffset="42181.77">13333 5886 0,'0'0'0,"0"0"16,0 0-16,-2-2 15,2 2 1,0 0-16,0 0 15,-6-7-15,6 7 16,0 0-16,-17 0 16,-3 11-16,-2 2 15,5-3-15,1-3 16,3 2-16,3-2 16,3-1-16,7-6 15,-5 7-15,5-7 16,0 0-1,11-4-15,6-2 16,4-3-16,0-1 16,-2 3-16,-2-1 15,-2 2-15,3 5 16,3 6-16,4 3 16,0-1-16,6-5 15,3-9 1,2-5-16,-2-4 15,-4-5-15,-8 6 16,-5 3-16,-7 4 16,-10 8-16,12-9 15,-12 9-15,11 0 16,-2 11-16,2 3 16,-1 8-16,-3-4 15,-1-5-15,-2 2 16,1-7-1,-1 0-15,6-4 16,6-1-16,4-11 16,6-2-16,-1-4 15,0 0-15,-6 4 16,1 3-16,1 6 16,4 5-16,2 2 15,-2 3 1,3 3-16,1 1 15,2 1-15,-1 0 16,-1-3-16,8-8 16,-11-3-16,0-6 15,-2-2-15,-4-3 16,-1 2-16,-8 3 16,-11 6-16,0 0 15,0 0-15,8-7 16,-8 7-1,-9 3-15,-7 1 16,-1 3-16,5-2 16,2 0-16,10-5 15,-12 7-15,12-7 16,0 0-16,0 0 16,0 0-16,0 0 15,0 0-15,21-3 16,2-16-1,-2-8-15,-5-8 16,-5-9-16,-1 1 16,-2-3-16,-3 8 15,-4 6-15,-2 6 16,-2 8-16,1 7 16,0 4-1,2 7-15,0 0 0,-5 9 16,2 22-1,3 21-15,5 8 16,5 2-16,4-11 16,15 1-16,3-12 15</inkml:trace>
  <inkml:trace contextRef="#ctx0" brushRef="#br0" timeOffset="43365.71">12395 3967 0,'0'0'0,"0"0"16,0 0-16,0 0 15,0 0-15,3 0 16,13 0-16,21 0 16,20 1-16,10 3 15,11 0-15,7 1 16,12-1-1,5-2-15,5-5 16,12 0-16,2-2 16,15 1-16,-4 0 15,2 1-15,0-4 16,0-9-16,-13 1 16,1 0-16,-8 2 15,-11 1-15,-5-1 16,-21 1-16,-13-3 15,-14-2 1,-11-1-16,-10-3 16,-5-5-16,-3-5 15,-4-8-15,-4-5 16,-6-1-16,-7-6 16,-8-6-16,-8-7 15,-7-2 1,-13-2-16,-6 2 15,-8-2-15,-8 2 16,-6 1-16,-6 2 16,-9 6-16,-6-1 15,-8 2-15,-10 17 16,1-3-16,-16 20 16,-3 14-16,-14-3 15,-3 16-15,-6-3 16,-4 2-16,1 2 15,-7 4 1,5 18-16,8 4 16,14 5-16,12 18 15,24-13-15,5 13 16,13-6-16,13 2 16,10 10-16,12 1 15,9 5-15,8 4 16,9 2-1,8 6-15,15-1 0,6 1 16,15 0 0,6-11-16,18 0 15,12-9-15,20-8 16,14-8-16,11-17 16,14-10-16,11-14 15,9-7-15,1-12 16,10 2-16</inkml:trace>
  <inkml:trace contextRef="#ctx0" brushRef="#br0" timeOffset="44867.62">13998 5504 0,'0'0'0,"-6"-2"0,6 2 0,-12-4 16,-18-9-16,-15-8 15,0 0-15,-8-2 16,2 1-16,-4 1 16,-1 1-16,1 1 15,-1 1-15,-7 1 16,-2 1-16,-6 0 15,-5 4-15,-1 6 16,-5 2 0,-3 5-16,-6 4 15,-2 2-15,-4 5 16,8 6-16,-3 8 16,13 0-16,5 5 15,6 0-15,4 1 16,5 5-16,10 0 15,3 4 1,10-4-16,5 1 16,5 3-16,10-2 15,9 2-15,5 2 16,9 0-16,11 5 16,7 3-16,22 3 15,8 3-15,11-6 16,12-4-16,5-3 15,10-8 1,11-1-16,5-3 16,12-2-16,4-10 15,6-2-15,7-7 16,3 0-16,8-2 16,-11 0-16,10 0 15,-4 0-15,-7-2 16,3 0-16,-18-1 15,-2-3 1,-9-7-16,-15-3 16,-5-4-16,-12 0 15,-8-3-15,-8-3 16,-12-3-16,-8-2 16,-9-2-16,-7 0 15,-7-2-15,-7 1 16,-6-3-16,-9-5 15,-10-7 1,-15-8-16,-12-3 16,-13-1-16,-10 0 15,-4 5-15,-13-3 16,0 5-16,-2 4 16,-3 4-16,-6 2 15,0 6-15,-6 0 16,5 5-16,-1 0 15,3 2-15,5 3 16,5 1-16,13 4 16,7 1-1,9 3-15,3-1 16,8 3-16,5 1 16,7 2-16,8 2 15,3 1-15,5 0 16,11 2-16,-14-1 15,14 1-15,0 0 16,0 0 0,-11-3-16,11 3 15,0 0-15,0 0 16,0 0-16,0 0 16,0 0-16,0 0 15,0 0-15,0 0 16,-10 1-16</inkml:trace>
  <inkml:trace contextRef="#ctx0" brushRef="#br0" timeOffset="46182.79">14624 5949 0,'0'0'0,"0"-2"16,0 2-1,-2-7-15,2 7 16,-4-9-16,4 9 16,0 0-16,0 0 15,-11-4-15,11 4 16,-16 3-16,6 3 15,0 3-15,0 2 16,3 5-16,2 2 16,5 4-1,4-2-15,7 0 16,5 0-16,3-3 16,3-4-16,-1-7 15,-2-5-15,-1-6 16,-1-3-16,-2-4 15,-4-2-15,-2-2 16,-6-2-16,-5-2 16,-7-2-1,-3 2-15,-4 2 16,4 4-16,3 6 16,9 8-16,-11-9 15,11 9-15,0 0 16,0 0-16,0 0 15,16-3-15,16 3 16,4 0 0,-5 0-16,-4 0 15,-3 0-15,-3 1 16,-2 4-16,-1 6 16,-3 2-16,-3 4 15,-1 4-15,0 6 16,-2-2-16,-1-1 15,-2-8-15,-2-5 16,-1-5-16,-3-6 16,11 4-16,0-10 15,4-4 1,2-8-16,1-3 16,-4 2-16,-4 4 15,-2 5-15,-3 4 16,-5 6-16,5-8 15,-5 8-15,15 3 16,-1 2-16,4 4 16,5 2-16,3 1 15,1-2 1,4-10-16,-1-2 16,-2-3-16,-6-1 15,-8 2-15,-4 1 16,-10 3-16,14-2 15,-3 3-15,4 5 16,6 3-16,5 2 16,5 2-1,12-11-15,184-34 32</inkml:trace>
  <inkml:trace contextRef="#ctx0" brushRef="#br0" timeOffset="47097.67">13667 6472 0,'-6'1'0,"-10"-1"16,-4 2-16,-21-1 15,5 1-15,8-1 16,3 0-16,6 0 15,3-3 1,1-2-16,2 0 0,1 0 16,12 4-16,-16-6 15,16 6-15,0 0 16,0 0 0,0 0-16,0 0 15,0 0-15,25 0 16,22 4-16,13-1 15,10-5-15,8-3 16,12 1-16,-2 0 16,8-1-16,14 0 15,0 0 1,14 0-16,-11 1 16,1 1-16,-9-1 15,-2 0-15,-8 2 16,-7 0-16,-7 3 15,-14 1-15,-3 1 16,-13 1-16,-4 0 16,-7 1-16,-8-1 15,-6 1-15,-4-2 16,-5 0 0,-5-1-16,-12-2 15,12 3-15,-12-3 16,0 0-16,0 0 15,0 0-15,11 4 16,-11-4-16,0 0 16,0 0-16,0 0 15,0 0 1,0 0-16,0 0 16,0 0-16,0 0 15,0 0-15,9 3 16,-9-3-16,0 0 15,0 0-15,0 0 16,0 0-16,11 3 16,-11-3-16,0 0 15,0 0 1,14 1-16,-14-1 16,12-1-16,-12 1 15,16-3-15</inkml:trace>
  <inkml:trace contextRef="#ctx0" brushRef="#br0" timeOffset="49982.22">13465 7045 0,'0'0'0,"0"-5"0,0 5 15,-3-10-15,1 3 16,-1-2-16,-3-5 16,2 4-16,-2 2 15,-3 1 1,9 7-16,-22-11 15,5 9-15,-1 5 16,1 0-16,2-1 16,0 2-16,1 2 15,-2 10-15,-1 6 16,2-2-16,2-3 16,3-1-16,3 1 15,2 5-15,2 1 16,3-2-16,0-3 15,2-3 1,2 0-16,2 0 16,4-3-16,3 4 15,5 0-15,1-3 16,16-5 0,14-7-1,2-7-15,10-3 16</inkml:trace>
  <inkml:trace contextRef="#ctx0" brushRef="#br0" timeOffset="50764.85">15162 7060 0,'0'0'0,"0"0"16,0 0-16,0 0 16,4 0-16,-4 0 15,18 2-15,-1-1 16,3 2-16,1-1 15,0 0 1,-1 1-16,-2-1 16,-2 0-16,-5 0 15,-1-2-15,-10 0 16,14 6-16,-6 0 16,-1 8-16,0 5 15,-1 5-15,-1 2 16,1 3-16,0 0 15,0 0 1,1-3-16,0-4 16,2-5-16,0-3 15,-1-4-15,-2-2 16,-6-8-16,8 7 16,-8-7-16,0 0 15,0 0-15,-23 1 16,-24-1-16,-13-1 15</inkml:trace>
  <inkml:trace contextRef="#ctx0" brushRef="#br0" timeOffset="53414.95">13567 7184 0,'0'0'0,"0"0"0,0 0 0,0-2 0,0 2 16,0 0-1,0 0-15,0 0 16,10-5-16,-10 5 16,25-10-16,-3 3 15,5-1-15,5 2 16,7 0-16,8 3 16,4 1-16,3 1 15,4 1-15,2 2 16,1 0-16,-3 0 15,-3 0-15,-4-1 16,-1 1 0,-4-1-16,-2-1 15,-2 1-15,-7-1 16,-1 3-16,-5 0 16,-3 0-16,-3 1 15,-5-2-15,-2 0 16,-2 1-16,-1-1 15,-3-2 1,-10 0-16,13 0 16,-13 0-16,0 0 15,10 0-15,-10 0 16,0 0-16,0 0 16,0 0-16,10-2 15,-10 2-15,0 0 16,0 0-16,11 0 15,-11 0-15,0 0 16,0 0 0,0 0-16,10 0 15,-10 0-15,0 0 16,0 0-16,0 0 16,0 0-16,0 0 15,0 0-15,0 0 16,0 0-16,0 0 15,0 0-15,0 0 16,0 0 0,0 0-16,0 0 15,0 0-15,0 0 16,0 0-16,0 0 16,0 0-16,0 0 15,0 0-15,0 0 16,0 0-16,0 0 15,0 0 1,0 0-16,0 0 16,0 0-16,0 0 15,0 0-15,0 0 16,0 0-16,0 0 16,0 0-16,0 0 15,0 0-15,0 0 16,0 0-1,0 0-15,0 0 16,0 0-16,0 0 16,0 0-16,0 0 15,0 0-15,0 0 16,0 0-16,0 0 16,0 0-16,0 0 15,0 0-15,0 0 16,0 0-16,0 0 15,0 0-15,0 0 16,0 0-16,0 0 16,0 0-1,0 0-15,0 0 16,0 0-16,0 0 16,0 0-16,0 0 15,0 0-15,0 0 16,0 0-16,0 0 15,0 0-15,0 0 16,0 0 0,0 0-16,0 0 15,0 0-15,0 0 16,0 0-16,0 0 16,0 0-16,0 0 15,0 0-15,0 0 16,0 0-16,0 0 15,0 0-15,0 0 16,0 0-16,0 0 16,0 0-1,0 0-15,0 0 16,0 0-16,0 0 16,0 0-16,0 0 15,0 0-15,0 0 16,0 0-16,0 0 15,0 0-15,0 0 16,0 0 0,0 0-16,0 0 15,0 0-15,0 0 16,0 0-16,0 0 16,0 0-16,0 0 15,0 0-15,0 0 16,0 0-16,0 0 15,0 0-15,0 0 16,0 0 0,0 0-16,0 0 15,0 0-15,0 0 16,0 0-16,0 0 16,0 0-16,0 0 15,0 0-15,0 0 16,0 0-16,0 0 15,0 0-15,0 0 16,0 0 0,0 0-16,0 0 15,0 0-15,0 0 16,0 0-16,0 0 16,0 0-16,0 0 15,0 0-15,0 0 16,0 0-16,0 0 15,0 0-15,0 0 16,0 0 0,0 0-16,0 0 15,0 0-15,0 0 16,0 0-16,0 0 16,0 0-16,0 0 15,0 0-15,0 0 16,0 0-16,0 0 15,0 0-15,0 0 16,0 0-16,0 0 16,0 0-1,0 0-15,0 0 16,0 0-16,0 0 16,0 0-16,0 0 15,0 0-15,0 0 16,0 0-16,0 0 15,0 0-15,0 0 16,0 0-16,0 0 16,0 0-16,0 0 15,0 0 1,0 0-16,0 0 16,0 0-16,0 0 15,0 0-15,0 0 16,0 0-16,0 0 15,0 0-15,0 0 16,0 0-16,0 0 16,0 0-1,0 0-15,0 0 16,0 0-16,0 0 16,0 0-16,0 0 15,0 0-15,0 0 16,0 0-16,0 0 15,0 0-15,0 0 16,0 0-16,0 0 16</inkml:trace>
  <inkml:trace contextRef="#ctx0" brushRef="#br0" timeOffset="54148.97">13529 6795 0,'0'0'0,"0"0"16,0-1-16,0 1 15,0 0-15,0 0 16,0-8-16,0 8 16,0 0-1,0 0-15,0 0 16,7 8-16,-4-2 16,3 5-16,-1 1 15,1-2-15,-1 0 16,-1-3-16,-4-7 15,7 11-15,-7-11 16,19 4-16,-3-5 16,7-5-16,10-6 15,5-4 1,4-2-16,0 0 16,-1-3-16,5-2 15,1-1-15,-4 1 16,-4 3-16,-2-1 15,-1 3-15,-5 1 16,-5 3-16,-7 4 16,-5 3-16,-14 7 15,15-8-15,-15 8 16,0 0 0,0 0-16,11-6 15,-11 6-15,0 0 16,0 0-16,0 0 15,0 0-15,0 0 16</inkml:trace>
  <inkml:trace contextRef="#ctx0" brushRef="#br0" timeOffset="57347.71">12307 4078 0,'0'0'0,"0"0"0,0 0 16,0 0-16,0 0 15,5 0-15,14 0 16,28 0-16,21 0 16,11-1-16,9-4 15,12-1 1,4-2-16,11-2 15,-3-1-15,12-1 16,-4 0-16,7 0 16,1 0-16,-4-1 15,4 1-15,-9 3 16,0 2-16,-8 4 16,-10 0-16,-5 1 15,-10 1 1,-9 2-16,-8-1 15,-11 0-15,-8 0 16,-8 0-16,-8 0 16,-7 0-16,-5 0 15,-5 0-15,-2-1 16,-2 0-16,-1 0 16,-12 1-16,14-3 15,-14 3-15</inkml:trace>
  <inkml:trace contextRef="#ctx0" brushRef="#br0" timeOffset="62714.69">12537 4703 0,'0'0'0,"0"-1"0,0 1 16,1-11-16,0-2 15,0-2-15,0 1 16,-2-1 0,-2 3-16,-1-2 15,-3-1-15,-6 0 16,-10 1-16,-15 1 15,-9 5-15,-6 4 16,3 6-16,4 4 16,2 3-16,5 1 15,7 3-15,2 5 16,3 1 0,0 4-16,1 2 15,2 6-15,4 3 16,4 1-16,2 3 15,2 2-15,2 1 16,1 4-16,3 1 16,1 1-16,3 1 15,1 0-15,2 3 16,0 4 0,0 0-16,-1 0 15,1 1-15,0-1 16,0 0-16,0-1 15,2-1-15,-2-3 16,2-2-16,0-5 16,0-3-16,0-2 15,-1-4-15,0-2 16,-1-4 0,0-2-16,0-2 15,0-3-15,1 0 16,-1-3-16,2 0 15,1-2-15,2-1 16,2-3-16,8 1 16,4-3-16,11-2 15,8-4-15,4-7 16,3-5 0,1-2-16,-4-4 15,-3-3-15</inkml:trace>
  <inkml:trace contextRef="#ctx0" brushRef="#br0" timeOffset="68715.57">12104 4001 0,'0'0'0,"0"0"0,2 1 15,-2-1-15,36 5 16,20-3-16,17 0 15,15-3 1,12-1-16,13-2 16,14-2-16,10 0 15,9-2-15,5-1 16,1 0-16,-6 0 16,-1 0-16,-10 3 15,-4-1-15,-12 1 16,-8 1-16,-15 1 15,-7 2-15,-19 3 16,-8 1 0,-13 0-16,-13-1 15,-7 1-15,-12 0 16,-7-1-16,-10-1 16,10 0-16,-10 0 15,0 0-15,-14 2 16,-41 1-16,-30-5 15,1-2-15,-11-1 16,-7 0 0,-8 0-16,-6 0 15,7 1-15,-7-1 16,-7 2-16,7 2 16,-9 2-16,11 7 15,-3-1-15,0 2 16,12 0-16,-2 0 15,13-2-15,8 0 16,9-1-16,11-2 16,11 1-1,11-1-15,11-1 16,11 0-16,8 0 16,14-3-16,-13 3 15,13-3-15,0 0 16,27 14-16,38 0 15,34-10-15,12 0 16,14-6 0,13-1-16,6 0 0,11 1 15,0 0 1,7-1-16,-6 7 16,3 5-16,-15 1 15,-5 1-15,-7 0 16,-23 0-16,-4 0 15,-23-1-15,-16-2 16,-12 1-16,-18-4 16,-10 0-16,-10-2 15,-6-1 1,-10-2-16,0 0 16,0 0-16,0 0 15,-19-13-15,-57-15 16,-18 4-16,-11 2 15,-9 4-15,-13-1 16,-2 1 0,-12 1-16,6 6 15,-11 2-15,6 4 16,-2 1-16,5 2 16,6 3-16,7 2 15,11 1-15,10-1 16,15-1-16,11 2 15,15-2-15,11-1 16,11 0-16,11 0 16,8-1-1,10 0-15,11 0 16,-13 0-16,13 0 16,0 0-16,0 0 15,0 0-15,13-5 16,24-1-16,18 2 15,5 1-15,7-1 16,5 2 0,6-1-16,2 0 15,-1 1-15,3 0 16,-4-1-16,4 1 16,-11 0-16,-5-1 15,-5-2-15,-10 1 16,-11 2-16,-7 0 15,-11 1-15,-7 1 16,-4 0-16,-11 0 16,12 0-16,-12 0 15,0 0 1,0 0-16,0 0 16,0 0-16,0 0 15,0 0-15,0 0 16</inkml:trace>
  <inkml:trace contextRef="#ctx0" brushRef="#br0" timeOffset="69881.89">14125 2450 0,'0'0'0,"0"2"15,0-2-15,0 0 16,0 0-16,0 0 15,0 0-15,0 0 16,0 0-16,-7-9 16,-4 0-16,-5 2 15,-2 3-15,-2 0 16,0 3 0,0 1-16,3 2 15,4 1-15,-2 1 16,3 2-16,2-2 15,10-4-15,-15 12 16,12-4-16,3 5 16,3 1-16,7 7 15,5 3-15,5 0 16,2 1 0,1-2-16,0-1 15,-2-2-15,-3-4 16,-3-3-16,-7-5 15,-1-2-15,-7-6 16,8 10-16,-8-10 16,-4 10-16,-10-2 15,-6 3-15,-10-3 16,-2-2 0,0-3-16,3-3 15,5 0-15,2-2 16,5-1-16,2 1 15,4-2-15,1-2 16</inkml:trace>
  <inkml:trace contextRef="#ctx0" brushRef="#br0" timeOffset="70348.16">14332 2484 0,'0'0'0,"0"0"16,0 0-16,0 0 15,0 2-15,0-2 16,-1 15-16,0 1 15,2 4-15,1 6 16,2 1-16,0 0 16,0-1-16,0-4 15,-1-1-15,0 0 16,-1-3 0,0-3-16,-1-7 15,-1-8-15,0 0 16</inkml:trace>
  <inkml:trace contextRef="#ctx0" brushRef="#br0" timeOffset="70598.82">14379 2604 0,'0'0'0,"5"-2"16,-5 2-16,29-8 15,8-3-15,4-2 16,-3 1-16,-3 1 16,-5 2-16,-6 2 15,-2 2-15,-7 1 16,-3 2-16,-12 2 16,11-2-1</inkml:trace>
  <inkml:trace contextRef="#ctx0" brushRef="#br0" timeOffset="70765.38">14471 2550 0,'0'0'0,"0"-2"16,0 2-16,0 0 15,0 0-15,0 0 16,0 0-16,0 0 16,1 12-1,10 2-15,13 6 16,9-2-16,4-2 15,3 0-15,4 2 16,-5-3-16</inkml:trace>
  <inkml:trace contextRef="#ctx0" brushRef="#br0" timeOffset="72097.98">12216 6023 0,'0'2'0,"0"-2"0,-1 7 0,1-1 16,-2 1-16,-1-1 15,1 1-15,0 1 16,-2-1-16,1 1 16,0-1-16,1 0 15,0 0-15,2-1 16,0-6-16,0 12 16,0-12-1,2 10-15,-2-10 16,8 10-16,-8-10 15,21 3-15,6-17 16,27-20-16,23-23 16,3-2-16,0-3 15,-10 7-15,3-8 16,-10 2-16,-7 10 16,-5 4-16,-9 8 15,-7 11 1,-11 11-16,-7 6 15,-6 5-15,-11 6 16,11-7-16,-11 7 16,0 0-16,0 0 15,0 0-15,10-3 16,-10 3-16,0 0 16,0 0-16,0 0 15,0 0 1,0 0-16,0 0 15,0 0-15,0 0 16,0 0-16,0 0 16,0 0-16,0 0 15,0 0-15,0 0 16,0 0-16,0 0 16,0 0-16</inkml:trace>
  <inkml:trace contextRef="#ctx0" brushRef="#br0" timeOffset="75781.37">12456 5168 0,'0'0'0,"0"0"0,0 0 15,0 0-15,0 0 16,0 0-16,2 2 16,-2-2-16,20 8 15,13-1-15,18-5 16,9-3-1,9-3-15,7-1 16,9 0-16,5 0 16,6 0-16,4-1 15,0 0-15,5 1 16,-3 1-16,8 7 16,-4 3-16,0 3 15,-5 0-15,2 2 16,4-1-16,-5 1 15,1-1 1,-10-1-16,-9-1 16,-3 1-16,-6-2 15,-5 0-15,-4-1 16,-6 0-16,-8-1 16,-6-1-16,-6-1 15,-3-3-15,-4-2 16,-2-1-16,-4-2 15,-4 0 1,-2-1-16,-4-2 16,-3 0-16,1-3 15,-3-1-15,0-6 16,1-7-16,0-8 16,-1-5-16,-4-1 15,-3-2-15,-4-2 16,-2-4-1,-4 0-15,-2 0 16,-3-3-16,-2 4 16,-4 3-16,-6 0 15,-4-1-15,-10-1 16,-7 0-16,-8 3 16,-6 4-16,-8 2 15,-6 6-15,-5 4 16,-7 1-16,-4 5 15,-4 3 1,-7 3-16,-10 3 16,-1 3-16,-1 5 15,8 2-15,-1 1 16,3 1-16,-2 0 16,4 2-16,-1 3 15,4 0-15,2 0 16,7 2-16,6 0 15,3 1 1,9 1-16,0-1 16,7 2-16,6-4 15,3 0-15,5 3 16,2 2-16,4 3 16,5-1-16,6-2 15,4-1-15,4-2 16,2 0-16,3 1 15,0 0 1,0 3-16,0 6 16,-3 11-16,3 8 15,1-2-15,3 2 16,4 2-16,-2 7 16,1 3-16,2-4 15,1-8-15,1 6 16,0 5-16,3-2 15,1-7 1,0-8-16,2-2 16,0-7-16,0-2 15,3-2-15,2-4 16,4 0-16,4-2 16,2-2-16,11-3 15,8-1-15,12-6 16,4-3-16,2-3 15,0-4-15,-1-1 16,0 0 0,-6 0-16,-5 2 15,-4 1-15,-8 1 16,-6 3-16,-7-1 16,-4 3-16,-11 1 15,15 0-15,-15 0 16,0 0-16,0 0 15,10 0 1,-10 0-16,0 0 16,0 0-16,0 0 15,0 0-15,0 0 16,0 0-16,0 0 16,0 0-16,5 7 15,-5-7-15,0 0 16,0 0-16,0 0 15,0 0 1,0 0-16,0 0 16,0 0-16,0 0 15,0 0-15,0 0 16,0 0-16,0 0 16,0 0-16,0 0 15,0 0-15,0 0 16,0 0-16,0 0 15,0 0-15,0 0 16,0 0 0,0 0-16,0 0 15,0 0-15,0 0 16,0 0-16,0 0 16,0 0-16,0 0 15,5 6-15,-5-6 16,0 0-16,0 0 15,0 0-15,0 0 16,0 0 0,0 0-16,0 0 15,0 0-15,0 0 16,0 0-16,0 0 16,0 0-16,0 0 15,0 0-15,0 0 16,0 0-16,0 0 15,0 0-15,0 0 16,0 0 0,0 0-16,0 0 15,0 0-15,0 0 16,0 0-16,0 0 16,0 0-16,0 0 15,0 0-15,0 0 16,0 0-16,0 0 15,0 0-15,0 0 16,0 0-16,0 0 16,0 0-1,0 0-15,0 0 16,0 0-16,0 0 16,0 0-16,0 0 15,0 0-15,0 0 16,0 0-16,0 0 15,0 0-15,0 0 16,0 0-16,0 0 16,0 0-1,0 0-15,0 0 16,0 0-16,0 6 16,0-6-16,0 0 15,0 0-15,0 0 16,0 0-16,0 0 15,0 0-15,1 8 16,-1-8 0,0 0-16,0 0 15,0 0-15,0 0 16,0 0-16,0 0 16,0 0-16,0 0 15,0 0-15,0 0 16,0 0-16,0 0 15,0 0-15,0 0 16,0 0 0,0 6-16,0-6 15,0 0-15,0 0 16,0 0-16,0 0 16,0 0-16,0 0 15,0 0-15,0 0 16,0 0-16,0 0 15,0 0-15,0 0 16,0 0-16,0 0 16,0 0-1,0 0-15,0 0 16,0 0-16,0 0 16,0 0-16,0 0 15,0 0-15,0 0 16,0 0-16,0 0 15,14-1-15,9-3 16</inkml:trace>
  <inkml:trace contextRef="#ctx0" brushRef="#br0" timeOffset="78664.7">12374 5123 0,'0'0'0,"0"0"0,0 0 15,0 0-15,0 0 16,0 0 0,-3 1-16,3-1 15,0 0-15,0 0 16,16 8-16,8-2 15,6 0-15,15-2 16,9-2-16,5-1 16,8-2-16,-1 0 15,10-1-15,6-1 16,-4 0 0,12 1-16,-4 2 15,4 2-15,-1 3 16,1 0-16,-2 2 15,-2 1-15,-1 3 16,-4-1-16,0-1 16,-4 1-16,-5-3 15,-3 0-15,-9-1 16,-2-2 0,4-1-16,-11-1 15,1-1-15,-8-1 16,-10-1-16,-5 1 15,-9 0-15,-8 0 16,-12 0-16,15 0 16,-15 0-16,0 0 15,0 0-15,0 0 16,0 0 0,0 0-16,0 0 15,-13-11-15,-32-5 16,-15 2-16,-4 0 15,0 1-15,-15-1 16,-8 0-16,-2 5 16,1-1-16,0 1 15,-3 0 1,-5 1-16,-2 4 16,-2 2-16,0-1 15,3 3-15,-4-1 16,6 0-16,0 0 15,5 1-15,6-1 16,4 0-16,9 3 16,9 0-16,6 2 15,7-1-15,9 0 16,8-1 0,8 0-16,9 0 15,5-2-15,10 0 16,-10 1-16,10-1 15,0 0-15,3 6 16,21 4-16,29 1 16,25-5-16,14-2 15,10-1-15,5 2 16,0-1-16,10 0 16,-2 0-1,5 0-15,3 0 16,-2 2-16,3-1 15,-6 4-15,-12-2 16,-1 1-16,-11 1 16,-4-3-16,-6 2 15,-13-2-15,-11-1 16,-12-1 0,-9-1-16,-6-1 15,-10 0-15,-5-1 16,-7 0-16,-11-1 15,11 1-15,-11-1 16,0 0-16,0 0 16,0 0-16,0 0 15,0 0-15,0 0 16,0 0-16,0 0 16,0 0-1,0 0-15,0 0 16,0 0-16,0 0 15,0 0-15,0 0 16,0 0-16,0 0 16,0 0-16,0 0 15,0 0-15,0 0 16,0 0-16,0 0 16,0 0-1,0 0-15,0 0 16,0 0-16,0 0 15,0 0-15,0 0 16,0 0-16,0 0 16,0 0-16,0 0 15,0 0-15,0 0 16,0 0-16,0 0 16,0 0-1,0 0-15,0 0 16,0 0-16,0 0 15,0 0-15,0 0 16,0 0-16,0 0 16,0 0-16,0 0 15,0 0-15,0 0 16,0 0-16,0 0 16,0 0-1,0 0-15,0 0 16,0 0-16,0 0 15,0 0-15,0 0 16,0 0-16,0 0 16,0 0-16,0 0 15,0 0-15,0 0 16,0 0-16,0 0 16,0 0-1,0 0-15,0 0 16,0 0-16,0 0 15,0 0-15,0 0 16,0 0-16,0 0 16</inkml:trace>
  <inkml:trace contextRef="#ctx0" brushRef="#br0" timeOffset="91747.72">12109 3669 0,'0'0'15,"-3"-2"-15,3 2 0,-10-12 0,0 0 16,1 1 0,1-3-16,3-2 15,2-1-15,1 4 16,0 4-16,1 0 16,-2-2-16,-1-1 15,-3-2-15,-3 2 16,2 2-16,1 2 15,0 1 1,7 7-16,-20-11 16,7 9-16,-2 2 15,-1 4-15,-1 3 16,1 3-16,2 1 16,2 1-16,4 2 15,1 0-15,1 1 16,2-2-16,0 1 15,4 0-15,0 2 16,3 2-16,1 0 16,-1-3-1,1 1-15,0 1 16,0 2-16,1 4 16,-1 3-16,-1 4 15,-5 5-15,-2 6 16,0 2-16,0 0 15,0 1-15,-1 4 16,1 2 0,-1 1-16,2 4 15,0-1-15,0 2 16,1 2-16,-2 1 16,-3 0-16,0-4 15,-3 1-15,1-3 16,0-1-16,0-1 15,1 0-15,-1-1 16,2 1 0,1 1-16,1-2 15,3 1-15,2-1 16,0 0-16,1-1 16,0-3-16,1-1 15,2-4-15,1-1 16,-1-2-16,3-2 15,-1 1 1,-1-1-16,1-1 16,0-4-16,-1-1 15,0 0-15,0-1 16,0 1-16,0-1 16,-1-2-16,-1 0 15,-1 0-15,2-1 16,-1 0-16,0 2 15,0 1-15,0 0 16,0-1 0,-1 0-16,1-4 15,-2-1-15,0-4 16,0 1-16,-1 0 16,1 0-16,1-2 15,0 0-15,1-3 16,2 0-16,-2-2 15,1-2-15,-2-3 16,0-1-16,1 0 16,0 0-1,-3-7-15,5 10 16,-5-10-16,0 0 16,3 7-16,-3-7 15,0 0-15,0 0 16,6 7-16,-6-7 15,0 0-15,0 0 16,14 7-16,-2-2 16,2 0-1,7-1-15,-1-1 16,3 0-16,4-2 16,-3-1-16,-2 0 15,-2 0-15,-3 0 16,2 0-16,2 0 15,-1 0-15,-4 0 16,-1 1 0,0 1-16,1-1 15,1 2-15,-1 0 16,0 1-16,-2-1 16,-2 2-16,1 1 15,-1 1-15,2 1 16,0 0-16,0 1 15,1-2-15,-1 2 16,-4-3-16,1 2 16,0 1-1,0 1-15,-1 1 16,-2-2-16,-1 0 16,-1-1-16,-1 3 15,2 2-15,-2-3 16,0 0-16,-2-2 15,0-1-15,1 3 16,3 6 0,-1-2-16,1 2 15,-1-2-15,0-1 16,-1 1-16,-1-3 16,2 0-16,-2-1 15,3 3-15,1 1 16,-3-4-16,2 1 15,-1 0-15,-2-3 16,4 3-16,-3 0 16,2 1-1,0-1-15,-3-3 16,1 1-16,-1-1 16,6 9-16,-3 3 15,0-7-15,-2 0 16,1 0-16,0 2 15,0 1-15,-2-5 16,1 1-16,-1 1 16,1 1-1,2 4-15,-2-2 16,0 3-16,0 2 16,-1-5-16,-1 0 15,-1-3-15,-1-4 16,2 2-16,-2 1 15,0 2-15,0-2 16,0-5-16,-1-7 16,1 11-16,1-3 15,1 0 1,-1 1-16,2 0 16,0 2-16,0 1 15,1-2-15,0 1 16,1-2-16,-1 0 15,-5-9-15,9 10 16,-9-10-16,8 8 16,-8-8-16,6 7 15,-6-7 1,0 0-16,10 8 16,-10-8-16,9 7 15,-9-7-15,8 6 16,-8-6-16,7 6 15,-7-6-15,8 7 16,-8-7-16,8 8 16,-8-8-16,7 8 15,-7-8 1,5 8-16,-5-8 16,4 7-16,-4-7 15,0 0-15,0 0 16</inkml:trace>
  <inkml:trace contextRef="#ctx0" brushRef="#br0" timeOffset="92031.27">12845 7346 0,'0'0'0,"0"0"16,0 0-16,0 0 15,0 0-15,0 0 16,0 0-16,3 2 15,-3-2-15,18 0 16,-1-5-16,4-12 16</inkml:trace>
  <inkml:trace contextRef="#ctx0" brushRef="#br0" timeOffset="93447.28">12899 7289 0,'0'0'0,"0"0"16,0 0-16,0 0 15,0 0-15,0 0 16,0 0 0,0 0-16,4-2 15,2-4-15,4-4 31,-3 0-31,-1 2 16,-6 8-16,7-10 16,-7 10-16,0 0 15,5-6-15,-5 6 16,0 0 0,0 0-16,0 0 15,0 0-15,0 0 16,0 0-16,0 0 15,0 0-15,0 0 16,0 0-16,0 0 16,0 0-16,0 0 15,0 0-15,0 0 16,0 0 0,0 0-16,0 0 15,0 0-15,0 0 16,0 0-16,0 0 15,0 0-15,0 0 16,0 0-16,0 0 16,0 0-16,0 0 15,0 0-15,0 0 16,0 0 0,0 0-16,0 0 15,0 0-15,0 0 16,0 0-16,0 0 15,0 0-15,0 0 16,0 0-16,0 0 16,0 0-16,0 0 15,0 0 1,0 0-16,0 0 16,0 0-16,0 0 15,0 0-15,0 0 16,0 0-16,0 0 15,0 0-15,0 0 16,0 0-16,0 0 16,0 0-16,0 0 15,0 0 1,0 0-16,0 0 16,0 0-16,0 0 15,0 0-15,0 0 16,0 0-16,0 0 15,0 0-15,0 0 16,0 0-16,0 0 16,0 0-16,0 0 15,0 0-15,0 0 16,0 0 0,0 0-16,0 0 15,0 0-15,0 0 16,0 0-16,0 0 15,0 0-15,0 0 16,0 0-16,0 0 16,0 0-16,0 0 15,0 0-15,0 0 16,0 0-16,0 0 16,0 0-1,0 0-15,0 0 16,0 0-16,0 0 15,0 0-15,0 0 16,0 0-16,0 0 16,0 0-16,0 0 15,0 0-15,0 0 16,0 0 0,0 0-16,0 0 15,0 0-15,0 0 16,0 0-16,0 0 15,0 0-15,0 0 16,0 0-16,0 0 16,0 0-16,0 0 15,0 0-15,0 0 16,0 0 0,0 0-16,0 0 15,0 0-15,0 0 16,0 0-16,0 0 15,0 0-15,0 0 16,0 0-16,0 0 16,0 0-16,0 0 15,0 0-15,0 0 16,0 0 0,0 0-16,0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05T10:52:31.433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14227 5834 0,'0'0'0,"0"0"0,0 0 0,0 0 15,0 0-15,0 0 16</inkml:trace>
  <inkml:trace contextRef="#ctx0" brushRef="#br0" timeOffset="31465.74">5748 7480 0,'0'0'0,"0"0"0,0 2 0,0-2 16,0 0-16,0 0 16,3 8-16,-3-8 15,0 0-15,7 8 16,-7-8 0,20 9-16,-1-5 15,1-1-15,3-1 16,0-2-16,1 0 15,4-5-15,1 1 16,-1-2-16,-2 1 16,2-1-16,1 1 15,1-1-15,2 1 16,-3 1 0,0 2-16,1 1 15,5 1-15,-2 1 16,-2 1-16,0-1 15,-3 1-15,0 1 16,-1 0-16,0-1 16,-1 1-16,-3-2 15,0 1 1,-3-1-16,-1 1 16,-1 0-16,-2 0 15,0-1-15,0 1 16,-1-1-16,0 1 15,-1-1-15,0 1 16,1 0-16,-1 0 16,-1-1-16,0 1 15,-1-1-15,-1 1 16,0 0 0,-1-1-16,1 1 15,0 0-15,2-1 16,-2 1-16,0 0 15,-1-1-15,4 0 16,-1 1-16,0 0 16,1 0-16,-2-1 15,0 1-15,-2-1 16,2 1 0,-2-1-16,2 1 15,0-2-15,1 1 16,0-1-16,-1 0 15,1 0-15,0 0 16,-1 0-16,0 0 16,1 0-16,-3 0 15,-10 0-15,18 0 16,-18 0-16,18 0 16,-18 0-1,17 0-15,-6 0 16,2 0-16,0 0 15,2 0-15,-2 0 16,1 0-16,0 0 16,1 0-16,-1 1 15,-1-1-15,0 0 16,-2 0-16,-1 0 16,-10 0-1,17 0-15,-17 0 16,14 0-16,-14 0 15,0 0-15,12 0 16,-12 0-16,0 0 16,0 0-16,0 0 15,10 2-15,-10-2 16,0 0-16,14 4 16,-14-4-1,14 0-15,-14 0 16,17 0-16,-17 0 15,18 0-15,-18 0 16,19 0-16,-19 0 16,18 0-16,-18 0 15,17 0-15,-17 0 16,16 0-16,-16 0 16,13 0-1,-13 0-15,11 0 16,-11 0-16,0 0 15,12 0-15,-12 0 16,0 0-16,9 0 16,-9 0-16,0 0 15,11 0-15,-11 0 16,0 0-16,17-3 16,-17 3-1,11-1-15,-11 1 16,0 0-16,13-3 15,-13 3-15,0 0 16,13-2-16,-13 2 16,11-2-16,-11 2 15,13-2-15,-13 2 16,16-1-16,-16 1 16,18-2-1,-18 2-15,17-1 16,-17 1-16,18-2 15,-7 1-15,-1 0 16,0 0-16,-1 0 16,1 1-16,0-1 15,2 0-15,1 1 16,-1 1-16,0 0 16,2 0-1,-3 1-15,0 0 16,1 0-16,-1-1 15,1 0-15,1 1 16,0 0-16,2 0 16,2-1-16,3 1 15,1-1-15,-1 1 16,3 0-16,-2-1 16,0 1-1,2 0-15,0-1 16,1-1-16,1 0 15,-1 0-15,1 0 16,0 0-16,0 0 16,-1-1-16,0-1 15,2 2-15,-2-1 16,0 0-16,-1 1 16,-2-1-1,-2-1-15,1 0 16,-2 1-16,0-1 15,0 1-15,-1-1 16,-1 0-16,-1 0 16,3 1-16,-2 0 15,0-1-15,0 0 16,0 0-16,-1 1 16,1-1-1,1 1-15,-1 0 16,2 0-16,-2 0 15,3 1-15,0 0 16,1 0-16,-1 0 16,1 0-16,1 0 15,1 0-15,-1 0 16,1 0-16,2 0 16,-1-1-16,3-1 15,-1 0 1,-1-1-16,3 0 15,-1 0-15,0 0 16,0 0-16,0-1 16,0 0-16,0-1 15,-2 2-15,3 0 16,-1 0-16,2-1 16,-2 0-16,-1 1 15,-4-1-15,3 1 16,-1 0-1,2-1-15,1 1 16,-1 0-16,-2 0 16,-2 0-16,0 1 15,0-1-15,0 1 16,5-1-16,1 1 16,0 0-1,-3-1-15,-2 1 16,0 1-16,0-1 15,5 1-15,1-1 16,2 0-16,0 1 16,-4 0-16,-1 1 15,0 0-15,-1 0 16,2 0-16,0 0 16,-2 0-1,-2 1-15,-5 0 16,-2-1-16,-2 1 15,-1 1-15,-2-1 16,-10-1-16,15 3 16,-15-3-16,13 0 15,-13 0-15,13 2 16,-13-2-16,10 2 16,-10-2-1,0 0-15,10 3 16,-10-3-16,12 1 15,-12-1-15,13 1 16,-13-1-16,0 0 16,10 3-16,-10-3 15,0 0-15,0 0 16,0 0-16,0 0 16,10 2-16,-10-2 15,0 0 1,0 0-16,0 0 15,0 0-15,0 0 16,0 0-16,0 0 16,0 0-16,0 0 15,0 0-15,0 0 16,0 0-16,0 0 16,0 0-16,0 0 15,0 0 1,0 0-16,0 0 15,0 0-15,0 0 16,0 0-16,0 0 16,0 0-16,0 0 15,0 0-15,0 0 16,0 0-16,0 0 16,0 0-16,0 0 15,0 0-15,0 0 16,0 0-1,0 0-15,-2-11 16</inkml:trace>
  <inkml:trace contextRef="#ctx0" brushRef="#br0" timeOffset="35249.68">7569 6105 0,'0'0'0,"0"0"16,0 0 0,0 0-16,0 0 15,-3 0-15,3 0 16,0 0-16,-2 6 16,4 4-16,-2 7 15,3 7-15,2 4 16,3 3-16,0-2 15,1-1-15,0-1 16,1 0-16,-2-3 16,0-2-1,-3-7-15</inkml:trace>
  <inkml:trace contextRef="#ctx0" brushRef="#br0" timeOffset="35732.82">7500 6162 0,'0'0'0,"1"-2"0,-1 2 15,4-11-15,4-5 16,11-3-16,11-1 15,5 3-15,4 4 16,0 5-16,0 4 16,-6 3-16,-4 4 15,-4 0 1,-6 3-16,-6-1 16,-3 3-16,-4 0 15,-5 2-15,-4 4 16,-6 2-16,-4 2 15,-3-1-15,2-4 16,1-3-16,3-1 16,1-1-1,1-2-15,8-6 16,-12 11-16,7-4 16,1 3-16,4 0 15,1 3-15,8 2 16,5 0-16,9 1 15,7 0-15,5-2 16,0-3-16,1-3 16,-8-8-16</inkml:trace>
  <inkml:trace contextRef="#ctx0" brushRef="#br0" timeOffset="36215.23">8058 6195 0,'0'0'0,"0"0"0,0 0 0,0 0 0,0 0 16,3 4-16,1 5 16,6 7-16,4 8 15,1 2-15,-1 0 16,-1-2-16,-1-4 15,-2-1-15,-1-3 16,-2-4-16,-2-4 16,-5-8-16,3 7 15,-3-7 1,0 0-16,0 0 16,-11-13-16,-2-1 15,-4-5-15,-1-1 16,3 2-16,3-1 15,3 3-15,3 1 16,2 3-16,2 0 16,2 2-16,2-1 15,6-3 1,8-3-16,10 0 16,8 1-16,5 3 15,0 4-15,-3 1 16,-1 0-16,-3 3 15,-5-1-15,-6 3 16</inkml:trace>
  <inkml:trace contextRef="#ctx0" brushRef="#br0" timeOffset="36398.94">8187 6298 0,'0'0'0,"0"0"0,0 0 16,5 0-16,9 0 15,14-2-15,11-1 16,2-3 0,0-2-16,2-4 15</inkml:trace>
  <inkml:trace contextRef="#ctx0" brushRef="#br0" timeOffset="36682.71">8636 6084 0,'0'0'0,"0"0"0,0 0 16,2 4-16,1 2 15,1 6-15,2 5 16,2 5-16,1 2 16,1 4-16,-1 1 15,0 1-15,-2-1 16,1-1 0,-1-2-16,-2-4 15,3-3-15</inkml:trace>
  <inkml:trace contextRef="#ctx0" brushRef="#br0" timeOffset="36983.51">9081 6275 0,'0'0'0,"0"0"16,0 0 0,0 0-16,0 1 15,0-1-15,0 0 16,18 10-16,0-3 15,7 1-15,1-3 16,2-2-16,-1-3 16,0-1-16,-6 0 15,-4-1-15</inkml:trace>
  <inkml:trace contextRef="#ctx0" brushRef="#br0" timeOffset="37248.66">9149 6440 0,'0'0'0,"0"0"0,0 0 0,0 0 15,2 2-15,-2-2 16,9 0-16,7 1 15,8-2-15,7 0 16,3-3-16,5 0 16,0-3-16,1-2 15</inkml:trace>
  <inkml:trace contextRef="#ctx0" brushRef="#br0" timeOffset="38716.01">9568 6076 0,'0'0'0,"0"0"0,0 0 0,0 0 15,0 0 1,0 0-16,0 0 15,0 0-15,0 0 16,9 1-16,6-1 16,8 0-16,4-3 15,1 0-15,1-2 16,-2 2-16,0 0 16,-4 0-16,-4 1 15,-3 1 1,-2 2-16,-2 3 15,0 3-15,-4 4 16,-1 4-16,-2 1 16,-4 3-16,-2-1 15,-1 2-15,-2-1 16,1-2-16,0-4 16,0-3-16,1-1 15,2-9 1,-3 9-16,3-9 15,0 0-15,-2 8 16,2-8-16,2 6 16,2 1-16,7 2 15,5 1-15,4 2 16,1-1-16,1-1 16,-4-1-16,0 0 15,-2-1 1,-3 1-16,0 0 15,-3 1-15,-2 2 16,-2 0-16,-2 1 16,-1-1-16,-4 0 15,-2 0-15,-4 2 16,-3-2-16,-5-1 16,0-1-16,-3-3 15,0-2 1,-1-2-16,-2-2 15,-2-2-15,-2-1 16,3-3-16,4 0 16,0-2-16</inkml:trace>
  <inkml:trace contextRef="#ctx0" brushRef="#br0" timeOffset="40548.96">9531 6646 0,'0'0'0,"0"0"0,3 0 0,-3 0 15,13 2-15,5 0 16,7-3-1,6-1-15,4 0 16,4-1-16,2-1 16,2-1-16,5 0 15,1 0-15,-1 0 16,-3 1-16,0 0 16,0 0-16,-4-1 15,-1 1-15,-5-2 16,-4 0-1,1-1-15,-1 0 16,-2-1-16,0-1 16,-2-4-16,-3-2 15,0-4-15,-4-3 16,-3-3-16,-3-3 16,-2-5-16,-3 1 15,-4-1-15,-5 1 16,-6-4-16,-3-1 15,-4-2 1,-6-3-16,-4 1 16,-7 0-16,-3 6 15,-3 2-15,-2 3 16,1 3-16,-1 4 16,-3 4-16,-2 3 15,-5 5-15,-2 4 16,-2 5-1,-3 4-15,2 5 16,-2 4-16,0 2 16,2 3-16,0 3 15,4 2-15,2 0 16,3 2-16,4-1 16,4 4-16,5-1 15,1 2-15,5 1 16,3 5-16,4 1 15,3 6 1,3 4-16,5 3 16,5 3-16,5 1 15,5-1-15,6 1 16,5-4-16,5-1 16,8-4-16,6-6 15,6-4-15,9-4 16,1-5-16,2-7 15,-2-6 1,-5-4-16,-5-3 16,-10-2-16,1-2 15,-4-1-15,0-1 16,-2-2-16,-3-1 16,-3 0-16,-2-1 15,-3 1-15,-4 0 16,-4 2-16,-10 4 15,14-8 1,-14 8-16,0 0 16,0 0-16,0 0 15,9-6-15,-9 6 16,0 0-16,0 0 16,0 0-16,0 0 15,0 0-15,0 0 16,0 0-16,0 0 15,0 0 1,0 0-16,0 0 16,0 0-16,0 0 15,0 0-15,0 0 16,0 0-16,0 0 16,0 0-16,5-7 15,-5 7-15,0 0 16</inkml:trace>
  <inkml:trace contextRef="#ctx0" brushRef="#br0" timeOffset="53299.4">8993 7494 0,'0'0'0,"0"0"0,0 0 0,2 1 16,-2-1-16,0 0 16,15 6-16,-15-6 15,16 5-15,-5-3 16,1 1-16,1-1 15,1 0 1,0-1-16,0 1 16,1 0-16,0-1 15,3-1-15,1 0 16,1 0-16,3 0 16,1 0-16,-1 0 15,1 0-15,0 0 16,1 0-16,0 0 15,2 0-15,2 0 16,-1 0-16,0 0 16,1-1-1,-1-1-15,2 0 16,2 0-16,-2 1 16,0-1-16,-1 0 15,2 0-15,0-1 16,-2 0-16,-1 1 15,-1 0-15,1 0 16,-1-1 0,0 0-16,-3 1 15,-1 0-15,-1 2 16,-1 0-16,0 1 16,-2 0-16,0 2 15,-2 0-15,-1-1 16,-1 1-16,0-1 15,1 0-15,-1 1 16,0-1 0,-1-1-16,-1 1 15,-3-1-15,1-1 16,-1 2-16,-10-2 16,17 1-16,-17-1 15,15 2-15,-15-2 16,10 0-16,-10 0 15,0 0-15,0 0 16,10-1-16,-10 1 16,0 0-1,0 0-15,0 0 16,0 0-16,0 0 16,0 0-16,0 0 15,0 0-15,0 0 16,0 0-16,0 0 15,0 0-15,0 0 16,0 0 0,0 0-16,0 0 15,0 0-15,0 0 16,0 0-16,0 0 16,0 0-16,0 0 15,0 0-15,0 0 16,0 0-16,0 0 15,0 0-15,0 0 16,0 0-16,-21-1 16,0 1-1,-11 0-15,-8 0 16,-7 0-16,-6-1 16,-4-1-16,-9-2 15,-4 2-15,-3-2 16,3 0-16,0 0 15,2-1-15,0 1 16,-1 0-16,5-1 16,4 0-1,6 0-15,9 2 16,5-1-16,6 2 16,3-2-16,3 2 15,3 0-15,2 0 16,3 1-16,2-1 15,6 1-15,12 1 16,-14-1-16,14 1 16,0 0-1,0 0-15,0 0 16,0 0-16,0 0 16,0 0-16,0 0 15,0 0-15,32 0 16,13 0-16,6 0 15,4 2-15,3 0 16,5 0 0,-1 1-16,2-1 15,-1 1-15,-1 1 16,-3 1-16,-1-2 16,-3 0-16,-2 1 15,-3-1-15,-2 0 16,-3 0-16,-5-1 15,-5 0-15,-5-1 16,-4 1 0,-2-1-16,-4 0 0,-3 0 15,-5 0 1,-12-1-16,15 0 16,-15 0-16,0 0 15,0 0-15,0 0 16,11 0-16,-11 0 15,0 0-15,0 0 16,0 0-16,0 0 16,0 0-1,0 0-15,0 0 16,0 0-16,0 0 16,0 0-16,0 0 15,0 0-15,0 0 16,0 0-16,0 0 15,0 0-15,0 0 16,0 0-16,0 0 16,0 0-16,0 0 15,0 0 1,0 0-16,0 0 16,0 0-16,0 0 15,0 0-15,0 0 16,0 0-16,0 0 15,0 0-15,0 0 16,0 0-16,0 0 16,0 0-16,0 0 15,0 0 1,0 0-16,0 0 16,0 0-16,0 0 15,0 0-15,0 0 16,0 0-16,0 0 15,0 0-15,0 0 16,0 0-16,0 0 16,0 0-16,0 0 15,0 0 1,0 0-16,0 0 16,0 0-16,0 0 15,0 0-15,0 0 16,0 0-16,0 0 15,0 0-15,0 0 16,0 0-16,0 0 16,0 0-1,0 0-15,0 0 0,0 0 16,0 0 0,0 0-16,0 0 15,0 0-15,0 0 16,0 0-16,0 0 15,0 0-15,0 0 16,0 0-16,0 0 16,0 0-16,0 0 15,0 0 1,0 0-16,0 0 16,0 0-16,0 0 15,0 0-15,0 0 16,0 0-16,0 0 15,0 0-15,0 0 16,0 0-16,0 0 16,0 0-16,0 0 15,0 0 1,0 0-16,0 0 16,0 0-16,0 0 15,0 0-15,0 0 16,0 0-16,0 0 15,0 0-15,0 0 16,0 0-16,0 0 16,0 0-16,0 0 15,0 0 1,0 0-16,0 0 16,0 0-16,0 0 15,0 0-15,0 0 16,0 0-16,0 0 15,0 0-15,0 0 16,0 0-16,0 0 16,0 0-16,0 0 15,0 0-15,0 0 16,0 0 0,0 0-16,0 0 15,0 0-15,0 0 16,0 0-16,0 0 15,0 0-15,0 0 16,0 0-16,0 0 16,0 0-1,0 0-15,0 0 16,0 0-16,0 0 16,0 0-16,0 0 15,0 0-15,0 0 16,0 0-16,0 0 15,0 0-15,0 0 16,0 0-16,0 0 16,0 0-16,0 0 15,0 0 1,0 0-16,0 0 16,0 0-16,0 0 15,0 0-15,0 0 16,0 0-16,0 0 15,0 0-15,0 0 16,0 0-16,0 0 16,0 0-16,0 0 15,0 0-15,0 0 16,0 0 0,0 0-16,0 0 15,0 0-15,0 0 16,0 0-16,0 0 15,0 0-15,0 0 16,0 0-16,0 0 16,0 0-16,0 0 15,0 0-15,0 0 16,0 0 0,0 0-16,0 0 15,0 0-15,0 0 16,0 0-16,0 0 15,0 0-15,0 0 16,0 0-16,0 0 16,0 0-16,0 0 15,0 0 1,0 0-16,0 0 0,0 0 16,0 0-1,0 0-15,0 0 16,0 0-16,0 0 15,0 0-15,0 0 16,0 0-16,0 0 16,0 0-16,0 0 15,0 0-15,0 0 16,0 0 0,0 0-16,0 0 15,0 0-15,0 0 16,0 0-16,0 0 15,0 0-15,0 0 16,0 0-16,0 0 16,0 0-16,0 0 15,0 0-15,0 0 16,0 0 0,0 0-16,0 0 15,0 0-15,0 0 16,0 0-16,0 0 15,0 0-15,0 0 16,0 0-16,0 0 16,0 0-16,0 0 15,0 0-15,0 0 16,0 0-16,0 0 16,0 0-1,0 0-15,0 0 16,0 0-16,0 0 15,0 0-15,10 2 16,-10-2-16,0 0 16,0 0-16,0 0 15,0 0-15,0 0 16,0 0-16,0 0 16,0 0-1,0 0-15,0 0 16,0 0-16,0 0 15,0 0-15,0 0 16,0 0-16,0 0 16,0 0-16,0 0 15,0 0-15,0 0 16,0 0-16,0 0 16,0 0-16,0 0 15,0 0 1,0 0-16,0 0 15,0 0-15,0 0 16,0 0-16,0 0 16,0 0-16,0 0 15,0 0-15,0 0 16,0 0-16,0 0 16,0 0-1,0 0-15,0 0 16,0 0-16,0 0 15,0 0-15,0 0 16,0 0-16,0 0 16,0 0-16,0 0 15,0 0-15,0 0 16,0 0-16,0 0 16,0 0-1,0 0-15,0 0 16,0 0-16,0 0 15,0 0-15,0 0 16,0 0-16,0 0 16,0 0-16,0 0 15,0 0-15,0 0 16,0 0-16,0 0 16,0 0-1,0 0-15,0 0 16,0 0-16,0 0 15,0 0-15,0 0 16,0 0-16,0 0 16,0 0-16,0 0 15,0 0-15,0 0 16,0 0-16,0 0 16,0 0-1,0 0-15,0 0 16,0 0-16,0 0 15,0 0-15,0 0 16,0 0-16,0 0 16,0 0-16,0 0 15,0 0-15,0 0 16,0 0-16,0 0 16,0 0-16,0 0 15,0 0 1,0 0-16,0 0 15,0 0-15,0 0 16,0 0-16,0 0 16,0 0-16,0 0 15,0 0-15,0 0 16,0 0-16,0 0 16,8-8-16,-8 8 15,0 0 1</inkml:trace>
  <inkml:trace contextRef="#ctx0" brushRef="#br0" timeOffset="59098.59">8948 7470 0,'0'0'0,"0"0"0,0 0 16,0 0-16,0 1 15,0-1-15,0 0 16,19 5-16,3-3 16,4-1-1,6-1-15,3-1 16,2-1-16,-1 1 16,-2-2-16,-1 1 15,2 0-15,0 0 16,1 0-16,-2 0 15,1 4-15,0 0 16,0 2-16,0 2 16,0-2-16,2 1 15,0 0 1,2 0-16,-1 0 16,1-3-16,1-1 15,-3-1-15,-1 0 16,1 0-16,-2 0 15,-1 0-15,1 0 16,-3 0-16,2 0 16,-1 0-16,0 0 15,-2 0 1,-4 0-16,0 1 16,-2 0-16,-4 1 15,-2-1-15,-4 1 16,-3-1-16,-12-1 15,14 2-15,-14-2 16,0 0-16,11 1 16,-11-1-16,0 0 15,0 0 1,0 0-16,0 0 16,0 0-16,0 0 15,10 7-15,-10-7 16,0 0-16,0 0 15,0 0-15,0 0 16,0 0-16,0 0 16,0 0-16,0 0 15,0 0 1,0 0-16,0 0 16,0 0-16,0 0 15,3 6-15,-3-6 16,0 0-16,0 0 15,0 0-15,0 0 16,0 0-16,0 0 16,0 0-16,0 0 15,0 0 1,0 0-16,0 0 16,0 0-16,0 0 15,0 0-15,0 0 16,0 0-16,0 0 15,0 0-15,0 0 16,0 0-16,0 0 16,0 0-16,0 0 15,0 0 1,0 0-16,0 0 16,0 0-16,0 0 15,0 0-15,0 0 16,0 0-16,0 0 15,0 0-15,0 0 16,0 0-16,0 0 16,0 0-16,0 0 15,0 0-15,0 0 16,0 0 0,0 0-16,0 0 15,0 0-15,0 0 16,0 0-16,0 0 15,0 0-15,-8-14 16,-5-4-16</inkml:trace>
  <inkml:trace contextRef="#ctx0" brushRef="#br0" timeOffset="60232.19">8034 7807 0,'0'0'0,"0"0"0,0 0 0,0 0 16,0 0-16,-2-2 15,2 2-15,0 0 16,-2-8 0,2 8-16,1-13 15,0 2-15,5-7 16,6-5-16,3-4 15,6-2-15,3-5 16,2 1-16,4-4 16,0-1-16,-1 0 15,0 0-15,0-2 16,-5-2-16,0-3 16,-1 0-1,-2 4-15,-1-1 16,0 3-16,0 0 15,-1 0-15,-1 2 16,2 2-16,2 1 16,-1 4-16,0 3 15,-1 3-15,-2 2 16,-1 4-16,-3 2 16,-3 3-1,-1 1-15,-2 3 16,-4 2-16,-4 7 15,7-7-15,-7 7 16,0 0-16,0 0 16,0 0-16,7-6 15,-7 6-15,0 0 16,0 0-16,0 0 16,0 0-1,0 0-15,-11-7 16,-8 1-16,-8 1 15,1 4-15,4 2 16,1 2-16,2 1 16,2-1-16,3 1 15,2 0-15,12-4 16,-13 4-16,13-4 16,0 0-1,0 0-15,-10 3 16,10-3-16,0 0 15,0 0-15,0 0 16,12-6-16,16-6 16,8-3-16,1 0 15,-2 2-15,-3 3 16,-2 0-16,-3 3 16,-6 2-1,-2 3-15,-3 3 16,-1 3-16,1 6 15,-2 5-15,-1 4 16,-4 6-16,-3 5 16,-5 2-16,-3 4 15</inkml:trace>
  <inkml:trace contextRef="#ctx0" brushRef="#br0" timeOffset="62182.42">6637 7416 0,'0'0'0,"0"0"0,0 0 16,0 0-16,0 0 16,-3 1-16,3-1 15,0 0 1,0 0-16,14 0 15,2 0-15,2 0 16,1 0-16,1 0 16,1 0-16,3-1 15,2 0-15,3-3 16,2 0-16,-2-1 16,-2 1-16,-2 0 15,0 1-15,-2 0 16,-3 0-1,-2 0-15,-4 2 16,-5 0-16,-9 1 16,12-2-16,-12 2 15,0 0-15,0 0 16,0 0-16,0 0 16,0 0-16,0 0 15,0 0 1,0 0-16,0 0 15,0 0-15,0 0 16,-15 8-16,-16-1 16,-11 0-16,8-3 15,12-3-15,8 1 16,14-2-16,-13 2 16,13-2-16,0 0 15,-11 0 1,11 0-16,0 0 15,0 0-15,0 0 16,0 0-16,0 0 16,0 0-16,-9 0 15,9 0-15,0 0 16,0 0-16,0 0 16,0 0-16,0 0 15,0 0 1,0 0-16,0 0 15,0 0-15,0 0 16,10-6-16,-10 6 16,20-3-16,-3 2 15,-1 0-15,1 2 16,-1 0-16,-2 0 16,-3 0-16,-11-1 15,14 1-15,-14-1 16,0 0-1,0 0-15,0 0 16,10 2-16,-10-2 16,0 0-16,0 0 15,0 0-15,0 0 16,-12 7-16,-19 0 16,-15 0-16,7-2 15,13-3-15,13-1 16,13-1-16,-15 1 15,15-1 1,0 0-16,-11 0 16,11 0-16,0 0 15,0 0-15,0 0 16,0 0-16,0 0 16,0 0-16,0 0 15,0 0-15,0 0 16,0 0-16,0 0 15,0 0 1,0 0-16,0 0 16,0 0-16,0 0 15,19-9-15,-8 5 16,-11 4-16,13-3 16,-13 3-16,0 0 15,0 0 1,11-4-16,-11 4 15,0 0-15,0 0 16,0 0-16,0 0 16,0 0-16,0 0 15,0 0-15,0 0 16,0 0-16,0 0 16,0 0-16,0 0 15,0 0-15,0 0 16</inkml:trace>
  <inkml:trace contextRef="#ctx0" brushRef="#br0" timeOffset="70598.67">4102 6498 0,'0'0'0,"0"0"0,0 0 15,0 0-15,0 0 16,0 0-16,0 0 15,4 4 1,-4-4-16,23 15 16,-9-8-16</inkml:trace>
  <inkml:trace contextRef="#ctx0" brushRef="#br0" timeOffset="83699.39">11487 3401 0,'0'0'0,"0"0"0,0 0 16,0 2-16,0-2 15,0 13 1,2 0-16,0 3 15,1 0-15,-1 3 16,1 1-16,2 1 16,0 2-16,2 3 15,0 0-15,0 2 16,-1 1-16,2 1 16,-1-1-1,0 0-15,-1-1 16,0-1-16,-2-3 15,-2 1-15</inkml:trace>
  <inkml:trace contextRef="#ctx0" brushRef="#br0" timeOffset="84099.19">11539 3669 0,'0'0'0,"0"0"0,0-3 15,0 3-15,1-11 16,1 3-16,1-3 16,6-3-16,8-2 15,8-2-15,8-1 16,4 2-16,3 3 16,2 1-16,-1 2 15,-3 1-15,-6 1 16,-5 2-1,-3 1-15,-4 1 16,-5 2-16</inkml:trace>
  <inkml:trace contextRef="#ctx0" brushRef="#br0" timeOffset="84348.62">11546 3651 0,'0'0'0,"0"0"16,0 0-16,0 0 15,3 1-15,-3-1 16,31 8-16,-1 0 16,2 0-16,-3-1 15,-2 0 1,2 1-16,-2 1 15,0 1-15,-2-2 16,-1 2-16,0-1 16,0-1-16,-7-1 15</inkml:trace>
  <inkml:trace contextRef="#ctx0" brushRef="#br0" timeOffset="84632.21">12106 3662 0,'0'0'0,"0"0"16,0 0-16,3 0 15,-3 0-15,27-8 16,2 3-1,5 3-15,0 2 16,-3 1-16,-2 1 16,3-1-16,-1 1 15,-3 0-15,-7-2 16,-9 0-16</inkml:trace>
  <inkml:trace contextRef="#ctx0" brushRef="#br0" timeOffset="84881.99">12157 3805 0,'0'0'0,"0"0"0,0 0 0,0 0 0,2 0 16,-2 0-1,25 0-15,1 0 16,8 0-16,4-2 16,-1-1-16,3-1 15,-2-5-15,0 0 16,2-4-16</inkml:trace>
  <inkml:trace contextRef="#ctx0" brushRef="#br0" timeOffset="85514.78">12714 3539 0,'0'0'0,"0"0"0,3-2 16,-3 2-16,26-15 15,6 2 1,8 5-16,-1 4 16,1 5-16,-2 3 15,-1 0-15,-6 3 16,-5 0-16,-5 1 16,-6 3-16,-2 2 15,-6 3-15,-4 3 16,-6 2-16,-8 3 15,-9 4 1,-7 0-16,-4-5 16,4-5-16,4-6 15,8-4-15,4-2 16,11-6-16,-12 6 16,12-6-16,0 0 15,0 0-15,0 0 16,32 4-1,8 0-15,4 1 16,2-1-16,-4 1 16,1 5-16,-6 3 15,-7-1-15,-7-2 16,-6-1-16,-6 1 16,-4 0-16,-4 3 15,-5 1-15,-10 3 16,-13 3-1,-10-1-15,-7-5 16,-1-4-16,6-3 16,2-2-16,7-4 15,7-1-15,2-1 16,4-3-16,6-4 16</inkml:trace>
  <inkml:trace contextRef="#ctx0" brushRef="#br0" timeOffset="85799.15">13355 3628 0,'0'0'0,"0"0"0,0 0 16,1 1-16,-1-1 15,17 15 1,5 2-16,5 3 16,2 1-16,6-1 15,3-2-15,2-1 16,0-3-16,-2-3 16,-6-2-16,-5-3 15,-2-2-15,-3-4 16</inkml:trace>
  <inkml:trace contextRef="#ctx0" brushRef="#br0" timeOffset="86099.27">13632 3650 0,'0'0'0,"0"0"0,0 0 0,0 0 16,0 0-1,-2 3-15,2-3 16,-17 19-16,-2 0 16,-2 2-16,-2 1 15,2-4-15,1 2 16,0-1-16,3-2 16,2-2-16,2 1 15,2-1-15,4 0 16,2-2-16,2 1 15,3-3-15,2 2 16</inkml:trace>
  <inkml:trace contextRef="#ctx0" brushRef="#br0" timeOffset="86749.08">13935 3556 0,'0'0'0,"2"-2"15,-2 2-15,8-6 16,1-1-16,8 0 16,10 4-16,9 0 15,1 5-15,-2 1 16,-4 1-16,-6 1 15,-2-1-15,-1 1 16,-1-1 0,0 1-16,-3 1 15,-4 0-15,-1 3 16,-3 0-16,-2 5 16,-5 5-16,-6 6 15,-7 2-15,-4 0 16,-6 0-16,-3 0 15,-4-3 1,2-4-16,0-5 16,3-2-16,4-3 15,5-3-15,13-7 16,-13 6-16,13-6 16,0 0-16,0 0 15,0 0-15,0 0 16,10 8-16,16 0 15,5 3 1,-1-2-16,3 3 16,-3-3-16,-3 0 15,-7-2-15,-7-1 16,-3 0-16,-10-6 16,9 12-16,-9-4 15,-4 2-15,-11 2 16,-10 2-16,-17-1 15,-15-3-15,-5-4 16,-11-3 0,-5-3-16,0-3 15,1 1-15,7-1 16</inkml:trace>
  <inkml:trace contextRef="#ctx0" brushRef="#br0" timeOffset="87815.1">11032 4429 0,'0'0'0,"0"0"0,-3-2 0,3 2 16,0 0-16,-10-8 15,10 8-15,0 0 16,0 0-16,0 0 15,-12 11-15,4 2 16,1 5-16,3 3 16,1 3-1,3 1-15,1 2 16,2 0-16,-1 0 16,2-2-16,1-3 15,0-3-15,0-2 16</inkml:trace>
  <inkml:trace contextRef="#ctx0" brushRef="#br0" timeOffset="88265.14">10861 4356 0,'0'0'0,"0"0"0,0 0 0,0 0 0,0 0 16,9-2-16,11-2 16,14 0-16,8 4 15,2 3-15,0 5 16,2 2-16,-6 4 15,-1 2-15,-4 1 16,-5 2-16,-5 2 16,-3 0-16,-7 2 15,-4 1 1,-6 5-16,-5 5 16,-6 0-16,-8 0 15,-6 1-15,-8-2 16,-6-1-16,1-7 15,-3-4-15,2-4 16,4-6-16,3-2 16,2-2-16,0-4 15,4 0 1,3-3-16,4-1 16,0-1-16</inkml:trace>
  <inkml:trace contextRef="#ctx0" brushRef="#br0" timeOffset="88815.22">11524 4541 0,'0'0'0,"0"0"0,0 0 16,0 0-16,0 3 15,0-3-15,2 11 16,1 2-16,0 6 16,0 3-16,1 3 15,1-1 1,0-3-16,0 3 16,1-3-16,-1-3 15,0-3-15,-1-3 16</inkml:trace>
  <inkml:trace contextRef="#ctx0" brushRef="#br0" timeOffset="88998.5">11545 4380 0,'0'0'0,"0"0"0,0 0 0,0 0 0,0 0 16,0 0-16,0 0 15,3 1-15</inkml:trace>
  <inkml:trace contextRef="#ctx0" brushRef="#br0" timeOffset="89381.71">11746 4298 0,'0'0'0,"0"0"0,0 0 0,2 3 16,1 6-16,5 8 15,2 5-15,-1 5 16,0 5-16,-3 2 15,0 2-15,-1-1 16,1-1-16,-2-3 16,0 1-16,1 0 15,0-2-15,0-2 16,-1-5 0,1-3-16,-2-4 15,1-3-15,0-1 16,0-3-16,0 0 15,3 1-15,5 1 16,3-1-16,3-1 16,1-1-16,1-5 15</inkml:trace>
  <inkml:trace contextRef="#ctx0" brushRef="#br0" timeOffset="90064.8">12145 4602 0,'0'0'0,"0"0"0,0 0 15,0 0-15,0 0 16,-4-1-16,4 1 16,-10 4-1,-2 1-15,-2 4 16,2 3-16,1 3 15,2 3-15,3 0 16,3-2-16,3-4 16,1-1-16,1-4 15,-2-7-15,11 8 16,-11-8 0,20-1-16,-5-6 15,0-3-15,2-4 16,-4-1-16,-3 4 15,-3 2-15,-7 9 16,7-9-16,-7 9 16,0 0-16,13 2 15,1 6-15,2 5 16,0 0 0,0 1-16,0-1 15,2-2-15,4-7 16,2-4-16,2-3 15,-3-6-15,-2-7 16,-4-3-16,-3-6 16,-3-2-16,-2 0 15,-6 1-15,-2 5 16,-2 1 0,-2 4-16,1 4 15,0 4-15,2 8 16,-2-8-16,2 8 15,0 0-15,0 0 16,-7 15-16,4 5 16,2 7-16,3 4 15,1 2-15,3-1 16,1 0-16,1-4 16,1 2-1,1-3-15,-2-4 16,-1-6-16</inkml:trace>
  <inkml:trace contextRef="#ctx0" brushRef="#br0" timeOffset="90382">12344 4672 0,'0'0'0,"0"0"0,3-2 15,-3 2-15,23-12 16,-2 2-16,4 0 16,2 2-16,-2 0 15,-3 1-15,-4 2 16,-5 2-16,-3 1 16,-10 2-1,15 1-15,-15-1 16,17 12-16,-7 1 15,-1 5-15,-2 6 16,-1 4-16,-5-2 16,-3-1-16,-1-3 15,0-5-15</inkml:trace>
  <inkml:trace contextRef="#ctx0" brushRef="#br0" timeOffset="90565.19">12642 4511 0,'0'0'0,"0"0"16,0 0-1,0 2-15,0-2 16,1 8-16,-1-8 15,5 13-15</inkml:trace>
  <inkml:trace contextRef="#ctx0" brushRef="#br0" timeOffset="91282.09">12852 4528 0,'0'0'0,"0"0"0,0 0 0,0 0 0,0 0 16,0 0-16,0 3 15,0 5-15,0 5 16,-1 5-16,0 5 16,0-1-16,1-2 15,-1-1-15,0-1 16,1-3-16,2-2 16,1-1-16,5-1 15,2 0 1,5-1-16,4-1 15,-1-3-15,-3-4 16,-1-3-16,-3-2 16,-11 3-16,9-14 15,-9 1-15,-1-2 16,-5-1-16,1 1 16,0 3-1,0-1-15,1 2 16,2-2-16,7-3 15,5-5-15,7 0 16,3 2-16,2 9 16,0 3-16,5 7 15,-1 5-15,-1 5 16,0 4-16,-3 4 16,-2 3-16,-3 0 15,-4-3 1,-2-3-16,-5-5 15,0-2-15,-6-8 16,6 10-16,-6-10 16,0 0-16,14 3 15,-3-8-15,2-3 16,0-1-16,-5 1 16,-8 8-1,13-9-15,-13 9 16,0 0-16,15-6 15,-1 12-15,3 3 16,0 6-16,0 0 16,1 2-16,3 2 15,3 3-15,-3-3 16,2-1-16</inkml:trace>
  <inkml:trace contextRef="#ctx0" brushRef="#br0" timeOffset="91698.26">13741 4376 0,'0'0'0,"0"0"16,0 0-16,0 0 15,0 4-15,2 2 16,0 10-16,2 13 16,2 11-16,2 8 15,-1 3-15,1 4 16,0 4-16,1 5 16,1 7-16,0 2 15,1 9-15,4 1 16,6 8-1,3 5-15,1-5 16,2 10-16,-2-10 16,1 6-16,-2-6 15,-7-10-15,-2-2 16,-2-14-16,-3-11 16,-3-13-16,-1-13 15,-4-10-15,0-9 16,-2-9-1</inkml:trace>
  <inkml:trace contextRef="#ctx0" brushRef="#br0" timeOffset="92132.89">14018 4625 0,'0'0'0,"0"0"16,0 0-16,0 0 15,2 2-15,2 5 16,7 7-1,7 10-15,0 6 16,1 3-16,-3-4 16,0 1-16,-2-2 15,-4-4-15,-4-10 16</inkml:trace>
  <inkml:trace contextRef="#ctx0" brushRef="#br0" timeOffset="92631.79">13926 4576 0,'0'0'0,"0"-3"0,0 3 15,2-13-15,-1 0 16,5 0-1,9-3-15,7 2 16,11 0-16,5 6 16,1 3-16,-3 6 15,-8 1-15,-6 4 16,-4 0-16,-7 1 16,-1 0-16,-3 2 15,-4 0-15,-4 5 16,-4 2-1,-9 3-15,-3 0 16,-3-3-16,-1-2 16,2-1-16,2-3 15,6-2-15,11-8 16,-14 8-16,14-8 16,0 0-16,-5 8 15,14 1-15,11 7 16,16 6-1,2-3-15,-1-2 16,1-1-16,-1-3 16,-3-3-16,1 0 15,-8-2-15,-3-1 16,-3-4-16</inkml:trace>
  <inkml:trace contextRef="#ctx0" brushRef="#br0" timeOffset="93164.77">14636 4558 0,'0'0'0,"0"0"0,0 0 16,1 3-16,-1-3 15,7 16 1,3 6-16,2 6 16,1 2-16,-1 0 15,-2-3-15,-3-5 16,-3-5-16,-2-5 16,1-3-16,-3-9 15,2 8-15,-2-8 16,0 0-16,0 0 15,0 0 1,-5-23-16,-5-5 16,-10-5-16,-2-1 15,-2 4-15,0 1 16,2 2-16,1 4 16,6 4-16,2 4 15,5 4-15,2 1 16,2 2-16,4 8 15,-3-12 1,7 5-16,10-5 16,13-3-16,14 1 15,6 5-15,2 4 16,-2 2-16,-3 3 16,-4 3-16,-7 0 15,-8 1-15,-7 1 16</inkml:trace>
  <inkml:trace contextRef="#ctx0" brushRef="#br0" timeOffset="93432.02">14742 4670 0,'0'0'0,"0"0"16,0 0-16,0 0 15,0 0 1,3 1-16,-3-1 16,29 5-16,5 0 15,6-3-15,2-2 16,-2 0-16,-7-2 16,-3-3-16,-5 1 15,-10 0-15</inkml:trace>
  <inkml:trace contextRef="#ctx0" brushRef="#br0" timeOffset="94648.18">10439 5111 0,'0'0'0,"0"0"0,0 0 0,0 0 15,0 0-15,-3 0 16,3 0-16,0 0 15,23 0 1,19-2-16,17-2 16,7-2-16,10-4 15,11-3-15,4-1 16,7 1-16,6-3 16,4 1-16,4-2 15,5 0-15,5 2 16,5 2-16,4 3 15,-6 1 1,5 2-16,-9 2 16,4 0-16,-1 0 15,1 0-15,6 0 16,-3 0-16,4 0 16,-3 3-16,3 1 15,0 1-15,-5 0 16,3 0-16,-1 0 15,0 0-15,0 0 16,-4 0 0,-2 2-16,-2-1 15,-2 1-15,-4 1 16,-4 2-16,-2-2 16,-9 1-16,-6-1 15,-6 0-15,-9-1 16,-4 0-16,-7 0 15,-7 0-15,-8 0 16,-5-1 0,-8 0-16,-8-1 15,-4 0-15,-9 0 16,-5 0-16,-14 0 16,13 0-16,-13 0 15,0 0-15,0 0 16,0 0-16,0 0 15,0 0-15,0 0 16,0 0 0,0 0-16,0 0 15,0 0-15,0 0 16,0 0-16,0 0 16,0 0-16,0 0 15,0 0-15,0 0 16,0 0-16,0 0 15,0 0-15,0 0 16,0 0 0,0 0-16,0 0 15,9 7-15,-9-7 16,0 0-16,0 0 16,0 0-16,0 0 15,0 0-15,0 0 16,0 0-16,0 0 15,0 0-15,0 0 16,0 0-16,0 0 16,0 0-1,0 0-15,0 0 16,0 0-16,0 0 16,-14-29-16</inkml:trace>
  <inkml:trace contextRef="#ctx0" brushRef="#br0" timeOffset="95881.88">12192 5232 0,'0'0'0,"0"0"0,-2-2 15,2 2-15,-3-7 16,3 7-16,0 0 15,-4-7-15,4 7 16,0 0-16,0 0 16,0 0-1,-6 10-15,1 0 16,1 9-16,2 7 16,2 5-16,1 3 15,0 1-15,2 3 16,1-1-16,0 2 15,1-2-15,1-2 16,2-2-16,0-4 16,-1-3-16,0-4 15,-1-3 1,-1-4-16,-1-3 16,-1-2-16,-1-2 15,-2-8-15,2 8 16,-2-8-16,0 0 15,2 7-15,-2-7 16,0 0-16,0 0 16,0 7-1,0-7-15,0 0 16,0 0-16,0 0 16,0 0-16,0 0 15,0 6-15,0-6 16,0 0-16,0 0 15,0 0-15,0 0 16,0 0-16,0 0 16,0 0-1,0 0-15,0 0 16,0 0-16,0 0 16,0 0-16,0 0 15,0 0-15,0 0 16,0 0-16,0 0 15,0 0-15,0 0 16,0 0-16,0 0 16,0 0-1,1-8-15,-2-1 16,-1-3-16</inkml:trace>
  <inkml:trace contextRef="#ctx0" brushRef="#br0" timeOffset="97715.07">14210 5191 0,'0'0'0,"0"0"16,1 2-16,-1-2 15,0 0-15,9 1 16,6-1-16,13 0 16,6-2-1,4-1-15,-2 2 16,2 0-16,-1 0 15,-3 2-15,-3 5 16,-6 1-16,-5 1 16,-5 0-16,-3 2 15,-3 0-15,-2 2 16,-3 4 0,-5 1-16,-3 2 15,-5 1-15,0 0 16,-4-4-16,2-2 15,3-5-15,1-3 16,7-6-16,-6 8 16,6-8-16,0 0 15,0 0-15,0 0 16,0 0 0,3 7-16,13 0 15,11 4-15,5 0 16,3 2-16,0 0 15,-4-1-15,-2 0 16,-5 1-16,-5 0 16,-5 0-16,-2 1 15,-4 1 1,-2-2-16,-4 0 16,-6 1-16,-4 1 15,-10 3-15,-9 0 16,-7-1-16,-5-4 15,-1-3-15,-1-5 16,3-2-16,0-1 16,4-2-16,2-2 15,8 0-15,5 0 16,5 1-16,14 1 16,-15-3-1,15 3-15,0 0 16,0 0-16,-11-3 15,11 3-15,0 0 16,0 0-16,0 0 16,0 0-16,0 0 15,0 0-15,0 0 16,0 0 0,0 0-16,0 0 15,-6-7-15,6 7 16,0 0-16,0 0 15,0 0-15,-2-7 16</inkml:trace>
  <inkml:trace contextRef="#ctx0" brushRef="#br0" timeOffset="98098.23">14705 5302 0,'0'0'0,"0"0"0,0 0 0,3 5 15,6 10-15,9 13 16,4 1-16,4-1 16,-1-3-16,1-3 15,-1-3 1,-2-4-16,-4-3 15,-5-5-15,-1-2 16,-13-5-16</inkml:trace>
  <inkml:trace contextRef="#ctx0" brushRef="#br0" timeOffset="98398.36">14823 5322 0,'0'0'0,"0"0"0,0 0 16,0 0-16,0 0 15,-1 5-15,1 3 16,-2 5-16,1 4 16,-2 5-1,-1 1-15,-2 2 16,-1 2-16,-1 0 15,0-1-15,-1-2 16,-1-1-16,-1-2 16,1-3-16,3-4 15,2-3-15,5-11 16,-3 6-16</inkml:trace>
  <inkml:trace contextRef="#ctx0" brushRef="#br0" timeOffset="98932.66">15076 5315 0,'0'0'0,"0"0"16,0 0-16,3-3 15,-3 3-15,10-5 16,0 1-16,5 0 16,5 0-16,2 4 15,1 4-15,1 3 16,1 3-16,-2 1 16,-5 1-16,-3 1 15,-4 0 1,-2 1-16,-2 3 15,-4 3-15,-3-1 16,-3 2-16,-2-2 16,0 0-16,-1-2 15,1-3-15,1-3 16,1-3-16,3-8 16,-2 9-16,2-9 15,21 16 1,2-1-16,6 0 15,0 0-15,-3-3 16,-4-2-16,-5-1 16,-4 2-16,-5 2 15,-7 1-15,-8 3 16,-10 3-16,-12 3 16,-15 0-1,-9-6-15,-8-3 16,-3-3-16,0-3 15,-3-5-15</inkml:trace>
  <inkml:trace contextRef="#ctx0" brushRef="#br0" timeOffset="99681.99">13987 6004 0,'0'0'0,"0"0"16,0 0-16,0 0 15,0 0-15,0 1 16,0-1-1,0 0-15,4 8 16,-4-8-16,12 11 16,-5-3-16,1-1 15,2 3-15,1 3 16,3 3-16,1 5 16,-1 5-16,0 4 15,-1 5 1,0 5-16,-2 2 15,1 8-15,-2 1 16,0 0-16,1 6 16,0-2-16,-1 2 15,2 2-15,-1-2 16,1 2-16,-1 0 16,2-1-16,3-5 15,-1-3 1,1-4-16,1-6 15,-3-5-15,0-4 16,-3-4-16,-2-6 16,-1-5-16,-2-4 15,-2-4-15,-4-8 16,4 9-16,-4-9 16,0 0-1,-26-8 1,-31-11-1,-43-24-15</inkml:trace>
  <inkml:trace contextRef="#ctx0" brushRef="#br0" timeOffset="100632.13">12116 6153 0,'0'0'0,"0"0"0,0-3 15,0 3-15,2-6 16,-2 6-16,10-13 16,6 3-16,5 0 15,1 5-15,1 2 16,3 3-1,0 2-15,-5 1 16,-1 0-16,-6 2 16,0 0-16,-4 3 15,-1 5-15,-3 5 16,-3 4-16,-3 6 16,-8 7-16,-6 0 15,-3-2-15,-2-3 16,0-4-1,0-2-15,1 0 16,4-8-16,7-6 16,7-10-16,-8 10 15,8-10-15,0 0 16,0 0-16,0 0 16,0 0-16,0 0 15,0 0-15,26 5 16,8-5-1,6-2-15,4-1 16,-1 0-16,2-3 16,0-2-16,-1 0 15,-4 1-15,-6 1 16,-7 0-16,-4 2 16,-4 0-16,-2 0 15,-5 2-15,-12 2 16,14-2-16,-14 2 15,0 0 1,0 0-16,9-3 16,-9 3-16,0 0 15,0 0-15,0 0 16,0 0-16</inkml:trace>
  <inkml:trace contextRef="#ctx0" brushRef="#br0" timeOffset="103115.01">8991 7470 0,'0'0'0,"0"0"15,0 0-15,0 0 16,0 0-16,0 2 15,0-2-15,0 0 16,0 0-16,3 7 16,-3-7-1,0 0-15,0 0 16,1 8-16,-1-8 16,0 0-16,0 7 15,0-7-15,0 0 16,0 0-16,0 0 15,0 0-15,9 7 16,2-2-16,9 2 16</inkml:trace>
  <inkml:trace contextRef="#ctx0" brushRef="#br0" timeOffset="103681.68">9871 7510 0,'0'0'0,"0"0"16,0 0-16,5-2 15,-5 2-15,13-1 16,1 0-16,8 2 15,2 2-15,-3 1 16,-5-1-16,-1 1 16,-3-1-1,1 0-15,0 0 16,-3 0-16,-10-3 16,19 3-16,-8-1 15,-1-1-15</inkml:trace>
  <inkml:trace contextRef="#ctx0" brushRef="#br0" timeOffset="108432.13">7799 7454 0,'0'0'0,"0"0"0,0 0 0,0 0 15,0 0-15,0 0 16,4 4-16,8 2 15</inkml:trace>
  <inkml:trace contextRef="#ctx0" brushRef="#br0" timeOffset="111397.92">14693 6200 0,'0'0'0,"0"0"16,0 0-16,1-1 15,-1 1-15,0 0 16,0 0-16,0 0 16,0 0-16,0 0 15,-14-8-15,-2 3 16,-5 0 0,-3 1-16,2 3 15,2 1-15,2 1 16,-1 0-16,1 1 15,4 0-15,1 3 16,13-5-16,-16 8 16,16-8-1,-9 11-15,7-4 16,2 2-16,4 3 16,6 6-16,7 3 15,5 1-15,0-2 16,-1-2-16,-4-3 15,-3-3-15,-2-2 16,-2 0-16,-1-1 16,-2 1-16,-2 2 15,-5 0 1,-1-1-16,-9 1 16,-5 2-16,-8 0 15,-3-3-15,-1-1 16,0-3-16,-1-1 15,4-3-15,3-2 16,7-1 0,4 0-16,10 0 0,-13-1 15,13 1 1,0 0-16</inkml:trace>
  <inkml:trace contextRef="#ctx0" brushRef="#br0" timeOffset="111981.62">14732 6314 0,'0'0'0,"0"0"0,0 0 16,0 0-16,6-1 15,-6 1-15,22 1 16,-3 3-16,5 2 16,6 3-16,2 3 15,2 3 1,-1 1-16,1 1 16,-1-1-16,-1 1 15,-2-2-15,-8-3 16,-3-2-16,-6-2 15,-13-8-15,12 6 16,-12-6-16,0 0 16,-11-17-1,-16-24 1,4 10 0,4 7-16,12 17 15,-1-3-15,-2-2 16,1 1-16,3 4 15,6 7-15,0 0 16,-6-7-16,6 7 16,0 0-16,-10 4 15,1 3-15,2 3 16,-2 5 0,-1 3-16,-1 3 15,0 2-15,1-2 16,0-2-16,2-3 15,1-3-15,1-3 16,1-1-16,0-2 16</inkml:trace>
  <inkml:trace contextRef="#ctx0" brushRef="#br0" timeOffset="112498.25">15429 6177 0,'0'0'0,"0"0"16,0 0-16,-5 4 15,-5 2-15,-4 1 16,-2 1-16,-1 0 16,0 0-16,2 0 15,0-1-15,3-2 16,2 1-16,10-6 16,-11 8-1,11-8-15,-6 8 16,6-1-16,3 4 15,4 7-15,4 1 16,2-1-16,0-1 16,0-1-16,0 0 15,0-1-15,-1-1 16,-2-1 0,-4-4-16,-3 1 15,-3-1-15,-5 2 16,-6 1-16,-9 0 15,-8-1-15,-4-7 16,-3-3-16,-2-4 16,1-3-16,2-3 15,-1-2-15</inkml:trace>
  <inkml:trace contextRef="#ctx0" brushRef="#br0" timeOffset="113765.15">12178 6819 0,'0'0'0,"0"0"15,-3 0-15,3 0 16,0 0-16,0 0 16,0 0-16,0 0 15,0 0-15,0 0 16,17-3-16,3 1 16,7 0-1,1 0-15,2 2 16,3 2-16,-2 1 15,-4 2-15,-5 1 16,-4 1-16,-3 6 16,-3 5-16,-1 6 15,-5 1 1,-4-1-16,-4 0 16,-5 1-16,-3 1 15,-3-2-15,0-3 16,2-4-16,4-6 15,2-4-15,5-7 16,-7 8-16,7-8 16,0 0-16,0 0 15,0 0-15,6 7 16,13 2-16,6 3 16,7 0-1,-3 1-15,-4-3 16,-3 1-16,1 6 31,-2 7-31,-2 0 16,-7-1-16,-7-7 15,-7-1-15,-4-2 16,-6 1-16,-9 0 16,-8 0-1,-10-6-15,-6-3 16,-2-3-16,5-4 15,2-3-15,2-2 16,4-3-16,8 2 16,12 2-16,1 0 15,6-1-15,0-6 16</inkml:trace>
  <inkml:trace contextRef="#ctx0" brushRef="#br0" timeOffset="114881.83">9222 7451 0,'0'0'0,"0"0"0,0 0 15,0-2-15,0 2 16,0 0-16</inkml:trace>
  <inkml:trace contextRef="#ctx0" brushRef="#br0" timeOffset="115381.96">9018 7448 0,'0'0'0,"0"0"16,0 0-16,0 0 15,1 1 1,-1-1-16,0 0 16,0 0-16,0 0 15,8 8-15,-8-8 16</inkml:trace>
  <inkml:trace contextRef="#ctx0" brushRef="#br0" timeOffset="119148.17">14421 6954 0,'0'0'0,"0"0"0,0 0 15,0-2-15,0 2 16,0 0-16,11-5 16,-11 5-1,23-7-15,-3 6 16,5-1-16,4 2 16,-1 0-16,0 0 15,-1 0-15,-2 0 16,-5-1-16,-3 1 15,-4 0-15,-2 0 16,-1 3-16,-10-3 16,15 13-16,-10-4 15,-1 5-15,-3 5 16,-1 4 0,-2 5-16,0 0 15,0 0-15,-1 0 16,1 0-16,2-1 15,1-2-15,2 0 16,2-4-16,3 3 16,1-1-16,2-1 15,1-4-15,0 0 16</inkml:trace>
  <inkml:trace contextRef="#ctx0" brushRef="#br0" timeOffset="119466.02">14827 7122 0,'0'0'0,"0"0"15,0 0-15,0 0 16,2-1-16,-2 1 15,0 0-15,23 5 16,0 4-16,5 6 16,3 6-16,0-1 15,2 7-15,0-1 16,-1 1 0,0-1-16,-3 0 15,-3-5-15,-4-2 16,-4-4-16,-7-4 15,-11-11-15,0 0 32</inkml:trace>
  <inkml:trace contextRef="#ctx0" brushRef="#br0" timeOffset="119764.81">15066 7127 0,'0'0'0,"0"0"0,0 0 0,0 0 0,-1 4 15,-2 2 1,-2 7-16,-3 8 16,-3 4-16,0 2 15,0 2-15,0 1 16,2 0-16,0-3 15,1-5-15,3-4 16,-1-3-16,1-2 16,2-3-16,1-4 15,2-6-15</inkml:trace>
  <inkml:trace contextRef="#ctx0" brushRef="#br0" timeOffset="120248.1">15288 7040 0,'0'0'0,"0"0"0,0 0 15,5 0-15,-5 0 16,14 0-16,0 0 16,4 0-16,5 1 15,-3 1-15,0 0 16,-5-2 0,-3 1-16,-12-1 15,13 1-15,-13-1 16,0 0-16,12 11 15,-7 0-15,-1 3 16,-3 3-16,0 6 16,-3 9-16,0 2 15,-2 2-15,-1-4 16,2-1 0,-1 0-16,0 0 15,1 0-15,1-2 16,3-1-16,1-4 15,-1-6-15,0-2 16,0-4-16,0 0 16,-1-6-16</inkml:trace>
  <inkml:trace contextRef="#ctx0" brushRef="#br0" timeOffset="136531.32">13438 4420 0,'0'0'0,"0"0"0,3 1 0,-3-1 15,8 8-15,-8-8 16,8 7-16,-8-7 16,0 0-16,0 0 15,10 0-15,-10 0 16,6-10 0,-3 3-16,0-1 15,0-1-15,0-4 16,-3-1-16,-3-1 15,-1-1-15,-3-1 16,-6-3-16,-7-3 16,-11-3-1,-4 1-15,-8 1 16,-7 2-16,-7 0 16,-6 1-16,-7 0 15,-4 1-15,0 0 16,-8 0-16,8 5 15,-7-1-15,-2 2 16,1 1-16,0 0 16,5 3-1,3 2-15,-7-1 0,7 2 16,3 0 0,4 0-16,3 0 15,-5 1-15,2-1 16,0 3-16,4 2 15,1 3-15,-3 3 16,3 1-16,-3 2 16,2 3-16,0 2 15,-1 3-15,4 2 16,1 1 0,4 0-16,0 4 15,2 0-15,2 1 16,1 1-16,0 0 15,3 1-15,-2 1 16,3 2-16,3 3 16,0 2-16,2 2 15,1 3-15,5-1 16,1 3-16,5 0 16,6 1-1,4-1-15,6-1 16,4 2-16,6 1 15,4-2-15,6-2 16,5-1-16,5-3 16,9 1-16,9-2 15,6-4-15,9-3 16,7-2 0,7 0-16,6 1 15,3-3-15,0-3 16,6-1-16,0-2 15,0-1-15,1-1 16,-1-1-16,4 2 16,0-2-16,1 1 15,2-2-15,4 0 16,1-1 0,-2-3-16,-1 0 15,-11-2-15,-3-1 16,4-2-16,-6-2 15,5-3-15,-6-3 16,-6-3-16,1-3 16,-5-2-16,0-1 15,-3-4-15,3-1 16,-1-3-16,-2 1 16,1-2-1,-6 3-15,-4 0 16,1 0-16,-4-1 15,-6-4-15,-8 4 16,-8 3-16,2 1 16,-2-6-16,5-11 15,-4 3-15,-4 1 16,1-5-16,-3-5 16,0-13-1,-7 5-15,-6 7 16,-4 4-16,-2 3 15,-4-2-15,-7-3 16,-8-6-16,-8-1 16,-7 7-16,1 5 15,-8 4-15,-1 6 16,-1 4-16,-2 5 16,4 3-1,0 5-15,4 1 16,4 2-16,8 3 15,6 0-15,6 1 16,13 0-16,-13 1 16,13-1-16,0 0 15,0 0-15,0 0 16,-11 6 0,11-6-16,0 0 15,0 0-15,0 0 16,0 0-16,0 0 15,0 0-15,0 0 16,0 0-16,0 0 16,0 0-16,0 0 15,0 0-15,0 0 16,0 0-16,0 0 16,0 0-1,0 0-15,0 0 16,0 0-16,0 0 15,0 0-15,0 0 16,0 0-16,0 0 16,0 0-16,0 0 15,0 0-15,0 0 16,0 0 0,0 0-16,0 0 15,0 0-15,0 0 16,0 0-16,0 0 15,0 0-15,-5-7 16,5 7-16,0 0 16,0 0-16,0 0 15,0 0-15,0 0 16,0 0-16,0 0 16,0 0-16,0 0 15,0 0 1,0 0-16,0 0 15,0 0-15,0 0 16,0 0-16,0 0 16,0 0-16,0 0 15,0 0-15,0 0 16,0 0-16,0 0 16,0 0-1,0 0-15,0 0 16,0 0-16,0 0 15,0-6-15,0 6 16,0 0-16,0 0 16,0 0-16,0 0 15,0 0-15,0 0 16,0-7-16,0 7 16,0 0-1,0 0-15,0 0 16,0 0-16,0 0 15,0 0-15,0 0 16,1-6-16,-1 6 16,0 0-16,0 0 15,0 0-15,0 0 16,0 0-16,1-8 16,-1 8-16,0 0 15,0 0 1,0 0-16,0 0 15,2-7-15,-2 7 16,0 0-16,0 0 16,0 0-16,0 0 15,2-6-15,-2 6 16,0 0-16,2-8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05T10:56:04.564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10835 6826 0,'0'0'0,"0"0"0,0 0 0,0 0 16,0 0-16,3 0 15,-3 0-15,26 0 16,-5-1-16,4 0 16,2-3-1,2-1-15,5 0 16,2-2-16,0 1 15,-4 1-15,2-1 16,1 1-16,2-2 16,0 1-16,-2-1 15,-2 2-15,2-1 16,-3 2 0,1 1-16,-5 1 15,-1 1-15,-1 0 16,-2 0-16,-2 0 15,-2 0-15,-2 0 16,-1 1-16,1-1 16,-3 0-16,-1 1 15,-2 0-15,-2 0 16,-10 0 0,15 0-16,-15 0 15,9 0-15,-9 0 16,0 0-16,0 0 15,10 1-15,-10-1 16,0 0-16,0 0 16,0 0-16,0 0 15,0 0-15,0 0 16,0 0-16,0 0 16,0 0-1,0 0-15,0 0 16,0 0-16,0 0 15,0 0-15,0 0 16,0 0-16,0 0 16,0 0-16,0 0 15,0 0-15,0 0 16,0 0-16,0 0 16,0 0-16,0 0 15,0 0 1,0 0-16,0 0 15,0 0-15,0 0 16,0 0-16,0 0 16,0 0-16,0 0 15,0 0-15,0 0 16,0 0-16,10 2 16,-10-2-16,0 0 15,0 0 1,0 0-16,0 0 15,0 0-15,0 0 16,0 0-16,0 0 16,0 0-16,0 0 15,0 0-15,0 0 16,0 0-16,0 0 16,0 0-1,0 0-15,0 0 16,0 0-16,0 0 15,0 0-15,0 0 16,0 0-16,0 0 16,0 0-16,0 0 15,0 0-15,0 0 16,0 0-16,0 0 16,0 0-1,0 0-15,0 0 16,0 0-16,0 0 15,0 0-15,0 0 16,0 0-16,0 0 16,0 0-16,0 0 15,0 0-15,0 0 16,0 0-16,0 0 16,0 0-16,0 0 15,0 0 1,0 0-16,0 0 15,0 0-15,0 0 16,0 0-16,0 0 16,0 0-16,0 0 15,0 0-15,0 0 16,0 0-16,0 0 16,0 0-1,0 0-15,0 0 16,0 0-16,0 0 15,0 0-15,0 0 16,0 0-16,0 0 16,0 0-16,0 0 15,0 0-15,0 0 16,0 0-16,0 0 16,0 0-16,0 0 15,0 0-15,0 0 16,0 0-1,0 0-15,0 0 16,0-469-16,0 938 16,0-469-16,0 0 15,0 0-15,0 0 16,0 0-16,0 0 16,0 0-16,0 0 15,0 0 1,0 0-16,0 0 15,0 0-15,0 0 16,0 0-16,0 0 16,0 0-16,0 0 15,0 0-15,0 0 16,0 0-16,0 0 16,0 0-16,0 0 15,0 0-15,0 0 16,0 0-1,0 0-15,0 0 16,0 0-16,0 0 16,0 0-16,0 0 15,0 0-15,0 0 16,0 0-16,0 0 16,0 0-16,0 0 15,0 0-15,0 0 16,0 0-1,0 0-15,0 0 16,0 0-16,0 0 16,0 0-16,0 0 15,0 0-15,0 0 16,0 0-16,0 0 16,0 0-16,0 0 15,0 0 1,0 0-16,0 0 15,0 0-15,0 0 16,0 0-16,0 0 16,0 0-16,0 0 15,0 0-15,0 0 16,0 0-16,0 0 16</inkml:trace>
  <inkml:trace contextRef="#ctx0" brushRef="#br0" timeOffset="14316.15">12043 1696 0,'0'0'0,"0"0"0,0 0 15,0 0-15,0 0 16,3 2-16,6 1 15,13 5-15,11-4 16,8-1-16,4-3 16,3-3-16,2-2 15,-4-2-15,-1 0 16,-6 0-16,-5 2 16,-7 1-16,-7 0 15,-3 3 1,-3 2-16,-2 3 15,-3 1-15,-2 4 16,-4 5-16,-5 7 16,-5 5-16,-6 6 15,-4 1-15,-6-2 16,-3 2-16,-5 0 16,0-3-1,0 1-15,1-2 16,1 0-16,4-1 15,3 0-15,4-4 16,1 1-16,3-1 16,2-1-16,3-3 15,5-5-15,0-2 16,4-4-16,0-1 16,1-1-1,3 1-15,5 1 16,8 1-16,6-2 15,7-2-15,4-1 16,2-2-16,-1-2 16,-1-2-16,-3-2 15,-2 0-15,-2 0 16,-2 0-16,-1 1 16,-3 0-1,-3 0-15,-2 1 16,-4 1-16,0-1 15,-2 0-15,-10 1 16,18-1-16</inkml:trace>
  <inkml:trace contextRef="#ctx0" brushRef="#br0" timeOffset="15499.03">12880 1964 0,'0'0'0,"0"0"0,0 0 15,0 0-15,10-3 16,10-2-16,11 1 16,3 1-16,5 1 15,0-1-15,0 0 16,-2 1-1,-1 0-15,0-1 16,-6 2-16,-2-2 16,-8 1-16,-4 0 15,-16 2-15,10-1 16</inkml:trace>
  <inkml:trace contextRef="#ctx0" brushRef="#br0" timeOffset="15732.25">12938 2145 0,'0'0'0,"0"0"16,0 0-16,0 2 16,0-2-16,0 0 15,7 6-15,6 4 16,15 2-16,10-4 15,6-3 1,3-4-16,1-3 16,-5-3-16,1-1 15,-1-3-15,1-5 16</inkml:trace>
  <inkml:trace contextRef="#ctx0" brushRef="#br0" timeOffset="22381.96">14193 1849 0,'0'0'0,"0"0"0,0 0 16,7 1-16,5 0 16,5 2-16,3 1 15,1 2-15,-4 0 16,-2 3-16,0 3 16,-1 5-16,-4 3 15,-2 2 1,-6 7-16,-5 1 15,-6 2-15,-3-2 16,-3-2-16,0-2 16,1-4-16,1-5 15,3-3-15,5-6 16,5-8-16,-8 8 16,8-8-1,0 0-15,0 0 16,0 0-16,4-6 15,9-14-15,14-11 16,7-4-16,13-12 16,11-2-16,4-1 15,-1 5-15,-6 5 16,-8 5-16,-10 8 16,-7-1-1,-11 5-15,-5 5 16,-5 5-16,-4 4 15,-5 9-15,1-7 16,-1 7-16,-24 2 16,-10 9-16,-6 14 15,-1 5-15,3 6 16,4 1-16,0 1 16,3 2-16,8-3 15,5-2-15,8-6 16,4-5-1,5-4-15,5-1 16,2-3-16,8-1 16,7-1-16,8-1 15,7-5-15,2-5 16,0-3-16,3-6 16</inkml:trace>
  <inkml:trace contextRef="#ctx0" brushRef="#br0" timeOffset="22998.96">15025 1686 0,'0'0'0,"0"0"0,-7 2 16,-10 4-16,-15 9 16,-7 16-16,-1 7 15,-2 8-15,4 5 16,5 0-16,2 2 16,7-4-16,6-7 15,6 4 1,6-1-16,8-2 15,7-1-15,6-7 16,5-1-16,4-5 16,3-5-16,0-7 15,-2-4-15</inkml:trace>
  <inkml:trace contextRef="#ctx0" brushRef="#br0" timeOffset="23282.03">15083 2021 0,'0'0'0,"0"0"0,-1 1 16,1-1-16,-7 19 15,-2 4 1,-2 5-16,-3 6 16,0 2-16,1-1 15,4-4-15,4-5 16,2-4-16,2-3 16,1-6-16,1-6 15,-1-7-15</inkml:trace>
  <inkml:trace contextRef="#ctx0" brushRef="#br0" timeOffset="23481.86">15118 1864 0,'0'0'0,"0"0"0,0 0 16,1 1-16,-1-1 16,5 12-16,-2-3 15</inkml:trace>
  <inkml:trace contextRef="#ctx0" brushRef="#br0" timeOffset="23765.07">15299 2221 0,'0'0'0,"-1"4"0,1-4 15,-5 20-15,-1 3 16,-1 2-1,1 5-15,-1 4 16,0-1-16,1-1 16,1-5-16,0-5 15,-1 0-15,-2-2 16,-1-4-16,2-3 16,1-7-16</inkml:trace>
  <inkml:trace contextRef="#ctx0" brushRef="#br0" timeOffset="24098.78">15437 2085 0,'0'0'0,"0"0"0,0 0 15,0 0-15,1 3 16,0 5 0,1 10-16,0 14 15,-4 5-15,-2 3 16,-2-2-16,-3-1 16,-2 1-16,-2-6 15,1-6-15,1-5 16,3-7-16,0-3 15,1-3 1,0-2-16,7-6 16,-20 8-16,6-9 15,-1-5-15</inkml:trace>
  <inkml:trace contextRef="#ctx0" brushRef="#br0" timeOffset="24299.19">15469 1897 0,'0'0'0,"0"0"16,0 0-16,0 0 15,0 0-15,1 2 16,-1-2-1,0 0-15</inkml:trace>
  <inkml:trace contextRef="#ctx0" brushRef="#br0" timeOffset="24681.75">15677 1674 0,'0'0'0,"0"0"16,0 0-16,2 4 15,4 5-15,4 10 16,3 4-16,2 9 16,-3 6-16,-4 8 15,-3 3-15,-5 4 16,-5 3-16,-4 3 15,-4 1-15,-2-4 16,-4-4 0,-3-4-16,-5-7 15,3-2-15,-5-4 16,-1-3-16,0-1 16,4-5-16,1-4 15,3-4-15,1 0 16</inkml:trace>
  <inkml:trace contextRef="#ctx0" brushRef="#br0" timeOffset="26098.9">14111 2581 0,'0'0'0,"0"0"15,0 0-15,0 0 16,0 0-16,0 0 16,11 1-1,10 2-15,15 1 16,12-1-16,13-1 16,8-1-16,6 1 15,7-1-15,5 1 16,0 0-16,6 0 15,-6 0-15,3 1 16,-6 3-16,1 0 16,-6 2-1,-10 0-15,-4 0 16,-13-2-16,-6 0 16,-7-1-16,-6-1 15,-6 1-15,0 0 16,-7-1-16,-5 0 15,-5-1-15,-10-3 16,12 4 0,-12-4-16,0 0 15,0 0-15,0 0 16,0 0-16,0 0 16,0 0-16,0 0 15,0 0-15,0 0 16,8 7-16,-8-7 15,0 0-15,0 0 16,0 0 0,0 0-16,0 0 15,0 0-15,0 0 16,0 0-16,0 0 16,0 0-16,0 0 15,0 0-15,0 0 16,0 0-16,0 0 15,0 0-15,0 0 16,0 0-16,0 0 16,0 0-1,0 0-15,0 0 16,0 0-16,0 0 16,0 0-16,0 0 15,0 0-15,0 0 16,0 0-16,0 0 15,0 0-15,0 0 16,0 0-16,0 0 16,0 0-1,0 0-15,0 0 16,0 0-16,0 0 16,0 0-16,0 0 15,0 0-15,0 0 16,0 0-16,0 0 15,0 0-15,0 0 16,0 0-16,0 0 16,0 0-1,0 0-15,0 0 16,0 0-16,0 0 16,0 0-16,0 0 15,0 0-15,0 0 16,0 0-16,0 0 15,0 7-15,0-7 16,0 0-16,0 0 16,0 0-1,0 0-15,0 0 16,0 0-16,0 0 16,0 0-16,0 0 15,0 0-15,0 0 16,0 0-16,0 0 15,0 0-15,0 0 16,9-13-16</inkml:trace>
  <inkml:trace contextRef="#ctx0" brushRef="#br0" timeOffset="27398.98">14321 3070 0,'0'0'0,"0"0"16,0 0-16,-2 0 15,2 0 1,0 0-16,0 0 16,-2 8-16,4 2 15</inkml:trace>
  <inkml:trace contextRef="#ctx0" brushRef="#br0" timeOffset="28831.91">14188 2894 0,'0'0'0,"0"0"0,0 0 15,0 2-15,0-2 16,1 7 0,3 0-16,3 10 15,6 8-15,8 7 16,6 6-16,2 0 15,2 0-15,2-4 16,-1-4-16,4 0 16,1-3-16,-2-4 15,-3-3-15,-6-2 16,-2-3 0,1 1-16,-3-3 15,-2 0-15,-4-3 16,-4-2-16,-12-8 15,16 10-15,-16-10 16,0 0-16,10 8 16</inkml:trace>
  <inkml:trace contextRef="#ctx0" brushRef="#br0" timeOffset="29198.92">14711 2945 0,'0'0'0,"0"0"16,0 0-16,-4 4 16,-10 8-1,-13 13-15,-9 8 16,-5 3-16,-4 6 15,-4 3-15,3-4 16,-4 1-16,5-7 16,1-2-16,6-6 15,8-7-15,5-3 16,5-3-16,5-4 16,3-1-1,12-9-15,-15 9 16,15-9-16,0 0 15,-10 9-15,10-9 16</inkml:trace>
  <inkml:trace contextRef="#ctx0" brushRef="#br0" timeOffset="31248.75">13406 3744 0,'0'0'0,"0"0"0,-2 3 16,-2 6-16,-5 6 16,-8 14-16,-2 11 15,-1 9 1,3 6-16,5-6 0,1 0 15,3-4 1,4-7-16,2-3 16,2-9-16,1-6 15,2-7-15,0-6 16,-3-7-16,16 5 16,-2-7-16,10-8 15,4-8-15,1-4 16,-4 0-16,-5 2 15,-1 0 1,-3 3-16,-3 4 16,-3 3-16,-2 4 15,2 4-15,4 5 16,0 6-16,1 3 16,-2 7-16,-1 3 15,2 2-15,-3-1 16,-1-2-16,0-4 15,1-6-15,2-4 16,3-3 0,2-5-16,1-4 15,2-9-15,2-4 16,-1-8-16,0-6 16,-1-5-16,-1-7 15,-1-7-15,2-5 16,-2 3-16,-3 7 15,-4 13 1,-5 13-16,-2 8 16,-2 4-16,-3 8 15,0 0-15,0 0 16,0 0-16,0 0 16</inkml:trace>
  <inkml:trace contextRef="#ctx0" brushRef="#br0" timeOffset="31598.85">14146 3754 0,'0'0'0,"0"0"0,-1 3 15,0 4 1,-3 9-16,-3 12 16,-2 10-16,0 5 15,-3 2-15,1-3 16,1 3-16,-1-3 16,1 0-16,2-2 15,6-1-15,3-9 16,6-3-1,11-2-15,20 1 32,12-8-32,-1-5 15,3-12-15</inkml:trace>
  <inkml:trace contextRef="#ctx0" brushRef="#br0" timeOffset="31881.57">14516 4011 0,'0'0'0,"0"0"0,0 0 0,-3 8 16,-4 10-16,-4 11 15,0 2-15,2 0 16,4-4 0,0 0-16,2-2 15,3-3-15,2-3 16,0-4-16</inkml:trace>
  <inkml:trace contextRef="#ctx0" brushRef="#br0" timeOffset="32081.58">14550 3854 0,'0'0'0,"0"0"0,0 0 0,0 0 0,0-2 16,0 2-16,0 0 15,0 0 1,0 0-16,11 10 16</inkml:trace>
  <inkml:trace contextRef="#ctx0" brushRef="#br0" timeOffset="32381.95">14809 4178 0,'0'0'0,"0"0"0,0 0 0,0 0 15,0 3-15,0-3 16,-4 13-16,-1 4 15,-1 5-15,-3 3 16,-2 3-16,-4 2 16,-2 3-1,-3 2-15,-6 3 32,2-16-32</inkml:trace>
  <inkml:trace contextRef="#ctx0" brushRef="#br0" timeOffset="32781.73">15145 4000 0,'0'0'0,"0"0"15,0 0-15,0 0 16,1 2 0,2 5-16,2 10 15,1 13-15,-4 7 16,-4 3-16,-2 0 16,-2-3-16,0-4 15,-3-1-15,-2-3 16,-4-3-16,-2-3 15,3-7-15,-2-3 16,-1-5 0,-2-2-16,-2-3 15,2-3-15,4-2 16,0 0-16,3-4 16,-1-1-16,7-4 31</inkml:trace>
  <inkml:trace contextRef="#ctx0" brushRef="#br0" timeOffset="32981.64">15157 3866 0,'0'0'0,"0"0"15,0 0-15,0 0 16,0 0-16,0 0 16,-1 2-16,1-2 15,0 0 1</inkml:trace>
  <inkml:trace contextRef="#ctx0" brushRef="#br0" timeOffset="33498.83">15378 3778 0,'0'0'0,"0"0"0,0 0 15,0 0-15,-1 3 16,1-3-16,2 9 15,1 2-15,3 6 16,3 7-16,3 6 16,1 3-1,0 0-15,1 3 16,0 1-16,-4 3 16,-4-1-16,-5 0 15,-4-4-15,-5 4 16,-4 1-16,-4 0 15,-4-1-15,-3-5 16,-3-1-16,0-6 16,3-3-1,1-6-15,1-3 16,3-3-16,4-3 16,4-4-16,10-5 15,-13 5-15,13-5 16,0 0-16,0 0 15,-10 4-15,10-4 16,0 0-16,0 0 16,-4-9-1,4 9-15,-4-10 16</inkml:trace>
  <inkml:trace contextRef="#ctx0" brushRef="#br0" timeOffset="35282.15">12498 2672 0,'0'0'0,"0"0"15,0 0-15,15 0 16,28-1-16,23-2 15,8-3-15,-3-1 16,4-4-16,-5 0 16,-5-2-16,-7 0 15,-9 3 1,-8 1-16,-8 0 16,-10 3-16,-10 3 15,-13 3-15,11-2 16</inkml:trace>
  <inkml:trace contextRef="#ctx0" brushRef="#br0" timeOffset="36081.72">12320 2736 0,'0'0'0,"0"0"15,0 0-15,-2 4 16,0 2-16,-3 4 16,3 5-16,9 6 15,7 8-15,12 6 16,11 4 0,7-5-16,4-1 15,1-2-15,0-4 16,-3-1-16,-5-3 15,-4-3-15,-2 0 16,-6-3-16,-6 0 16,-5-1-16,-4 0 15,-3-1-15,-3 0 16,-4 0-16,-3 3 16,-4 2-1,-7 2-15,-8 2 16,-6 0-16,-10 0 15,-2 1-15,-3-3 16,-4 1-16,1-2 16,1-1-16,4-1 15,1-1-15,0-1 16,2 4 0,3-1-16,5 0 15,5-2-15,4 0 16,6-3-16,0 0 15,3 0-15,2 1 16,3 0-16,2 1 16,3 2-16,5-1 15,5 3-15,8 3 16,13 1 0,5 1-16,6-2 15,4-2-15,0-3 16,1-5-16,-2-3 15,-2-2-15,-5-3 16,-2 0-16,-5-1 16,-6-1-16,-5-1 15,-6 0-15,-2-2 16,-3 0 0,-11-1-16,15 2 15,-15-2-15,13 1 16,-13-1-16,20 2 15,-8-1-15,0 0 16,2-1-16,-4 1 16</inkml:trace>
  <inkml:trace contextRef="#ctx0" brushRef="#br0" timeOffset="44314.94">12087 5261 0,'0'0'0,"-1"1"0,1-1 0,0 0 16,0 0-16,0 0 16,-8 8-16,8-8 15,0 0 1,0 0-16,0 0 15,3 8-15,7-4 16,11 0-16,6-2 16,0-2-16,2-1 15,-2 0 1,-2 0-16,0 0 0,-3 1 16,-2-2-1,-6 2-15,-14 0 16,16 2-16</inkml:trace>
  <inkml:trace contextRef="#ctx0" brushRef="#br0" timeOffset="44581.88">12013 5473 0,'0'0'0,"0"0"16,0 0-16,4 0 16,7 0-16,9 0 15,7 0-15,4-2 16,3 1 0,-2-2-16,1 0 15,-2 0-15,-1 1 16,-3-1-16,-5 3 15,-4-1-15,-4 0 16,-4 0-16,-10 1 16</inkml:trace>
  <inkml:trace contextRef="#ctx0" brushRef="#br0" timeOffset="45015.76">12229 5157 0,'0'0'0,"0"0"16,0 0-16,0 0 15,0 0 1,0 0-16,1 3 15,-1-3-15,6 14 16,-1 0-16,3 5 16,3 5-16,2 2 15,0-1-15,2 2 16,-1-3-16,1 0 16,-1-1-16,-2-4 15,-2-2-15,-2 1 16,-8 4-1,-8 7-15,-7 3 16,-11 5-16,-11-1 16,-7 2-16,-6-4 15,4-6-15,5-6 16,10-7-16,9-5 16</inkml:trace>
  <inkml:trace contextRef="#ctx0" brushRef="#br0" timeOffset="47298.41">12836 5150 0,'0'0'0,"0"0"0,0 0 15,0 0-15,0 0 16,-3 5-16,0 5 15,-4 12 1,-2 9-16,-4 10 16,1 7-16,1 1 15,3-4-15,3-7 16,2-3-16,5-2 16,3-8-16,0-6 15,2-8-15,3-4 16,1-5-16,2-3 15,3-6 1,2-5-16,2-5 16,-2-4-16,-1 1 15,-5 2-15,-3 5 16,-3 3-16,-3 2 16,-3 8-16,4-8 15,-4 8-15,0 0 16,0 0-16,13 8 15,-2 4 1,2 5-16,3 4 16,-2-1-16,-2-4 15,0-1-15,-3-4 16,1-2-16,2-5 16,2-4-16,3-7 15,1-4-15,2-6 16,-1-6-16,-1-7 15,0-5-15,-4-7 16,-2 3-16,-6 2 16,-2 6-1,-2 8-15,-1 6 16,-1 7-16,0 3 16,0 7-16,0 0 15,0 0-15</inkml:trace>
  <inkml:trace contextRef="#ctx0" brushRef="#br0" timeOffset="47648.62">13556 4986 0,'0'0'0,"-1"3"15,-2 4-15,-7 14 16,-8 17-16,-4 8 16,-1 4-16,2 5 15,4 2-15,1 1 16,3 1-16,4-1 15,1-3-15,4-5 16,4-4 0,4-7-16,5-8 15,10-3-15,17-7 32,14-2-32,6-23 15,-15-23-15</inkml:trace>
  <inkml:trace contextRef="#ctx0" brushRef="#br0" timeOffset="47931.66">13809 5271 0,'0'0'0,"0"2"16,0-2-1,-3 15-15,0 7 16,-5 12-16,-4 7 16,0 0-16,2-8 15,3-6-15,0-7 16,3 3-16</inkml:trace>
  <inkml:trace contextRef="#ctx0" brushRef="#br0" timeOffset="48148.38">13842 5092 0,'0'0'0,"0"0"0,0 0 0,0 0 0,0 0 15,0 0 1,0 0-16,0 0 16,0 6-16,-1 3 15</inkml:trace>
  <inkml:trace contextRef="#ctx0" brushRef="#br0" timeOffset="48515.19">14004 5441 0,'0'0'0,"0"0"0,0 0 16,0 0 0,1 3-16,-3 6 15,-1 9-15,-2 2 16,-2 11-16,-1-2 16,0 3-16,-4 2 15,2-6-15,1-1 16,-4 1-1,-7-5 1,-3-3 0,0-2-16,2-7 15,0-4-15,2-4 16,3-2-16,3-2 16,13 1-16</inkml:trace>
  <inkml:trace contextRef="#ctx0" brushRef="#br0" timeOffset="48898.66">14294 5379 0,'0'0'0,"0"0"0,0 0 16,0 0-1,-2 4-15,-2 5 16,-4 7-16,-2 9 16,-3 4-16,1 3 15,1-2-15,-1 0 16,0 0-16,0-1 15,2-2-15,2-7 16,3-5-16,-2-2 16,0-4-1,-1 1-15,-1-1 16,-8-5 0,-5-9-1,-24-26-15</inkml:trace>
  <inkml:trace contextRef="#ctx0" brushRef="#br0" timeOffset="49131.41">14294 5097 0,'0'0'0,"0"0"0,0 0 0,0 0 0,0 0 16,0 0-16,-1 3 16,1-3-16,-6 12 15,-6 2 1</inkml:trace>
  <inkml:trace contextRef="#ctx0" brushRef="#br0" timeOffset="49581.49">14512 5058 0,'0'0'0,"0"0"0,0 0 0,0 0 15,0 0-15,0 0 16,1 2-16,-1-2 16,16 16-16,1 6 15,1 10 1,-2 5-16,-1 8 16,-3 2-16,-2-2 15,-1 1-15,-4-1 16,-3-1-16,-4 0 15,-6 1-15,-7 2 16,-2-2-16,-7-1 16,-6-8-16,-4-4 15,-5-2 1,-8-1-16,4-5 16,0-5-16,5-6 15,8-6-15,5-2 16,1-2-16,-2 0 15,1-10-15</inkml:trace>
  <inkml:trace contextRef="#ctx0" brushRef="#br0" timeOffset="52414.89">14903 5650 0,'0'0'0,"0"0"0,0 0 16,0 0-16,0 2 15,0-2-15,0 0 16,-2 6-16,2-6 16,0 0-16,0 0 15,0 0-15,-1 7 16,1-7-16,0 0 16,0 0-16,0 0 15,0 0 1,-1-9-16</inkml:trace>
  <inkml:trace contextRef="#ctx0" brushRef="#br0" timeOffset="56681.79">14116 2485 0,'0'0'0,"0"0"15,0 0-15,0 0 16,6-3 0,10-3-16,15 3 15,13 9-15,7 5 16,4 2-16,2-1 16,5 2-16,4-8 15,1-2-15,0-1 16,-3-4-16,-2 0 15,0 0 1,-2 0-16,3 0 16,-1 1-16,-1-1 15,-3 0-15,-1 0 16,-3 2-16,-1 0 16,-2 0-16,-3-1 15,-1 0-15,-2-4 16,-5-3-16,1-4 15,-1-1-15,-5-2 16,-5-1 0,-5-2-16,-6 0 15,-2-2-15,0-2 16,-3-2-16,-10 15 16,0-12-16,-1-18 15,0-5-15,-3 0 16,0-3-16,0-1 15,0 0-15,0 1 16,0-1 0,0 3-16,-2-7 15,-15-34-15,5 43 16,-6 0-16,-7-4 16,-6 1-16,-4 0 15,-6 0-15,-5 1 16,1 0-16,-2 0 15,0 3-15,-4 2 16,-4 2-16,-5 4 16,-5 1-1,-5 3-15,-1 4 16,-7 4-16,5 8 16,-6 5-16,2 5 15,1 7-15,-2 6 16,1 7-16,-2 5 15,7 3-15,2 5 16,6 0-16,7 8 16,5 5-1,5 4-15,2 7 16,7 1-16,6-2 16,7 7-16,5 9 15,3 5-15,11 7 16,5-12-16,9-3 15,14 6-15,2-1 16,13-2-16,2-3 16,3-2-1,0-5-15,3-4 16,0-13-16,7-6 16,-1-6-16,0-2 15,-2-6-15,-2-4 16,0-3-16,-2-2 15,-6-4-15,0-2 16,-2-4 0,-3-1-16,-4-2 15,-6 0-15,-3-1 16,-3-1-16,-3 1 16,-3 0-16,-12 1 15,13-1-15,-13 1 16,0 0-16,0 0 15,11-1-15,-11 1 16,0 0-16,0 0 16,0 0-1,0 0-15,0 0 16,0 0-16,0 0 16,0 0-16,0 0 15,0 0-15,0 0 16,0 0-16,0 0 15,0 0-15,0 0 16,0 0-16,0 0 16,0 0-1,0 0-15,3 6 16,-3-6-16,0 0 16,0 0-16,0 0 15,0 0-15,0 0 16,0 0-16,0 0 15,0 0-15,0 0 16,0 0 0,0 0-16,0 0 15,0 0-15,0 0 16,0 0-16,0 0 16,0 0-16,0 0 15,0 0-15,0 0 16,0 0-16,0 0 15,0 0-15,0 0 16,0 0-16,0 0 16,0 0-16,0 0 15,0 0 1,0 0-16,0 0 16,0 0-16,0 0 15,0 0-15,0 0 16,0 0-16,0 0 15,0 0-15,0 0 16,0 0-16,0 0 16,0 0-16,0 0 15,0 0 1,0 0-16,0 0 16,0 0-16,0 0 15,0 0-15,0 0 16,0 0-16,0 0 15,0 0-15,0 0 16,0 0 0,0 0-16,0 0 15,0 0-15,0 0 16,0 0-16,0 0 16,0 0-16,0 0 15,0 0-15,0 0 16,4 7-16,-4-7 15,0 0-15,0 0 16,0 0-16,0 0 16,0 0-1,0 0-15,0 0 16,0 0-16,0 0 16,0 0-16,0 0 15,0 0-15,0 0 16,0 0-16,0 0 15,0 0-15,0 0 16,0 0-16,0 0 16,0 0-1,0 0-15,0 0 16,0 0-16,0 0 16,0 0-16,0 0 15,0 0-15,0 0 16,0 0-16,1-7 15</inkml:trace>
  <inkml:trace contextRef="#ctx0" brushRef="#br0" timeOffset="59614.73">12191 6405 0,'0'0'0,"0"0"0,0 0 0,0 0 15,1-3 1,-1 3-16,9-11 15,-1 2-15,4-2 16,2 1-16,0 1 16,3 1-16,2 0 15,3 1 1,0 0-16,-4 4 0,0 3 16,-1 3-1,-1 4-15,0 3 16,-3 3-16,-2 3 15,-3 9-15,-2 2 16,-4 9-16,-2-3 16,-4 2-16,-4 3 15,-3-2-15,1-8 16,0-10-16,3-7 16,1-4-16,-1 3 15,2-3 1,0 1-16,5-8 15,-7 9-15,7-9 16,0 0-16,0 0 16,0 0-16,0 0 15,16-19-15,3-6 16,-2 2-16,1 2 16,2-6-1,4-3-15,4-8 16,2 0-16,-5 6 15,-3 3-15,-3 5 16,-4 5-16,-2 3 16,-4 3-16,-2 3 15,-3 4-15,-4 6 16,5-8-16,-5 8 16,0 0-1,0 0-15,2-7 16,-2 7-16,0 0 15,-6 11-15,-3 6 16,-3 9-16,-2 7 16,2 3-16,2-2 15,4-3-15,0 2 16,3 1-16,3 0 16,3 3-16,3-11 15,0 0 1,3-7-16,0-6 15,5 1-15,2-9 16,3-7-16,7-9 16,-2 4-16</inkml:trace>
  <inkml:trace contextRef="#ctx0" brushRef="#br0" timeOffset="60648.61">13247 5967 0,'0'0'0,"0"1"16,0-1-16,0 0 16,-4 9-16,1 1 15,-6 6-15,-4 0 16,-4 4-16,-3 0 16,0 1-16,-3 3 15,0 1 1,3 6-16,-1 6 15,3 2-15,-1 3 16,1 7-16,2-4 16,0 7-16,1-1 15,2 7-15,3-3 16,3 3-16,2-8 16,3 0-16,4-4 15,5-6 1,6 4-16,0-9 15,2-6-15,0-9 16,-2-5-16,3 1 16,2 2-16,0-2 15,7-5 1,1-2 0,0 0-16,-2-1 15</inkml:trace>
  <inkml:trace contextRef="#ctx0" brushRef="#br0" timeOffset="62631.88">15542 6925 0,'0'0'0,"0"0"0,0 0 15,2 0-15,-2 0 16,0 0-16,0 0 16,0 0-16,0 0 15,0 0-15,10 1 16,-10-1-16,0 0 15,0 0-15,0 0 16,0 0 0,0 0-16,0 0 15,1 8-15,-1-8 16,0 0-16,3 9 16,-3-9-16,6 8 15,-6-8-15,10 3 16,-10-3-16,10 1 15,-10-1 1,0 0-16,0 0 16,10-4-16,-10 4 15,-4-10-15,-1 0 16,-1 0-16,-3 3 16,9 7-16,-16-5 15,16 5-15,-16 1 16,16-1-16,0 0 15,-11 5 1,11-5-16,-2 6 16,2-6-16,5 13 15,-5-13-15,10 11 16,-10-11-16,11 9 16,-11-9-16,9 15 15,-7-1-15,-4 4 16,-3 6-16,-5 0 15,0 1 1,-1 1-16,1-5 16,2-4-16,0 0 15,0 0-15,-2-2 16</inkml:trace>
  <inkml:trace contextRef="#ctx0" brushRef="#br0" timeOffset="63832">12839 8064 0,'0'0'0,"0"0"0,0-2 15,0 2-15,0 0 16,0 0-16,0 0 15,0 0-15,0 0 16,0 0-16,0 0 16,0 0-1,13 17-15,-7 2 16,-1 7-16,-2 5 16,-2 0-16,-1 3 15,-2 0-15,-4 5 16,-2 3-16,-2 0 15,-2 1-15,-4-3 16,-2-4-16,-1-4 16,0-4-16,-3-3 15,0-2 1,2-5-16,4-6 16,3-4-16,-1-2 15,1-3-15,2-1 16,1-2-16,10 0 15,-16 0-15,16 0 16,0 0-16,-10-3 16,10 3-1,0 0-15,0 0 16,0 0-16,0 0 16,0 0-16,0 0 15,-8-7-15,8 7 16,0 0-16,0 0 15,0 0-15</inkml:trace>
  <inkml:trace contextRef="#ctx0" brushRef="#br0" timeOffset="67414.89">13298 6421 0,'0'0'0,"0"0"16,0 0-16,0 0 16,0 0-16,0 3 15,0-3 1,1 6-16,0 0 15,0 4-15,1 0 16,0 2-16,-2 2 16,-2 2-16,-3 3 15,1 1-15,-2-1 16,0-2-16,0 2 16,0 0-1,0-1-15,1 0 16,-1 1-16,4 0 15,2 0-15,2-4 16,3-4-16,1-2 16,5-1-16,2-2 15,3-2-15,4-2 16,2-2-16,3-3 16,-1-1-1,2-6-15</inkml:trace>
  <inkml:trace contextRef="#ctx0" brushRef="#br0" timeOffset="67665.03">13467 6271 0,'0'0'0,"0"0"0,0 0 16,-2 2-16,2-2 15,0 0-15,0 0 16,0 0-16,0 0 16,-5 8-16,5-8 15,-1 6 1,1-6-16</inkml:trace>
  <inkml:trace contextRef="#ctx0" brushRef="#br0" timeOffset="68848.48">13530 6689 0,'0'0'0,"1"-2"0,-1 2 0,0 0 16,5-9-16,-5 9 15,9-8-15,-9 8 16,20-12-1,-1 6-15,6-1 16,1 1-16,0 2 16,2-1-16,-1 2 15,0-1-15,-1 0 16,-4 1-16,-2 1 16,-2 2-16,-3-1 15,-1 0-15,-2 0 16,-12 1-16,13-1 15,-13 1 1,0 0-16,0 0 16</inkml:trace>
  <inkml:trace contextRef="#ctx0" brushRef="#br0" timeOffset="69181.86">13747 6464 0,'0'0'0,"0"0"0,0 0 16,0 0-16,0 0 16,0 0-16,0 2 15,0-2-15,0 9 16,-1 2-16,-1 8 15,2 13 1,0-3-16,0 5 16,0-7-16,2 1 15,0-2-15,1 0 16,2 8-16,-2-10 16,0-5-16,-2-11 15,0 0-15,-1-8 16,2 10-16</inkml:trace>
  <inkml:trace contextRef="#ctx0" brushRef="#br0" timeOffset="70148.46">14283 6707 0,'0'0'0,"0"0"0,0 0 16,0-2-16,0 2 16,0 0-16,0-8 15,-1-1-15,-3-5 16,-2 0-16,-4-2 15,-1 1 1,-4 0-16,-1 0 16,2 6-16,-2 1 15,-4 7-15,-2 1 16,-4 0-16,5 6 16,1-1-16,4 4 15,3 6-15,0 0 16,4 8-16,3 17 15,1 6-15,4 1 16,6-13 0,2-16-16,6-5 15,2 4-15,1-2 16,2 0-16,-1-2 16,7-12-16,2-8 15,3-13-15,4-7 16,-11 7-16,-2-3 15,-2-7 1,-5-7-16,-2-4 16,-3 5-16,-2-1 15,-4-1-15,-3-1 16,-3 2-16,0 2 16,0 5-16,1 2 15,0 6-15,2 5 16,1 5-16,-1 4 15,1 8 1,0-7-16,0 7 16,0 0-16,0 0 15,-15 12-15,3 7 16,0 12-16,6 5 16,1 3-16,4 5 15,2 0-15,2-2 16,2 7-16,3-7 15,3-3 1,3-2-16,3-7 16,0-3-16,-2-7 15,1-7-15,-3-4 16,4-5-16,5-7 31,16-9-31</inkml:trace>
  <inkml:trace contextRef="#ctx0" brushRef="#br0" timeOffset="70381.28">14630 6764 0,'0'0'0,"0"0"0,0 0 16,0 0-16,0 0 15,0 0-15,0 0 16,0 0-16,-3 0 16,3 0-1,0 0-15,0 0 16</inkml:trace>
  <inkml:trace contextRef="#ctx0" brushRef="#br0" timeOffset="70881.6">14812 6517 0,'0'0'0,"0"0"15,4-2-15,-4 2 16,0 0 0,19-2-16,-2 13 15,7 6-15,0 8 16,-6 2-16,-1 1 16,0 2-16,-2-3 15,-2-2-15,-2-4 16,-2-3-16,-1-2 15,1-3-15,-3-2 16,-1-2 0,0-3-16,-5-6 15,7 10-15,-7-10 16,0 0-16,5 8 16,-5-8-16,0 0 15,0 0-15,0 0 16,7 6-16,-7-6 15,0 0-15,0 0 16,0 0 0,0 0-16,0 0 15,0 0-15,0 0 16,0 0-16</inkml:trace>
  <inkml:trace contextRef="#ctx0" brushRef="#br0" timeOffset="71331.57">14925 6542 0,'0'0'0,"0"0"15,0 0-15,3 0 16,-3 0-16,0 0 16,0 0-16,9 14 15,-3-2 1,-2 8-16,-2 7 16,-4 5-16,-1 4 15,-2-1-15,-1 1 16,0-1-16,-2-4 15,0-3-15,2-4 16,1-4-16,0-2 16,1-3-1,2 0-15,3 0 16,1 0-16,2-3 16,3-3-16,3 0 15,4-2-15,7-2 16,3-3-16,1-4 15,3-9-15,4-7 16</inkml:trace>
  <inkml:trace contextRef="#ctx0" brushRef="#br0" timeOffset="71831.28">15022 6308 0,'0'0'0,"0"0"0,0 0 15,-2 2-15,2-2 16,0 0-16,0 0 15,-5 9-15,5-9 16,0 0-16,-3 8 16,3-8-16,0 0 15,0 0 1,10-3-16,-10 3 16,14-10-16,-8 3 15,-1 1-15,-5 6 16,5-10-16,-5 10 15,0-7-15,0 7 16,-17-6-16,1 6 16,-2 6-1,2 3-15,4 0 0,2-1 16,10-8 0,-10 10-16,10-10 15,0 0-15,0 0 16,0 0-16,0 0 15,14-1-15,-14 1 16,9-8-16,-9 8 16</inkml:trace>
  <inkml:trace contextRef="#ctx0" brushRef="#br0" timeOffset="74982.14">13584 7691 0,'0'0'0,"0"0"0,0 0 16,0 0-16,0-2 16,0 2-1,0 0-15,0 0 16,0 0-16,0 0 15,-9 16-15,1-2 16,-1 7-16,-1 8 16,-1 6-16,2 3 15,1-4-15,4-4 16,-2-1-16,1 2 16,0 1-16,0-1 15,1-6-15,1-6 16,0-3-1,-1-3-15,-1 1 16,-1-4-16,-2 0 16,0-3-16,-2-2 15,-5-2-15,-2-1 16,0-2-16,2-3 16,0-2-16,3-2 15,2-1 1,2 1-16,1 1 15,2-1-15,1 1 16,2-2-16,-2-8 16</inkml:trace>
  <inkml:trace contextRef="#ctx0" brushRef="#br0" timeOffset="75231.44">13556 7521 0,'0'0'0,"0"0"0,0 0 15,0 0-15,0 0 16,0 0-16,0 0 16,0 0-16,6 2 15</inkml:trace>
  <inkml:trace contextRef="#ctx0" brushRef="#br0" timeOffset="75882">13749 7980 0,'0'0'0,"-1"-1"0,1 1 15,0 0-15,0 0 16,0 0-16,0 0 16,0 0-16,-1-8 15,1 8-15,15-7 16,-1 4-16,-1-1 16,5 1-16,5 1 15,2-1-15,4 1 16,-1 2-1,0 0-15,-3 0 16,-5 0-16,-1 0 16,1 0-16,-3 0 15,-4 0-15,-4 0 16,-9 0 0</inkml:trace>
  <inkml:trace contextRef="#ctx0" brushRef="#br0" timeOffset="76214.92">13950 7742 0,'0'0'0,"0"0"15,0 0-15,0 0 16,0 0-16,0 2 15,0 6 1,1 6-16,1 6 16,-1 4-16,-4 6 15,-2 2-15,-2-1 16,-1 2-16,0-1 16,0 1-16,0-4 15,0 2-15,-2-2 16,0 0-16,0-3 15,2-4-15,2-7 16</inkml:trace>
  <inkml:trace contextRef="#ctx0" brushRef="#br0" timeOffset="77298.45">14517 8041 0,'0'0'0,"0"0"0,1-2 16,-1 2-16,2-10 15,0 0-15,2-2 16,-1-8-16,-3 0 16,-2 0-16,-3-1 15,0 2-15,-1 1 16,-2 2-1,-2 2-15,-6 2 16,-2 2-16,-4 5 16,4 3-16,-2 4 15,1 3-15,0 5 16,2 3-16,2 4 16,2 1-16,-2 6 15,-3 9-15,3-2 16,2-1-1,9-5-15,5-2 16,3 0-16,3 2 16,2-1-16,-1-5 15,2-3-15,-2-3 16,1-4-16,4-2 16,1-3-16,7-3 15,-2-1-15,0-5 16,5-7-16,-2-6 15,2-4 1,-3-4-16,-1-3 16,1-4-16,4-21 31,-2-3-31,-1-3 16,-4 5-16,-8 17 15,-2 2-15,-3 4 16,-3 4-16,0 3 15,-2 4 1,1 7-16,-1 1 16,0 5-16,0 8 15,0-10-15,0 10 16,0 0-16,0 0 16,0 0-16,-15 5 15,6 10-15,-1 12 16,0 11-16,2 5 15,3 4-15,3-2 16,2-2 0,1 0-16,0-3 15,1-7-15,-1-5 16,1-6-16,2-4 16,0-1-16,1-3 15,0-3-15,2-3 16,-7-8-16,14 8 15,-4-5 1,1-3-16,-1-1 16,-10 1-16,17-6 15,-17 6-15,14-8 16,-14 8-16,11-9 16,-11 9-16,7-10 15,-1-2-15</inkml:trace>
  <inkml:trace contextRef="#ctx0" brushRef="#br0" timeOffset="77715.53">14909 8003 0,'0'0'0,"0"0"0,0 0 16,0 0-16,0 0 15,0 0 1,0 0-16,0 0 16,0 0-16</inkml:trace>
  <inkml:trace contextRef="#ctx0" brushRef="#br0" timeOffset="78348.47">15220 7856 0,'0'0'0,"0"0"0,0 0 15,0 0-15,0 0 16,0 0-16,-3 0 16,3 0-16,0 0 15,-3 11-15,0-1 16,1 3-16,0 4 15,2 5-15,0 4 16,3 2 0,0 4-16,0 2 15,0-2-15,1 3 16,-1-1-16,-1-6 16,0-4-16,-2-6 15,-1-5-15,-1 1 16,-1-3-16,-2 0 15,0-3-15,0-2 16,5-6 0,-15 7-16,1-4 15,-5-1-15,-4-5 16,-2-1-16,4-2 16,1 0-16,1-1 15,1 0-15,3 1 16,6 0-16,9 6 15,-14-9-15,11 1 16,1-3 0</inkml:trace>
  <inkml:trace contextRef="#ctx0" brushRef="#br0" timeOffset="78748.39">15143 7532 0,'0'0'0,"0"0"0,0 0 15,3 0-15,-3 0 16,0 0-16,0 0 16,0 0-1,0 0-15,0 0 16,7-7-16,-7 7 16,0 0-16,3-8 15,-3 8-15,0 0 16,1-6-16,-1 6 15,0 0-15,0 0 16,0 0-16,0 0 16,0 0-1,0 0-15,0 0 16,0 0-16</inkml:trace>
  <inkml:trace contextRef="#ctx0" brushRef="#br0" timeOffset="84164.47">14184 7249 0,'0'0'0,"0"0"15,-4-1-15,4 1 16,-12-11-16,3 4 16,9 7-16,-15-11 15,15 11-15,-16-10 16,16 10-16,-12-7 16,12 7-16,-11-5 31,11 5-16,-13-3-15,13 3 16,0 0-16,-11 1 16,11-1-16,0 0 15,0 0-15,0 0 16,0 0-16,13 8 16,23-5-16,4-3 15,2-2 1,-1-3-16,3 0 15,-2-2-15,-4 2 16,-7 1-16,-7 1 16,-6 0-16,-6 2 15,-12 1-15,11-2 16,-11 2-16,0 0 16,0 0-1,-10 6-15,-13 3 16,-17 2-16,-9-3 15,3-3-15,4-3 16,2-1-16,3 0 16,0 0-16,9 0 15,6-1-15,6 0 16,6 0-16,10 0 16,-11 0-16,11 0 15,0 0 1,0 0-16,0 0 15,0 0-15,41-8 16,12 1-16,-5 3 16,-3 0-16,-4 4 15,-4-2-15,-8 2 16,-6 0-16,-5 0 16,-7 0-16,-11 0 15,11 0 1,-11 0-16,0 0 15,-7 6-15,-13 5 16,-26 0-16,-10-3 16,-6-5-16,-5-2 15,8 0-15,-2 0 16,12 0-16,11-1 16,11 0-16,10 0 15,7 1 1,10-1-16,0 0 15,-11 2-15,11-2 16,0 0-16,36-7 16,4 1-16,8 2 15,7-1-15,-8 2 16,-2-1-16,-9 2 16,-5 1-16,-1-1 15,-4 1-15,-2 0 16,-8 1-1,-4 0-15,-12 0 16,11 0-16,-11 0 16,0 0-16,0 0 15,11 0-15,-11 0 16,0 0-16,0 0 16,0 0-16,0 0 15,0 0-15,0 0 16,0 0-1,0 0-15,0 0 16,0 0-16,0 0 16,0 0-16,0 0 15,0 0-15,0 0 16,0 0-16,0 0 16,0 0-16,0 0 15,0 0 1,0 0-16,0 0 15,0 0-15,0 0 16,0 0-16,0 0 16,0 0-16,0 0 15,0 0-15,0 0 16,0 0-16,0 0 16,0 0-16,0 0 15,0 0-15,0 0 16,0 0-1,0 0-15,0 0 16,0 0-16,0 0 16,0 0-16,0 0 15,0 0-15,0 0 16,0 0-16,0 0 16,0 0-16,0 0 15,0 0-15,0 0 16,0 0-1,0 0-15,0 0 16,0 0-16,0 0 16,0 0-16,0 0 15,0 0-15,0 0 16,0 0-16,0 0 16,0 0-16,0 0 15,0 0-15,0 0 16,0 0-16,0 0 15,0 0 1,0 0-16,0 0 16,0 0-16,0 0 15,0 0-15,0 0 16,0 0-16,0 0 16,0 0-16,0 0 15,0 0-15,0 0 16,0 0-1,0 0-15,0 0 16,0 0-16,0 0 16,0 0-16,0 0 15,0 0-15,0 0 16,0 0-16,0 0 16,0 0-16,0 0 15,-11 5-15,-72-5 16</inkml:trace>
  <inkml:trace contextRef="#ctx0" brushRef="#br0" timeOffset="89264.46">952 1327 0,'0'0'0,"0"0"0,0 0 0,0 0 16,0 0-16,1 3 15,2 6-15,1 7 16,4 10 0,3 10-16,-4 10 15,-5 10-15,-4 3 16,-3 3-16,-2-6 15,-1-2-15,-1-5 16,0-4-16,2-7 16,1-9-16,2-7 15,1-7-15,1-7 16,2-8 0,-2 8-16,2-8 15,0 0-15,-8-12 16,0-4-16,-1-10 15,1-2-15,3 1 16,2 4-16,1 0 16,2 5-16,1 4 15,1-1-15,1 2 16,4-3-16,8-4 16,8-3-1,8-3-15,2 1 16,2 2-16,5 2 15,2 0-15,-1 3 16,-3 1-16,-6 2 16,-3 3-16,-3 2 15,-5 1-15,-4 1 16,-4 3-16,-13 5 16,8-8-16</inkml:trace>
  <inkml:trace contextRef="#ctx0" brushRef="#br0" timeOffset="89498.14">1010 1625 0,'0'0'0,"0"0"0,0 0 15,3 4-15,6 5 16,6 8-16,6 6 15,5 5-15,1 2 16,0 0-16,1 0 16,2 0-16,0-2 15,2-3-15,-2-3 16,-2-4-16</inkml:trace>
  <inkml:trace contextRef="#ctx0" brushRef="#br0" timeOffset="89764.42">1599 1650 0,'0'0'0,"0"0"16,0 0-16,4-1 15,10-1-15,20-3 16,13 3-16,3 4 16,-3 1-16,-2 4 15,-8-2-15,-5 1 16,-9-1-16,-12-1 16</inkml:trace>
  <inkml:trace contextRef="#ctx0" brushRef="#br0" timeOffset="89998.05">1554 1931 0,'0'0'0,"0"0"16,0 0-16,0 0 16,0 0-16,2 2 15,-2-2 1,13 13-16,3-4 15,8-3-15,8-2 16,9-4-16,4-5 16,2-6-16,0-10 15,-6-4-15,15-8 16</inkml:trace>
  <inkml:trace contextRef="#ctx0" brushRef="#br0" timeOffset="90548.42">2044 1598 0,'0'0'0,"0"0"0,0 0 0,1-1 16,-1 1-16,12-18 16,8-1-16,11 1 15,5 2 1,-1 3-16,-2 3 15,-3 3-15,-4 5 16,-2 7-16,-4 4 16,-2 3-16,-6 3 15,-3 7-15,-7 3 16,-7 7-16,-5 1 16,-4 2-16,-3-4 15,1-2 1,2-5-16,3-7 15,2-4-15,4-5 16,5-8-16,-5 9 16,5-9-16,0 0 15,0 0-15,2 11 16,6-5-16,12 1 16,4 0-16,3-2 15,0 2-15,-1-1 16,-4 0-1,-5 1-15,-5 2 16,-3-1-16,-4 0 16,-4 3-16,-6 5 15,-11 6-15,-12 4 16,-9-2-16,0-8 16,2-6-16,3-6 15,3-4 1,-2-3-16,-3-5 15,7-1-15</inkml:trace>
  <inkml:trace contextRef="#ctx0" brushRef="#br0" timeOffset="92714.45">622 2654 0,'0'0'0,"0"0"15,1-1-15,-1 1 16,9-7-16,-9 7 16,17-12-16,-5 6 15,4 3-15,0 3 16,-2 2-1,0 3-15,-2 4 0,-1 6 16,-1 4 0,-4 6-16,-2 3 15,-2 5-15,-4 3 16,-4 3-16,-1-4 16,-1-1-16,0-7 15,0-4-15,-1-4 16,2-2-16,1-5 15,1-4 1,5-8-16,-4 9 16,4-9-16,0 0 15,0 0-15,0 0 16,1-11-16,9-14 16,7-9-16,6-6 15,4-2-15,3-2 16,-2 1-16,-2 3 15,-2 2-15,-3 6 16,-1 2 0,-5 6-16,-3 6 15,-4 5-15,-3 4 16,-1 3-16,-4 6 16,4-7-16,-4 7 15,0 0-15,0 0 16,-5 9-16,-2 6 15,-5 6-15,1 5 16,0 3 0,2 2-16,1 1 15,0 2-15,4-3 16,1-1-16,3-2 16,2-3-16,2-4 15,0-6-15,1-2 16,0-4-16,2 0 15,5-4 1,6-2-16,4-3 16,7-1-16</inkml:trace>
  <inkml:trace contextRef="#ctx0" brushRef="#br0" timeOffset="93497.72">1329 2415 0,'0'0'0,"0"0"15,0 0 1,-6 6-16,-7 8 16,-5 14-16,1 9 15,1 4-15,0 3 16,2 2-16,3 0 16,4 1-16,3-2 15,2-5-15,1-2 16,3 0-16,2-1 15,2-4-15,4-4 16,4-5 0,2-4-16,1-4 15,2-2-15,-2-6 16</inkml:trace>
  <inkml:trace contextRef="#ctx0" brushRef="#br0" timeOffset="93814.16">1482 2571 0,'0'0'0,"0"0"15,0 0-15,0 0 16,0 2-16,0 5 16,-1 12-16,-1 14 15,1 6 1,1 2-16,0-4 16,0 1-16,0-6 15,1-2-15,1-4 16,-1-5-16,2-3 15</inkml:trace>
  <inkml:trace contextRef="#ctx0" brushRef="#br0" timeOffset="94114.69">1634 2831 0,'0'0'0,"0"0"0,0 0 0,0 0 16,0 5-1,0 4-15,0 9 16,0 9-16,0 5 16,0 0-16,-1-3 15,-3-3-15,-2-2 16,1-3-16,0-2 15,0-5-15,1-5 16,1-2-16,3-7 16,-4 7-1,4-7-15,0 0 16</inkml:trace>
  <inkml:trace contextRef="#ctx0" brushRef="#br0" timeOffset="94414.75">1812 2601 0,'0'0'0,"0"0"0,0 0 0,0 0 15,0 0-15,0 5 16,3 6-16,1 8 15,2 10-15,-1 4 16,-2 1-16,-1-2 16,-2-3-16,-1-3 15,0-3 1,0 0-16,0-2 16,-1-1-16,1-2 15,1-3-15,-1-6 16,-1-1-16</inkml:trace>
  <inkml:trace contextRef="#ctx0" brushRef="#br0" timeOffset="94814.74">1964 2408 0,'0'0'0,"0"0"0,0 0 0,0 0 0,0 4 16,3 9-16,5 16 16,3 12-16,2 4 15,-1-2-15,1 4 16,1 0-16,-3-1 15,-5-4-15,-3-1 16,-4-1-16,-4 2 16,-6 1-16,-9-2 15,-7 2 1,-5-3-16,0-3 16,2-5-16,3-6 15,3-6-15,1-3 16,4-5-16,4-4 15,15-8-15</inkml:trace>
  <inkml:trace contextRef="#ctx0" brushRef="#br0" timeOffset="95631.44">2221 2761 0,'0'0'0,"0"0"0,0 0 15,0 0-15,0 0 16,0 3 0,0-3-16</inkml:trace>
  <inkml:trace contextRef="#ctx0" brushRef="#br0" timeOffset="96364.32">2382 2564 0,'0'0'0,"0"0"0,0 0 16,0 0 0,1 9-16,0 9 15,1 5-15,2 4 16,2 3-16,0-1 15,0 3-15,0-2 16,-2-6-16,0-4 16,-1-2-16,0-3 15,0-5 1,-2-3-16,-1-7 16,3 7-16,-3-7 15,0 0-15,14-8 16,0-5-16,1-3 15,-4 1-15,-4 5 16,0 0-16,-3 3 16,-4 7-16,0 0 15,16-4-15,-5 7 16,0 4 0,0 2-16,1 4 15,0 2-15,-1-1 16,1 2-16,-3-4 15,-2-1-15,0-3 16,-7-8-16,12 7 16,-12-7-16,16-12 15,-7-4 1,0-7-16,-2-7 0,-3-4 16,-1-4-1,-3-4-15,-2-2 16,-1 10-16,0 10 15,0 7-15,2 7 16,0 2-16,-1-1 16,1-5-16</inkml:trace>
  <inkml:trace contextRef="#ctx0" brushRef="#br0" timeOffset="96681.13">2893 2392 0,'0'0'0,"1"2"0,-1 7 0,-1 15 15,-5 16 1,0 6-16,-2 4 15,1 4-15,-1 0 16,2-2-16,0-3 16,3 1-16,6-7 15,2-4-15,1-8 16,4-1-16,0-5 16,3-4-1,0-5-15,3-5 16,5-2-16,3-6 15,1-3-15</inkml:trace>
  <inkml:trace contextRef="#ctx0" brushRef="#br0" timeOffset="96996.81">3117 2600 0,'0'0'0,"0"0"0,0 0 15,0 0-15,0 2 16,0 6-16,0 12 16,0 12-1,0 7-15,0 0 16,0-5-16,0-5 15,0-2-15,0-3 16,0-3-16,0-4 16,0-4-16,0-4 15,1-2-15,-1-7 16</inkml:trace>
  <inkml:trace contextRef="#ctx0" brushRef="#br0" timeOffset="97515.09">3395 2798 0,'0'0'0,"0"2"0,0-2 0,0 0 16,0 0-16,-3 8 15,3-8-15,-3 12 16,2-1-16,-2 4 16,-2 6-16,2 4 15,-2 2 1,1-1-16,-1 0 15,2-4-15,0-4 16,0-3-16,1-4 16,1-1-16,-1-4 15,1 1-15,1-7 16</inkml:trace>
  <inkml:trace contextRef="#ctx0" brushRef="#br0" timeOffset="97798.24">3509 2621 0,'0'0'0,"0"-1"0,0 1 16,0 0-16,0 0 15,3 7-15,2 9 16,6 11-16,-3 9 16,-2 3-16,-2-4 15,-1-4-15,-2-5 16,1-1-16,-1-3 16,0-3-16,0-6 15,-1-5 1,0-8-16</inkml:trace>
  <inkml:trace contextRef="#ctx0" brushRef="#br0" timeOffset="98198.19">3640 2306 0,'0'0'0,"0"0"15,0 0-15,2 3 16,4 6-16,10 16 16,4 15-16,-2 5 15,-3 6 1,-3-2-16,-5-4 15,0-1-15,-1 2 16,-3 2-16,-3-3 16,-4-5-16,-5-5 15,-5 3-15,-5 4 16,-2-1-16,-1-5 16,-1-7-16,3-5 15,0-2-15,2-3 16,3-4-1,1-3-15</inkml:trace>
  <inkml:trace contextRef="#ctx0" brushRef="#br0" timeOffset="98815.65">3954 2588 0,'0'0'0,"0"0"0,0 0 0,0 0 15,0 0-15,0 0 16,0 0-16,0 0 16,1-3-16,-1 3 15,0 0-15,18-8 16,-4 4-16,2 0 15,2 1 1,1-1-16,1 1 16,3 0-16,-1 0 15,-1-1-15,0-1 16,-1 1-16,0 0 16,0-1-16,0 1 15,-3-1-15,-1-1 16,-5 1-1,-11 5-15,17-11 16,-11 3-16</inkml:trace>
  <inkml:trace contextRef="#ctx0" brushRef="#br0" timeOffset="99148.96">4105 2254 0,'0'0'0,"0"0"16,0 0-16,0 1 16,-1 6-16,0 10 15,-2 9-15,1 6 16,3 1-1,1 1-15,2 2 16,0 0-16,0-1 16,0-4-16,-1-4 15,-1-5-15,0-3 16,0-2-16,-1-4 16,3 0-16,1-4 15,4 3-15</inkml:trace>
  <inkml:trace contextRef="#ctx0" brushRef="#br0" timeOffset="101081.24">798 3691 0,'0'0'0,"3"0"16,-3 0-16,12 2 15,2 0-15,1 0 16,2 3-16,1 10 15,-1 5-15,-4 4 16,-4 3-16,-3 3 16,-2 0-1,-2 0-15,-2-5 16,0-5-16,0-6 16,0-4-16,-1-3 15,1-7-15,0 0 16,-1 6-16,1-6 15,2-9-15,5-19 16,5-14 0,4-2-16,4-4 15,1 1-15,-1 3 16,-2 6-16,-4 9 16,-3 8-16,-4 5 15,-3 7-15,-4 9 16,0 0-16,0 0 15,3 8-15,-7 16 16,-2 8 0,-1 6-16,0 4 15,-1-1-15,2-5 16,3-5-16,1-4 16,4 0-16,4-2 15,1-2-15,3-4 16,1-5-16,5-3 15,5-4-15,6-5 16,4-7-16</inkml:trace>
  <inkml:trace contextRef="#ctx0" brushRef="#br0" timeOffset="101514.3">1441 3383 0,'0'0'0,"0"0"0,-2 2 15,-3 9-15,-10 15 16,-7 17-16,1 10 16,4 4-16,2 0 15,3-2 1,3-5-16,2-5 16,1-1-16,4-4 15,4-5-15,4-4 16,1-8-16,4-2 15,3-2-15,4-3 16,4-2-16,4-4 16,1-2-1,1-2-15,-1-2 16,2-6-16</inkml:trace>
  <inkml:trace contextRef="#ctx0" brushRef="#br0" timeOffset="102264.23">1697 3494 0,'0'0'0,"0"0"16,0 0-16,0 0 15,0 0 1,-3 2-16,3-2 16,0 0-16,-2 10 15,1 1-15,-1 3 16,0 3-16,1 2 15,0 2-15,1 0 16,2 0-16,0 4 16,1 0-1,0 0-15,0-1 16,-1-1-16,0-7 16</inkml:trace>
  <inkml:trace contextRef="#ctx0" brushRef="#br0" timeOffset="102546.79">1905 3781 0,'0'0'0,"0"0"16,0 0-16,0 0 15,-3 4-15,0 4 16,-3 7-16,-2 8 16,0 2-16,0 3 15,2 0-15,0 0 16,2-4 0,0-5-16,1-4 15,2-5-15,0-3 16,1-7-16,0 0 15</inkml:trace>
  <inkml:trace contextRef="#ctx0" brushRef="#br0" timeOffset="103014.61">2021 3653 0,'0'0'0,"0"0"0,0 0 0,0-2 16,0 2-16,2-7 16,4 0-1,1-3-15,4 1 16,1 4-16,2 3 16,1 5-16,0 6 15,-2 6-15,-4 2 16,-3 4-16,-5 2 15,-2 1-15,-3 0 16,-2 0-16,0-2 16,-1-2-16,1-5 15,2-3 1,1-4-16,3-8 16,-4 9-16,4-9 15,0 0-15,0 0 16,0 0-16,21 3 15,2-8-15,3-2 16,-1-3-16,1-1 16,-5 1-16,-1-1 15,-3 1-15,-3-1 16</inkml:trace>
  <inkml:trace contextRef="#ctx0" brushRef="#br0" timeOffset="103381.14">2201 3466 0,'0'0'0,"0"0"0,0 0 0,0 0 0,0 0 16,0 0-16,3 0 15,-3 0-15,27 14 16,-3 3-16,4 6 16,-4 2-16,-1 5 15,-4 2 1,-3-1-16,-3 1 16,-3 5-16,-4 2 15,-4 1-15,-5-1 16,-3-4-16,-2 0 15,0-5-15,1-7 16,0-7-16,3-4 16,1-6-16,3-6 15,0 0 1</inkml:trace>
  <inkml:trace contextRef="#ctx0" brushRef="#br0" timeOffset="103580.97">2662 3687 0,'0'0'0,"0"0"15,0 0-15,0 0 16,0 0-16,0 0 15,0 0-15,0 0 16,0 0-16,-2 0 16</inkml:trace>
  <inkml:trace contextRef="#ctx0" brushRef="#br0" timeOffset="104480.96">2884 3402 0,'0'0'0,"0"0"0,0 0 16,0 0-16,0 0 16,0 3-16,2 4 15,1 7-15,0 5 16,-1 5 0,-2 5-16,-2 0 15,1-2-15,-1-1 16,0 0-16,1 0 15,0-1-15,1-6 16,2-4-16,0-3 16,1-2-16,-3-10 15,11 9-15,0-11 16,4-2 0,1-7-16,3-7 15,1-6-15,-3-3 16,-2-2-16,-3 4 15,-4 3-15,-3 6 16,-2 5-16,-1 4 16,-2 7-16,0 0 15,0 0-15,0 0 16,0 0 0,12 11-16,-6 1 15,2 5-15,1 1 16,-1 1-16,0-2 15,-2-4-15,-1-2 16,-1-2-16,0-2 16,-4-7-16,10 10 15,-10-10-15,15-1 16,-2-7-16,3-10 16,1-2-1,-1-8-15,-3-4 16,-3 1-16,-2-7 15,-4 3-15,-2 3 16,0 4-16,-1 5 16,-1 3-16,1 4 15,-1 3-15,0 5 16,0 8-16,-1-9 16,1 9-1,0 0-15,0 0 16,0 0-16,0 0 15,0 0-15,0 0 16,0 0-16,0 0 16,0 0-16</inkml:trace>
  <inkml:trace contextRef="#ctx0" brushRef="#br0" timeOffset="106097.95">3540 3293 0,'0'0'0,"0"0"0,0 0 16,-4 0-16,4 0 16,0 0-16,0 0 15,-9-3 1,9 3-16,-8 7 15,-4 7-15,-2 8 16,-1 8-16,3 5 16,1 3-16,1 2 15,2-1-15,1 0 16,4 0-16,4 1 16,6-1-16,0-3 15,4-2 1,3-7-16,5-5 15,4-4-15,-1-3 16,4-5-16,-6-8 16</inkml:trace>
  <inkml:trace contextRef="#ctx0" brushRef="#br0" timeOffset="106496.8">3721 3446 0,'0'0'0,"0"0"16,0 0-16,0 0 16,0 0-16,0 0 15,0 3-15,0-3 16,-1 7-16,-1-1 16,0 3-16,1-1 15,-1 6 1,-1 3-16,0 2 15,0 1-15,1-1 16,1-2-16,1 0 16,1-5-16,-1 1 15,1-4-15</inkml:trace>
  <inkml:trace contextRef="#ctx0" brushRef="#br0" timeOffset="106814.72">3905 3584 0,'0'0'0,"0"2"16,0-2-16,-1 7 15,0 3 1,-1 5-16,-1 6 16,-2 5-16,-2 2 15,-2-2-15,1-3 16,2-4-16,0-5 16,2-2-16,-1-2 15,1-1-15,1-2 16,3-7-16</inkml:trace>
  <inkml:trace contextRef="#ctx0" brushRef="#br0" timeOffset="107297.36">3972 3399 0,'0'0'0,"0"0"0,0 0 0,0 0 15,0 0-15,0 0 16,6-1-16,-6 1 16,15 6-16,-3 2 15,-2 4-15,0-1 16,-3-3-16,-2 0 15,-2 1 1,1 0-16,-3 5 16,-1 2-16,-3 1 15,0 2-15,-2 0 16,0 1-16,-1 2 16,1-4-16,0-1 15,3-5-15,0-2 16,1-2-16,1-8 15,-2 10 1,2-10-16,0 0 16,0 0-16,16 6 15,4-7-15,5-6 16,3-5-16,0-4 16,0-2-16,-5 2 15,-4 2-15,-2 1 16,-5-1-16,0-1 15</inkml:trace>
  <inkml:trace contextRef="#ctx0" brushRef="#br0" timeOffset="107664.24">4180 3168 0,'0'0'0,"0"0"0,0 0 16,0 0 0,0 0-16,1 2 15,-1-2-15,9 18 16,4 3-16,1 7 16,0 6-16,-3 5 15,-2 0-15,-1-2 16,-2 3-16,-4 0 15,-4 2 1,-3 4-16,-4-3 16,-2 1-16,-7-2 15,-2-3-15,-3-1 16,-2-5-16,-2-3 16,0-6-16</inkml:trace>
  <inkml:trace contextRef="#ctx0" brushRef="#br0" timeOffset="108263.87">1881 4375 0,'0'0'0,"5"-2"15,5-3-15,17-10 16,14-7-16,6 1 15,2 4-15,0 2 16,-3 1 0,-8 3-16,-4-1 15,-6-2-15,-3-3 16,-6-1-16,-2-1 16</inkml:trace>
  <inkml:trace contextRef="#ctx0" brushRef="#br0" timeOffset="108481.13">2119 4081 0,'0'0'0,"0"0"0,0 0 16,0 6-16,-2 7 15,0 13-15,-1 10 16,3 4-16,1 1 15,1 2-15,-1-5 16,1-3-16,-1-1 16,1-4-1,-1-4-15</inkml:trace>
  <inkml:trace contextRef="#ctx0" brushRef="#br0" timeOffset="109113.72">1129 4846 0,'0'0'0,"0"0"16,0 0-16,0 0 15,0 0-15,0 0 16,0 0-16,6 3 16,5 0-16,4 1 15,1 1-15,-1 3 16,-5 2-16,0 2 15,-2-1-15,-3 2 16,-1-1-16,-1-2 16,-2-2-1,-1-8-15,2 10 16,-2-10-16,0 0 16,0 0-16,15-12 15,6-13-15,3-8 16,-2-2-16,-5 3 15,-3 3-15,-5 9 16,-2 5 0,-3 5-16,-2 3 15,-2 7-15,3-6 16,-3 6-16,0 0 16,0 0-16,-1 14 15,0 6-15,-1 4 16,2 3-16,-1-3 15,2-3-15,2-2 16,1-5-16,4-3 16,3-2-1,5-7-15</inkml:trace>
  <inkml:trace contextRef="#ctx0" brushRef="#br0" timeOffset="109396.69">1643 4546 0,'0'0'0,"0"0"0,0 0 0,0 0 0,0 3 16,0-3-16,2 19 16,1 8-16,-1 7 15,-2 6-15,0-1 16,0 4-16,0-2 15,0-3-15,0-6 16,2-2-16,4-3 16,3-1-1,3-6-15,3-7 16,1-5-16,4-2 16</inkml:trace>
  <inkml:trace contextRef="#ctx0" brushRef="#br0" timeOffset="109648.13">1883 4689 0,'0'0'0,"0"0"0,0 0 15,0 0-15,0 2 16,0-2-16,4 17 15,0-1-15,1 2 16,-1 0-16,1-1 16,1 0-1,0-2-15,1 1 16,3 2-16,0-1 16,1 2-16,-4-8 15</inkml:trace>
  <inkml:trace contextRef="#ctx0" brushRef="#br0" timeOffset="109964.3">2182 4840 0,'0'0'0,"0"2"0,0-2 16,0 0-16,0 0 16,0 9-1,0-9-15,0 13 16,0 5-16,0 7 16,-3 7-16,-4 1 15,-1-2-15,0-1 16,0-6-16,-1-3 15,1-5 1,2-6 0</inkml:trace>
  <inkml:trace contextRef="#ctx0" brushRef="#br0" timeOffset="110498.11">2293 4686 0,'0'0'0,"2"-3"0,-2 3 15,9-7 1,-1 0-16,6 0 16,3-1-16,2 2 15,-2 2-15,-2 2 16,-5 3-16,-10-1 15,15 8-15,-11 0 16,-1 4-16,-1 4 16,-3 1-16,-1 0 15,-1-1 1,1-1-16,0-3 16,1 0-16,2 0 15,2-1-15,2-1 16,4-1-16,-1 0 15,5-1-15,0 0 16,0 0-16,-1-1 16,0-1-16,-2 0 15,-2 1-15,-2 0 16,-3 4 0,-4 2-16,-4 8 15,-5 2-15,-4 2 16,-4-3-16,2-4 15,-1-4-15,3-5 16,1-4-16,3-3 16,0-4-16,10 2 15</inkml:trace>
  <inkml:trace contextRef="#ctx0" brushRef="#br0" timeOffset="110914.38">2591 4564 0,'0'0'0,"0"0"0,0 0 0,0 0 15,1 2-15,-1-2 16,6 6-16,2 3 15,4 4-15,3 6 16,-1 5-16,1 7 16,-1 1-16,-5 2 15,-3-1 1,-5 3-16,-1 0 16,-3-2-16,-2 5 15,-1 13 1</inkml:trace>
  <inkml:trace contextRef="#ctx0" brushRef="#br0" timeOffset="111130.97">2911 4803 0,'0'0'0,"0"0"0,0-1 0,0 1 15,0 0-15,0 0 16,11-4-16</inkml:trace>
  <inkml:trace contextRef="#ctx0" brushRef="#br0" timeOffset="111664.22">3053 4557 0,'0'0'0,"0"1"0,0-1 0,0 0 16,3 9-1,1-3-15,-1 6 16,5 4-16,0 8 15,3 3-15,-2-1 16,-2-7-16,-1-4 16,-2-3-16,-1-5 15,-3-7-15,7 9 16,-7-9-16,13 0 16,0-5-1,4-11-15,0-5 16,-3 2-16,-5 7 15,-1 2-15,-8 10 16,9-11-16,-9 11 16,0 0-16,19 1 15,-6 6-15,3 2 16,0 1-16,-5-2 16,-2-1-1,-9-7-15,15 10 16,-15-10-16,23-4 15,-9-4-15,3-4 16,-3-2-16,1-4 16,-4-2-16,-3-1 15,-2 1-15,-4 4 16,-1 1 0,-1 5-16,-1 3 15,1 7-15</inkml:trace>
  <inkml:trace contextRef="#ctx0" brushRef="#br0" timeOffset="111996.72">3577 4353 0,'0'0'0,"0"0"0,0 0 0,0 0 15,0 0-15,0 0 16,3 3-16,0 4 15,4 3-15,-1 6 16,-1 10-16,-1 10 16,-2 8-16,-2 0 15,-2-3-15,-1-1 16,0 3-16,0-3 16,4 4-1,9-3-15,3-4 16,5-4-16,4-10 15,6-7-15,4-6 16,2-9-16,5-5 16,-2-10-16,-4-17 15</inkml:trace>
  <inkml:trace contextRef="#ctx0" brushRef="#br0" timeOffset="112264.22">3924 4534 0,'0'0'0,"0"0"16,0 0-16,0 0 16,0 2-1,0-2-15,0 18 16,0 3-16,0 5 15,0 3-15,0-4 16,1 1-16,1-4 16,2 0-16,0-4 15,1-7-15,0 0 16,-5-11-16</inkml:trace>
  <inkml:trace contextRef="#ctx0" brushRef="#br0" timeOffset="112530.89">4090 4693 0,'0'0'0,"0"0"0,0 0 16,0 0-16,0 0 15,1 5 1,0 5-16,0 9 15,0 6-15,-2 1 16,0-1-16,-1-5 16,0-1-16,1-5 15,0-5-15,-2-1 16,3-8-16,-3 6 16,3-6-1</inkml:trace>
  <inkml:trace contextRef="#ctx0" brushRef="#br0" timeOffset="113031.22">4174 4586 0,'0'0'0,"1"-4"16,-1 4-16,6-14 16,-2 3-16,4-1 15,3 3 1,2 0-16,-1 2 15,0 2-15,-1 3 16,0 2-16,-2 2 16,-9-2-16,16 7 15,-10 1-15,-1 4 16,-1 6-16,-3 3 16,-4 2-1,-2-4-15,2-4 16,-1-2-16,2-3 15,-1-2-15,3-8 16,-2 10-16,2-10 16,2 12-16,3-5 15,1 1-15,4 1 16,0 0-16,1-2 16,-1-1-16,-10-6 15,17 14 1,-13 2-16,-2 4 15,-4-2-15,-3-4 16,-3-3-16,-4-1 16,-1-4-16,0-3 15,-1-4-15,-4-14 16,-2-5-16,-3-17 16</inkml:trace>
  <inkml:trace contextRef="#ctx0" brushRef="#br0" timeOffset="113347.87">4386 4290 0,'0'0'0,"0"0"0,3 0 16,-3 0-16,22 6 15,-3 3-15,2 10 16,3 4-1,-3 5-15,-3 3 16,-4 3-16,-1 3 16,-4 0-16,-3-3 15,-1 3-15,-5-2 16,-3 2-16,-4 7 16,-6 0-16,-4 2 15,-1-2 1,-2-8-16,-2-5 15,1-5-15,-2-5 16,3-4-16,-1-4 16,1-1-16,4-7 15</inkml:trace>
  <inkml:trace contextRef="#ctx0" brushRef="#br0" timeOffset="119314.16">12818 5908 0,'0'-2'0,"0"2"0,0 0 0,0 0 16,0 0-16,0 0 16,0 0-16,0 0 15,15 3-15,7-9 16,18-5-16,13 2 16,8-1-1,7 0-15,1 1 16,4 5-16,2 0 15,-1 0-15,7-1 16,-3 1-16,1 2 16,2 0-16,-8 2 15,5-1-15,-6 0 16,-4 0-16,4-2 16,-5-4-1,-9 2-15,1-1 16,-10 1-16,-1 1 15,-5 0-15,-6 2 16,-2 0-16,-2 0 16,-5 1-16,-5 0 15,-6 0-15,-5 1 16,-12 0 0,12 0-16,-12 0 15,0 0-15,0 0 16,0 0-16,0 0 15,0 0-15,0 0 16</inkml:trace>
  <inkml:trace contextRef="#ctx0" brushRef="#br0" timeOffset="120330.91">2826 3180 0,'0'0'0,"0"0"0,0 0 16,0 0-16,0 0 16,12 2-16,17 2 15,18-1 1,6-7-16,7-4 15,-1-1-15,7-6 16,-1-2-16,-7 2 16,2-2-16,-7 1 15,-7 2-15,-7 0 16,-7 2-16,-4 2 16,0 0-16,-3 1 15,-2 1 1,-3 5-16,-1 1 15,-1 2-15,0 2 16,3 3-16</inkml:trace>
  <inkml:trace contextRef="#ctx0" brushRef="#br0" timeOffset="121098.1">3139 4147 0,'0'0'0,"0"0"15,0 0-15,0 1 16,0-1-16,0 0 16,22 12-16,10-7 15,12-5-15,6-5 16,3-2-16,2-5 16,2-3-16,4-5 15,-4 1 1,2-1-16,5 1 15,-1-2-15,3 0 16,5-1-16,-2 1 16,-4 4-16,0 1 15,-7 2-15,-8 2 16,-6 1-16,-7 2 16,-2 1-16,-5-1 15,-3 1 1,-6 2-16,-6 3 15,-2-1-15,-4 1 16,-9 3-16,15 2 16,-15-2-16,12 13 15</inkml:trace>
  <inkml:trace contextRef="#ctx0" brushRef="#br0" timeOffset="122148.84">3591 5471 0,'0'0'0,"0"0"15,0 0-15,-1 2 16,1-2-1,0 0-15,0 0 16,19 0-16,12-4 16,11-7-16,2-3 15,3-3-15,6-2 16,5-3-16,2-1 16,-1 0-16,7-2 15,-5 1-15,2 0 16,-1 1-1,-3 2-15,-1 4 16,-4 2-16,0 2 16,-4 1-16,-7 2 15,-5 2-15,-6 0 16,-6 2-16,-5-1 16,-3 1-16,-5 1 15,-13 5-15,15-5 16,-15 5-16,0 0 15,0 0 1,0 0-16,0 0 16,10-4-16,-10 4 15,0 0-15,0 0 16,0 0-16,0 0 16,0 0-16,0 0 15,0 0-15,0 0 16,1 7-16,-1-7 15,0 0-15,0 0 16,0 0 0,0 0-16,0 0 15,0 0-15,0 0 16,0 0-16,0 0 16,0 0-16,0 0 15,0 0-15,0 0 16,0 0-16,0 0 15,0 0 1,0 0-16,0 0 16,0 0-16,0 0 15,0 0-15,0 0 16,0 0-16,0 0 16,-1-7-16,-1-3 15,0-5-15</inkml:trace>
  <inkml:trace contextRef="#ctx0" brushRef="#br0" timeOffset="123664.26">3492 1925 0,'-2'-2'0,"-3"-6"0,-5-3 16,-8-11-16,-4-2 15,-4 4-15,-2 4 16,-8 0 0,-6 4-16,-4 5 15,2 4-15,0 8 16,-2 3-16,-4 1 16,-1 3-16,0 5 15,-3 7-15,-1 10 16,3 8-16,1 6 15,4 7 1,3 5-16,6 2 16,6 3-16,7 2 15,6-4-15,2 1 16,3 5-16,3 2 16,5 6-16,1 3 15,4 1-15,4-5 16,2 6-16,1 1 15,4 10 1,2 9-16,1 4 16,2 4-16,2 4 15,6 5-15,7-3 16,6 7-16,1-11 16,3 3-16,4-8 15,6-1-15,0-8 16,4 0-16,1-3 15,1-4-15,1-4 16,0-8 0,0-3-16,4-1 15,-1-5-15,-2-5 16,-1-7-16,0-4 16,-2-8-16,0-5 15,2-4-15,-2-8 16,-2-6-16,-2-6 15,-3-4-15,0-6 16,0-3 0,-1-6-16,-4-4 15,-1-4-15,-1-4 16,0-5-16,-1-4 16,-1-9-16,-1-5 15,-2-4-15,-1-7 16,-4-4-16,-6-4 15,-2-2-15,-4-5 16,-6-5 0,-2 1-16,-6-10 15,-1 5-15,-5-6 16,-3-5-16,0 2 16,-4-11-16,-3 5 15,-3-11-15,-4 4 16,-2-1-16,-4-4 15,-2-1-15,-2-2 16,0-1 0,0 3-16,-2 2 15,-3-1-15,-4 1 16,-2-5-16,4 6 16,-3-4-16,2 9 15,0 1-15,-1 6 16,0 8-16,0 1 15,0 4-15,-1 7 16,1 4-16,3 8 16,-1 3-1,-1 3-15,0 6 16,-1 6-16,3 3 16,-2 5-16,3 2 15,-2 1-15,1 0 16,0 2-16,3 4 15,2 4-15,-4 3 16,-1 2 0,-2 3-16,1 4 15,3 4-15,3 3 16,3 1-16,2 2 16,4-1-16,0 8 15,3 11-15,6 8 16</inkml:trace>
  <inkml:trace contextRef="#ctx0" brushRef="#br0" timeOffset="133647.1">783 6019 0,'0'0'0,"0"0"0,1 2 0,-1-2 16,0 0-16,2 7 15,-2-7-15,0 11 16,2-2-16,-2 1 16,1 3-16,0 2 15,0 3-15,-1 1 16,1 2 0,-1 0-16,-1 1 15,-4 0-15,2 0 16,-4 1-16,0 1 15,0 0-15,-1 0 16,1-3-16,1 0 16,-1 0-16,1-2 15,3-1 1,1-3-16,1-3 16,1-3-16,0-2 15,0-7-15,0 10 16,0-10-16,0 0 15,0 7-15,0-7 16,0 0-16,0 0 16,5 7-16,-5-7 15,0 0-15,0 0 16,0 0 0</inkml:trace>
  <inkml:trace contextRef="#ctx0" brushRef="#br0" timeOffset="134331.04">1007 6284 0,'0'0'0,"0"0"15,0 0-15,0 2 16,0-2-16,0 0 15,0 0-15,8 9 16,2-2-16,7-4 16,4-3-16,3-3 15,1-2 1,2-2-16,3-3 16,-2-2-16,0 0 15,3-1-15,-4 0 16,1-1-16,-1 2 15,-3 2-15</inkml:trace>
  <inkml:trace contextRef="#ctx0" brushRef="#br0" timeOffset="134664.25">1177 6092 0,'0'0'0,"0"0"0,0 2 0,0 7 15,0 13 1,0 13-16,0 4 15,-2 3-15,1 1 16,-1-2-16,1-2 16,-1-4-16,1-4 15,-2-3-15,1-2 16,0-2 0,-1-5-16,2-2 15</inkml:trace>
  <inkml:trace contextRef="#ctx0" brushRef="#br0" timeOffset="142381.29">1562 6095 0,'0'0'0,"0"0"0,0 0 0,0 0 16,-1-2-16,1 2 16,4-9-16,0-1 15,4-1-15,3-1 16,1 1-16,1 4 16,1 0-1,1 2-15,1 1 16,0 2-16,-3 0 15,-2 2-15,-1 2 16,-10-2-16,17 9 16,-11 0-16,1 3 15,-4 4-15,-1 7 16,-4 4 0,-4 6-16,-3 4 15,0-4-15,-1 1 16,0-6-16,-2-2 15,2-4-15,0-3 16,3-5-16,2-3 16,0-3-16,5-8 15,-5 9-15,5-9 16,0 0-16,-5 7 16,5-7-1,0 0-15,0 0 16,0 0-16,0 0 15,0 0-15,0 0 16,0 0-16,0 0 16,0 0-16,20 3 15,1-6 1,6-1-16,0-4 0,1 1 16,-2 0-1,-1-2-15,3-2 16,-2 1-16,-6 1 15,-1 1-15,-6 2 16,-1 0-16,-1 1 16,-11 5-16,17-9 15,-17 9-15,12-6 16</inkml:trace>
  <inkml:trace contextRef="#ctx0" brushRef="#br0" timeOffset="144164.42">2099 6287 0,'0'0'0,"0"0"0,0 0 15,-3 1-15,3-1 16,0 0-1,0 0-15,-5 10 16,-1 0-16,-2 6 16,-3 5-16,-1 5 15,0 2-15,-1 4 16,1-1-16,0-2 16,1-3-16,3-7 15,2-3 1,0-1-16,-1-1 15,2-1-15,0-3 16,0-1-16,5-9 16,-5 10-16,5-10 15,0 0-15,-4 6 16,4-6-16,0 0 16,0 0-16</inkml:trace>
  <inkml:trace contextRef="#ctx0" brushRef="#br0" timeOffset="148680.74">2374 5852 0,'0'0'0,"0"0"15,0 0-15,2 4 16,0 5 0,2 4-16,0 5 15,2 2-15,0 5 16,1 1-16,0 0 15,1 0-15,-1-1 16,1-1-16,-2 0 16,2 1-16,0 5 15,0-3-15,0 0 16,-2-5 0,-1-3-16,0-3 15,-1 2-15,1 2 16</inkml:trace>
  <inkml:trace contextRef="#ctx0" brushRef="#br0" timeOffset="149097.67">2653 6093 0,'0'0'0,"0"0"0,0 0 15,0 0-15,0 0 16,0 0-16,0 0 15,4 1-15,-4-1 16,14 1-16,3-2 16,5-1-16,3-6 15,2-2-15,0 0 16,2-2-16,0-1 16,-1 2-1,-3-2-15,-4 3 16,-1 0-16,-3 1 15,1-1-15,-3 2 16,-2 2-16</inkml:trace>
  <inkml:trace contextRef="#ctx0" brushRef="#br0" timeOffset="149430.07">2788 5896 0,'0'0'0,"0"0"16,0 0-16,-1 1 16,1-1-1,-2 15-15,1 3 16,2 6-16,3 8 15,3 0-15,0 4 16,-1-3-16,0-1 16,1-1-16,-3-4 15,2-5-15,-4-5 16,0-2 0,0-2-16,1-3 15,-1 1-15,-1-4 16</inkml:trace>
  <inkml:trace contextRef="#ctx0" brushRef="#br0" timeOffset="151213.82">3281 5796 0,'0'0'0,"0"0"0,0 0 16,2 2-16,-2-2 15,0 0-15,0 0 16,13-1-1,-3-1-15,4-2 16,0 1-16,3-1 16,2 0-16,0 0 15,2-1-15,-3 4 16,-2 2-16,-2 5 16,-2 2-16,-2 6 15,0 9-15,-4 7 16,-3 6-1,-5 1-15,-5 0 16,-2 1-16,-4 0 16,0-5-16,2-7 15,-1-3-15,2-6 16,3-4-16,0-3 16,7-10-16,-7 9 15,7-9-15,0 0 16,0 0-1,0 0-15,0 0 16,0 0-16,13-1 16,10-10-16,6-1 15,1 0-15,-1 0 16,-2-2-16,-5 1 16,-2 0-16,-3 3 15,-1 1 1,-5 2-16,-11 7 15,13-8-15,-13 8 16</inkml:trace>
  <inkml:trace contextRef="#ctx0" brushRef="#br0" timeOffset="152529.93">1677 6834 0,'0'0'0,"0"0"16,-3 0-16,3 0 15,0 0-15,0 0 16,0 0-16,0 0 16,-5-7-16,5 7 15,9-10-15,1 1 16,6-2-16,2 4 15,-1-1-15,-1 4 16,-2 1 0,1 0-16,-2 2 15,-1 0-15,1 2 16,-2 1-16,0 3 16,-2-1-16,2 7 15,0 1-15,-3 3 16,-1-2-16,-2-1 15,-3-2 1,-2-1-16,0-1 16,0-8-16,0 9 15,0-9-15,0 0 16,0 7-16,0-7 16,0 0-16,0 0 15,0 0-15,18 8 16,-2-5-1,8 0-15,3 0 16,-1 1-16,-4-2 16,-1 0-16,-1 1 15,-2 3-15,-3 2 16,-3 2-16,-4 0 16,-3 1-16,-3 3 15,-5 2-15,-6 2 16,-2 0-1,-4-1-15,-1-5 16,-3-2-16,-2-2 16,-3-2-16,2 0 15,5-1-15,2-1 16,2-1-16,3-1 16,10-2-16</inkml:trace>
  <inkml:trace contextRef="#ctx0" brushRef="#br0" timeOffset="152831.71">2209 6917 0,'0'0'0,"1"2"0,-1-2 16,1 8 0,1 2-16,-1 6 15,1 5-15,-2 3 16,-1 5-16,0 0 16,0 1-16,1-3 15,-1-3-15,0-5 16,1-3-16,-1-2 15,0-3-15,2-4 16</inkml:trace>
  <inkml:trace contextRef="#ctx0" brushRef="#br0" timeOffset="153497.87">2377 6815 0,'0'0'0,"0"0"16,0-2-16,0 2 15,2-7-15,-2 7 16,4-7-16,-4 7 15,14-9-15,-4 1 16,2 1 0,3 0-16,0 5 15,-1 0-15,1 2 16,-4 2-16,-1 3 16,1 5-16,-3-1 15,-3 8-15,-3 1 16,-4 4-16,-1 3 15,0-7-15,-1-3 16,2-5 0,1-2-16,1-8 15,-2 10-15,2-10 16,-1 7-16,1-7 16,0 0-16,0 0 15,3 7-15,6-1 16,2 1-16,4-4 15,3-1-15,3-1 16,-1 0 0,-1 0-16,0 2 15,0 5-15,-5-1 16,-3 1-16,-2-1 16,-4 2-16,-3 3 15,-3 3-15,-6 3 16,-6 0-16,-8 5 15,-6 0-15,-4-3 16,-5-3 0,4-5-16,0-1 15,2-1-15,-1-1 16</inkml:trace>
  <inkml:trace contextRef="#ctx0" brushRef="#br0" timeOffset="153963.57">1694 6705 0,'0'0'0,"0"0"16,0 0-16,0 0 15,-1 4-15,1-4 16,-5 18-16,0 3 15,-1 5-15,0 0 16,1 5 0,1 3-16,2 4 15,1 2-15,3 2 16,5 2-16,3 0 16,5 4-16,3-2 15,6 0-15,7 0 16,2-2-16,9-1 15,30-2 1,10-13 0</inkml:trace>
  <inkml:trace contextRef="#ctx0" brushRef="#br0" timeOffset="154447.43">2742 6610 0,'0'0'0,"0"0"15,0 0-15,0 0 16,0 0-16,2 2 16,-2-2-16,15 17 15,3 2-15,5 7 16,4 3-16,-1 0 15,2 0-15,-5 2 16,-2 4-16,-4 5 16,-4 1-1,-5-3-15,-5 3 16,-3-1-16,-5 1 16,-7 1-16,-16 10 31,-11 8-31,-1-5 15,-10-1-15,17-32 16</inkml:trace>
  <inkml:trace contextRef="#ctx0" brushRef="#br0" timeOffset="159813.96">13068 6941 0,'0'6'0,"0"-6"0,0 0 0,0 0 15,0 7-15,0-7 16,0 9-16,0-9 16,0 7-16,0-7 15,0 0-15,0 0 16,0 0-16,0 0 16,0 0-1,16 1-15,0-3 16,5-2-16,3 3 15,6 1-15,-2 3 16,2-2-16,5 0 16,1 0-16,0 0 15,-5 1-15,-2-1 16,-3-1-16,-1 1 16,-3-2-16,-5 1 15,-5 0 1,-12 0-16,15 6 15,-15-6-15,8 10 16,-8-10-16,-2 9 16,-9-6-16,-9 2 15,-10-3-15,-10 2 16,-5-2-16,0-2 16,5-1-16,2-4 15,0 0-15,6 2 16,4 1-1,6 7-15,6 0 16,16-5-16,-13 5 16,13-5-16,0 0 15,0 0-15,0 0 16,0 0-16,0 0 16,21-1-16,16 1 15,1 3-15,0 3 16,3 0-1,-2 0-15,-2 0 16,-7-3-16,-4 0 16,-6 0-16,-5-1 15,-4 1-15,-11-3 16,12 3-16,-12-3 16,0 0-16,0 0 15,0 8 1,-12-3-16,-14 4 15,-9-8-15,-5-1 16,-3-5-16,4 2 16,1 0-16,4 1 15,4-1-15,8 1 16,7-1-16,5 1 16,10 2-16,-10-1 15,10 1-15,0 0 16,0 0-1,0 0-15,23-3 16,11-2-16,8-1 16,5 1-16,0 3 15,1 6-15,-4 1 16,-7 0-16,-5 2 16,-5-3-16,-6 3 15,-7-4 1,-14-3-16,11 2 15,-11-2-15,0 0 16,0 0-16,0 0 16,-27 10-16,-8-4 15,-8-3-15,-5-5 16,3-2-16,5-3 16,10 3-16,8 0 15,7 2-15,5 1 16,10 1-1,0 0-15,-12-3 16,12 3-16,0 0 16,0 0-16,19-7 15,14-2-15,8-1 16,2 4-16,-7 5 16,-3 3-16,-5 1 15,-7-2-15,-4 1 16,-6-1-16,-11-1 15,10 0 1,-10 0-16,0 0 16,0 0-16,0 0 15,-19 11-15,-10-4 16,-13-2-16,-4-4 16,-1-8-16,8 5 15,6-2-15,10 2 16,7 2-1,6-1-15,10 1 16,-11 0-16,11 0 16,0 0-16,0 0 15,18-12-15,13 1 16,10-1-16,3 5 16,-6 8-16,-3-4 15,-7 3-15,-6 0 16,-6 0-16,-7 0 15,-9 0 1,0 0-16,10-1 16,-10 1-16,0 0 15,-24 6-15,-5 1 16,-5 2-16,-1-2 16,9-4-16,7-2 15,7-4-15,12 3 16,-11-2-1,11 2-15,0 0 16,0 0-16,1-9 16,16-4-16,15 2 15,6 7-15,-5 4 16,-2 0-16,-7-2 16,-4 1-16,-7 1 15,-13 0-15,0 0 16,0 0-16,0 0 15,-34-15-15</inkml:trace>
  <inkml:trace contextRef="#ctx0" brushRef="#br0" timeOffset="161213.16">4308 6847 0,'0'0'0,"0"0"0,0 0 0,0 0 15,6-2 1,-6 2-16,24-6 16,-6 4-16,-1 5 15,-4 0-15,-2 2 16,-2 3-16,-2 5 16,-1 4-16,-3 3 15,-3 4-15,-3-1 16,-2-2-16,0-3 15,2-3 1,-1-2-16,2-3 16,0-4-16,2-6 15,-3 7-15,3-7 16,0 0-16,0 0 16,0 0-16,9-7 15,6-6-15,5-6 16,3-4-16,1-1 15,-1-1-15,-4 1 16,-3 2 0,-6 3-16,-3 4 15,-4 4-15,-1 3 16,-2 8-16,1-6 16,-1 6-16,0 0 15,0 0-15,0 0 16,-12 14-16,1 1 15,-1 2-15,-2 2 16,3 2 0,1-2-16,2 2 15,2-2-15,2 0 16,2-1-16,5-2 16,3 0-16,3-1 15,5-1-15,1-5 16,5-3-16,1-4 15,4-3-15,1-1 16,3-3-16</inkml:trace>
  <inkml:trace contextRef="#ctx0" brushRef="#br0" timeOffset="161814.13">5120 6647 0,'0'0'0,"0"0"0,0 0 0,0 0 16,-1 2-16,1-2 15,0 0-15,0 0 16,0 0-16,0 0 16,-14 12-1,2 3-15,-3 8 16,-2 5-16,3-1 16,-2 3-16,-1 3 15,1 2-15,1-1 16,2-4-16,4 0 15,3 0-15,3-2 16,3-1-16,3-2 16,2-3-1,5 0-15,5 1 16,5-3-16,5-1 16,2-2-16,0-5 15,19 3 1,6-3-1,-2-6-15</inkml:trace>
  <inkml:trace contextRef="#ctx0" brushRef="#br0" timeOffset="168346.77">5552 6667 0,'0'0'0,"0"0"0,0 0 0,-1 2 16,1-2-16,0 0 16,0 0-16,-11 10 15,0 0-15,-8 5 16,-5 3-16,1-1 15,-1 0 1,-1 1-16,1 0 16,1-1-16,2-1 15,4-2-15,3 0 16,3 3-16,1 5 16,1 1-16,4 2 15,3-4-15,3 0 16,5 1-16,4-1 15,3-4-15,1-3 16,3-4 0,2-4-16,2-3 15,-1-3-15,-2-1 16,-4-1-16,-1-1 16,-3-1-16,0-3 15,-3-1-15,0-1 16,-1 1-16,-3 0 15,-2 1 1,-1-1-16,-1 2 16,-4-1-16,-5 1 15,-5 0-15,-5 2 16,-4 2-16,0 3 16,4 1-16,4 1 15,3 0-15,13-3 16,-15 6-16,15-6 15,-7 7-15,7-7 16,-1 8-16</inkml:trace>
  <inkml:trace contextRef="#ctx0" brushRef="#br0" timeOffset="168663.99">5733 7023 0,'0'0'0,"0"0"0,0 0 15,0 0-15,0 4 16,0-4-16,-6 16 15,-1 1 1,-3 7-16,-3 3 16,0 1-16,-2 0 15,1-4-15,-1 0 16,-1-1-16,-2 0 16,1-1-16,-1-1 15,0-1-15,2-3 16</inkml:trace>
  <inkml:trace contextRef="#ctx0" brushRef="#br0" timeOffset="170480.46">6259 6786 0,'0'0'0,"0"0"0,-3 0 0,3 0 16,0 0-16,-15-1 16,15 1-16,-23 0 15,3 2-15,-8 3 16,-4 3-16,1 4 15,0 1-15,2 3 16,2 1-16,4 1 16,3 0-1,3-1-15,4-1 16,2 2-16,3 2 16,2 2-16,3 0 15,3-1-15,5-3 16,3 1-16,6-1 15,6-2-15,3-1 16,3-4-16,-1-3 16,1-3-16,-2-3 15,-2-4 1,-3-1-16,-2-1 16,-4 0-16,-13 4 15,17-11-15,-17 11 16,9-12-16,-8 6 15,-1-1-15,-3-1 16,-7-2-16,-7 2 16,-12-1-16,-4 5 15,-6 5 1,2 3-16,0 5 16,5 2-16,7 0 15,4-1-15,5 0 16,4 1-16,3-3 15,9-8-15,-6 10 16,6-10-16,12 11 16,8-8-16</inkml:trace>
  <inkml:trace contextRef="#ctx0" brushRef="#br0" timeOffset="170947.33">6472 6752 0,'0'0'0,"0"0"0,0 0 0,0 0 15,0 0-15,0 0 16,0 0-16,0 0 16,0 0-16,7 4 15,-7-4 1,23 15-16,-8-5 16,0 4-16,1 3 15,1 5-15,0 5 16,-3 4-16,-3 3 15,-2 3-15,-3 1 16,-3 1-16,-6 2 16,-7 0-1,-7 2-15,-8 0 16,-5-3-16,-3-4 16,-4-4-16,-4-7 15,-2-7-15,0-6 16,4-4-16,5-5 15,2-2-15,1-4 16</inkml:trace>
  <inkml:trace contextRef="#ctx0" brushRef="#br0" timeOffset="176964.06">5667 2966 0,'0'0'0,"-3"-4"0,3 4 0,0 0 0,-14-17 16,4 5-16,-1-2 15,-1 1-15,-4-1 16,-7-1-16,-4 1 16,-4 0-16,1 1 15,-6-1-15,-3 2 16,-3 0-16,-2 3 15,-1 2-15,-1 3 16,-3 2 0,1 5-16,0 1 15,-2 4-15,3 2 16,0 3-16,2 4 16,3 2-16,1 0 15,3 2-15,2 0 16,4 1-16,3 1 15,5 1 1,2 1-16,1 3 16,1 0-16,2 1 15,2 2-15,2 3 16,1 4-16,3 2 16,3 3-16,0 2 15,2 0-15,1 1 16,-1 1-16,1 1 15,-1 1 1,3 2-16,0-1 16,2 0-16,3 0 15,1 1-15,6-2 16,3 1-16,4 1 16,5-1-16,2 0 15,2-1-15,3-1 16,-1-2-16,5-1 15,1-3-15,3-3 16,1-1 0,-1-6-16,5-3 15,1-3-15,0-4 16,2-2-16,3-4 16,0-4-16,4-1 15,-1-5-15,3-2 16,0-5-16,1-5 15,1-4-15,0-4 16,-1-3 0,-1-1-16,-5-2 15,-2-3-15,-4-1 16,-2-3-16,-2-1 16,-4-3-16,0-1 15,0-3-15,-3-3 16,-3-4-16,-2-1 15,-5-3-15,-4 0 16,-1-1-16,-4-2 16,-5 2-1,-3-2-15,-5-1 16,-5-4-16,-2-4 16,-1 3-16,-3-3 15,-1 0-15,-2 4 16,-1-1-16,-3 0 15,0 4-15,-4-1 16,-2 5-16,-3 2 16,-1 4-1,-3 4-15,-2 2 16,-5 3-16,-1 5 16,-3 5-16,1 4 15,3 5-15,3 2 16,7 3-16,8 2 15,6 2-15,14 4 16,-14-4-16,14 4 16,0 0-1,0 0-15,-10-2 16,10 2-16,0 0 16,0 0-16,0 0 15,0 0-15,0 0 16,0 0-16,0 0 15,0 7-15,0-7 16,10 9 0,0-1-16</inkml:trace>
  <inkml:trace contextRef="#ctx0" brushRef="#br0" timeOffset="177914.08">5734 3078 0,'0'0'0,"0"0"16,3 2-16,-3-2 0,13 10 15,-13-10 1,14 11-16,-8-3 16,2 0-16,-1 1 15,0 0-15,-2-3 16</inkml:trace>
  <inkml:trace contextRef="#ctx0" brushRef="#br0" timeOffset="181814.11">5610 3063 0,'0'0'0,"-7"-3"0,-4-2 16,-17-6-16,-5-3 16,-3 1-16,0 3 15,-2 1 1,-3 3-16,0 5 15,-3 5-15,-4 2 16,-3 4-16,-1 5 16,-1 7-16,1 6 15,-2 7-15,1 4 16,5 2-16,1 4 16,4 3-1,2 3-15,4 2 16,4 3-16,6 2 15,6 1-15,5 0 16,5-4-16,7-1 16,6-1-16,7-3 15,8-2-15,5-2 16,9-2-16,9-1 16,4-5-1,8-2-15,8-10 16,5-3-16,5-7 15,4-9-15,2-4 16,3-8-16,-3-8 16,3-6-16,-5-6 15,-4-4-15,-4-4 16,-8-6-16,-5-2 16,-8-4-1,-7-5-15,-6-2 16,-5-7-16,-5-2 15,-6 1-15,-7-2 16,-6 1-16,-9 0 16,-8 2-16,-6 2 15,-6 4-15,-7 4 16,-7 4-16,-6 5 16,-9 6-16,-5 4 15,-3 10 1,-3 4-16,-1 8 15,6 6-15,0 4 16,4 5-16,8 1 16,5 3-16,8 0 15,6-1-15,4 0 16,6-1-16,6-1 16,4-1-16,3 0 15,7-7-15,-9 11 16,9-11-1,-5 9-15,5-9 16,-3 9-16,3-9 16,-1 8-16,1-8 15,0 9-15,0-9 16,1 7-16,-1-7 16,0 0-1,3 8-15,-3-8 16,0 0-16,0 0 15,4 7-15,-4-7 16,0 0-16,0 0 16,0 0-16,0 0 15,0 0-15,0 0 16,0 0-16,0 0 16,0 0-16,0 0 15,0 0 1,0 0-16,0 0 15,0 0-15,0 0 16,0 0-16,0 0 16,0 0-16,0 0 15,0 0-15,0 0 16,0 0-16,0 0 16,0 0-1,0 0-15,0 0 16,0 0-16,0 0 15,0 0-15,0 0 16,0 0-16,0 0 16,0 0-16,0 0 15,0 0-15,0 0 16,0 0-16,0 0 16,0 0-16,0 0 15,0 0 1,0 0-16,0 0 15,0 0-15,0 0 16,0 0-16,0 0 16,0 0-16,0 0 15,0 0-15,0 0 16,0 0-16,0 0 16,0 0-1,0 0-15,0 0 16,0 0-16,0 0 15,0 0-15,0 0 16,0 0-16,0 0 16,0 0-16,0 0 15,0 0-15,0 0 16,4-7-16,-4 7 16,0 0-16,0 0 15,0 0-15,0 0 16,0 0-16,0 0 15,0 0 1,0 0-16,0 0 16,0 0-16,0 0 15,0 0-15,0 0 16,0 0-16,0 0 16,0 0-16,0 0 15,0 0-15,0 0 16,0 0-1,0 0-15,0 0 16,0 0-16,0 0 16,0 0-16,0 0 15,0 0-15,0 0 16,0 0-16,0 0 16,0 0-16,0 0 15,0 0 1,0 0-16,0 0 15,0 0-15,0 0 16,0 0-16,0 0 16,0 0-16,0 0 15,0-6-15,0 6 16,0 0-16,0 0 16,0 0-1,0 0-15,-2-8 16,2 8-16,-1-10 15,0 0-15,-2-5 16</inkml:trace>
  <inkml:trace contextRef="#ctx0" brushRef="#br0" timeOffset="186946.01">5352 3282 0,'0'0'0,"0"0"0,0 0 0,-6-3 0,-4-4 15,-8-3-15,-3-2 16,-2 2-16,-1 1 15,-4 3-15,-5 4 16,-3 9-16,-7 8 16,-4 7-16,-2 10 15,0 9 1,3 4-16,5 6 16,6 5-16,6 3 15,8 4-15,7 3 16,9 4-16,10-2 15,10-2-15,9-4 16,9-9-16,10-7 16,4-9-16,6-6 15,2-6-15,0-10 16,0-6 0,-2-6-16,3-6 15,-5-4-15,-3-4 16,-5-6-16,-3-1 15,-2-3-15,-1-3 16,-4-3-16,-5-6 16,-2-4-16,-4-5 15,-4-5-15,-5-4 16,-5-3 0,-4-2-16,-3 1 15,-4 1-15,-4 4 16,-3 2-16,-3 4 15,-3 4-15,-1 4 16,-3 5-16,-3 5 16,-2 3-16,2 4 15,0 4-15,3 6 16,-1 3 0,-2 4-16,-4 4 15,-2 4-15,1 3 16,4 2-16,6 0 15,2 2-15,3 0 16</inkml:trace>
  <inkml:trace contextRef="#ctx0" brushRef="#br0" timeOffset="188163.48">6298 3409 0,'0'0'0,"0"0"16,0 0-16,1 3 15,4 5-15,2 1 16,10 0-16,18-10 16,22-17-1,17-18-15,-5-21 16</inkml:trace>
  <inkml:trace contextRef="#ctx0" brushRef="#br0" timeOffset="188247.2">6865 3085 0,'0'2'0</inkml:trace>
  <inkml:trace contextRef="#ctx0" brushRef="#br0" timeOffset="188413.44">6711 3310 0,'0'0'0,"0"0"0,0 0 15,0 0-15,6-4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05T11:04:00.342"/>
    </inkml:context>
    <inkml:brush xml:id="br0">
      <inkml:brushProperty name="width" value="0.05292" units="cm"/>
      <inkml:brushProperty name="height" value="0.05292" units="cm"/>
      <inkml:brushProperty name="color" value="#EE0000"/>
    </inkml:brush>
  </inkml:definitions>
  <inkml:trace contextRef="#ctx0" brushRef="#br0">14356 4674 0,'0'0'0,"-2"-3"0,-4-5 16,-10-8-16,-11-6 15,-6 2-15,-11 3 16,-4 1-16,-2 2 16,2 5-1,-4 2-15,-4 1 16,2 1-16,-2 2 15,1-1-15,-2 6 16,-1 1-16,0 4 16,2 1-16,-2 4 15,0 0-15,2 3 16,0 4-16,3 0 16,6 0-1,2 0-15,3 0 16,3 1-16,4 1 15,2 0-15,4 2 16,-3 1-16,2 2 16,2-2-16,1 2 15,3 0-15,-1 2 16,0 1-16,1 2 16,0-1-1,-1 1-15,2 1 16,0 0-16,3 2 15,1 0-15,3-1 16,-2-1-16,2-2 16,-1 3-16,0-2 15,1 1-15,0-4 16,1 0-16,-1 0 16,2-2-1,3-1-15,2-1 16,2 0-16,2 0 15,2-1-15,0 3 16,3-1-16,2 1 16,1-1-16,1-2 15,2 1-15,3-2 16,2 1-16,5-1 16,3-1-1,2-1-15,5-1 16,0 0-16,5-3 15,3 0-15,5-3 16,2-1-16,0 0 16,5 0-16,2-1 15,5 0-15,1-1 16,0-1-16,1-1 16,1-1-1,1 1-15,2-1 16,2 0-16,-1 1 15,4-1-15,-3-1 16,3-1-16,1-1 16,-1 0-16,2 0 15,1-3-15,0 0 16,4-2-16,-2 0 16,-1-2-16,1-1 15,-1-4 1,-3-1-16,0-2 15,-3 0-15,-1-2 16,1-1-16,-4-1 16,-2-1-16,-1-3 15,-6 1-15,-1-2 16,-5 0-16,-5-1 16,-3 0-16,-5-3 15,-1-4 1,-3 0-16,0-4 15,-6 1-15,-2-3 16,-3-2-16,-2-4 16,-3-4-16,-3 3 15,-2-4-15,-3 0 16,-1-2-16,-2 1 16,-3 4-1,-1-2-15,-4-2 16,-4-1-16,-5-2 15,-5 3-15,-4 2 16,-4-4-16,-4 3 16,-7 0-16,-6 5 15,-10-1-15,-6 2 16,-5 2-16,-7 2 16,-7 4-1,-8 5-15,-9 5 16,-5 5-16,-8 4 15,-3 4-15,-8 4 16,8 2-16,-6 4 16,12 3-16,-3 2 15,10-1-15,5 1 16,5 4-16,7 3 16,7 6-16,4 1 15</inkml:trace>
  <inkml:trace contextRef="#ctx0" brushRef="#br0" timeOffset="8200.04">12691 6024 0,'0'0'0,"0"0"0,0-1 16,0 1-16,0 0 15,-4-8-15,0 1 16,-2-1-16,0-2 16,-1-1-16,-5 0 15,-3-1 1,-4 1-16,-5 1 16,-1 5-16,-3 2 15,-2 1-15,-1 2 16,-2 2-16,0 1 15,1 5-15,3 2 16,3-1-16,0 3 16,-2 5-1,3-1-15,-1 0 16,3 0-16,1 2 16,-1 2-16,2 2 15,2 1-15,2-2 16,-2 3-16,1 3 15,1 0-15,0 1 16,1 2-16,2 1 16,1 1-16,3 0 15,2 2 1,2 1-16,0 2 16,2-1-16,2 1 15,1-2-15,3 3 16,0-2-16,1 1 15,1 2-15,0-1 16,0 1-16,2 1 16,0-2-16,1 0 15,-1 2 1,1-1-16,0 1 16,-1-2-16,1 0 15,0 2-15,1 0 16,-2 1-16,2-2 15,-1-3-15,2 2 16,0-3-16,-1 0 16,0-2-16,1 2 15,-2-3-15,1-1 16,-1-1 0,0-1-16,-1-3 15,0 1-15,-1-2 16,-1-1-16,0-1 15,-1-2-15,-1 1 16,0 1-16,-1-1 16,1-1-16,-1-1 15,-1 0 1,1 1-16,0 2 16,-1-1-16,1 0 15,0 2-15,-1 0 16,1 1-16,0-2 15,0-1-15,-1 0 16,2-1-16,0 1 16,1 0-16,1-1 15,1 3 1,0-1-16,0 2 16,0-1-16,1-1 15,-2 0-15,2-1 16,-2-1-16,1-1 15,-1 0-15,0-3 16,0 0-16,-1-3 16,0-1-16,0 0 15,1-2-15,0 0 16,0-1 0,1 0-16,-1-3 15,2 1-15,-1 1 16,4-1-16,-1 1 15,3 0-15,1-2 16,4 1-16,3-1 16,3-1-16,1-1 15,2-1-15,1-1 16,3 0-16,2-1 16,2-1-1,-2 1-15,0-1 16,0 1-16,1 0 15,5 0-15,-2-1 16,0 2-16,-1 0 16,0 1-16,1-1 15,3 2-15,2-1 16,-1 0 0,2 0-16,1-2 15,3-1-15,2-2 16,1-3-16,-1-2 15,3-1-15,-1 0 16,-3 0-16,4 0 16,2 0-16,0-1 15,3 1-15,0 0 16,1 0 0,0-1-16,0 1 15,-3-1-15,2 1 16,1 1-16,-1 0 15,2 3-15,0 2 16,-3 0-16,-2 2 16,2 0-16,-1-1 15,0 1-15,2 1 16,-1 0 0,-2 0-16,-5 1 15,-2-2-15,1 1 16,-1 0-16,1-1 15,2 0-15,-2 0 16,-2 1-16,0-1 16,-3 0-16,-4 1 15,1 0-15,1 0 16,-1 0-16,2-1 16,-4 1-1,0 0-15,-4-1 16,-1 1-16,-3-1 15,-3-1-15,-3-1 16,-5-1-16,-2-1 16,-3 0-16,0-4 15,0 0-15,0-3 16,1-2-16,0-1 16,0-7-1,1-6-15,3-7 16,0-3-16,3-4 15,-1-1-15,0-2 16,1-2-16,-1 0 16,1 2-16,0-2 15,-18 32-15,5-19 16,-4-10-16,0 4 16,-2-2-1,2-3-15,-2 0 16,0-2-16,0 2 15,0 0-15,0 0 16,0-2-16,0 3 16,-1-3-16,2 2 15,-1-1-15,-1-3 16,1 2-16,0-6 16,-1-1-1,0 1-15,0 3 16,0-1-16,0 5 15,0-6-15,0-1 16,0 1-16,0-1 16,0 5-16,0 4 15,0 3-15,0 1 16,0 4-16,0 5 16,0 1-16,0 4 15,0 4 1,0 2-16,0 3 15,0 4-15,0 2 16,0 3-16,0 6 16,0-9-16,0 9 15,0-6-15,0 6 16,0 0-16,0-8 16,-1 1-16,-22-27 15,11 14 1,1 8-16,4 3 15,1 3-15,-1-1 16,-6-3-16,-15-8 16,-13-4-16,-4-1 15,7 5-15,3 3 16,2 1-16,-1 1 16,1 1-16,3 2 15,-1-1 1,-4-1-16,0 0 15,0 0-15,0 0 16,3 1-16,-1 0 16,0-1-16,0 0 15,0 2-15,1-1 16,0 0-16,0 0 16,-2 1-1,-1 0-15,1 1 16,2 2-16,0 0 15,0-1-15,-2 0 16,-2 0-16,5 1 16,-2 2-16,2-1 15,-2 1-15,-2-1 16,0 2-16,2-1 16,-2 1-16,-2-1 15,-1 0 1,-1 0-16,0 1 15,-3 1-15,-1-1 16,-1 1-16,-2 0 16,-2-1-16,-2 2 15,0-2-15,0 1 16,1-1-16,-1 1 16,-3 0-16,1 0 15,-2-1 1,2 1-16,0 0 15,2 0-15,3-1 16,-1 1-16,2 1 16,3 0-16,2 0 15,1 0-15,0 1 16,1-1-16,2 0 16,4 1-16,-2-1 15,2 0 1,0 1-16,0 1 15,2 0-15,-1 0 16,-2 0-16,-1 0 16,-1 0-16,1 0 15,2 1-15,0 1 16,0 0-16,2 0 16,0 1-16,3 1 15,3 0-15,2 0 16,1 0-1,-1 2-15,-1 1 16,-2 0-16,0 1 16,-1 1-16,-6 2 15</inkml:trace>
  <inkml:trace contextRef="#ctx0" brushRef="#br0" timeOffset="23466.16">13347 5780 0,'0'0'0,"0"0"0,0 0 0,0 0 0,0 0 16,0 1-16,0-1 15,0 0-15,0 0 16,25 5-16,11-1 16,18-2-16,13 1 15,8-1 1,2 0-16,-2 1 15,7 0-15,-4-1 16,0 0-16,-1-1 16,-12 0-16,-4 0 15,-9-1-15,-11 0 16,-7 2-16,-8 0 16,-7 1-1,-6-1-15,-13-2 16,11 1-16,-11-1 15,0 0-15,0 0 16,-8 7-16,-29-1 16,-27-6-16,-9-3 15,-4-2-15,-4-2 16,2-1-16,2 1 16,2-1-16,9 1 15,5 2 1,2-1-16,8 1 15,8 2-15,9 1 16,12 0-16,7 1 16,15 1-16,-13-1 15,13 1-15,0 0 16,0 0-16,0 0 16,11 0-16,46 0 15,31 2 1,6 5-16,9 3 15,2 2-15,3 0 16,-4 1-16,-6-1 16,-8-2-16,-13-1 15,-11 0-15,-15-3 16,-15-1-16,-12-2 16,-9-1-16,-15-2 15,13 3 1,-13-3-16,0 0 15,0 0-15,-39 3 16,-40-6-16,-15-8 16,-2-3-16,-6 0 15,-3-1-15,-1 1 16,2 0-16,7 4 16,3 3-1,11 3-15,15-1 16,8 2-16,14 1 15,11 1-15,10 1 16,11 1-16,14-1 16,-12 0-16,12 0 15,0 0-15,35 4 16,42 1-16,19-2 16,8-1-16,8 2 15,1-2 1,-3 2-16,-7 2 15,-10 0-15,-13 1 16,-14-1-16,-12-1 16,-13-2-16,-13 0 15,-10-1-15,-18-2 16,13 2-16,-13-2 16,0 0-16,0 0 15,-33 5 1,-44-7-16,-14-8 15,-2-2-15,-3-2 16,2 2-16,3 0 16,4 1-16,7 4 15,7 4-15,6 1 16,7 1-16,12 2 16,9 0-16,13-1 15,8 1 1,7 0-16,11-1 15,0 0-15,0 0 16,0 0-16,54 12 16,41 1-16,11-5 15,10 0-15,-4-2 16,0 1-16,-13-2 16,-5 0-16,-17-3 15,-15-1 1,-15 1-16,-15-1 15,-12 0-15,-9-1 16,-11 0-16,11 0 16,-11 0-16,0 0 15,0 0-15,-27-1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05T11:06:51.073"/>
    </inkml:context>
    <inkml:brush xml:id="br0">
      <inkml:brushProperty name="width" value="0.05292" units="cm"/>
      <inkml:brushProperty name="height" value="0.05292" units="cm"/>
      <inkml:brushProperty name="color" value="#EE0000"/>
    </inkml:brush>
  </inkml:definitions>
  <inkml:trace contextRef="#ctx0" brushRef="#br0">11357 2840 0,'0'0'0,"0"0"0,0 0 16,0 0-16,0 0 15,0 0-15,0 0 16,0 0-16,0 0 16,0 0-1,0 0-15,0 0 16,6 1-16,8 1 16,11 1-16,11-3 15,4-3-15,7-2 16,4-2-16,4-2 15,4-3-15,0-2 16,-1-2 0,0 0-16,3-2 15,-2 0-15,-4 0 16,-3 2-16,-3 1 16,-6 1-16,-4 2 15,-8 2-15,-6 2 16,-6 3-16,-4 2 15,-5 1-15,-10 2 16,16-3-16,-16 3 16,0 0-1,10 0-15,-10 0 16,14 3-16,-14-3 16</inkml:trace>
  <inkml:trace contextRef="#ctx0" brushRef="#br0" timeOffset="3316.96">5437 3762 0,'0'0'0,"1"-2"0,-1 2 0,4-8 16,-4 8-16,7-12 15,-2 5-15,3-3 16,10-2-16,10 0 16,7 3-16,3 3 15,7 3-15,7 1 16,3 2-16,6 2 16,1 0-16,1 2 15,4-1 1,-7 2-16,1 0 15,-2 1-15,-6 0 16,-2-1-16,-5 0 16,-4 0-16,-5 2 15,-5-2-15,-7 2 16,-5-2-16,-6-1 16,-4-1-16,-10-3 15,0 0 1,12 4-16,-12-4 15,0 0-15,-38 13 16,-37 2-16,-3-4 16,4-4-16,5-6 15,-1-1-15,3-1 16,0-1-16,4 0 16,0-1-1,7-1-15,2 0 16,6 1-16,3-1 15,4 2-15,4-1 16,8 2-16,3-1 16,5 2-16,6-2 15,5 2-15,10 0 16,-10 0-16,10 0 16,0 0-1,0 0-15,0 0 16,27 10-16,19-5 15,15-6-15,7-3 16,4-2-16,4-2 16,2-2-16,0-1 15,-1 2-15,-10 0 16,-5 1-16,-8 0 16,-6 2-16,-6 0 15,-10 3 1,-7-1-16,-5 1 15,-7 2-15,-3 0 16,-10 1-16</inkml:trace>
  <inkml:trace contextRef="#ctx0" brushRef="#br0" timeOffset="8899.91">10255 4516 0,'0'0'0,"0"0"0,0 0 0,0 0 15,0 0-15,0 1 16,0-1-16,0 0 15,0 0-15,0 7 16,0-7-16,0 0 16,0 0-16,0 6 15,0-6 1,0 0-16,0 0 16,0 0-16,14 7 15,1-5-15,11-3 16,16-9-16,12-6 15,12-7-15,8-5 16,2-2-16,1-2 16,-3 0-16,-4 4 15,-3-1-15,-3 3 16,-5 5 0,-6 2-16,-6 6 15,-3 1-15,-7 2 16,-4 2-16,-6 1 15,-4 4-15,-4-1 16,-2 2-16,-3-1 16,-1 2-16,0-1 15,-3 0-15,1 2 16,0-1 0,0 0-16,2 1 15,1-1-15</inkml:trace>
  <inkml:trace contextRef="#ctx0" brushRef="#br0" timeOffset="18166.59">10008 5309 0,'0'0'0,"0"0"0,0 0 0,0 0 15,0 0-15,0 0 16,0 0-16,0 0 15,0 0-15,0 0 16,4 1-16,-4-1 16,11 3-16,1 1 15,6-1-15,9-1 16,6 0-16,10-5 16,7-6-1,12-8-15,8-2 16,4-2-16,4-2 15,5-2-15,0 2 16,2-1-16,1-1 16,-2 1-16,2 0 15,-6 1-15,0 1 16,-4 2-16,-4 3 16,-2 2-16,-6 3 15,-6 2 1,0 0-16,-6 1 15,-7 2-15,-6 1 16,-6 0-16,-5 3 16,-3-1-16,-5 2 15,-6 0-15,-14 2 16,13-1-16,-13 1 16,0 0-16,0 0 15,10 0 1</inkml:trace>
  <inkml:trace contextRef="#ctx0" brushRef="#br0" timeOffset="20967.23">12497 4948 0,'0'0'0,"0"0"0,0 0 16,0 0-16,0 1 15,0-1 1,0 9-16,0 3 16,0 4-16,-1 8 15,0 2-15,0 5 16,0 0-16,-1 3 16,1 3-16,-1 0 15,1-4-15,1-5 16,1-3-16,4 0 15,0-2-15,1-2 16,0-5 0,-1-4-16</inkml:trace>
  <inkml:trace contextRef="#ctx0" brushRef="#br0" timeOffset="21966.73">12323 4986 0,'0'0'0,"0"0"16,0 0-16,0 0 15,0 0-15,4 0 16,-4 0-16,28-4 16,6-1-16,6-3 15,5-1-15,5 0 16,7-2-16,8 0 15,-2 0 1,1 2-16,-2 3 16,-4 2-16,-3 2 15,-1 0-15,-3 1 16,-5 2-16,-5 1 16,-6 0-16,-6 1 15,-5 2-15,-6-1 16,-2 3-16,-2-1 15,-3 0 1,-1 1-16,-10-7 16,13 10-16,-6-3 15,0-1-15,-1 1 16,0 2-16,0-1 16,0 2-16,2 2 15,0 3-15,1 1 16,0 2-16,0 2 15,1-1-15,-1-1 16,-2-2 0,1-1-16,-2 0 15,1-2-15,-2 0 16,1-1-16,-2-1 16,1 0-16,-1-1 15,-2-1-15,-3 0 16,-3 0-16,-6 0 15,-11-1-15,-10 2 16,-6-2-16,-6-1 16,-2-2-1,-4-1-15,-2-3 16,-3 0-16,3-2 16,-3 0-16,3 0 15,-3 0-15,2 0 16,-1 0-16,4 1 15,5 0 1,5 0-16,2 0 0,6 0 16,7 0-1,1 2-15,4 0 16,4 0-16,0 0 16,2 0-16,3-1 15,10-1-15,-16 4 16,16-4-16,-11 1 15,11-1-15,0 0 16,-12 2 0</inkml:trace>
  <inkml:trace contextRef="#ctx0" brushRef="#br0" timeOffset="22683.48">13689 4959 0,'0'0'0,"0"0"0,0 0 0,0 0 16,0 0-16,2 2 15,-2-2-15,0 0 16,0 0-16,11 12 15,-2-2-15,2 3 16,3 4 0,1 6-16,-2 5 15,-1 4-15,-3-1 16,-3 1-16,-1-3 16,1-1-16,-2-3 15,0-3-15,-1-4 16,-1-6-16,1-3 15</inkml:trace>
  <inkml:trace contextRef="#ctx0" brushRef="#br0" timeOffset="23083.09">13829 5161 0,'0'0'0,"0"0"16,0 0-16,0 0 16,3-1-16,-3 1 15,13-6-15,6-2 16,6-4-16,2 1 15,-2 0-15,0 0 16,0 1-16,-1 0 16,-1 0-16,0 0 15,-3 2 1,-3 2-16,-2 1 16,-2 1-16,-3 2 15,-10 2-15,17-4 16,-17 4-16,13-3 15,-13 3-15,0 0 32,-41 5-32</inkml:trace>
  <inkml:trace contextRef="#ctx0" brushRef="#br0" timeOffset="23383.68">13862 5192 0,'0'0'0,"0"0"0,0 0 16,0 0-16,4 3 16,-4-3-16,18 9 15,-3-2-15,3 2 16,4 0-16,5 0 15,8-1-15,3-1 16,1 0-16,-9-2 16,-1-1-1,-4-1-15,-2-1 16,4 2-16</inkml:trace>
  <inkml:trace contextRef="#ctx0" brushRef="#br0" timeOffset="23811.33">14452 5066 0,'0'0'0,"0"0"16,0 0-16,0 0 15,0 0-15,2 1 16,-2-1-16,17 9 15,0 1-15,4 2 16,1 0-16,1 1 16,3 0-16,1-1 15,2 0-15,-2-3 16,-3-1 0,0 0-16,-3-2 15,4-3-15</inkml:trace>
  <inkml:trace contextRef="#ctx0" brushRef="#br0" timeOffset="24083">14583 5010 0,'0'0'0,"0"0"0,0 4 16,-2 3-16,-1 4 15,-2 6 1,-2 5-16,-1 4 16,-2 3-16,1 0 15,-1-2-15,2-3 16,1-4-16,3-3 15,2-4-15,1-4 16,1-9-16</inkml:trace>
  <inkml:trace contextRef="#ctx0" brushRef="#br0" timeOffset="24400.08">15012 4955 0,'0'0'0,"0"0"15,0 0-15,1 2 16,-1-2-16,5 13 15,0 2-15,2 3 16,-1 5-16,-2 2 16,-3 4-1,-1 0-15,0-2 0,-1-4 16,1-7 0,-1-7-16</inkml:trace>
  <inkml:trace contextRef="#ctx0" brushRef="#br0" timeOffset="24666.47">15039 5111 0,'0'0'0,"3"-2"15,-3 2-15,26-10 16,5-3-16,6 0 16,1 2-16,-5 4 15,-3 2 1,-6 2-16,-2 1 16,-4 2-16,-6-2 15,-12 2-15</inkml:trace>
  <inkml:trace contextRef="#ctx0" brushRef="#br0" timeOffset="24882.85">15068 5189 0,'0'0'0,"0"0"0,0 0 15,0 0-15,2 0 16,-2 0-16,20 11 16,4 2-16,7 0 15,4 1 1,6 1-16,-1-5 0,6 3 16,-5-3-1</inkml:trace>
  <inkml:trace contextRef="#ctx0" brushRef="#br0" timeOffset="34966.81">8474 7084 0,'0'0'0,"0"0"0,0 0 16,0 0-16,0 0 15,0 0-15,0 0 16,0 0-16,0 0 16,0 0-16,3-3 15,-3 3-15,29-19 16,11-7-1,14-6-15,7-5 16,5-3-16,3-1 16,-2 0-16,0 2 15,-1 2-15,-3 3 16,-6 4-16,-6 3 16,-8 5-16,-3 3 15,-4 5-15,-7 2 16,-5 4-1,-2 2-15,-6 0 16,1 2-16,-1-2 16</inkml:trace>
  <inkml:trace contextRef="#ctx0" brushRef="#br0" timeOffset="49614.5">6106 8326 0,'0'0'0,"0"0"0,0 0 0,3 1 15,-3-1 1,0 0-16,0 0 15,0 0-15,14 8 32,-2-6-32,6-2 15,1-2-15,-3 1 16,1-2-16,0 0 16,2 1-1,1-3-15,1 1 0,0-1 16,-1 0-1,0 0-15,1 0 16,0 0-16,1 0 16,2 0-16,0 0 15,3 0-15,-2 1 16,-2-1-16,1 1 16,-1 1-16,0-2 15,3 2 1,-1-1-16,-1 2 15,0 1-15,-3-1 16,-1 1-16,0-1 16,0 0-16,0 1 15,0-1-15,1 0 16,0 1-16,-1-1 16,-2 1-1,-1 1-15,-1 0 0,1 0 16,0 0-1,-1 0-15,1 0 16,0 0-16,0 0 16,-2 0-16,0 0 15,-1 0-15,2 1 16,-2 0-16,-1 0 16,-1 0-16,1-1 15,-1 1 1,1 0-16,0 0 15,0 0-15,-1-1 16,-1 1-16,-1 0 16,1 0-16,0 0 15,-11-1-15,17 1 16,-17-1-16,14 2 16,-14-2-16,14 1 15,-14-1 1,16 3-1,-16-3-15,14 3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05T11:07:56.023"/>
    </inkml:context>
    <inkml:brush xml:id="br0">
      <inkml:brushProperty name="width" value="0.05292" units="cm"/>
      <inkml:brushProperty name="height" value="0.05292" units="cm"/>
      <inkml:brushProperty name="color" value="#EE0000"/>
    </inkml:brush>
  </inkml:definitions>
  <inkml:trace contextRef="#ctx0" brushRef="#br0">6327 1859 0,'0'0'0,"0"0"0,0 0 0,0 0 16,1 2-16,-1-2 16,10 7-16</inkml:trace>
  <inkml:trace contextRef="#ctx0" brushRef="#br0" timeOffset="466.71">7745 2000 0,'0'0'0,"0"0"16,0 0-16,0 0 16,0 0-16,0 0 15,0 0-15,1 2 16,-1-2-16</inkml:trace>
  <inkml:trace contextRef="#ctx0" brushRef="#br0" timeOffset="1400.01">10811 1642 0,'0'0'0,"0"0"16,0 0-16,0 0 16,0 0-16,0 3 15,0-3-15,0 0 16,0 0-16,0 7 15,0-7-15,0 0 16,0 0 0,0 0-16,0 0 15,0 0-15</inkml:trace>
  <inkml:trace contextRef="#ctx0" brushRef="#br0" timeOffset="4800.14">5828 2620 0,'0'0'0,"0"0"0,0 0 16,0 0-16,0 0 16,0 0-16,4-2 15,20-7 1,35-12-16,19-9 16,0 1-16</inkml:trace>
  <inkml:trace contextRef="#ctx0" brushRef="#br0" timeOffset="6716.6">7964 2686 0,'0'0'0,"0"0"0,0 0 15,0 0-15,0 0 16,-3 0-16,3 0 16,0 0-16,0 0 15,0 0 1,0 0-16,3-7 15,8-2-15,12-2 16,7 0-16,7 0 16,5 2-16,4 0 15,5 1-15,1 4 16,1 1-16,-1 0 16,0 0-16,-3 1 15,-1 0-15,-1 0 16,-5 0-1,-4 1-15,-6 1 16,-3-1-16,-5-2 16,-4 2-16,-3-1 15,-4 1-15,-2-1 16,-11 2-16,13-2 16,-13 2-16,0 0 15,12-3 1,-12 3-16,24-11 15</inkml:trace>
  <inkml:trace contextRef="#ctx0" brushRef="#br0" timeOffset="8066.66">10824 2683 0,'0'0'0,"0"0"0,0 0 15,0 0-15,5 0 16,7 0-16,8 0 16,7 0-16,8 0 15,5 0-15,6 0 16,2-1-1,2 0-15,2 0 16,-1 0-16,3 1 16,-1-2-16,3 1 15,-2 1-15,3-1 16,0 0-16,-2 1 16,-2-2-16,2-1 15,-3 0-15,-1 0 16,-4-1-16,-8 1 15,1-2-15,0 1 16,-3 1 0,-4 0-16,-6 0 15,0 1-15,1 0 16,3-1-16,-3 0 16,-2 1-16</inkml:trace>
  <inkml:trace contextRef="#ctx0" brushRef="#br0" timeOffset="10433.92">12646 1726 0,'1'-2'0,"-1"2"16,16-7-16,1-1 16,0 3-16,-3 2 15</inkml:trace>
  <inkml:trace contextRef="#ctx0" brushRef="#br0" timeOffset="11550.14">12791 1987 0,'0'0'0,"0"-5"0,0 5 0,-1-15 16,-1 0-16,0-2 15,1-4 1,0-5-16,0-5 16,1-5-16,0-1 15,1-1-15,0 1 16,-1-3-16,1-2 15,0 2-15,0 5 16,0 2-16,0 1 16,-1-1-1,0 2-15,-2 5 16,0 4-16,1 5 16,-1 2-16,0 3 15,0 3-15,-2 1 16,4 8-16,-4-10 15,4 10-15,0 0 16,-19-1-16,5 7 16,-1 4-16,-3 5 15,0 2-15,0 4 16,0 3 0,4-1-16,1 0 15,2-4-15,3-3 16,1 2-16,1-2 15,2 0-15,0-4 16,2-2-16,0-3 16,2-7-16,-1 8 15,1-8 1,0 0-16,0 0 16,-1 6-16,1-6 15,0 0-15,0 0 16,8-12-16,0 0 15,1-4-15,5-4 16,-1 0-16,1-3 16,0 2-16,0 3 15,0 1 1,1-1-16,1 2 16,-1 1-16,1 3 15,-1 4-15,2 2 16,-1 3-16,0 1 15,1 3-15,-3 2 16,2 1-16,1 1 16,3 4-16,8 4 15,4 2 1,5 3-16</inkml:trace>
  <inkml:trace contextRef="#ctx0" brushRef="#br0" timeOffset="17950.16">9035 3060 0,'0'0'0,"0"0"0,0 0 16,0 0-16,9-2 16,8-4-16,11-1 15,8-2-15,1-4 16</inkml:trace>
  <inkml:trace contextRef="#ctx0" brushRef="#br0" timeOffset="18566.75">10634 3061 0,'0'0'0,"0"0"0,0 0 0,-5 1 0,5-1 15,0 0-15,0 0 16,-10 3-16,10-3 16,0 0-16,0 0 15,0 0 1,0 0-16,30-5 16</inkml:trace>
  <inkml:trace contextRef="#ctx0" brushRef="#br0" timeOffset="20767.16">8771 3471 0,'0'0'0,"0"0"0,0 0 16,0 0-16,0 0 15,0-469-15,0 938 16,0-469 0,0 0-16,0 0 15,0 0-15,0 0 16,0 0-16,0 0 15,0 0-15,0 0 16,0 0-16,8-5 16,8-5-16</inkml:trace>
  <inkml:trace contextRef="#ctx0" brushRef="#br0" timeOffset="21332.84">11512 3454 0,'0'0'0,"0"0"0,0 0 16,0 0-16,0 0 15,0 0 1,0 0-16</inkml:trace>
  <inkml:trace contextRef="#ctx0" brushRef="#br0" timeOffset="26432.95">8647 3942 0,'0'0'0,"0"0"0,0 0 16,0 0-16,0 0 15,0 0-15,-2 1 16,2-1-16,0 0 16,-4 8-1,4-8-15,-6 12 16,6-12-16,-5 12 16,5-12-16,-3 11 15,1-4-15,2-7 16,-2 10-16,2-10 15,-2 7-15,2-7 16,0 0-16,0 0 16,2 7-1,-2-7-15,18 4 16,10-6-16,11-5 16,5-5-16,-2-1 15,-3 0-15,0 1 16,-6 1-16,-2 2 15,-4 0-15,-5 1 16,-5 2-16,-4 2 16,-3 1-1,-10 3-15,13-4 16,-13 4-16,12-3 16,-12 3-16,18-4 15</inkml:trace>
  <inkml:trace contextRef="#ctx0" brushRef="#br0" timeOffset="27316.95">11432 3876 0,'0'0'0,"0"0"16,0 0-16,0 0 15,0 0-15,0 0 16,-3-2 0,3 2-16,0 0 15</inkml:trace>
  <inkml:trace contextRef="#ctx0" brushRef="#br0" timeOffset="31516.37">11335 4412 0,'0'0'0,"0"0"16,0 0-16,0 0 15,-1-1 1,1 1-16,0 0 16,0 0-16,0 0 15</inkml:trace>
  <inkml:trace contextRef="#ctx0" brushRef="#br0" timeOffset="37532.82">10438 4717 0,'0'0'0,"0"0"16,0 0-16,-4-1 15,4 1-15,-14-2 16,2 0-16,-1 0 16,-4 0-16,0-1 15,-1 1-15,-3-3 16,0 1 0,-2-1-16,-4-1 15,-3-1-15,-2 1 16,1-1-16,1 2 15,-2 1-15,0 3 16,1 0-16,1 1 16,-1 0-16,3 1 15,0 1-15,2 2 16,2 1 0,1 2-16,0 0 15,0 0-15,1 2 16,2-1-16,0 0 15,1 3-15,-2 0 16,-1 2-16,2 0 16,2 0-16,0 1 15,2 0-15,0 0 16,2 0-16,1 0 16,2 0-1,1-1-15,0 0 16,1-1-16,1 0 15,1 1-15,0 2 16,1 0-16,3 1 16,0 1-16,1 1 15,1 0-15,1 1 16,1-2-16,3 0 16,0-1-1,3 0-15,1 1 16,2-1-16,0 0 15,4 0-15,0 0 16,4 1-16,3 0 16,2 0-16,4-3 15,1 0-15,2-2 16,1-1-16,4-1 16,2-1-16,1-2 15,1-1 1,3-2-16,2-2 15,2-1-15,1 0 16,0-2-16,0 0 16,-2-1-16,1 2 15,0-1-15,-3 1 16,0 0-16,2 0 16,0 0-1,1 0-15,1 0 16,0 0-16,1 0 15,-2 0-15,-1 0 16,0 0-16,-1 1 16,1 0-16,-1 2 15,2 0-15,1 0 16,0 0-16,-3-1 16,-1 1-1,1-1-15,-3 1 16,-1-1-16,-5 1 15,0-2-15,1 3 16,-1 0-16,-2-1 16,-4-1-16,2 0 15,0 2-15,2 0 16,0 1-16,0-1 16,-2 0-1,0 0-15,-1-1 16,3 0-16,-2 0 15,4 0-15,-2 0 16,-1-2-16,0 0 16,2-1-16,0 0 15,3-2-15,-2-1 16,-5 1-16,1-1 16,4-1-1,-3-1-15,0-1 16,-6-1-16,-3 2 15,-3-2-15,-2 0 16,-2 0-16,-3-1 16,-2 2-16,-2-1 15,-9 7-15,14-11 16,-14 11 0,10-12-16,-6 4 15,0-2-15,0-3 16,-2-2-16,-2-3 15,-2-2-15,-3-5 16,-1 1-16,-1 0 16,-2 2-16,0 1 15,-1 3-15,1 2 16,0 2-16,-1 0 16,-1 0-16,-1 0 31,-1 2-31,-3-3 0,-4 1 15,-3 1-15,-2-2 16,0 2-16,-1 0 16,-1 0-16,-2 0 15,-1 1-15,-1 1 16,1 1-16,2 2 16,0-1-16,1 1 15,-2-1-15,-2 1 16,1 0-1,-3-1-15,1 2 16,-3 0-16,-2 2 16,0-1-16,0 3 15,1-2-15,1 3 16,-1-1-16,2 2 16,0-1-16,4 0 15,0 1-15,-1-1 16,0 0-1,-3 2-15,0-1 16,0 0-16,1 1 16,-3-1-16,-1 0 15,0-1-15,2 1 16,2-2-16,5 1 16,0-2-16,-1 1 15,0-1-15,2 1 16,3 0-1,2 0-15,2 1 16,0-1-16,0 1 16,-3-1-16,2 1 15,-2 0-15,3-1 16,2 1-16,2 1 16,2-1-16,0 0 15,2 1 1,1-1-16,-1 1 15,1-1-15,11 2 16,-15-3-16,15 3 16,-10-1-16,10 1 15,0 0-15,0 0 16,-11-4-16,11 4 16,0 0-16,0 0 15,0 0 1,0 0-16,0 0 15,0 0-15,-17-1 16,-4 1-16,-11 3 16,-3 4-16,0-1 15</inkml:trace>
  <inkml:trace contextRef="#ctx0" brushRef="#br0" timeOffset="39065.76">7274 5356 0,'0'0'0,"4"0"15,-4 0-15,27-4 16,6 0-16,7-2 15,4 0-15,1-2 16,0 0 0,2-1-16,0 0 15,1 0-15,-1 0 16,-1 1-16,0-1 16,2 1-16,0-2 15,1 3-15,-3 1 16,1 2-16,1 1 15,-2 1 1,0 1-16,-1 0 16,-3 0-16,-1 1 15,-4 0-15,-1 0 16,0 0-16,-4 0 16,0 0-16,-3-1 15,-2 0-15,-2 0 16,-4-1-1,-2-1-15,-4 1 0,-4 0 16,-11 2 0,13-2-16,-13 2 15,0 0-15,0 0 16,0 0-16,10-3 16,-10 3-16,0 0 15,0 0-15</inkml:trace>
  <inkml:trace contextRef="#ctx0" brushRef="#br0" timeOffset="41183.4">7333 5605 0,'0'0'0,"0"0"0,0 0 0,0 0 15,0 0-15,0 3 16,0-3-16,-4 18 15,-1 2-15,0 7 16,-1 4-16,-1 2 16,1 1-1,-1 3-15,-1-2 16,3-2-16,-3 7 31</inkml:trace>
  <inkml:trace contextRef="#ctx0" brushRef="#br0" timeOffset="42349.77">7306 5656 0,'0'0'0,"0"0"16,0 0-16,0 0 16,0 0-16,0 0 15,10 4-15,7 4 16,7 1-16,8-1 15,8-3-15,4-2 16,2-2-16,-1-2 16,2-1-16,-1-1 15,-2-2 1,-5 1-16,-5 0 16,-6 0-16,0 1 15,-2 0-15,-3 2 16,-2 2-16,-6 2 15,-3 0-15,-2 1 16,-1 3-16,0 2 16,-3 1-16,0 4 15,0 2-15,-2 0 16,0 2 0,-1 0-16,-1 1 15,0-1-15,0-1 16,1 1-16,-1 1 15,0-2-15,1-1 16,-2-1-16,0-3 16,0-1 15,0-1-31,-2-1 16,-1 0-16,-3 0 15,-6-1-15,-6 1 16,-5-2-16,-8-1 15,-7-2-15,-6-2 16,-5 0-16,-2-1 16,-1-1-16,0 0 15,1 0 1,3 0-16,3 2 16,4-1-16,3 1 15,3 0-15,5-1 16,6 0-16,4 0 15,2 0-15,4 0 16,2-1-16,1 1 16,10-1-1,-12 2-15,12-2 16,0 0-16,0 0 16,-10 0-16,10 0 15,0 0-15,0 0 16,0 0-16,-8-10 15,8 2-15,-2-5 16,4-6-16,3-9 16,4-4-16,2-2 15,1 4-15,1 4 16,-2 6 0,-2 5-16,-2 4 15,-3 5-15,-4 6 16,0 0-16</inkml:trace>
  <inkml:trace contextRef="#ctx0" brushRef="#br0" timeOffset="43499.78">8200 5858 0,'0'0'0,"0"0"0,0 0 15,0 0-15,0 0 16,0 0 0,0 0-16,0 0 15,3-1-15,8-2 16,13-4-16,11-3 15,6-1-15,1 0 16,0-1-16,2 2 16,3 2-16,0 2 15,-1 1-15,-4 1 16,-2 0 0,-4 1-16,-4 3 15,-6 0-15,-3 0 16,-3 1-16,-5 0 15,-4 0-15,-11-1 16,13 2-16,-13-2 16,0 0-16,0 0 15,0 0-15,0 0 16,0 0 0,-12-10-16,-9 1 15,-5 1-15,-3 0 16,0 2-16,5 1 15,2 1-15,6 1 16,3 0-16,13 3 16,-15-2-16,15 2 15,0 0-15,0 0 16,0 0-16,0 0 16,0 0-1,0 0-15,0 0 16,20 2-16,1 0 15,3 0-15,0 1 16,-2-1-16,-1 0 16,-3 2-16,-3 1 15,-4 0-15,-11-5 16,14 11-16,-14-11 16,0 15-1,-7-1-15,-9 7 16,-8 3-16,-6 0 15,-1-2-15,-1-3 16</inkml:trace>
  <inkml:trace contextRef="#ctx0" brushRef="#br0" timeOffset="44150.79">9206 5656 0,'0'0'0,"0"0"16,0 0-16,0 0 15,0 1 1,2 6-16,0 7 15,3 9-15,3 4 16,3 1-16,1-2 16,0-1-16,0-4 15</inkml:trace>
  <inkml:trace contextRef="#ctx0" brushRef="#br0" timeOffset="44566.58">9165 5553 0,'0'0'0,"0"0"16,0 0-16,0 0 16,8 3-16,5 1 15,11 2-15,7 4 16,4-1-16,-2 1 16,-3-1-1,-3 1-15,-2 2 16,-6 0-16,-6 0 15,-2-1-15,-6-1 16,-4 3-16,-7 4 16,-8 7-16,-5 1 15,-5-1-15,-2 2 16,3-4-16,1-2 31</inkml:trace>
  <inkml:trace contextRef="#ctx0" brushRef="#br0" timeOffset="44850.71">9487 5952 0,'0'0'0,"-1"2"15,1-2-15,-6 13 16,-3 6-16,-2 4 16,0 5-16,2-6 15,5 0-15,2-3 16,2-5-1</inkml:trace>
  <inkml:trace contextRef="#ctx0" brushRef="#br0" timeOffset="45483.55">9774 5551 0,'0'0'0,"0"0"16,0 0-16,0 0 16,0 2-16,3 5 15,2 6-15,-1 6 16,2 8-1,-1 4-15,-1-3 16,-2-6-16,1-6 16,-2-5-16,1-3 15,-2-8 1,0 0 0,0 0-16,0 0 15,0 0-15,0 0 16,10-12-16,-4 1 15,4-4 1,7-4-16,7-4 16,3-3-16,1 1 15,-1 1-15,-5 6 16,-6 4-16,-3 4 16,-4 2-16,-9 8 15,9-8-15,-9 8 16,0 0-16,0 0 15,0 0 1,0 0-16,0 0 16,0 0-16,0 0 15,5 16-15,-6-1 16,-1 8-16,0 2 16,1 0-16,0 4 15,1-4-15,4 0 16,2 0-1,3 1-15</inkml:trace>
  <inkml:trace contextRef="#ctx0" brushRef="#br0" timeOffset="45732.8">10332 5750 0,'0'0'0,"0"0"16,0 0-16,0 2 15,0-2-15,1 10 16,-1 2-16,-1 4 16,-2 3-16,-1 0 15,0-2-15,1 0 16,-1-2-1,2-5-15,2-10 16</inkml:trace>
  <inkml:trace contextRef="#ctx0" brushRef="#br0" timeOffset="46173.53">10689 5596 0,'0'0'0,"0"0"16,0 0-16,0 0 15,-7 1-15,-5 1 16,-9 0-16,-3 2 15,-1 5 1,4 1-16,0 4 16,0 4-16,1 1 15,3 2-15,2 2 32,4 0-32,2 3 15,6-3-15,4-6 16,10-3-16,9-1 15,12-7 1,11 1-16,3-8 16,8-9-16,-1 0 15,1-7-15,7-9 16,4-3-16,-6-4 16</inkml:trace>
  <inkml:trace contextRef="#ctx0" brushRef="#br0" timeOffset="50549.68">11893 1390 0,'0'0'0,"0"0"16,-7-4-16,-10-6 16,-14-6-16,-8-2 15,-6-2 1,-5 4-16,-5 1 16,-1 3-16,1 2 15,-3 1-15,1 0 16,-2 1-16,-3-1 15,-1 1-15,-4 3 16,-1 0-16,-5 2 16,0 2-16,1 3 15,1 3 1,3-1-16,-1 2 16,4 1-16,0 4 15,0 1-15,3 1 16,-2 2-16,-1 2 15,4 1-15,-5 2 16,1-1-16,2 1 16,4 0-16,3 0 15,5 1 1,5-1-16,3 1 16,4-1-16,3 2 15,2 2-15,3 1 16,4-1-16,3 1 15,3 0-15,4 3 16,1 2-16,5-5 16,3-1-1,1-1-15,3 3 16,2 3-16,3 0 16,4-1-16,1 0 15,5 0-15,4-3 16,2 0-16,3-1 15,4-1-15,4 1 16,3-3-16,5 0 16,1-3-16,4-2 15,5-2 1,3-2-16,3-1 16,0-1-16,4-2 15,0-1-15,2-1 16,2-2-16,0-2 15,2 0-15,4 0 16,-3-1-16,1-1 16,6 0-1,-3-2-15,11 1 16,0-1-16,2-1 16,8-1-16,-4-1 15,7-1-15,-2 1 16,4-1-16,-4-3 15,-4-1-15,-6-1 16,-4-4-16,-3-1 16,-5-2-16,-13 1 15,3-4-15,-7 1 16,-8 0-16,1-2 16,-11 0-1,-1-2-15,-3 0 16,-6 3-16,-3-1 15,-5-8-15,-4-1 16,-1 2-16,-3 1 16,-5 1-16,-3-2 15,-7 3-15,-2 1 16,-7-1 0,-5 1-16,-8-5 15,-2 6-15,-4-1 16,-2 4-16,0 2 15,-1 3-15,-1 2 16,1 4-16,4 2 16,4 0-16,8 3 15,4 1 1,2 1-16,6 2 16,0-1-16,12 2 15,-14-2-15,14 2 16,0 0-16,-10-1 15,10 1-15,0 0 16,0 0-16,0 0 16,0 0-16,0 0 15,0 0-15,0 0 16,0 0 0,0 0-16,0 0 15,0 0-15,0 0 16,0 0-16,0 0 15,0 0-15,0 0 16,0 0-16,0 0 16,0 0-16,0 0 15,0 0-15,0 0 16,0 0-16</inkml:trace>
  <inkml:trace contextRef="#ctx0" brushRef="#br0" timeOffset="52217.67">12349 4785 0,'0'0'0,"0"0"0,0 2 16,0-2-16,0 8 16,0-8-16,0 8 15,0-8-15,4 9 16,0-3-16,1 1 16,3 1-16,5-8 15,6 0-15,7-2 16,6-2-1,5-6-15,5-6 16,9-12-16,9-1 16,16-9-16,8-7 15,-2 1-15,-10 2 16,-12 10-16,-7 2 16,-14 7-16,-10 7 15,-8 4 1,-5 4-16,-5 1 15,-2-3-15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05T11:09:04.122"/>
    </inkml:context>
    <inkml:brush xml:id="br0">
      <inkml:brushProperty name="width" value="0.05292" units="cm"/>
      <inkml:brushProperty name="height" value="0.05292" units="cm"/>
      <inkml:brushProperty name="color" value="#EE0000"/>
    </inkml:brush>
  </inkml:definitions>
  <inkml:trace contextRef="#ctx0" brushRef="#br0">10192 1862 0,'0'0'0,"0"0"0,0 0 0,0 0 15,-4 5-15,-4 9 16,-3 10-16,0 11 16,0 9-16,0 4 15,0 3-15,0 1 16,1 6-1,3 0-15,4 0 16,3-1-16,5-5 16,2 0-16,0-6 15,2 3-15,4-3 16,-2-7-16,1-6 16,-1-9-16,1-3 15,1-5 1</inkml:trace>
  <inkml:trace contextRef="#ctx0" brushRef="#br0" timeOffset="917.07">10053 1880 0,'0'0'0,"-3"-3"15,3 3-15,0 0 16,-11-6-16,11 6 15,0 0-15,0 0 16,0 0-16,-6-8 16,21 2-16,27-10 15,24 0-15,2-1 16,-1 3-16,5-1 16,-1 0-16,-3 2 15,2-1-15,-8 5 16,-1 0-16,-7 4 15,-7 3 1,-6 2-16,-8 2 16,-5 3-16,-4 2 15,-5 1-15,-3 1 16,-4 1-16,-1 4 16,-1 3-16,0 4 15,-2 2-15,-2 2 16,-1 3-1,-2 6-15,0 3 16,-1 4-16,0-3 16,-1-2-16,0 3 15,-1 4-15,0 1 16,0-1-16,0-4 16,1-2-16,1 1 15,2-1-15,1-1 16,0-8-16,0-5 15,-2-3-15,1-3 16,-2-3 0,0-1-16,0-1 15,-3 0-15,-4 3 16,-4 3-16,-4-2 16,-5-1-16,-5-2 15,-13 1-15,-10-2 16,-5-5-16,-3-3 15,3 1 1,-2-2-16,3 0 16,3 1-16,5-1 15,2-1-15,3 0 16,6 0-16,-1-1 16,3 3-16,2-1 15,4 0-15,3 0 16,2 0-1,4 1-15,3-2 16,11-2-16,-15 3 16,15-3-16,-15 4 15,15-4-15</inkml:trace>
  <inkml:trace contextRef="#ctx0" brushRef="#br0" timeOffset="10299.99">6101 3578 0,'0'0'0,"0"0"0,0 0 15,0-2-15,0 2 16,0 0-16,0 0 16,0 0-16,23 0 15,6 0-15,9 0 16,9 0-16,3 0 15,6 1-15,2 1 16,1 0-16,-1 1 16,1 2-1,4-1-15,-1 0 16</inkml:trace>
  <inkml:trace contextRef="#ctx0" brushRef="#br0" timeOffset="11000.24">7246 3682 0,'0'0'0,"0"0"0,0 0 16,0 0-16,0 0 15,0 0-15,6 0 16,9 0-16,15 0 16,13 0-16,11 0 15,7-1 1,8-2-16,3 0 16,1-1-16,4 1 15,2-3-15,-2 3 16,8-1-16,-7 1 15</inkml:trace>
  <inkml:trace contextRef="#ctx0" brushRef="#br0" timeOffset="11632.91">8397 3712 0,'0'0'0,"0"0"0,0 0 15,0 0-15,0 0 16,0 0-16,2 1 16,-2-1-16,24 13 15,6-2-15,15-2 16,8-3 0,9-1-16,3-5 15,3 0-15,5-1 16,-4-1-16,4 1 15</inkml:trace>
  <inkml:trace contextRef="#ctx0" brushRef="#br0" timeOffset="39182.71">6069 6393 0,'0'0'0,"0"0"0,0 0 0,2 1 16,-2-1-16,17 5 15,-4 1-15,3-2 16,5 0-16,4-2 16,3-3-16,8-2 15,3-3-15,5-2 16,0-1-1,-3-3-15,2-1 16,0 2-16,-3-1 16,0 2-16,-2-1 15,-3 1-15,0 1 16,1 2-16,1 1 16,0 1-16,1 3 15,0 0-15,1 2 16,1-1-16,1 0 15,-3 0 1,1 1-16,-2-1 16,2 0-16,1 0 15,-3 0-15,1 1 16,-1-2-16,1 1 16,1 0-16,-1 1 15,2-1-15,-1 0 16,-1 1-16,2 0 15,-1 0-15,4 2 16,-3-1 0,0 2-16,1 1 15,1-1-15,-3 1 16,1 1-16,-2-1 16,2 0-16,0 0 15,0 1-15,-2-1 16,-2 0-16,1 0 15,-3 0 1,-1 0-16,-1 1 16,1-2-16,-2 1 15,4-3-15,-3 1 16,0-2-16,-1 1 16,2-1-16,1 0 15,0 0-15,3 0 16,-2 0-16,-1 0 15,-1 0-15,2 0 16,-1 0 0,2 0-16,0 0 15,0 0-15,3 0 16,0 0-16,-1 0 16,-2 0-16,0 0 15,0 0-15,-1 0 16,2 0-16,-4 1 15,1-1 1,-1 0-16,2 0 16,-2 0-16,2 0 15,-2 0-15,2 0 16,1 0-16,1 0 16,-3-1-16,0 0 15,-1-2-15,0 0 16,-1-1-16,-1 0 15,-3 1 1,-1 0-16,-2-1 16,-2 1-16,-2 0 15,-3 1-15,-2 0 16</inkml:trace>
  <inkml:trace contextRef="#ctx0" brushRef="#br0" timeOffset="43916.37">5674 3984 0,'0'0'0,"0"0"0,-2-2 16,2 2-16,-5-8 15,5 8-15,-3-7 16,3 7-16,0 0 16,-2-6-1,2 6-15,0 0 16,0 0-16,5-10 15,11-6-15,20-14 16,17-6-16,-1 4 16,6-1-16,0 2 15</inkml:trace>
  <inkml:trace contextRef="#ctx0" brushRef="#br0" timeOffset="52266.38">11372 5537 0,'0'0'0,"0"0"0,0 0 16,0 0-16,0 0 15,-3 0-15,3 0 16,0 0 0,0 0-16,0 0 0,0 0 15,0 0-15,0 0 16,0 0-16,0 0 16,0 0-16,0 0 15,0 0 1,0 0-16,0 0 15,0 0-15,0 0 16,0 0-16,0 0 16,0 0-16,0 0 15,0 0-15,0 0 16,0 0-16,0 0 16,0 0-16,0 0 15,0 0-15,-8 15 16,3 3-1,-2 6-15,1 5 16,-1 2-16,3-1 16,2-2-16,1-5 15,2-3-15,1-4 16,1 0-16,1-4 16,1-3-16,-5-9 15,13 8 1,-2-11-16,7-7 15,7-7-15,1-6 16,-2 0-16,-4-4 16,-2 0-16,-3 2 15,-4 5-15,-4 5 16,-1 6-16,-6 9 16,6-10-16,-6 10 15,0 0 1,12-1-16,-1 8 15,3 6-15,1 6 16,2 2-16,-1 3 16,-1-2-16,0-2 15,-4-3-15,2-4 16,2-6-16,2-4 16,2-5-16,4-7 15,3-8 1,0-4-16,-2-5 15,-3 0-15,-4-4 16,-3 2-16,-1-1 16,-3 3-16,-4 3 15,-2 6-15,-3 6 16,1 3-16,-1 1 16,-1 7-16,1-7 15,-1 7 1,0 0-16,0 0 15,7 12-15</inkml:trace>
  <inkml:trace contextRef="#ctx0" brushRef="#br0" timeOffset="52649.53">12233 5414 0,'0'0'0,"0"0"0,0 0 15,-3 2-15,3-2 16,0 0-16,6 14 15,6 3 1,5 5-16,7-2 16,4 4-16,2 1 15,2 2-15,-1-2 16,-5-2-16,-1-2 16,-1-4-16,-2-2 15,-4-5 1,-2-4-16,-4-2 15,-2-3-15,-10-1 16</inkml:trace>
  <inkml:trace contextRef="#ctx0" brushRef="#br0" timeOffset="52915.42">12430 5456 0,'0'0'0,"0"0"0,0 0 15,0 2-15,0-2 16,-8 17-16,-6 9 16,-4 7-16,-4 3 15,0 0 1,1-1-16,-1 2 15,1-1-15,2-6 16,-2 1-16,3-10 16,5-10-16</inkml:trace>
  <inkml:trace contextRef="#ctx0" brushRef="#br0" timeOffset="55049.65">13174 5631 0,'0'0'0,"0"0"15,0 0-15,0 0 16,-2-2-16,2 2 16,-7-10-16,1 1 15,0 0-15,-2-4 16,-2-5-16,4 7 15,0 0 1,1 2-16,0 0 16,-2-1-16,1 1 15,1-1-15,-1 1 16,-1 0-16,2 1 16,5 8-16,-10-8 15,10 8-15,-11-6 16,11 6-16,0 0 15,-12-8 1,12 8-16,-11-6 16,11 6-16,-20-6 15,10 6-15,-3-3 16,-2 2-16,1-1 16,0 1-16,3 0 15,11 1-15,-17-1 16,17 1-16,-15 2 15,15-2 1,-13 3-16,13-3 16,-12 5-16,12-5 15,-14 10-15,6-3 16,2 0-16,0 1 16,0 3-16,4 0 15,-3 6-15,1 4 16,1-4-16,0-2 15,3-6-15,-1-1 16,0 0 0,0 1-16,1-2 15,-1 2-15,1-1 16,-1-1-16,1-7 16,0 0-16,0 10 15,0-10-15,0 7 16,0-7-16,0 0 15,0 0 1,0 0-16,0 0 16,0 0-16,0 0 15,0 0-15,0 0 16,0 6-16,0-6 16,0 0-16,0 0 15,0 0-15,0 0 16,0 0-16,0 0 15,0 0 1,0 0-16,1 10 16,-1-10-16,0 0 15,1 6-15,-1-6 16,0 0-16,0 0 16,0 0-16,0 0 15,0 0-15,0 0 16,0 0-16,0 0 15,0 0 1,0 0-16,0 0 16,0 0-16,0 0 15,0 0-15,0 0 16,0 0-16,0 0 16,0 0-16,0 0 15,0 0-15,0 0 16,0 0-16,0 0 15,0 0-15,0 0 16,0 0 0,0 0-16,0 0 15,11-14-15,0 3 16,2 1-16,2-1 16,6-3-16,4-3 15,5-2-15,-1-4 16,-1-4-16,-3-7 15,-5 0-15,-1-3 16,-4-4 0,0-2-16,-2-2 15,0 3-15,-1 6 16,-5 4-16,-4 3 16,-4 6-16,-2 6 15,1 5-15,1 4 16,1 8-16,-2-6 15,2 6-15,0 0 16,-15 15 0,-1 15-16,-4 11 15,1 12-15,2 8 16,1 1-16,2 12 16,4-12-16,-1 7 15,3-4-15,0-10 16,-1 6-16,3-17 15,-2-1-15,2-14 16,0-6 0,0-4-16,0-7 15,1 1-15,2-6 16,3-7-16,0 0 16,0 0-16,0 0 15,23-20-15,13-9 16,8-5-16,6-5 15,0 3-15,-4 8 16,-1 16 0,-2 8-16,-5 3 15,-4 10-15,-6-4 16,-4 5-16,-1 5 16,-5 3-16,1 7 15,-3 1-15,0 0 16,4 4-16,0 3 15,-3-10-15,4-3 16,1-9 0,3-13-16</inkml:trace>
  <inkml:trace contextRef="#ctx0" brushRef="#br0" timeOffset="55349.58">13926 5617 0,'0'0'0,"0"-2"0,0 2 15,0 0-15,17 2 16,14 13-16,7 5 15,1 3-15,-3 5 16,-2 0-16,-3 2 16,-5-4-1,-1-2-15,-7-7 16,-5-7-16,-13-10 16,11-3-16</inkml:trace>
  <inkml:trace contextRef="#ctx0" brushRef="#br0" timeOffset="55599.23">14097 5541 0,'1'2'0,"-1"-2"0,5 13 15,0 3-15,-10 10 16,0 8-16,-9 2 15,1 3-15,-3-5 16,-2 2-16,-4 1 16,-2-1-1,1-6-15,4-6 16,1-1-16,3-5 16,2-3-16</inkml:trace>
  <inkml:trace contextRef="#ctx0" brushRef="#br0" timeOffset="56632.88">15006 5511 0,'0'0'0,"0"0"16,0 0-16,0 0 16,0 0-1,0 0-15,0 0 16,0 0-16,0 0 16,-3-4-16,-6-5 15,-8-3-15,-5 5 16,-8 1-16,-1 6 15,-3 7-15,0 7 16,1 5-16,-1 7 16,1 6-1,2 2-15,3 3 16,6-2-16,4-2 16,6 5-16,8-1 15,9-2-15,8-3 16,9-2-16,13-1 15,13 0 1,9-9-16,0-8 0,2-5 16,1-4-16,-5-2 15,-3-2-15,-7-2 16,-8 1 0,-5 0-16,-7-1 15,-8 2-15,-17 1 16,13-2-16</inkml:trace>
  <inkml:trace contextRef="#ctx0" brushRef="#br0" timeOffset="57099.22">14358 6200 0,'0'0'0,"5"1"16,-5-1-16,35 6 15,12 2 1,8 1-16,9 1 16,0 1-16,3 0 15,2 0-15,0 1 16,-2-4-16,-3-2 15,-3-5-15,-5-1 16,-7-1-16,-5 1 16,-8 0-16,-7 0 15,-4 0-15,-6 0 16,-5 0 0,-14 0-16,12 0 15,-12 0-15</inkml:trace>
  <inkml:trace contextRef="#ctx0" brushRef="#br0" timeOffset="58081.76">14778 4941 0,'0'0'0,"0"-1"0,0 1 0,0 0 16,1-11-1,-1 11-15,5-11 16,0 5-16,1-4 15,9-3-15,11-6 16,11 1-16,9 0 16,4 3-16,-1 3 15,-4 4-15,-2 3 16,-3 2 0,-5-1-16,-6 2 15</inkml:trace>
  <inkml:trace contextRef="#ctx0" brushRef="#br0" timeOffset="58366.36">14764 5172 0,'0'0'0,"0"0"0,0 0 15,0-3-15,0 3 16,3-8-16,2 2 16,4-5-16,9-2 15,9-2-15,10 3 16,3 2 0,7 1-16,2 2 15,1 2-15,0 1 16,-6-1-16,-4 1 15,-4-3-15</inkml:trace>
  <inkml:trace contextRef="#ctx0" brushRef="#br0" timeOffset="58916.18">15372 4803 0,'0'0'0,"0"0"16,0 0-16,0 0 16,5-1-1,9 0-15,12 3 16,6 7-16,-5 1 15,-3 1-15,-4 1 16,-3 1-16,-5-1 16,-4 1-16,-5 1 15,-4 1-15,-7 3 16,-6 2-16,-1 0 16,-1-2-1,2-5-15,2-3 16,3-1-16,1-3 15,8-6-15,-9 12 16,9 0-16,4 5 16,6 6-16,4 3 15,3-1-15,-2-2 16,0-2-16,-3-4 16,-2-4-1,-1-3-15,-5-4 16,-4-6-16,-2 12 15,-9-6-15,-12 1 16,-15 0-16,-18-6 16,-6-4-16,0-10 15</inkml:trace>
  <inkml:trace contextRef="#ctx0" brushRef="#br0" timeOffset="71732.81">10428 6764 0,'0'0'0,"0"0"0,0 0 0,0 0 16,0 0-16,6-3 16,4-4-1,9-3-15,6-1 16,7-1-16,5 1 16,0 4-16,-3 0 15,-6 6-15,-2 1 16,-4 4-16,-2 2 15,-2 3-15,-4 2 16,-5 5-16,-5 1 16,-4 8-16,-9 11 15,-9 5 1,-8 3-16,-2-3 16,0-7-16,4-5 15,2-5-15,2-2 16,4-7-16,5-4 15,3-4-15,8-7 16,-7 7 0,7-7-16,0 0 15,0 0-15,0 0 16,16 1-16,7 0 16,3 3-16,2 0 15,-3 3-15,1 5 16,-1 3-16,-4 2 15,0 7 1,-7 6 0,-5-1-16,-7 1 15,-9-5 1,-8-1-16,-5 0 16,-6-4-16,-5-5 15,-3-6-15,-4-2 16,3-7-16,4-1 15,7-2-15,4-3 16,4 2-16,3-1 16,13 5-16,-18-12 15,12 5 1,5-2-16,2-5 16,5-8-16,14-15 15</inkml:trace>
  <inkml:trace contextRef="#ctx0" brushRef="#br0" timeOffset="72332.95">11049 6863 0,'0'0'0,"0"0"0,4-1 16,6-3-16,13-5 15,4-1 1,4-3-16,5 4 16,1 6-16,-5 3 15,-3 5-15,-5 3 16,-3 8-16,-3 3 15,-6 7-15,-5 0 16,-7 3-16,-7 3 16,-5 3-16,-5 1 15,-7 3 1,-2-1-16,-1-2 16,1-4-16,4-5 15,2-5-15,1 0 16,3-3-16,3-3 15,3-5-15,4-4 16,6-7-16,-8 9 16,8-9-16,0 0 15,0 0-15,0 0 16,17 7 0,16-7-16,6-5 15,3-2-15,1-1 16,1 1-16,-3 0 15,-3-1-15,-8 4 16,-5 1-16,-4 0 16,-6 1-16,-3 2 15,-12 0-15,12 0 16,-12 0 0,0 0-16,0 0 15</inkml:trace>
  <inkml:trace contextRef="#ctx0" brushRef="#br0" timeOffset="72733.24">11803 6825 0,'0'0'0,"0"0"0,0 0 0,0 0 16,1 2 0,-1-2-16,5 6 15,3 4-15,8 8 16,6 6-16,7 4 15,5-1-15,4 2 16,3-3-16,1-1 16,0-1-16,-4-3 15,-2-1 1,-3-2-16,-6-4 16,-3-2-16,-1-1 15</inkml:trace>
  <inkml:trace contextRef="#ctx0" brushRef="#br0" timeOffset="73048.61">12076 6806 0,'0'0'0,"0"0"16,0 0-16,0 0 16,-3 5-16,-2 10 15,-7 13-15,-9 13 16,-4 4 0,1 0-16,-3 4 15,0 0-15,3-1 16,1-5-16,6-8 15,3-6-15,2-4 16,2-5-16,2-4 16,3-8-16</inkml:trace>
  <inkml:trace contextRef="#ctx0" brushRef="#br0" timeOffset="73749.31">12503 6794 0,'0'0'0,"0"0"15,5-4-15,8-1 16,16 1 0,5 5-16,1 8 0,-3 3 15,1 6-15,-3 1 16,-2 1 0,-4 1-16,-4-2 15,-4 0-15,-3-1 16,-6-3-16,-5 0 15,-5 2-15,-7 3 16,-5-1-16,-5-2 16,1-3-16,0-5 15,4-1-15,0 0 16,3-2-16,2-2 16,10-4-1,-12 9-15,10-1 16,5 2-16,4 5 15,5 0-15,7 2 16,2 1-16,1 0 16,-2-5-16,0 0 15,-4-2-15,-2-1 16,-3 3 0,-3 2-16,-3 0 15,-3 3-15,-7-1 16,-5 2-16,-9-2 15,-10 0-15,-8-2 16,-3-5-16,0-3 16,4-3-16,3-4 15,9-1-15,1-1 16,8 1-16,1 0 16,14 1-1,-17-9-15,14-6 16,6-8-16</inkml:trace>
  <inkml:trace contextRef="#ctx0" brushRef="#br0" timeOffset="74466.17">13107 6991 0,'0'0'0,"8"-1"0,-8 1 0,0 0 16,29-8-16,-5 1 16,0 3-1,0 5-15,-1 4 16,-4 4-16,-1 2 15,-3 4-15,-2 1 16,-4 2-16,-5 3 16,-5 3-16,-7 3 15,-5 3-15,-7 0 16,-8 4-16,-4 0 16,0-3-1,0-2-15,6-4 16,1-3-16,5-5 15,7-5-15,4-4 16,9-8-16,-10 9 16,10-9-16,0 0 15,0 0-15,0 0 16,10 6-16,21-4 16,14-2-16,4-2 15,2-2 1,1-2-16,2 0 15,-1 0-15,-4 2 16,-4-1-16,-8 2 16,-5 1-16,-4-1 15,-5 2-15,-2-1 16,-4 0-16,-4 2 16,-13 0-16,16-2 15,-16 2 1,0 0-16,10 0 15,-10 0-15,0 0 16,0 0-16,0 0 16,0 0-16,0 0 15,0 0-15,0 0 16,0 0-16,0 0 16,0 0-16,0 0 15</inkml:trace>
  <inkml:trace contextRef="#ctx0" brushRef="#br0" timeOffset="77633">13705 6881 0,'0'0'0,"1"3"0,-1-3 16,0 0-16,0 0 15,0 0-15,8 5 16,-8-5 0,14 3-16,0 0 15,8 1-15,6 3 16,3 4-16,5 4 16,-1 5-16,0 2 15,2 6-15,-2 0 16,2 2-16,-1 1 15,0-1-15,-2-1 16,-3-2 0,1 0-16,0-2 15,-1-2-15,-2-7 16,-8-4-16,-4-5 16,-4-2-16,-13-5 15,15 5-15,-15-5 16,0 0-16</inkml:trace>
  <inkml:trace contextRef="#ctx0" brushRef="#br0" timeOffset="78015.46">14129 6906 0,'0'0'0,"0"0"0,0 0 16,0 0-16,0 0 16,0 0-16,0 0 15,-7 6-15,-9 6 16,-7 9-16,-4 10 15,3 2-15,-3 5 16,-1 6 0,7-9-16,-5 6 15,4-5-15,3-4 16,0-3-16,2-3 16,2-1-16,2-7 15,1-3-15,1-4 16,0 0-16,2-4 15</inkml:trace>
  <inkml:trace contextRef="#ctx0" brushRef="#br0" timeOffset="79315.66">14630 6855 0,'0'0'0,"0"2"0,0-2 15,0 0-15,0 0 16,0 0-16,0 0 15,0 0-15,12 5 16,2-4-16,8-1 16,6 1-16,6-1 15,3 1 1,2 6-16,1 3 16,-5 4-16,-3 1 15,-5 1-15,-5 6 16,-5-2-16,-3 2 15,-5 3-15,-7 4 16,-6 4-16,-8 3 16,-7 0-16,-4-2 15,-4-4 1,0-6-16,2-4 16,6-6-16,3-3 15,6-5-15,10-6 16,-12 8-16,12-8 15,0 0-15,0 16 16,14 3-16,11 8 16,9 2-1,0-2-15,-2-2 16,0 0-16,-3-3 16,-5-2-16,-7-3 15,-4-1-15,-4 0 16,-5-2-16,-5-1 15,-7 2-15,-9 0 16,-11-1-16,-4-2 16,-10-8-16,-3-1 15,3-3 1,6-3-16,8 0 16,7 1-16,7-1 15,3 1-15,11 2 16,-10-1-16,10 1 15,0 0-15,0 0 16,0 0-16,-10-4 16,10 4-1,0 0-15,0 0 16,0 0-16,0 0 16,0 0-16,0 0 15,0 0-15,0 0 16,0 0-16,0 0 15,0 0-15,0 0 16,0 0-16,0 0 16,0 0-16,0 0 15,0 0-15,0 0 16,0 0 0,0 0-16,0 0 15,0 0-15,0 0 16,0 0-16,0 0 15,0 0-15,0 0 16,0 0-16,-12-9 16,-1-6-16,-19-13 15</inkml:trace>
  <inkml:trace contextRef="#ctx0" brushRef="#br0" timeOffset="81666.25">10345 7691 0,'0'0'0,"1"3"0,-1-3 16,0 0-1,3 7-15,-3-7 0,0 0 16,1 6-16,-1-6 16,0 0-1,0 0 1,0 0-16,0 0 0,12 5 16,-12-5-16,20 4 15,-5-2-15,5 0 16,6-1-16,9-1 15,6-2-15,9-1 16,8 0-16,8-1 16,12 0-16,2 0 15,14-2 1,8 0-16,12-1 16,14 1-16,3 0 15,10 0-15,-4 2 16,9 0-16,3 2 15,0-1-15,-9 4 16,-5 0-16,-16 0 16,-7 1-16,-7 4 15,-10 3-15,-9 0 16,-16-3-16,-3 0 16,-11 0-1,-5-1-15,-8-1 16,-6-1-16,-4 0 15,-3-1-15,-6 0 16,-5 0-16,-6-1 16,-13-1-16,14 2 15,-14-2-15,0 0 16,0 0 0,0 0-16,0 0 15,0 0-15,10 5 16,-10-5-16,0 0 15,0 0-15,0 0 16,0 0-16,0 0 16,0 0-16,0 0 15,0 0-15,0 0 16,0 0-16,0 0 16,0 0-1,0 0-15,0 0 16,14-11-16,-1-15 15,4-10-15,-1-6 16,1 0-16,-2-3 16,1-1-16,0-2 15,-4 8-15,1-3 16,0-4 0,-3 5-16,0 3 15,-2 3-15,-3 7 16,-3 1-16,-2-4 15,-1 5-15,-1-5 16,0 0-16,0 14 16,-3-6-16,-2 2 15,-4-1-15,-2 2 16,-4 7-16,-6 1 16,-10-5-1,-7-3-15,-9-6 16,-5-5-16,-6-3 15,-3-1-15,-6 4 16,-11 3-16,-6-2 16,-8-1-16,-2 2 15,-9 10-15,-6 3 16,-4 7 0,-6 0-16,7 0 15,-4-1-15,-3 1 16,7 0-16,-1 0 15,10 2-15,5 1 16,-3 0-16,10 0 16,4 0-16,2 2 15,9 1-15,4 2 16,4 1-16,13 2 16,4 1-1,11 4-15,2 3 16,0 5-16,3 4 15,0 5-15,6 12 16,-1 8-16,3 13 16,3 13-16,0 3 15,1 9-15,1 3 16,2 0-16,1 0 16,2-2-1,5-10-15,1-5 16,4-10-16,3-9 15,0-9-15,3-11 16,1-11-16,2-7 16,0-10-16</inkml:trace>
  <inkml:trace contextRef="#ctx0" brushRef="#br0" timeOffset="82082.6">14895 5322 0,'0'0'0,"-2"-1"16</inkml:trace>
  <inkml:trace contextRef="#ctx0" brushRef="#br0" timeOffset="84982.65">14544 7934 0,'0'0'0,"4"1"0,-4-1 16,30 9-16,3-1 15,6 1-15,4-5 16,7 1-16,4-1 16,0 1-16,3-1 15,-4-1-15,-2 1 16,-7-2-1,-6 1-15,-7-2 16,-7 0-16,-9 0 16,-15-1-16,13 0 15,-13 0-15,0 0 16,-10 4-16,-26 4 16,-23-5-16,-8-4 15,-3-4-15,-2-2 16,4-3-16,6 3 15,8-1 1,9 3-16,12 0 16,9 2-16,8 2 15,16 1-15,-11-1 16,11 1-16,0 0 16,0 0-16,11-8 15,25-1-15,20 6 16,5 3-16,0 4 15,-5 1 1,-4 1-16,-10 1 16,-9-1-16,-9-3 15,-6 1 1,-7-2-16,-11-2 0,0 0 16,0 0-16,-12 12 15,-28 2-15,-23-5 16,-7-4-16,-3-7 15,5-1 1,8-1-16,10-1 16,13 2-16,11-2 15,11 3-15,15 2 16,-13-2-16,13 2 16,0 0-16,10-8 15,22-5-15,27 5 16,9 2-16,6 9 15,-4 2 1,-7 2-16,-6 1 16,-9-2-16,-9 0 15,-13-2-15,-9-2 16,-17-2-16,11 3 16,-11-3-16,0 0 15,-30 14-15,-17-2 16,-16-8-16,0-5 15,3-4-15,10-2 16,13 3 0,10-1-16,11 2 15,16 3-15,-13-3 16,13 3-16,0 0 16,14-11-16,24-7 15,20 8-15,0 2 16,-4 4-16,-7 3 15,-9 1-15,-15 1 16,-7 0 0,-16-1-16,11 1 15,-11-1-15,0 0 16,-11 10-16,-9 1 16,-14-4-16,-8-5 15,2-2-15</inkml:trace>
  <inkml:trace contextRef="#ctx0" brushRef="#br0" timeOffset="85581.98">14591 8030 0,'0'0'0,"0"0"0,0 0 16,1 2-16,-1-2 15,0 0-15,0 0 16,0 0-16,-2 8 15,-7 4-15,-19 7 16,-16 6 0,-9 2-16,-8-4 15,-3 1-15,3-5 16,-1 3-16,8-4 16,2-1-16,8-3 15,14-4-15,7-3 16,11-2-16,12-5 15,-15 6-15,15-6 16,0 0-16,0 0 16,0 0-16,0 0 15,0 0 1,0 0 0</inkml:trace>
  <inkml:trace contextRef="#ctx0" brushRef="#br0" timeOffset="85982.56">14802 8138 0,'0'0'0,"0"0"0,0 0 16,1 2-16,-1-2 16,0 0-1,0 0-15,0 0 16,0 0-16,0 0 16,2 10-16,-4 2 15,0 8-15,-1 5 16,-3 3-16,0 1 15,-2 0-15,0-2 16,0-3 0,-1-2-16,2-4 15,1-3-15,1-3 16,1-2-16,0-2 16,0-2-16,4-6 31,0 0-31</inkml:trace>
  <inkml:trace contextRef="#ctx0" brushRef="#br0" timeOffset="86515.88">15016 8087 0,'0'0'0,"0"0"0,0 0 0,1 2 16,-1-2-16,0 0 15,0 0-15,0 0 16,0 0-16,8 9 15,7 7-15,10 11 16,7 8-16,-1 0 16,-2-4-16,3 0 15,0-4 1,0-4-16,-4-4 16,-2-4-16,-5-4 15,-4-2-15,-4-2 16,-2-1-16,-11-6 15,13 6-15,-13-6 16,0 0-16,0 0 16,0 0-16,0 0 15,0 0 1,10 6-16,-10-6 16,0 0-16,0 0 15,0 0-15,0 0 16,0 0-16,0 0 15,0 0-15</inkml:trace>
  <inkml:trace contextRef="#ctx0" brushRef="#br0" timeOffset="87914.67">13547 8341 0,'0'0'0,"0"0"0,0 0 0,0 0 15,0 0-15,0 0 16,0 2-16,0-2 16,-5 18-16,-2 7 15,-3 11-15,-1 4 16,3-4 0,2-8-16,1-5 15,1-4-15,1-6 16,1-4-16,2-9 15,-3 8-15,3-8 16,-5-8 0,-4-31-1</inkml:trace>
  <inkml:trace contextRef="#ctx0" brushRef="#br0" timeOffset="88432.28">13496 8201 0,'0'0'0,"0"0"0,0 0 16,0 0-16,9-4 16,5-1-16,7-3 15,4-2-15,-2 2 16,3-2 0,1 3-16,1 5 15,2 6-15,-1 4 16,-3 7-16,-4 5 15,-3 1-15,-5 3 16,-5-4-16,-6 2 16,-8 2-16,-5-3 15,-7 1 1,-6-5-16,-6-3 16,-1-4-16,-2-5 15,1-1-15,9-3 16,4 1-16,8-2 15,10 0-15,-11 0 16,11 0-16,0 0 16,0 0-16,14 11 15,12 7-15,14 4 16,3-2 0,1 2-16,0-1 15,-8-4-15,-1 0 16,-9-4-16,-6-3 15,-3-2-15,-2-2 16,1 8-16,-3 0 16,-2 3-16</inkml:trace>
  <inkml:trace contextRef="#ctx0" brushRef="#br0" timeOffset="89148.43">14443 8500 0,'0'0'0,"0"0"0,0 0 0,0 0 0,0 0 16,0 0 0,0 0-16,0 0 15,-4 0-15,4 0 16,-20-4-16,1 0 15,-2 2-15,-3 3 16,-4 4-16,0 3 16,2 2-16,4 3 15,5 2-15,3-1 16,6 2 0,2 1-16,6 1 15,4 0-15,6-1 16,1-1-16,8-2 15,4-3-15,0-3 16,4-2-16,-5-3 16,-2-2-16,-1-1 15,-4-1-15,-3-1 16,-12 2-16,14-5 16,-14 5-1,0 0-15,0 0 16,0 0-16,0 0 15,10 0-15,-11 8 16,1 5-16,-2 4 16,-3 0-16,-1 3 15,-1-3-15,1-2 16,-1-1-16,3-4 16,0-1-1,0-1-15,4-8 0,-2 7 16,2-7-1,0 0-15,0 0 32</inkml:trace>
  <inkml:trace contextRef="#ctx0" brushRef="#br0" timeOffset="90483.78">15193 8448 0,'0'0'0,"0"0"16,0 0-16,0 0 15,0 0-15,0 2 16,0-2-16,0 0 16,0 0-16,0 0 15,0 0 1,-3 13-16,-1 4 15,-2 12-15,-1 8 16,1-3-16,2-2 16,0-5-16,1-9 15,2-3-15,0-5 16,0-2-16,1-8 16,0 10-16,0-10 15,0 0-15,0 0 16,0 0-1,0 0-15,0 0 16,0 0-16,-1-10 16,1 3-16,0 7 15,0-11-15,0 11 16,0-10-16,1 3 16,0-2-16,2-3 15,4-3 1,3 0-16,2-2 15,2 3-15,1 1 16,3 2-16,-3 4 16,-1 0-16,-2 2 15,-1 2-15,-11 3 16,17-2-16,-17 2 16,13 7-16,-9 1 15,-2 5 1,-4 3-16,-4 2 15,-4 0-15,-4-3 16,-1 0-16,-1-2 16,5-5-16,11-8 15,-12 7-15,12-7 16,0 0-16,0 0 16,0 0-16,0 0 15,-8 7 1,17-3-16,12 4 15,3 2-15,0 2 16,-1 2-16,-2 1 16,-4-1-16,-4-1 15,-4-2-15,-5-1 16,-3 2-16,-5 0 16,-6 3-16,-4-3 15,-10-2 1,-6-5-16,-1-2 15,0-3-15,4-3 16,3 0-16,4-2 16,4-3-16,2-1 15,2-3-15,3-5 16,1-1-16,0-7 16,-1-10-16,-1-13 15,-1-10-15</inkml:trace>
  <inkml:trace contextRef="#ctx0" brushRef="#br0" timeOffset="100382.64">7254 7797 0,'0'0'0,"0"0"0,0 0 0,0 0 16,0 0-16,1-3 15,-1 3-15,8-7 16,3-1-16,7-1 16,6 0-1,5 0-15,5 0 16,2 0-16,4 0 16,6-2-16,0 3 15,3-2-15,0 0 16,0 0-16,4 0 15,0-1-15,0 1 16,-1 2 0,-3 2-16,-2 1 15,-8 1-15,-1 1 16,-4 1-16,-5 1 16,-4 0-16,-6 0 15,-4 0-15,-3 1 16,-3 0-16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05T11:10:55.980"/>
    </inkml:context>
    <inkml:brush xml:id="br0">
      <inkml:brushProperty name="width" value="0.05292" units="cm"/>
      <inkml:brushProperty name="height" value="0.05292" units="cm"/>
      <inkml:brushProperty name="color" value="#EE000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4708 5479 0,'0'0'0,"0"0"0,0 0 16,0 0-16,0 0 16,0 0-16,0 0 15,0 0-15,0 0 16,0 0-16,0 0 16,0 0-1,-1 1-15,1-1 16,0 0-16,0 0 15,0 0-15,1 7 16,-1-7-16,0 0 16,5 9-16,-5-9 15,5 6-15,-5-6 16,8 8 0,-8-8-16,14 8 15,-14-8-15,19 11 16,-8-7-16,1-1 15,1-1-15,0-1 16,0-1-16,3-2 16,-2 0-16,0-1 15,2 0-15,0-1 16,-1-1 0,0 2-16,-1-1 15,0 1-15,-1-1 16,-1 1-16,0 0 15,-2 0-15,1 1 16,-1-1-16,2 1 16,-1-1-16,1 1 15,0 0-15,-2 0 16,-10 2 0,19-2-16,-19 2 15,19-3-15,-9 3 16,2 0-16,-1 0 15,1 1-15,-1 1 16,2 0-16,-1 0 16,-1 0-16,0-1 15,0 1-15,0 0 16,1-1-16,0 1 16,-1 0-1,0-1-15,-1 1 16,2 0-16,-1-1 15,1 1-15,0-1 16,-1 1-16,-11-2 16,17 2-16,-17-2 15,15 2-15,-15-2 16,14 2 0,-14-2-16,13 1 15,-13-1-15,13 2 16,-13-2-16,11 2 15,-11-2-15,12 1 16,-12-1-16,12 2 16,-12-2-16,11 0 15,-11 0-15,12 0 16,-12 0-16,16-3 16,-16 3-16,14-3 15,-14 3 1,11-2-16,-11 2 15,11-2-15,-11 2 16,10-2 0,-10 2-16,0 0 0,12-2 15,-12 2-15,0 0 16,11-3 0,-11 3-1,0 0-15,13-1 16,-13 1-16,11 2 0</inkml:trace>
  <inkml:trace contextRef="#ctx0" brushRef="#br0" timeOffset="1791.99">6242 5148 0,'0'0'0,"0"-2"0,0 2 15,0 0-15,-1-8 16,1 8-16,-5-11 16,3 3-16,-1-1 15,-3-1 16,-3-5-31,-2 1 16,-3-2-16,2 4 16,1 3-16,0 0 15,0 2-15,-3 0 16,-1 1-16,-1-1 16,-3-2-16,1 2 15,-5 4-15,-2 3 16,1 4-1,-3 1-15,1 1 16,2 5-16,-2 1 16,4 2-16,1-2 15,2 2-15,3-2 16,1-2-16,1 1 16,2 0-16,1 2 15,2 1 1,0 2-16,1 3 15,2 0-15,1 0 16,1 2-16,3 3 16,1 2-16,3 3 15,4-2-15,0 2 16,3 4-16,3-1 16,2-2-16,1-1 15,1-3-15,1 2 16,1-1-1,2-5-15,0-2 16,2-5-16,1 0 16,2-2-16,3-4 15,-1-1-15,-3-6 16,2-3-16,-1-4 16,0-2-16,3-4 15,-4 0-15,1-3 16,-1-1-1,-2 0-15,1-3 16,-6 0-16,-3-1 16,1-3-16,-3-3 15,-2 0-15,-3-1 16,-2-1-16,-3 2 16,-4-1-16,-2-4 15,-4 1-15,0-1 16,-4 3-16,-2 0 15,-4 2 1,-1 3-16,0 3 16,-7 0-16,-4 2 15,-9 0-15,-1 7 16,-1 2-16,3 4 16,5 2-16,4 2 15,4 0-15,0 3 16,-1 5-1,1 2-15,-4 5 16</inkml:trace>
  <inkml:trace contextRef="#ctx0" brushRef="#br0" timeOffset="8674.93">7389 5228 0,'0'0'0,"0"0"0,0 2 16,0-2-16,0 0 15,0 0 1,-3 8-16,3-8 15,0 0-15,1 6 16,-1-6-16,0 0 16,15 9-16,-2-5 15,3 0-15,6-2 16,2 0-16,3-1 16,1 0-1,-1-1-15,-1 0 16,-1 0-16,0 0 15,-3 0-15,-2 1 16,-2 1-16,0-1 16,-3 1-16,-1-1 15,-1 1-15,0 0 16,-1 0-16,-2-1 16,-10-1-16,15 3 15,-15-3 1,0 0-16,12 2 15,-12-2-15,0 0 16,0 0-16,10 3 16,-10-3-16,0 0 15,0 0-15,12 3 16,-12-3-16,0 0 16,0 0-16,11 3 15,-11-3 1,0 0-16,0 0 15,12 4-15,-12-4 16,0 0-16,0 0 16,0 0-16,0 0 15,0 0-15,0 0 16,0 0-16,0 0 16,0 0-16,0 0 15,0 0 1,0 0-16,0 0 15,0 0-15,0 0 16,0 0-16,0 0 16,0 0-1,0 0-15,0 0 0,0 0 16,0 0-16,0 0 16,0 0-16,0 0 15,0 0-15,0 0 16,0 0-1,0 0-15,0 0 16,0 0-16,0 0 16,0 0-16</inkml:trace>
  <inkml:trace contextRef="#ctx0" brushRef="#br0" timeOffset="16940.7">8320 5319 0,'0'0'0,"0"0"0,0 0 16,0 0-16,0 0 16,0 0-16,4 0 15,-4 0 1,10 0-16,0 0 15,2 0-15,2 0 16,1-1-16,3 0 16,2-3-16,1 1 15,1-1-15,-1 0 16,1-3-16,0 1 16,-1 1-16,-1-1 15,-1 1-15,0 0 16,-1 0-1,1 1-15,-2 0 16,-3 0-16,-1 1 16,-4 1-16,-9 2 15,14-3-15,-14 3 16,0 0-16,0 0 16,10-3-16,-10 3 15,0 0-15,0 0 16,0 0-1,-12 4-15,-7 0 16,-8 3-16,-2 0 16,-1-1-16,-2 0 15,2 1-15,-1 0 16,2-2-16,1 1 16,1-1-16,4-2 15,0 1-15,3 0 16,0-1-16,3-1 15,1-1 1,3 1-16,2-1 16,11-1-16,-16 2 15,16-2-15,0 0 16,0 0-16,-10 0 16,10 0-16,0 0 15,0 0 1,22-3-16,1 1 15,9-1-15,1 0 16,1-1-16,0 1 16,-1 0-16,-2 0 15,0-1-15,-2 1 16,-4 0-16,-2 1 16,-4 0-16,-5-1 15,-3 2-15,-11 1 16,13-3-1,-13 3-15,0 0 16,0 0-16,0 0 16,0 0-16,0 0 15,0 0-15,-27-2 16,0 2-16,-4 0 16,1 1-16,-1 1 15,0 0-15,-1 0 16,2 0-1,1-1-15,4 1 16,5-1-16,4 0 16,4 0-16,12-1 15,-15 1-15,15-1 16,0 0-16,0 0 16,-10 0-16,10 0 15,0 0-15,0 0 16,0 0-16,0 0 15,13-8 1,-13 8-16,19-10 16,-9 5-16,0 1 15,-10 4-15</inkml:trace>
  <inkml:trace contextRef="#ctx0" brushRef="#br0" timeOffset="28074.49">8939 4818 0,'0'0'0,"0"0"0,0 0 0,-1-3 15,1 3-15,-3-12 16,0 6-16,0 0 16,0-1-16,-1-1 15,-3 0 1,0 0-16,-2 2 16,0-1-16,-4 0 15,1-1-15,-2 0 16,2 1-16,0 1 15,-2 0-15,1 1 16,-1-1 0,-1 1-16,-1-1 15,-2 2-15,0-1 16,-1 2-16,-1 0 16,1-1-16,0 3 15,0-2-15,0 2 16,1-1-16,-2 1 15,1 0-15,-4 1 16,0 0-16,-2 0 16,1 0-1,1 0-15,2 0 16,-3 0-16,-3 0 16,-2 0-16,1 1 15,-2 0-15,0 0 16,3 0-16,0-1 15,1 1-15,1 0 16,-1-2-16,2 0 16,0-3-1,2 1-15,1 0 16,0-1-16,-2-2 16,0-1-16,-1 0 15,4 0-15,0-1 16,1 0-16,-2-1 15,0-2 1,-2-1-16,2 0 16,1 3-16,1-1 15,-2-1-15,-2 0 16,-2 0-16,-1 4 16,-2 2-16,0 1 15,0 4-15,0 0 16,-1 2-16,-1 1 15,1 0-15,-2 0 16,2 2-16,0 1 16,1 0-1,-1 3-15,-1 0 16,0-1-16,1 2 16,1 0-16,1 1 15,3 1-15,3-1 16,2 0-16,1 1 15,2-1-15,2-1 16,1 0-16,-2 1 16,3-1-16,-1 1 15,1 1 1,3 0-16,-1 2 16,1 1-16,2 3 15,0 3-15,2 2 16,2 1-16,1-1 15,2-1-15,2 0 16,1 2-16,4 2 16,5 2-1,2 0-15,3 0 16,2-3-16,4-1 16,7 0-16,5-2 15,5-3-15,5-2 16,4-1-16,5-1 15,0-3-15,0 0 16,3-3-16,1-1 16,1-1-1,1-1-15,0 1 16,0-1-16,0 1 16,1-1-16,3 1 15,0 0-15,-1-2 16,-1 1-16,0 0 15,1-2-15,-2-5 16,0-4-16,0-3 31,-5-3-31,3-3 0,-7-3 16,0-1-16,-4 1 16,-4-2-16,-4 0 15,-4 0-15,0-3 16,-3 0-16,-5 1 15,-3 1-15,-6-1 16,-2 0-16,-3 1 16,-4-2-16,-1-2 15,-6 0 1,-2-2-16,-4 1 16,-4-2-16,-5-4 15,-3 3-15,-4 2 16,-2 1-16,0 5 15,-1 2-15,0 3 16,1 2-16,2 3 16,3 4-16,4 1 15,1 2 1,1 0-16,10 3 16,-15-2-16,15 2 15,0 0-15,-11 1 16,11-1-16,0 0 15,0 0-15,0 0 16,0 0-16,0 0 16,0 0-16,0 0 15,0 0-15</inkml:trace>
  <inkml:trace contextRef="#ctx0" brushRef="#br0" timeOffset="37158.12">4998 6411 0,'0'0'0,"0"0"0,0 0 0,0 0 0,2 0 16,-2 0-16,0 0 16,0 0-16,0 0 15,12 6 1,-12-6-16,14 3 16,-4 0-16,4-2 15,2 1-15,5-2 16,4 0-16,0-3 15,2-1-15,-3 1 16,0-2-16,4-1 16,4-1-16,5 0 15,0 0-15,0 0 16,0-1 0,4 1-16,2 3 15,-1 0-15,-3 4 16,2-1-16,1 0 15,1 0-15,1 0 16,1 1-16,-1-2 16,1 2-16,-1-2 15,-5 0-15,0 0 16,-1-1 0,1-1-16,-1 0 15,1 2-15,-2-2 16,-2 1-16,-2 1 15,-3 1-15,-1-1 16,1 0-16,0 1 16,3 0-16,-4 1 15,-1 1-15,1 1 16,-4 1-16,1 0 16,1 2-1,-1-1-15,0 0 16,2 1-16,-2-1 15,0 2-15,-2-2 16,2 2-16,3 0 16,-1-1-16,1 2 15,-2-1-15,-2-1 16,0 1-16,-1-2 16,0 2-1,3 0-15,0-1 16,0-2-16,-2 0 15,-2-1-15,0-2 16,-3 2-16,0-2 16,-3 0-16,0 0 15,-2-2-15,0 2 16,-5-1-16,-10 1 16,12-1-1,-12 1-15,0 0 16,0 0-16,10 0 15,-10 0-15,0 0 16,12-5-16</inkml:trace>
  <inkml:trace contextRef="#ctx0" brushRef="#br0" timeOffset="40208.33">4952 2470 0,'0'1'0,"0"-1"15,0 0-15,0 0 16,0 0-1,0 0-15,0 0 0,0 0 16,0 0 0,0 0-16,-10-1 15,10 1-15,0 0 16,0 0-16,-3-6 16,3 6-16,0 0 15,0 0-15,0 0 16,0 0-16,0 0 15,0 0 1,0 0-16,17-9 0,-3 8 16,9 0-1,3 1-15,2 3 16,-2 5-16</inkml:trace>
  <inkml:trace contextRef="#ctx0" brushRef="#br0" timeOffset="80757.25">11645 2070 0,'0'0'0,"-1"5"0,-2 5 16,-7 21-16,-8 22 15,-3 12-15,0 8 16,6 3-16,3 8 15,3-3-15,1 4 16,5-1-16,3-2 16,1-4-1,4-2-15,0-8 16,2-1-16,1-7 16,-2-7-16,1-7 15,-1-10-15,-1-7 16,-2-10-16</inkml:trace>
  <inkml:trace contextRef="#ctx0" brushRef="#br0" timeOffset="81574.25">11500 2146 0,'0'0'0,"0"-1"0,0 1 0,0 0 0,0-7 15,0 7-15,7-11 16,10-1-16,28-5 16,23-4-16,10 2 15,4 0 1,6 2-16,-4 3 16,-4 2-16,-7 3 15,-11 3-15,-9 4 16,-7 4-16,-9 5 15,-3 4-15,-7 4 16,-3 3-16,-6 5 16,-5 7-16,-4 7 15,-6 5 1,-3 8-16,-3 1 16,-3 6-16,0 4 15,0-1-15,0 3 16,4-2-16,5-1 15,3 0-15,5-3 16,2-1-16,2-5 16,1-2-16,0-2 15,0-3 1,0-5-16,-5-4 16,0-6-16,-2-3 15,-1-3-15,-3-2 16,-5 2-16,-8 1 15,-4 1-15,-12 1 16,-19 0-16,-17 2 16,-18-7-16,0-3 15,-1-3 1,3-4-16,6-3 16,6-1-16,3-2 15,7 0-15,6-1 16,8-2-16,8 0 15,6-2-15,4-1 16,4 0-16,3-1 16,3 0-16,0-1 15,0 0 1,-2 0-16</inkml:trace>
  <inkml:trace contextRef="#ctx0" brushRef="#br0" timeOffset="82557.73">11704 4097 0,'0'0'0,"-1"2"15,0 4-15,-5 16 16,-3 23-16,-2 14 16,4 8-1,3 5-15,2 1 16,3 0-16,2 0 15,3 0-15,0-2 16,2-9-16,0-8 16,0-14-16,-2-10 15</inkml:trace>
  <inkml:trace contextRef="#ctx0" brushRef="#br0" timeOffset="83373.72">11754 4090 0,'0'0'0,"4"-3"0,7-7 15,22-16-15,33-7 16,19 9-16,1 2 16,6 6-16,-8 5 15,-4 2-15,-6 4 16,-9 1 0,-5 1-16,-9 2 15,-6 1-15,-8 4 16,-7 2-16,-7 3 15,-5 2-15,-4 4 16,-3 4-16,-4 8 16,-2 5-1,-2 5-15,-4 3 0,-2 5 16,0 3-16,0 2 16,0 1-1,4 4 1,4 2-16,6 1 15,3-1-15,5-3 0,4-1 16,-2-4-16,-1-3 16,-1-4-16,-2-3 15,-3-3-15,-5-4 16,-4-2 0,-4-3-16,-5-2 15,-3-1-15,-4-1 16,-8 0-16,-11 0 15,-9-3-15,-17 0 16,-15-2-16,-1-5 16,-11-1-16,2-5 15,0 0-15,3-3 16,8-2 0,3-1-16,5-2 15,6-1-15,6 0 16,6 0-16,5-2 15,4-1-15,7 0 16,6 0-16,7 1 16,2 0-16,13 4 15,-14-6-15,14 6 16,0 0-16,0 0 16,-10-6-16,10 6 15,0 0 1,-2-9-16</inkml:trace>
  <inkml:trace contextRef="#ctx0" brushRef="#br0" timeOffset="83973.87">11783 5839 0,'0'0'0,"0"0"0,0 0 16,0 0-16,0 0 15,-1 6-15,0 10 16,-3 17-16,-2 16 16,0 13-16,0 10 15,1 4 1,3-1-16,3 1 15,1-7-15,3-6 16,0-9-16,1-8 16,0-9-16,0-8 15,-1-6-15,-3-16 32</inkml:trace>
  <inkml:trace contextRef="#ctx0" brushRef="#br0" timeOffset="85140.2">11804 5650 0,'0'0'0,"0"-3"0,0 3 16,4-13-16,13-4 16,18-6-16,23 1 15,7 3-15,10 2 16,8 4-16,2 2 16,4 1-16,-3 0 15,2 2 1,-9-1-16,0 4 15,-3-1-15,-8 2 16,-2 0-16,-11 3 16,-8 1-16,-6 1 15,-10 4-15,-5 1 16,-3 3-16,-1 9 16,-4 5-16,-4 7 15,-2 5 1,-3 5-16,-1 6 15,-4 2-15,2 6 16,-1 1-16,0 1 16,1 3-16,1 1 15,2-1-15,1 1 16,1-4-16,0-5 16,0 0-16,-1-3 15,0-4 1,-3-2-16,-4-5 15,-3 0-15,-5-5 16,-2 1-16,-9-4 16,-6-4-16,-14 0 15,-12-4-15,-17-7 16,-11-2-16,-9-5 16,-3-3-16,-1-2 15,-2 0 1,2 0-16,2-2 15,-2 1-15,6 0 16,6-1-16,4 1 16,8-2-16,7 0 15,7-3-15,9 0 16,7-1-16,8 0 16,4-1-16,6 2 15,4 0-15,13 4 16,-16-5-1,16 5-15,0 0 16,-10-4-16,10 4 16,0 0-16,0 0 15,0 0-15,0 0 16,0 0-16,0 0 16,0 0-16,0 0 15,0 0-15,0 0 16,0 0-1,0 0-15,0 0 16,0 0-16,0 0 16,0 0-16,0 0 15,0 0-15,0 0 16,0 0-16,0 0 16,0 0-16,0 0 15,0 0-15,0 0 16,0 0-1,0 0-15,0 0 16,0 0-16,0 0 16,0 0-16,0 0 15,0 0-15,0 0 16,0 0-16,0 0 16,0 0-16,0 0 15,0 0-15,0 0 16,0 0-16,-11-9 15</inkml:trace>
  <inkml:trace contextRef="#ctx0" brushRef="#br0" timeOffset="101473.69">13139 2372 0,'0'0'0,"0"0"0,0 0 15,0 0-15,0 0 16,0 0-1,0 0-15,7 1 16,11 0-16,11 2 16,7-3-16,7-4 15,3-2-15,0-1 16,-7-1-16,-4 0 16,-6 2-16,-6 1 15,-7 1-15,-6 3 16,-10 1-16,11-1 15,-11 1 1,10 2-16,-10-2 16,12 14-16,-6-5 15,-1 5-15,1 5 16,0 1-16,0 2 16,-1-4-16,0 2 15,1-2-15,-1 2 16,0-1-16,0-1 15,-1 0-15,0 0 16,1-2 0,-3-2-16,1 0 15,0 1-15,-3-1 16,0 0-16,-5-3 16,-4 1-16,-8 0 15,-10 1-15,-8-1 16,-2-2-16,-1-2 15,0-2 1,-2-2-16,2-3 16,2 0-16,1-1 15,-1 0-15,1-1 16,2 1-16,4-2 16,2 1-16,6 0 15,3 0-15,-1 1 16,3-1-1,3 0-15,2 0 16,11 1-16,-13-2 16,13 2-16,0 0 15,0 0-15,-10-2 16,10 2-16,0 0 16,-5-12-16,2 0 15,1-6-15,2-4 16,2-1-16,1 0 15,0 1 1,3 2-16,-1-1 16,1 2-16,-2 3 15,1 0-15,-1 1 16,1-1-16,-1 3 16,0 4-16,-1 1 15,-3 8-15,4-11 16,-4 11-16,4-6 15,-4 6-15,5-8 16,4-1 0,13-4-16,8-2 15,3 5-15,3 0 16,-2 5-16,-1 0 16,-4 3-16,-8 2 15</inkml:trace>
  <inkml:trace contextRef="#ctx0" brushRef="#br1" timeOffset="107506.23">13422 4177 0,'0'0'0,"0"0"0,0 0 15,0 0 1,1 2-1,-1-2-15,0 0 0,0 0 16,19 8-16,6-4 16,8-3-16,6-3 15,1-3-15,-5 0 16,-2 1-16,-7 1 16,0 0-1,-5 0-15,-5 1 16,-4 2-16,-12 0 15,17-1-15,-17 1 16,17 6-16,-17-6 16,15 14-16,-8-3 15,2 6-15,-2 1 16,0 3-16,1 1 16,-1 1-16,0-3 15,0 0 1,-1-1-16,0-1 0,-1-2 15,1 0 1,-2-3-16,0-2 16,0-1-16,-1 0 15,1-3-15,-2 0 16,-2-7-16,3 12 16,-3-4-16,-7 4 15,-5-1 1,-8 0-16,-11 1 15,-10 1-15,-4-4 16,-3-3-16,1-2 16,2-1-16,5-1 15,6-2-15,4 0 16,4 0-16,3 0 16,7 0-16,3 0 15,13 0-15,-15 0 16,15 0-1,0 0-15,-10 0 16,10 0-16,0 0 16,0 0-16,0 0 15,0 0-15,-13-3 16,13 3-16,-13-14 16,4 4-1,1-5-15,1-1 16,1-2-16,-1 0 15,1 0-15,1 1 16,-1 0-16,2 1 16,-2 0-16,3-1 15,-1 0-15,1-1 16,1 3-16,1 3 16,0 2-16,0 2 15,1 1-15,0 7 16,0-8-1,0 8-15,0-9 16,3 1-16,6-2 16,10-5-16,10-2 15,4 1-15,3 1 16,-1 3-16,-1 2 16,-7 3-16,-2 3 15,-8 4-15,-7 1 16,-10-1-1</inkml:trace>
  <inkml:trace contextRef="#ctx0" brushRef="#br2" timeOffset="111389.86">13523 5867 0,'0'0'0,"0"0"16,0 0-16,0 0 15,0 0-15,0 0 16,6-2-16,4-2 16,11-3-16,8-3 15,6 1 1,5-1-16,5 1 16,1-1-16,-1 0 15,-1 1-15,-3 1 16,-7 1-16,-9 3 15,-8 0-15,-4 3 16,-13 1-16,17-1 16,-17 1-16,13 7 15,-5 3 1,-2 4-16,0 3 16,-3 2-16,1 2 15,-1 3-15,1 4 16,1 1-16,0 0 15,-2-3-15,1 0 16,0 1-16,-1-1 16,1 1-1,0-5-15,-1 1 16,1-3-16,0-1 16,-3-4-16,1-3 15,-2-1-15,-2-1 16,-6 0-16,-5 4 15,-13-2-15,-7 0 16,-10-3-16,-1-4 16,1-4-16,3 0 15,5-1 1,2-1-16,4 0 16,3-1-16,3 1 15,3 0-15,5 0 16,2-1-16,1 1 15,3-1-15,9 2 16,-18-5-16,18 5 16,-16-6-1,16 6-15,-17-9 16,8 1-16,0-4 16,1-4-16,0-4 15,1 0-15,-1-1 16,3 0-16,1-3 15,1-1-15,1-1 16,0-1-16,1-2 16,0 3-16,1 1 15,0 2 1,1 4-16,-1 3 16,0 5-16,0 4 15,0 7-15,0-11 16,0 11-16,0 0 15</inkml:trace>
  <inkml:trace contextRef="#ctx0" brushRef="#br2" timeOffset="117156.73">11696 2149 0,'0'0'0,"0"0"0,0-1 15,0 1-15,0 0 16,0 0-16,0 0 15,0 0-15,-1-7 16,1 7 0,0 0-16,0 0 15,0 0-15,0 0 16,15-5-16,8 1 16,8-1-16,1-1 15,7-1-15,2 1 16,0 0-16,-2 0 15,-2 0 1,-3 1-16,-4-1 16,-2 2-16,-7 0 15,-3 2-15,-3-1 16,-4 2-16,-11 1 16,16 1-16,-16-1 15,13 7-15,-13-7 16,12 12-16,-7-4 15,0 3-15,-1 0 16,-2 1 0,0 2-16,0 2 15,-1-1-15,-1 1 16,-1-3-16,-1 0 16,0-2-16,1 0 15,-1-2-15,0 0 16,-2-1-16,1 0 15,-4 1-15,-4 0 16,-8 3 0,-6 0-16,-9 0 15,-8-1-15,-5 0 16,-4-1-16,1-3 16,0-1-16,5 1 15,5-3-15,3 0 16,4 0-16,2 0 15,7-2-15,4-1 16,6 1 0,2-2-16,12 0 15,-14-4-15,14 4 16,-10-12-16,6 1 16,2-4-16,3-1 15,2-1-15,5 0 16,3-1-16,5-2 15,1 0-15,-3 3 16,-1 3 0,-3 3-16,-2 2 15,-2 2-15,-6 7 16,7-9-16,-7 9 16,0 0-16,0 0 15,11-4-15,-11 4 16,0 0-16,10 2 15</inkml:trace>
  <inkml:trace contextRef="#ctx0" brushRef="#br2" timeOffset="119540.01">11856 2111 0,'0'0'0,"0"0"16,0 0-16,6-2 16,14-3-16,21-5 15,7-1 1,-1 1-16,-4-2 16,-2 3-16,-1-1 15,-5 2-15,-6 2 16,-5 2-16,-5 4 15,-3 4-15,-1 2 16,-1 3-16,1 3 16,-1 3-16,2 3 15,1 0 1,-1 2-16,-3-3 16,1 1-16,-4-1 15,-1 0-15,-3 0 16,-4-1-16,-4 1 15,-4 1-15,-4 1 16,-6-1 0,-6 1-16,-3-1 0,-3-4 15,1-2-15,-4-2 16,-1-3 0,-3-1-16,1-2 15,-3-4-15,3-3 16,-1-3-16,3-2 15,7-2-15,5 0 16,4-4-16,5-1 16,3-5-16,3-1 15,4-4-15,5 1 16,3-1 0,4 2-16,1 4 15,1 3-15,0 4 16,3 3-1,7 1-15,4 1 0,2 1 16,2-1-16</inkml:trace>
  <inkml:trace contextRef="#ctx0" brushRef="#br2" timeOffset="120106.59">12284 2069 0,'0'0'0,"0"0"15,0 0-15,0 0 16,0 0-16,0 0 16,8 1-16,6 2 15,9 2-15,7-1 16,5-6-16,0-3 16,-2 1-1,-5 1-15,-2 0 16,-2 2-16,-6 2 15,-3 2-15,-3 2 16,-1 0-16,-3 5 16,1 3-16,-3 1 15,-1 5 1,-2 3-16,-3 2 16,-3 3-16,0-5 15,-1 0-15,0-4 16,1-2-16,0-3 15,0 0-15,1-2 16,0 0-16,1-2 16,0 0-16,-4 3 15,-5 3-15,-6 1 16,-4 0 0,-8-1-16,-10-3 15,-5-3-15,1-6 16,3-6-16,10-2 15,4-2-15,5-2 16,1-2-16,1-3 16,3 2-16,3-3 15,2 3-15,6 0 16,2 0-16,5-4 16,-1-2-1</inkml:trace>
  <inkml:trace contextRef="#ctx0" brushRef="#br2" timeOffset="121440.04">13970 2557 0,'0'0'0,"0"0"0,0 0 15,4 1-15,-4-1 16,24 11-16,2-5 16,2-1-16,2-2 15,0 0 1,1 0-16,-1-2 0,3-1 16,1-1-1,-2-2-15,-3 0 16,-5 0-16,-4-1 15,-5-1-15,-4 3 16,-11 2-16,13-5 16,-13 5-16,0 0 15,0 0-15,0 0 16,9-6-16,-9 6 16,0 0-1,-5-9-15,-1 2 16,-2-2-16,-2 0 15,0 2-15,10 7 16,-15-10-16,15 10 16,0 0-16,0 0 15,-11-6-15,11 6 16,0 0-16,0 0 16,0 0-1,0 0-15,0 0 16,0 0-16,13-6 15,9 6-15,1 4 16,0 2-16,-3 4 16,-4-1-16,-4 2 15,-4-1-15,-5 5 16,-2 3-16,-5 2 16,-5 1-16,-3-3 15,-7 1 1,-7-2-16,-1-1 15,2-4-15,4-3 16,5-3-16,3-3 16</inkml:trace>
  <inkml:trace contextRef="#ctx0" brushRef="#br2" timeOffset="123173.72">14909 2248 0,'0'0'0,"0"0"15,1 1-15,-1-1 16,0 0-16,0 0 16,1 8-16,-1-8 15,0 13-15,0-3 16,0-1-1,0 5-15,0 4 16,0 3-16,0-1 16,0 5-16,0 3 15,0 3-15,0 1 16,0-1-16,0 2 16,0 1-16,-2 0 15,-4 0-15,-1 1 16,0 2-1,0-1-15,-2 1 16,2-2-16,0-3 16,1 0-16,0-4 15,0 1-15,1-2 16,-1-3-16,2-5 16,1-3-16,0 0 15,1-4-15,0-1 16,0-4-16,2-7 15,0 0 1</inkml:trace>
  <inkml:trace contextRef="#ctx0" brushRef="#br2" timeOffset="124023.63">14914 2222 0,'0'0'0,"0"0"0,0 0 0,0 0 15,0 0 1,5 0-16,7 0 16,16 0-16,12 0 15,8 0-15,1 0 16,2 0-16,-2 0 16,-4 0-16,-4 0 15,-8 0-15,-4 2 16,-3 2-16,-1 2 15,-2 1 1,-2 0-16,-3 4 16,-1 3-16,-3 1 15,-1 7-15,-1 1 16,-2 2-16,-2 5 16,-2 2-16,-2 4 15,-1 1-15,-3-2 16,0-1-16,0-4 15,0-1 1,0 0-16,0 3 16,0-1-16,0 1 15,1 0-15,0-4 16,0-1-16,0-2 16,0 1-16,0-4 15,0 0-15,-1-4 16,2 0-16,-4-3 15,1-2-15,-2 0 16,0-1 0,-3-1-16,-2 0 15,-4 2-15,-10 1 16,-7-1-16,-7-2 16,-5-4-16,-6-2 15,-1-1-15,2-1 16,0-1-16,6-1 15,-1 1-15,1-1 16,3 1 0,3-1-16,3 1 15,4 0-15,4-2 16,0 2-16,4-2 16,4 1-16,3 0 15,12-1-15,-17 1 16,17-1-16,-12 2 15,12-2-15</inkml:trace>
  <inkml:trace contextRef="#ctx0" brushRef="#br2" timeOffset="125505.73">14131 4517 0,'0'0'0,"1"-1"0,-1 1 15,0 0-15,27-12 16,-1 5-16,14 2 16,5 3-1,6 1-15,-8 2 16,-8-1-16,2 0 16,-4 0-16,-1 0 15,-6 0-15,-6 0 16,-4 0-16,-5 0 15,-11 0-15,14-2 16,-14 2-16,0 0 16,10-2-1,-10 2-15,-3-7 16,-4-2-16,-8-3 16,-3 1-16,-3 1 15,-1 1-15,4 3 16,4 0-16,4 3 15,10 3-15,-14-3 16,14 3-16,0 0 16,0 0-16,0 0 15,0 0 1,0 0-16,10 2 16,13 1-16,1 3 15,2-2-15,-4 2 16,-2 2-16,-4-1 15,-5 2-15,-2 3 16,-4-1-16,-5 2 16,-4 2-1,-6 5-15,-4-2 16,-4 2-16,-2-1 16,2-5-16,0-2 15,2-6-15,4-1 16</inkml:trace>
  <inkml:trace contextRef="#ctx0" brushRef="#br2" timeOffset="125973.3">14878 4271 0,'0'0'0,"0"0"16,0 0-16,0 0 16,0 0-16,0 0 15,4 5-15,0 5 16,0 3-16,1 5 15,-2 4-15,-1 2 16,-1 0-16,1 2 16,-1 0-1,1 2-15,-1 0 16,1-4-16,-1-2 16,0 0-16,1-2 15,-1-2-15,2 2 16,2 1-16,0 1 15,1 3 1,-1-4 0,0-3-16,-1-3 15,-3-8 1,-1-7-16,0 0 16,2-8-16</inkml:trace>
  <inkml:trace contextRef="#ctx0" brushRef="#br2" timeOffset="126773.49">14963 4153 0,'0'0'0,"0"0"0,0 0 16,0 0-16,0 0 15,3-3-15,-3 3 16,12-9-16,1 2 16,8-1-16,7 0 15,1 2-15,0 0 16,-1 2 0,1 2-16,4 2 15,0 1-15,-1 1 16,-4-1-16,-5 2 15,-2 0-15,-2 3 16,0 2-16,-1 2 16,-3 1-16,0 2 15,-3 3 1,-1 0-16,-1 3 16,-1 2-16,-1 2 15,-3 2-15,-2 1 16,-2-3-16,0-2 15,0-2-15,0 0 16,-1 2-16,2 4 16,1 0-1,2 1-15,2 0 16,0 1-16,2 3 16,0 2-16,-1-1 15,-1-6-15,-1-3 16,-1-4-16,0-1 15,0-2-15,-2-3 16,-2 1-16,-2-1 16,-6 1-16,-3-1 15,-4 2 1,-9-2-16,-4-2 16,-14-4-16,-7-3 15,0-4-15,-4-3 16,5 0-16,3-1 15,1 1-15,6 1 16,6 0 0,1 0-16,3 0 0,2 1 15,4-1 1,4 1-16,5 1 16,12 1-16,-16 0 15,16 0-15,0 0 16,0 0-16</inkml:trace>
  <inkml:trace contextRef="#ctx0" brushRef="#br2" timeOffset="127890.63">14378 6073 0,'0'0'0,"0"-1"0,0 1 16,0 0 0,6-7-16,4 2 15,8-1-15,5 3 16,4 0-16,1 2 15,3-1-15,5 1 16,1-1-16,1 0 16,-4 1-16,-2-1 15,1 1 1,-3-1-16,-2 1 0,-4-2 16,-4 0-1,-5-1-15,-3 3 16,-12 1-16,13-4 15,-13 4-15,0 0 16,0 0-16,0 0 16,0-10-16,-6 2 15,-8-2-15,-4-1 16,0 1-16,0 1 16,-1 1-1,-1-2-15,1 2 16,1 1-16,5 2 15,13 5-15,-15-7 16,15 7-16,0 0 16,0 0-16,-10-3 15,10 3-15,0 0 16,11 6-16,2 0 16,1 1-1,-1 0-15,-1 0 16,-1-2-16,-1 1 15,-1 3-15,-4 1 16,-1 1-16,-3 1 16,-6 4-16,-3 4 15,-6 0-15,-2-3 16,2-4-16,0-1 16,1-3-1,2-1-15,11-8 31</inkml:trace>
  <inkml:trace contextRef="#ctx0" brushRef="#br2" timeOffset="128323.71">14955 5820 0,'0'0'0,"0"0"16,0 0-16,0 0 15,-2 1-15,2-1 16,0 0-16,0 14 16,0-1-1,0 6-15,0 5 16,0 3-16,0 0 15,0 5-15,-2 1 16,-1 2-16,0-1 16,0-2-16,1-2 15,-1-2-15,0 1 16,0-2-16,1 0 16,-2-1-1,2-2-15,-2-5 16,0-4-1,4-15 1,-1 7-16,1-7 16,1-8-16,7-29 15,4-28-15</inkml:trace>
  <inkml:trace contextRef="#ctx0" brushRef="#br2" timeOffset="129073.49">14884 5755 0,'0'0'0,"0"0"16,3-2-16,-3 2 16,12-5-1,-2 1-15,3 0 16,2-3-16,4 1 15,5-1-15,7 2 16,4 3-16,3 2 16,3 2-16,-3-1 15,-1 1-15,-4 0 16,-6-1-16,-5 0 16,-5 0-16,-5-1 15,-12 0 1,17 3-16,-17-3 15,13 10-15,-7 0 16,-1 6-16,-1 6 16,-2 6-16,-2 2 15,-2-1-15,1-1 16,-1 1-16,1-1 16,-1 2-1,1 0-15,-1 3 16,1 1-16,0-1 15,1-6-15,1-1 16,2 3-16,0 0 16,1-3-16,1-2 15,-1-4-15,-1-1 16,1 0 0,-3 0-1,-2-3 1,-3-1-16,-1-3 15,-3-1-15,-7-1 16,-6 0-16,-7-3 16,-11-2-16,-8-3 15,-6-1-15,-1-3 16,4-1-16,2 0 16,6 1-16,5-1 15,4 1 1,5 0-16,4 0 15,6 0-15,4-1 16,4 1-16,10 2 16,-15-9-16,8 3 15,0-4-15,1-5 16</inkml:trace>
  <inkml:trace contextRef="#ctx0" brushRef="#br2" timeOffset="154956.04">8834 4824 0,'0'0'0,"0"0"0,0 0 16,0 0-1,0 0-15,0 0 0,0 0 16,0 0-16,0 0 15,0 0 1,0 0-16,-2-3 16,2 3-16,-9-12 15,2 2-15,-2-1 16,-2 1-16,-3 0 16,-2 0-16,2 2 15,-1 1-15,0 1 16,1 3-1,0-1-15,-1 2 16,0 1-16,0 1 16,-3 1-16,-1 2 15,1 1-15,-1 1 16,2-1-16,-1 2 16,1-1-16,0 2 15,1 0-15,2-1 16,1 2-16,0-2 15,1 3 1,-1 0-16,2 0 16,-1 2-16,1-2 15,0 1-15,0 2 16,-1-1-16,0 2 16,1-2-16,0 1 15,-1 0-15,2-1 16,-1 1-16,0 3 15,-1 0 1,0 1-16,1 4 16,2-1-16,-1 3 15,1 1-15,-1 1 16,2 1-16,1-1 16,0 0-16,2 0 15,0 1-15,0-1 16,2 1-16,-1-1 15,3 0 1,1 0-16,1 0 16,3 0-1,0-2-15,1-2 0,2-1 16,1-1-16,3-1 16,4-1-1,0-2-15,3-2 16,3-1-1,3-2-15,6-2 0,4-2 16,0-2-16,1-3 16,-2-2-16,2 0 15,0-1-15,0-1 16,0-3-16,-4 2 16,0-3-16,1-1 15,-1-1-15,-1-1 16,-2-1-16,-3 0 15,-1-3-15,-3 0 16,-2 1 0,-1-3-16,-2 0 15,0-3-15,-1 1 16,-1-4-16,-2 0 16,-2-1-16,-1-3 15,-2-2-15,1-1 16,-2 0-16,-1 0 15,0-1-15,-1-3 16,-1 2 0,0 3-16,-1 3 15,0 2-15,-2-1 16,-1 1-16,-2 1 16,-1 2-16,-1 2 15,-2 1 1,-1 1-16,-1 2 0,-1 0 15,-2 2-15,0 1 16,-2 1 0,1 2-16,0 1 15,1 1-15,1 1 16,-2 1-16,3 1 16,10 4-16,-18-5 15,18 5-15,-18-5 16,18 5-16,-17-5 15,17 5-15,-15-3 16,15 3 0,0 0-16,-12 0 15,12 0-15,0 0 16,0 0-16,0 0 16,0 0-16,0 0 15,0 0-15,0 0 16,0 0-16,0 0 15,0 0-15,0 0 16,0 0 0,-4 7-16,4-7 15,0 7-15</inkml:trace>
  <inkml:trace contextRef="#ctx0" brushRef="#br2" timeOffset="-192673.87">11388 4715 0,'0'0'0,"0"0"0,-2-2 0,2 2 15,0 0-15,-10-10 16,10 10-16,-12-9 16,12 9-16,-14-12 15,4 4-15,-1 1 16,-5-1-16,-3-1 15,-1 4 1,-2 2-16,0 2 16,0 3-16,2 4 15,-1-1-15,1 4 16,-2 0-16,0 3 16,-1 5-16,-1 3 15,4-1-15,2 3 16,0 1-1,2 1-15,1 0 16,1-2-16,2-3 16,0 2-16,0 0 15,1-1-15,0-2 16,2-3-16,1 1 16,1 0-16,0-1 15,3 2-15,0 0 16,2 3-1,2 4-15,3 1 16,3 0-16,2-1 16,1 1-16,3-2 15,2 1-15,0-4 16,1 0-16,-1-3 16,1 1-16,3-2 15,2 2-15,1-2 16,0-4-1,0-2-15,1-2 16,-1-2-16,-2 0 16,-1-1-16,-2-1 15,1 0-15,0-2 16,-1 0-16,0-3 16,3-1-16,1-5 15,0-2-15,0-2 16,0-2-1,0-3-15,0-2 16,2-3-16,-3-1 16,-1 0-16,-1 1 15,-2-1-15,0-1 16,-2 2-16,-3 1 16,-2 0-16,-2-1 15,1-1-15,-2 0 16,-1-2-1,0 0-15,-3-1 16,0 1-16,-2-1 16,0 2-16,-2-2 15,-1 2-15,-1 0 16,-1 0-16,-2 0 16,-2 2-16,-1-1 15,-2 1-15,-1 0 16,-2 3-1,0 1-15,1 2 16,1 1-16,-2 3 16,4 1-16,1 2 15,11 8-15,-13-8 16,13 8-16,0 0 16,-9-5-16,9 5 15,0 0-15,0 0 16,0 0-16,0 0 15,-10 3 1,10-3-16,0 0 16,0 0-16,0 0 15,0 0-15,-3 7 16</inkml:trace>
  <inkml:trace contextRef="#ctx0" brushRef="#br2" timeOffset="-191274.94">10923 5320 0,'0'0'0,"0"0"0,0 0 0,0 0 0,0 0 16,3 0-16,-3 0 16,29-10-16,6 0 15,4-2-15,4 2 16,2 1-16,1 1 15,-1 0 1,-3 0-16,-5 2 16,-5 0-16,-3 1 15,-5 1-15,-4 1 16,-3 0-16,-3 1 16,-4 1-16,-10 1 15,11-2-15,-11 2 16,0 0-16,0 0 15,0 0-15,0 0 16,0 0 0,0 0-16,0 0 15,0 0-15,0 0 16,0 0-16</inkml:trace>
  <inkml:trace contextRef="#ctx0" brushRef="#br2" timeOffset="-190091.29">11144 5363 0,'0'0'0,"0"0"0,0 0 16,0 0-16,3-1 15,-3 1-15,0 0 16,0 0-16,0 0 15,0 0-15,-19 20 16,-11 5-16,-11 5 16,0-4-16,-4 0 15,-2-1 1,3 0-16,-2-1 16,3-1-16,2 1 15,-1 1-15,0 4 16,4 0-16,0 3 15,3-1-15,3-1 16,1 0-16,2 0 16,3-3-16,2-1 15,3-2 1,2-4-16,2-1 16,3-4-16,4-3 15,3-4-15,7-8 16,-8 8-16,8-8 15,0 0-15,0 0 16,0 0-16,0 0 16,-15-15-16,8-7 15,1-4 1,2-3-16,0 0 16,2-1-16,1 0 15,1 2-15,0 6 16,2 4-16,-1 5 15,0 6-15,-1 7 16,2-7-16,-2 7 16,0 0-1,0 0-15,13 13 16,-8 7-16,0 6 16,-2-2-16,-1-1 15,-1-1-15,0-3 16,0-1-16,0-3 15,0-1-15,0-3 16,-1 1-16,1-1 16,0 0-1,0 0-15,3-1 16,1 0-16,4 0 16,4 0-16,4-1 15,6-2-15,3-3 16,5-4-16,3-2 15,-1-3-15,1-3 16,0 1-16</inkml:trace>
  <inkml:trace contextRef="#ctx0" brushRef="#br2" timeOffset="-187991.43">9032 5951 0,'0'0'0,"0"0"15,0 0-15,0 0 16,0 0 0,0 2-16,0-2 15,0 12-15,1 1 16,0 6-16,-1 5 15,-2 6-15,-1 1 16,0 4-16,-2 2 16,-2 4-16,-2 0 15,1 1-15,-1 2 16,1-4-16,-1-1 16,2-4-1,0-4-15,1-2 16,0-1-16,1-4 15,2-1-15,0-4 16,3-4-16,0-1 16,0-3-16,0-1 15,1-3-15,-1-7 16,2 9-16,-2-9 16,0 0-1,0 0-15,0 0 16</inkml:trace>
  <inkml:trace contextRef="#ctx0" brushRef="#br2" timeOffset="-187157.92">8951 6035 0,'0'0'0,"0"0"0,0 0 15,0 0-15,0 0 16,0 0-16,5-1 16,-5 1-1,21-1-15,-6 3 16,1 2-16,1 5 15,0 2-15,-2 4 16,0 4-16,0 2 16,0 3-16,0 6 15,1 0-15,3 5 16,-2-1-16,1 4 16,-1-2-1,1 1-15,0-2 16,-1 0-16,-1-2 15,-1-2-15,0-4 16,1-2-16,0-3 16,-3-5-16,-2-4 15,-2-3-15,-2-4 16,-7-6-16,9 8 16,-9-8-1,0 0-15,0 0 16,10 6-16,-10-6 15,0 0-15,0 0 16,9-11-16,-2-3 16,2-12-16,1-13 15,1-9-15,0-2 16,-2-2-16,1 1 16,0-1-1,-1 3-15,-1 4 16,1 0-16,-2 5 15,0 2-15,-1 6 16,-1 3-16,0 6 16,-1 4-16,-1 5 15,-2 3-15,0 4 16,-1 7-16,1-9 16,-1 9-1,0 0-15,0 0 16,2-7-16,-2 7 15,0 0-15,0 0 16,0 0-16,0 0 16,0 0-16,0 0 15,0 0-15,0 0 16,0 0-16</inkml:trace>
  <inkml:trace contextRef="#ctx0" brushRef="#br2" timeOffset="-185375.07">9631 6699 0,'0'0'0,"0"0"0,0 0 15,0 0-15,0 0 16,0 0-16,0 0 16,0 0-16,0 0 15,0 0-15,0 0 16,0 0-1,0 0-15,0 0 16,5 0-16,-5 0 16,17 0-16,-5 0 15,4 0-15,2-1 16,0 0-16,1-1 16,1 1-16,0-2 15,-2 1 1,-2 1-16,-2-1 15,-3 1-15,-1 0 16,-10 1-16,13-1 16,-13 1-16,0 0 15,0 0 1,0 0-16,11 0 16,-11 0-1,0 0-15,0 0 0,0 0 16,0 0-16</inkml:trace>
  <inkml:trace contextRef="#ctx0" brushRef="#br2" timeOffset="-179606.92">10204 6004 0,'0'0'0,"0"0"0,0 0 15,0 2-15,0-2 16,0 12-16,0 3 16,0 6-16,0 4 15,0 2 1,0 3-16,1 3 15,-1 3-15,2 3 16,-1 1-16,-1 0 16,1-3-16,1-1 15,-1 1-15,0-1 16,0-4-16,0-2 16,0-2-1,1-3-15,-2 0 0,2-5 16,-1-3-1,0-1-15,0-3 16,-1-4-16,1-1 16,-1-8-16,0 6 15,0-6-15,0 0 16,0 0-16,0 0 16,0 0-16,0 0 15,0 0-15</inkml:trace>
  <inkml:trace contextRef="#ctx0" brushRef="#br2" timeOffset="-179058">10186 6299 0,'0'0'0,"0"0"0,0 0 0,0 2 0,0-2 15,0 0-15,0 0 16,0 0-16,0 0 16,0 0-16,0 0 15,0 0-15,16 2 16,2-8-16,4-4 16,4-4-1,5-5-15,0-2 16,1-3-16,1-1 15,-2 1-15,2 1 16,-3 0-16,-1 1 16,-1 2-16,-3 0 15,-2 4-15,-4 2 16,-1 0-16,-3 4 16,-2 0-16,-3 3 15,-10 7-15,11-6 16,-11 6-1,0 0-15,0 0 16,0 0-16,0 0 16,0 0-1</inkml:trace>
  <inkml:trace contextRef="#ctx0" brushRef="#br2" timeOffset="-178324.3">10348 6266 0,'0'0'0,"0"0"0,0 0 0,0 0 16,0 0-16,0 2 16,0-2-16,0 0 15,0 0-15,0 0 16,0 0-16,0 0 16,0 0-16,-5 7 15,5-7-15,0 0 16,0 0-1,0 0-15,0 0 16,-1 7-16,1-7 16,1 6-16,-1-6 15,5 14-15,-3-3 16,3 3-16,1 3 16,3 5-16,3 1 15,0 1 1,1-1-16,3 1 15,1 0-15,0-1 16,3-1-16,-2-1 16,0-1-16,-3-4 15,-2-2-15,-2-3 16,-1-1-16,-3-3 16,-7-7-16,10 10 15,-10-10 1,0 0-16,8 8 15,-8-8-15,0 0 16,0 0-16,0 0 16,0 0-16,0 0 15,0 0-15,0 0 16,0 0-16,0 0 16,0 0-16,0 0 15,0 0-15,0 0 16,0 0-16,0 0 15,0 0 1</inkml:trace>
  <inkml:trace contextRef="#ctx0" brushRef="#br2" timeOffset="-176224.55">9075 6913 0,'0'0'0,"0"0"15,0 0 1,0 2-16,0-2 16,10 10-16,9 1 15,10 3-15,14 2 16,6 0-16,7 0 16,8-3-16,6-3 15,3-4-15,12-4 16,6-4-16,11-2 15,3-8 1,5-3-16,-6-3 16,2-7-16,-3-1 15,0-6-15,3-7 16,-5-2-16,3-3 16,-9 2-16,-7 3 15,1-1-15,-12-2 16,-7-3-16,-6-3 15,-12 3 1,-10 1-16,-5-3 16,-10 4-16,-4-2 15,-7 1-15,-5 0 16,-6 1-16,-8 0 16,-7-5-16,-9-1 15,-10-3 1,-13-2-16,-9-2 15,-17-1-15,-8 0 16,-13 5-16,-6 4 16,-4 5-16,-4 5 15,0 9-15,-7 2 16,4 8-16,-12 2 16,3 7-16,-7 5 15,0 7-15,1 1 16,1 4-16,2 1 15,2 5 1,1 2-16,4 5 16,2 4-16,6 5 15,6 2-15,4 4 16,7 3-16,5 4 16,9 7-16,6 3 15,7 7-15,8 3 16,8 4-16,10 4 15,8-2-15,8 4 16,9-1 0,7-1-16,6-1 15,9-1-15,5 0 16,8-7-16,7-1 16,2-6-16,6-3 15,4-1-15,3-7 16,2-5-16,5-8 15,3-5-15,0-6 16,8-2 0,-3-5-16,0-3 15,-1-3-15,-4-3 16,-3-4-16,-6-3 16,-4 0-16,-5-1 15,-4 1-15,-7 0 16,-5-1-16,-5 2 15,-3-1-15,-4 0 16,-13 4 0,15-6-16,-15 6 15,0 0-15,0 0 16,0 0-16,0 0 16,0 0-16,0 0 15,0 0-15,0 0 16,0 0-16,0 0 15,0 0 1,0 0-16,0 0 16,0 0-16,0 0 15,0 0-15,0 0 16,0 0-16,0 0 16,0 0-16,0 0 15,0 0-15,0 0 16,0 0-16,0 0 15,0 0 1,0 0-16,0 0 16,0 0-16,0 0 15,0 0-15,0 0 16,0 0-16,0 0 16,0 0-16,0 0 15,0 0-15,0 0 16,0 0-16,0 0 15,0 0-15,0 0 16,0 0 0,0 0-16,0 0 15,0 0-15,0 0 16,0 0-16,0 0 16,0 0-16,0 0 15,0 0-15,0 0 16,0 0-16,0 0 15,0 0 1,0 0-16,0 0 16,0 0-16,0 0 15,0 0-15,0 0 16,0 0-16,0 0 16,0 0-16,0 0 15,0 0-15,0 0 16,0 0-16,0 0 15,0 0-15,0 0 16,0 0-16,0 0 16,0 0-1,0 0-15,0 0 16,0 0-16,0 0 16,0 0-16,0 0 15,9-7-15,-9 7 16,-2-18-16,1-1 15</inkml:trace>
  <inkml:trace contextRef="#ctx0" brushRef="#br2" timeOffset="-159325.08">9416 1410 0,'0'0'0,"0"0"0,0 0 0,0 0 15,4-4-15,-4 4 16,30-14-16,5 6 15,5 2-15,-1 6 16,-1 2-16,-4 4 16,-2 5-16,-4 3 15,-7 5 1,-6 5-16,-9 5 16,-11 10-16,-16 7 15,-13 7-15,-6-3 16,-5-4-16,5-6 15,7-9-15,10-7 16,6-8-16,7-6 16,10-10-16,-10 9 15,10-9-15,0 0 16,4 8 0,9 1-16,12 1 15,7-1-15,1 1 16,0-2-16,-4 1 15,-3 4-15,-8 4 16,-5 4-16,-8 5 16,-8 5-16,-13 5 15,-14 3-15,-11 0 16,-11-3 0,-1-7-16,-2-10 15,9-7-15,3-4 16,9-7-16,5-2 15,7-4 1,4-1-16,4-4 0,6-7 16,5-11-16</inkml:trace>
  <inkml:trace contextRef="#ctx0" brushRef="#br2" timeOffset="-158857.29">10164 1485 0,'1'-1'0,"-1"1"0,0 0 0,11-10 0,14-2 16,15 3-16,4 3 15,1 7-15,-6 8 16,-2 7-16,-7 5 16,-7 12-16,-9 6 15,-13 8 1,-16 12-16,-19 7 16,-14 5-16,-9 2 15,-4-9-15,1-7 16,8-9-16,15-13 15,10-10-15,12-10 16,6-6-16,9-9 16,0 0-16,0 0 15,29-6 1,58-21-16,6-9 16,2-1-16,-1-2 15,-5 4-15,1-2 16,-14 9-16,3 17 15</inkml:trace>
  <inkml:trace contextRef="#ctx0" brushRef="#br2" timeOffset="-153824.92">9756 5324 0,'0'0'0,"0"0"0,0 0 16,0 0-16,0 0 15,0 0-15,1 2 16,-1-2-1,0 0-15,0 0 16,0 0-16,16 3 16,-4-2-16,3 0 15,2-1-15,1-1 16,5 0-16,0 0 16,3-2-16,-3 0 15,0 1-15,-2 0 16,1 0-1,1-1-15,1 0 16,1 1-16,-1 0 16,0-1-16,-2 2 15,-3 0-15,-2 0 16,0 0-16,0 0 16,0 0-16,0 1 15,0-2-15,-1 2 16,0-1-16,-2 0 15,-1 0 1,-3 1-16,0-1 16,-10 1-16,16-2 15,-16 2-15,14-1 16,-14 1-16,12 0 16,-12 0-16,14 0 15,-14 0-15,12 0 16,-12 0-16,12 0 15,-12 0-15,12 0 16,-12 0 0,11-2-16,-11 2 15,12-2-15,-12 2 16,11-2-16,-11 2 16,11-1-16,-11 1 15,12-1-15,-12 1 16,11-2-16,-11 2 15,10-2-15,-10 2 16,11-2 0,-11 2-16,0 0 15,11-2-15,-11 2 16,0 0-16,0 0 16,0 0-16,0 0 15,0 0-15,10 0 16,-10 0-16,0 0 15,0 0 1,0 0-16,0 0 16,0 0-16,11 0 15,-11 0-15,13 0 16,-13 0-16,14 0 16,-14 0-16,16 0 15,-16 0-15,17 0 16,-7 0-16,-10 0 15,15 0 1,-15 0-16,0 0 16,11 0-16,-11 0 15,0 0-15,0 0 16,0 0-16,0 0 16,0 0-16,0 0 15,10-1-15,-10 1 16,0 0-16,0 0 15,0 0-15,0 0 16,0 0 0,0 0-16,0 0 15,0 0-15,0 0 16,0 0-16,0 0 16,0 0-16,13 0 15,-13 0-15,0 0 16,14 0-16,-14 0 15,14 1 1,-14-1-16,15 2 16,-15-2-16</inkml:trace>
  <inkml:trace contextRef="#ctx0" brushRef="#br2" timeOffset="-152441.8">11186 5226 0,'0'0'0,"0"0"16,0 0-16,0 0 16,0 0-16,0 0 15,0 0-15,0 0 16,0 0-16,3 0 15,-3 0-15,11 0 16,3 0-16,6-3 16,0-3-1,0-1-15,-2-1 16,-2-1-16,-3 1 16,-3 0-16,-10 8 15,11-10-15,-11 10 16,0 0-16,7-7 15,-7 7-15,0 0 16,0 0-16,0 0 16,0 0-1,0 0-15,0 0 16,0 0-16,0 0 16,0 0-16,0 0 15,0 0-15,0 0 16,0 0-16,0 0 15,0 0-15,0 0 16,0 0-16,0 0 16,0 0-1,0 0-15,0 0 16,0 0-16,0 0 16,0 0-16,0 0 15,0 0-15,0 0 16,0 0-16,0 0 15,0 0-15,0 0 16,0 0-16,0 0 16,0 0-1,0 0-15,0 0 16,0 0-16,0 0 16,0 0-16,0 0 15,0 0-15,0 0 16,0 0-16,0 0 15,0 0 1,0 0-16,0 0 0,0 0 16,0 0-1,0 0-15,0 0 16,0 0-16,0 0 16,0 0-16,0 0 15,0 0-15,0 0 16,0 0-16,0 0 15,6 7-15,-6-7 16,0 0-16,0 0 16,0 0-16,0 0 15,0 0 1,0 0-16,0 0 16,0 0-16,0 0 15,0 0-15,0 0 16,0 0-16,0 0 15,0 0-15,0 0 16,0 0-16,0 0 16,0 0-1,0 0-15,0 0 16,0 0-16,0 0 16,0 0-16,0 0 15,0 0-15,0 0 16,0 0-16,0 0 15,0 0-15,0 0 16,0 0-16,0 0 16,0 0-1,0 0-15,0 0 16,0 0-16,0 0 16,0 0-16,0 0 15,0 0-15,0 0 16,0 0-16,0 0 15,0 0-15,0 0 16,0 0-16,0 0 16,0 0-16,0 0 15</inkml:trace>
  <inkml:trace contextRef="#ctx0" brushRef="#br2" timeOffset="-124541.58">9066 2528 0,'0'0'0,"4"-3"0,11-2 0,33-4 15,34-1-15,10 3 16,13 2-16,2-1 16,6 0-16,5 0 15,-2-2 1,2-6-16,-6-2 15,-7-2-15,-1-3 16,-11 0-16,-2-2 16,-2-5-16,-8 0 15,2-5-15,-8 0 16,-4-3-16,-1-3 16,-6 0-16,-3-10 15,-6 2 1,-5-1-16,-6-4 15,-7 1-15,-9-1 16,-6-2-16,-8 0 16,-6-5-16,-6-1 15,-6-1-15,-5-2 16,-7 1-16,-6 2 16,-6 1-16,-4 0 15,-3 3 1,-1 5-16,-5 5 15,-2 5-15,-4 0 16,-7 3-16,-7 6 16,-15 3-16,-5 6 15,-8 3-15,-8 5 16,-2 6-16,-6 7 16,-7 4-16,-3 9 15,-1 6 1,-4 7-16,8 5 15,6 5-15,9 4 16,8 3-16,3 7 16,10 3-16,4 3 15,6 6-15,10-3 16,5 2-16,6 1 16,5 0-16,4 3 15,4 4 1,6-1-16,6 0 15,5 2-15,6-1 16,5-1-16,6 1 16,4-5-16,9 2 15,8-4-15,6-3 16,9-3-16,5-4 16,9-3-16,4-3 15,6-4-15,5-3 16,-1-6-1,4-4-15,0-7 16,-3-4-16,0-3 16,-3-4-16,-8-3 15,-7-2-15,-7-1 16,-3-1-16,-5-1 16,-6-2-16,-6 0 15,-8 0-15,-4 0 16,-10 1-1,10 0-15,-10 0 16,0 0-16,0 0 16,10-2-16,-10 2 15,0 0-15,0 0 16,0 0-16,5-6 16,-5 6-16,0 0 15,0 0-15,0 0 16,0 0-16,0 0 15,0 0 1,0 0-16,0 0 16,0 0-16,0 0 15,0 0-15,0 0 16,0 0-16,0 0 16,0 0-16,0 0 15,0 0-15,0 0 16,0 0-1,0 0-15,0 0 16,0 0-16,0 0 16,0 0-16,0 6 15,0-6-15,0 0 16,0 0-16,0 0 16,0 0-16,0 0 15,0 0-15,0 0 16,0 0-16,0 0 15,0 0 1,0 0-16,0 0 16,0 0-16,0 0 15,0 7-15,0-7 16,0 0-16,0 0 16,0 0-16,0 0 15,0 0-15,0 0 16,0 0-1,0 0-15,0 0 16,0 0-16,0 0 16,0 0-16,0 0 15,0 0-15,0 6 16,0-6-16,0 0 16,0 0-16,0 0 15,0 0-15,0 0 16,0 0-16,0 0 15,0 0 1,0 0-16,0 0 16,0 0-16,0 0 15,0 0-15,0 0 16,0 0-16,0 0 16,0 0-16,0 0 15,0 0-15,0 0 16,0 0-16,0 0 15,0 0 1,0 0-16,0 0 16,0 0-16,0 0 15,0 0-15,0 0 16,0 0-16,0 0 16,0 0-16,0 0 15,0 0-15,0 0 16,0 0-16,0 0 15,0 0 1,0 0-16,0 0 16,0 0-16,0 0 15,0 0-15,0 0 16,0 0-16,0 0 16,0 0-16,0 0 15,0 0-15,0 0 16,0 0-16,0 0 15,0 0 1,0 0-16,0 0 16,0 0-16,0 0 15,0 0-15,2-9 16,-2 9-16</inkml:trace>
  <inkml:trace contextRef="#ctx0" brushRef="#br2" timeOffset="-118924.97">9143 2544 0,'0'0'0,"0"0"16,0 0-16,0 0 15,3 0-15,14 0 16,34-3-16,32-8 16,12-4-16,9-5 15,14-4-15,7 0 16,-3 0 0,5 0-16,-13 3 15,-5 4-15,-7 3 16,-10 1-16,-10 2 15,-8 1-15,-6 3 16,-13 0-16,-8 3 16,-12-1-16,-12 3 15,-6 0-15,-8 1 16,-9 1 0,0 0-16,0 0 15,0 0-15,0 0 16,-56 15-16,-37 0 15,-15-3-15,-10 0 16,-10-2-16,-5 2 16,-4-1-16,-2 0 15,15 5-15,5 1 16,23-2 0,10-1-16,13-3 15,13-1-15,11-3 16,14-1-16,8-2 15,10-2-15,5-1 16,12-1-16,-10 3 16,10-3-16,0 0 15,0 0-15,0 0 16,50-10 0,31-5-16,13 1 15,15-1-15,5 3 16,8-1-16,0 1 15,-4 1-15,1 0 16,-15 0-16,-3 2 16,-12 1-16,-7-1 15,-3-1-15,-12 0 16,-9 2-16,-12 1 16,-17 2-1,-11 2-15,-7 2 16,-11 1-16,0 0 15,0 0-15,0 0 16,-40 3-16,-46 7 16,-17 0-16,-14 3 15,-10-2-15,-13 1 16,-7 1-16,2-1 16,7 1-1,9 0-15,14 5 16,13-2-16,11 0 15,17-4-15,18-2 16,15-4-16,14-1 16,10-2-16,17-3 15,-14 2-15,14-2 16,0 0 0,0 0-16,0 0 15,0 0-15,44 3 16,40-8-16,9-8 15,13-1-15,13-3 16,1 1-16,12-2 16,-4 0-16,-7 4 15,-2 3-15,-17 3 16,-8 1-16,-9 1 16,-7 0-1,-5 1-15,-11 1 16,-6 1-16,-9-1 15,-11 1-15,-7 0 16,-12 1-16,-7 2 16,-10 0-16,0 0 15,0 0-15,0 0 16,0 0-16,0 0 16,-43 3-1,-28 2-15,-22 1 16,-9 0-16,-10 1 15,-6 0-15,-2-1 16,-5-1-16,11 0 16,4-1-16,14 0 15,10-2-15,9 2 16,7 0-16,7-1 16,7 1-16,9 0 15,7-2 1,9-1-16,5 0 15,4 0-15,3 0 16,2-1-16,2 1 16,5-1-16,10 0 15,-12 0-15,12 0 16,0 0-16,0 0 16,0 0-16,0 0 15,51-8 1,41-3-16,21 1 15,9 2-15,6 1 16,3-1-16,-7 2 16,-2-1-16,-10 1 15,-8 1-15,-8 0 16,-8 0-16,-9 2 16,-2-2-16,-11 0 15,-4-1 1,-8 1-16,-8 0 15,-9 2-15,-11 0 16,-11 2-16,-15 1 16,15-2-16,-15 2 15,0 0-15,0 0 16,0 0-16,0 0 16,0 0-16,0 0 15,0 0 1,0 0-16,0 0 15,0 0-15,0 0 16,-10 0-16,0 1 16,-1 0-16,11-1 15,-15 1-15,15-1 16,0 0-16,-11 0 16,11 0-16,0 0 15,0 0 1,0 0-16,0 0 15,0 0-15,0 0 16,0 0-16,0 0 16,0 0-16,0 0 15</inkml:trace>
  <inkml:trace contextRef="#ctx0" brushRef="#br2" timeOffset="-110841.95">9274 2488 0,'0'0'0,"0"0"0,0 0 0,0 0 15,0 0-15,12-3 16,19-3-16,33-1 16,17 3-16,14 2 15,12 1-15,13 0 16,7-1-16,-2 0 16,4 0-16,-13 0 15,0-5 1,1-1-16,-10 0 15,2 0-15,-14 2 16,-5 1-16,-10 0 16,-15 0-16,-11 2 15,-12 1-15,-11 0 16,-9-1-16,-8 2 16,-14 1-16,0 0 15,0 0 1,0 0-16,0 0 15,-32-14-15,-66 1 16,-30 1-16,-6 2 16,-2 3-16,-9 1 15,-5 3-15,-1 3 16,-4 4-16,6 2 16,7 2-16,7 4 15,10-1 1,11 1-16,14-3 15,11 1-15,15-1 16,14 0-16,12-2 16,14-1-16,10-3 15,9 0-15,15-3 16,-11 1-16,11-1 16,0 0-1,0 0-15,0 0 0,21 0 16,40-5-1,36-6-15,14-4 16,11 0-16,5-1 16,5-1-16,5 3 15,-5 3-15,-3 5 16,-13 2-16,-10 1 16,-13 1-16,-13 0 15,-11 1 1,-7 0-16,-8 0 15,-10 1-15,-9 0 16,-13 0-16,-7 0 16,-15 0-16,15 0 15,-15 0-15,0 0 16,0 0-16,11 0 16,-11 0-16,0 0 15,0 0 1,0 0-16,0 0 15,0 0-15,0 0 16,0 0-16,0 0 16,0 0-16,0 0 15,0 0-15,0 0 16,0 0-16,0 0 16,0 0-16,0 0 15,0 0 1,0 0-16,0 0 15,0 0-15,0 0 16,0 0-16</inkml:trace>
  <inkml:trace contextRef="#ctx0" brushRef="#br2" timeOffset="-109108.64">12464 534 0,'-1'4'0,"1"-4"0,0 0 15,0 0-15,-1 7 16,1-7-16,0 0 16,0 0-16,0 0 15,0 10-15,0-10 16,0 0-16,0 0 15,0 0 1,0 0-16,0 0 16,0 0-16,0 0 15,0 0-15,0 0 16,0 0-16,0 0 16,0 0-16,0 0 15,0 0-15,0 0 16,0 0-1,0 0-15,0 0 16,0 0-16,0 0 16,0 0-16,0 0 15,0 0-15,10-7 16,-1 1-16,12-4 16,8 3-16,7 2 15,4 7-15,-2-2 16,4 1-1,1-5-15,-3 1 16,-3-3-16,-9 4 16,-2-1-16,-2-1 15,-5 1-15,-1 2 16,-7 0-16,-11 1 16,13-2-16,-13 2 15,0 0-15,0 0 16,9-5-16,-9 5 15</inkml:trace>
  <inkml:trace contextRef="#ctx0" brushRef="#br2" timeOffset="-108542.17">12508 949 0,'0'0'16,"0"0"-16,0 0 0,8-2 15,10-3-15,14-1 16,7 2-16,0 1 16,1-2-16,3 1 15,-2 0 1,-4 2-16,-2-1 0,-5 1 15,-4 1-15,-6 0 16,-4 0 0,-2 0-16,-14 1 15,14 1-15,-14-1 16</inkml:trace>
  <inkml:trace contextRef="#ctx0" brushRef="#br2" timeOffset="-108124.49">12411 1410 0,'0'0'0,"3"-2"16,-3 2-16,18-3 16,4 1-16,15 1 15,8 0-15,1 0 16,1 1-16,-1 0 15,2 0-15,-2-2 16,-7-1 0,-8 1-16,2 0 15,-4 1-15,-3 0 16,-4 1-16,-4 0 16,-6 0-16,-12 0 15</inkml:trace>
  <inkml:trace contextRef="#ctx0" brushRef="#br2" timeOffset="-107408.24">12342 1866 0,'0'0'0,"1"2"0,-1-2 0,0 0 0,0 0 16,17 12-16,12-11 15,10-1-15,7-4 16,1 0-16,3-1 16,-1 1-16,-1 1 15,-3-1-15,-3 1 16,-3 0-16,-5 1 15,-7 0-15,-6 1 16,-4 0-16,-4 0 16,0 0-1,-4 0-15,-9 1 16,13-1-16,-13 1 16,0 0-16,0 0 15,0 0-15,9-2 16,-9 2-16,0 0 15,0 0-15,0 0 16,0 0-16,0 0 16,0 0-1,0 0-15,0 0 16,0 0-16,0 0 16,0 0-16,0 0 15,0 0-15,0 0 16,0 0-16,0 0 15,0 0-15,0 0 16,0 0-16,0 0 16,0 0-1,0 0-15,0 0 16,0 0-16,0 0 16,0 0-16,0 0 15,0 0-15,0 0 16,0 0-16,0 0 15,0 0-15,0 0 16,0 0-16,0 0 16,0 0-1,0 0-15,0 0 16,0 0-16,8-10 16</inkml:trace>
  <inkml:trace contextRef="#ctx0" brushRef="#br2" timeOffset="-106241.12">12524 129 0,'0'0'0,"0"0"0,0 0 16,0 0-16,0 0 15,0 0-15,0 0 16,0 0-16,1 3 15,-1-3-15,3 14 16,0-2-16,-2 1 16,0-1-16,1 2 15,-2-1 1,-1 4-16,-1 0 16,1 1-16,-2-3 15,2 0-15,0-3 16,0-1-16,3 2 15,4 1-15,7-2 16,6-3-16,5-9 16,4-5-16,-5 3 15,3-2 1,-1 0-16,-2 2 16,4-4-16,-4-1 15,1-7-15</inkml:trace>
  <inkml:trace contextRef="#ctx0" brushRef="#br2" timeOffset="-105991.97">12877 173 0,'0'0'0,"0"0"16,0 0-16,0 0 15,0 0-15,0 0 16,0 0-16,0 3 16,0-3-16,0 0 15,7 8-15,-7-8 16,25 4 0,-2-5-16,2-1 15,1-4-15</inkml:trace>
  <inkml:trace contextRef="#ctx0" brushRef="#br2" timeOffset="-105775.39">13088 147 0,'0'0'0,"0"0"16,0 0-16,0 0 15,1 4-15,1 3 16,2 5-16,0 2 16,1 4-1,2 5-15,-1-4 0,0 3 16,-2-3 0,1 0-16,-2-4 15</inkml:trace>
  <inkml:trace contextRef="#ctx0" brushRef="#br2" timeOffset="-104975.53">12416 470 0,'0'0'0,"0"-3"16,0 3-16,0 0 15,3-9-15,2 1 16,18-4 0,20-6-16,17 5 15,11 1-15,8-1 16,6 2-16,6 6 15,1 11-15,3-2 16,-7 0-16,0 1 16,-3-3-16,-6 0 15,-5-3-15,-18-1 16,-9-4 0,-11-4-16,-8-4 15,-5-5-15,-6 3 16,-5 2-16,-7 4 15,-6-7-15,-10-7 16,-17-7-16,-14-7 16,-15 4-16,-8-1 15,-3 5-15,-4 2 16,-2 7-16,-1 1 16,-4 3-1,-2 2-15,-2 2 16,-3 1-16,1 3 15,0 5-15,4 8 16,5 5-16,8 3 16,8 2-16,6 3 15,8 2-15,2 0 16,3 1-16,8-2 16,8 3-1,9-3-15,9 3 16,7-1-16,8 1 15,13 2-15,13 2 16,12 6-16,20 1 16,12-6-16,17-14 15,9-1-15,0-14 16,4-3-16,-14 3 16,-6-1-16,-4 0 15,-7 7 1,-1-3-16</inkml:trace>
  <inkml:trace contextRef="#ctx0" brushRef="#br2" timeOffset="-104391.8">14074 295 0,'0'0'0,"0"0"16,0 0-16,0 0 16,0 0-1,-1 2-15,1-2 16,-9 11-16,3 3 15,1 10-15,0-2 16,1-5-16,-1 3 16,0 6-16,-1-1 15,0 2-15,3-12 16,0-5-16,2 2 16,-1-2-1,1 0-15,1-1 16,1 0-16,0-1 15,1 0-15,4 0 16,4-3-16,6 0 16,9-2-16,7-6 15,0-1-15,-1-6 16,-2-1-16,18-12 16</inkml:trace>
  <inkml:trace contextRef="#ctx0" brushRef="#br2" timeOffset="-104158.6">14338 450 0,'0'0'0,"0"0"15,0 0-15,0 0 16,2-3-16,-2 3 16,12-9-16,6 3 15,7 0-15,-1 0 16,0-1-16,4-1 16</inkml:trace>
  <inkml:trace contextRef="#ctx0" brushRef="#br2" timeOffset="-103775.41">14605 321 0,'0'0'0,"0"0"0,0 0 16,3 1-1,-3-1-15,13 5 16,-3-1-16,3 2 15,-2 1-15,0 5 16,-2 7-16,-3 1 16,-4-4-16,-4 1 15,-4 3-15,-3 1 16,-1-1-16,1-4 16,0-4-1,3 0-15,0-2 16,3-2-16,3 1 15,8 4-15,9 0 16,13 3-16,14-3 16,5-5-16,5-2 15,-1-3-15,-4-3 16,-5-5-16,-13 1 16</inkml:trace>
  <inkml:trace contextRef="#ctx0" brushRef="#br2" timeOffset="-102725.78">13067 524 0,'0'0'0,"0"0"0,0 0 16,0 2-16,0-2 16,0 0-16,0 0 15,2 8-15,-2-8 16,22 0-16,5 0 16,10 0-16,7 2 15,8 1-15,7 1 16,9 4-1,4 5-15,-2 8 16,1 4-16,-7-5 16,0 5-16,-7-4 15,5-4-15,1-8 16,3-2-16,-1 0 16,1 0-16,-5 5 15,0 3-15,-7-1 16,-2 0-1,-4-1-15,-7 0 16,-3-2-16,-3-2 16,-7 0-16,-5-2 15,-7-2-15,-5-2 16,-11-3-16,12 4 16,-12-4-16,0 0 15,0 0-15,0 0 16,0 0-1,-22-6-15,-14-5 16</inkml:trace>
  <inkml:trace contextRef="#ctx0" brushRef="#br2" timeOffset="-101575.74">12943 899 0,'0'0'0,"0"-2"15,0 2-15,0 0 16,14-4-16,10 6 15,14 2-15,6 0 16,9 2 0,7-1-16,5 2 15,1 1-15,4 0 16,0 2-16,-5-1 16,3 0-16,-1 0 15,-4-1-15,-5-1 16,3 1-16,-3 0 15,0-3-15,-7-1 16,-9-1 0,-5 1-16,-1-1 15,-1-1-15,-1-2 16,-6 0-16,-5 0 16,-7 0-16,-6 0 15,1 0-15,-11 0 16,12 0-16,-12 0 15,0 0-15,0 0 16,0 0 0,0 0-16</inkml:trace>
  <inkml:trace contextRef="#ctx0" brushRef="#br2" timeOffset="-100658.7">12869 1535 0,'0'0'0,"0"0"0,0 0 16,0-3-16,0 3 15,0 0-15,0 0 16,8-8-16,-8 8 16,21-14-1,-1 1-15,10-3 16,12-1-16,12 0 16,9 0-16,-2 2 15,13-3-15,0-1 16,10-4-16,1-1 15,-7 2-15,3-4 16,-7 3-16,6-3 16,-1 2-1,-2 1-15,-1-1 16,-9 4-16,11-1 16,0 2-16,-1 2 15,-8 2-15,-14 3 16,-7 2-16,-11 3 15,-12 2-15,-8 2 16,-7 1 0,-10 2-16,11-1 15,-11 1-15,0 0 16,0 0-16,0 0 16</inkml:trace>
  <inkml:trace contextRef="#ctx0" brushRef="#br2" timeOffset="-99708.66">13029 1932 0,'0'0'0,"0"0"0,1-2 0,-1 2 16,16-18-16,1 2 15,10-1-15,10-5 16,4 0-1,7-5-15,9-4 0,5-5 16,7-5-16,5-5 16,3-2-1,-9 7-15,3-4 16,-10 7-16,4 0 16,0-1-16,-2 5 15,3 5-15,-10 5 16,-4 2-16,-7 2 15,-2 2-15,-4 1 16,-5 2-16,-5 2 16,-6 3-16,-7 2 15,-3 1 1,-3 2-16,-10 5 16,13-10-16,-13 10 15,7-7-15,-7 7 16,5-8-16,-5 8 15,7-10-15,-7 10 16,2-11-16</inkml:trace>
  <inkml:trace contextRef="#ctx0" brushRef="#br2" timeOffset="-98174.97">14824 706 0,'0'0'0,"-8"-4"0,8 4 15,-30-11-15,3 4 16,-2 3-16,-5-1 16,-2 1-16,-4 1 15,0 0 1,-1 3-16,-2 5 16,1 3-16,-4 3 15,6-1-15,2 0 16,4-2-16,3 3 15,2 3-15,-1 6 16,2 2-16,5-1 16,-8 9-16,8-2 15,-5 10 1,4 3-16,4 1 16,1 5-16,6 4 15,5 2-15,2 8 16,2-5-16,2-1 15,3-3-15,6-5 16,9 6-16,4 5 16,4-9-16,12 0 15,4-4-15,4-11 16,7 2 0,1-8-16,5-3 15,7-5-15,-1-7 16,1-5-16,1-5 15,-5-4-15,1-4 16,0-3-16,-5-5 16,0-3-16,-4-4 15,-5-3 1,-2-1-16,-3-6 16,-5 1-16,-7-3 15,-4-6-15,-4 0 16,-5-8-16,-4-1 15,-4 3-15,-3-6 16,-3-1-16,-6-7 16,-5 3-16,-2-3 15,-3 3-15,-4 1 16,-4-1 0,-6 0-16,-5 5 15,-2 1-15,-6 0 16,-3 5-16,-8-1 15,-10 7-15,-8 5 16,-3 7-16,-3 12 16,-6 5-16,6 8 15,-13 11-15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05T11:19:51.983"/>
    </inkml:context>
    <inkml:brush xml:id="br0">
      <inkml:brushProperty name="width" value="0.05292" units="cm"/>
      <inkml:brushProperty name="height" value="0.05292" units="cm"/>
      <inkml:brushProperty name="color" value="#00B0F0"/>
    </inkml:brush>
    <inkml:brush xml:id="br1">
      <inkml:brushProperty name="width" value="0.05292" units="cm"/>
      <inkml:brushProperty name="height" value="0.05292" units="cm"/>
      <inkml:brushProperty name="color" value="#EE0000"/>
    </inkml:brush>
    <inkml:brush xml:id="br2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458 1407 0,'0'0'0,"0"0"0,0-2 15,0 2-15,0 0 16,17-18-16,7 1 16,11-2-16,1 7 15,0 5-15,-4 5 16,-4 3-16,-4 4 16,-3 5-1,-5 8-15,-6 8 16,-9 9-16,-10 9 15,-5 4-15,-7 2 16,-2-4-16,1-3 16,1-5-16,3-4 15,1-5-15,4-6 16,3-6-16,4-5 16,1-3-1,5-9-15,-5 9 16,5-9-16,0 0 15,0 0-15,4 7 16,10-4-16,12-1 16,8-4-16,5 0 15,2-1-15,0-1 16,-3 0-16,-4 1 16,-1 0-1,-4 1-15,-4 1 16</inkml:trace>
  <inkml:trace contextRef="#ctx0" brushRef="#br0" timeOffset="332.66">927 1443 0,'0'0'0,"0"0"0,0 0 16,0 0-16,0 0 15,1 2-15,8 5 16,9 9 0,8 9-16,5 3 15,3 3-15,1 2 16,-1-3-16,-2 0 15,-2-3-15,-3-2 16,-2-1-16,-3-3 16,-2-1-16,-3-5 15,-3-4-15,4-11 16</inkml:trace>
  <inkml:trace contextRef="#ctx0" brushRef="#br0" timeOffset="615.83">1239 1372 0,'0'0'0,"-1"3"0,1-3 0,-3 7 16,-7 18-16,-8 22 15,-4 9-15,4 0 16,0 1-16,2-4 16,3-3-16,3-4 15,3-5-15,2-7 16,1-6-16,1-6 16,2-4-1,1-5-15,0-13 16</inkml:trace>
  <inkml:trace contextRef="#ctx0" brushRef="#br0" timeOffset="1049.1">1479 1443 0,'0'0'0,"2"-3"0,0-4 16,10-11-1,8-4-15,10 4 16,-2 4-16,3 3 16,2 6-16,0 6 15,-3 4-15,-6 6 16,-6 2-16,-6 3 16,-7 7-16,-4 4 15,-9 8 1,-7 5-16,-8 1 15,-4 0-15,1-3 16,2-7-16,5-4 16,4-6-16,3-6 15,4-3-15,2-3 16,2-3-16,4-6 16,-3 10-16,3-10 15,4 9 1,7-4-16,10 0 15,16-3-15,11-4 16,9-5-16,3-6 16,7-4-16,9-10 15</inkml:trace>
  <inkml:trace contextRef="#ctx0" brushRef="#br0" timeOffset="2132.3">2065 1478 0,'0'0'0,"1"3"0,-1-3 15,16 12-15,4 4 16,8 5-16,0 0 16,-1-2-16,3-1 15,0 1-15,-1-3 16,-3-2-16,-2-1 16,0-1-16,-1 0 15,-2-1 1,-5-2-16,-3-1 15,-3 1-15</inkml:trace>
  <inkml:trace contextRef="#ctx0" brushRef="#br0" timeOffset="2448.66">2334 1366 0,'0'0'0,"0"0"16,0 0-16,0 0 15,-4 5-15,-8 8 16,-8 9-16,-3 9 16,2 3-1,0 3-15,2 1 0,2-2 16,2 1-1,0-2-15,3-2 16,3-2-16,1-6 16,2-5-16,2-5 15,1-5-15</inkml:trace>
  <inkml:trace contextRef="#ctx0" brushRef="#br0" timeOffset="3015.65">2543 1331 0,'0'0'0,"2"-3"0,-2 3 16,25-18-16,9 2 15,6 7 1,1 3-16,-3 5 16,-6 4-16,-7 2 15,-7 3-15,-4 3 16,-3 6-16,-5 7 16,-6 6-16,-7 9 15,-7 2-15,-5 1 16,-2-3-16,0-5 15,2-5 1,0-3-16,5-7 16,4-4-16,3-3 15,2-5-15,3 0 16,2 0-16,6 2 16,5 3-16,6 2 15,3-1-15,-1-2 16,-3-1-16,-1-3 15,-5-1 1,-10-6-16,13 6 16,-13-6-16,0 0 15,2 12-15,-16 1 16,-16 10-16,-16-2 16,-7 0-16,-3-5 15,-5 0-15,-6-4 16,-3-2-1,-9 0-15</inkml:trace>
  <inkml:trace contextRef="#ctx0" brushRef="#br0" timeOffset="3715.76">474 2073 0,'0'0'0,"0"0"16,0 0-16,0 0 15,0 0-15,3 4 16,0 6-16,3 6 16,2 5-16,0 0 15,-1 1-15,2 1 16,-1 0-16,1-1 15,0-2 1,2-5-16,3 0 16,5-2-16,7-2 15,9-5-15,4-3 16,6-4-16,5-3 16,3 0-16,5-4 15,-3 1-15,4-1 16,0 1-16,-1 0 15,0-1 1,1 1-16,-1 1 16,-3 2-16,0 3 15,-5 1-15,-2 2 16,-3-2-16,-9 1 16,-2-1-16,-4 0 15,-5 0-15,-4-1 16,-6-1-16,-2-5 15,-2-4-15,0-3 16,1-8 0,1-7-16,-1-4 15,-3-3-15,-1 0 16,-2 7-16,0-1 16,-1 2-16</inkml:trace>
  <inkml:trace contextRef="#ctx0" brushRef="#br0" timeOffset="6282.51">3647 1591 0,'0'0'0,"0"0"0,0 0 0,0 0 16,2 5-16,0 6 15,-3 11-15,-2 13 16,-4 14-16,0 6 16,-3 4-16,1-1 15,-1 0 1,1-3-16,1-3 16,1-4-16,1-10 15,3-7-15,0-5 16,1-7-16,0-5 15,1-6-15</inkml:trace>
  <inkml:trace contextRef="#ctx0" brushRef="#br0" timeOffset="6866.81">3563 1516 0,'-1'-3'0,"1"3"0,-1-12 15,1-2 1,3-2-16,12-3 16,10-1-16,8 0 15,3 6-15,1 6 16,2 4-16,0 5 15,-6 3-15,-5 4 16,-6 3-16,-5 3 16,-5 7-16,-7 4 15,-8 10 1,-9 7-16,-13 6 16,-12 2-16,-4-1 15,2-6-15,2-7 16,7-10-16,5-7 15,7-8-15,4-4 16,14-7-16,-13 7 16,13-7-16,0 0 15,0 0 1,0 0-16,-10 3 16,10-3-16,0 0 15,0 0-15,16 12 16,2 0-16,6 5 15,4 2-15,1 2 16,4 2-16,1-1 16,-2 1-16,-2-3 15,-7-2-15,1 2 16,-3 0 0,-3-1-16,-4-2 15,-3 1-15,0-2 16,-3-2-16</inkml:trace>
  <inkml:trace contextRef="#ctx0" brushRef="#br0" timeOffset="7183.66">4191 1884 0,'0'0'0,"0"0"15,0 0-15,0 0 16,0 0-16,9-1 16,9 0-1,12-2-15,4 0 16,1 2-16,-1 1 15,-2 2-15,-2 0 16,-4-1-16,-4 1 16,-3 0-16,-5 2 15,-14-4-15</inkml:trace>
  <inkml:trace contextRef="#ctx0" brushRef="#br0" timeOffset="7415.59">4211 2104 0,'0'0'0,"0"0"0,0 0 0,0 0 0,0 0 16,0 0-16,6 2 15,8 4-15,14 1 16,11-4-16,3-1 15,1-5-15,1-2 16,2-3-16,-1-4 16,-5-1-16</inkml:trace>
  <inkml:trace contextRef="#ctx0" brushRef="#br0" timeOffset="8065.9">5123 1320 0,'0'0'0,"-1"-2"0,1 2 0,0 0 16,-9-8-16,-2 2 16,-10 1-16,-7 0 15,-2 2-15,2 1 16,3 1 0,1 2-16,2 1 15,-1 1-15,3 4 16,3 2-16,1 5 15,2 7-15,0 6 16,3 6-16,4 4 16,4 2-16,4 5 15,3 3-15,1 0 16,1-1-16,2 0 16,2 1-1,-1 2-15,1 1 16,-1 1-16,1 2 15,1 3-15,-3 2 16,-2 2-16,-3 3 16,-3 0-16,-2-3 15,-1-2-15,-1-2 16,1-5-16,0-4 16,1-7-16,1-9 15,1-3 1,1-6-16,4-2 15,3-3-15,4-2 16,6 0-16,7-4 16,10-3-16,8-6 15,5-6-15,-2-8 16</inkml:trace>
  <inkml:trace contextRef="#ctx0" brushRef="#br0" timeOffset="9299.39">5480 1266 0,'0'0'0,"0"0"15,0 0-15,-2 7 16,0 11-16,-4 10 16,0 7-16,-1 5 15,2 2 1,1 0-16,0 0 15,1-3-15,2 0 16,1 2-16,4-1 16,3-2-16,3-5 15</inkml:trace>
  <inkml:trace contextRef="#ctx0" brushRef="#br0" timeOffset="9849.42">6177 1452 0,'0'0'0,"0"0"0,0 0 0,2-3 0,-2 3 16,24-12-16,9 6 15,11 2-15,2 5 16,-6 4-1,-4 4-15,-7 0 16,-5 2-16,-5 3 16,-5 1-16,-6 3 15,-6 5-15,-5 3 16,-7 3-16,-4 0 16,-4-2-16,2-1 15,3-6-15,2-3 16,3-7-1,4-3-15,4 0 16,6-1-16,12 1 16,18-1-16,11-7 15,4-4-15,-3-5 16,2-2-16,-5 0 16,-5-1-16</inkml:trace>
  <inkml:trace contextRef="#ctx0" brushRef="#br0" timeOffset="10449.28">5464 2085 0,'0'0'0,"0"0"16,0 0-16,0 0 15,0 0-15,3 0 16,8-2-1,12 2-15,6-3 16,0 0-16,-2 1 16,-7 0-16,-4 2 15,-6-2-15,-10 2 16,13 4-16,-7 2 16,-1 7-16,-1 5 15,0 4-15,0-1 16,1 0-16,10 0 15,8-2 1,4 1-16,3-4 16,-1-3-16,-4-3 15,-6-3-15,-7-3 16,-12-4-16,12 4 16,-12-4-16,0 7 15,-10 5-15,-6 4 16,-7-2-16,2-2 15,2-2 1,2-4-16,5-1 16,12-5-16,-14 5 15,14-5-15</inkml:trace>
  <inkml:trace contextRef="#ctx0" brushRef="#br0" timeOffset="10931.34">6320 2087 0,'0'0'0,"0"0"16,0 0-16,0 1 15,0-1-15,10 21 16,2 1-16,-1 5 15,-1 1 1,-2-3-16,-1-1 16,0-4-16,-3-5 15,2-3-15,2-6 16,-8-6-16,15 6 16,-4-11-16,2-3 15,0-5-15,2-4 16,-3 2-16,-3 2 15,-2 3 1,-3 4-16,-4 6 16,3-7-16,-3 7 15,0 0-15,13 6 16,-4 7-16,1 10 16,0 8-16,-1 4 15,-2 0-15,0 0 16,0 2-16,-1 2 15,1 0 1,-1 0-16,1-4 16,-3-6-16</inkml:trace>
  <inkml:trace contextRef="#ctx0" brushRef="#br0" timeOffset="11598.87">6902 1202 0,'0'0'0,"0"0"16,0-2-16,0 2 15,0 0-15,-2-6 16,2 6-16,9-9 16,7-4-16,9 0 15,2 2-15,-1 3 16,3 5-16,-3 5 15,0 7 1,-1 8-16,-2 11 16,-2 11-16,-4 12 15,-3 11-15,-4 6 16,-2 3-16,-1 4 16,0-4-16,1 5 15,-2-3-15,3-3 16,6-4-16,-2-7 15,3 1 1,-2-8-16,0-3 16,-1-1-16,0-4 15,-5-4-15,-5-1 16,-5-6-16,-3-3 16,-3-6-16,-1-2 15,-1-4-15,-1-4 16,1-3-16,-2-2 15,-3-4 1,-8-3-16,-4-2 16,-4-4-16,-2-2 15,2-3-15,4 0 16,3-2-16</inkml:trace>
  <inkml:trace contextRef="#ctx0" brushRef="#br0" timeOffset="12365.4">8224 1454 0,'0'0'0,"0"0"16,0 0-16,0 0 16,0 0-16,0 0 15,-6 1-15,-9 0 16,-12 4-16,-7 2 15,-3 3-15,2 3 16,4 3 0,3 4-16,5 5 15,6 5-15,6 2 16,9 3-16,6-1 16,8 1-16,8-4 15,3-4-15,3-6 16,-1-6-16,-2-8 15,-2-3-15,-3-4 16,1-3 0,-1 0-16,-2-1 15,-5 0-15,-11 4 16,13-3-16,-13 3 16,11 0-16,-11 0 15,12 18-15,-5 3 16,-2 7-16,0 0 15,-2 2 1,-1-2-16,-1-5 16,1 0-16,-1-6 15,0-2-15,2-3 16,0-3-16,3-2 16,4-2-16,-10-5 15</inkml:trace>
  <inkml:trace contextRef="#ctx0" brushRef="#br0" timeOffset="12598.89">8436 1771 0,'0'0'0,"0"0"0,0 0 16,0 0-16,8-2 15,7 0-15,10-3 16,4 2 0,-1 1-16,-2 2 15,-2 0-15,-4 0 16,-1 0-16,-5 0 16,-1-2-16</inkml:trace>
  <inkml:trace contextRef="#ctx0" brushRef="#br0" timeOffset="12799.13">8425 1890 0,'0'0'0,"0"0"15,0 0-15,4-1 16,8-2-16,13-2 15,9-3-15,5-1 16,5 0 0,1-2-16,-3-2 15</inkml:trace>
  <inkml:trace contextRef="#ctx0" brushRef="#br0" timeOffset="13432.48">9001 1030 0,'0'0'0,"0"0"0,-4-2 16,4 2-1,-23-2-15,8 2 16,-3 2-16,1 5 16,1 3-16,1 4 15,0 4-15,3 3 16,1 4-16,2 6 15,0 4-15,3 5 16,2 5-16,1 3 16,2 2-1,-1 4-15,0-2 16,1 0-16,0-1 16,1-1-16,-1 1 15,0 1-15,0-1 16,1-1-16,0 0 15,0 0-15,0-1 16,0 1-16,0-2 16,-1-4-1,1-4-15,-2-2 16,1-5-16,-2-2 16,2-4-16,0-6 15,1-3-15,5-3 16,7-3-16,10 0 15,14-6-15,16-4 16,4-10-16,1-6 16,-5-6-1,-4-2-15</inkml:trace>
  <inkml:trace contextRef="#ctx0" brushRef="#br0" timeOffset="14932.73">9487 1378 0,'0'0'0,"0"0"0,0 0 16,-4 0-16,4 0 16,0 0-16,-10-4 15,10 4-15,0 0 16,-13-5 0,13 5-16,-17-1 15,4 3-15,-2 3 16,-3 5-16,2 5 15,-1 3-15,2 7 16,2 3-16,3 3 16,3 2-16,5-1 15,4-1 1,4-2-16,3-4 16,3-5-16,4-3 15,5-5-15,2-5 16,4-7-16,0-10 15,2-6-15,-1-6 16,-2-6-16,-8-3 16,-4-2-16,-5 1 15,-6 0 1,-5 3-16,-5 2 16,-8 3-16,-3 5 15,-4 5-15,-5 5 16,-3 5-16,-4 6 15,1 6-15,2 7 16,5 4-16,1 4 16,5 3-16</inkml:trace>
  <inkml:trace contextRef="#ctx0" brushRef="#br0" timeOffset="15215.81">9297 1882 0,'0'0'0,"0"0"16,0 0 0,0 0-16,1 4 15,1 6-15,3 9 16,1 9-16,1 5 15,2 2-15,-2-1 16,0 0-16,-2 1 16,0-3-16,-1-2 15,0-2-15,-1-4 16,0-1-16</inkml:trace>
  <inkml:trace contextRef="#ctx0" brushRef="#br0" timeOffset="15716.25">10258 1327 0,'0'0'0,"0"0"0,0 0 16,-2 3-16,0 3 15,-2 7-15,-2 9 16,2 5-16,-1 4 16,4-1-16,-2 1 15,0 0-15,0 0 16,2 0-16</inkml:trace>
  <inkml:trace contextRef="#ctx0" brushRef="#br0" timeOffset="16182.47">10279 1936 0,'0'0'0,"0"0"15,0 0-15,-1 3 16,-2 6-16,-1 10 16,-4 11-16,0 3 15,2 4-15,0 0 16,2-5-16,0-2 16,3-7-16,0-4 15,2-4 1,-1-4-16,2-4 15,-2-7-15,9 10 16,2-9-16,6-2 16,6-10-16,1-7 15,2-11-15,-3-10 16,-5-1-16,-8 2 16,-4 6-1,-9 3-15,-4 1 16,-4 5-16,-5 5 15,-2 4-15,-4 5 16,-2 7-16,1 2 16,4 3-16,5 2 15</inkml:trace>
  <inkml:trace contextRef="#ctx0" brushRef="#br0" timeOffset="16815.83">10453 1020 0,'0'0'0,"0"-3"0,0 3 0,9-10 15,7-5-15,19 0 16,10-2-16,1 2 16,-5 5-16,-5 2 15,-7 5-15,-5 3 16,-2 3-1,-1 8-15,-1 9 16,0 10-16,-4 13 16,-5 10-16,-3 10 15,-5 9-15,-3 6 16,0 0-16,-2 9 16,0 0-16,1-3 15,-1 4 1,2-15-16,6 8 15,5-8-15,1-5 16,2-5-16,-1-8 16,0-7-16,-1 0 15,0-5-15,-4-6 16,-2-8-16,-3-8 16,-1-5-16,-2-6 15,-1-2 1,-1-1-16,2-7 15,-25 8-15,1-6 16,-1-4-16,6-3 16,6-2-16,5-7 15,3-12-15</inkml:trace>
  <inkml:trace contextRef="#ctx0" brushRef="#br0" timeOffset="17165.75">11665 1622 0,'0'0'0,"0"0"0,0 0 16,0 1-16,1 6 16,0 10-16,2 11 15,0 6-15,0 1 16,0 0-16,0 1 16,-2-6-16,1-4 15,0-5 1,-2-5-16,1-6 15,-1-4-15,0-6 16,0 0-16,0 0 16,0 0-16</inkml:trace>
  <inkml:trace contextRef="#ctx0" brushRef="#br0" timeOffset="17732.15">11613 1548 0,'0'0'0,"0"-3"16,0 3-16,0-16 16,2 2-16,3-3 15,9 0-15,8-3 16,9 1-16,3 6 16,5 2-16,-1 4 15,-3 3-15,-6 4 16,-7 4-1,-4 1-15,-4 4 16,-5 2-16,-5 9 16,-7 6-16,-8 9 15,-12 5-15,-8-1 16,-7 0-16,2-5 16,6-9-16,7-5 15,6-5-15,5-5 16,5-4-16,7-6 15,-7 6 1,7-6-16,0 0 16,0 0-16,16 10 15,13-4-15,6 1 16,1-1-16,-7 0 16,-5 0-16,-6 2 15,-6 1-15,-6 4 16,-5 2-1,-6 4-15,-9 3 16,-10 1-16,-6 2 16,-4-3-16,4-6 15,6-5-15,5-5 16,7-1-16,12-5 16,-15 1-16,8-8 15</inkml:trace>
  <inkml:trace contextRef="#ctx0" brushRef="#br0" timeOffset="17949.2">12300 1619 0,'0'0'0,"0"0"0,0 0 0,4-2 0,10-2 16,18-1-16,5 2 15,-3 4-15,-7-1 16,-1 0-16</inkml:trace>
  <inkml:trace contextRef="#ctx0" brushRef="#br0" timeOffset="18165.37">12204 1784 0,'0'0'0,"0"0"0,0 0 16,0 0-16,5 1 15,11 1-15,8 0 16,5 2-16,9-2 15,5-6 1,0-11-16,7-17 16</inkml:trace>
  <inkml:trace contextRef="#ctx0" brushRef="#br0" timeOffset="18798.77">13041 1058 0,'0'-1'0,"0"1"0,-3-9 0,-6-4 15,-8-2-15,-6-2 16,-7 2-16,2 4 15,1 4 1,3 6-16,0 3 16,-2 4-16,3 2 15,1 1-15,4 2 16,2 4-16,0 4 16,0 7-16,4 7 15,0 7-15,3 3 16,3 5-16,2 2 15,1 1 1,1 3-16,0-2 16,0-1-16,1 1 15,0 0-15,1-3 16,0-2-16,0-3 16,0 4-16,0-3 15,-1-2-15,1 0 16,-3-1-1,1 2-15,0-2 16,0-5-16,0-2 16,0-4-16,3-4 15,3-2-15,2-3 16,2-1-16,2-3 16,3-2-16,6 0 15,4-2-15,7-2 16,3-7-16,4-6 15,2-6 1,-3-10-16,7-15 16</inkml:trace>
  <inkml:trace contextRef="#ctx0" brushRef="#br0" timeOffset="19365.63">13109 1361 0,'0'0'0,"0"-2"16,0 2 0,3-8-16,0 1 15,1-1-15,2 0 16,4 1-16,3 0 16,4 3-16,0 3 15,-1 1-15,-1 2 16,0 3-16,-3 2 15,1 5-15,-3 4 16,-2 5 0,-4 6-16,-7 3 15,-6 1-15,-4 0 16,-2 0-16,-1-2 16,-3-2-16,1-5 15,6-8-15,4-5 16,8-9-16,-9 10 15,9-10-15,0 0 16,0 0 0,0 0-16,0 6 15,19-4-15,16-3 16,6-2-16,1-4 16,2-3-16,-3-3 15,2-4-15,-3-1 16</inkml:trace>
  <inkml:trace contextRef="#ctx0" brushRef="#br0" timeOffset="19699.24">13916 1221 0,'0'0'0,"0"0"16,2 2-16,0 4 15,4 12-15,0 14 16,0 11-16,-1 4 15,-5-5-15,0-7 16,0-1 0,0 1-16,-2 0 15,-1-6-15</inkml:trace>
  <inkml:trace contextRef="#ctx0" brushRef="#br0" timeOffset="20332.11">13125 2088 0,'0'0'0,"-3"1"0,3-1 15,-17 5-15,-2 0 16,0 3-16,1 3 15,3 2 1,3 2-16,3 6 16,0 2-16,3 2 15,2-2-15,4-2 16,6 0-16,6-1 16,8-2-16,5-4 15,6-4-15,2-3 16,3-6-16,3-6 15,-1-5-15,3-8 16,-5-4-16,-5-6 16,-8-3-1,-11 1-15,-6 3 16,-8 3-16,-7 0 16,-5 3-16,-6 1 15,-1 3-15,1 5 16,0 5-16,4 5 15,4 2-15,12 0 16,-15 3 0,15-3-16,1 11 15,14 1-15,16 8 16,29-4-16</inkml:trace>
  <inkml:trace contextRef="#ctx0" brushRef="#br0" timeOffset="20598.46">13993 1961 0,'0'0'0,"0"0"0,0 0 15,0 0-15,0 6 16,2 8-16,3 15 15,-1 9-15,0 2 16,1 1-16,-2-6 16,2-1-1,5-2-15,4-4 16,5 2-16</inkml:trace>
  <inkml:trace contextRef="#ctx0" brushRef="#br0" timeOffset="21232.11">14261 991 0,'0'0'0,"0"0"0,0 0 0,0 0 0,0 0 15,0 0-15,0 0 16,7 0-16,14 3 16,17 1-16,9 3 15,-5 3 1,-1 2-16,-2 3 16,-3 5-16,-4 5 15,-5 9-15,-3 3 16,-4 10-16,-5 10 15,-2 8-15,-7 7 16,-5 3-16,-1-2 16,-5 6-1,1 2-15,-1-4 16,1 3-16,3-6 16,7-1-16,5-6 15,1-3-15,0-2 16,-2-6-16,0-4 15,-1-4-15,-3-6 16,-9-2-16,-5-5 16,-5-3-1,-5-4-15,-6-1 16,-7-2-16,-12-3 16,-11-4-16,-7-6 15,-16-9-15</inkml:trace>
  <inkml:trace contextRef="#ctx0" brushRef="#br1" timeOffset="32015.83">1019 2727 0,'0'0'0,"0"0"16,0 2-16,0-2 16,-1 8-16,1 3 15,1 13 1,0 10-16,2 10 15,-2 7-15,2 1 16,-1 1-16,1 0 16,0 1-16,1-2 15,-1-2-15,-1-4 16,2 0-16,-1-2 16,-1-5-16,1-7 15,-1-3 1,0-1-16,-2-6 15</inkml:trace>
  <inkml:trace contextRef="#ctx0" brushRef="#br1" timeOffset="32332.42">1008 3193 0,'0'0'0,"0"-1"16,0 1-16,0-8 15,2-3-15,8-8 16,7-6-16,4-1 16,5 0-16,3-1 15,2 2-15,1-1 16,-2 1-1,-1 1-15,0 1 16,-5 5-16,-2 4 16,-5 2-16,-6 6 15,-11 6-15,0 0 16</inkml:trace>
  <inkml:trace contextRef="#ctx0" brushRef="#br1" timeOffset="32632">1021 3096 0,'0'0'0,"0"0"16,0 0-16,0 0 15,2 4-15,5 3 16,7 7-16,4 5 15,2 1 1,2 3-16,2 1 16,0 0-16,0 0 15,-3-4-15,3 1 16,1-1-16,0 0 16,-1-4-16,2 0 15,3-3-15,3 1 16,0-7-1</inkml:trace>
  <inkml:trace contextRef="#ctx0" brushRef="#br1" timeOffset="33098.29">1583 3193 0,'0'0'0,"0"0"0,0 0 16,0 0-16,0 0 16,0 0-16,0 0 15,0 0 1,4 0-16,-4 0 15,13 1-15,-13-1 16,21 1-16,-8-2 16,0-1-1,0 0-15,-1 0 16,-1-1-16,0 1 0,-1 0 16,-10 2-16,18-3 15,-18 3 1,18-3-16,-18 3 15,17 0-15,-17 0 16,11 0-16,-11 0 16,0 0-16,0 0 15,10 0-15,-10 0 16,0 0-16,0 0 16,0 0-16,5 7 15</inkml:trace>
  <inkml:trace contextRef="#ctx0" brushRef="#br1" timeOffset="33798.28">1711 3245 0,'0'0'0,"0"0"0,0 0 16,-2-2-16,2 2 15,0 0-15,0 0 16,0 0-16,0 0 16,0 0-16,-7 16 15,7 3-15,3 2 16,0 2-16,0 2 15,3 5 1,-1 3-16,1 1 16,0 0-16,1-2 15,-2 2-15,1-2 16,0-1-16,-2-5 16,0-2-16,-1-1 15,0-1-15,-3-2 16,0-4-16,0-3 15,-1-3 1,1-10-16</inkml:trace>
  <inkml:trace contextRef="#ctx0" brushRef="#br1" timeOffset="34399.35">1685 3268 0,'0'0'0,"-1"-2"16,1 2-16,0-14 16,5-2-16,6-2 15,6-4-15,7 1 16,5-1-1,3 7-15,0 3 0,1 3 16,-3 5 0,-2 1-16,-5 3 15,-4 4-15,-4 1 16,-6 6-16,-3 4 16,-2 8-16,-8 4 15,-9 11-15,-9 3 16,-8 1-16,-2-5 15,4-9-15,2-5 16,4-6 0,4-6-16,2-3 15,2-3-15,3-1 16,11-4-16,-13 2 16,13-2-16,0 0 15,0 0-15,0 0 16,0 0-16,0 0 15,0 0-15,6 11 16,11 3 0,11 6-16,7 1 15,7 2-15,0-3 16,-1-2-16,1-1 16,0-1-16,-4-1 15,-5-3-15,-5 1 16,-8-1-16,-2 1 15,-2-2-15</inkml:trace>
  <inkml:trace contextRef="#ctx0" brushRef="#br1" timeOffset="34748.29">2383 3286 0,'0'0'0,"0"0"0,0 0 0,0 0 0,0 0 16,2 0-16,-2 0 15,24 4-15,3 1 16,2 1 0,3 0-16,-3-1 15,-3 0-15,0 0 16,-2 0-16,-2 0 16,-3-1-16,-1 0 15,-7 0-15,-11-4 16</inkml:trace>
  <inkml:trace contextRef="#ctx0" brushRef="#br1" timeOffset="34982.5">2395 3564 0,'0'0'0,"0"0"15,0 0-15,0 0 16,5 0 0,9 0-16,10 0 0,10 0 15,6 0 1,2 0-16,-2 0 16,-1 0-16,-5 0 15,-5 0-15</inkml:trace>
  <inkml:trace contextRef="#ctx0" brushRef="#br1" timeOffset="37148.28">3363 2604 0,'0'0'0,"0"0"0,0 0 16,-2-2-16,2 2 15,-4-7-15,4 7 16,-9-9-16,3 3 16,-4-1-16,-9 0 15,-3 1 1,-6 5-16,-2 6 16,2 4-16,1 3 15,3 3-15,1 6 16,0 7-16,1 6 15,1 8-15,7 6 16,4 5-16,4 2 16,5 6-16,3-2 15,4-2 1,3 4-16,1-7 16,1 4-16,0 1 15,1-1-15,-1 2 16,0-1-16,-5 2 15,-1 0-15,-4 1 16,-3 3-16,-2-5 16,0 3-16,-1-10 15,2-4 1,0-8-16,1-10 16,2-6-16,5-6 15,2-5-15,5-3 16,7-4-16,8-6 15</inkml:trace>
  <inkml:trace contextRef="#ctx0" brushRef="#br1" timeOffset="37600.21">3535 2735 0,'0'0'0,"0"0"16,0 0-16,-1 5 15,-1 7-15,1 10 16,-1 9-16,2 6 16,0 5-16,2 0 15,-1 0-15,1-6 16,0-3 0,2-1-16,1-2 15,2-3-15</inkml:trace>
  <inkml:trace contextRef="#ctx0" brushRef="#br1" timeOffset="38166.73">4267 2818 0,'0'0'0,"0"0"0,0 0 0,0 0 15,-3 0 1,3 0-16,-13 8 15,-1 4-15,-2 6 16,1 4-16,2 3 16,3-1-16,2 1 15,3-1-15,3 3 16,5-2-16,5-3 16,0-3-1,5-7-15,1-3 16,2-2-16,2-4 15,1-5-15,2-6 16,-1-5-16,1-9 16,-4-1-16,-4-4 15,-6 0-15,-7 1 16,-5 0-16,-6 1 16,-5 2-1,-4 6-15,-6 2 16,-4 5-16,-5 6 15,2 5-15,2 7 16,2 5-16,0 0 16,11 0-16</inkml:trace>
  <inkml:trace contextRef="#ctx0" brushRef="#br1" timeOffset="38499.53">3465 3604 0,'0'0'0,"0"0"16,0 0-16,0 0 16,1 3-16,-1-3 15,11 13-15,2-3 16,4 1-16,5-1 16,3-4-16,2-5 15,-3-4 1</inkml:trace>
  <inkml:trace contextRef="#ctx0" brushRef="#br1" timeOffset="38715.67">3799 3471 0,'0'0'0,"0"0"0,0 0 0,-3 0 0,3 0 16,0 0-1,0 9-15,0 4 16,3 5-16,0 4 16,2 3-16,0 5 15,0-3-15,0 5 16,-1-3-16,-1-2 16</inkml:trace>
  <inkml:trace contextRef="#ctx0" brushRef="#br1" timeOffset="39082.44">4311 3507 0,'0'0'0,"0"0"16,0 0-16,0 0 16,1 2-1,-1-2-15,4 18 16,0 3-16,1 7 15,-2 3-15,0 1 16,-1-2-16,0-4 16,0 2-16,0-3 15,2 1-15</inkml:trace>
  <inkml:trace contextRef="#ctx0" brushRef="#br1" timeOffset="39715.01">4491 2694 0,'0'0'0,"0"0"15,0 0-15,0 0 16,0 0-16,0 0 16,0 0-16,3 2 15,-3-2 1,24 7-16,-1 0 15,3-3-15,1 0 16,1 1-16,0-1 16,0 6-16,2 10 15,-2 9-15,-2 9 16,-5 7-16,-3 7 16,-3 4-16,-1 5 15,-4 3 1,-1-3-16,-1 3 15,-2-1-15,0 0 16,1 6-16,-1-3 16,0-2-16,0 0 15,-1-4-15,0 1 16,0 1-16,0-4 16,-1-6-16,0-5 15,-2-6-15,-5-6 16,0-6-1,-1-8-15,0-5 16,1-5-16,-1-3 16,-7-1-16,-12-3 15,-12-2-15,-9-8 16,2-5-16,-3-13 16</inkml:trace>
  <inkml:trace contextRef="#ctx0" brushRef="#br1" timeOffset="40882.23">6296 2976 0,'0'0'0,"0"0"0,0 0 16,0 0-16,0 0 15,0 0-15,-1 3 16,0 5-1,-1 13-15,0 9 16,2 8-16,0 0 16,2 3-16,1 0 15,0-3-15,-2-1 16,0-5-16,1-4 16,0 1-16,0-5 15,-1 0 1,0-6-16,0-7 15,-1-4-15,0-7 32,0 0-32,-3-7 15,-3-13-15,1-4 16,-1 3-16,-1 2 16,0 3-16,0 3 15,1 5-15,6 8 16,-7-10-16,7 10 15,0-15 1,14-4-16,7-8 16,9-1-16,1 1 15,3 1-15,-1 2 16,1 0-16,-5 3 16,-6 4-16,-7 6 15,-5 4-15,-11 7 16,0 0-1,9-7-15</inkml:trace>
  <inkml:trace contextRef="#ctx0" brushRef="#br1" timeOffset="41131.67">6319 3206 0,'0'0'0,"0"0"0,0 0 15,1 4 1,1 2-16,4 8 16,4 5-16,5 6 15,3 1-15,3 2 16,1 1-16,-1-2 16,-3-3-16,0-3 15,-4-2-15</inkml:trace>
  <inkml:trace contextRef="#ctx0" brushRef="#br1" timeOffset="41948.11">7028 3408 0,'0'0'0,"0"0"0,0 0 0,0 0 0,-2-3 16,2 3 0,-5-6-16,5 6 15,-14-9-15,-1 3 16,-8 3-16,-3 3 16,-1 4-16,-1 6 15,1 2-15,0 3 16,6 2-16,3 1 15,2 1-15,6 4 16,2 2 0,5 0-16,4-3 15,2-2-15,5-3 16,2-3-16,4-3 16,4-2-16,4-6 15,0-1-15,3-7 16,-3-1-16,-2-3 15,-2 0-15,-4 1 16,-3 1 0,-11 7-16,11-7 15,-11 7-15,0 0 16,16 10-16,-10 4 16,2 11-16,-2 6 15,-2 2-15,-2 2 16,0-3-16,-1-3 15,0-4-15,0-3 16,-1-5-16,3-4 16,5-3 15,8-6-31</inkml:trace>
  <inkml:trace contextRef="#ctx0" brushRef="#br1" timeOffset="42198.72">7419 3369 0,'0'0'0,"0"0"0,0 0 15,0 0-15,5 1 16,-5-1-16,27 10 15,-2-2 1,1 1-16,-3-1 16,0-1-16,-5 0 15,-3-1-15,-5-1 16</inkml:trace>
  <inkml:trace contextRef="#ctx0" brushRef="#br1" timeOffset="42415.41">7411 3585 0,'0'0'0,"0"0"0,0 0 0,0 0 16,0 0-16,7 1 16,10 1-16,13 0 15,7-1-15,4-3 16,0-4-16,4-3 15,1-7-15,1-2 16,8-17 0</inkml:trace>
  <inkml:trace contextRef="#ctx0" brushRef="#br1" timeOffset="43015.43">8260 2659 0,'0'0'0,"0"-3"0,-2-5 15,-6-7-15,-6-3 16,-10 1-16,-11 7 15,-10 1-15,-4 7 16,0 6-16,5 4 16,5 4-1,4 4-15,1 3 16,6 2-16,4 3 16,5 1-16,3 2 15,4 4-15,7 5 16,4 2-16,5 2 15,4 0-15,4 4 16,2 1 0,0 0-16,-1 1 15,1 1-15,0 1 16,-3 5-16,-4 5 16,-5 0-16,-3 5 15,-2 1-15,-1 2 16,-2 1-16,-1-2 15,3-1-15,-1-4 16,1-6-16,1-5 16,5-6-1,3-6-15,4-7 16,3-4-16,3-7 16,9-4-16,8-3 15,8-8-15,8-11 16,4-9-16</inkml:trace>
  <inkml:trace contextRef="#ctx0" brushRef="#br1" timeOffset="43600.9">8589 2948 0,'0'0'0,"0"0"0,-1-3 15,1 3-15,-8-7 16,8 7-16,-23-6 15,-1 9-15,-5 7 16,0 5-16,0 3 16,3 5-1,3 0-15,4 1 16,7 2-16,3-3 16,4 0-16,4 0 15,5-2-15,5 1 16,5-2-16,8-3 15,5-3-15,4-7 16,5-7-16,1-7 16,2-5-16,-2-10 15,-7-4 1,-6-2-16,-9-2 16,-6 4-16,-6 1 15,-5 1-15,-5-1 16,-2 4-16,-3 3 15,-2 5-15,0 4 16,-4 3-16,0 4 16,-1 4-1,1 5-15,-1 4 16,2 3-16,-1 5 16,7-2-16</inkml:trace>
  <inkml:trace contextRef="#ctx0" brushRef="#br1" timeOffset="43899.04">8522 3621 0,'0'0'0,"0"0"15,0 0-15,0 0 16,0 0-16,0 4 16,1 3-1,3 8-15,0 7 16,1 2-16,1 2 16,-2-1-16,0 0 15,-1-1-15,0-3 16,-1-3-16,0-2 15</inkml:trace>
  <inkml:trace contextRef="#ctx0" brushRef="#br1" timeOffset="44332.18">9147 2813 0,'0'0'0,"0"0"0,0 0 15,0 0 1,0 0-16,0 0 16,0 0-16,0 0 15,-1 3-15,0 4 16,-2 6-16,0 5 15,1 2-15,0 1 16,2 0-16,1 1 16,0 4-16,1 3 15,1 2 1,0 4-16,0-4 16</inkml:trace>
  <inkml:trace contextRef="#ctx0" brushRef="#br1" timeOffset="44882.33">9198 3627 0,'0'0'0,"0"0"0,0 0 0,0 0 16,0 0-16,-1 2 15,1-2 1,-12 19-16,0 0 16,-3 1-16,1-1 15,2-1-15,-1-1 16,3 1-16,2-1 15,3 0-15,5-2 16,3-5-16,7 2 16,7-2-16,8 0 15,4-7-15,5-6 16,-2-5-16,0-6 16,-2-8-1,-1-6-15,-4-3 16,-7 1-16,-8 0 15,-7 2-15,-5 0 16,-8 2-16,-2 2 16,-6 3-16,-2 3 15,0 4 1,3 5-16,2 3 16,4 1-16,11 5 15,-11-6-15</inkml:trace>
  <inkml:trace contextRef="#ctx0" brushRef="#br1" timeOffset="45499.93">9549 2537 0,'0'0'0,"1"-3"0,-1 3 16,8-14-16,8 1 15,11 1-15,5 1 16,0 6-16,-4 2 15,-3 2-15,-4 2 16,-3 3-16,-2 4 16,-2 5-16,1 8 15,-5 10-15,-2 11 16,-4 12-16,-2 7 16,-4 5-1,1 5-15,-1-1 16,0 4-16,0 0 15,6 2-15,5 2 16,2-2-16,5 2 16,2-2-16,4-2 15,2-3-15,2 1 16,0-3-16,-3-5 16,-2-4-1,-2-8-15,-3-7 16,-2-7-16,-4-9 15,-3-5-15,-2-7 16,-3-4-16,0-2 16,-2-3-16,0-8 15,0 7-15,0-7 16,-18-2 0,-4-7-16,-3-11 15,3-9-15,3-7 16</inkml:trace>
  <inkml:trace contextRef="#ctx0" brushRef="#br1" timeOffset="45932.38">11061 2849 0,'0'0'0,"0"0"0,0 0 16,0 1-16,0-1 15,2 19-15,1 2 16,3 8-16,2 6 16,1 4-1,1 3-15,0-1 0,-1 0 16,1 2 0,0-1-16,-1-1 15,0-1-15,-2-1 16,2-3-16,-2-4 15,-2-5-15,-1-4 16,-2-3-16,-1-4 16</inkml:trace>
  <inkml:trace contextRef="#ctx0" brushRef="#br1" timeOffset="46182.29">11122 3265 0,'0'0'0,"0"0"16,3-1-16,4-6 15,8-8-15,8-8 16,5-4-16,8-2 16,2 6-1,1 2-15,-5 3 16,-1 3-16,-6 1 15,-5 3-15,-7 4 16,-15 7-16,0 0 16,5-13-16</inkml:trace>
  <inkml:trace contextRef="#ctx0" brushRef="#br1" timeOffset="46383.13">11178 3199 0,'0'0'0,"0"0"0,0 0 16,3 2-16,4 4 15,7 7-15,8 8 16,2 2-16,1 0 16,1 1-1,-1-1-15,-1 0 16,-1 0-16,-3-3 15,-1 0-15</inkml:trace>
  <inkml:trace contextRef="#ctx0" brushRef="#br1" timeOffset="47231.85">11613 3402 0,'0'0'0,"0"0"0,0 0 0,0 0 0,0 0 16,1 4-16,1 4 16,3 12-1,1 7-15,-1 2 16,-3-1-16,-3-2 15,-2 1-15,0-2 16,-1-2-16,-1-2 16,1-4-16,-1-5 15,2-5-15,3-7 16,-4 8-16,4-8 16,0 0-16,-12-6 15,5-5-15,0-7 16,1-4-1,0-2-15,0-1 16,3 1-16,1 0 16,3-1-16,3-2 15,6-1-15,4 0 16,5 1-16,2 3 16,3 4-16,1 3 15,-2 7 1,-1 3-16,-4 5 15,-3 3-15,-4 4 16,-2 2-16,-5 4 16,-7 8-16,-8 7 15,-9 8-15,-9 0 16,-1 0-16,2-8 16,7-6-16,5-3 15,3-5-15,4-4 16,9-8-1,-8 9-15,8-9 16,0 0-16,14 11 16,9 1-16,5 0 15,3-2-15,-4-1 16,-1-2-16,-3 1 16,-5-2 15,-6 2-31,-7 2 15,-5 2-15,-5-1 16,-11 1-16,-5 2 16,-5-5-16,0-4 15,3-6-15,4-6 16,5 0-16,4-5 16,5-12-16,11-8 15</inkml:trace>
  <inkml:trace contextRef="#ctx0" brushRef="#br1" timeOffset="47482.29">12184 3173 0,'0'0'0,"0"0"16,0 0-16,5 1 16,9 1-16,14 3 15,12 2-15,-6-3 16,-4-1-16,-4-3 16,-3 0-16</inkml:trace>
  <inkml:trace contextRef="#ctx0" brushRef="#br1" timeOffset="47698.78">12109 3399 0,'0'0'0,"0"0"0,1-1 15,-1 1-15,12-5 16,6-1-1,14-1-15,13 0 16,6 0-16,-2 0 16,2-7-16,0-25 15,2-1-15</inkml:trace>
  <inkml:trace contextRef="#ctx0" brushRef="#br1" timeOffset="48331.34">12968 2449 0,'0'1'0,"0"-1"0,-10 2 15,-13-10 1,-17-14-16,-3-1 16,8 4-16,0 12 15,0 14-15,4 1 16,6-2-16,1 4 16,0 4-16,1 9 15,-2 12-15,3 0 16,4 14-16,4-11 15,5-1 1,2 5-16,3 16 16,4 11-16,0 4 15,2-4-15,0-5 16,1 6-16,1 2 16,0-5-16,1 0 15,-2 2-15,2-10 16,-2 3-1,1-1-15,0 11 16,-1-9-16,-3 7 16,-1 0-16,0-18 15,0 6-15,3-18 16,2-7-16,6 0 16,3-3-16,6-5 15,6-2-15,6-4 16,8-5-1,0-5-15,4-5 16,2-8-16,3-9 16,0-6-16,-3-8 15,-7-19-15</inkml:trace>
  <inkml:trace contextRef="#ctx0" brushRef="#br1" timeOffset="48715.26">12979 3010 0,'0'0'0,"0"0"0,0 0 16,1 1-16,-1-1 15,12 2 1,9 1-16,7 0 16,3-3-16,2-2 15,1-2-15,-3 0 16,-4-4-16,1 0 16</inkml:trace>
  <inkml:trace contextRef="#ctx0" brushRef="#br1" timeOffset="49031.85">13545 2764 0,'0'0'0,"0"0"0,0 0 15,0 0-15,2 0 16,3 9 0,1 9-16,2 25 15,-4 1-15,-3-6 16,-2-1-16,-2-6 16,1 2-16,0-1 15,-2-8-15,1-1 16,0-5-16,-1 4 15</inkml:trace>
  <inkml:trace contextRef="#ctx0" brushRef="#br1" timeOffset="49631.83">13452 3688 0,'0'0'0,"0"0"15,0 0-15,0 0 16,-1-1-16,1 1 15,0 0 1,-13-2-16,-3-1 16,-5 4-16,-5 9 15,5-4-15,3 1 16,3-2-16,4-1 16,-2 1-16,3 4 15,1 2-15,3 7 16,1 3-16,4 11 15,5-6 1,7-7-16,9 2 16,5-3-16,2-2 15,3-6-15,-1-2 16,4-8-16,4-6 16,1-2-16,3-20 15,-8 3-15,-7-7 16,-8 2-16,-8 2 15,-6 3 1,-6-3-16,-10-9 16,-6 3-16,-10 0 15,-6 15-15,1-1 16,-3 8-16,0 0 16,5 2-16,8 3 15,5 2-15,7 2 16</inkml:trace>
  <inkml:trace contextRef="#ctx0" brushRef="#br1" timeOffset="50165.02">14093 2814 0,'0'0'0,"-1"2"15,1-2-15,-2 6 16,-1 3-16,-1-1 15,0 6-15,-1 2 16,-1 8 0,2 3-16,1 1 15,3 1-15,10-1 16,2 0-16,8-3 16,0-5-16,-3-2 15,4-5-15,3-3 16,4-5-16,4-6 15,-3-3-15,-2-11 16,-3-7 0,-5-2-16,-9-10 15,-6-3-15,-5-1 16,-14-1-16,-6 8 16,-4 5-16,-2 5 15,1 8-15,1 3 16,0 4-16,-5 14 15,1 2-15,-2 14 16,10-2 0,-3 7-16</inkml:trace>
  <inkml:trace contextRef="#ctx0" brushRef="#br1" timeOffset="50414.91">14167 3374 0,'1'2'0,"-1"-2"0,2 11 15,3 9-15,2 8 16,1 8-16,1 4 16,0 4-16,-1 3 15,-1-2-15,-3-5 16,1-10-16,-1-3 15,5-5-15,6-1 16,7-6-16</inkml:trace>
  <inkml:trace contextRef="#ctx0" brushRef="#br1" timeOffset="51065.13">14464 2750 0,'0'0'0,"0"0"16,0-3-16,0 3 15,0 0-15,1-8 16,-1 8-16,0 0 16,4-9-1,-4 9-15,22-13 16,2 6-16,2 4 16,-6 4-16,0 5 15,-1 4-15,-1 4 16,-1 12-16,-1 13 15,-1 8-15,-5 9 16,-5-1-16,-4 7 16,-3 2-1,-2 3-15,1 0 16,0 2-16,-1 3 16,6-1-16,5 4 15,4-5-15,1 1 16,4 8-16,-2-1 15,1 6-15,-1-6 16,-6-7-16,-4-2 16,-5-10-16,-5-5 15,-7-10 1,-5-8-16,-4-6 16,-3-10-16,-3-4 15,0-7-15,-2-3 16,-4-7-16,-6-8 15,-3-7-15,-8-10 16,-5-6-16,-14-8 16,-2-3-1</inkml:trace>
  <inkml:trace contextRef="#ctx0" brushRef="#br1" timeOffset="53982.4">1462 3480 0,'0'0'0,"-1"-2"0,1 2 15,-3-6-15,3 6 16,-3-6-1,3 6-15,0 0 16,0 0-16,0 0 16,11 18-16,6 14 15,2 13-15,-2 5 16,-1 2-16,-1 2 16</inkml:trace>
  <inkml:trace contextRef="#ctx0" brushRef="#br1" timeOffset="55048.73">6673 3710 0,'0'0'0,"0"0"16,0-2-16,0 2 15,0 0-15,0 0 16,0 0-1,-4 15-15,-3 16 16,-1 20-16,2 9 16,4 4-16,4 0 15</inkml:trace>
  <inkml:trace contextRef="#ctx0" brushRef="#br1" timeOffset="55965.13">11407 3569 0,'0'0'0,"0"0"0,0 0 16,0 0-16,0 0 16,-1 4-16,-1 8 15,-1 14-15,2 11 16,1 6-16,1 8 16</inkml:trace>
  <inkml:trace contextRef="#ctx0" brushRef="#br2" timeOffset="61032.33">1105 4355 0,'0'0'0,"0"0"0,0 0 16,0 0-16,-2 0 15,2 0-15,-3 11 16,-2 11-16,0 12 16,2 8-16,1 9 15,3 1-15,0 6 16,2 0-16,1-3 16,3-1-1,2-6-15,-1-8 16,2-4-16,0-5 15,-2-6-15</inkml:trace>
  <inkml:trace contextRef="#ctx0" brushRef="#br2" timeOffset="61282.26">1088 4758 0,'0'0'0,"-1"-4"0,1 4 16,-2-11-16,-1-1 15,3-5-15,8-9 16,9-8-16,4 0 16,3 2-1,1 2-15,0 4 16,-3 4-16,-3 2 15,-3 4-15,-5 6 16,-3 1-16</inkml:trace>
  <inkml:trace contextRef="#ctx0" brushRef="#br2" timeOffset="61497.89">1084 4666 0,'0'0'0,"0"0"0,0 0 16,0 0-16,4 5 16,5 5-16,7 7 15,6 3-15,3-1 16,4 2-16,1-1 16,-2 0-1,1-2-15,-5 0 16,-4 1-16</inkml:trace>
  <inkml:trace contextRef="#ctx0" brushRef="#br2" timeOffset="61882.22">1501 4844 0,'0'0'0,"0"0"16,0-1-16,0 1 16,3-7-16,2 0 15,7-3-15,3 3 16,3 4-16,0 6 16,-1 3-16,-4 5 15,-5 2 1,-4 3-16,-3 4 15,-3 2-15,-5 0 16,1-4-16,0-3 16,2-5-16,1-3 15,1 0-15,2-7 16,-3 9-16,3-9 16,4 7-16,7-1 15,11-1-15,9-3 16,2-5-1</inkml:trace>
  <inkml:trace contextRef="#ctx0" brushRef="#br2" timeOffset="62248.65">1995 4504 0,'0'0'0,"0"0"16,0 0-16,1 1 15,-1-1-15,6 19 16,2 5-16,3 9 16,-1 1-16,2 5 15,-2 1-15,0-3 16,-1-2-16,-1-2 16,0-1-16,-3-3 15,1 3 1</inkml:trace>
  <inkml:trace contextRef="#ctx0" brushRef="#br2" timeOffset="62732.11">1950 4470 0,'-2'-1'0,"2"1"0,-5-10 16,1 1-16,1 3 15,6-3-15,12-4 16,14-5-16,9 3 16,-3 8-16,0 3 15,-7 4-15,-2 4 16,-7 6-1,-5 2-15,-6 5 16,-7 6-16,-5 5 16,-12 10-16,-5 2 15,-3-2-15,1-6 16,4-9-16,4-5 16,5-6-16,4-4 15,6-8-15,-6 8 16,6-8-1,0 0-15,-4 7 16,11 0-16,8 5 16,15 1-16,6-1 15,0-5-15,4 3 16,0-1-16,3 1 16,-8-2-16</inkml:trace>
  <inkml:trace contextRef="#ctx0" brushRef="#br2" timeOffset="63015.44">2580 4676 0,'0'0'0,"0"0"0,0 0 15,7-4-15,8-4 16,11 5-16,6 5 16,0 1-16,-4 0 15,-6 0-15,-11-3 16,-11 0-16</inkml:trace>
  <inkml:trace contextRef="#ctx0" brushRef="#br2" timeOffset="63232.12">2513 4922 0,'0'0'0,"0"0"16,0 0-16,0 0 16,7-1-16,3-1 15,15-1-15,12-2 16,9-2-16,2-4 16,1-2-16,-10 1 15</inkml:trace>
  <inkml:trace contextRef="#ctx0" brushRef="#br2" timeOffset="64097.99">3424 4223 0,'0'0'0,"0"0"0,0 0 15,0 0-15,-3-2 16,3 2-16,0 0 16,-17-11-16,6 5 15,-3-1-15,-6 2 16,-3 1-16,-1 3 15,3 1 1,1 2-16,0 1 16,3 0-16,0 4 15,1 3-15,1 3 16,1 3-16,2 3 16,3 3-16,2 5 15,2 5-15,2 2 16,2 6-1,3-1-15,1-1 16,3 2-16,-2 0 16,3 5-16,-2 2 15,1-1-15,-1 3 16,-1 0-16,-5-2 16,-2 1-16,-2-1 15,0-1-15,0-3 16,1-10-16,1-7 15,1-5 1,2-5-16,4-2 16,9-3-16,9-5 15,10-6-15,12-7 16,4-4-16</inkml:trace>
  <inkml:trace contextRef="#ctx0" brushRef="#br2" timeOffset="65664.8">3719 4410 0,'0'0'0,"0"0"0,0 0 16,-6 1-16,-4 0 16,-8 6-16,-5 5 15,-2 8-15,2 2 16,2 1-16,5 5 15,3 0-15,6 0 16,1-3-16,2-6 16,3-3-1,3-3-15,2-3 16,5-1-16,7-3 16,6-5-16,6-6 15,-1-6-15,-2-2 16,0-7-16,-4-6 15,-3-1-15,-2-1 16,-4 3 0,-5 3-16,-5 2 15,-4 1-15,-4 3 16,1 3-16,-1 3 16,6 10-16,-9-9 15,9 9-15,0 0 16,-19 6-16,9 3 15,1 4-15,5-2 16</inkml:trace>
  <inkml:trace contextRef="#ctx0" brushRef="#br2" timeOffset="65948.25">4179 4385 0,'0'0'0,"0"0"15,0 0-15,0 0 16,0 0-16,1 4 16,0 7-16,2 10 15,1 9-15,1 5 16,0 3-16,-1-2 15,-2 0-15,2-2 16,-1-4-16,-2-7 16,1 5-16</inkml:trace>
  <inkml:trace contextRef="#ctx0" brushRef="#br2" timeOffset="66332.07">3686 5010 0,'0'0'0,"0"0"15,-1-2 1,1 2-16,0 0 16,0 0-16,-10-4 15,10 4-15,0 0 16,0 0-16,-9 14 15,6-3-15,1 5 16,2 3-16,1-1 16,2 0-1,1-2-15</inkml:trace>
  <inkml:trace contextRef="#ctx0" brushRef="#br2" timeOffset="66848.85">4195 5019 0,'0'0'16,"-2"-2"-16,2 2 15,0 0-15,0 0 16,0 0-16,0 0 16,-12 8-16,2 3 15,0 3-15,0 1 16,3 1-16,3-3 15,3 0-15,4-3 16,2 0-16,15-1 31,8-6-15,5-5-16,-1-8 16,-13-1-16,-3-4 15,-3-2-15,-6-5 16,-4 0-16,-5-1 15,-3 5-15,-5 3 16,-3 5-16,-3 3 16,-1 0-1,1 4-15,4 1 16,12 2-16,-12-3 16,12 3-16</inkml:trace>
  <inkml:trace contextRef="#ctx0" brushRef="#br2" timeOffset="67350.78">4478 4178 0,'0'0'0,"-1"-2"16,1 2-16,-1-7 15,2 0-15,2-2 16,11-4-16,13-3 16,7 0-16,0 8 15,-4 3 1,-3 5-16,-2 6 16,0 8-16,-3 6 15,-4 7-15,-2 15 16,-4 10-16,-3 8 15,-3 8-15,-2-1 16,0 4-16,0 1 16,0-4-16,-1-2 15,3-6 1,3-6-16,0-7 16,-1-10-16,-1-5 15,-2-6-15,0-4 16,-4-5-16,-4 0 15,-5 1-15,-10 0 16,-10 4-16,-10-3 16,0-3-1,1-7-15,-3-3 16,4-4-16,5-4 16,10-1-16</inkml:trace>
  <inkml:trace contextRef="#ctx0" brushRef="#br2" timeOffset="67882.32">5986 4556 0,'0'0'0,"0"0"16,0 0-16,0 1 15,0 6-15,0 7 16,0 13-16,0 5 16,1 7-1,1 2-15,2 1 0,-1-2 16,1-5 0,0-5-16,1-7 15,-1-3-15,0-5 16</inkml:trace>
  <inkml:trace contextRef="#ctx0" brushRef="#br2" timeOffset="68298.85">5942 4852 0,'0'0'0,"0"0"15,3-3-15,-3 3 16,9-15-16,3-1 15,8-1-15,8-2 16,3 1 0,1 1-16,-2 1 0,-6 4 15,-4 2-15,-5 3 16,-3 0 0,-12 7-16,10-11 15,-14 3-15,-11-4 16,-18 5-1,-9 11 1,7 11-16,7 0 16,14-6-16,7-1 15,0 0-15,3 4 16,1 0 0,2 0-16,4 5 15,4 2-15,5 5 16,2-2-16,5 2 15,4 1-15,2 0 16,-2-3-16,2 0 16,1 0-16</inkml:trace>
  <inkml:trace contextRef="#ctx0" brushRef="#br2" timeOffset="68815.32">6498 5003 0,'0'0'0,"0"0"0,0 0 16,0 0-16,4 0 15,-4 0-15,18 6 16,-2-1 0,0 4-16,-1 1 0,-3 2 15,-3-1 1,-2 1-16,-6 1 15,-1 0-15,-6 3 16,-2 2-16,-6 3 16,1-3-16,0 1 15,2-4-15,3-3 16,2-2-16,1-2 16,5-8-1,-4 9-15,4-9 16,4 8-16,7-3 15,7 2-15,7-4 16,4-2-16,1-3 16,-2-3-16</inkml:trace>
  <inkml:trace contextRef="#ctx0" brushRef="#br2" timeOffset="69498.67">7050 4817 0,'0'0'0,"0"0"0,0 0 15,0 0-15,0 0 16,-7 4-16,-7 2 16,-5 3-16,-3 5 15,2 2-15,-1 4 16,2 2 0,1 3-16,1-1 15,5 2-15,3-2 16,2 0-16,3 0 15,2-3-15,4-2 16,2-1-16,4-1 16,4-4-16,2-2 15,1-5-15,3-2 16,3-5-16,-1-3 16,1-4-16,-4 0 15,-2 0-15,-5 1 16,-10 7-1,12-9-15,-12 9 16,0 0-16,0 0 16,0 0-16,16 12 15,-9 10-15,-4 7 16,-2 6-16,-2 3 16,-3-1-16,-1-1 15,0 5 16</inkml:trace>
  <inkml:trace contextRef="#ctx0" brushRef="#br2" timeOffset="70015.39">7399 4928 0,'0'0'0,"0"0"0,0 0 15,0 0-15,0 0 16,0 0-1,0 0-15,0 0 16,3-1-16,8-1 16,6-1-16,7-1 15,1 2-15,1 0 16,0-1-16,-3 1 16,-1 1-16,-1 0 15,-2 1 1,-4 0-16,-5 1 15,-10-1-15</inkml:trace>
  <inkml:trace contextRef="#ctx0" brushRef="#br2" timeOffset="70282.02">7346 5120 0,'0'0'0,"0"0"16,0 0-16,0 0 15,0 0-15,7 2 16,6 2-16,10 1 16,6-1-16,2-2 15,-1-1 1,0-2-16,-1-2 15,-4 0-15,-1-2 16,1-4-16</inkml:trace>
  <inkml:trace contextRef="#ctx0" brushRef="#br2" timeOffset="71031.6">8300 4544 0,'0'0'0,"0"0"0,1-2 16,-1 2-16,4-14 15,-1 3 1,0 0-16,0 1 16,-1 1-16,-1-2 15,-2-1-15,-2 0 16,-4-1-16,-5-1 16,-5 1-16,-7 1 15,-1 3-15,1 4 16,2 5-1,-1 5-15,3 5 16,-1 7-16,4 6 16,1 9-16,3 5 15,3 6-15,5 2 16,2 4-16,5 2 16,0 1-16,2 0 15,-1-3-15,0 5 16,1-2-1,-1 5-15,-4 1 16,-3 1-16,1-1 16,0 0-16,-1 0 15,0-4-15,2-6 16,6-5-16,5-9 16,16-5-1,11-10 1,16-12-1,7-14-15,-11-9 16,5-19-16</inkml:trace>
  <inkml:trace contextRef="#ctx0" brushRef="#br2" timeOffset="71331.41">8452 4793 0,'0'0'0,"0"0"16,0 0-16,0 0 16,0 0-16,0 4 15,-3 5-15,-1 9 16,-2 4-16,1 5 15,-1-1 1,0 0-16,0-3 16,3-4-16,1-3 15,2-3-15,3 0 16</inkml:trace>
  <inkml:trace contextRef="#ctx0" brushRef="#br2" timeOffset="71548.89">8833 4795 0,'0'0'0,"0"0"15,0 0-15,8-1 16,4-2-16,8 3 15,6 2 1,2 0-16,-2 1 16,-1 0-16,-1-3 15</inkml:trace>
  <inkml:trace contextRef="#ctx0" brushRef="#br2" timeOffset="71831.17">9394 4602 0,'0'0'0,"0"0"0,0 0 15,1 2-15,-1-2 16,7 18-16,1 2 15,-2 2 1,-3 6-16,-2 1 16,-4 2-16,-2 1 15,-3 0-15,0-5 16,0-3-16</inkml:trace>
  <inkml:trace contextRef="#ctx0" brushRef="#br2" timeOffset="73065.22">8465 5233 0,'0'0'0,"0"0"0,0 0 16,0 0-16,0-2 16,0 2-1,0 0-15,-2-8 16,2 8-16,0 0 16,-3-7-16,3 7 15,0 0-15,0 0 16,-13-2-16,1 4 15,-1 3 1,1 2-16,0 4 0,3 1 16,2 2-1,3 1-15,4 0 16,6 0-16,2-1 16,8-2-16,3-2 15,4-6-15,3-4 16,1-7-16,-2-5 15,-3-2-15,-5-4 16,-4 1-16,-6 1 16,-3 5-1,-4-1-15,-3 3 16,-5 1-16,-5-1 16,-2 4-16,-2 3 15,3 3-15,0 3 16,3 3-16,4 1 15,3 0-15,5 1 16,5 4 0,8 2-16</inkml:trace>
  <inkml:trace contextRef="#ctx0" brushRef="#br2" timeOffset="73349.07">9107 5206 0,'0'0'0,"0"0"16,0 0-16,0 0 15,2 1-15,-2-1 16,4 15-16,-1-1 15,1 5-15,-1 4 16,-3 1-16,0-4 16,0 0-1,0-1-15,1-1 16,1 0-16</inkml:trace>
  <inkml:trace contextRef="#ctx0" brushRef="#br2" timeOffset="73965.06">9703 4504 0,'0'0'0,"0"0"16,0 0-16,0 0 15,0 0-15,0 0 16,0 0-16,0 0 15,0 0-15,0 0 16,7-2-16,16-3 16,14-3-1,-3 1-15,-8 0 16,-7 2-16,-4 1 16,0 3-16,-1 10 15,-1 9-15,-4 10 16,-5 10-16,-5 13 15,-4 7-15,-2 3 16,-1 0-16,1 1 16,-1-1-1,2 0-15,2-1 16,5-2-16,2 0 16,1-4-16,2-5 15,-2-6-15,-1-4 16,1 0-16,-2-1 15,-4-2-15,-5-4 16,-5-4-16,-4-3 16,-6-6-1,0-3-15,-3-6 16,2-7-16</inkml:trace>
  <inkml:trace contextRef="#ctx0" brushRef="#br2" timeOffset="74465.07">11355 4524 0,'0'0'0,"0"0"16,0 0-16,0 0 16,0 7-16,0 14 15,0 17-15,0 9 16,0 1-16,-1 1 15,-1-6-15,-1-3 16,0-7-16,1-8 16,0-6-16,0-5 15,1-4 1,1-10 0</inkml:trace>
  <inkml:trace contextRef="#ctx0" brushRef="#br2" timeOffset="74698.67">11269 4759 0,'0'0'0,"2"-1"16,-2 1-16,11-12 16,6-3-16,9-1 15,11-1-15,8 3 16,3 3-16,-2 2 15,-3 2-15,-11 1 16,-6 2-16,-8 2 16,-8 0-16,-10 2 15</inkml:trace>
  <inkml:trace contextRef="#ctx0" brushRef="#br2" timeOffset="74900.92">11314 4818 0,'0'0'0,"0"0"16,0 0 0,1 5-16,3 5 15,1 6-15,2 4 16,1 2-16,4 3 15,5 3-15,3-3 16,-1-4-16</inkml:trace>
  <inkml:trace contextRef="#ctx0" brushRef="#br2" timeOffset="75782.11">11760 4957 0,'0'0'0,"0"0"0,0 0 0,0 0 0,4 0 16,-4 0-16,26 5 15,-1-2-15,2-1 16,0 1-16,-1-1 15,-3 0-15,-3 0 16,-4-1-16,-3 0 16,-13-1-16,16 6 15,-16-6-15,3 10 16,-8 2 0,-5 6-16,-4 1 15,-1-2-15,2-5 16,-1 1-16,2-3 15,1 0-15,1-1 16,2-2-16,8-7 16,-12 10-16,12-10 15,0 0-15,-8 7 16,8-7 0,0 0-16,0 0 15,0 0-15,0 0 16,0 0-16,0 0 15,0 0-15,-2 6 16,2-6-16,0 0 16,0 0-16,0 0 15,0 0-15,0 0 16,0 0-16,0 0 16,0 0-1,-2 6-15,2-6 16,0 0-16,0 0 15,0 0-15,0 0 16,-3 7-16,3-7 16,-5 7-16,5-7 15,-7 11-15,2-4 16,-1 0-16,0 2 16,0-1-1,0 0-15,1-1 16,5-7-16,-8 10 15,8-10-15,0 0 16,0 0-16,-3 6 16,3-6-16,18 6 15,10-5-15,4-1 16,1-2-16,-4 0 16,-4 2-1,-4-1-15,-4 0 16,-4 0-16,-2 0 15,-11 1-15</inkml:trace>
  <inkml:trace contextRef="#ctx0" brushRef="#br2" timeOffset="76514.83">12405 4882 0,'0'0'0,"0"0"0,0 0 15,0 0-15,-2 6 16,-3 6-1,-2 10-15,1 5 16,1 3-16,0 0 16,0 1-16,-1 1 15,2 0-15,1-3 16,2-4-16,0-6 16,0-3-16,1-5 15,-1-1 1,-3-2-16</inkml:trace>
  <inkml:trace contextRef="#ctx0" brushRef="#br2" timeOffset="77065.02">12259 5025 0,'0'0'0,"0"0"16,2-3-16,-2 3 15,6-13-15,-2 4 16,-1 0-16,3-1 16,3 1-16,8 2 15,6 0-15,4 1 16,0 4 0,-2 1-16,-4 4 15,-1 2-15,-1 3 16,-4 1-16,-5 1 15,-2 4-15,-4 4 16,-4 3-16,-4 0 16,-5-1-16,-3 0 15,0-3-15,-2-2 16,5-6-16,2-2 16,7-7-16,-8 8 15,8-8 1,0 0-16,1 6 15,7 1-15,9 4 16,6 4-16,2 0 16,-2 0-16,-4-2 15,-1 0-15,-5 3 16,-4 1-16,-4-2 16,-3-2-1,-7-2-15,-6 1 16,-6 1-16,-5-2 15,-1-3-15,0-5 16,0-3-16,5-1 16,3-3-16,5 0 15,10 4-15,-16-13 16</inkml:trace>
  <inkml:trace contextRef="#ctx0" brushRef="#br2" timeOffset="78564.89">11838 5085 0,'0'-2'0,"0"2"0,0 0 16,-2-11-16,2 11 15,-2-7-15,2 7 16,0 0-1,-2-7-15,2 7 16,0 0-16,14-7 16,2 3-16,4-2 15,5-1-15,0 1 16,1-1-16,-1 0 16,-2-3-16,-2-1 15,-3-2-15,-5 0 16,-4 2-1,-3 0-15,-3 1 16,-5-3-16,-7-2 16,-8-1-16,-11 3 15,-3 4-15,-8 4 16,1 5-16,1 5 16,3 6-16,7 3 15,5 2-15,8 0 16,6 2-1,3 2-15,5-3 16,5 1-16,5-3 16,4-4-16,7-2 15,9-3-15,7-7 16,4-5-16,0-6 16,-5-1-16,-7 1 15,-7 2-15,-8 4 16,-14 6-1,16-6-15,-16 6 16,14 10-16,-8 9 16,1 6-16,-7 7 15,-3-1-15,-5 6 16,-6 2-16,-5-2 16,-5 3-16,-1-5 15,-4-2 1,-4 2-16,-1-4 15,-1-3-15,-1-3 16,3-6-16,2-5 16,1-5-16,3-6 15,5-3-15,5-3 16,2-1-16,5-5 16,2-6-16,2-1 15,7-5-15,5 1 16,5 0-16,4 2 15,1 5 1,0 6-16,1 3 16,5 6-16,2 4 15,1 6-15,-2 5 16,-3 2-16,0 2 16,1 2-16,-1-2 15,0 1-15,-3-5 16,-1-1-1,3-2-15,3-4 16,4-4-16,5-3 16,9-14-1</inkml:trace>
  <inkml:trace contextRef="#ctx0" brushRef="#br2" timeOffset="79231.27">12899 4898 0,'0'0'0,"0"0"0,0 0 0,0 0 0,0 0 16,0 0-16,0 0 15,7 2-15,9 3 16,8 2-16,4-1 15,-1-1 1,-4 0-16,0-3 16,1-1-16,2-1 15,1-1-15,-4 1 16,-5-1-16,-7 1 16,-11 0-16</inkml:trace>
  <inkml:trace contextRef="#ctx0" brushRef="#br2" timeOffset="79514.13">12817 5157 0,'0'0'0,"0"0"0,0 0 0,0 0 0,0 0 16,4 1 0,-4-1-16,24 5 15,2-1-15,12 1 16,6-5-16,-1-3 16,-6-1-16,-3-2 15,-1-3-15,-6 0 16,-3 1-16,-12 3 15</inkml:trace>
  <inkml:trace contextRef="#ctx0" brushRef="#br2" timeOffset="80282.17">13767 4589 0,'0'0'0,"0"0"0,2-2 16,-2 2-16,5-8 15,-5 8-15,3-12 16,1 3 0,-2-4-16,-4-3 15,-7-5-15,-9-5 16,-8 2-16,-3 1 16,-1 4-16,4 7 15,0 3-15,1 3 16,-1 3-16,4 5 15,-1 5-15,1 10 16,1 8 0,2 8-16,3 7 15,4 2-15,2 5 16,1 3-16,3 1 16,2 1-16,1-1 15,0 4-15,2-2 16,-1 1-16,1-1 15,0-2-15,0-1 16,-4-4-16,3-4 16,-3 2-1,1-3-15,0 0 16,2 0-16,6-5 16,6-5-16,6-1 15,3-4-15,15-3 16,7-4-16,2-7 15,35-22 17</inkml:trace>
  <inkml:trace contextRef="#ctx0" brushRef="#br2" timeOffset="80865">13981 4827 0,'0'0'0,"0"0"0,2-3 16,-2 3-16,0 0 15,0 0-15,0 0 16,2-7 0,-2 7-16,-13 0 15,-1 1-15,-1 3 16,-2 2-16,1 2 16,2 2-16,4 2 15,1 0-15,3 4 16,4-1-16,3-1 15,7-1-15,5-4 16,7-1-16,6-4 16,3-5-1,1-10-15,6-4 16,-3-9-16,-3-2 16,-7 2-16,-6-3 15,-8 1-15,-6 0 16,-5 3-16,-7 3 15,-5 4-15,-7 1 16,-3 5-16,0 6 16,1 4-1,1 8-15,2 6 16,-1 4-16,1 4 16,4-2-16,2 14 31</inkml:trace>
  <inkml:trace contextRef="#ctx0" brushRef="#br2" timeOffset="81147.89">13859 5215 0,'0'0'0,"0"0"15,0 0-15,0 0 16,0 0-16,0 0 16,0 0-1,3 1-15,-3-1 16,18 7-16,1 0 16,2-3-16,7-4 15,1-4-15,5-6 16,-4-3-16,-18-13 31</inkml:trace>
  <inkml:trace contextRef="#ctx0" brushRef="#br2" timeOffset="81381.2">14230 5179 0,'0'0'0,"0"0"15,-1 2-15,1-2 16,-2 13-16,1 1 16,-2 11-1,-2 3-15,2-3 16,0-1-16,-1-5 16,2-1-16,-2 5 15,0-6-15</inkml:trace>
  <inkml:trace contextRef="#ctx0" brushRef="#br2" timeOffset="81864.82">14766 4543 0,'0'0'0,"0"0"16,0 0-16,0 1 15,0-1-15,0 0 16,0 13-16,0 0 16,0 5-16,0 3 15,0 9-15,0 0 16,0-1 0,-1 1-16,0 1 15,-1 1-15,1 0 16</inkml:trace>
  <inkml:trace contextRef="#ctx0" brushRef="#br2" timeOffset="82347.55">14786 5295 0,'0'0'0,"0"0"0,0 0 16,0 0-1,-5 6-15,-1 4 16,-7 9-16,-2 3 16,-2 3-16,0-3 15,4-3-15,3-3 16,3-1-16,5 0 15,4 0-15,4-4 16,7-1-16,8-3 16,4-2-16,5-7 15,-3-7-15,-5-1 16,-2-4 0,-4-2-16,-6-4 15,-3-2-15,-8-3 16,-7-1-16,-5 3 15,-4 0-15,-4 6 16,0 2-16,0 4 16,2 3-16,5 2 15,4 2-15,10 4 16</inkml:trace>
  <inkml:trace contextRef="#ctx0" brushRef="#br2" timeOffset="82881.86">14963 4415 0,'0'0'0,"0"0"16,2-3-16,-2 3 16,11-6-16,3 2 15,12 4-15,10 8 16,2 4 0,-3 3-16,-6 2 15,-3 2-15,-3 4 16,-3 5-16,-2 2 15,-3 5-15,-5 10 16,-3 8-16,-4 8 16,-4 10-16,-2-1 15,-2 6 1,-1 2-16,1-2 16,-1 3-16,1-4 15,1-5-15,-1-2 16,4-4-16,2-3 15,2-6-15,1-7 16,-1-5-16,-1-5 16,0-7-16,-2-7 15,-2-6 1,-2-4-16,-4-2 16,-11 0-16,-15-8 15,-25-16-15,-27-29 16</inkml:trace>
  <inkml:trace contextRef="#ctx0" brushRef="#br1" timeOffset="89065.47">402 5779 0,'0'0'0,"0"0"0,0 0 15,0 0-15,4-2 16,8-3 0,15-6-16,17-6 15,2 5-15,5 2 16,5 3-16,1 0 16,8 1-16,3 0 15,-1 0-15,4 0 16,0 1-16,4-1 15,2 1-15,4-2 16,1 0 0,5-1-16,3-2 15,3 0-15,3-1 16,6 0-16,-2 0 16,1 2-16,-7 2 15,-2 0-15,1 0 16,-2 0-16,4 1 15,-1-1-15,4-2 16,0-1-16,3 0 16,2 0-1,-1 2-15,3 7 16,-1 2-16,0 2 16,2 0-16,5 0 15,-1 0-15,8 1 16,-4-1-16,6 0 15,2 1-15,-6-2 16,9 3 0,-9 0-16,6 0 15,0 3-15,-2-1 16,6 4-16,0 0 16,-2-2-16,7 1 15,-4-1-15,2 1 16,1-4-16,0-2 15,-3-3-15,4-2 16,-3-1 0,2 0-16,0 1 15,-6-1-15,3 0 16,-3 3-16,3 2 16,-5 0-16,4-1 15,-1 2-15,0-1 16,2 0-16,1-1 15,-4 1 1,1-1-16,4 0 16,-8-1-16,6 1 15,-6 0-15,2 1 16,2 1 0,3 2-16,-3-1 0,1 0 15,1-1-15,1-4 16,4-4-1,5-1 1,-7 0-16,1 0 0,-4 0 16,-7 1-16,0 0 15,-8 0-15,3 0 16,-1 0-16,-3-1 16,2 2-16,-6-1 15,3 0-15,-1 0 16,-2 2-16,1 2 15,-6 1-15,6 2 16,-4 0 0,-5 0-16,5-1 15,-2 1-15,-3-1 16,2 0-16,-10 0 16,1 0-16,-1 0 15,-1 6-15,0 2 16,-9-2-16,2 1 15,-6-3-15,3 0 16,-4 0-16,0-1 16,-3 0-16,-2-1 15,3 2 1,-3-2-16,-1 0 16,-2 3-16,-3-2 15,-3 0-15,3-2 16,-5-2-16,-1 0 15,-3 0-15,2 2 16,3 2-16,8-2 16,-1 3-1,-3 0-15,-3 1 16,0-1-16,0-1 16,1 1-16,-4-1 15,-4 0-15,-1-2 16,-3-1-16,-1 0 15,-3-2-15,1-1 16,1 0-16,-1 1 16,0-2-1,-5 1-15,1-3 16,-3-1-16,-4 0 16,-2 0-16,-5 1 15,-2 0-15,-2 1 16,-1-1-16,-3 2 15,-3 0-15,-4-1 16,-5 2-16,-10 1 16,10-2-1,-10 2-15,0 0 16</inkml:trace>
  <inkml:trace contextRef="#ctx0" brushRef="#br1" timeOffset="90548.07">767 5993 0,'0'0'0,"0"0"0,0 0 0,0 0 16,0 5-16,0 2 15,0 8-15,0 5 16,2 5 0,1 2-16,2 4 15,2-1-15,-2-1 16,1 1-16,0-2 15,-1-1-15,0-1 16,-1-7-16</inkml:trace>
  <inkml:trace contextRef="#ctx0" brushRef="#br1" timeOffset="90848.94">766 6230 0,'0'0'0,"0"0"0,0 0 16,0 0-16,0 0 16,2-2-1,-2 2-15,16-16 16,0-2-16,6-5 15,6-4-15,2-3 16,-1 2-16,-2 2 16,-4 4-16,-5 5 15,-4 4-15,-3 3 16,-11 10 0,8-8-16</inkml:trace>
  <inkml:trace contextRef="#ctx0" brushRef="#br1" timeOffset="91065.2">879 6132 0,'0'0'0,"0"0"15,0 0-15,-1 1 16,1-1-16,0 0 16,0 9-1,2-2-15,2 4 16,4 1-16,9 5 15,6 1-15,3-2 16,4-3-16,2-1 16,5 0-16,-2 0 15,0-1-15</inkml:trace>
  <inkml:trace contextRef="#ctx0" brushRef="#br1" timeOffset="91331.76">1317 6008 0,'0'0'0,"0"2"15,0-2-15,0 0 16,1 11-16,0 0 15,0 8-15,4 10 16,2 3-16,2 4 16,1-4-16,0 0 15,0-3-15,0-3 16,2 2 0</inkml:trace>
  <inkml:trace contextRef="#ctx0" brushRef="#br1" timeOffset="99530.5">1566 6398 0,'0'0'0,"0"0"0,0 0 0,0 0 16,0 1-16,0-1 15,0 0-15,0 0 16,10 4-16,-10-4 16,0 0-16,14 0 15,-14 0-15,13-6 16,-13 6-16,20-15 16,-9 2-1,0-4-15,0-3 16,-3-1-16,-2-2 15,-1-2-15,0 0 16,-1 1-16,1 2 16,-1 2-16,1 1 15,2-1 1,3 1-16,3-1 0,6-1 16,5 0-1,3 2-15,5 1 16,4 3-16,3 2 15,-1 3-15,-4 2 16,6 1-16,4-2 16,-1 3-16,-2 0 15,-4 2-15,3 0 16,-1 1-16,-3 0 16,-3 4-1,-5 2-15,2 0 16,2 2-16,-2-2 15,-1 0-15,-5 0 16,-7 0-16,0-1 16,-3 1-16,-1-2 15,-4 2-15,-9-3 16,13 0-16,-13 0 16,0 0-16,0 0 15,10 0 1,-10 0-16,0 0 15,0 0-15,-1-8 16,-4 1-16,-2-4 16,-5-2-16,-3 1 15,-1-1-15,-2 1 16,0 0-16,3 2 16,1 0-16,3 3 15,11 7 1,-14-10-16,14 10 15,0 0-15,-9-6 16,9 6-16,0 0 16,0 0-16,0 0 15,0 0-15,0 0 16,15 5-16,-1-1 16,2 4-1,2 0-15,-3 0 16,-3 0-16,-1 2 15,-2 2-15,-2 2 16,-2 2-16,-5 1 16,-6 4-16,-6 5 15,-7-1-15,-4 0 16,1-7-16,1 0 16,2-5-1,3-1-15,3-1 16,4-5-16,9-6 15,-13 11-15,13-11 16</inkml:trace>
  <inkml:trace contextRef="#ctx0" brushRef="#br1" timeOffset="99882.6">2802 5838 0,'0'0'0,"0"0"16,0 0-16,0 0 15,0 0-15,1 5 16,1 4-16,0 7 16,1 5-16,0 5 15,-1 4-15,1 0 16,-1 1-16,1-4 16,-2-3-16,1-1 15,-2 1-15,-2 0 16</inkml:trace>
  <inkml:trace contextRef="#ctx0" brushRef="#br1" timeOffset="100497.99">2834 5911 0,'0'0'0,"0"-2"0,0 2 16,0-11-16,-2-1 15,0 0-15,1 0 16,-1-2-16,1 4 16,2 1-16,5-5 15,5-3 1,5 0-16,2 5 15,-1 2-15,-1 3 16,2 2-16,-2 2 16,1 3-16,2 5 15,1 3-15,-2 3 16,-4 1-16,-4 3 16,-5 1-16,-2 2 15,-9 5 1,-6 2-16,-3-1 15,-2-2-15,2-4 16,0-4-16,1-2 16,0-4-16,-2 0 15,0-2-15,3-2 16,1 0-16,12-4 16,0 0-16,0 0 15,0 0 1,0 0-16,0 0 15,15 9-15,5-3 16,6 1-16,4 3 16,-1 0-16,2 4 15,-2-1-15,-3 2 16,-1 0-16,-3-1 16,-1-1-16,-3 2 15</inkml:trace>
  <inkml:trace contextRef="#ctx0" brushRef="#br1" timeOffset="101614.62">1637 6500 0,'0'0'0,"0"0"16,0 0-1,2 2-15,-2-2 16,13 12-16,2 3 16,4 4-16,2 1 15,3 0-15,1-5 16,5-1-16,10-2 16,6-2-16,3-4 15,1-2-15,-1-1 16,3-2-1,-1-3-15,2 0 16,-4 0-16,-1-1 16,-5-1-16,-2 0 15,-1-1-15,0 1 16,-1 0-16,-6 1 16,-6 0-16,-5 3 15,-3 0-15,-2 0 16,-4 1-1,-13-1-15,15 2 16,-15-2-16,0 0 16,0 0-16,0 0 15,0 0-15,0 0 16,-2-6-16,-8-2 16,-6-1-16,-2-2 15,-2 2-15,-2 1 16,3 2-16,5 2 15,3 1 1,11 3-16,-11-3 16,11 3-16,0 0 15,0 0-15,0 0 16,14 8-16,5 0 16,4 0-16,-1-1 15,4 0-15,1 2 16,0-1-16,-5-2 15,-7-1 1,-15-5-16,11 15 16,-12-2-16,-2 4 15,-10 5-15,-3 2 16,-3 1-16,1-3 16,5-7-1</inkml:trace>
  <inkml:trace contextRef="#ctx0" brushRef="#br1" timeOffset="102165.05">2874 6494 0,'0'0'0,"0"0"0,0 0 16,0 0-16,-2 1 16,2-1-16,0 0 15,-6 9-15,0 0 16,-2 3-16,-2 4 15,0 4 1,2 3-16,4 1 16,1-1-16,3-2 15,3-1-15,0-3 16,2-1-16,4 1 16,4-4-16,1-2 15,2-3-15,-4-3 16,1-1-16,-1-2 15,-2-1 1,-10-1-16,14 0 16,-14 0-16,12-1 15,-12 1-15,11 1 16,-11-1-16,12 16 16,-3 2-16,0 9 15,-4 4-15,-3 4 16,-3-3-16,-3 0 15,-3 7 17,0 0-32</inkml:trace>
  <inkml:trace contextRef="#ctx0" brushRef="#br1" timeOffset="103280.91">1667 6588 0,'0'0'0,"0"0"0,-3 2 15,-1 8-15,0 8 16,-1 14-16,1 5 15,1 3 1,3 1-16,1 1 0,2 4 16,1 1-1,0 0-15,0-1 16,2-2-16,2-5 16,4 1-16,2-2 15,2-2-15,1-3 16,1-4-16,5-1 15,3-2-15,10-1 16,1-3 0,3-4-16,5-3 15,5-3-15,4-5 16,0-3-16,0-2 16,-1-3-16,-1-1 15,2 0-15,-2 1 16,-5 0-16,-5 1 15,-5 0-15,-9 0 16,-4 0 0,-2 0-16,-4 0 15,-2 0-15,-5 0 16,-1 0-16,-10 0 16,12-3-16,-12 3 15,0 0-15,6-10 16,-6 10-16,-8-12 15,-4 4-15,-5-1 16,-1 2 0,2 2-16,2 0 15,2 1-15,12 4 16,-12-3-16,12 3 16,0 0-16,0 0 15,0 0-15,4 12 16,4-2-16,5 1 15,6-2-15,5 3 16,1 0 0,-2-3-16,-4-1 15,-8-2-15,-2 1 16,-3 5-16,-3 3 16,-4 1-16,-4 3 15,-2 2-15,-9 7 31,-7 5-31,8-10 16,7-11-16</inkml:trace>
  <inkml:trace contextRef="#ctx0" brushRef="#br1" timeOffset="104215.07">2931 7386 0,'0'0'0,"0"0"16,0 0-16,0 0 15,0 0-15,-1 5 16,0 4-16,0 7 15,-2 8-15,1 5 16,-1 3-16,2 1 16,0-5-1,2-2-15,-1-1 16,1 0-16,-1-3 16,1-1-16,0-4 15,1 0-15,-1 0 16,1-7-16,-2-2 15,0-8-15,0 0 16,2 6-16,-2-6 16,0 0-1,-2-19-15,-1-4 16,0-3-16,1-2 16,-2-1-16,0-1 15,2 1-15,-1 3 16,5-1-16,2 2 15,3 4-15,-1 4 16,2 3-16,2 3 16,3 0-16,3 0 15,7 3 1,2 2-16,-1 4 16,-5 4-16,-6 3 15,-1 0-15,-3 1 16,-3 5-1,-1 2-15,-7 7 0,-5 5 16,-5 0-16,-1-3 16,-3-1-16,1-3 15,0-3 1,5-4-16,2-3 16,8-8-16,-7 9 15,7-9-15,0 0 16,0 0-16,0 0 15,12 10-15,16-5 16,0-3-16,-5-3 16,-2 0-1,0-1-15,0 2 16,-2-1-16,-2 2 16,-5 2-16,-6 5 31,-6 8-31,-12 13 15,-14 7-15,-7-6 16,-6-3-16,-4-3 16,0-3-1,0-6-15,1-4 16,-1-6-16,5-5 16,4-4-16</inkml:trace>
  <inkml:trace contextRef="#ctx0" brushRef="#br1" timeOffset="105697.61">1256 3999 0,'0'0'0,"0"0"16,0 0-16,3 0 15,-3 0 1,32 3-16</inkml:trace>
  <inkml:trace contextRef="#ctx0" brushRef="#br1" timeOffset="119830.33">3425 5981 0,'0'0'0,"0"0"0,0 0 0,2-1 16,-2 1-16,20-5 15,-1 1 1,2 0-16,2-1 16,1-1-16,1 0 15,3 3-15,2 1 16,0 2-16,-1 0 15,-1 0-15,0 0 16,0 0-16,-2 0 16,-8 0-16,-5 0 15</inkml:trace>
  <inkml:trace contextRef="#ctx0" brushRef="#br1" timeOffset="120131.66">3480 6181 0,'0'0'0,"0"0"15,0 0-15,0 0 16,-3 0-16,3 0 15,0 0-15,0 0 16,0 0-16,11 2 16,3 0-16,8 0 15,6-3-15,6-3 16,2-1 0,0-1-16,1-3 15,-3 4-15,-3-2 16,1 0-16</inkml:trace>
  <inkml:trace contextRef="#ctx0" brushRef="#br1" timeOffset="120914.42">4255 5801 0,'0'0'0,"0"0"16,0 0-16,0-3 16,0 3-16,0 0 15,0 0 1,1-6-16,-1 6 16,0 0-16,14-6 15,-4 1-15,2 2 16,0 2-16,0 1 15,3 4-15,-1 1 16,-2 2-16,-2 1 16,-3 2-16,-3 3 15,-3 3 1,-5 6-16,-4 3 16,-3 1-16,-2-1 15,3-6-15,-1-1 16,3-4-16,0-3 15,1-1-15,3-2 16,4-8-16,-6 9 16,6-9-16,0 0 15,-2 6-15,2-6 16,0 0 0,22 12-16,3-9 15,5-4-15,5-3 16,0-1-16,1 0 15,-2 0-15,-5 1 16</inkml:trace>
  <inkml:trace contextRef="#ctx0" brushRef="#br1" timeOffset="121432.67">3354 6684 0,'0'0'0,"0"0"0,0 0 16,0 0-16,-2-2 15,2 2-15,0 0 16,0 0 0,0 0-16,8 7 15,2-1-15,7-2 16,7-3-16,7-3 15,3-3-15,0 0 16,-1-1-16,-5 1 16,-7 2-16</inkml:trace>
  <inkml:trace contextRef="#ctx0" brushRef="#br1" timeOffset="121664.6">3294 6939 0,'0'0'0,"0"0"16,0 0-16,0 0 15,2 0-15,8-1 16,14-1-16,9-4 15,4-5-15,6-5 16,2-1-16,-1-1 16</inkml:trace>
  <inkml:trace contextRef="#ctx0" brushRef="#br1" timeOffset="124414.99">8358 4112 0,'0'0'0,"0"0"0,0 0 15,0 0-15,0 0 16,-3 1-16,3-1 16,0 0-16,12 3 15,5 4-15,10-2 16,6-2-16,7 0 16,6-2-16,3-2 15,5-1-15,3 0 16,4-2-1,1 2-15,2 0 16,0-1-16,1 0 16,4 2-16,-8-1 15,2 0-15,-2 0 16,-3 1-16,-4 2 16,-2 1-16,-6 0 15,-6 0-15,-5-2 16,-10 1-1,-5-1-15,-7 1 16,-13-1-16,14 0 16,-14 0-16,0 0 15,0 0-15,0 0 16,0 0-16,0 0 16,-4 9-16,-19 3 15,-17 2-15,-8-4 16,-7 0-16,-7-4 15,-4 0 1,-7-3-16,-4 0 16,0-2-16,2 0 15,4-1-15,5 1 16,1 0-16,4-2 16,1 1-16,6-1 15,3 0-15,8-1 16,6 0-1,6 1-15,6-1 16,8 2-16,5-2 16,12 2-16,-13 0 15,13 0-15,0 0 16,0 0-16,0 0 16,0 0-16,7-6 15,23-2-15,19 0 16,5 3-1,5 3-15,3 0 16,2 2-16,0-1 16,1 1-16,-1 0 15,-3 0-15,-2 0 16,-2 0-16,-6-2 16,-5 1-16,-7-2 15,-3 1-15,-7 0 16,-3 0-1,-8 1-15,-7 0 16,-11 1-16,10 0 16,-10 0-16,0 0 15,0 0-15,0 0 16,0 0-16,0 0 16,0 0-16,-19-3 15,-1 0-15,-1 1 16,-1 0-16,-1-1 15,-3 0 1,0-1-16,4 0 16,6 0-16,16 4 15,-15-3-15,15 3 16,0 0-16,0 0 16,0 0-16,0 0 15,-9-6-15,9 6 16,0 0-16,14-15 15,8 3 1,10 0-16,-1 2 16,0 1-16,-5 3 15,-3 1-15,-9 2 16,-14 3-16,15-3 16,-15 3-16,0 0 15,0 0-15,-9 9 16,-22 8-16,-25 0 15,-9-1 1,-1-3-16,1-3 16,3-3-16,7-3 15,3 0-15,7-3 16,7-1-16,9 0 16,7-1-16,9 0 15,13 1-15,-12 0 16,12 0-16,0 0 15,0 0 1,0 0-16,0 0 16,5-10-16,25-2 15,14-2-15,2 3 16,1 4-16,-4 0 16,-4 2-16,-10 2 15,-5 1-15,-8 1 16,-5 0-16,-11 1 15,0 0 1,10-1-16,-10 1 16,0 0-16</inkml:trace>
  <inkml:trace contextRef="#ctx0" brushRef="#br1" timeOffset="124647.46">8945 4062 0,'0'0'0,"0"0"0,0 0 0,0 0 15,0 0 1,0 0-16</inkml:trace>
  <inkml:trace contextRef="#ctx0" brushRef="#br1" timeOffset="127014.74">9391 2748 0,'1'-1'0,"-1"1"0</inkml:trace>
  <inkml:trace contextRef="#ctx0" brushRef="#br1" timeOffset="136514.66">10367 1542 0,'0'0'0,"0"0"0,0 0 0,0 0 16,1-3-16,-1 3 16,0 0-1,0 0-15,10-4 16,-10 4-16,0 0 15,0 0-15</inkml:trace>
  <inkml:trace contextRef="#ctx0" brushRef="#br1" timeOffset="138647.26">4173 6530 0,'0'0'0,"0"0"0,0 0 15,0 0-15,0 0 16,0 0-16,1-2 15,-1 2 1,10-7-16,0 0 16,4-1-16,2 0 15,2 3-15,2 2 16,-3 3-16,-2 2 16,-4 2-16,-2 4 15,-2 5-15,-4 6 16,-4 6-1,-6 2-15,-6 6 16,-4 0-16,-2-1 16,0-3-16,2-5 15,1-3-15,1-3 16,2-4-16,3-3 16,3-3-16,7-8 15,-9 10 1,9-10-16,0 0 15,-6 6-15,6-6 16,0 0-16,0 0 16,0 0-16,0 0 15,0 0-15,12 3 16,12-4-16,9-5 16,2-2-16,2-3 15,2 0-15,-2 0 16,1 0-1,-1 1-15,-3 1 16,0 3-16</inkml:trace>
  <inkml:trace contextRef="#ctx0" brushRef="#br1" timeOffset="139831.57">10550 1211 0,'0'0'0,"0"-3"0,0 3 16,-5-10-16,1 0 15,-1-1 1,-4-1-16,-8 2 16,-8 2-16,-6 5 15,-12 2-15,-3 5 16,-3 4-16,3 4 16,4 3-16,3 3 15,5 3-15,2 2 16,3 4-16,5 4 15,5 2 1,2 4-16,6 2 16,4 1-16,5 1 15,4-3-15,6 0 16,4-5-16,4-3 16,6-1-16,4-6 15,6-2-15,4-4 16,4-5-16,5-5 15,0-5 1,1-5-16,-2-6 16,1-4-16,-1-8 15,0-5-15,1-11 16,-4-3-16,-3-2 16,-7-2-16,-6-1 15,-11 0-15,-7 3 16,-10 2-16,-7 5 15,-9-2 1,-7 6-16,-7 0 16,-12 5-16,-6 9 15,-2 7-15,0 8 16,7 7-16</inkml:trace>
  <inkml:trace contextRef="#ctx0" brushRef="#br1" timeOffset="140947.84">9541 1896 0,'0'0'0,"0"-2"0,0 2 16,0 0-16,-5-12 15,2 4-15,-4-2 16,0-3-16,-3 1 16,-1 0-16,-3 0 15,-2 2-15,-2 0 16,-3 1-16,-2 2 15,-2 2-15,-5 4 16,0 5 0,-3 2-16,-1 5 15,0 4-15,1 3 16,1 3-16,2 3 16,3 3-16,4 0 15,4 2-15,4 0 16,3 1-16,4 4 15,5-1-15,5 1 16,5 0 0,6-3-16,4 0 15,6 0-15,6-4 16,4-1-16,3-4 16,7-4-16,0-4 15,3-5-15,0-4 16,1-5-16,1-3 15,-2-6-15,0-4 16,1-6 0,-4-3-16,2-5 15,-6-4-15,-4-4 16,-7-5-16,-7 0 16,-8-1-16,-5 1 15,-11 0-15,-9-1 16,-9 0-16,-12 4 15,-12 2-15,-11 5 16,-3 8 0,0 9-16,2 6 15,9 6-15,6 3 16</inkml:trace>
  <inkml:trace contextRef="#ctx0" brushRef="#br1" timeOffset="141680.49">9330 2765 0,'0'0'0,"-2"-3"0,2 3 15,-7-14-15,1 5 16,-1 0-16,-4 3 16,-8 3-1,-6 3-15,-7 7 16,-2 5-16,0 4 16,2 3-16,4 1 15,3 2-15,3 3 16,2 3-16,4 5 15,6-1-15,6 4 16,6 0-16,5 1 16,8-1-1,8-1-15,7-3 16,5-6-16,3-8 16,5-7-16,1-7 15,0-6-15,-1-8 16,0-5-16,0-6 15,-5-9-15,-2-3 16,-6-8-16,-4-7 16,-6-3-1,-9-1-15,-7 1 16,-11 2-16,-10 2 16,-5 4-16,-13 7 15,-9 7-15,-6 9 16,-5 9-16,0 6 15,1 10-15,6 9 16,-2 3-16</inkml:trace>
  <inkml:trace contextRef="#ctx0" brushRef="#br1" timeOffset="142347.14">8699 3498 0,'0'0'0,"-2"-3"0,2 3 16,0 0-16,-18-9 15,1 3-15,-11 5 16,-9 5-16,-1 3 15,1 8-15,-1 3 16,2 5-16,-1 5 16,3 1-1,4 0-15,3 4 16,4 2-16,7 4 16,5 1-16,5-4 15,8-3-15,6 1 16,8 2-16,7-1 15,7-4-15,4-4 16,7-7-16,5-6 16,3-8-16,3-8 15,0-8 1,2-12-16,-3-8 16,-2-9-16,-4-6 15,-4-13-15,-4-6 16,-7-1-16,-9 4 15,-8 8-15,-11 2 16,-8 8 0,-10 1-16,-9 5 0,-14 3 15,-12 4 1,-16 13-16,-11 11 16,-16 20-16</inkml:trace>
  <inkml:trace contextRef="#ctx0" brushRef="#br1" timeOffset="143198.71">3426 7537 0,'0'0'0,"0"0"15,-3-1-15,3 1 16,0 0 0,0 0-16,0 0 15,0 0-15,0 0 16,14-12-16,14 1 15,4 0-15,4 4 16,-2 1-16,-9 2 16,-8 0-16</inkml:trace>
  <inkml:trace contextRef="#ctx0" brushRef="#br1" timeOffset="143397.01">3461 7695 0,'0'0'0,"0"0"15,0 0-15,-1 1 16,1-1 0,0 0-16,0 0 15,18 3-15,14-10 16,10-5-16,10-7 15,-3 0-15</inkml:trace>
  <inkml:trace contextRef="#ctx0" brushRef="#br1" timeOffset="150448.07">4027 7513 0,'0'0'0,"0"0"0,0 0 16,-2-2-16,2 2 15,0 0-15,0 0 16,0 0-16,15-10 15,5 5-15,7 1 16,5 1-16,3 1 16,0 0-16,3 0 15,1-4 1</inkml:trace>
  <inkml:trace contextRef="#ctx0" brushRef="#br1" timeOffset="150730.1">4495 7239 0,'0'0'0,"0"0"0,0 1 15,0-1-15,0 0 16,2 13-16,1 2 16,2 11-16,0 4 15,0 5-15,-1 2 16,1 4-16,0 7 16</inkml:trace>
  <inkml:trace contextRef="#ctx0" brushRef="#br1" timeOffset="154330.24">4874 5990 0,'0'0'0,"0"0"0,0 0 0,0 0 0,0 0 15,1 2-15,-1-2 16,15 12-16,3 0 15,4 3 1,3 1-16,3 1 16,1 1-16,1 1 15,1 1-15,1-2 16,2 2-16,-1-2 16,0-1-16,0 0 15,2 1-15,-2-1 16,0 0-1,-2-2-15,-2 0 16,-2-1-16,-4 1 16,-2 0-16,-4 0 15,-3 2-15,-3 2 16</inkml:trace>
  <inkml:trace contextRef="#ctx0" brushRef="#br1" timeOffset="154781.57">4785 6744 0,'0'0'0,"0"0"15,0 0-15,0 0 16,8-1-16,7 0 16,13-3-16,6 0 15,2 0-15,3 0 16,3-2-1,3 0-15,2-3 16,-1-2-16,0 0 16,2-3-16,-4 2 15,-2 1-15,-4 1 16,-8 1-16,-1 2 16,-6 1-16,-1 2 15,-5 2-15,-1 1 16,-5 2-1,-11-1-15,10 9 32</inkml:trace>
  <inkml:trace contextRef="#ctx0" brushRef="#br1" timeOffset="155497.1">4968 7382 0,'0'0'0,"0"0"0,0 0 0,0 0 0,0 0 15,0 0-15,0 0 16,0 0-16,0-2 16,0 2-16,3-7 15,1-1-15,2-3 16,3-5-16,3-7 15,3-4-15,1-1 16,2-4 0,1-2-16,4-6 15,4-1-15,-1 4 16,3 2-16,1 2 16,0 2-16,2 0 15,1 0-15,-1 4 16,-1 1-16,-1 4 15,-4 3-15,-1 1 16,-2 3 0,-2 1-16,-5 4 15,-4 3-15,-12 7 16,15-10-16,-15 10 16,0 0-16,10-6 15,-10 6-15,0 0 16,0 0-16,0 0 15,0 0 1,0 0-16,0 0 16,0 0-16,0 0 15,10-1-15,-10 1 16,0 0-16,0 0 16,0 0-16,0 0 15,12-5-15</inkml:trace>
  <inkml:trace contextRef="#ctx0" brushRef="#br1" timeOffset="156463.98">5546 6353 0,'0'0'0,"0"0"16,0 0-16,0 0 15,0-2-15,0 2 16,0 0-16,0 0 15,0 0 1,0 0-16,0 0 16,0 0-16,0 0 15,5 12-15,-2-1 16,1 3-16,-2 2 16,0 3-16,0 2 15,-1 1-15,1 1 16,0 0-16,0-1 15,-1 0-15,0 0 16,1-1-16,-1 0 16,1 0-1,-1 0-15,1-2 16,-2-2-16,1-2 16,1-2-16,0-2 15,-1-2-15,0-1 16,0-2-16,-1-6 15,2 11-15,-2-11 16,2 11-16,0-3 16,-2-8-1,3 10-15,-3-10 16,2 10-16,-2-10 16</inkml:trace>
  <inkml:trace contextRef="#ctx0" brushRef="#br1" timeOffset="156914.06">5543 6527 0,'0'0'0,"0"0"0,0 0 0,0 0 15,0 0-15,0 0 16,0 0-16,0 0 16,6 2-16,6 1 15,8 2-15,6-1 16,5 0-16,1-4 15,4-1-15,2-2 16,-1 1-16,0-3 16,1 1-1,-4-2-15,0 3 16,-2-1-16,1-1 16,-3 2-16,-3 1 15,-4 0-15,-2 1 16,-4 1-16,-4 1 15,-4 0-15,-9-1 16,10 1-16</inkml:trace>
  <inkml:trace contextRef="#ctx0" brushRef="#br1" timeOffset="157281.4">6016 6358 0,'0'0'0,"0"0"0,0 0 16,0 0-16,0 0 16,0 0-16,0 0 15,2 4-15,-2-4 16,17 14-16,-2-2 15,5 5-15,-1-3 16,1 1-16,-1-2 16,-1 0-16,-1-2 15,-3 0 1,0-3-16,-3 0 16,-2 2-16,-4 0 15,-4 6-15,-5 6 16,-11 5-16,-11 7 15,-10 4-15,-3-9 16</inkml:trace>
  <inkml:trace contextRef="#ctx0" brushRef="#br1" timeOffset="160315.42">6510 6245 0,'0'0'0,"0"0"15,0 0-15,0 0 16,0 0-16,0 0 15,0 0-15,3 0 16,-3 0-16,11-2 16,-11 2-16,21-5 15,-8 3-15,2 0 16,1 1-16,0-1 16,2 2-1,-2 3-15,-2 1 16,0 3-16,-1 4 15,-1 4-15,-3 3 16,-1 5-16,-5 4 16,-2 1-16,-4-2 15,-3 0-15,0-2 16,0-4-16,-2-2 16,2-3-16,0-3 15,1-1 1,0-3-16,2-1 15,3-7-15,-7 11 16,7-11-16,0 0 16,-5 7-16,5-7 15,0 0-15,0 0 16,0 0-16,0 0 16,0 0-1,17 10-15,-3-3 16,2 0-16,1 1 15,-2 1-15,0 2 16,1 3-16,-2 2 16,1 1-16,-4 2 15,-3 2-15,-3 1 16,-4 0-16,-3-1 16,-2-2-16,-5 0 15,-3-2-15,-5 1 16,-6-4-1,-2-2-15,-5-4 16,-3-6-16,-1-3 16,-5-5-16,-1-3 15,1 0-15,4-1 16</inkml:trace>
  <inkml:trace contextRef="#ctx0" brushRef="#br1" timeOffset="167947.51">7350 5513 0,'0'0'0,"0"0"0,0 0 0,0 0 15,-1 4 1,1-4-16,-3 15 15,1 4-15,-1 13 16,2 5-16,1 7 16,2 7-16,0 5 15,0 5-15,0 1 16,0 6-16,0 3 16,1 4-1,-1 4-15,1 7 16,-1-1-16,0 4 15,0 3-15,0-1 16,1 6-16,0-6 16,3 2-16,1-4 15,-2 0-15,2-5 16,-1-2-16,-1-3 16,1-2-16,2-1 15,0-4 1,0-2-16,1-3 15,1 1-15,0-4 16,-1-3-16,2 2 16,-2-5-16,-1-1 15,1-2-15,-2-4 16,1-1-16,-2-1 16,1-8-16,-2-4 15,0-1 1,0-5-16,-2-3 15,-1-3-15,-1-5 16,-1-2-16,0-2 16,0-3-16,-1 2 15,-2-1-15,-9 0 16</inkml:trace>
  <inkml:trace contextRef="#ctx0" brushRef="#br2" timeOffset="170780.58">8052 5826 0,'0'0'0,"0"0"16,0 0-16,1 5 16,1 5-16,2 7 15,1 5-15,-1 4 16,2 2-16,0 1 15,0 2-15,0 1 16,0 2 0,1-1-16,-2-2 15,0 0-15,1 1 16,-1 0-16,0 1 16,0-6-16,-2-2 15,0-7-15,0-1 16,-2-6-16,0-3 15</inkml:trace>
  <inkml:trace contextRef="#ctx0" brushRef="#br2" timeOffset="171147.16">8020 6183 0,'0'0'0,"0"0"0,0 0 15,0 0-15,0 0 16,0-2-16,0 2 16,6-11-16,3-4 15,7-7-15,8-6 16,6-2-16,4 0 15,1 1-15,-2 3 16,-1 5-16,-5 2 16,-2 1-1,-2 3-15,-2 1 16,-1 4-16,-5 3 16,-2 2-16,-13 5 15,14-4-15,-14 4 16,0 0-16,-4 16 15</inkml:trace>
  <inkml:trace contextRef="#ctx0" brushRef="#br2" timeOffset="171398">8132 6051 0,'0'0'0,"0"0"15,0 0-15,0 0 16,0 1-16,0-1 15,0 0-15,0 0 16,4 9-16,-4-9 16,16 15-1,-2-5-15,3 1 16,4 2-16,1-2 16,1 0-16,-2-2 15,0-1-15,2 0 16,1-2-16,-1 1 15,-5-2-15</inkml:trace>
  <inkml:trace contextRef="#ctx0" brushRef="#br2" timeOffset="171947.04">8655 5968 0,'0'0'0,"0"0"0,0 0 0,0 0 0,0 0 16,4 0-16,-4 0 16,21 0-16,-7 1 15,0 1-15,0 3 16,1 2-16,-2 2 15,-4-1-15,-2 2 16,-1 2 0,-2 2-16,-3 3 15,-4 4-15,-6 4 16,-4 4-16,-2 0 16,-3 1-16,1-1 15,0-1-15,2-4 16,2-2-16,2-4 15,3-4-15,1-4 16,2-1-16,2-2 16,3-7-1,-4 7-15,4-7 16,0 0-16,-1 7 16,1-7-16,11 6 15,4-1-15,9-2 16,5-3-16,-1-2 15,-1-1-15,-3 1 16,-4 1-16,-3-1 16,-2 1-16,-2 0 15,-2 0 1,2 0-16</inkml:trace>
  <inkml:trace contextRef="#ctx0" brushRef="#br2" timeOffset="173147.17">9248 6475 0,'0'0'0,"0"0"0,0-2 16,0 2-16,-2-6 15,-2-1-15,0-2 16,-1-1-16,-1-3 16,0 0-16,1-4 15,0-1 1,3 0-16,0-3 16,2 1-16,2-2 15,3 1-15,1 2 16,1 2-16,3 1 15,3 1-15,7 0 16,6 2-16,7 2 16,3 3-16,1 4 15,3 1 1,3 1-16,-2 4 16,1-2-16,-6 3 15,0 0-15,1 0 16,-4 0-16,0-2 15,-8 1-15,-2-2 16,-4 1-16,-5 0 16,-2 0-16,-12-1 15,14 0 1,-14 0-16,0 0 16,0 0-16,0 0 15,3-11-15,-7 1 16,-5-2-16,-2-1 15,-1 2-15,1 2 16,4 3-16,7 6 16,-9-8-16,9 8 15,0 0 1,0 0-16,0 0 16,0 0-16,0 0 15,0 0-15,0 0 16,0 0-16,0 0 15,20 9-15,-3 0 16,3 1-16,-2 0 16,-2 2-1,-1 0-15,-5 3 16,-5-1-16,-2 2 16,-6 2-16,-7 2 15,-3 1-15,-4-4 16,3-5-16</inkml:trace>
  <inkml:trace contextRef="#ctx0" brushRef="#br2" timeOffset="173946.97">10128 6077 0,'0'0'0,"0"0"16,0 0-16,0 0 15,1 7-15,0 7 16,2 11-16,0 6 16,-1 4-1,1 2-15,-2 2 16,1-6-16,0-2 15,-2-6-15,1-4 16,1-6-16,-1-3 16,2-3-16,-3-9 15,3 8-15,-3-8 16,0 0 0,0 0-16,0 0 15,5-6-15,-5-5 16,-4-9-16,-4-4 15,-2-2-15,-1 0 16,0 1-16,0-1 16,1 1-16,0 3 15,3-3 1,3 1-16,5-1 16,3 3-16,2 4 15,1 1-15,6 1 16,2 2-16,5 2 15,3 4-15,-1 5 16,-1 4-16,-1 3 16,-3 3-16,-1 1 15,-5 2-15,-2 2 16,-4 2-16,-5 2 16,-3 4-1,-4-1-15,-3 0 16,0-4-16,2-5 15,2-2-15,6-8 16,-7 8-16,7-8 16,0 0-16,0 0 15,0 0-15,-7 7 16,7-7-16,9 16 16,6 0-1,8 4-15,6 4 16,3-1-16,0-2 15,-2 1-15,-2-3 16,-1 0-16,-4-2 16,-3 1-16,-7-2 15</inkml:trace>
  <inkml:trace contextRef="#ctx0" brushRef="#br2" timeOffset="174729.76">9339 6832 0,'0'0'0,"0"0"0,0 1 15,0-1-15,0 0 16,10 12-16,4 1 16,12 4-16,6-2 15,7 1 1,3-2-16,4-4 16,2-1-16,-1-5 15,-1-4-15,-5 0 16,0-1-16,-5-1 15,-2-2-15,-4 1 16,-3-1-16,-3 0 16,-6 1-16,-3 1 15,-5 0-15,-10 2 16,10-2-16,-10 2 16,0 0-1,0 0-15,-1-8 16,-7 0-16,-2 0 15,-2 1-15,2 1 16,10 6-16,-16-6 16,16 6-16,0 0 15,0 0-15,-11-3 16,11 3 0,0 0-16,0 0 15,0 0-15,9 11 16,0-1-16,2 2 15,-1 0-15,2 0 16,-4-2-16,-1-1 16,-5 0-16,-2 3 15,-4 1-15,-6 1 16,-7 5 0,-6-4-1</inkml:trace>
  <inkml:trace contextRef="#ctx0" brushRef="#br2" timeOffset="175313.87">10264 6754 0,'0'0'0,"0"0"0,0 2 15,0-2-15,0 0 16,-4 16-16,-4 1 16,-1 3-16,-3 4 15,1-1 1,-1 2-16,4 0 15,1-2-15,2 0 16,3-5-16,2-3 16,1-3-16,2-1 15,2-1-15,4 0 16,3-2-16,3-3 16,2-2-16,2-2 15,-1-2 1,-1-3-16,-2 0 15,-4-1-15,-11 5 16,13-6-16,-13 6 16,0 0-16,0 0 15,0 0-15,0 0 16,11 0-16,-11 6 16,0 6-16,0 5 15,0 4 1,0 2-16,-1 1 15,0 1-15,0 1 16,-1-1-16,-1 2 16,0-1-1</inkml:trace>
  <inkml:trace contextRef="#ctx0" brushRef="#br2" timeOffset="176246.98">9389 7288 0,'0'0'0,"0"0"0,0 0 16,-1 1-16,1-1 16,0 0-16,-5 12 15,2-3-15,-2 8 16,2 6-16,3 7 16,1 3-16,1 0 15,2 2 1,1 0-16,2-5 15,1-3-15,2-4 16,1-3-16,2-1 16,3-3-16,3-1 15,4-4-15,5-2 16,4-4-16,4-2 16,4-4-16,5-1 15,1-1 1,2-1-16,-1 1 15,1 0-15,-2 1 16,-7-1-16,-1 3 16,-5 1-16,-1 2 15,-4 0-15,-5 0 16,-7 1-16,-4-2 16,-12-2-16,10 2 15,-10-2-15,0 0 16,0 0-1,0 0-15,-17-7 16,-5-1-16,1-1 16,2 3-16,3 0 15,3 2-15,4 1 16,9 3-16,-14-2 16,14 2-16,0 0 15,0 0-15,0 0 16,5 13-1,6 1-15,5 1 16,1 2-16,-1-5 16,-3 0-16,-2-2 15,-1-2-15,-6 1 16,-3 5-16,-4 3 16,-16 8 15,-2-1-31</inkml:trace>
  <inkml:trace contextRef="#ctx0" brushRef="#br2" timeOffset="177196.81">10360 7662 0,'0'0'0,"0"0"0,0 0 15,0 0-15,0 4 16,-2 6-16,0 7 16,-2 9-16,1 2 15,-1-1-15,0-1 16,1-3-1,0 0-15,0-2 16,1-2-16,0-3 16,1-1-16,-1-3 15,2-3-15,0-2 16,0-7-16,0 10 16,0-10-16,0 0 15,0 0-15,0 0 16,0 0-1,-5-23-15,0-4 16,0-5-16,1 1 16,1-4-16,6 2 15,2 1-15,4 2 16,1 6-16,-1 4 16,2 5-16,2 3 15,1 4-15,4 2 16,5 6-16,2 4 15,1 4 1,-3 2-16,-6 3 16,-5 3-16,-3 1 15,-2 2-15,-3 2 16,-3-2-16,-5-1 16,-5-1-16,-4 0 15,-2-3-15,-1-3 16,1-3-16,5-3 15,10-5 1,-15 5-16,15-5 16,0 0-16,0 0 15,0 0-15,0 0 16,6-9-16,13 1 16,6 2-16,4 2 15,-1 2-15,1 2 16,-2 1-16,-4 2 15,-4 2 1,-6 2-16,-2 2 16,-4 5-16,-4 3 15,-5 5-15,-8 0 16,-8 1-16,-9-2 16,-4-2-16,-5-3 15,0-5-15,-1-4 16,0-4-16,5-4 15,3-5 1,4-5-16,3-5 16,5-8-16,3-4 15</inkml:trace>
  <inkml:trace contextRef="#ctx0" brushRef="#br2" timeOffset="177647">10747 6214 0,'0'0'0,"0"0"0,0 0 16,0 0-16,0 0 15,3 0-15,-3 0 16,26 0-16,4 0 16,1 0-16,0-1 15,0 0-15,-6-2 16,-1 1-16,-1 0 15</inkml:trace>
  <inkml:trace contextRef="#ctx0" brushRef="#br2" timeOffset="177863.91">10771 6460 0,'0'0'0,"0"0"16,0 0-16,0 1 16,0-1-16,0 0 15,0 0-15,23 10 16,-3-6-16,4 2 16,4-4-16,0-1 15,-4 0-15,1-1 16</inkml:trace>
  <inkml:trace contextRef="#ctx0" brushRef="#br2" timeOffset="178247.13">10702 7122 0,'0'0'0,"2"-1"0,-2 1 16,17-6-16,5 1 15,6 5-15,4 0 16,-1 1 0,0 0-16,2 0 15,-2 0-15,-4 0 16,-5-1-16,-5 0 16,-4 0-16,-13 0 15,11-3-15</inkml:trace>
  <inkml:trace contextRef="#ctx0" brushRef="#br2" timeOffset="178447.74">10734 7240 0,'0'0'0,"0"0"16,5-2-16,4-1 15,11-4-15,9 0 16,2 1-16,2 2 16,-3 2-1,-1 1-15,1 1 16</inkml:trace>
  <inkml:trace contextRef="#ctx0" brushRef="#br2" timeOffset="178830.4">10905 7833 0,'0'0'0,"0"0"0,3 0 15,-3 0-15,15 2 16,4 0 0,6-1-16,3 1 15,0-1-15,1-3 16,5-3-16,-5-4 16</inkml:trace>
  <inkml:trace contextRef="#ctx0" brushRef="#br2" timeOffset="179163.69">10788 8066 0,'0'0'0,"0"0"15,3-2-15,8-1 16,5-2 0,11 0-16,6 0 15,10-1-15,3 1 16,-4 0-16,5 0 16,-8-3-16,-1-2 15,-5-1-15,-8 1 16,-6 3-16,-4-2 15,-5 2-15,-3-4 16</inkml:trace>
  <inkml:trace contextRef="#ctx0" brushRef="#br2" timeOffset="186364.36">11862 6136 0,'0'0'0,"0"0"0,0 0 15,0 0-15,-3 0 16,-10 0-16,-16 0 15,-7 0-15,-2 1 16,4 1 0,2 2-16,3 3 15,5 0-15,4 2 16,5-2-16,4 0 16,11-7-16,-15 11 15,10-4-15,3 2 16,2 2-16,3 1 15,6 5-15,5 1 16,6 4-16,5-1 16,2 0-1,1-2-15,-3 0 16,-1-2-16,-1-2 16,-4-1-16,-4-1 15,-5-3-15,-4 2 16,-6 1-16,-6 3 15,-8 4-15,-12 0 16,-9-3-16,-5-4 16,0-4-1,1-2-15,3-2 16,3-3-16,3-2 16,3-2-16,8 0 15</inkml:trace>
  <inkml:trace contextRef="#ctx0" brushRef="#br2" timeOffset="186647.63">11734 6155 0,'0'0'0,"0"0"0,0 0 16,0 0-16,0 0 16,0 0-1,0 0-15,3-1 16,-3 1-16,31-6 16,5 0-16,3 0 15,3 2-15,3 0 16,0 3-16,-4-1 15,-4 4-15,-3-2 16</inkml:trace>
  <inkml:trace contextRef="#ctx0" brushRef="#br2" timeOffset="189213.76">6861 5516 0,'0'0'0,"0"0"16,0 0-16,0-2 15,0 2-15,0 0 16,0 0-16,9 0 16,10 2-16,11 0 15,9 2-15,7-1 16,3 0 0,3 1-16,-4-4 15,-2-3-15,-5-1 16,-6-1-16,-7 1 15,-6 0-15,-4 0 16,-7 3-16,-11 1 16,12-3-16,-12 3 15,0 0 1,0 0-16,-20-7 16,-27-1-16,-14 4 15,5 3-15,1 2 16,-1 0-16,2 3 15,6-1-15,4 0 16,7-1-16,5 0 16,7-2-16,8 1 15,4 0 1,13-1-16,-12 0 16,12 0-16,0 0 15,0 0-15,0 0 16,0 0-16,0 0 15,30 4-15,21-2 16,10 0-16,0-4 16,2 1-16,-5-2 15,-1 1 1,-7 0-16,-4 0 16,-9 0-16,-9 0 15,-7 0-15,-7 0 16,-14 2-16,12-2 15,-12 2-15,0 0 16,0 0-16,0 0 16,-43-7-16,-29 5 15,5 2 1,8 1-16,6 2 16,6-2-16,1 0 15,6 0-15,3 0 16,9-1-16,6 0 15,9 0-15,13 0 16,-15 0-16,15 0 16,0 0-16,0 0 15,0 0-15,0 0 16,0 0 0,29 0-16,22 0 15,9 0-15,5 0 16,-1 0-16,1 0 15,-7 0-15,-2 0 16,-5 0-16,-6 0 16,-9 0-16,-8 0 15,-11 0-15,-7 0 16,-10 0 0,0 0-16,11 0 15,-11 0-15,0 0 16,-19 5-16,-39 5 15,-22-2-15,12-5 16,5-2-16,3-1 16,1-1-16,6 0 15,6-1 1,5 0-16,8 1 16,7-1-16,10 1 15,6 0-15,11 1 16,-10 0-16,10 0 15,0 0-15,0 0 16,0 0-16,17-7 16,28-3-16,18 3 15,2-1-15,1 4 16,-6 0 0,-7 1-16,-9-1 15,-9 4-15,-12-1 16,-8 0-16,-15 1 15,14 0-15,-14 0 16,0 0-16,0 0 16,0 0-16,0 0 15,-48 2-15,-10 2 16,9 0-16,14-2 16</inkml:trace>
  <inkml:trace contextRef="#ctx0" brushRef="#br2" timeOffset="191629.76">7889 2307 0,'0'0'0,"4"-3"16,10-3-16,32-2 16,19 2-16,3 7 15,-4 2-15,-4 1 16,-5 0-16,-6-1 16,-5 0-16,-8-1 15,-8-2-15,-7-1 16,-7-1-1,-14 2-15,12-1 16,-12 1-16,0 0 16,0 0-16,-41-6 15,-48-2-15,-8 7 16,8 1-16,5 0 16,12 0-16,7 0 15,11 0-15,15 0 16,11 0-1,13 0-15,15 0 16,-14 0-16,14 0 16,0 0-16,18-5 15,41-10-15,31-1 16,-2 4-16,5 1 16,-1 2-16,-6 3 15,-7 1 1,-9 0-16,-12 2 15,-15 2-15,-13 2 16,-11 1-16,-19-2 16,14 3-16,-14-3 15,0 0-15,-33 16 16,-44 8-16,-21-10 16,-1-3-16,8-5 15,10-1-15,12-1 16,12-3-1,15 0-15,13 0 16,11 0-16,18-1 16,-14 0-16,14 0 15,0 0-15,0 0 16,27-13-16,36-7 16,21 6-16,-6 5 15,-3 3-15,-3 3 16,-12 1-1,-10 1-15,-14 0 16,-12 1-16,-9 1 16,-15-1-16,13 1 15,-13-1-15,0 0 16,-11 8-16,-48 7 16,-51-6-16,-1-3 15,4-2-15,17-3 16,25-1-1,21 0-15,17-1 16,11 0-16,16 1 16,-11-2-16,11 2 15,0 0-15,5-10 16,22-3-16,22-7 16,10 8-16,-7 2 15,-1 6-15,-4 3 16,-1 4-1</inkml:trace>
  <inkml:trace contextRef="#ctx0" brushRef="#br2" timeOffset="197330.97">11335 7182 0,'0'0'0,"0"0"0,0 0 16,0 0-16,0 0 15,6-2-15,10-1 16,13-5-16,7-1 16,5-1-16,4 2 15,-5-1-15,0 1 16,-1 0-16</inkml:trace>
  <inkml:trace contextRef="#ctx0" brushRef="#br2" timeOffset="197664.06">11927 6869 0,'0'0'0,"0"0"16,0 2-16,0-2 15,0 0-15,-1 15 16,1 2-16,-2 10 16,1 6-16,0 5 15,-1-1-15,0 0 16,-2 0-16,-1-3 16,1-4-16,0-4 15,1-3 1,1-2-16,0-2 15,0-4-15</inkml:trace>
  <inkml:trace contextRef="#ctx0" brushRef="#br2" timeOffset="199246.75">11118 4066 0,'0'0'0,"0"0"0,0 0 15,0 0-15,7 0 16,22 2-16,28 2 16,22-1-1,5-1-15,8 0 16,6 0-16,2-1 15,-7-1-15,-12 0 16,-8-3-16,-17 0 16,-12-1-16,-12 2 15,-11 0-15,-9 1 16,-12 1-16,0 0 16,0 0-16,0 0 15,-67 6-15,-35 3 16,-5-1-1,-3-3-15,-3-4 16,6-3-16,-1 2 16,11-1-16,11 1 15,12 0-15,19 0 16,15 0-16,16 0 16,10-1-16,14 1 15,-11-1-15,11 1 16,0 0-1,25-10-15,56-11 16,30 10-16,2 3 16,3 4-16,4 2 15,3 2-15,-13 0 16,-3 0-16,-22 1 16,-20 1-16,-16-1 15,-20 1-15,-13-1 16,-16-1-1,11 2-15,-11-2 16,-11 10-16,-38 8 16,-52-1-16,-16-7 15,-6-8-15,3-2 16,6-1-16,6 0 16,12 0-16,15 0 15,16 2 1,21 0-16,17-1 15,11 0-15,16 0 16,-12 0-16,12 0 16,0 0-16,0 0 15,57-15-15,44 0 16,9 9-16,-1 3 16,-5 2-16,0 2 15,-9 0 1,-12 1-16,-13 1 0,-18-2 15,-16 2 1,-14-1-16,-11 0 16,-11-2-16,0 0 15,0 0-15,-17 18 16,-49 5-16,-45-10 16,-9-5-16,-5-5 15,6-4-15,14 1 16,17-1-1,19 0-15,22 1 16,18 0-16,13 0 16,16 0-16,-12 0 15,12 0-15,0 0 16,0 0-16,46-20 16,37 5-16,1 3 15,-5 2-15,-5 0 16,-1-1-16</inkml:trace>
  <inkml:trace contextRef="#ctx0" brushRef="#br2" timeOffset="200364.02">11608 2323 0,'0'0'0,"-3"-1"0,3 1 16,-13-1-16,13 1 16,-12-2-16,12 2 15,0 0-15,40-21 16,47 1-16,4-1 16,4 3-16,-2 2 15,-3 1 1,-13 2-16,-21 3 0,-15 4 15,-18 2 1,-12 2-16,-11 2 16,0 0-16,-11 10 15,-56 11-15,-52-1 16,-6-13-16,-2-3 16,13-1-16,14 1 15,16-2-15,18 0 16,19-1-16,16 0 15,14 0 1,7 1-16,10-2 16,0 0-16,0 0 15,0 0-15,59-9 16,35-5-16,3 4 16,0 1-16,-2 2 15,-5 0-15,-11 2 16,-13 2-16,-15 2 15,-17 2 1,-13 1-16,-10-1 16,-11-1-16,0 0 15,-8 17-15,-37 5 16,-42-3-16,-11-4 16,-6-8-16,12-4 15,15-3-15,19 0 16,15 0-16,13 0 15,13 0-15,17 0 16,-14 0 0,14 0-16,0 0 15,11-6-15,44-13 16,48 5-16,4 2 16,-5 4-16,-5 1 15,-10 3-15,-17 0 16,-15 2-16,-19 0 15,-14 1 1,-12 1-16,-10 0 16,0 0-16,-17 22 15,-50 5-15,-41-8 16,-10-2-16,-7-10 16,21-1-16,16-3 15,24-1-15,22-1 16,19-1-16,10 0 15,13 0 1,0 0-16,0 0 16,7-13-16,42-9 15,26-4-15,0 4 16,-10 6-16,-7 2 16,-11 3-16,-4 1 15,-6-1-15</inkml:trace>
  <inkml:trace contextRef="#ctx0" brushRef="#br2" timeOffset="214680.62">13482 1216 0,'0'0'16,"0"0"-16,0-3 0,0 3 15,0 0-15,1-10 16,-1 10-16,-2-8 16,2 8-16,-6-13 15,-2 1-15,-7-2 16,-7-4-16,-6-2 16,-2 4-16,-2 5 15,-1 2-15,1 4 16,-3 2-1,-2 3-15,-3 4 16,1 4-16,1 3 16,0 4-16,1 2 15,1 5-15,3 4 16,1 3-16,6 1 16,2-3-16,3 1 15,4 3-15,0 2 16,3 0-1,3-1-15,4-5 16,7 0-16,5 4 16,7 3-16,5-2 15,2-1-15,6 0 16,7 0-16,8 1 16,0-2-16,1-6 15,1-3 1,2-4-16,3-5 15,1-3-15,1-4 16,1-4-16,1-4 16,4-6-16,-3-2 15,-2-3-15,-2-2 16,-2-4-16,-2-3 16,-1-5-16,-6-3 15,-6 1-15,-6-4 16,-7 0-1,-5 2-15,-4-4 16,-5-4-16,-8 1 16,-5-1-16,-11-1 15,-5 2-15,-10 0 16,-7 0-16,-10 5 16,-5 2-16,-1 10 15,-1 6-15,5 5 16,5 6-16,6 4 15,7 3 1,7 5-16,4 3 16</inkml:trace>
  <inkml:trace contextRef="#ctx0" brushRef="#br2" timeOffset="-213349.92">13714 2716 0,'0'0'0,"-2"-6"16,0-3-16,-1-6 16,-3-1-16,-3 2 15,0 1-15,-3 1 16,-6-2-16,-5-3 16,-4 2-16,-4-1 15,-3 2-15,-5 3 16,-3 1-16,-1 4 15,-3 0 1,-1 4-16,-2 1 16,0 2-16,2 3 15,0 2-15,4 2 16,0 3-16,4 0 16,1 4-16,5 2 15,4 1-15,2 3 16,3 1-16,1 1 15,2 1-15,2 1 16,1 2 0,2 2-16,4 2 15,4 1-15,4 0 16,3 1-16,1-1 16,2-2-16,3 3 15,4-2-15,2 3 16,4-2-16,3 0 15,5-1-15,4-3 16,4-4 0,4 1-16,5-2 15,2-2-15,3 0 16,0-3-16,5-1 16,4-2-16,2-3 15,3 0-15,0-6 16,-3-2-16,-2-5 15,-1-4 1,-1-2-16,-2-1 16,1-6-16,-6-2 15,-3-5-15,-4-4 16,-5 0-16,-4-2 16,-6 1-16,-6 1 15,-4-4-15,-6-6 16,-2-4-16,-7-4 15,-5 3 1,-6-2-16,-4-3 16,-6 1-16,-4-1 15,-3 3-15,0 4 16,-2 4-16,0 3 16,4 4-16,2 2 15,-1 2-15,0 3 16,1 3-16,1 1 15,2 4-15,3 2 16,3 3 0,3 1-16,2 0 15,1 1-15,11 5 16,-15-8-16,15 8 16,0 0-16,0 0 15,-10-5-15,10 5 16,0 0-16,0 0 15,0 0-15,0 0 16,0 0 0,0 0-16,0 0 15,0 0-15,0 0 16,0 0-16,0 0 16,0 0-16,0 0 15,0 0-15,0 0 16,0 0-16,0 0 15,0 0-15</inkml:trace>
  <inkml:trace contextRef="#ctx0" brushRef="#br2" timeOffset="-211833.45">15102 3389 0,'0'0'0,"0"0"0,0 0 16,0 0-16</inkml:trace>
  <inkml:trace contextRef="#ctx0" brushRef="#br2" timeOffset="-211667.12">15135 3439 0,'0'0'0,"0"0"0,0 0 16,0 0-16,1 2 16</inkml:trace>
  <inkml:trace contextRef="#ctx0" brushRef="#br2" timeOffset="-211132.89">15028 3088 0,'0'0'0,"0"0"0,0 0 0,0 0 0,0 0 16,0 4-16,1 5 15,4 11-15,9 13 16,10 8 0,6 1-16,1-4 15,5 0-15,2 0 16,2-3-16,1 2 15,-3-3-15,3-1 16,-2 0-16,-2-2 16,-3-4-1,-4-2-15,-6-7 0,-4-3 16,-5-5 0,-3-2-16,-12-8 15</inkml:trace>
  <inkml:trace contextRef="#ctx0" brushRef="#br2" timeOffset="-210682.72">15437 3143 0,'0'0'0,"0"0"0,0 0 16,0 0-16,-4 1 16,-6 3-16,-11 7 15,-11 12 1,-3 8-16,-2 5 16,0 2-16,1 2 15,4-2-15,-3 5 16,3-2-16,4-6 15,0-1-15,5-4 16,4-4-16,2-2 16,4-3-16,3-3 15,3-2-15,1-4 16,4-3 0,0-2-16,2-7 15,-3 8-15,3-8 16,-1 8-16,1-8 15,0 0-15,0 0 16,0 0-16,0 0 16,0 0-16,0 0 15,0 0 1</inkml:trace>
  <inkml:trace contextRef="#ctx0" brushRef="#br2" timeOffset="-208548.85">11178 5588 0,'0'0'0,"0"0"0,0 0 0,0 0 15,12 2-15,20 4 16,23 1-16,10-2 16,4-2-16,7 1 15,8-2-15,5 0 16,7 1-16,6-1 16,-3 0-16,5 2 15,-8 0 1,3 1-16,-11-1 15,-8 0-15,-5-1 16,-15 0-16,-9-1 16,-14-1-16,-9 0 15,-12 0-15,-6-1 16,-10 0 0,0 0-16,0 0 15,0 0 1,-48 7-16,-41-8 0,-14-5 15,-14 0-15,-5 0 16,-3 1-16,-6-1 16,13 1-16,0 0 15,16 4-15,11 3 16,15 0 0,16 0-16,14-1 15,17 0-15,11-1 16,7 0-16,11 0 15,0 0-15,0 0 16,0 0-16,16 0 16,51-1-16,28-1 15,4-1-15,7 2 16,2 0-16,6-1 16,-2 4-1,-1 1-15,0 4 16,-16 0-16,-4-1 15,-14-1-15,-14-1 16,-10-1-16,-15-1 16,-14 1-16,-8-3 15,-16 0-15,14 1 16,-14-1-16,0 0 16,-10 3-1,-37 3-15,-43-9 16,-13-2-16,-10-4 15,-3 0-15,-4 0 16,-2 0-16,2 1 16,3 1-16,5 0 15,12 4-15,14 0 16,15 2-16,13 1 16,17 0-1,12 0-15,11 0 16,8 0-16,10 0 15,0 0-15,-10 0 16,10 0-16,10-4 16,36-7-16,48 5 15,7 3-15,5 3 16,8 3-16,5 2 16,0 0-16,0 0 15,-9 0 1,1 1-16,-18-1 15,-7-1-15,-14 1 16,-16-1-16,-13-2 16,-14-1-16,-12 0 15,-17-1-15,13 0 16,-13 0-16,0 0 16,-41 0-16,-52-4 15,-16-5 1,-7-5-16,-11 1 15,-1 1-15,4-1 16,0 4-16,14 5 16,6 3-16,14 2 15,17 1-15,18 1 16,19 0-16,14-3 16,10 1-1,12-1-15,0 0 16,-11 0-16,11 0 15,13-1-15,37-6 16,33 0-16,7 2 16,-3 2-16,-2 3 15,-3 2-15,-7 2 16,-5 1-16</inkml:trace>
  <inkml:trace contextRef="#ctx0" brushRef="#br2" timeOffset="-206933.4">13303 1731 0,'0'0'0,"3"1"0</inkml:trace>
  <inkml:trace contextRef="#ctx0" brushRef="#br2" timeOffset="-202972.3">11360 7823 0,'0'0'0,"0"0"0,0 0 15,0 0 1,0 0-16,0-2 16,0 2-16,0 0 15,0 0-15,0 0 16,0 0-16,0 0 15,0 0-15,0 0 16,0 0-16,0 0 16,0 0-1,-7 15-15,4-2 16,0 6-16,0 4 0,2 1 16,1 3-1,0 1-15,1 2 16,1-2-16,1-1 15,0-3-15,-1-2 16,1-3-16,-2-4 16,1-2-16,-2-4 15,1-1-15,-1-8 16,2 9 0,-2-9-16,1 9 15,-1-9-15,0 0 16,5 8-16,-5-8 15</inkml:trace>
  <inkml:trace contextRef="#ctx0" brushRef="#br2" timeOffset="-202182.76">13187 2263 0,'0'0'0,"2"3"15</inkml:trace>
  <inkml:trace contextRef="#ctx0" brushRef="#br2" timeOffset="-200915.63">13883 5632 0,'0'0'0,"0"0"0,0 0 16,0 0-16,1 2 15,-1-2 1,0 0-16,0 0 15,0 0-15,5 7 16,-5-7-16,0 0 16,0 0-16,0 0 15,0 0-15,0 0 16,0 0-16,0 0 16,0 0-1,0 0-15,0 0 16,3-7-16,-3 7 15,0 0-15,0 0 16,0 0-16,0 0 16,0 0-16,0 0 15,0 0-15,0 0 16,0 0-16,0 0 16,0 0-16,0 0 31,0 0-16,0 0-15,0 0 16,0 0-16,0 0 16,-4-7-16,4 7 15,0 0-15,0 0 16</inkml:trace>
  <inkml:trace contextRef="#ctx0" brushRef="#br2" timeOffset="-196517.41">12435 6199 0,'0'0'0,"0"0"16,0 0-16,0 0 15,0 0-15,3 0 16,-3 0-16,10 9 16,4 1-16,4 5 15,4 3-15,3 2 16,3 2-16,1 2 15,0 1-15,0 1 16,0 0-16,1 2 16,4 3-16,4 6 15,1 2 1,-8-7-16,1 3 16,0-2-16,1 2 15,-2 0-15,-8-10 16,-2-2-16,1 0 15,-1 1-15,-1-3 16,-3-3-16,-4-3 16,-3-4-16,0 0 15,-3-2 1,1 0-16,-5 1 16,0 2-16,-3-2 15,-8 7-15</inkml:trace>
  <inkml:trace contextRef="#ctx0" brushRef="#br2" timeOffset="-196000.4">12323 7255 0,'0'0'0,"0"0"0,0 0 0,0 0 15,4-1-15,-4 1 16,13-5-16,2 0 15,5-1-15,2-2 16,0 1-16,2 0 16,2-1-16,6-2 15,3-1 1,3 0-16,1-2 16,4 0-16,2 0 15,5-3-15,-3 1 16,-2 1-16,2 1 15,-4 1-15,-2 4 16,-5 5-16,-5 1 16,-3 0-16,-6 0 15,0 1 1,-6 0-16,-3 2 16,-13-1-16,13 2 15,-13-2-15</inkml:trace>
  <inkml:trace contextRef="#ctx0" brushRef="#br2" timeOffset="-195217.41">11838 8070 0,'0'0'0,"0"0"0,2-2 0,-2 2 16,7-11-16,1-2 15,8-8-15,12-3 16,9-4-16,5-1 16,0 2-16,-4 1 15,7-3-15,2-2 16,-2 2 0,-1 0-16,-3 2 15,-1-1-15,1-7 16,-6 5-16,-5 4 15,-2 0-15,1-1 16,0-2-16,5-3 16,1-1-16,4-1 15,3-1-15,2 2 16,1 1 0,2 4-16,-5 2 15,0 3-15,-5 2 16,-2 1-16,-3 3 15,-5 1-15,-4 2 16,-5 5-16,-3 0 16,-4 3-16,-11 6 15,15-7-15,-15 7 16,0 0 0,0 0-16,0 0 15,10-4-15,-10 4 16,0 0-16,0 0 15,0 0-15</inkml:trace>
  <inkml:trace contextRef="#ctx0" brushRef="#br2" timeOffset="-194950.49">13096 7039 0,'0'0'0,"0"0"16,0 0-16,0 0 15,0 0-15,0 0 16,0 0-16,2 1 15,-2-1-15,0 0 16,10-2-16</inkml:trace>
  <inkml:trace contextRef="#ctx0" brushRef="#br2" timeOffset="-194550.26">13064 7100 0,'0'0'0,"0"0"0,0 0 15,0 0-15,0 0 16,0 0-16,0 0 16,0 0-1,10 0-15,4-2 16,8 2-16,4 2 15,2-2-15,0 0 16,-1 0-16,-3 0 16,1 0-16,0 0 15,-3 0-15,-4 0 16,-6 0-16,-2 0 16,-10 0-1,10 0-15,-10 0 16,0 0-16,0 0 15,0 0-15,0 0 16,0 0-16,10-2 16,-10 2-16</inkml:trace>
  <inkml:trace contextRef="#ctx0" brushRef="#br2" timeOffset="-194050.12">13275 6732 0,'0'2'0,"0"-2"0,0 0 0,0 0 0,0 0 16,0 0-16,-4 8 16,4-8-16,-1 7 15,1-7-15,0 0 16,0 0-16,-1 10 16,2-1-16,-1 6 15,2 5 1,-1 8-16,1 0 15,-1-1-15,-1 7 16,1-5-16,0 5 16,-1 1-16,-1-7 15,-1 6-15,-1 0 16,0-3-16,0 1 16,-1-6-16,1-2 15,1-3 1,-1-5-16,2-3 15,-2-4-15,2-1 16,1-8-16,0 0 16,0 0-16,-16 0 15</inkml:trace>
  <inkml:trace contextRef="#ctx0" brushRef="#br2" timeOffset="-193483.91">13317 7081 0,'0'0'0,"0"-2"16,0 2-16,0 0 15,0 0-15,0 0 16,0 0-16,0 0 16,0 0-1,18-9-15,2 6 16,10 3-16,0-1 15,-1 0-15,2-1 16,0-1-16,0 0 16,-1 1-16,-5-1 15,-3 0-15,-4 1 16,-3 0-16,-3 2 16,-2-1-16,-10 1 15,14-2 1,-14 2-16</inkml:trace>
  <inkml:trace contextRef="#ctx0" brushRef="#br2" timeOffset="-193100.19">13576 6875 0,'0'2'0,"0"-2"0,0 0 16,0 0-16,0 0 15,7 8-15,-1-1 16,6 7-16,-1 1 16,-2-4-16,4 4 15,4 0-15,4 5 16,-1-3-1,-1-3-15,0 0 16,-2-4-16,-2 1 16,-2-2-16,-3 0 15,-3 1-15,-4 2 16,-5 10-16,-7 3 16,-12 5-16,-11 0 15,-7-4-15,-8 2 16,6-12-16</inkml:trace>
  <inkml:trace contextRef="#ctx0" brushRef="#br2" timeOffset="-191917.33">14284 6969 0,'0'0'0,"0"0"16,0 0-16,0 0 16,3 0-16,-3 0 15,0 0-15,0 0 16,0 0-16,0 0 16,0 0-16,0 0 15,-21 5-15,9-3 16,-3 0-16,1-1 15,1 1 1,2-1-16,-1 0 16,1 1-16,-1 3 15,-1 4-15,4 0 16,-1 2-16,5-3 16,2-2-16,2 1 15,1-7-15,2 12 16,2-5-16,3 3 15,1 2 1,3 1-16,4 2 16,6-1-16,3 0 15,2-2-15,-7-1 16,1-1-16,-1-1 16,1 1-16,-2 0 15,-5 0-15,-3 1 16,-4-2-16,-3 2 15,-4 3 1,-2 1-16,-4 2 16,-4 0-16,-8-3 15,-9 1-15,-6-3 16,1-2-16,5-4 16,-2-2-16,4-3 15,-3-1-15,5-2 16,4-3-1,3 1-15,17 4 16,-16-8-16,16 8 16,-15-14-16,8 4 15,-1-3-15,-2-4 16</inkml:trace>
  <inkml:trace contextRef="#ctx0" brushRef="#br2" timeOffset="-191550.14">14213 6938 0,'0'0'0,"0"0"16,0 2-16,0-2 16,0 0-16,0 0 15,0 0-15,0 0 16,0 0-16,13 6 16,10-5-16,13-2 15,2-3-15,4-3 16,-2-1-16,-1-2 15,-5 3-15,-4-1 16,-6 2 0,-3 1-16,-4 2 15,-6 1-15,-11 2 16</inkml:trace>
  <inkml:trace contextRef="#ctx0" brushRef="#br2" timeOffset="-184000.38">3235 5454 0,'0'0'0,"0"0"0,0 0 16,0 0-16,0 2 15,0-2-15,0 0 16,0 0-16,0 0 15,0 0 1,0 0-16,12 6 16,-12-6-16,12 4 15,-12-4-15,15 5 16,-15-5-16,16 8 16,-16-8-16,14 12 15,-7-3-15,0 2 16,0 3-16,1 4 15,0 4 1,1 4-16,-2 5 16,-1 0-16,0 1 15,-1 2-15,0 0 16,-1-1-16,1-4 16,-1-4-16,1-1 15,-1-1-15,3 3 16,2 1-16,0 1 15,0-2 1,0-1-16,-1-1 16,2 2-16,-2 0 15,1 0-15,-1 1 16,-1 1-16,-3 2 16,-1 0-16,-2-1 15,-1-2-15,-1 1 16,0 2-1,-1 2-15,0 2 16,-1-3-16,1 3 16,-1 0-16,0 4 15,0 3-15,0 1 16,1-2-16,0-1 16,0 0-16,-1 0 15,-1 1-15,0-1 16,-1 3-16,0 4 15,0-2 1,1-1-16,-2 0 16,0-2-16,1 1 15,-2 3-15,3-3 16,-1 1-16,3 0 16,1 2-16,2 0 15,4-1-15,0 0 16,2 3-16,0 1 15,0-1-15,-1-6 16,-1-1 0,2 3-16,-2-1 15,-2 0-15,-2-5 16,-1-3-16,0-5 16,0-2-16,-1-4 15,-2-5-15,-1-4 16,1-4-16,0-3 15,3-7-15,-6 10 16,6-10 0,-4 7-16,4-7 15,-19 3-15,2-3 16,-1-4-16,2 0 16,2-2-16,-3 0 15</inkml:trace>
  <inkml:trace contextRef="#ctx0" brushRef="#br2" timeOffset="-182066.9">6844 5909 0,'0'0'0,"-1"-4"0,1 4 16,-10-16-16,1 1 15,0-2 1,0 3-16,1 0 16,-1 3-16,-3 0 15,-5 1-15,-4 1 16,-3 2-16,0 1 16,0 2-16,2 3 15,-1 1-15,-4 4 16,-3 3-16,-1 5 15,-2 3-15,1 4 16,-2 6 0,3 3-16,3 3 15,1 0-15,2 5 16,-1 2-16,3 0 16,2 2-16,4-1 15,2 5-15,0 1 16,2 1-16,3 4 15,3 1-15,3 4 16,0 1 0,3 5-16,1 1 15,4 1-15,4 1 16,4 0-16,2-1 16,2-4-16,5 0 15,7-5-15,5-4 16,3-4-16,3-2 15,6-8-15,5-4 16,2-4-16,2-7 16,5-6-1,1-6-15,1-6 16,-3-7-16,-3-5 16,-5-5-16,0-6 15,-6-3-15,0-6 16,-6-6-16,-9 0 15,-4-5-15,-3-2 16,-3-3 0,-4-6-16,-4-3 15,-3-3-15,-6-4 16,-4-6-16,-4-2 16,-5-2-16,-3-4 15,-3 4-15,-2-3 16,-3 2-16,-4 1 15,-2 1-15,-1 8 16,-1 3 0,1 4-16,-1 4 15,-1 4-15,-2 1 16,0 2-16,4 8 16,1 3-16,4 9 15,2 3-15,3 4 16,2 4-16,4 4 15,4 3-15,9 6 16,-12-7-16,12 7 16,0 0-1,0 0-15,-11-1 16,11 1-16,0 0 16,0 0-16,0 0 15,0 0-15,0 0 16,0 0-16,-7 6 15,7-6-15,0 0 16,0 0-16,0 0 16,0 0-1,0 0-15,-1 6 16,1-6-16,0 0 16,0 0-16,0 0 15,0 0-15,0 0 16,0 0-16,-1 7 15,1-7-15,0 0 16,0 0-16,0 0 16,0 0-16,0 0 15,0 0 1,0 0-16,0 0 16,0 0-16,0 0 15,0 0-15,0 0 16,0 0-16,0 0 15,0 0-15,0 0 16,0 0-16,0 0 16,3-8-1,1-2-15</inkml:trace>
  <inkml:trace contextRef="#ctx0" brushRef="#br2" timeOffset="-179533.64">14681 6662 0,'0'0'0,"0"0"0,0-2 15,0 2-15,0 0 16,-8-16-16,1 3 16,-2-1-16,-1-6 31,-3-2-31,0 0 16,-2-1-1,-2 5-15,-9 0 16,-6 1-16,-6 3 15,-3 4-15,-4 2 16,-5 2-16,-2 4 16,0 5-16,-1 2 15,1 3-15,4 4 16,0 4 0,1 3-16,1 4 15,4 5-15,3 5 16,4 6-16,6 0 15,1 9-15,4 8 16,5 4-16,7 13 16,7-1-16,11 6 15,8 6-15,6 3 16,9 1 0,5-4-16,13 0 15,4-8-15,10-2 16,7-12-16,7-13 15,9-6-15,0-19 16,2-8-16,3-18 16,-6-9-16,-2-9 15,-8-7-15,-5-3 16,-5-7-16,-9-3 16,-3-2-1,-11-3-15,-4-5 16,-4-2-16,-8-7 15,-5-5-15,-6-5 16,-7-5-16,-7-6 16,-7-2-16,-5 3 15,-4 1-15,-4 10 16,-2 9-16,-6-5 16,-2 6-1,-12 2-15,-7 2 16,-8 7-16,-6 7 15,0 5-15,-8 9 16,-1 7-16,-4 9 16,-4 8-16,5 11 15,0 2-15</inkml:trace>
  <inkml:trace contextRef="#ctx0" brushRef="#br2" timeOffset="-178282.3">12773 8127 0,'0'0'0,"0"0"16,0-1-16,0 1 15,0-7-15,-1 0 16,0-1-16,1-1 16,-1-1-1,0 1-15,-3 0 16,0 1-16,-2 0 15,-5 1-15,-3-1 16,-3 2-16,-2 3 16,2 1-16,-2 3 15,-1 3-15,0 6 16,-2 3-16,2 3 16,4 1-16,0 2 15,3 1 1,1 3-16,2 1 15,3 1-15,0 1 16,4 1-16,1 0 16,0 1-16,2 0 15,0 1-15,1 1 16,0 3-16,2 2 16,-2 1-16,1 2 15,0 0 1,-2-3-16,-2-2 15,0-4-15,-1-2 16,0-2-16,0-5 16,1-4-16,0-5 15,2-4-15,0-7 16,14 10-16,3-7 16,7 0-16,3-3 15,4-3 1,-2-2-16,-2 0 15,-5 2-15,-1-2 16,0-2 0,-3 3-1,1 4-15,-4-2 16,-15 2-16,18-15 16,-14-8-16</inkml:trace>
  <inkml:trace contextRef="#ctx0" brushRef="#br2" timeOffset="-176350.69">13142 8202 0,'0'0'0,"0"-1"0,0 1 0,0 0 16,0 0-16,0 0 16,0 0-16,0 0 31,-1-7-16,1 7-15,0 0 16,-5-9-16,5 9 16,-7-7-16,7 7 15,-11-9-15,11 9 16,-14-9-16,14 9 16,-20-2-16,7 5 15,0 2-15,2 2 16,-2 2-16,2 3 15,1 1 1,0 6-16,0 3 16,2 0-16,2-1 15,4 0-15,2-2 16,2 2-16,3 0 16,1 0-16,-1-1 15,1-1-15,0-4 16,-2 1-16,0-3 15,-1-1-15,0-1 16,-1-2 0,0 0-16,1 1 15,-1-2-15,1 1 16,3 0-16,7 2 16,5 0-16,0-3 15,3-3-15,5-1 16,2-4-16,1-15 31</inkml:trace>
  <inkml:trace contextRef="#ctx0" brushRef="#br2" timeOffset="-175683.23">13292 8320 0,'0'0'0,"0"0"0,0 0 15,3 0-15,-3 0 16,13 0-16,0 0 15,4 0 1,3-1-16,2 0 16,-4 0-16,-2 1 15,-2-1-15,-1 1 16,-2 2-16,-11-2 16,16 10-16,-13-3 15,-3 5-15,-3 3 16,-5 2-16,-2 0 15,1-4 1,0-2-16,3-2 16,6-9-16,-7 9 15,7-9-15,0 0 16,0 7-16,0-7 16,12 10-16,2-2 15,5 1-15,5 0 31,-2 1-15,-3-1-16,-6 0 16,-5 1-16,-5 1 15,-4-2-15,-4-1 16,-6 1-16,-4 0 16,-4-1-16,-2-1 15,1-6-15,2-2 16,3-1-16,2-1 15,13 3-15,-18-17 16,9 3 0,1-9-16</inkml:trace>
  <inkml:trace contextRef="#ctx0" brushRef="#br2" timeOffset="-175200.55">13455 8235 0,'0'0'0,"0"0"16,0 0-16,3-1 15,-3 1-15,9-7 16,1 1-16,5-1 16,5 3-16,4 4 15,3 1-15,-3 2 16,-1 0-16,-3 1 15,-3 0-15,0 2 16,-2 1 0,-2 5-16,-1 4 15,-2 4-15,-3 2 16,-1-1-16,-1 7 16,0-1-16,0 7 15,-2 5-15,-3-7 16,-1 3-16,0-12 15,0-7-15,0 1 16,0 0-16,0 0 16,1-1-1,0-6 1,0-10 0,0 7-16,0-7 0,-2 7 0,2-7 15,-18 7-15,1-8 16,1-3-16,-6-7 15,6 0-15,5-9 16,5 5 0</inkml:trace>
  <inkml:trace contextRef="#ctx0" brushRef="#br2" timeOffset="-174800.43">13920 8599 0,'0'0'0,"0"0"16,0 0-16,0 0 15,0 0-15,0 0 16,-4 3-16,4-3 15,-17 17-15,3-2 16,-4 11 0,0 13-16,3 10 15,3-2-15</inkml:trace>
  <inkml:trace contextRef="#ctx0" brushRef="#br2" timeOffset="-173866.18">14236 8267 0,'0'0'0,"4"0"0,-4 0 16,0 0-1,0 0-15,10-3 16,-10 3-16,0 0 16,0 0-16,2-9 15,-5 2-15,-2-3 31,-7-3-31,0-1 16,-1 3-16,2 4 16,2 1-1,9 6-15,-19-1 16,19 1-16,-17 10 16,9 1-16,0 5 15,2 5-15,1 4 16,2 3-16,3 1 15,1 0-15,4 0 16,2 1-16,-1-2 16,1-2-16,-2-3 15,2 0-15,-2-1 16,-1-1 0,1-2-16,-1-4 15,-1-2-15,-1-4 16,0-1-16,-1 0 15,-1-8-15,2 10 16,-2-10-16,1 9 16,-1-9-16,2 6 15,-2-6-15,15 6 16,0-4 0,0-1-16,5-4 15,-5-6-15</inkml:trace>
  <inkml:trace contextRef="#ctx0" brushRef="#br2" timeOffset="-173200">14514 8316 0,'0'0'0,"0"0"0,0 0 15,0 0-15,0 0 16,0 0-16,-1 1 15,1-1-15,0 0 16,-18 2-16,7-3 16,-1 0-16,0-1 15,2 0-15,10 2 16,-17-2 0,17 2-16,-11 0 15,11 0-15,-10 4 16,10-4-16,-6 10 15,4 0-15,0 5 16,4 0-16,2 1 16,4-1-16,3 1 15,4 1-15,0 0 16,8 5 15,0 0-31,0 1 16,-5-7-16,-6-6 15,-5-1-15,-3 0 16,-4 0-16,-4 3 16,-6 3-16,-4 0 15,-5-3 1,-1-3-16,-3-4 16,0-4-16,4-2 15,1-2-15,6-1 16,1-1-16,0-3 15,0-4-15,6-10 16,6-13-16</inkml:trace>
  <inkml:trace contextRef="#ctx0" brushRef="#br2" timeOffset="-172916.32">14421 8342 0,'0'0'0,"0"0"0,0 0 16,0 0-16,0 0 15,2-1 1,-2 1-16,0 0 16,20-5-16,-4 1 15,4-1-15,2-1 16,-1 2-16,-4 0 15,-3 0-15,-2 2 16,-12 2-16,15-4 16,-15 4-16,0 0 15,10-5-15,-3-4 16</inkml:trace>
  <inkml:trace contextRef="#ctx0" brushRef="#br2" timeOffset="-171267.57">14616 8238 0,'0'0'0,"0"0"0,0 0 15,0 0-15,0 0 16,0 0-16,0 0 16,2 0-16,-2 0 15,13-1-15,1-1 16,5 0 0,2-1-16,1 1 15,-2 0-15,-2 1 16,-3 1-16,-1-2 15,-5 2-15,-9 0 16,11 2-16,-11-2 16,0 0-16,12 9 15,-9 0-15,0 3 16,0 2-16,-2 3 16,-1 0-1,0 2-15,0 2 16,0 1-16,0 1 15,0 0-15,2 1 16,3 4-16,4 1 16,1 2-16,1-5 15,-2-2-15,-2-4 16,-1-4-16,-1-4 31,0 1-15,-3-5-16,-1 1 15,-1-9-15,-5 11 16,-2-4-16,-6-2 16,-5-1-16,-1-3 15,-4-4-15,1-4 16,2-1-16,1-2 16,7 2-16,2 0 15</inkml:trace>
  <inkml:trace contextRef="#ctx0" brushRef="#br2" timeOffset="-167533.68">14979 8079 0,'0'0'0,"0"0"15,0 0-15,0 0 16,0 0-16,0 0 15,0 0-15,3 0 16,-3 0 0,0 0-16,10-3 15,-10 3-15,18-8 16,-1 1-16,5 3 16,1 1-16,-3 2 15,-2 1-15,-1 1 16,-3 2-16,-1 1 15,1 3-15,-1 4 16,0 4 0,0 3-16,-5 5 15,-2 2-15,-3 4 16,-1 3-16,-1-1 16,-1 0-16,0-2 15,0 0-15,1 5 16,5 0-16,2 2 15,2-3-15,-1-3 16,2-3 0,1 1-16,0 0 15,-2-3-15,-1-4 16,-2-5-16,-2-4 16,-2 1-16,-4-1 15,-4 5-15,-4 0 16,-8-1-16,-4-2 15,-7-5-15,-6 0 16,-3-4-16,0-4 16,-2-6-1,-5-2-15,-1-5 16</inkml:trace>
  <inkml:trace contextRef="#ctx0" brushRef="#br2" timeOffset="-165833.96">11374 8505 0,'0'0'0,"0"0"16,0 0-16,7-3 15,7-6-15,12-4 16,14 1-16,9-2 15,9 3-15,6 1 16,7 2-16,-1 1 16,2 1-16,0 1 15,-4 1 1,-4 2-16,-9 0 16,-7 0-16,-8 1 15,-11 1-15,-8 0 16,-8 0-16,-13 0 15,14 0-15,-14 0 16,0 0 0,0 0-16,0 0 0,0 0 15,0 0 1,0 0-16,0 0 16,-21-14-16,-8 0 15,2 3-15,0-2 16,-1 0-16,-2-1 15,-3-1-15,2 2 16,7 3-16,5 3 16,8 3-16,11 4 15,-13-5-15,13 5 16,0 0 0,0 0-16,0 0 15,0 0-15,0 0 16,0 0-16,0 0 15,0 0-15,0 0 16,13 12-16,12 4 16,4 2-16,1 0 15,-2-2 1,-2 0-16,-2-2 16,-3-3-16,-6 1 15,-4 0-15,-3 2 16,-5-1-16,-2 3 15,-4 1-15,-5 0 16,-7 2-16,-4-1 16,-7-1-16,-5-2 15,-2-3 1,-3-2-16,5-1 16,2-4-16,5 0 15,5-1-15,2-1 16,3-3-16,3 0 15,11 0-15,-18-4 16</inkml:trace>
  <inkml:trace contextRef="#ctx0" brushRef="#br2" timeOffset="-151216.29">6644 788 0,'-2'-1'0,"2"1"0,-16-8 15,-10-4-15,-8-6 16,-3-2 0,-4-2-16,-2 0 15,-3 1-15,-3 1 16,2 1-16,1 1 16,-2-1-16,0 1 15,-1 1-15,-2 0 16,-3 1-16,-4 1 15,-2 3-15,-4 5 16,0 4-16,-3 3 16,-3 3-1,4 4-15,2 2 16,-1 6-16,3 1 16,-2 5-16,3 3 15,6 2-15,0 4 16,5 1-16,1 7 15,4 0-15,3 4 16,2 2-16,7 2 16,-1 7-1,4 3-15,0 3 16,3 1-16,3 2 16,4 0-16,3 1 15,5 0-15,1 1 16,4 2-16,2 0 15,4 1-15,2-2 16,3 3-16,2 1 16,3 0-1,2 2-15,5 1 16,3-2-16,4 4 16,3-3-16,3-2 15,3-2-15,5 1 16,1-2-16,5-3 15,2 0-15,7 1 16,0-4-16,4-1 16,0-5-16,5-3 15,5-1 1,5-3-16,5-6 16,2-5-16,4-5 15,2-5-15,5-2 16,1-5-16,4-4 15,-3-5-15,4-3 16,1-4-16,-1-3 16,3-6-1,-7-5-15,2-3 16,-5-7-16,-2-1 16,-1-4-16,-8-6 15,-7-2-15,-5-5 16,-4-3-16,-7-4 15,-5-3-15,-4-5 16,-5-6-16,-2-7 16,-1-9-1,-6-3-15,-1-5 0,-6-8 16,-5-5 0,-4-4-16,-7 3 15,-5 0-15,-4 2 16,-6 1-16,-6 1 15,-2 1-15,-7 3 16,-5 4 0,-6 5-16,-7 1 0,-6 3 15,-5 2 1,-3 3-16,-6 0 16,-4 6-16,-1 1 15,-3 3-15,-3 5 16,-4 0-16,-6 3 15,2 8-15,-7 1 16,2 6-16,2 5 16,-5 0-16,3 7 15,2 4 1,5 3-16,2 4 16,4 3-16,3 2 15,1 6-15,6 4 16,6 4-16,5 6 15,4 5-15,6 2 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05T11:17:29.301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6932 2081 0,'0'0'0,"0"0"0,-3-3 16,3 3-16,-16-13 15,2 1-15,-4-4 16,-2 0-16,-5-2 16,-3 0-1,-2-2-15,-1-1 16,-3-1-16,1 0 15,-3-2-15,-1 1 16,0-1-16,-1 1 16,-2 3-16,-4 1 15,-1 2-15,-4-1 16,-3 3 0,0 1-16,-4 2 15,-4 3-15,-2 2 16,0 4-16,-2 0 15,3 2-15,-2 2 16,0 1-16,1 1 16,0 1-16,-1 3 15,2 1-15,1 1 16,3 1-16,4 0 16,2 3-1,-1 0-15,6-1 16,2-1-16,6-1 15,7-2-15,-2 0 16,1 1-16,2 0 16,2 1-16,5-2 15,1 1-15,-2 2 16,-1 2 0,0 3-16,1 1 15,0 2-15,-1 1 16,1 2-16,0 1 15,1-1-15,1 1 16,2-2-16,1 0 16,1 0-16,2-3 15,0 2-15,1 0 16,3 1-16,1-2 16,4 0-1,1-1-15,2-1 16,2 1-16,1 0 15,2-1-15,1 1 16,-1-1-16,3 1 16,2 1-16,6 1 15,2 1-15,3-2 16,1-1-16,4 0 16,2 1-1,6-1-15,2 0 16,4-3-16,2 0 15,4-2-15,3-1 16,2-1-16,-1-2 16,-1-1-16,1-1 15,1 1-15,-2 0 16,-1-1-16,-2-1 16,1 1-1,0-2-15,0 1 16,0-1-16,3-1 15,2-1-15,2-1 16,5-4-16,0 0 16,0-3-16,2-1 15,-3-2-15,4-2 16,-2 1-16,3-2 16,-3 1-1,1 0-15,0-2 16,-1 0-16,-1 1 15,-1-1-15,1-1 16,0 0-16,0 0 16,-1-2-16,2-1 15,-2 2-15,-2-2 16,-1 0-16,-3 0 16,-4 1-1,-2-1-15,-6 1 16,-4 1-16,-6 1 15,-5 0-15,-5 0 16,-2 0-16,-3-2 16,-3-1-16,-3-4 15,-3 0-15,-4-3 16,-1-1-16,-6-2 16,-1-1-1,-4-1-15,0 0 16,-3 3-16,-2 0 15,0 2-15,-3 1 16,-2 2-16,0 4 16,-1 5-16,1 4 15,-5 3-15</inkml:trace>
  <inkml:trace contextRef="#ctx0" brushRef="#br0" timeOffset="11933.22">6274 5306 0,'0'0'0,"0"0"0,0 1 15,0-1-15,-1 13 16,-2 4-16,1 8 16,-1 6-1,1 2-15,2 0 16,3-2-16,2-3 16,2-2-16,2 0 15,2-4-15,2-1 16,2-5-16,1-4 15,-1-3-15,2-5 16,0-4-16,2-4 16,0-5-1,-2-3-15,-1-2 16,0-2-16,0-3 16,-2 1-16,-3-2 15,-2 0-15,-2 1 16,-2 3-16,-2 4 15,1 3-15,-3 3 16,-1 6-16,1-7 16,-1 7-1,0 0-15,0 0 16,0 0-16,0 13 16,0 5-16,0 5 15,0 0-15,0 5 16,0-2-16,0 3 15,2-1 1,1-1-16,1-4 0,-1-3 16,0-2-16,0-4 15,-1-1 1,-1-4-16,1 0 16,0-3-16,-2-6 15</inkml:trace>
  <inkml:trace contextRef="#ctx0" brushRef="#br0" timeOffset="12266.46">6697 5447 0,'0'0'0,"0"0"15,0 0-15,0 0 16,0 0-16,5 3 16,8 2-1,8 4-15,7 6 16,-1-1-16,2 3 16,1 2-16,-2-1 15,-1 0-15,-3-3 16,-3 0-16,-1-2 15,-4-2-15,-1-1 16,-1-2-16,-3-2 16,-11-6-1,19 0-15,-11-7 16</inkml:trace>
  <inkml:trace contextRef="#ctx0" brushRef="#br0" timeOffset="12566.26">6968 5408 0,'0'0'0,"0"0"0,0 0 16,0 0-16,-4 6 15,-4 9-15,-8 12 16,0 4-16,-2 2 15,1 0-15,-1 2 16,1-2-16,4-4 16,1-5-1,5-3-15,0-3 16,2-3-16,3-3 16,2-5-16,0-7 15,0 0-15</inkml:trace>
  <inkml:trace contextRef="#ctx0" brushRef="#br0" timeOffset="13099.84">7246 5336 0,'0'0'0,"0"0"15,0 0-15,0 0 16,0 0-16,1 5 16,2 4-16,2 8 15,1 3-15,0 2 16,2 1 0,-3-2-16,1-3 15,2-4-15,1-4 16,3-4-16,6-5 15,4-7-15,4-7 16,3-9-16,-3-4 16,-1-1-16,-5 2 15,-4 3-15,-2 0 16,-4 4 0,-2 6-16,-3 2 15,-1 3-15,-4 7 16,4-6-16,-4 6 15,0 0-15,0 0 16,0 0-16,0 16 16,0 3-16,-4 9 15,-3 7 1,-2 3-16,-1 0 16,0-4-16,2-2 15,-2 0-15,0-1 16,1 2-16,-1-3 15,3-1-15,-1-5 16</inkml:trace>
  <inkml:trace contextRef="#ctx0" brushRef="#br0" timeOffset="15882.86">11469 5250 0,'0'0'0,"0"0"0,0 0 16,0 0-16,0 0 16,0 0-16,-1 3 15,0 4 1,-2 6-16,-2 9 15,-2 6-15,-1 2 16,0 1-16,0-4 16,1-2-16,1-1 15,1-3-15,0-5 16,2-3-16,3-3 16,5-1-16,4 1 15,5-2 1,7-3-16,4-3 15,0-5-15,1-6 16,0-3-16,-3-1 16,-2-3-16,-3 0 15,-3 1-15,-2-3 16,-1 2-16,-3 2 16,-2 2-16,-2 3 15,-5 9 1,4-9-16,-4 9 15,0 0-15,2-7 16,-2 7-16,0 0 16,0 0-16,-2 15 15,-1 5-15,0 5 16,2 4-16,1 3 16,2 0-16,-1-2 15,2-2-15,-1 1 16,0-3-1,2-2-15,1-5 16,-1-4-16,0-4 16,0-3-16,-4-8 31</inkml:trace>
  <inkml:trace contextRef="#ctx0" brushRef="#br0" timeOffset="16199.45">11902 5396 0,'0'0'0,"0"0"16,0 0-16,0 0 15,4 3 1,3 5-16,9 9 15,8 5-15,6 3 16,-2-1-16,1-2 16,0 0-16,0-1 15,1-1-15,-1-2 16,-2-2-16,-5-6 16,-5-3-16,-1-3 15,-2-4-15,-2-3 16,-1-3-1,0-15-15</inkml:trace>
  <inkml:trace contextRef="#ctx0" brushRef="#br0" timeOffset="16482.81">12114 5401 0,'0'0'0,"0"0"15,0 0-15,0 0 16,0 4-16,-1 2 16,-1 11-16,-5 10 15,-2 5-15,-4 5 16,-2 0-16,-2 0 16,0-3-16,1-2 15,2-6 1,1-4-16,3-5 15,3-6-15,3-4 16,4-7-16,0 0 16,0 0-16,0 0 15</inkml:trace>
  <inkml:trace contextRef="#ctx0" brushRef="#br0" timeOffset="17099.59">12405 5398 0,'0'0'0,"0"0"0,0 0 16,0 0-16,0 0 15,1 3-15,0 5 16,2 5-1,1 6-15,0 4 16,0 5-16,-2-2 16,-1 0-16,0-4 15,-1-4-15,1-3 16,1-3-16,7-1 16,8-1-16,5-1 15,7-5-15,1-6 16,3-5-16,-1-4 15,-2-3 1,-4-2-16,-5 0 16,-2-1-16,-3 0 15,-5 1-15,-3 4 16,-2 2-16,-2 3 16,-4 7-16,4-9 15,-4 9-15,0 0 16,2-7-1,-2 7-15,0 0 16,0 0-16,0 0 16,0 0-16,0 0 15,0 0-15,0 0 16,-8 8-16,1 6 16,0 8-16,2 6 15,1 10-15,1 4 16,2 3-1,1 4-15,0-1 16,0 3-16</inkml:trace>
  <inkml:trace contextRef="#ctx0" brushRef="#br0" timeOffset="21916.24">6022 7007 0,'0'0'0,"0"0"0,0 0 16,0 0-16,0 0 15,0 0-15,0 0 16,0 0 0,5-1-16,-5 1 15,17-6-15,-1 0 16,1 0-16,0 0 15,0 3-15,-2 0 16,-1 3-16,-2 2 16,-1 0-16,-11-2 15,14 7-15,-14-7 16,9 13-16,-7-2 16,-2 4-1,-3 4-15,-4 3 16,-2-3-16,3-2 15,-2-5-15,3-4 16,2 0-16,3-8 16,-6 8-16,6-8 15,-4 8-15,4-8 16,-3 10-16,5-2 16,3 4-1,5 0-15,4 0 16,1-1-16,6 2 15,0-2-15,3 1 16,-4-2-16,-3-2 16,-4 1-16,-3 0 15,-4 1-15,-1-1 16,-4 1 0,-2 1-16,-7 2 15,-5 2-15,-5-1 16,-6-2-16,-1-3 15,-1-6-15,-2-4 16,2-3-16,2-1 16,4 0-16,3 1 15,4 0-15,2 1 16,11 3-16,-12-5 16,12 5-1,0 0-15,-11-13 16</inkml:trace>
  <inkml:trace contextRef="#ctx0" brushRef="#br0" timeOffset="22266.15">6354 7112 0,'0'0'0,"0"0"0,0 0 16,0 2-16,0-2 16,2 8-16,-1 2 15,5 4-15,2 2 16,6 1 0,4 2-16,3 1 15,5-2-15,-2-1 16,1-1-16,-2-2 15,2 0-15,-2-2 16,-1-1-16,-4-3 16,-3-2-16,-6-2 15,-9-4 1,0 0 0</inkml:trace>
  <inkml:trace contextRef="#ctx0" brushRef="#br0" timeOffset="22549.4">6555 7105 0,'0'0'0,"0"0"0,0 0 16,0 0-16,0 0 16,-3 1-16,3-1 15,-2 8 1,-1 4-16,-4 12 15,-1 3-15,1-1 16,0 1-16,0-2 16,0 1-16,1-2 15,1-2-15,0-1 16,0-5-16,3-4 16,-1-3-16,3-9 15</inkml:trace>
  <inkml:trace contextRef="#ctx0" brushRef="#br0" timeOffset="23182.57">6787 7117 0,'0'0'0,"0"0"0,0 0 15,2 0-15,-2 0 16,0 0-16,12-1 16,-1 0-16,3 0 15,4-1-15,-1 0 16,-2 1-16,0-1 16,-3 1-1,-2 1-15,-10 0 16,17 4-16,-17-4 15,10 8-15,-6-2 16,-1 5-16,-4 4 16,-3 0-16,-4 2 15,-1-1-15,0-3 16,2-2-16,1-3 16,6-8-16,-7 9 15,7-9 1,0 0-16,2 9 15,-2-9-15,17 13 16,2-6-16,7 0 16,0-3-16,-3 0 15,4-1-15,-1 0 16,-2 2-16,-2 3 16,-8-2-16,-4 0 15,-10-6 1,13 9-16,-13-9 15,3 8-15,-9 2 16,-9 4-16,-13 2 16,-10 0-16,-6-6 15,0-5-15,5-2 16,8-4-16,9-1 16,5-3-16,3 0 15,5-1-15,4-3 16,10-5-1</inkml:trace>
  <inkml:trace contextRef="#ctx0" brushRef="#br0" timeOffset="24232.96">10522 7044 0,'0'0'0,"0"0"0,0 0 0,0 0 0,0 0 16,1-3-1,-1 3-15,0 0 16,3-9-16,0 3 16,2-3-16,3-2 15,4 1-15,5 1 16,5 2-16,0 1 16,0 1-1,-4 3-15,-1-1 0,-4 1 16,0 3-1,-3 1-15,-10-2 16,12 14-16,-10-2 16,-5 8-16,-4 2 15,-6 5-15,-4 1 16,-1-4-16,1-4 16,2-6-16,0-3 15,4-2-15,11-9 16,-14 10-16,14-10 15,0 0 1,0 0-16,-3 8 16,13-4-16,7 3 15,4 1-15,4 0 16,2 0-16,3 1 16,0-1-16,-6-1 15,-3-2-15,-8-1 16,-2-1-1,-4 4-15,-3 0 16,0 3-16,-4 3 16,-3-1-16,-9 4 15,-21 0 1,-16 0 0,-6-5-16,6-5 15,20-5-15,4-2 16,5-2-16,5 0 15,4-2 1,3-2-16,2-5 16,5-8-16</inkml:trace>
  <inkml:trace contextRef="#ctx0" brushRef="#br0" timeOffset="24565.97">10829 7105 0,'0'0'0,"0"0"16,0 0-16,4 3 16,-4-3-16,14 15 15,3 0-15,4 3 16,4 0-1,2-1-15,-1 0 16,0-5-16,-2-1 16,-1-2-16,1 1 15,3-1-15,1-2 16,-1-1-16,-5-3 16,-5-1-16,-6-2 15,-4-10 16</inkml:trace>
  <inkml:trace contextRef="#ctx0" brushRef="#br0" timeOffset="24832.54">11004 7129 0,'0'0'0,"0"0"15,0 0-15,0 3 16,0-3-16,-3 18 16,-1 4-16,-5 5 15,-1 2-15,0 0 16,-2 2-16,-1-2 16,2-4-16,1-6 15,3-6-15,3-5 16,4-8-16</inkml:trace>
  <inkml:trace contextRef="#ctx0" brushRef="#br0" timeOffset="25450.23">11366 7080 0,'0'0'0,"0"0"16,3-1-16,-3 1 16,19-9-16,0 4 15,6 2-15,2 4 16,0 1-16,-3 2 15,-1 1-15,-3 1 16,-2 2 0,-4-2-16,-3 1 15,-4 0-15,-1 2 16,-5 3-16,-3 2 16,-7 3-16,-5 0 15,-5 2-15,0-2 16,2-5-16,2-2 15,6-3-15,9-7 16,-12 8 0,12-8-16,0 0 15,1 14-15,9-1 16,8 4-16,4-2 16,4 1-16,3-1 15,-3-2-15,2-1 16,-3 1-16,-1-2 15,-4 0 1,-6-2-16,-8 0 16,-5-2-16,-5 3 15,-8 1-15,-7 1 16,-10 0-16,-13-4 16,-8-6-16,-5-6 15,0-4-15,0-8 16,1 0-16,-10-11 15</inkml:trace>
  <inkml:trace contextRef="#ctx0" brushRef="#br0" timeOffset="38582.65">4207 4024 0,'0'0'0,"0"0"0,0 0 16,0 0-16,0 0 15,0 0-15,0 0 16</inkml:trace>
  <inkml:trace contextRef="#ctx0" brushRef="#br0" timeOffset="39566.01">4404 6168 0,'0'0'0,"0"0"16,0 0-16,0 0 15,0 0-15,0 0 16,5-4-1</inkml:trace>
  <inkml:trace contextRef="#ctx0" brushRef="#br0" timeOffset="40107.26">4881 4129 0,'0'0'16,"0"0"-16,0 0 0,0 0 0,2 2 0,9 6 0</inkml:trace>
  <inkml:trace contextRef="#ctx0" brushRef="#br0" timeOffset="40649.81">4874 6187 0,'0'0'0,"0"0"0,0 0 16,0 0-16</inkml:trace>
  <inkml:trace contextRef="#ctx0" brushRef="#br0" timeOffset="41149.18">5364 4075 0,'0'0'0,"0"0"0,0 0 0,0 0 0,3 2 16</inkml:trace>
  <inkml:trace contextRef="#ctx0" brushRef="#br0" timeOffset="41683.04">5686 6098 0,'0'0'0,"0"0"0,0 0 0,0 0 0,0 0 15,0 0-15,0 0 16</inkml:trace>
  <inkml:trace contextRef="#ctx0" brushRef="#br0" timeOffset="42499.14">4375 6625 0,'0'0'0,"0"0"16,0 0-16,0 0 16,-3 0-1,3 0-15,0 0 16</inkml:trace>
  <inkml:trace contextRef="#ctx0" brushRef="#br0" timeOffset="42917.12">4496 4533 0,'0'0'0,"0"0"16,0 0-16,0 0 16,0 0-16,1 3 15,-1-3-15</inkml:trace>
  <inkml:trace contextRef="#ctx0" brushRef="#br0" timeOffset="43382.64">4932 4566 0,'0'0'0,"0"0"16,0 0-16,0 0 15,0 0 1,-1 2-16</inkml:trace>
  <inkml:trace contextRef="#ctx0" brushRef="#br0" timeOffset="43850.1">4829 6587 0,'0'0'0,"0"0"16,0 0-16,0 0 16,0 0-16</inkml:trace>
  <inkml:trace contextRef="#ctx0" brushRef="#br0" timeOffset="45132.46">9030 8311 0,'0'0'0,"0"0"0,0 0 0,0 0 16,0 0-16,3 2 15,-3-2-15,14 7 16,4 0-16,6 1 16,10-3-16,4-5 15,4-2-15,2-1 16,-3-1 0,0-1-16,-3-2 15,-5 0-15,-5 0 16,-2-1-16,-2 1 15,-2 2-15,-3 0 16,-4 2-16,-3 1 16,-12 2-16,16 2 15</inkml:trace>
  <inkml:trace contextRef="#ctx0" brushRef="#br0" timeOffset="46666.46">10154 8443 0,'0'0'0,"0"0"16,0 0-16,3 0 15,-3 0 1,0 0-16,0 0 15,0 0-15,0 0 16,11 0-16,-11 0 16,0 0-16,11 0 15,1 0-15,5 0 16,3-2-16,5-2 16,0 0-16,-2 1 15,2-1 1,-1 1-16,2-2 15,1 1-15,-3-2 16,1 2-16,-3-1 16,1 2-16,-3-1 15,1-1-15,-2 1 16,-1 1-16,-2 0 16,-3 1-16,-2 1 15,-11 1 1,16-2-16,-16 2 15,10-2-15,-10 2 16,0 0-16,0 0 16,0 0-16,0 0 15,0 0-15,10 2 16,-10-2-16,0 0 16,0 0-16,0 0 15,0 0 1,0 0-16,0 0 15,0 0-15,0 0 16,0 0-16,0 0 16,0 0-16,0 0 15,0 0-15,0 0 16,0 0-16,0 0 16,0 0-16,0 0 15,0 0 1,0 0-16,0 0 15,0 0-15,0 0 16,0 0-16,0 0 16,0 0-16,0 0 15,0 0-15,0 0 16,0 0-16,0 0 16,0 0-16,0 0 15,0 0 1,0 0-16,0 0 15,0 0-15,0 0 16,0 0-16,0 0 16,0 0-16,0 0 15,0 0-15,0 0 16,0 0-16,0 0 16,0 0-16,0 0 15,0 0-15,0 0 16,0 0-1,0 0-15,0 0 16,0 0-16,0 0 16,0 0-16,0 0 15,0 0-15,0 0 16,0 0-16,0 0 16,0 0-16,0 0 15,0 0-15,0 0 16,0 0-1,0 0-15,0 0 16,0 0-16,0 0 16,0 0-16,0 0 15,0 0-15,0 0 16,0 0-16,0 0 16,0 0-16,0 0 15,0 0 1,0 0-16,0 0 15,0 0-15,0 0 16,0 0-16,0 0 16,0 0-16,0 0 15,0 0-15,9 7 16,0 1-16,10-1 31</inkml:trace>
  <inkml:trace contextRef="#ctx0" brushRef="#br0" timeOffset="49749.91">11504 8384 0,'0'0'0,"-1"2"15,1-2-15,-6 6 16,6-6-16,-6 7 31,6-7-31,0 0 16,0 0-16,0 0 16,0 0-16,0 0 15,-2 6-15,2-6 16,0 0-1,0 0-15,0 0 16,0 0-16,0 0 16,0 0-16,8 7 15,-8-7-15,33 8 16,-3-4-16,3-2 16,0 0-16,1-1 15,2-1-15,2 0 16,3 0-16,-1 0 15,-2 0 1,-2 0-16,-2 0 16,-3 0-16,-2 0 15,-3 0-15,-5 0 16,-2 0-16,-5 0 16,-2 0-16,-12 0 15,14 0-15,-14 0 16,0 0-16,0 0 15,10-1 1,-10 1-16,0 0 16,0 0-16,0 0 15,0 0-15,0 0 16,0 0 0,0 0-16,0 0 0,0 0 15,0 0-15,0 0 16,0 0-16,0 0 15,0 0-15,0 0 16,0 0 0,0 0-16,0 0 15,0 0-15,0 0 16,0 0-16,0 0 16,0 0-16,0 0 15,0 0-15,0 0 16,0 0-16,0 0 15,0 0-15,0 0 16,0 0 0,0 0-16,0 0 15,0 0-15,0 0 16,0 0-16,0 0 16,0 0-16,0 0 15,0 0-15,0 0 16,0 0-16,0 0 15,0 0 1,0 0-16,0 0 16,0 0-16,0 0 15,0 0-15,0 0 16,0 0-16,0 0 16,0 0-16,0 0 15,0 0-15,0 0 16,0 0-16,0 0 15,0 0 1,0 0-16,0 0 16,0 0-16,0 0 15,0 0-15,0 0 16,0 0-16,0 0 16,0 0-16,0 0 15,0 0-15,0 0 16,0 0-16,0 0 15,0 0-15,0 0 16,0 0 0,0 0-16,0 0 15,0 0-15,0 0 16,0 0 0,0 0-16,0 0 15,0 0 1,0 0-16,0 0 0,0 0 15,0 0-15,0 0 16,0 0-16,0 0 16,0 0-16,0 0 15,0 0-15,0 0 16,0 0-16,0 0 16,0 0-16,0 0 15,0 0-15,0 0 16,0 0-16,0 0 15,0 0-15,0 0 16,0 0 0,0 0-16,0 0 15,0 0-15,0 0 16,0 0-16,0 0 16,0 0-16,0 0 15,0 0-15,0 0 16,0 0-16,0 0 15,0 0-15,0 0 16,0 0 0,0 0-16,0 0 15,0 0-15,0 0 16,0 0-16,0 0 16,0 0-16,0 0 15,0 0-15,0 0 16,0 0-16,0 0 15,0 0-15,0 0 16,0 0 0,0 0-16,0 0 15,0 0-15,0 0 16,0 0-16,0 0 16,0 0-16,0 0 15,0 0-15,0 0 16,0 0-16,0 0 15,0 0-15,0 0 16,0 0 0,0 0-16,0 0 15,0 0-15,0 0 16,0 0-16,0 0 16,0 0-16,0 0 15,0 0-15,0 0 16,0 0-16,0 0 15,0 0-15,0 0 16,0 0 0,0 0-16,0 0 15,0 0-15,0 0 16,0 0-16,0 0 16,0 0-16,0 0 15,0 0-15,0 0 16,0 0-16,0 0 15,0 0-15,0 0 16,0 0 0,0 0-16,0 0 15,0 0-15,0 0 16,0 0-16,0 0 16,0 0-16,0 0 15,0 0-15,0 0 16,0 0-16,0 0 15,0 0-15,0 0 16,0 0 0,0 0-16,0 0 15,0 0-15,0 0 16,0 0-16,0 0 16,0 0-16,0 0 15,0 0-15,0 0 16,0 0-16,0 0 15,0 0-15,0 0 16,0 0 0,0 0-16,0 0 15,0 0-15,0 0 16,0 0-16,0 0 16,0 0-16,0 0 15,0 0-15,0 0 16,0 0-16,0 0 15,0 0-15,0 0 16,0 0 0,0 0-16,0 0 15,0 0-15,0 0 16,0 0-16,0 0 16,0 0-16,0 0 15,0 0-15,0 0 16,0 0-16,0 0 15,0 0-15,0 0 16,0 0-16,0 0 16,0 0-1,0 0-15,0 0 16,0 0-16,0 0 16,0 0-16,0 0 15,0 0-15,0 0 16,0 0-16,0 0 15,0 0-15,0 0 16,0 0-16,0 0 16,0 0-1,0 0-15,0 0 16,0 0-16,0 0 16,0 0-16,0 0 15,0 0-15,0 0 16,0 0-16,0 0 15,0 0-15,0 0 16,0 0-16,11 8 31,-7 1-15,-4-9-16</inkml:trace>
  <inkml:trace contextRef="#ctx0" brushRef="#br0" timeOffset="50466.88">12847 8499 0,'0'0'0,"-2"2"0,2-2 0,0 0 15,0 0 1,0 0 0,-3 6-1,3-6-15,0 0 16,23 6-16,11 0 15,11-1-15,2 0 16,3-4-16,-4-1 16,-1-2-1,-2-2-15,-4 0 16,-3 1-16,-4-1 16,-3-1-16,-4 2 15,-7 0-15,-6 0 16,-12 3-16,14-2 15,-14 2-15,0 0 16,0 0-16,0 0 16,0 0-16,0 0 15,0 0-15,0 0 16,0 0 0,0 0-16,0 0 15,11-5-15,-11 5 16,21-9-1,10 1 1</inkml:trace>
  <inkml:trace contextRef="#ctx0" brushRef="#br0" timeOffset="51849.47">13877 8463 0,'0'0'0,"0"0"16,0 0 0,0 0-16,0 0 15,0 0-15,0 0 16,0 0-16,0 0 15,0 0-15,0 0 16,3 0-16,-3 0 16,31 0-1,7 0-15,6 0 16,3 0-16,-1 0 16,2 0-16,-2 0 15,-4 0-15,-1-3 16,-2-1-16,0 0 15,-9 0-15,-3 2 16,-7-1-16,-3 2 16,-3 0-16,-14 1 15,15-2-15,-15 2 16,0 0 0,0 0-16,10-1 15,-10 1-15,0 0 16,0 0-16,0 0 15,0 0-15,0 0 16,0 0-16,0 0 16,0 0-16,0 0 15,0 0 1,0 0-16,0 0 16,0 0-16,0 0 15,0 0-15,0 0 16,0 0-1,0 0-15,0 0 0,0 0 16,0 0-16,0 0 16,0 0-16,0 0 15,0 0 1,0 0-16,0 0 16,0 0-16,0 0 15,0 0-15,0 0 16,0 0-16,0 0 15,0 0-15,0 0 16,0 0-16,0 0 16,0 0-16,0 0 15,0 0-15,0 0 16,0 0 0,0 0-16,0 0 15,0 0-15,0 0 16,0 0-16,0 0 15,0 0-15,0 0 16,0 0-16,0 0 16,0 0-16,0 0 15,0 0-15,0 0 16,0 0-16,0 0 16,0 0-1,0 0-15,0 0 16,0 0-16,0 0 15,0 0-15,0 0 16,0 0-16,0 0 16,0 0-16,0 0 15,0 0-15,0 0 16,0 0 0,0 0-16,0 0 15,0 0-15,0 0 16,0 0-16,0 0 15,0 0-15,0 0 16,0 0-16,0 0 16,0 0-16,0 0 15,0 0-15,0 0 16,0 0 0,0 0-16,0 0 15,0 0-15,0 0 16,0 0-16,0 0 15,0 0-15,0 0 16,0 0-16,0 0 16,0 0-16,0 0 15,0 0 1,0 0-16,0 0 16,0 0-16,0 0 15,0 0-15,0 0 16,0 0-16,0 0 15,0 0-15,0-12 16</inkml:trace>
  <inkml:trace contextRef="#ctx0" brushRef="#br0" timeOffset="54032.4">2717 8372 0,'0'0'0,"0"0"0,0 0 15,-3 0-15,3 0 32,0 0-32,0 0 15,0 0-15,0 0 16,0 0-16,0 0 16,15-5-16,-4 2 15,4-1-15,0-1 16,1 2-1,2-1-15,1-1 16,1 0-16,1-1 16,0 0-16,0-1 15,0 0-15,-1-2 16,2 1-16,5-1 16,2-2-16,-1 0 15,-3 3-15,-2-1 16,-1 2-1,1 0-15,1 1 16,2 1-16,-3 1 16,0 1-16,-5 2 15,-2 2-15,0 1 16,-4 0-16,-3 0 16,-9-2-16,14 2 15,-14-2-15,0 0 16,10 4-1,-10-4-15,0 0 16,0 0-16,0 0 16,0 0-16,7 6 15,-7-6-15,0 0 16,0 0-16,0 0 16,0 0-16,0 0 15,0 0-15,0 0 16,0 0-1,0 0-15,0 0 16,0 0-16,0 0 16,0 0-16,0 0 15,0 0-15,0 0 16,0 9-16,-3 0 16</inkml:trace>
  <inkml:trace contextRef="#ctx0" brushRef="#br0" timeOffset="56782.85">5063 7747 0,'0'0'0,"0"0"0,0 0 15,0 0-15,0 3 16,0-3-16,0 0 16,0 0-16,0 0 15,0 0-15,0 0 16,0 6-16,0-6 15,0 0-15,12-1 16,3-1-16,6-3 16,5 0-1,1-2-15,0-2 16,2 2-16,-1 0 16,0 0-16,0 2 15,-1 1-15,-2 0 16,-4 2-16,-5 0 15,-2 1-15,-4 1 16,-10 0-16,11 1 16,-11-1-1,0 0-15,0 0 16,0 0-16,0 0 16,0 0-16</inkml:trace>
  <inkml:trace contextRef="#ctx0" brushRef="#br0" timeOffset="59799.02">4156 3810 0,'0'0'0,"0"0"0,0 0 16,0 0-16,0-2 15,0 2-15,0 0 16,0 0-16,0 0 15,0 0-15,6-9 16,0 1-16,3-2 16,-1 3-16,4-3 15,-1 3 1,2-3-16,2 1 16,-1 2-16,2 1 15,-1 0-15,1 2 16,2 0-16,4 1 15,1-1-15,0 2 16,0-2-16,-2 1 16,1-1-1,-1 1-15,1 0 16,3-1-16,2 1 16,0 0-16,-3 0 15,-1 0-15,-1 1 16,-2-1-16,1 1 15,2 0-15,2 1 16,1 0-16,-2 0 16,-1 1-1,-1-2-15,1 2 16,1-1-16,2 0 16,1 0-16,1 0 15,-1-1-15,-4 1 16,-1 0-16,-1-2 15,0 1-15,1-2 16,0 1-16,1 0 16,-2 0-1,0-1-15,0 1 16,0 0-16,0-1 16,0 1-16,-1 0 15,-2 1-15,-1-1 16,-2 1-16,-2 0 15,-2 0-15,-1 1 16,-10 1-16,16 1 16,-16-1-1,13 5-15,-13-5 16,14 8-16,-9-2 16,1 2-16,0 1 15,-1 2-15,-2 1 16,1 0-16,0 1 15,0 2-15,0 0 16,-1 2-16,0 0 16,1 1-16,0 0 15,-1 1 1,0 1-16,0-1 16,0 1-16,0-1 15,0 1-15,0 0 16,0 1-16,-1 1 15,0 0-15,-1-1 16,-1-1-16,0 0 16,-1 1-1,1-1-15,0-2 0,0 1 16,0-2 0,0 0-16,0 1 15,0-1-15,0-1 16,1-2-16,0 1 15,0 1-15,0 1 16,1 2-16,1-2 16,0-2-1,0 0-15,1 1 0,-1-1 16,0 0 0,0 2-16,0-1 15,-1 3-15,-2 3 16,-1 2-16,-1-1 15,1 0-15,-2-1 16,2 0-16,-2 2 16,0 0-16,-1 0 15,0-2-15,0 2 16,1-2 0,-1-1-16,0 1 15,0 0-15,1-1 16,1 0-16,-2 0 15,2-2-15,-1-1 16,2 0-16,-1 0 16,2 1-16,0-2 15,0 0-15,2-1 16,-2 0 0,1-2-16,-1-1 15,1-2-15,0-2 16,0 0-16,-1-3 15,0-6-15,1 10 16,-1-10-16,0 0 16,2 6-16,-2-6 15,0 0 1,0 0-16,0 0 16,-19 11-16,-2-7 15,-8-2-15,-3-1 16,-2 1-16,-1-2 15,0 0-15,-1 0 16,0 0-16,0 0 16,-1 0-16,3 0 15,0-2 1,-2 2-16,-1-2 16,-1 2-16,0-1 15,0 0-15,-1 0 16,0 0-16,2 0 15,0 1-15,2-1 16,-1 0-16,-1 0 16,3 1-16,0 0 15,3 2-15,-1-1 16,-2 2-16,0 0 16,1 1-1,6 1-15,3-3 16,0 2-16,0-1 15,-1 0-15,1 0 16,2-2-16,1 2 16,6-3-16,2 0 15,1 0-15,12 0 16,-16-2 0,16 2-16,-17-4 15,7 0-15,10 4 16,-17-12-16,8 4 15,0-2-15,0-3 16,0-3-16,1-1 16,1-2-16,0-3 15,0-3-15,0-5 16,2 1 0,-1 1-16,2-1 15,-1-1-15,1-3 16,-1 2-16,1-1 15,-1 1-15,1 0 16,0 0-16,-1-1 16,1-1-16,-1 2 15,0-3-15,1 1 16,0-3-16,1 2 16,1 1-1,2 1-15,2 3 16,1 0-16,0 0 15,-1 1-15,1 1 16,0-1-16,0 0 16,1 0-16,-1 2 15,-1 0-15,0 1 16,1 2-16,-1 0 16,0 2-16,0 0 15,1-2 1,-1 0-16,0 3 15,0 0-15,1 0 16,-1 0-16,0 0 16,0 1-16,0-1 15,1 1-15,-1 3 16,0 0-16,-1 4 16,-1 4-1,3 1-15,2 0 16,12 0-16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05T11:24:51.846"/>
    </inkml:context>
    <inkml:brush xml:id="br0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1759 6931 0,'0'0'0,"0"0"0,0 0 0,0 0 0,0 0 16,7 3-1,5 2-15,8 1 16,7 0-16,6-3 16,5-2-16,5-2 15,1-3-15,0-3 16,1-3-16,-1 0 15,-1 0-15,-1 1 16,-4 1-16,-4 0 16,-3 2-1,-3 0-15,-5 2 16,-4 1-16,-3 1 16,-4 1-16,-1 0 15,-1 0-15,-10 1 16</inkml:trace>
  <inkml:trace contextRef="#ctx0" brushRef="#br0" timeOffset="2250.44">1922 6955 0,'0'0'0,"1"-2"16,-1 2-16,0 0 15,0 0-15,0 0 16,0 0-16,0-6 15,0 6-15,0 0 16,0 0-16,18-2 16,2 2-16,4-2 15,5 2-15,6 0 16,3 0 0,2 2-16,5-2 15,5 2-15,1 1 16,3-1-16,7 0 15,2 1-15,9 1 16,3-1-16,2 0 16,7 0-16,0 1 15,2-3 1,-2-1-16,-6-2 16,-1-2-16,-7 0 15,-3 0-15,-9 1 16,-5-1-16,-7 3 15,-6 0-15,-5 1 16,-5 0-16,-7 1 16,-6 0-1,-5 0-15,-12-1 16,15 3-16,-15-3 16,0 0-16,0 0 15,10 3-15,-10-3 16,0 0-16,0 0 15,0 0-15,0 0 16,0 0-16,0 0 16,0 0-1,0 0-15,0 0 0,0 0 16,0 0 0,-10-1-16,10 1 15,0 0-15,0 0 16,0 0-16,0 0 15,0 0-15,0 0 16,0 0-16,0 0 16,0 0-16,0 0 15,0 0 1,0 0-16,0 0 16,0 0-16,0 0 15,0 0-15,0 0 16,0 0-16,0 0 15,0 0-15,0 0 16,0 0-16,0 0 16,0 0-16,0 0 15,0 0 1,0 0-16,0 0 0,-10-6 16,10 6-1,-3-7-15</inkml:trace>
  <inkml:trace contextRef="#ctx0" brushRef="#br0" timeOffset="4083.98">1954 5120 0,'0'0'0,"0"0"0,0 0 0,0 0 16,0 0-16,0 0 15,0 0-15,0 0 16,0 0-16,3 0 16,-3 0-1,10 1-15,-10-1 16,17 1-16,-5 0 15,3 0-15,7 0 16,6 0-16,2-1 16,-1 0-16,0 0 15,5 0-15,7 0 16,5 0 0,3-1-16,3-2 15,3 0-15,5-5 16,5-1-16,0-1 15,4-1-15,1-1 16,-3-2-16,5 1 16,-1-2-16,3 1 15,1-1-15,-2 1 16,-5 0 0,-1-1-16,-6 1 15,-5 2-15,-2 1 16,-7 1-16,-5 1 15,-4 1-15,-4 2 16,-7 3-16,-6 0 16,-4 2-16,-5 0 15,-12 1 1,14-1-16,-14 1 16,0 0-16,9 0 15,-9 0-15,0 0 16,0 0-16,0 0 15,0 0-15,0 0 16,0 0-16,0 0 16,0 0-16,0 0 15,0 0-15,0 0 16,0 0 0,0 0-16,0 0 15,0 0-15,0 0 16,0 0-16,0 0 15,9 6-15,-9-6 16,0 0-16,0 0 16,0 0-16,0 0 15,0 0-15,0 0 16,0 0-16,8 7 16,-8-7-1,0 0-15,0 0 16,0 0-16,0 0 15,0 0-15,5 8 16,-5-8-16,0 0 16,0 0-16,0 0 15,0 0-15,4 6 16,-4-6-16,0 0 16,0 0-16,0 0 15,0 0 1,0 0-16,0 0 15,4 6-15,-4-6 16,0 0-16,0 0 16,0 0-16,0 0 15,2 7-15,-2-7 16,0 0-16,0 0 16,0 0-16,0 0 15,0 0 1,0 0-16,0 0 15,0 6-15,0-6 16,0 0-16,0 0 16,0 0-16,0 0 15,0 0-15,0 0 16,0 0-16,0 0 16,0 0-1,0 0-15,0 0 16,3 7-16,-3-7 15,0 0-15,0 0 16,0 0-16,0 0 16,0 0-16,0 0 15,0 0-15,0 0 16,0 0-16,0 0 16,0 0-1,0 0-15,0 0 16,0 0-16,0 0 15,0 0-15,0 0 16,0 0-16,0 0 16,-6-9-16,6 9 15,-3-11-15,3 11 16,0 0-16</inkml:trace>
  <inkml:trace contextRef="#ctx0" brushRef="#br0" timeOffset="5417.77">6730 6795 0,'0'0'0,"4"1"15,-4-1-15,26 4 16,9 1-16,8 1 16,6 2-16,4 0 15,3-1-15,3 0 16,0-2-16,2 0 16,-1-1-16,-2 0 15,-1 0-15,-1-1 16,-3 0-1,0 1-15,-4-1 16,-3-1-16,-2 1 16,0 2-16,0 1 15,-2 0-15,0 0 16,-1 0-16,-1-1 16,1 1-16,1 0 15,-1-2-15,-1-1 16,0-2-1,0-1-15,0-1 16,-3-1-16,-2 0 16,-5-1-16,-2 0 15,-4 0-15,-4 0 16,-4 1-16,-4 1 16,-12 1-16,15-2 15,-15 2-15,0 0 16,0 0-16,10 0 15,-10 0 1,0 0-16,0 0 16,0 0-16,0 0 15,0 0-15,0 0 16,0 0-16,0 0 16,0 0-16,0 0 15,0 0-15,0 0 16,0 0-16,0 0 15,0 0 1,0 0-16,0 0 16,0 0-16,0 0 15,0 0-15,0 0 16,0 0-16,0 0 16,0 0-16,0 0 15,0 0-15,0 0 16,0 0-1,0 0-15,0 0 16,0 0-16,5-13 16</inkml:trace>
  <inkml:trace contextRef="#ctx0" brushRef="#br0" timeOffset="7800.25">6543 4954 0,'0'0'0,"0"0"16,0 0-16,0 0 16,0 0-16,0 0 15,2 1-15,-2-1 16,0 0-16,0 0 15,15 5-15,-15-5 16,19 5 0,-10-3-16,2 1 15,-1-1-15,3 0 16,-1 1-16,5-1 16,1-2-16,1 0 15,2 0-15,1 0 16,3 0-16,3 0 15,2 0 1,1 0-16,1 1 16,1 1-16,0 0 15,1 2-15,0 2 16,3-1-16,-1 0 16,1 1-16,0-2 15,4 3-15,2-2 16,-1 1-16,2-2 15,0 1 1,2-1-16,-2 0 16,-1-1-16,-1 0 15,1-1-15,-2 1 16,1-2-16,0 0 16,0 1-16,-1 0 15,0-1-15,-1 0 16,0 0-16,0 0 15,-1-1-15,-3 1 16,2 0 0,-1-1-16,3 1 15,-2 0-15,-2 0 16,-2 0-16,0-1 16,1 0-16,0 0 15,-1 0-15,-3-2 16,-3 0-16,-2 2 15,-3-1-15,-3 0 16,-3 1 0,-1-1-16,-2 0 15,-2 0-15,-12 1 16,16-2-16,-16 2 16,0 0-16,12 0 15,-12 0-15,0 0 16,0 0-16,0 0 15,0 0-15,0 0 16,0 0 0,9 0-16,-9 0 15,0 0-15,0 0 16,0 0-16,0 0 16,0 0-16,0 0 15,0 0 1,0 0-16,0 0 0,0 0 15,0 0 1,0 0-16,0 0 16,0 0-1,0 0 1,0 0-16,0 0 0,0 0 0,0 0 16,0 0-16,0 0 15,0 0-15,0 0 16,0 0-16,0 0 15,0 0-15,0 0 16,0 0 0,0 0-16,0 0 15,0 0-15,0 0 16,0 0-16,0 0 16,0 0-16,0 0 15,0 0-15,0 0 16,0 0-16,0 0 15,0 0-15,0 0 16,0 0-16,0 0 16,0 0-1,0 0-15,0 0 16,0 0-16,0 0 16,0 0-16,0 0 15,0 0-15,0 0 16,0 0-16,0 0 15,0 0-15,0 0 16,0 0-16,0 0 16,0 0-1,0 0-15,0 0 16,0 0-16,0 0 16,0 0-16,0 0 15,0 0-15,0 0 16,0 0-16,8 7 15,-8-7-15,0 0 16,0 0-16,0 0 16,0 0-1,0 0-15,0 0 16,0 0-16,0 0 16,0 0-16,0 0 15,0 0-15,0 0 16,0 0-16,0 0 15,0 0-15,0 0 16,0 0-16,0 0 16,0 0-1,0 0-15,0 0 16,0 0-16,0 0 16,0 0-16,0 0 15,0 0-15,0 0 16,0 0-16,0 0 15,0 0-15,0 0 16,0 0-16,0-17 16</inkml:trace>
  <inkml:trace contextRef="#ctx0" brushRef="#br0" timeOffset="10566.18">13482 3259 0,'0'0'0,"0"0"0,0 0 15,0 0-15,0 0 16,3-2-16,-3 2 16,0 0-16,2-7 15,-2 7-15,-2-12 16,-4 3 0,-3-3-16,-10-1 15,-2 1-15,-3 1 16,1 4-16,1 3 15,2 3-15,3 2 16,2 4-16,1 6 16,0 6-16,1 7 15,3 8-15,3 8 16,3 7-16,3 7 16,3 4-1,0 5-15,1 0 16,0 1-16,0 2 15,-1 0-15,-4-3 16,-4 0-16,1-7 16,-3 0-16,2-7 15,1-7-15,1-4 16,5-7-16,4-3 16,11-3-1,12-3-15,16-5 16,28-9-16,10-8 15,11-12-15,2-10 16,-1-3-16,-8-5 16,-12-17-16</inkml:trace>
  <inkml:trace contextRef="#ctx0" brushRef="#br0" timeOffset="11132.9">14532 3397 0,'0'0'0,"0"0"0,0 0 16,0 0-16,0 0 16,6-1-16,15-5 15,22-6-15,9 3 16,4 3-16,-9 3 16,-5 1-1,-9 2-15,-7 2 16,-6 0-16,-3 3 15,-3 3-15,0 9 16,-2 9-16,-1 12 16,-6 8-16,-4 3 15,-3 2-15,-1 4 16,0 1-16,0 3 16,5-1-1,8 1-15,4-4 16,3-1-16,4-3 15,0-5-15,-2-6 16,-3-10-16,-4-4 16,-2-4-16,-7-1 15,-7 2-15,-9 0 16,-9-1-16,-17-3 16,-19-7-1,-6-8-15,0-8 16,13-7-16</inkml:trace>
  <inkml:trace contextRef="#ctx0" brushRef="#br0" timeOffset="12683.21">13798 4941 0,'0'0'0,"0"0"15,0-2-15,0 2 16,1-12-16,-1 3 16,-2-1-16,-6 0 15,-7-1 1,-6 0-16,-6 3 15,0 4-15,1 3 16,3 2-16,-1 4 16,2 3-16,-2 7 15,0 6-15,3 5 16,4 3-16,6 6 16,3 5-16,7 8 15,5 2 1,6 2-16,4 1 15,0 3-15,2-2 16,-2-3-16,-1-2 16,-2-2-16,-2-5 15,-2-1-15,-2-7 16,1-4-16,3-3 16,15-1-16,15-2 15,22-9-15,18-9 16,10-16-1,13-8-15,-3-15 16,-5 7-16</inkml:trace>
  <inkml:trace contextRef="#ctx0" brushRef="#br0" timeOffset="13183.38">14848 5092 0,'0'0'0,"3"-2"0,-3 2 0,0 0 0,19-12 15,2 0-15,8 1 16,6 6-16,1 4 15,-1 6 1,-6 3-16,-3 4 16,-7 4-16,-3 6 15,-4 5-15,-4 8 16,-5 7-16,-2 4 16,-3 5-16,-1 1 15,0 1-15,0 2 16,1 0-16,9 2 15,7 2 1,2-2-16,3-3 16,-1-8-16,-1-7 15,-2-6-15,-5-9 16,-3-6-16,-3-3 16,-3-3-16,-4-2 15,-5-2-15,-14-4 16,-23-10-1,-20-12-15,-9-13 16,8-10-16,7-19 16,9 11-16</inkml:trace>
  <inkml:trace contextRef="#ctx0" brushRef="#br0" timeOffset="14033.08">14392 3987 0,'0'0'0,"0"0"16,0 0-16,0 4 15,3 3-15,2 15 16,5 12-16,1 11 16,-4 4-16,-2 1 15,-1 2-15,0-2 16,-2-3-16,0-2 15,0 2 1,1-3-16,-1 3 16,0-4-16,1 4 15,3 2-15,1-4 16,1-1-16,-1-8 16,0-3-16,-1-2 15,-1-7-15,0-2 16,-2-7-16,-2-4 15,0-2-15,-1-9 16,0 9 0,0-9-16,0 0 15,0 0-15,-1 7 16,1-7-16,0 0 16,0 0-16,0 0 15,0 0-15,-17-15 16,6 3-16,-1 0 15,1 1 1,1 0-16,1 3 16,2 1-16,7 7 15,-8-8-15,8 8 16,0 0-16,-6-7 16,6 7-16,0 0 15,0 0-15,0 0 16,-8-8-16</inkml:trace>
  <inkml:trace contextRef="#ctx0" brushRef="#br0" timeOffset="14450.42">14013 4478 0,'0'0'0,"0"0"0,0 0 0,0 0 15,0 0-15,7-2 16,15-2-16,25 1 15,9 3 1,3 0-16,0 2 16,-2-1-16,-3 0 15,-4-1-15,-6 0 16,-1 0-16,-5 0 16,-5 0-16,-1 0 15,-5 0-15,-2 0 16,-6 0-16,-3 0 15,-3 0-15,0 1 16,-13-1-16,16 3 16,-16-3-1,13 2-15</inkml:trace>
  <inkml:trace contextRef="#ctx0" brushRef="#br0" timeOffset="18833.33">13438 6490 0,'0'0'0,"0"0"0,0 0 16,0 0 0,0 0-16,0 0 15,4 1-15,-4-1 16,31 1-16,4-2 15,12-1-15,5-2 16,13-1-16,7-2 16,16-1-16,8-1 15,10-1-15,12-1 16,3 0 0,6 1-16,-2-1 15,-10 5-15,-2 2 16,-16 4-16,-5 0 15,-12 0-15,-11 1 16,-5 2-16,-13 2 16,-7 0-16,-9-1 15,-12-1-15,-6 0 16,-5-1 0,-12-2-16,13 5 15,-13-5-15,0 0 16,0 0-16,11 4 15,-11-4-15,0 0 16,0 0-16,0 0 16,0 0-1,0 0-15,0 0 16,0 0-16,0 0 16,0 0-16,0 0 15,0 0-15,0 0 16,4 7-16,-4-7 15,0 0-15,0 0 16,0 0-16,0 0 16,0 0-16,0 0 15,0 7-15,0-7 16,0 16-16,0-2 16,0 4-1,0 5-15,0 1 16,0-1-16,0-2 15,2-5-15,-1-3 16,0-4-16,1-2 16,-2-7-16,1 9 15,-1-9 1,0 0-16,3 7 0,-3-7 16,0 0-1,0 0-15,0 0 16,0 0-16,4 6 15,-4-6-15,0 0 16,0 0-16,0 0 16,0 0-16,0 0 15,0 7-15,0-7 16,0 10-16,1 2 16,1 5-1,-1 9-15,2 6 16,0 6-16,4 4 15,-1 0-15,2 3 16,0 0-16,1-5 16,0 1-16,0-5 15,0-4-15,0-2 16,1-3 0,-3-3-16,-1-5 15,-2-5-15,-1-4 16,0-4-16,-3-6 15,3 9-15,-3-9 16,0 0-16,0 0 16,0 7-16,0-7 15,0 0-15,0 0 16,-15 8-16,-17-4 16,-28 0-1,-13-6-15,-5-2 16,-8 0-16,-8 0 15,-6 0-15,0 0 16,-5 0-16,3 5 16,-2 4-16,2 1 15,6 1-15,1 1 16,3 0 0,4-1-16,4 1 15,9-2-15,3 0 16,8-1-16,6 0 15,3-1-15,3 0 16,4-1-16,4 0 16,6 0-16,5-1 15,6-1-15,3 0 16,2 0-16,1-2 16,1-3-16,3-3 15,0-6 1,0-6-16,0-6 15,1-9-15,3-3 16,1-6-16,4-7 16,1-3-16,3-2 15,2 0-15,1-2 16,1 0-16,0 2 16,0-2-16,0 5 15,0 2 1,0 4-16,0 7 15,0 3-15,0 5 16,0 4-16,0 4 16,0 3-16,-1 5 15,0 5-15,0 4 16,1 6-16,-1-8 16,1 8-16,0 0 15,-2-6 1,2 6-16,0 0 15,0 0-15,0 0 16,0 0-16,0 0 16,0 0-16,0 0 15,0 0-15,0 0 16,0 0-16,0 0 16,0 0-1,0 0-15,0 0 16,25-4-16,23 4 15,30 0-15,8 0 16,1 0-16,0 0 16,-5 0-16,-3 0 15,-12 0-15,-12 2 16</inkml:trace>
  <inkml:trace contextRef="#ctx0" brushRef="#br0" timeOffset="21617.31">579 5881 0,'0'0'0,"0"0"0,0 0 16,0 3-16,0 7 15,0 14 1,0 12-16,0 7 16,2-3-16,1 0 15,2 0-15,2-4 16,0-2-16,0-3 16,-1-2-16,-2-8 15</inkml:trace>
  <inkml:trace contextRef="#ctx0" brushRef="#br0" timeOffset="21866.46">511 6204 0,'0'0'0,"1"-2"16,-1 2-16,13-26 15,7-10 1,10-9-16,3 6 16,0 4-16,3 3 15,-3 1-15,0 4 16,-3 5-16,-8 5 16,-4 5-16,-6 4 15</inkml:trace>
  <inkml:trace contextRef="#ctx0" brushRef="#br0" timeOffset="22083.23">599 6174 0,'0'0'0,"0"0"0,0 0 16,1 3-16,-1-3 15,8 16-15,1-1 16,6 2-16,12-2 15,5-3-15,10-8 16,2-6-16,7-8 16,3-4-1,0-5-15,-4-2 16</inkml:trace>
  <inkml:trace contextRef="#ctx0" brushRef="#br0" timeOffset="22333.99">1125 6063 0,'0'0'0,"0"0"0,0 0 15,3-1-15,-3 1 16,29-20-16,3 1 15,3 0-15,1 2 16,-1 1 0,-3 2-16,-5 2 15</inkml:trace>
  <inkml:trace contextRef="#ctx0" brushRef="#br0" timeOffset="22483.88">1200 6182 0,'0'0'0,"0"0"16,0 0-16,0 0 15,0 0-15,4 0 16,-4 0-16,28-4 16,7-17-16,9-4 15</inkml:trace>
  <inkml:trace contextRef="#ctx0" brushRef="#br0" timeOffset="22716.46">1504 5747 0,'0'0'0,"0"0"16,0 0-16,0 0 15,0 0-15,0 0 16,0 7-16,2 8 15,1 12-15,4 6 16,2 7-16,3 0 16,1 1-1,2-2-15,0-2 16,3-2-16,7-2 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05T11:34:53.274"/>
    </inkml:context>
    <inkml:brush xml:id="br0">
      <inkml:brushProperty name="width" value="0.05292" units="cm"/>
      <inkml:brushProperty name="height" value="0.05292" units="cm"/>
      <inkml:brushProperty name="color" value="#EE0000"/>
    </inkml:brush>
  </inkml:definitions>
  <inkml:trace contextRef="#ctx0" brushRef="#br0">11120 5270 0,'0'0'0,"0"0"0,1-4 15,5-2-15,6-8 16,16-1-16,6 1 16,2 4-16,0 5 15,-3 3-15,-4 5 16,-6 1-16,-5 5 16,-4 1-1,-5 6-15,-4 4 16,-7 6-16,-3 4 15,-4 0-15,-1-1 16,0-4-16,2-4 16,1-3-16,2-3 15,2-1-15,6 1 16,3 3-16,6 2 16,5 1-16,1 1 15,1-4 1,-6-2-16,-3-5 15,-4 1-15,-1-1 16,-7 2-16,-6 4 16,-9 2-16,-6 4 15,-8-4-15,-6-3 16,-2-2-16,1-4 16,3-4-16,5-1 15,3-3 1,3-1-16,5-2 15,2-1-15,10-5 16</inkml:trace>
  <inkml:trace contextRef="#ctx0" brushRef="#br0" timeOffset="332.26">11762 5338 0,'0'0'0,"0"0"0,0 0 15,5-1-15,9 0 16,9 1-16,1 8 16,-9 4-1,-5 7-15,-7 7 16,-11 9-16,-10 8 15,-4 0-15,-2-2 16,2-8-16,3-6 16,6-9-16,5-6 15,3-5-15,5-7 16,0 0-16,19 11 16,23-7-1,19-7-15,1-3 16,-1-3-16,3-7 15</inkml:trace>
  <inkml:trace contextRef="#ctx0" brushRef="#br0" timeOffset="582.46">12233 5356 0,'0'0'0,"0"0"0,0 0 16,0 0-16,3 3 16,5 6-16,8 9 15,10 10-15,5 5 16,7 4-16,1-1 16,4 0-16,-3-3 15,-5-8-15</inkml:trace>
  <inkml:trace contextRef="#ctx0" brushRef="#br0" timeOffset="832.84">12406 5504 0,'0'0'0,"-2"2"0,2-2 16,-19 23-16,-5 7 15,-1 1-15,3 3 16,5-4-16,4-1 16,4-6-16,5-7 15,2-6 1</inkml:trace>
  <inkml:trace contextRef="#ctx0" brushRef="#br0" timeOffset="1265.47">12858 5356 0,'0'0'0,"2"0"16,-2 0-16,24-10 16,5 3-16,1 7 15,-5 5-15,-9 3 16,-6 2-16,-5 3 16,-6 6-16,-8 3 15,-9 4-15,-5 2 16,1-5-1,3-5-15,7-7 16,2-3-16,10-8 16,-9 9-16,9-9 15,9 16-15,5 0 16,7 3-16,2-1 16,-6-5-16,-4-2 15,-2-2-15,-4 3 16,-8 6-1,-10 4-15,-7 5 16,-11 0-16,0-4 16,-4-3-16,2-9 15,7-7-15</inkml:trace>
  <inkml:trace contextRef="#ctx0" brushRef="#br0" timeOffset="1632.12">13266 5308 0,'0'0'0,"0"0"0,9 0 16,13 0-16,14 1 15,-3 6-15,-5 8 16,-8 4-1,-7 5-15,-9 5 16,-9 2-16,-12 6 16,-6-1-16,-2-2 15,3-9-15,7-11 16,6-4-16,9-10 16,-8 7-16,8-7 15,0 0-15,41 4 16,35-10-1,-2-4-15,0-5 16,-1-4-16</inkml:trace>
  <inkml:trace contextRef="#ctx0" brushRef="#br0" timeOffset="1882.75">13804 5253 0,'0'0'0,"0"0"0,0 0 15,1 2-15,2 5 16,5 11-16,5 8 16,3 9-16,6 1 15,5 1-15,10 5 16,4 0-16,4 0 15,-2-2 1,-16-18-16</inkml:trace>
  <inkml:trace contextRef="#ctx0" brushRef="#br0" timeOffset="2148.69">14207 5448 0,'0'0'0,"0"0"0,0 0 16,-2 6-16,-14 11 16,-24 15-16,-7 0 15,-1 0-15,4-2 16,7-3-16,5-4 15,7 1 1,8-8-16,4-4 16,6-4-16,4 0 15</inkml:trace>
  <inkml:trace contextRef="#ctx0" brushRef="#br0" timeOffset="2548.83">14541 5329 0,'0'0'0,"0"0"0,5-1 16,8-2-16,8-2 15,3 1-15,-1 5 16,-3 8-16,-5 2 15,-6 5 1,-7 0-16,-7 5 16,-10 5-16,-7 2 15,-5-1-15,4-7 16,3-4-16,4-4 16,4-3-16,5-2 15,4 1-15,9 5 16,13 10-16,8 9 15,5 0 1,-1-3-16,-5-4 16,-6-7-16,-8-4 15,-8 0-15,-10 6 16,-18 7-16,-30 7 16,-30 4-16</inkml:trace>
  <inkml:trace contextRef="#ctx0" brushRef="#br0" timeOffset="2998.22">12555 5408 0,'0'0'0,"0"0"0,-2-2 0,2 2 15,0 0-15,-8-7 16,8 7-16,0 0 16,-12 2-16,-2 5 15,-11 9-15,-2 11 16,-2 1-16,3 0 15,4 4 1,7-4-16</inkml:trace>
  <inkml:trace contextRef="#ctx0" brushRef="#br0" timeOffset="7832.06">12951 6388 0,'0'0'0,"0"0"0,0 0 15,4 0-15,7-2 16,7-2-16,4 1 16,2 0-1,-3 1-15,-2 0 16,2 1-16,-1 1 15,-1 2-15,-3 2 16,-3 1-16,-13-5 16,16 15-16,-14 0 15,-1 0-15,-5 4 16,-2-4-16,-3-1 16,-1 1-1,-1-1-15,-1 2 16,3-3-16,1-2 15,3-4-15,5-7 16,-5 7-16,5-7 16,0 0-16,-1 9 15,10-3-15,8 10 16,7 5-16,0-3 16,-4-4-16,-1-6 15,-2-1-15,-5-1 16,1 1-1,-5 4-15,-3 2 16,-3 2-16,-4-5 16,-10 9-16,-2 9 15,-8 0-15,-3-2 16,-1-16-16,3-10 16,2 2-16,1-4 15</inkml:trace>
  <inkml:trace contextRef="#ctx0" brushRef="#br0" timeOffset="8115.23">13325 6522 0,'0'0'0,"0"0"15,0 1-15,0-1 16,5 7-16,5 4 16,5 9-16,1 0 15,4 6-15,1 8 16,-1-2-16,-3-5 16,-6-8-16,0-4 15,4 3 1,6 8-16,-6-7 15,-3-6-15</inkml:trace>
  <inkml:trace contextRef="#ctx0" brushRef="#br0" timeOffset="8366.32">13467 6600 0,'0'3'0,"0"-3"0,0 10 0,0-4 15,0-6-15,-1 14 16,-6 3-16,-5 5 16,-5 15-16,0-4 15,4-6-15,1-2 16,4-10-1,-4 9-15</inkml:trace>
  <inkml:trace contextRef="#ctx0" brushRef="#br0" timeOffset="8898.11">13793 6604 0,'0'0'0,"5"-7"0,1-2 15,9-9-15,7-1 16,6 13-16,1 1 16,1 9-16,-5 3 15,-6 3-15,-4 2 16,-8-3-16,-5 6 15,-5 5 1,-7 3-16,-6 7 16,-1-7-16,-2-5 15,3 0-15,4-7 16,3-2-16,9-9 16,0 0-16,0 0 15,-3 9-15,17 1 16,13 8-1,7-5-15,3 3 16,1-1-16,-4-2 16,-2-1-16,-10 2 15,-5 5-15,-4-4 16,-5 4-16,-7-2 16,-6-5-16,-12 1 15,-8-2-15,-8 4 16,-4-4-1,-4 2-15,-2-2 16,5-10-16,3-4 16,2-14-16,11 12 15</inkml:trace>
  <inkml:trace contextRef="#ctx0" brushRef="#br0" timeOffset="11065.59">14373 6590 0,'0'0'0,"0"0"15,0 0-15,0 0 16,0 0 0,0 2-16,0-2 15,0 0-15,6 12 16,1 2-16,6 5 16,5-2-16,7-2 15,5 4-15,2-3 16,4 1-16,0-3 15,-4-2-15,0-1 16,-2-2-16,-3-1 16,-1 0-16,-2 0 15,-2-2 1,-1 1 0,-2-1-1,-19-6-15</inkml:trace>
  <inkml:trace contextRef="#ctx0" brushRef="#br0" timeOffset="11866.22">14844 6910 0,'0'0'0,"0"0"16,-3 0-16,3 0 15,-21 0-15,7 0 16,-3-1-16</inkml:trace>
  <inkml:trace contextRef="#ctx0" brushRef="#br0" timeOffset="12548.44">14678 6764 0,'0'0'0,"-3"-3"0,3 3 0,0 0 16,-11-11-16,-2 2 16,-9-2-16,-7 2 15,-4 4-15,3 4 16,2 4-16,0 6 15,2 3-15,3 4 16,5 1-16,5 2 16,5-1-16,7 4 15,7 0 1,7-1-16,8-2 16,2-7-16,6-7 15,4-5-15,1-4 16,-3-3-16,-5-1 15,-3-2-15,-4-6 16,-5 0-16,-3 1 16,-5 2-16,-4 2 15,-1 2 1,-1 3-16,0 6 16,-2-8-16,2 8 15,0 0-15,0 0 16,0 0-16,0 0 15,0 0-15,0 0 16,19 20-16,-6-2 16,2 4-16,-5 6 15,-3 6 1,-6 4-16,-8 6 16,-8 3-16,-8 0 15,-4 1-15,-2-4 16,-2 0-16,4-10 15,2-2-15,2-3 16,3-4-16,6-1 31,5-2-31,5-7 16,3-3 0,3-6-16</inkml:trace>
  <inkml:trace contextRef="#ctx0" brushRef="#br0" timeOffset="13016.06">15070 6491 0,'0'0'0,"0"0"0,0 0 16,0 0-16,0 4 15,0 8 1,0 17-16,0 14 16,0 5-16,0 5 15,0 0-15,0 3 16,0-2-16,1-7 15,0-3-15,2-9 16,3-3 0,5-3-1</inkml:trace>
  <inkml:trace contextRef="#ctx0" brushRef="#br0" timeOffset="13716.24">15553 6482 0,'0'0'0,"0"0"0,-2 3 16,-5 3-16,-9 9 16,-8 7-16,-4 4 15,-2 1 1,-2 0-16,4 5 16,1 5-16,5 2 15,1 2-15,4-1 16,3-1-16,5-2 15,5 0-15,8-4 16,17 6 0,14-5-1,12-10 1,1-9-16,-6-16 16,-1-7-16,0-2 15,-7-4-15,-8-1 16,-9-1-16,-6 1 15,-6 0-15,-10-1 16,-11-6-16,-10-1 16,-8 2-16,-2 6 15,2 5 1,1 2-16,2 5 16,4 1-16,4 4 15,6 1-15,2-1 16,5-1-16,10-1 15,-13 2-15,13-2 16,0 0-16,0 0 16,0 0-16,0 0 15,0 0 1,-10 4-16,10-4 16,0 0-16,0 0 15,0 0-15,0 0 16</inkml:trace>
  <inkml:trace contextRef="#ctx0" brushRef="#br0" timeOffset="15082.23">12888 7521 0,'0'-1'0,"0"1"0,2-9 16,1 2-16,0-2 15,4-1-15,8-5 16,10 2-16,3 4 16,1 6-1,-5 5-15,-1 5 16,-4 1-16,-4 0 15,-2 2-15,-3 3 16,-5 3-16,-2 0 16,-6 1-16,-3 1 15,-6 1-15,-3 4 16,-1-3-16,0-1 16,6-6-1,1-2-15,2-2 16,7-9-16,-6 7 15,6-7-15,0 0 16,20 13-16,6 0 16,6 1-16,-1-3 15,-1 1-15,-3-2 16,-2 2-16,-7 9 16,-8-3-1,-3-3-15,-8-4 16,-10 9-16,-7 6 15,-10-1-15,-10-3 16,-3-9-16,-2-2 16,6-3-16,5-1 15,5-2-15,2-2 16,3-6-16,3-9 16,6-8-16</inkml:trace>
  <inkml:trace contextRef="#ctx0" brushRef="#br0" timeOffset="15482.29">13418 7601 0,'0'0'0,"0"0"0,0 0 16,6 3-16,-6-3 16,17 5-16,-3 3 15,2 8-15,-1 6 16,-4-1-16,-7-2 16,-7 13-16,-4 4 15,-9 2-15,-5-3 16,2-6-1,0-5-15,6-7 16,3-8-16,10-9 16,-10 8-16,10-8 15,0 0-15,0 0 16,15 3-16,22-3 16,11-1-16,-3-1 15,-1 2 1,-3-1-16,-3 0 15,0-5-15</inkml:trace>
  <inkml:trace contextRef="#ctx0" brushRef="#br0" timeOffset="15849.25">13856 7672 0,'0'0'0,"1"4"0,-1-4 15,4 7-15,-1 3 16,9 6-16,6 10 16,7 2-16,2-4 15,4 2 1,-1-5-16,17 9 31</inkml:trace>
  <inkml:trace contextRef="#ctx0" brushRef="#br0" timeOffset="16132.22">14052 7619 0,'0'0'0,"0"3"16,0-3-16,0 17 15,-1 10-15,-5-1 16,-4-3-16,-1 1 16,0 2-1,-4 5-15,3 2 0,3-5 16,4-15-1,1-3-15,1 2 16,-1-2-16</inkml:trace>
  <inkml:trace contextRef="#ctx0" brushRef="#br0" timeOffset="16781.73">14204 7654 0,'0'0'0,"3"-3"0,-3 3 15,27-14-15,0 2 16,4 3-16,-4 3 16,-2 3-16,-2 2 15,-1 2-15,4 4 16,-5 2-16,0 4 15,-5 0 1,-5 4-16,-3 3 16,-5 0-16,-6 6 15,-7 3-15,-4 2 16,-4-4-16,0-6 16,3-5-16,1-1 15,-1-1 1,3-3-16,1-3 15,11-6-15,-16 7 16,16-7-16,0 0 16,-9 3-16,9-3 15,0 0-15,0 0 16,0 0-16,0 0 16,18 10-16,8 0 15,6-1-15,-2-4 16,-1 0-1,-5-1-15,-1-1 16,-4 6-16,-2 0 16,-5 4-16,-5 1 15,-5 4-15,-7 3 16,-8 3-16,-7-1 16,-8 4-16,-5-4 15,-3-4-15,0-7 16,1-3-1,3-5-15,9-3 16,4-3-16,3-3 16,8-2-16,-3-5 15,-2-11-15</inkml:trace>
  <inkml:trace contextRef="#ctx0" brushRef="#br0" timeOffset="17265.53">14627 7777 0,'0'0'0,"3"-1"15,-3 1-15,13-8 16,-3 3-16,6 5 15,3 7 1,1 4-16,0 5 16,-5 3-16,-3 4 15,-7 2-15,-3 2 16,-4-1-16,-3-1 16,-4-3-16,-1-1 15,-1-3-15,3-3 16,2-5-16,3-3 15,3-7-15,-5 8 16,5-8 0,0 0-16,0 0 15,0 0-15,19 7 16,8-5-16,3-2 16,1 0-16,-1 0 15,-3-2-15,0 2 16,-4-1-1,-5-1-15,0 2 16,-4-1-16,0 1 16,-3 0-16,-1 0 15</inkml:trace>
  <inkml:trace contextRef="#ctx0" brushRef="#br0" timeOffset="17598.74">14981 7723 0,'0'0'0,"0"0"16,0 0-16,5 2 15,-5-2 1,19 11-16,-2 0 16,1 4-16,1 3 15,0-1-15,-1 2 16,1 1-16,-1-1 16,-2-4-16,-3-1 15,-2-3-15,-1-1 16,-3-3-16</inkml:trace>
  <inkml:trace contextRef="#ctx0" brushRef="#br0" timeOffset="17898.05">15096 7680 0,'0'0'0,"0"0"0,0 0 0,0 0 16,0 2-16,0-2 15,-2 14-15,-3 3 16,-4 7-16,-6 5 16,-4 2-16,1 0 15,-1-3-15,1 1 16,1-2-16,1-2 15,2-3-15,2-4 16,4-4 0,1-3-16</inkml:trace>
  <inkml:trace contextRef="#ctx0" brushRef="#br0" timeOffset="18298.11">15323 7532 0,'0'0'0,"0"0"0,0 0 15,0 3-15,0 4 16,0 7-16,0 5 16,-1 6-16,-1 5 15,-2 4-15,-1 1 16,-1-2-16,2-1 15,0-1 1,0-3-16,0 0 16,0-1-16,0 5 31,3-3-31,5-13 16</inkml:trace>
  <inkml:trace contextRef="#ctx0" brushRef="#br0" timeOffset="19298.49">15694 7566 0,'0'0'0,"0"0"0,0 0 0,0 0 0,0 0 16,0 2 0,0-2-16,-15 18 15,-2 3-15,-4 5 16,-3 2-16,-1 2 16,-1 2-16,-2 1 15,6 1-15,3 2 16,2-2-16,3 1 15,3-6-15,5-3 16,3-3 0,6-2-16,10-2 31,13-3-31,11-5 16,2-4-16,-6-8 15,-7-5-15,-2-2 16,-5-3-16,-4 1 15,-4 0-15,-4 0 16,-4 0-16,-3 2 16,-2-1-1,-4 0-15,-5 1 16,-2-1-16,0 2 16,0 2-16,-1 0 15,2 0-15,2 3 16,10 2-16,-15-4 15,15 4-15,0 0 16,-10-2-16,10 2 16,0 0-1,0 0-15,0 0 16,0 0-16,-10 3 16,10-3-16,0 0 15,0 0-15,0 0 16,0 0-16,0 0 15,0 0-15,0 0 16,-10 4 0,10-4-16,0 0 15,-12 9-15,12-9 16,0 0-16,-9 5 16,9-5-16,0 0 15,0 0-15,0 0 16,0 0-16,0 0 15,0 0-15,0 0 16,-10 6 0,10-6-16,0 0 15,0 0-15,0 0 16,0 0-16,0 0 16,0 0-16,0 0 15,0 0-15,0 0 16,0 0-16,0 0 15,0 0-15,0 0 16,0 0-16,0 0 16,0 0-1,0 0-15,0 0 16,-13-3-16</inkml:trace>
  <inkml:trace contextRef="#ctx0" brushRef="#br0" timeOffset="21098.88">12970 8267 0,'0'0'0,"0"0"0,0 0 15,0 0-15,0 0 16,0 0-16,-6-3 16,6 3-16,-18-5 15,5 2-15,-3 1 16,1 1 0,3 0-16,1 2 15,1 0-15,10-1 16,-12 1-16,12-1 15,0 0-15,0 0 16,-12 2 0,12-2-16,0 0 15,0 0 1,0 0 0,0 0-16,0 0 15,15 8-15,-4-4 16,4-1-16,6 1 15,5 0-15,3-2 16,-2 0-16,-1-1 16,0-1-16,4 0 15,7 0-15,0 0 16,1 0 0,-3 0-16,4 1 15,3 0-15,2 0 16,-2 1-16,1 0 15,2 1-15,1-1 16,0 0-16,-2 0 16,2 0-16,2 1 15,0-1-15,-4 0 16,-1 0 0,0-1-16,-4 1 15,-3 0-15,-3-1 16,1 1-16,-1 0 15,1 1-15,-3-2 16,-3 1-16,-2-2 16,-6 1-16,-3 1 15,-6-1-15,-11-1 16,14 3 0,-14-3-16,0 0 15,0 0-15,0 0 16</inkml:trace>
  <inkml:trace contextRef="#ctx0" brushRef="#br0" timeOffset="22715.28">15082 5096 0,'0'0'0,"0"0"15,-3-4-15,3 4 16,-9-10-16,9 10 15,-10-11-15,4 4 32,-2-1-32,0-1 15,-2-2-15,1 0 16,1 0 0,-2 0-16,0-2 15,-3-3-15,0-1 16,-4-3-16,-6-1 15,-6 0-15,-5 3 16,-4 3-16,-2 3 16,-2 2-16,-3 2 15,1 1-15,-1 3 16,2 1 0,1 3-16,1 5 15,4 1-15,2 0 16,-1 4-16,3 1 15,1 2-15,5 1 16,8-2-16,2 1 16,2 3-16,-3 7 15,2 3-15,-1 4 16,5 1-16,1 2 16,2 7-1,2 0-15,0 4 16,0 3-16,1 1 15,0 3-15,6 3 16,0 1-16,3 9 16,0-6-16,-2 0 15,2 2-15,0-5 16,4 4-16,8-3 16,3-5-16,0 2 15,2-3 1,1-3-16,6 0 15,6-6-15,0-3 16,7-3-16,-2-4 16,2-3-16,3-5 15,1-4-15,1-7 16,-1-3-16,-4-4 16,-1-5-1,-4-5-15,0-4 16,1-3-16,-1-5 15,0-3-15,-3-3 16,-1-5-16,-4-4 16,-2-2-16,-2-3 15,-3-2-15,-1-5 16,-1-2 0,-1-4-16,-2 0 15,-4 1-15,-1-2 16,-2-4-16,-3 1 15,-3 1-15,-1-1 16,-3 3-16,-2-1 16,-1-1-16,-4 1 15,-3 1-15,-2 5 16,0 1-16,-1 3 16,-1 1-1,-1 5-15,2 4 16,-2 1-16,-2 2 15,-5 0-15,-4 0 16,-4 2-16,-1 5 16,-1 6-16,2 5 15,3 2-15,1 3 16,3 2-16,2 4 16,5 1-1,2 3-15,2 3 16,3 4-16,2 9 15,5-2-15</inkml:trace>
  <inkml:trace contextRef="#ctx0" brushRef="#br0" timeOffset="23965.32">14259 6143 0,'0'0'0,"0"0"15,6 0-15,22-4 16,33-2-16,6-2 16,10 2-16,5 3 15,3 3-15,3 1 16,1 2-16,-7-1 16,-5 0-1,-12 1-15,-8-2 16,-9 0-16,-9 0 15,-11 0-15,-8-1 16,-10 0-16,-10 0 16,0 0-16,0 0 15,0 0-15,-32 10 16,-39 2-16,-20-6 16,-9-5-16,-4-4 15,0-1 1,-2 1-16,9 0 15,0-1-15,14 2 16,12 0-16,18 1 16,18 1-16,10 0 15,11 1-15,14-1 16,-16 0-16,16 0 16,0 0-16,0 0 15,0 0 1,43-10-16,38 2 15,11 5-15,-3 4 16,11 1-16,6 0 16,-10-1-16,1 2 15,-7-2-15,-7 1 16,-6 1-16,-10-1 16,-11 0-16,-11-1 15,-13 0-15,-10 0 16,-9 0-1,-13-1-15,13 2 16,-13-2-16,0 0 16,0 0-16,0 0 15,0 0-15,0 0 16,8 6-16,-8-6 16,0 0-16,0 0 15,0 0-15,0 0 16,0 0-1,0 0-15,-3 6 16,3-6-16,0 0 16,0 0-16,0 0 15,0 0-15,0 0 16,0 0-16,0 0 16,-1 7-16,1-7 15,0 0-15,0 0 16,0 0-1,0 0-15,0 0 16,-1 7-16,1-7 16,0 0-16,0 0 15,0 0-15,0 0 16,0 0-16,0 0 16,0 0-16,0 0 15,0 0-15,0 0 16,0 0-16,4-16 15</inkml:trace>
  <inkml:trace contextRef="#ctx0" brushRef="#br0" timeOffset="25348.97">14495 4856 0,'0'0'0,"0"0"0,-3-4 15,0-4-15,-3-5 16,0-3-1,-1-4-15,-1-1 0,-2-4 16,0-9 0,3-2-16,1-9 15,3-2-15,3-1 16,-1-4-16,2 2 16,0-2-16,-1 2 15,1 3-15,1 3 16,-2 4-16,1 2 15,0 6 1,-1 2-16,1 7 16,0 2-16,0 2 15,-1 2-15,1 4 16,-1 4-16,0 3 16,0 6-16,0-9 15,0 9-15,0 0 16,0 0-16,0 0 15,0-6-15,0 6 16,0 0 0,0 0-16,0 0 15,0 0-15,0 0 16,0 0-16,0 0 16,0 0-16,0 0 15,0 0-15,0 0 16,3 6-16,-3-6 15,0 0-15</inkml:trace>
  <inkml:trace contextRef="#ctx0" brushRef="#br0" timeOffset="27265.33">15758 7348 0,'5'55'0,"-5"-55"0,0 0 0,0 0 0,0 0 16,0 0-16,0 0 15,0 0-15,0 0 16,0 0-16,0 0 15,0 0-15,0 0 16,0 0 0,0 0-16,-15-15 15,-5-4-15,4 3 16,4 4-16,4 5 16,8 7-16,-10-7 15,10 7-15,0 0 16,-17-7-16,-7-1 15,-10-3 1,-2 2-16,7 3 16,3 3-16,1 3 15,-3 0-15,-1 1 16,2 1-16,1 2 16,0 1-16,3 1 15,0-1-15,2 1 16,-1 0-16,2 1 15,1-1-15,-1 3 16,3-1-16,1 0 16,2 2-16,1 2 15,0 2 1,1 3-16,0 3 16,1 0-16,-1 0 15,2 0-15,0 2 16,1 1-16,-1 2 15,0 1-15,1 1 16,0 2 0,1 2-16,1-3 15,0 0-15,0 1 16,2 2-16,1 1 16,3-3-16,0 0 15,1-4-15,1-1 16,0-1-16,3 0 15,1 4-15,2-1 16,0 0-16,2-1 16,1-3-16,1 0 15,0-2 1,1-2-16,-1-2 16,-2-2-16,0-1 15,0-4-15,-1 1 16,-1-2-16,1 0 15,-2-2-15,-6-6 16,14 12-16,-14-12 16,17 10-1,-17-10-15,15 7 16,-15-7-16,12 6 16,-12-6-16,0 0 15,0 0-15,10 5 16,-10-5-16,0 0 15,0 0-15,0 0 16,0 0-16</inkml:trace>
  <inkml:trace contextRef="#ctx0" brushRef="#br0" timeOffset="27965.43">14691 4970 0,'0'0'0,"0"0"0,0 0 15,0 0-15,0 0 16,0 0-16</inkml:trace>
  <inkml:trace contextRef="#ctx0" brushRef="#br0" timeOffset="32248.17">15702 7425 0,'0'0'0,"0"0"0,0 0 0,0 0 0,0 0 15,0 0 1,0 0-16,0 0 15,3 0 1,-3 0 0,0 0-16,0 0 15,0 0-15,0 0 16,0 0-16,0 0 16,0 0-16,0 0 15,0 0 1,0 0-16,0 0 15,0 0-15,0 0 16,0 0-16,0 0 16,0 0-16,0 0 15,0 0-15,0 0 16,0 0-16,0 0 16,0 0-16,0 0 15,0 0 1,-10 4-16,10-4 15,0 0-15,0 0 16,0 0-16,-16-1 16,-19-8-16,-25-15 15,6 2-15,16 2 16,10 8-16,4 0 16,1 1-16,2 3 15,-1 1-15,3 1 16,2 1-1,0 1-15,-2 0 16,-2 1-16,1-1 16,2 2-16,0-1 15,1 1-15,2 1 16,0 1-16,2 1 16,1 0-16,2 1 15,0 0-15,1 0 16,-2 1-1,1 1-15,0 1 16,0 0-16,-1 3 16,-2 1-16,-1 2 15,1 0-15,0 2 16,-1 2-16,0 3 16,0 0-16,0 1 15,1 1 1,0 1-16,0-1 15,0 1-15,1 1 16,1-1-16,0 1 16,0 3-16,2 0 15,2 1-15,1-4 16,0 1-16,2 3 16,-1 0-1,2 2-15,0-1 16,0 0-16,2-2 15,-2-1-15,2 2 16,-1 1-16,1 0 16,1 3-16,1 1 15,1-2-15,-1 0 16,2-2-16,0-1 16,0 0-16,1-1 15,3 1 1,3 0-16,2-1 15,0-3-15,1-4 16,-1-3-16,3 0 16,2-3-16,4 2 15,2-3-15,1 0 16,0-1-16,2-2 16,0 1-16,2-2 15,1-1-15,-1-2 16,2 0-1,-1-3-15,-1 1 16,0-1-16,-2 0 16,-1-1-16,-1 0 15,-1-2-15,0 0 16,-2-1-16,-1 0 16,1 1-16,-1 0 15,-1-1-15,1-2 16,1 0-1,2-3-15,1 0 16,-3-2-16,1-2 16,0-3-16,-1-2 15,-2 1-15,-2-2 16,-1-3-16,-1 1 16,0-5-16,-11 18 15,1-7-15,0-14 16,-1-8-16,-1-3 15,-1-1 1,-1 3-16,-1 2 16,1 2-16,-1 4 15,0-2-15,0 1 16,0 0-16,0 3 16,0 0-16,0-1 15,0-2-15,0 0 16,0 1-1,0-1-15,0-1 16,-1-1-16,1-1 16,-3 0-16,0 5 15,-11-36-15,9 39 16,-2 3-16,1 0 16,0 1-16,0 2 15,0 4 1,1 4-16,3 2 15,2 9-15,-5-8 16,5 8-16,0 0 16,0 0-16,0 0 15,-9-6-15,9 6 16,0 0-16,0 0 16,0 0-16,-10 3 15,10-3-15,0 0 16,0 0-16,-14 5 15,0-1 1,-6-1-16,-3-1 16,-4-1-16,-1 0 15,-2-1-15,4 0 16,2-1-16,2 1 16,5 0-16,4 0 15,1 0-15,12 0 16,-16 0-16,16 0 15,-12 0 1,12 0-16,-13 5 16,7 2-16</inkml:trace>
  <inkml:trace contextRef="#ctx0" brushRef="#br0" timeOffset="36165.99">14951 8374 0,'0'0'0,"0"0"0,7-1 16,5-3-16,7-1 15,4-2-15,5-1 16,7-2 0,6 2-16,6 2 15,7 4-15,6 4 16,0 1-16,-1 1 15,-3-1-15,-5 0 16,-3 0-16,-2-1 16,-7 0-16,-7 0 15,-6-1 1,-8-1-16,-6 0 16,-12 0-16,0 0 15,0 0-15,0 0 16,-3 10-16,-32-1 15,-19 0-15,-10-5 16,7-3-16,10-1 16,8-1-16,6 1 15,7 0-15,8 0 16,5 0 0,13 0-16,-13 0 15,13 0-15,0 0 16,0 0-16,0 0 15,0 0-15,0 0 16,0 0-16,12-5 16,6 0-16,-1 0 15,0 2 1,-3 0-16,-3 1 16,-11 2-16,14-2 15,-14 2-15,0 0 16,0 0-16,10 0 15,-10 0-15,0 0 16,0 0-16,0 0 16,0 0-16,0 0 15,0 0 1,0 0-16,0 0 16,0 0-16,0 0 15,0 0-15,0 0 16,0 0-16,0 0 15,0 0-15,0 0 16,0 0-16,0 0 16,0 0-16,0 0 15,0 0 1,0 0-16,0 0 16</inkml:trace>
  <inkml:trace contextRef="#ctx0" brushRef="#br0" timeOffset="40282.61">13091 2327 0,'0'0'0,"0"0"0,5-2 0,8 1 15,13-2-15,8-1 16,2-1-16,1 2 16,-1 3-16,0 3 15,-3 2-15,-4 1 16,-3 2-16,-6-1 15,-4 3 1,-5 2-16,-4 5 16,-4 6-16,-4 4 15,-9 7-15,-7 0 16,-5 1-16,-2-1 16,3-4-16,3-5 15,5-7-15,4-2 16,5-3-16,5 2 15,5 0 1,4 3-16,6-1 16,1-1-16,0-1 15,0-3-15,-2 0 16,-3-2-16,-2-2 16,-2 0-16,-3 3 15,-3 6-15,-6 3 16,-7 2-1,-7 0-15,-2-2 16,-1-5-16,3-5 16,4-5-16,2-5 15,0-8-15,2-7 16,-1-23-16</inkml:trace>
  <inkml:trace contextRef="#ctx0" brushRef="#br0" timeOffset="40565.08">13644 2398 0,'0'0'0,"0"0"0,0 0 16,6 4-16,6 8 15,10 8-15,8 7 16,0 0-16,0 0 15,-1 6-15,0 3 16,-3 0 0,0-2-16,-3-3 15,-2-5-15,-1-3 16,-1-5-16,-3-4 16,-1-3-16,-3-6 15,2-5-15</inkml:trace>
  <inkml:trace contextRef="#ctx0" brushRef="#br0" timeOffset="40881.69">13972 2454 0,'0'0'0,"0"0"0,-1 1 15,-3 7-15,-5 9 16,-4 11 0,-6 10-16,-1 5 15,-2 3-15,1-1 16,2-2-16,1-2 16,3-4-16,2-6 15,2-5-15,2-5 16,2-7-16,2-6 15,5-8-15,0 0 16</inkml:trace>
  <inkml:trace contextRef="#ctx0" brushRef="#br0" timeOffset="41432.5">14220 2367 0,'0'0'0,"3"-2"0,-3 2 16,17-7-16,6 3 16,3 7-16,-2 6 15,-4 4-15,-4 3 16,-7 4-16,-6 4 15,-4 4 1,-7 3-16,-3-4 16,-1-1-16,0 0 15,1-5-15,2-2 16,4-8-16,3-1 16,4 0-16,5 1 15,5 2-15,9 1 16,7 2-16,2 0 15,2 0-15,-3-2 16,-1 0 0,-5 3-16,-7 6 15,-6 2-15,-7 1 16,-7 2-16,-9 2 16,-8 2-16,-10-1 15,-4-1-15,-6-7 16,-3-4-16,5-5 15,9-6-15,10-4 16,4-3 0,5-3-16,0-2 15,11 4-15,-18-15 16,11 4-16,3-3 16,4-3-16,2-9 15</inkml:trace>
  <inkml:trace contextRef="#ctx0" brushRef="#br0" timeOffset="42248.64">14792 2826 0,'0'0'0,"0"0"0,0 0 0,0 0 0,-1 3 16,-3 4-16,-4 6 15,-4 7-15,-3 7 16,-2 3-16,-3 0 16,0 1-1,-1 1-15,1-3 16,1-1-16,1 0 16,0-4-16,2-3 15,3-6-15,2-4 16,3-3-16,1-1 15,7-7-15,-8 8 16</inkml:trace>
  <inkml:trace contextRef="#ctx0" brushRef="#br0" timeOffset="43148.74">14842 2341 0,'0'0'0,"0"0"0,0 0 0,0 0 16,0 0-16,3 0 15,10 0-15,12 0 16,4 0-16,-2 0 15,-3 0-15,-3 0 16,-3 0-16,-3 0 16,-3 0-1,0 2-15,0 2 16,1 5-16,-2 5 16,-3 6-16,-6 7 15,-3 1-15,-7 2 16,-4 2-16,-3 1 15,-1-4-15,0-4 16,4-7-16,3-5 16,2-3-16,3-3 15,4-7 1,-6 7-16,6-7 16,0 0-16,0 7 15,12-2-15,13 8 16,9-1-16,1-1 15,2 0-15,-6-2 16,-3-1-16,-5 4 16,-4 3-16,-6 5 15,-7 3-15,-8 2 16,-8 1 0,-6-1-16,-10 1 15,-8 0-15,-6-3 16,2-5-16,2-6 15,5-2-15,6-6 16,2-1-16,5-5 16,1-5-16,0-3 15,3-8 1</inkml:trace>
  <inkml:trace contextRef="#ctx0" brushRef="#br0" timeOffset="43698.65">15281 2450 0,'0'0'0,"0"0"16,7-2-16,5-2 15,12 4-15,6 8 16,2 6-16,-1 4 15,-3 9-15,-6 4 16,-5 4 0,-8 8-16,-6 2 15,-8-2-15,-9 4 16,-2-2-16,-5 0 16,0-6-16,5-10 15,3-7-15,5-5 16,1-8-16,4-2 15,3-7-15,-5 7 16,5-7-16,0 0 16,29 11-16,8-9 15,6-7-15,-2-4 16,6-1 0,3-2-16,-4-2 15,-9 3-15,-8 2 16,-9 1-16,-7 4 15,-13 4-15,0 0 16,0 0-16,9-3 16,-9 3-16,0 0 15,0 0-15,0 0 16,0 0 0,0 0-16,0 0 15,1-8-15</inkml:trace>
  <inkml:trace contextRef="#ctx0" brushRef="#br0" timeOffset="44747.93">15443 1911 0,'-1'-1'0,"1"1"0,-9-13 16,-7-6 0,-10-4-16,-16 3 15,-8 2-15,-5 7 16,-7 9-16,4 4 15,-6 7-15,2 4 16,5 5-16,0 3 16,7 6-16,3 5 15,5 5-15,6 5 16,3 4 0,8 4-16,6 5 15,3 4-15,4 4 16,5 4-16,3 3 15,4 6-15,4 0 16,2-2-16,5 6 16,2-4-16,5 3 15,5-3 1,3-4-16,4 0 16,6-4-16,10-7 15,6-6-15,9-8 16,6-5-16,1-12 15,5-9-15,-4-7 16,-1-13-16,-5-6 16,-1-10-16,0-14 15,-2-5-15,3-10 16,0-5-16,-6-7 16,-8 4-1,-37 29-15,8-41 16,-11-4-16,-3 6 15,-3-7-15,-3 2 16,1-3-16,-1 4 16,0 2-16,0-2 15,-32-39-15,8 51 16,-23-11-16,-3 3 16,-11 5-1,0 5-15,5 9 16,1 7-16,-1 3 15,4 5-15,1 5 16,4 4-16,1 4 16,2 5-16,4 1 15,6 3-15,7 2 16,8 1-16,5 1 16,3 0-1,11 2-15,-12-1 16,12 1-16,0 0 15,-10 0-15,10 0 16,0 0-16,0 0 16,0 0-16,0 0 15,0 0-15,0 0 16,0 0 0,0 0-16,0 0 15,0 0-15,0 0 16,0 0-16,0 0 15,0 0-15,0 0 16,0 0-16,0 0 16</inkml:trace>
  <inkml:trace contextRef="#ctx0" brushRef="#br0" timeOffset="46782.14">13073 3043 0,'0'0'16,"0"0"-16,0 0 15,0 0-15,0 0 16,0 0-16,2 1 16,9 6-16,26 7 15,24 1-15,14-1 16,4-4-16,15-3 16,5-2-16,6-4 15,4 1-15,-4-2 16,6 1-1,-9 0-15,4-1 16,-4 2-16,-3 0 16,-4 1-16,-8 2 15,-5 1-15,-13-2 16,-6 0-16,-9-1 16,-8 0-16,-12-2 15,-10 0-15,-8-1 16,-16 0-1,15 0-15,-15 0 16,0 0-16,0 0 16,10 1-16,-10-1 15,0 0-15,0 0 16,0 0-16</inkml:trace>
  <inkml:trace contextRef="#ctx0" brushRef="#br0" timeOffset="49115.05">12969 8265 0,'0'0'0,"0"0"0,0 0 16,0 0-16,0 0 15,1 2-15,-1-2 16,20 10-16,16 0 16,17-6-16,7 0 15,10-6-15,3-3 16,5-2-16,5-2 15,-4-1-15,2-1 16,-7 1 0,-4 0-16,-1 0 15,-5 3-15,0 2 16,0 3-16,-5 2 16,-3 4-16,-2-1 15,-3 4-15,-2-2 16,-6 2-16,-6-2 15,-5 0 1,0 0-16,-3-1 16,-1 0-16,-3-1 15,-4 0-15,-4-2 16,-3 1-16,-3-1 16,-11-1-16,17 0 15,-17 0-15,14 0 16,-14 0-16,14-2 15,-14 2 1,14-4-16,-14 4 16,16-9-16,-5-1 15,1-4-15,2-7 16,0-5-16,0-9 16,-2-7-16,1-4 15,-4-4-15,0-2 16,-1-2-16,-2-2 15,0-1 1,-3 5-16,0-1 16,-4 4-16,-3 6 15,-3 5-15,-4 1 16,-8 1-16,-10-1 16,-8 3-16,-9 6 15,-11 5-15,-5 5 16,-10 6-16,-3 6 15,-6 5-15,-6 4 16,1 0-16,-4 2 16,5 0-1,-2-1-15,5 0 16,5-1-16,0-7 16,5-5-16,-1-3 15,2-5-15,2-3 16,2-2-16,3-2 15,3 1-15,3 0 16,3 1 0,4 3-16,2 2 15,2 4-15,3 5 16,4 4-16,5 6 16,1 6-16,4 3 15,0 7-15,3 9 16,4 5-16,6 8 15,6 8-15,5 4 16,5 8-16,7 3 16,3 5-1,4 3-15,1 0 16,0 5-16,0-6 16,-1 2-16,-1-2 15,-5-8-15,-2-5 16,-1-10-16,-1-9 15,0-6-15,0-5 16,3-7 0,7-4-16,8-5 15,11-5-15,10-5 16,5-6-16,3-3 16,2-3-16,-2-1 15,-3 1-15,-3 0 16,-2 2-16,-3 0 15,-6 1-15,-6 4 16,-6 1 0,-6 2-16,-6 1 15,-9 0-15,13 0 16,-13 0-16,0 0 16,0 0-16,10 4 15,-10-4-15,0 0 16,0 0-16,0 0 15,0 0-15,0 0 16,2 6 0,-2-6-16,0 0 15,0 0-15,0 0 16,0 0-16,0 0 16,0 0-16,0 0 15,0 0-15,0 0 16,0 0-16,0 0 15,10-8-15</inkml:trace>
  <inkml:trace contextRef="#ctx0" brushRef="#br0" timeOffset="51248.46">14797 3280 0,'0'0'0,"0"0"0,0 0 16,3 0-16,21 4 16,46-3-16,33-3 15,2-3 1,3-3-16,1-2 16,2-1-16,-9 1 15,-4 0-15,-29 0 16,-25 3-16,-44 7 15,14-2-15,-14 2 16,0 0-16,10-1 16,-10 1-1,0 0-15,0 0 16,-34 21-16,-73 2 16,-25-7-16,-4-5 15,-9-7-15,7-2 16,10 0-16,17 0 15,23-2-15,19 2 16,19 1-16,20-2 16,11 0-16,19-1 15,-13 0 1,13 0-16,0 0 16,23-10-16,55-15 15,30 7-15,-6 5 16,8 2-16,-1 1 15,-4 2-15,0 0 16,-14 3-16,-11-1 16,-14 3-16,-11 1 15,-19 0 1,-15 1-16,-11 1 16,-10 0-16,0 0 15,-18 16-15,-46 4 16,-43 0-16,-14-10 15,-10-5-15,2-4 16,13-2-16,22 1 16,24-1-1,26 1-15,18 0 16,13 0-16,13 0 16,0 0-16,0 0 15,30-13-15,80-13 16,24 20-16,-8-3 15,-12 6-15,-9-1 16,-12 2-16,-12 0 16,-6 1-1,-24 2-15,-17 0 16,-17 1-16,-17-2 16,12 13-16,-20 7 15,-28 12-15,-44 5 16,-22-9-16,-12-9 15,-4-8-15,11-8 16,19-2-16,32-2 16,23 1-16,13 0 15,20 0-15,-12-2 16,12 2 0,9-12-16,46-15 15,61-4-15,1 9 16,-1 8-16,-17 6 15,-11 1-15,-7 3 16,-27 2-16,-21 1 16,-16 0-16,-17 1 15,12 2 1,-12 7-16,-15 10 16,-43 11-16,-49-6 15,-4-13-15,10-3 16,10-7-16,24-2 15,21 0-15,18 0 16,13 1-16,15 0 16,-14-2-16,14 2 15,0 0-15,0 0 16,-7-7 0,7 7-16,0 0 15,2-8-15,-2 8 16,0 0-16,0 0 15,4-6-15,-4 6 16,0 0-16,0 0 16,0 0-16,0 0 15,0 0 1,0 0-16,0 0 16,0 0-16,0 0 15,0 0-15,0 0 16,0 0-16,0 0 15,0 0-15,12-4 16,-12 4-16,19-6 16</inkml:trace>
  <inkml:trace contextRef="#ctx0" brushRef="#br0" timeOffset="52231.75">14713 8693 0,'0'0'0,"-4"-1"16,4 1-16,-19-9 15,1-2-15,2 0 16,0-2 0,4-4-1,1 0-15,2 1 16,4 5-16,2 3 16,3 8-1,-1-10-15,1 10 16,4-7-16,-4 7 15,23-6-15,-1 9 16,4 6-16,1 3 16,1 3-16,0 3 15,-2-1-15,1 2 16,-1-3-16,-1 1 16,-3-4-1,-2-4-15,-5-2 16,-1-3-16,0-1 15</inkml:trace>
  <inkml:trace contextRef="#ctx0" brushRef="#br0" timeOffset="52448.66">14910 8521 0,'0'0'0,"0"0"0,-1 3 15,-2 4-15,-3 6 16,-3 8-16,-4 7 16,-6 0-16,-4 1 15,-4-1-15,-3-1 16,-1-2-16,-9 1 16,-2 0-1</inkml:trace>
  <inkml:trace contextRef="#ctx0" brushRef="#br0" timeOffset="53032.45">13010 8718 0,'0'0'0,"0"2"16,0-2-16,0 0 15,0 0-15,0 0 16,0 0-16,24-1 16,15-4-16,13-1 15,6 1 1,9 2-16,-1-1 15,6 5-15,2-1 16,-4 0-16,3 0 16,-3 0-16,-1 0 15,-2 0-15,-9 0 16,-2 0-16,-7 0 16,-7 3-16,-3 0 15,-9-2-15,-5 1 16,-6-1-1,-4 0-15,-5-1 16,-10 0-16,11 6 16,-11-6-16,2 8 15,-4 1-15</inkml:trace>
  <inkml:trace contextRef="#ctx0" brushRef="#br0" timeOffset="53832.22">15187 8562 0,'0'0'0,"3"0"16,-3 0-16,15-3 16,2 1-16,7-1 15,5-2 1,3 3-16,1 6 15,-4 5-15,-5 1 16,-5 1-16,-5 2 16,-4 0-16,-5 0 15,-4 2-15,-5 1 16,-3 1-16,-2-2 16,0-1-16,2-6 15,1 0 1,6-8-16,-7 8 15,7-8-15,0 0 16,0 0-16,0 0 16,0 0-16,12 13 15,3-3-15,1-3 16,0-2-16,-3 0 16,-2-3-16,-11-2 15,13 7 1,-13-7-16,3 14 15,-8-3-15,-9 4 16,-7-1-16,-9 1 16,-2-8-16,4-1 15,4-4-15,4-1 16,4-1-16,2-1 16,4-2-16,10 3 15,-10-9-15</inkml:trace>
  <inkml:trace contextRef="#ctx0" brushRef="#br0" timeOffset="54448.28">15576 8638 0,'0'0'0,"0"0"16,0 0-16,5-3 15,-5 3 1,17-8-16,-1 1 16,2 2-16,7 2 15,2 4-15,0 1 16,-4 1-16,-4 3 16,-19-6-16,0 0 15,11 7 1,-7 1-16,-1 6 15,-4 10-15,-26 36 16,13-32-16,-4-6 16,2-5-16,3-5 15,3-4-15,10-8 16,-13 9-16,13-9 16,0 0-16,0 0 15,0 0-15,0 0 16,32-9-1,-4-1-15,1 2 16,-29 8-16,11-1 16,-11 1-16,12-2 15,-12 2-15,0 0 16,10 0-16,-10 0 16,0 0-16,0 0 15,0 0 1,11 0-16,-11 0 15,0 0-15,0 0 16,0 0-16,0 0 16,0 0-16,0 0 15,0 0-15,0 0 16,10 0-16,-10 0 16,0 0-16,0 0 15,0 0-15,0 0 16</inkml:trace>
  <inkml:trace contextRef="#ctx0" brushRef="#br0" timeOffset="80297.77">14285 6097 0,'0'0'0,"0"0"0,0 0 0,0 0 16,3-1-16,-3 1 16,17-4-16,11-2 15,13 1-15,7 1 16,8 2-16,5 3 15,-1 0-15,1 1 16,-5 0-16,-4-1 16,-6 0-1,-6 0-15,-4-1 16,-2 0-16,-3 0 16,-2 0-16,-2 0 15,-4 0-15,-3 1 16,-2 1-16,-4 0 15,-4-1-15,-10-1 16,12 3-16,-12-3 16,0 0-1,0 0-15,0 0 16,0 0-16,0 0 16,9 6-16,-9-6 15,0 0-15,0 0 16,0 0-16,-5 7 15,5-7-15,-18 8 16,-10-4-16,-11-1 16,-2-3-1,-4 0-15,-8-3 16,-2 1-16,-3-1 16,-4 1-16,-3-1 15,-2 1-15,2 0 16,0-1-16,3 1 15,4 1-15,4 2 16,9 0-16,8-1 16,8 1-1,10 0-15,5 0 16,14-1-16,-11 0 16,11 0-16,0 0 15,0 0-15,0 0 16,46 11-16,22-2 15,10-3-15,12 1 16,3-2-16,8 1 16,-3 0-1,1-2-15,-4 1 16,-4 3-16,-14-1 16,-11-1-16,-14-1 15,-13-1-15,-13-1 16,-9-2-16,-17-1 15,16 2-15,-16-2 16,0 0-16,0 0 16,0 0-1,0 0-15,0 0 16,0 0-16,0 0 16</inkml:trace>
  <inkml:trace contextRef="#ctx0" brushRef="#br0" timeOffset="91798.22">6179 3716 0,'0'0'0,"0"0"0,0 0 0,0 0 0,0 0 15,0 0 1,0 0-16,0 0 0,0 0 16,0 0-16,0 0 15,3-2 1,-3 2-16,24-3 15,2 0-15,8 2 16,4 1-16,4 0 16,4 0-16,2 0 15,-1 0-15,-2 0 16,-1 0-16,-2 0 16,-1 0-16,-2 0 15,-6 0-15,-2 0 16,-4 0-1,-3 0-15,-5 0 16,-6 0-16,-13 0 16,16 0-16,-16 0 15,0 0-15,9 0 16,-9 0-16,0 0 16,0 0-16,0 0 15,0 0-15,0 0 16,0 0-1,0 0-15,0 0 16,0 0-16,0 0 16,0 0-16,0 0 15,0 0-15,0 0 16,0 0-16,0 0 16,0 0-16,0 0 15,0 0-15,0 0 16,0 0-1,0 0-15,0 0 16,0 0-16,0 0 16,0 0-16,0 0 15,0 0-15,0 0 16,0 0-16,0 0 16,11 0-16,-11 0 15,0 0-15,0 0 16,0 0-1,0 0-15,0 0 16,0 0-16,0 0 16,0 0-16,0 0 15,0 0-15,0 0 16,0 0-16,0 0 16</inkml:trace>
  <inkml:trace contextRef="#ctx0" brushRef="#br0" timeOffset="96564.62">8499 3744 0,'0'0'0,"0"0"0,0 0 16,0 0-16,0 0 15,0 0-15,0 0 16,3 0-16,-3 0 15,34-2-15,6-1 16,6 1-16,3 0 16,1 0-16,4-2 15,-2 2 1,-3 0-16,-3 1 16,-4 1-16,-4 1 15,-3 0-15,-4 2 16,-3 1-16,-4-2 15,-5 1-15,-5 0 16,-14-3-16,14 4 16,-14-4-16,0 0 15,0 0-15,11 4 16,-11-4-16,0 0 16,0 0-1,6 7-15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05T11:37:27.138"/>
    </inkml:context>
    <inkml:brush xml:id="br0">
      <inkml:brushProperty name="width" value="0.05292" units="cm"/>
      <inkml:brushProperty name="height" value="0.05292" units="cm"/>
      <inkml:brushProperty name="color" value="#EE0000"/>
    </inkml:brush>
  </inkml:definitions>
  <inkml:trace contextRef="#ctx0" brushRef="#br0">7387 2647 0,'0'0'0,"0"0"0,0 0 16,0 0-16,0 0 16,0 0-16,0 0 15,4 3 1,7 1-16,13 0 15,9-2-15,6-2 16,6-2-16,3-3 16,2-1-16,2 0 15,0 0-15,1-1 16,-1 0 0,1 1-16,2-1 0,1 1 15,5 2 1,-4 2-16,-2 0 15,-2 2-15,0-2 16,-2 2-16,0-1 16,-2 0-16,-2 1 15,-1-1-15,0 1 16,-2 0-16,0 0 16,0 0-16,-1 0 15,-2 0 1,-3 0-16,1 0 15,-2 0-15,0 2 16,-1 1-16,-2-2 16,0 1-16,0-1 15,-2 1-15,1 0 16,-3 0-16,-1-1 16,2 1-1,4-1-15,-1 1 16,-1-2-16,-2 0 15,0 0-15,0 0 16,-1-2-16,-2 0 16,-4 0-16,-3 0 15,-6 1-15,-4 0 16,-11 1-16,12-2 16,-12 2-16,0 0 15,0 0 1,12-3-16,-12 3 15,0 0-15,0 0 16,0 0-16,0 0 16,0 0-16,0 0 15,0 0-15,0 0 16,0 0 0,0 0-16,0 0 15,0 0-15,0 0 16,0 0-16,0 0 15,0 0-15,0 0 16,0 0-16,0 0 16,0 0-16,0 0 15,0 0-15,0 0 16,0 0-16,0 0 16,0 0-16,0 0 15,0 0 1,0 0-16,0 0 15,0 0-15,0 0 16,0 0-16,0 0 16,0 0-16,0 0 15,0 0-15,0 0 16,0 0-16,0 0 16,0 0-16,0 0 15,0 0-15,0 0 16,0 0-1,0 0-15,0 0 16,0 0-16,0 0 16,0 0-16,0 0 15,0 0-15,0 0 16,0 0-16,0 0 16,0 0-16,0 0 15,0 0-15,0 0 16,0 0-1,0 0-15,0 0 16,0 0-16,0 0 16,0 0-16,0 0 15,0 0-15,0 0 16,0 0-16,0 0 16,0 0-16,0 0 15,0 0-15,0 0 16,0 0-1,0 0-15,0 0 16,0 0-16,0 0 16,0 0-16,0 0 15,0 0-15,0 0 16,0 0-16,0 0 16,0 0-16,0 0 15,0 0-15,0 0 16,0 0-1,0 0-15,0 0 16,0 0-16,0 0 16,0 0-16,0 0 15,0 0-15,0 0 16,0 0-16,0 0 16,0 0-16,0 0 15,0 0 1,0 0-16,0 0 15,0 0-15,7 7 16,-7-7-16,0 0 16,0 0-16,0 0 15,0 0-15,0 0 16,0 0-16,0 6 16,0-6-16,0 0 15,0 0-15,0 0 16,0 0-1,0 0-15,0 0 16,0 0-16,0 0 16,0 0-16,0 0 15,0 0-15,0 0 16,0 0-16,0 0 16,0 0-16,0 0 15,0 0-15,0 0 16,0 0-1,0 0-15,0 0 16,0 0-16,0 0 16,0 0-16,0 0 15,0 0-15,0 0 16,0 0-16,0 0 16,0 0-16,0 0 15,0 0-15,0 0 16,0 0-16,0 0 15,0 0 1,0 0-16,0 0 16,0 0-16,0 0 15,0 0-15,0 0 16,0 0-16,0 0 16,0 0-16,0 0 15,0 0-15,0 0 16,0 0-16,0 0 15,0 0 1,0 0-16,0 0 16,0 0-16,0 0 15,0 0-15,0 0 16,0 0-16,0 0 16,0 0-16,0 0 15,0 0-15,0 0 16,0 0-16,0 0 15,0 0 1,0 0-16,0 0 16,0 0-16,0 0 15,0 0-15,0 0 16,0 0-16,0 0 16,0 0-16,0 0 15,0 0-15,0 0 16,0-6-16,0 6 15,0 0 1,0 0-16,0 0 16,0 0-16,0 0 15,0 0-15,-1-7 16,1 7-16,0 0 16,0 0-16,0 0 15,0 0-15,0 0 16,0 0-16,0-6 15,0 6 1,0 0-16,0 0 16,0 0-16,0 0 15,0 0-15,0 0 16,0 0-16,0 0 16,0 0-16,0 0 15,0 0-15,0 0 16,0 0-1,0 0-15,0 0 16,0 0-16,0 0 16,0 0-16,0 0 15,0 0-15,0 0 16,0 0-16,0 0 16,0 0-16,0 0 15,0 0-15,0 0 16,0 0-1,0 0-15,0 0 16,0 0-16</inkml:trace>
  <inkml:trace contextRef="#ctx0" brushRef="#br0" timeOffset="3516.71">12449 2761 0,'0'0'0,"3"-2"0,-3 2 15,33-7-15,14-1 16,9 3-16,12 3 16,11 3-16,16 2 15,14 1 1,4 0-16,12 0 16,-7 0-16,6 1 15,-11-2-15,-7 1 16,-11-1-16,-8-1 15,-13 1-15,-10-1 16,-11-1-16,-15 0 16,-12 0-16,-11-1 15,-15 0-15,11 0 16,-11 0 0,0 0-16,-20 7 15,-39-1-15,-26-5 16,-10-5-16,-5-1 15,-4-3-15,-9 0 16,6 1-16,-9-1 16,17 2-16,3 0 15,9 2 1,17-1-16,8 2 16,19 1-16,12 0 15,11 1-15,10 1 16,10 0-16,-10 0 15,10 0-15,0 0 16,0 0-16,31-10 16,43 1-16,17 7 15,0 1-15,-4 2 16,-2-1-16,-13 1 16,-15 0-1,-13-1-15,-15 0 16,-11 0-16,-7 0 15,-11 0-15,0 0 16,0 0-16,0 0 16,-51 9-16</inkml:trace>
  <inkml:trace contextRef="#ctx0" brushRef="#br0" timeOffset="23382.95">5146 7458 0,'0'0'0,"0"2"0,0-2 0,0 0 16,0 0-16,0 0 16,4 8-16,-4-8 15,23 4-15,0-3 16,3 0-16,5-1 16,4-1-16,-1-1 15,-1 0 1,-4-1-16,0 1 15,3-2-15,3 1 16,0 0-16,1-1 16,-4 2-16,4 0 15,3 0-15,0 1 16,-1 1-16,-1 0 16,-3 2-16,2-1 15,0 2-15,-2-1 16,-2-1-1,-4 2-15,0 0 16,-1 0-16,-1 0 16,-2 1-16,-3-2 15,-4-1-15,-4 1 16,-3-1-16,-10-1 16,12 2-16,-12-2 15,0 0-15,0 0 16,0 0-16,11 5 15,-11-5 1,5 8-16,-3-1 16,1 1-16,0 4 15,0 2-15,0 5 16,1 3-16,-2 1 16,0 4-16,1 0 15,-2 5-15,0 1 16,1 1-16,-1 0 15,1-2 1,-1 0-16,1 0 16,0 1-16,-1-3 15,0-2-15,-1-3 16,1-3-16,0-2 16,0-3-16,-1-2 15,1-5-15,1-1 16,-2-2-16,0-7 15,1 8 1,-1-8-16,0 0 16,1 6-16,-1-6 15,0 0-15,0 0 16,0 0-16,0 0 16,0 0-16,-2 7 15,2-7-15,0 0 16,0 0-16,0 0 15,0 0-15,-9 7 16,9-7 0,0 0-16,0 0 15,0 0-15,-11 3 16,11-3-16,-39 0 16,-60-1-16,-17 1 15,32-1-15,32 5 16,27 1-16,12-2 15,13-3 1,-16 4-16,16-4 16,-10 4-16,10-4 15,0 0-15,-11 5 16,11-5-16,0 0 16,0 0-16,0 0 15,-11 5-15,11-5 16,0 0-16,0 0 15,0 0 1,0 0-16,0 0 16,0 0-16,0 0 15,-10 0-15,10 0 16,0 0-16,0 0 16,0 0-16,0 0 15,0 0-15,0 0 16,0 0-16,0 0 15,0 0-15,0 0 16,0 0 0,-10 0-16,10 0 15,0 0-15,0 0 16,0 0-16,0 0 16,0 0-16,0 0 15,-17-5-15,-19 0 16,-14 4-16,12 2 15,17 2 1,10-2-16,11-1 16,-13 4-16,13-4 15,-12 2-15,-1 1 16,-7 0-16,1 2 16,4-1-16,5 0 15,10-4-15,-17 4 16,17-4-16,-16 5 15,16-5-15,-11 2 16,11-2 0,0 0-16,-13 0 15,13 0-15,0 0 16,0 0-16,0 0 16,-10-3-16,10 3 15,0 0-15,0 0 16,-7-8-16,7 8 15,-3-9-15,3 0 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05T11:38:06.022"/>
    </inkml:context>
    <inkml:brush xml:id="br0">
      <inkml:brushProperty name="width" value="0.05292" units="cm"/>
      <inkml:brushProperty name="height" value="0.05292" units="cm"/>
      <inkml:brushProperty name="color" value="#EE0000"/>
    </inkml:brush>
  </inkml:definitions>
  <inkml:trace contextRef="#ctx0" brushRef="#br0">9504 5148 0,'0'0'0,"-1"-5"0,1 5 0,0 0 0,-7-15 16,-2 3-16,-2 0 15,-4-2-15,-2 0 16,-1 0-16,-3 1 16,0 1-16,-4 1 15,-2-1-15,-4-1 16,-2 0-16,-3-1 15,-2 0-15,-3 1 16,-1 2 0,-1-1-16,1 3 15,-2-1-15,1 2 16,1 1-16,0-1 16,-3 0-16,1 3 15,-1 0-15,-1 3 16,1 1-16,0 2 15,1 1-15,1 1 16,0 1 0,-1 2-16,3 2 15,1 2-15,-1 3 16,1 2-16,0 2 16,-1 3-16,3 0 15,0 4-15,-1 3 16,3 0-16,2 1 15,3 2-15,1 0 16,0 3 0,0 3-16,0 4 15,1 3-15,4 3 16,0 3-16,3-1 16,1 2-16,2 1 15,2 0-15,3 5 16,2 2-16,0 2 15,0 0 1,-1 0-16,4 1 16,2 1-16,2 0 15,5-1-15,1-1 16,3-1-16,2 2 16,1 0-16,5 1 15,1 0-15,1 0 16,3 2-16,0-4 15,3 1 1,3-3-16,4-2 16,2 0-16,1-3 15,2-1-15,-1-2 16,3 0-16,2-1 16,2-5-16,5-2 15,3-5-15,1-5 16,5-3-16,-2-5 15,4-4-15,2-6 16,5-6 0,4-7-16,2-6 15,6-8-15,0-6 16,0-8-16,4-5 16,-1-6-16,5-5 15,-3-2-15,-2-4 16,-1-3-16,-3 3 15,-3-3-15,-1 3 16,-4 0 0,-4 0-16,-5 0 15,-2-2-15,-5-1 16,-1-4-16,-2-1 16,-3-3-16,0 0 15,-4-2-15,-2 0 16,-4-1-16,-2-4 15,-5 0-15,-2-2 16,-4-5 0,-5-1-16,-6-3 15,-4-1-15,-6-2 16,-5-1-16,-7 3 16,-2-1-16,-4 4 15,-3 1-15,-2 0 16,-4 1-16,-5 3 15,-2 2-15,-2 5 16,-4 4 0,-3 3-16,-1 7 15,-4 3-15,-3 6 16,-3 8-16,-6 7 16,-7 5-16,-1 7 15,-4 11-15,5 5 16,-1 10-16,6 6 15,3 5-15,5 6 16,6 4-16</inkml:trace>
  <inkml:trace contextRef="#ctx0" brushRef="#br0" timeOffset="2449.34">8244 4359 0,'0'0'0,"4"1"0,-4-1 16,23 6-16,6 1 15,0-1-15,-1 0 16,-4 2-16,-2 5 16,-4 4-16,-5 2 15,-6 2-15,-5 0 16,-5 2 0,-2-2-16,-4-2 15,2-5-15,1-5 16,6-9-16,-6 8 15,6-8-15,0 0 16,0 0 0,0 0-16,18 10 0,20-5 15,15-5-15,5-3 16,0 0-16,-2-3 16,-5 0-1,-4-2-15,-3-1 16</inkml:trace>
  <inkml:trace contextRef="#ctx0" brushRef="#br0" timeOffset="2717.04">8772 4334 0,'0'0'0,"0"0"0,0 0 15,0 2-15,0-2 16,4 8-16,3 4 16,9 6-16,10 6 15,6 0-15,5 1 16,4 0 0,-1-3-16,-3-2 15,-3-5-15,-5-1 16,-7-5-16</inkml:trace>
  <inkml:trace contextRef="#ctx0" brushRef="#br0" timeOffset="2982.98">8995 4396 0,'0'0'0,"0"0"0,0 0 16,0 4-16,-4 5 16,-1 9-16,-4 9 15,-3 5-15,-2 1 16,1-1-16,-1 2 16,1-4-1,2-3-15,1-6 16,3-6-16,1-4 15,3-4-15</inkml:trace>
  <inkml:trace contextRef="#ctx0" brushRef="#br0" timeOffset="3317.03">9435 4333 0,'0'0'0,"0"0"16,5-4-16,10-2 15,10 0-15,3 6 16,-1 6-16,-8 5 16,-4 5-1,-6 5-15,-6 6 16,-11 6-16,-11 2 15,-6 1-15,2-9 16,4-7-16,8-8 16,4-6-16,7-6 15,0 0-15,0 0 16,40 3-16,34-15 16,2-3-1,1-1-15</inkml:trace>
  <inkml:trace contextRef="#ctx0" brushRef="#br0" timeOffset="4282.7">10375 3999 0,'-1'-2'0,"1"2"15,-6-14-15,-5-6 16,-11-4-16,-11-2 15,-13-3-15,-10 2 16,-10 3-16,-7 3 16,-5 2-16,-8 0 15,-2 2-15,-9 1 16,-2 2-16,-6 4 16,-2 4-1,1 6-15,-2 6 16,2 6-16,2 5 15,2 6-15,6 7 16,6 5-16,11 5 16,5 3-16,11 2 15,10 3-15,9 3 16,10 4-16,9 4 16,9 2-1,10 3-15,10 4 16,10 4-16,14-1 15,9-4-15,14 2 16,13-6-16,10-4 16,18-3-16,6-9 15,12-7-15,8-11 16,11-5-16,8-11 16,-1-7-1,3-9-15,-7-8 16,-4-7-16,-9-11 15,-4-10-15,-1-9 16,-12-11-16,0-6 16,-13-2-16,-9-8 15,-11 7-15,-11-5 16,-15 2-16,-12 6 16,-15-5-16,-11 6 15,-18-5 1,-18 2-16,-22-3 15,-25 1-15,-24 9 16,-17 4-16,-20 17 16,-14 2-16,-13 21 15,-7 8-15</inkml:trace>
  <inkml:trace contextRef="#ctx0" brushRef="#br0" timeOffset="5949.81">3762 5323 0,'0'0'0,"0"0"16,-2-2-16,2 2 15,0 0-15,-2-6 16,2 6-1,0 0-15,20-17 16,13 1-16,14-1 16,2 2-16,7 0 15,4 0-15,3 1 16,1-1-16,-3 3 16,6 0-16,-3 2 15,1 1 1,5-1-16,-3 3 15,4 0-15,0 2 16,-4 0-16,3 0 16,-5 1-16,-2 0 15,-1 0-15,-4 1 16,-6-1-16,-7 2 16,-9-1-16,-6 2 15,-5-1-15,-4 2 16,-3-1-1,-2 2-15,-2 1 16,-2 4-16,1 3 16,-3 3-16,0 5 15,-4 5-15,-1 6 16,-4 4-16,-2 6 16,-3 5-16,-4 4 15,-2 5-15,-2 2 16,0 2-1,-1 2-15,2 4 16,3 2-16,4 3 16,2-2-16,2 2 15,2-2-15,-1 0 16,2-1-16,-2-3 16,1-5-16,-2-5 15,1-2-15,-1-4 16,-1-3-1,-1-4-15,-2-4 16,-3-2-16,-1-4 16,-3-3-16,0-3 15,-2-3-15,-3 0 16,-8-2-16,-5-2 16,-11-2-16,-4-2 15,-10-4-15,-6-2 16,-5-2-1,-3-2-15,-4 1 16,-1 0-16,3 0 16,-1-1-16,6 0 15,2 1-15,3 0 16,2 0-16,3-2 16,0-1-16,3-3 15,0 0-15,3-3 16,1-1-16,3-1 15,2-3 1,2 0-16,4 0 16,3 0-16,7 0 15,4 2-15,2-3 16,2-1-16,0-1 16,2-2-16,-1-6 15,1-3-15,2-5 16,3-5-16,4-6 15,3-3 1,5-7-16,3-4 16,4-2-16,2-5 15,1 3-15,0-3 16,0-1-16,0 4 16,0-2-16,-2 2 15,-2 0-15,-2 4 16,-2 5-16,-1 4 15,-1 2 1,-1 2-16,-1 3 16,1 6-16,0 4 15,-1 5-15,2 6 16,-2 3-16,1 5 16,0 3-16,1 8 15,0-8-15,0 8 16</inkml:trace>
  <inkml:trace contextRef="#ctx0" brushRef="#br0" timeOffset="8516.18">11475 6282 0,'0'0'0,"0"0"15,0 0-15,0 0 16,-4-4-16,4 4 15,-24-15-15,0 5 16,-3 2-16,-3 2 16,-1 3-1,-2 2-15,-1 1 16,-2 2-16,0 0 16,-1 3-16,-2 2 15,2 4-15,0 2 16,-1 4-16,1 1 15,0 8-15,1 1 16,-1 7-16,3 3 16,5 2-1,3 1-15,5 6 16,3-1-16,5 3 16,5-2-16,5-2 15,6-3-15,6 1 16,3-3-16,6-1 15,8-5-15,4-7 16,4-1-16,4-7 16,1-3-1,4-5-15,5-5 16,3-7-16,-1-4 16,-3-5-16,0-3 15,0-5-15,-2-3 16,-6-4-16,-1-2 15,-6-2-15,-2-1 16,-4-4 0,-6-1-16,-4 0 0,-6 1 15,-4-3 1,-6 0-16,-8-4 16,-7-1-16,-9-1 15,-9-2-15,-4 1 16,-8 2-16,-1 6 15,-3 4-15,3 5 16,6 7-16,3 4 16,5 3-1,4 2-15</inkml:trace>
  <inkml:trace contextRef="#ctx0" brushRef="#br0" timeOffset="10282.99">5501 5250 0,'0'0'0,"0"0"0,0 0 15,0 0 1,0 0-16,0 0 16,6 0-16,11 0 15,21 0-15,16-3 16,8-2-16,10-3 15,5-4-15,3-3 16,2 0-16,-1 0 16,-2 0-16,-2 1 15,-5 2 1,-3 0-16,-5 1 16,-3 3-16,-4 3 15,-4 1-15,-9 3 16,-4 2-16,-6 2 15,-7-1-15,-6 1 16,-2 2-16,-2 2 16,-3 3-16,1 1 15,-2 2 1,-1 2-16,0 7 16,-1 4-16,0 8 15,-1 6-15,-2 5 16,-3 5-16,1 4 15,-2 2-15,1 2 16,-1 2-16,1 1 16,-1 0-1,1 3-15,-1-1 16,-1 0-16,-3 1 16,-3-3-16,0 0 15,-3-3-15,0-6 16,0-4-16,0-3 15,0-8-15,-1-3 16,1-7-16,0-4 16,-1-7-16,3-2 15,-1-4-15,2-4 16,3-6 0,-5 9-16,5-9 15,-3 7-15,3-7 16,-29 14-16,-12-3 15,-10 0-15,-4-1 16,-7 0-16,-7 0 16,-4-1-16,-5 0 15,1 0 1,-2-2-16,0-2 16,6-2-16,-5-2 15,6 0-15,0-2 16,0 0-16,8-1 15,1-1-15,3-2 16,6 0-16,4-1 16,4-2-16,7 1 15,4-3-15,3-2 16,4 1 0,5 0-16,3-3 15,3 0-15,2-5 16,1-1-16,3-6 15,3-4-15,3-3 16,3-6-16,3-5 16,2-4-16,3-5 15,1-4-15,1-2 16,1-3-16,0 0 16,0 0-1,-1 3-15,-1 3 16,-3 5-16,-4 1 15,-1 2-15,-1 4 16,-2 1-16,0 4 16,-1 1-16,1 2 15,-1 0-15,0 5 16,2 2 0,-1 4-16,1 3 15,1 4-15,0 2 16,1 3-16,1 3 15,0 2-15,2 0 16,4-3-16,8-3 16,4-3-16</inkml:trace>
  <inkml:trace contextRef="#ctx0" brushRef="#br0" timeOffset="13366.24">8389 7055 0,'0'0'0,"0"0"0,0 0 15,0 0-15,6 0 16,11-2-16,14-2 16,12 0-16,7-1 15,3 1 1,9-2-16,-1 1 15,3-2-15,3 2 16,-4 0-16,-2-2 16,-2 0-16,-6 1 15,-5 0-15,-4 0 16,-8 1-16,-7 1 16,-7 1-1,-6 2-15,-6 0 16,-10 1-16,0 0 15,10-1-15,-10 1 16,0 0-16,0 0 16,-36 4-16,-22 3 15,-7-3-15,-1-1 16,0-1-16,-1 0 16,-3 0-16,4 0 15,3-1 1,4 2-16,8 0 15,6 0-15,7 1 16,9-1-16,5-1 16,6 0-16,6-1 15,12-1-15,-13 2 16,13-2-16,0 0 16,0 0-16,0 0 15,0 0 1,27 11-16,24-3 15,14-2-15,9-4 16,-2-2-16,3-1 16,0 0-16,-8 0 15,-2 0-15,-5 0 16,-6 0-16,-11 1 16,-9 0-16,-7 0 15,-8 0 1,-7 0-16,-12 0 15,11 0-15,-11 0 16,0 0-16,0 0 16,-13-1-16,-39-3 15,-29 3-15,-4 3 16,5 2-16,-4 2 16,2 1-16,2-1 15,5 1-15,8 1 16,6-1-1,11-1-15,8-1 16,8-1-16,11-2 16,8 0-16,15-2 15,-14 2-15,14-2 16,0 0-16,0 0 16,0 0-1,14 4-15,29 3 0,15-4 16,8 0-1,3-2-15,4 0 16,4 0-16,-2 0 16,2-1-16,-6 1 15,-2 0-15,-4 0 16,-7 0-16,-5-2 16,-6 0-16,-9-1 15,-7 1-15,-8-1 16,-8 0-1,-5 2-15,-10 0 16,0 0-16,10-3 16,-10 3-16,0 0 15,-29-7-15,-36-3 16,-14 5-16,-3 2 16,0 1-16,1 1 15,0 1-15,3-1 16,4 0-16,9 0 15,9 0 1,6 0-16,9 1 16,7 0-16,7 0 15,9 0-15,7 0 16,11 0-16,-11 0 16,11 0-16,0 0 15,0 0-15,0 0 16,30 5-1,24-3-15,12-2 16,3-2-16,4-1 16,-5 0-16,1 0 15,-4 0-15,-1 0 16,-4-1-16,-4 1 16,-6 1-16,-8-2 15,-8 0-15,-7 1 16,-9 0-1,-5 2-15,-13 1 16,13-2-16,-13 2 16,0 0-16,0 0 15,0 0-15,0 0 16,10-1-16,-10 1 16,0 0-16,0 0 15,0 0-15,0 0 16,0 0-1,0 0-15,0 0 16,-2-6-16,2 6 16</inkml:trace>
  <inkml:trace contextRef="#ctx0" brushRef="#br0" timeOffset="14832.98">4001 4977 0,'0'0'0,"0"0"0,0 1 16,0-1-16,0 0 15,0 0-15,0 0 16,0 0-16,0 0 16,0 0-16,0 0 15,0 0-15,0 0 16,0 0-16,0-14 15,10-6 1,4-5-16,6-5 16,7-1-16,5-5 15,7-1-15,5 1 16,3 2-16,1 2 16,0 3-16,1 2 15,-2 5-15,-3 4 16,-4 4-16,-6 3 15,-6 4 1,-7 2-16,-6 3 16,-3 1-16,-3 2 15,-9-1-15,16 6 16,-16-6-16,13 12 16,-6-6-16,-1 0 15</inkml:trace>
  <inkml:trace contextRef="#ctx0" brushRef="#br0" timeOffset="15533.54">4818 4910 0,'0'0'0,"0"0"16,0 0 0,0 0-16,0 0 15,4-3-15,10-12 16,21-17-16,19-13 16,9-5-16,2 0 15,3-1-15,-11 7 16,-2 3-16,-9 7 15,-13 10-15,-9 6 16,-11 9-16,-13 9 16,13-10-16,-13 10 15,0 0 1,11 11-16</inkml:trace>
  <inkml:trace contextRef="#ctx0" brushRef="#br0" timeOffset="16532.77">5425 5197 0,'0'0'0,"0"0"16,0 0-16,0 0 15,0 0-15,0 0 16,0 0-16,0 0 15,0 1-15,0-1 16,0 0-16,0 0 16,0 0-16,0 0 15,0 0 1,0 0-16,0 0 16,0 8-16,0-8 15,0 0-15,0 0 16,0 0-16,0 0 15,0 0-15,0 0 16,-16 7-16,4-3 16,-1 0-16,13-4 15,-14 4 1,14-4-16,0 0 16,0 0-16,-9 2 15,9-2-15,0 0 16,0 0-16,0 0 15,0 0-15,0 0 16,0 0-16,0 0 16,0 0-16,0 0 15,15-20 1</inkml:trace>
  <inkml:trace contextRef="#ctx0" brushRef="#br0" timeOffset="18849.53">12154 6406 0,'-1'-2'0,"1"2"0,-4-11 15,-1-9-15,0-6 16,-3-2 0,2 0-16,0 2 15,-2 2-15,-5 1 16,-7-2-16,-7 1 15,-6 4-15,-6 4 16,-4 2-16,-1 4 16,-1 7-16,1 4 15,3 5-15,-1 4 16,1 8 0,2 4-16,2 8 15,4 3-15,4 4 16,7 2-16,4 3 15,7 3-15,5 4 16,9 2-16,9-1 16,7 1-16,12 0 15,9-1-15,7-3 16,10-4-16,4-4 16,7-7-1,5-5-15,-1-8 16,0-6-16,-6-8 15,-1-6-15,-7-6 16,-4-9-16,-3-7 16,-7-6-16,-4-5 15,-5-5-15,-11-4 16,-5 0-16,-9-3 16,-7-2-1,-8-3-15,-11 0 16,-10-1-16,-13 0 15,-13 4-15,-4 7 16,-6 2-16,4 9 16,0 5-16,6 5 15,5 7-15,2 5 16,10 4-16,4 1 16,2 6-1,1 3-15,-1 3 16,1 0-16,3 1 15</inkml:trace>
  <inkml:trace contextRef="#ctx0" brushRef="#br0" timeOffset="20882.83">3112 5691 0,'0'0'0,"0"0"0,0 0 16,0 0-16,0 0 15,10-1-15,19-6 16,24-12-16,5-9 16,-4 0-16,-7 0 15,-8 7-15,-8 4 16,-9 4-16,-6 4 15,-2 5 1,-3 3-16,-11 1 16,16 17-16</inkml:trace>
  <inkml:trace contextRef="#ctx0" brushRef="#br0" timeOffset="21183.65">3131 6265 0,'0'0'0,"4"0"15,-4 0 1,33-15-16,8-4 16,5-2-16,0 1 15,-5 0-15,-2 3 16,-2 1-16,-5 6 16,-4 4-16,-2 4 15</inkml:trace>
  <inkml:trace contextRef="#ctx0" brushRef="#br0" timeOffset="22949.41">3683 6727 0,'0'0'0,"0"0"0,0 0 16,0 0-16,0 0 15,2 0 1,9-1-16,22-3 16,19-4-16,3-3 15,2-1-15,4 0 16,3 0-16,4-1 16,-3 1-16,0-1 15,4 1-15,-4-1 16,4 0-16,0 0 15,-3 4 1,3 1-16,-1 1 16,1 4-16,1-1 15,-6 0-15,-3 1 16,-3 1-16,-7-1 16,-5 2-16,-7-1 15,-6 2-15,-6-2 16,-5 2-16,-4 0 15,-2 0-15,-2 2 16,-1 0 0,1 2-16,-1-1 15,-3 3-15,3 1 16,-1 3-16,-1 4 16,0 5-16,-3 1 15,1 6-15,-3 3 16,-2 3-16,-1 7 15,-2 4-15,-1 3 16,1 3-16,0 4 16,0 2-1,-1 2-15,3 3 16,1 3-16,1 3 16,2 3-16,1 1 15,0-2-15,0 3 16,0-3-16,-1-2 15,-1-3-15,-3-5 16,-3-3-16,-1-4 16,-3-6-1,1-5-15,-2-8 16,1-6-16,-1-7 16,1-4-16,2-5 15,0-4-15,2-6 16,-5 8-16,5-8 15,-34 5-15,-13-2 16,-15-5-16,-1 0 16,4-1-1,-5 0-15,-4 0 16,4 0-16,-2 5 16,1 5-16,4 0 15,0 1-15,2 0 16,3 0-16,-1 1 15,3-2-15,-1 0 16,3-1 0,-1 1-16,3-1 15,-1 0-15,2-3 16,4 0-16,1-2 16,3-1-16,2-1 15,5-1-15,6 0 16,4 0-16,1-3 15,-2-3-15,2 0 16,0-2 0,1 0-16,2-3 15,3-4-15,1-4 16,1-2-16,2-5 16,0-5-16,1-6 15,2-7-15,2-5 16,3-4-16,0-3 15,3-2-15,0-4 16,0 1 0,-1 3-16,1-1 15,0 0-15,-1 1 16,0 2-16,-1 2 16,-3 4-16,0 2 15,1 2-15,-1 5 16,0 6-16,0 4 15,1 5-15,-2 2 16,3 5 0,0 4-16,3 4 15,0 4-15,2 9 16,-4-11-16,7 5 16,9-5-16,11-3 15,9 1-15,5 10 16</inkml:trace>
  <inkml:trace contextRef="#ctx0" brushRef="#br0" timeOffset="23832.93">3956 7184 0,'0'0'0,"0"0"16,0 0-16,0 0 15,6 0-15,8 0 16,13 0-16</inkml:trace>
  <inkml:trace contextRef="#ctx0" brushRef="#br0" timeOffset="25432.65">11262 7009 0,'0'0'0,"1"-3"16,-1 3-16,2-15 15,-4 3-15,-6-3 16,-8 0-16,-9-4 15,-9 3-15,-6 4 16,-3 3-16,-2 4 16,-1 5-16,0 3 15,1 5-15,7 5 16,2 2 0,4 3-16,4 3 15,3 4-15,3 7 16,5 5-16,3 7 15,6 2-15,5 5 16,6 2-16,4 0 16,7-2-16,8 4 15,3-6-15,9-3 16,3-4 0,4-9-16,6-5 15,7-7-15,3-7 16,5-6-16,0-6 15,-3-7-15,2-7 16,-5-5-16,-6-8 16,-1-4-16,-8-2 15,-6-5-15,-4-6 16,-8-2-16,-9-6 16,-10 0-1,-11-5-15,-14-3 16,-20-8-16,-18-4 15,-20 0-15,-5 9 16,-3 10-16,3 10 16,7 13-16,-2 11 15,1 8-15,2 5 16</inkml:trace>
  <inkml:trace contextRef="#ctx0" brushRef="#br0" timeOffset="26099.85">4090 6925 0,'0'0'0,"0"0"16,0 0-16,0 0 15,9 4-15</inkml:trace>
  <inkml:trace contextRef="#ctx0" brushRef="#br0" timeOffset="28066.52">5470 6550 0,'0'0'0,"0"0"0,-2-2 16,2 2-16,0 0 16,-11-7-16,11 7 15,0 0-15,-14 15 16,5 10-16,1 9 16,4 9-1,3 6-15,3 3 16,0 4-16,1 2 15,0 2-15,2 3 16,-1 3-16,1 3 16,1 3-16,-1-1 15,0-3-15,1 2 16,-2-6-16,1 1 16,-2-8-1,1-4-15,-1-7 16,-2-5-16,0-5 15,0-7-15,0-4 16,0-6-16,-1-4 16,1-3-16,0 0 15,2-2-15,2 0 16,1-1-16,2 2 16,3 1-16,4 0 15,3-1 1,5-2-16,5-2 15,4 1-15,5-2 16,0 1-16,1-1 16,5 2-16,2-1 15,3 2-15,0-2 16,6 2-16,1 0 16,1 0-16,6-1 15,-5-2-15,1-3 16,1-1-16,-2-1 15,-2-1 1,-2-1-16,2 0 16,-4 0-16,-1 1 15,-2 0-15,-7 0 16,-1 0-16,-2 0 16,-2-2-16,-7 1 15,-5-1-15,-2-1 16,-3 1-1,-1-1-15,-3-1 16,1-1-16,-2-1 16,1-2-16,-2-3 15,0-1-15,-2-5 16,0-3-16,-1-5 16,-3-4-16,-3-6 15,-7-6 1,-4-4-16,-4-6 15,-4-1-15,0-8 16,-2-3-16,-2-3 16,0-4-16,1-2 15,5-5-15,2 1 16,1 1-16,2 1 16,1 3-16,-1 1 15,1 6 1,1 4-16,-1 2 15,-2 6-15,0 2 16,-3 4-16,2 5 16,-1 4-16,0 5 15,-1 6-15,2 4 16,1 5-16,0 2 16,0 3-16,-6 1 15,-13 2-15,-12 1 16,-13 7-1,-6 8-15,-1 2 16,-7 4-16,-8 2 16,1 0-16,-6 2 15,-3 0-15,0 0 16,0 0-16,4-1 16,1 0-16,3-2 15,5-1-15,5 0 16,5-1-1,6-6-15,3-4 16,6-3-16,4-2 16,6-1-16,5-2 15,7 1-15,5 1 16,4-1-16,3 2 16,11 3-16,-15-4 15,15 4-15</inkml:trace>
  <inkml:trace contextRef="#ctx0" brushRef="#br0" timeOffset="31482.65">12084 7089 0,'0'0'0,"0"0"16,0-2-16,0 2 15,-6-14-15,-3-1 16,-6-3-16,-6 3 16,-4 0-1,0 5-15,-2 1 16,-6 4-16,-6 5 16,-3 5-16,0 6 15,-1 6-15,5 4 16,-1 2-16,2 6 15,6 1-15,2 2 16,3 1-16,4 2 16,3 4-1,6 1-15,4 1 16,3 2-16,5 5 16,7 2-16,6 1 15,9 0-15,8-4 16,9 1-16,8-3 15,2-8-15,8 0 16,2-7-16,3-4 16,3-7-16,-4-7 15,1-8 1,0-6-16,-4-8 16,-1-9-16,-3-8 15,-4-7-15,1-10 16,-7-5-16,-7-5 15,-8 0-15,-7-5 16,-10 1-16,-5-3 16,-12-2-1,-16-3-15,-16-3 16,-21-2-16,-18 6 16,-12 7-16,-9 10 15,-7 12-15,4 9 16,-4 14-16,2 9 15</inkml:trace>
  <inkml:trace contextRef="#ctx0" brushRef="#br0" timeOffset="35465.87">12657 6311 0,'0'0'0,"0"0"0,0 0 16,2-2-16,-2 2 16,16-13-16,5-1 15,8 1-15,3 3 16,2 1-16,-4 3 16,-2 0-16,-3 2 15,-3 3 1,0-2-16,-3 3 15,-2 1-15,-2 1 16,-3 2-16,-2 3 16,2 5-16,-2 9 15,0 6-15,-2 6 16,-3 9-16,-3 3 16,-2 6-16,0 4 15,-1 3-15,1 0 16,-1 3-1,0 0-15,0 3 16,3-3-16,2 1 16,2-3-16,0-3 15,1-2-15,2-4 16,0 0-16,-1-3 16,-1-5-16,1-1 15,-2-4-15,0-6 16,-3-6-1,-4-4-15,-3-3 16,-4-1-16,-6-1 16,-4-5-16,-10-3 15,-5-5-15,-8-8 16,-3-1-16,0-3 16,2-3-16,4-1 15,9 0-15</inkml:trace>
  <inkml:trace contextRef="#ctx0" brushRef="#br0" timeOffset="35899.01">13222 6810 0,'0'0'0,"0"0"16,0 0-16,0 1 15,0-1-15,1 14 16,1 2-16,3 0 16,5 0-16,4-3 15,9-4-15,7-6 16,7-11-16,7-6 16,10-13-16,4-8 15,5-7-15,9-9 16,-8 5-16,0-2 15,-14 10 1,-14 11-16,-11 7 16,-9 10-16</inkml:trace>
  <inkml:trace contextRef="#ctx0" brushRef="#br0" timeOffset="36232.78">13355 7036 0,'1'2'0,"-1"-2"0,0 0 0,0 0 16,12 1-16,4-9 15,6 0-15,12-8 16,8-2 0,8-4-16,6-2 15,3-5-15,2-19 16,-3-1-16,-7 7 16,-10 9-16,-9 6 15,-3 3-15,-4 3 16,-7 7-16</inkml:trace>
  <inkml:trace contextRef="#ctx0" brushRef="#br0" timeOffset="36565.8">13400 6357 0,'0'0'0,"0"0"0,0 0 0,0 3 0,-1 6 16,-1 13-16,1 16 15,6 14-15,5-1 16,2 13-16,4-1 15,1-5 1,3-3-16,2-10 16,5-1-16,4 8 15,-6-13-15,1 3 16,-7-13-16,-4-11 16</inkml:trace>
  <inkml:trace contextRef="#ctx0" brushRef="#br0" timeOffset="36898.86">13605 6384 0,'0'0'0,"0"0"15,0 2-15,0-2 16,0 25-16,0 6 16,0 13-16,2 18 15,7 5-15,5 15 16,0-8-16,2-11 15,1 1 1,-2-16-16,3-4 16,7-2-1</inkml:trace>
  <inkml:trace contextRef="#ctx0" brushRef="#br0" timeOffset="48949.59">10228 1369 0,'0'0'0,"0"0"0,0 0 15,0 0-15,0 0 16,0 0-16,-3 1 16,3-1-16,0 0 15,0 0-15,-2 7 16,2-7-16,0 7 16,0 0-1,1 2-15,0 2 16,2 0-16,3 1 15,-1 1-15,1 1 16,2 1-16,1 1 16,4 3-16,1 5 15,1 0-15,-1-1 16,1 2-16,0-2 16,1 2-1,0 0-15,1 2 16,3 5-16,3 3 15,0 1-15,1 2 16,1-2-16,0 1 16,0 2-16,2 0 15,-1-1-15,1 0 16,-3-2-16,-1-2 16,0-3-16,-5-1 15,-3-5 1,-4-4-16,-1-4 15,-5-3-15,0-5 16,-1-1-16,-1-1 16,-3-7-16,4 6 15,-4-6-15,0 0 16,0 0-16,0 0 16,0 0-1,0 0-15,0-18 16</inkml:trace>
  <inkml:trace contextRef="#ctx0" brushRef="#br0" timeOffset="49468.49">10184 1402 0,'0'0'0,"0"0"15,0 0-15,0 0 16,0 0-16,-1 3 16,-1 4-16,-2 12 15,-4 14-15,-3 13 16,-2 1-16,-3-1 16,0 0-1,-1 1-15,0 3 16,4 4-16,3 4 15,3-3-15,1 4 16,3-2-16,0 0 16,1-2-16,0-3 15,1-2-15,1-6 16,-1-4-16,1-8 16,-1-6-16,0-4 15,-1-8 1,2-4-16,-1-4 15,1-6-15</inkml:trace>
  <inkml:trace contextRef="#ctx0" brushRef="#br0" timeOffset="49882.7">10868 2297 0,'0'0'0,"0"-2"0,0 2 15,-3-10 1,-1-3-16,-2-10 15,4-8-15,0-8 16,5-10-16,4-8 16,5-7-16,6-9 15,0 1-15,5-8 16,0 2-16,0 2 16,-3 7-1,-1 3-15,-1 11 16,-2 10-16,-3 9 15,-4 12-15,-3 6 16,-2 5-16,-1 6 16</inkml:trace>
  <inkml:trace contextRef="#ctx0" brushRef="#br0" timeOffset="50549.12">11672 1651 0,'0'0'0,"0"0"15,-2-2 1,2 2-16,0 0 15,-17-4-15,-3 6 16,-12 8-16,-7 4 16,1 2-16,5 3 15,1 3-15,4 3 16,2 7-16,5-2 16,4 1-16,3 0 15,4 7 1,4 3-16,4 3 15,8 0-15,5-2 16,6 1-16,10 0 16,5-4-16,6-4 15,2-11-15,-2-6 16,4-7-16,5-7 16,1-9-16,8-8 15,1-12-15,-6-9 16,4-12-16,-5-10 15,-4-4 1,-7-1-16,-13 6 16,-11 1-16,-10-3 15,-15 7-15,-13 2 16,-15 2-16,-10 6 16,-13 6-16,-8 6 15,-10 8-15,8 13 16,4 3-1,3 12-15,12 1 16,7 4-16,12-1 16,8 1-16,7 0 15,4 1-15,7 1 16,7 2-16,9 8 16</inkml:trace>
  <inkml:trace contextRef="#ctx0" brushRef="#br0" timeOffset="61782.42">8793 1694 0,'0'0'0,"0"0"0,0 2 0,0-2 16,1 6-16,1 4 15,2 7-15,1 4 16,0 5-16,0-2 15,-1-1-15,0-4 16,0-4-16,-2-3 16,2-3-1,1-3-15,-5-6 16,34 0-16,16-17 16,29-21-16,13-21 15,9-7-15,3-8 16,0-2-16,-9 8 15,-8 5-15,-13 10 16,-10 6-16,-12 12 16,-13 10-16,-11 8 15,-8 5 1,-7 7-16,-13 5 16,14-4-16,-14 4 15,0 0-15,0 0 16,10 7-16,-10-7 15,5 7-15,-5-7 16,4 7-16,-4-7 16,3 6-1,-3-6-15,3 7 16,-3-7-16,0 0 16,3 7-16,-3-7 15,1 7-15,-1-7 16,0 7-16,0-7 15,0 6-15,0-6 16,0 7-16,0-7 16,0 0-1,0 8-15,0-8 16,0 0-16,-2 7 16,2-7-16,0 0 15,0 0-15,0 0 16,0 0-16,0 0 15,0 0-15,0 6 16,0-6-16,0 0 16,0 0-1,0 0-15,0 0 16,0 0-16,0 0 16,0 0-16,0 0 15,0 0-15,0 0 16,0 0-16,0 0 15,0 0-15,0 0 16,-4-7-16,1 0 16,1-4-16,-2-2 15,0-2 1</inkml:trace>
  <inkml:trace contextRef="#ctx0" brushRef="#br0" timeOffset="62615.48">8658 2920 0,'0'0'0,"0"0"0,0 0 0,0 0 0,0 4 16,1 6-16,1 8 16,1 4-16,4 5 15,3 3-15,1 0 16,2-1 0,0-5-16,0-2 15,-1-3-15,1-3 16,1-1-16,0-3 15,1-4-15,3-1 16,6-4-16,11-6 16,13-8-16,10-9 15,11-11-15,3-9 16,4-6 0,1-2-16,-2-3 15,3-2-15,-5-1 16,-2 0-16,-9 6 15,-7 6-15,-9 6 16,-7 7-16,-8 5 16,-6 5-16,-4 6 15,-7 7-15,-14 6 16,15-7 0,-15 7-16,0 0 15,0 0-15,10-2 16,-10 2-16,0 0 15,0 0-15,20-8 16</inkml:trace>
  <inkml:trace contextRef="#ctx0" brushRef="#br0" timeOffset="70133.09">12532 5973 0,'0'0'0,"0"0"0,0 0 16,0-2-16,0 2 15,0 0-15,1 8 16,3 3-16,0 4 15,0-1-15,0 0 16,-1-2-16,0-2 16,-1 1-16,2 0 15,1 1-15,2 0 16,2-2 0,3-1-16,5-4 15,14-7-15,17-2 16,17-11-16,12-14 15,1 1-15,4-11 16,-3 3-16,-12 4 16,3-1-16,-7 3 15,-1-2-15,-5-6 16,-12 3 0,-7 10-16,-6 3 15,-3 4-15,-6 4 16,-5 5-16,-6 5 15,-12 4-15,15-2 16,-15 2-16,0 0 16,11 0-16,-11 0 15,0 0-15,0 0 16,0 0 0,0 0-16,0 0 15,0 0-15,0 0 16,0 0-16,0 0 15,0 0-15,0 0 16,0 0-16</inkml:trace>
  <inkml:trace contextRef="#ctx0" brushRef="#br0" timeOffset="73298.75">10474 2710 0,'0'0'0,"0"0"16,0 0-16,0 0 16,0 0-16,0 0 15,-3-2 1,3 2-16,-12-6 15,0 1-15,1-1 16,-3 1-16,-3 2 16,-6 3-16,-2 3 15,-2 5-15,-1 0 16,1 3-16,1 3 16,1 1-16,2 2 15,-1 3 1,3 3-16,1 3 15,4 1-15,5 1 16,3 2-16,3 2 16,5 5-16,4 0 15,5-1-15,4 4 16,4-2-16,7 0 16,1 0-16,7-6 15,3-1 1,4-5-16,5-3 15,0-7-15,0-4 16,1-5-16,-3-4 16,-1-5-16,-4-2 15,-6-4-15,-3-3 16,-3-4-16,-4-2 16,-4-4-16,-3-2 15,-2-9-15,-5-3 16,-3-1-1,-4 0-15,-5-2 16,-4-2-16,-6 3 16,-6-3-16,-3 4 15,1 4-15,-3 5 16,-2 2-16,-2 0 16,-3 2-16,-2 3 15,0 6-15,1 3 16,0 4-16,7 3 15,4 4 1,3 1-16,5 2 16,3 2-16,2 3 15,4 3-15,3 2 16,8-5-16</inkml:trace>
  <inkml:trace contextRef="#ctx0" brushRef="#br0" timeOffset="73899.28">10831 2736 0,'0'0'0,"0"0"0,0 0 16,0 0-1,1 2-15,-1-2 16,0 0-16,14 14 16,1-2-16,1 3 15,2 4-15,0 2 16,-3 5-16,0 2 16,0 4-16,-3 0 15,1-1 1,-1 2-16,2 1 15,0 1-15,1-4 16,5-1-16,1-3 16,0-1-16,-1-4 15,-2-5-15,-4-4 16,-2-3-16,-1-4 16,-11-6-16,19 2 15,-6-10 1,3-8-16,0-8 15,1-8-15,-3-9 16,-2-3-16,-3-2 16,-3-2-16,1 3 15,-3-3-15,0 3 16,-2 6-16,-1 7 16,-1 7-16,-1 6 15,0 7-15,1 4 16,0 8-16,-1-10 15,1 10 1,0 0-16,0 0 16</inkml:trace>
  <inkml:trace contextRef="#ctx0" brushRef="#br0" timeOffset="74448.99">11362 3126 0,'0'0'0,"0"0"16,0 0-16,2 0 16,9 1-16,11 1 15,11 0-15,2-5 16,3-4-16,1-4 15,-1-5 1,0-3-16,-6-2 16,-2-6-16,-7-2 15,-5-2-15,-5-2 16,-5 2-16,-6 0 16,-6 2-16,-9 0 15,-6 2-15,-6 2 16,-10 5-16,-3 5 15,-1 9 1,0 8-16,4 5 16,2 8-16,6 6 15,4 7-15,5 7 16,9 6-16,7 8 16,11 1-16,10 1 15,15 1-15,9-7 16,12-1-16,7-10 15,-1-6 1,-2-7-16,-5-7 16,-4-6-16,2-3 15,-5-6-15,2-5 16,-11-7-16,-8-7 16,-4-13-16,3-5 15</inkml:trace>
  <inkml:trace contextRef="#ctx0" brushRef="#br0" timeOffset="74898.72">12036 2825 0,'0'0'0,"0"0"0,0 0 16,-2-3-16,2 3 15,0 0-15,0 0 16,13 3-16,6 7 15,11 10-15,3 5 16,1 5 0,5 5-16,-8-2 15,1 2-15,-3 1 16,-5-5-16,-3-1 16,-7-4-16,-3-6 15,-3-2-15,-2-6 16,-4-3-16,-4 1 15,-3-2 1,-7 0-16,-4-3 16,-9-6-16,-6-6 15,3-6-15,1-6 16,8-3-16,3-9 16,1-6-16,10-1 15,7-1-15,8 2 16,5 2-16,-1-2 15,-1 5 1,-1 4-16,-2 7 16,1 3-16,-1 4 15,1 7-15</inkml:trace>
  <inkml:trace contextRef="#ctx0" brushRef="#br0" timeOffset="75548.39">12727 3045 0,'0'0'0,"5"-5"15,4-2-15,11-11 16,8-7-16,-4 1 15,-2 0-15,-5-7 16,-4 6 0,-2-15-16,-2 1 15,-5-9-15,-7-3 16,-6 11-16,-11-17 16,-4 8-16,-7 0 15,0 7-15,4 16 16,6 6-16,-1 2 15,8 5-15,4 4 16,10 9 0,-13-8-16,13 8 15,-25 13-15,5 8 16,4 7-16,6 16 16,1 6-16,8 17 15,4-8-15,6-4 16,4 3-16,5 16 15,4 13-15,0-3 16,2 6 0,-3-9-16,2 6 15,0 3-15,-3-9 16,-5-6-16,-6-26 16,-3-12-16,-2-6 15,-2-7-15,-1 5 16,0-3-16,-1-6 15,-1-6-15,1-6 16,0-8 0,0 0-16,0 0 15,3-10-15,6-31 16,7-22-16</inkml:trace>
  <inkml:trace contextRef="#ctx0" brushRef="#br0" timeOffset="75798.72">12922 3103 0,'0'0'0,"0"0"0,0-2 16,0 2-16,0 0 16,0 0-16,0 0 15,11 6-15,0 2 16,0 8-16,0 3 15,-2 4-15,-1 0 16,-2-1 0,-4-2-16,-2 0 15,0-3-15,0-1 16,0-2-16,0-4 16,0-10-16</inkml:trace>
  <inkml:trace contextRef="#ctx0" brushRef="#br0" timeOffset="75966.46">13151 2803 0,'0'5'0,"0"-5"0,1 11 16,-1-11-16</inkml:trace>
  <inkml:trace contextRef="#ctx0" brushRef="#br0" timeOffset="76299.32">13462 2798 0,'0'0'0,"0"0"0,0 0 0,3 4 0,4 10 16,7 10-16,1 4 16,1 2-16,2 3 15,1 1-15,0 5 16,-5-3-16,0-3 15,-4-4-15,-2-4 16,0 0 0,-1-2-16,1-3 15,-3-4-15,0-4 16,3-3-16</inkml:trace>
  <inkml:trace contextRef="#ctx0" brushRef="#br0" timeOffset="76466.5">13470 2908 0,'0'0'0,"0"-2"0,0 2 16,30-29-16,23-21 15</inkml:trace>
  <inkml:trace contextRef="#ctx0" brushRef="#br0" timeOffset="77182.17">13896 2586 0,'0'-1'0,"0"1"0,0 0 0,0 0 16,0 9-16,3 19 16,1 7-16,3-4 15,2-1 1,2 11-16,5 9 16,0 6-16,-2-6 15,-4-11-15,-1-5 16,-1-2-16,-1-5 15,-2-5-15,-1-5 16,-1-6-16,-1-4 16,-2-7-16,0 0 15,0 0 1,-39-19 0,-6-19-1,2-1-15,10 7 16,16 17-16,5 4 15,3 2-15,3 2 16,6 7-16,-6-7 16,6 7-1,0 0-15,0 0 16,2-11-16,6 1 16,18-10-16,10-1 15,1 0-15,-3 3 16,-3 1-16,-3 2 15,-3 2-15,-5 3 16,-7 3-16,-13 7 16,15-8-16,-15 8 15,0 0 1,0 0-16,0 0 16,10-5-16,-10 5 15,0 0-15,0 0 16,4 6-16,0 1 15,1 3-15,2 4 16,1 4-16,1 5 16,0 1-16,-1-1 15,-1-3 1,1 0-16,-4-5 16,-3-9-16</inkml:trace>
  <inkml:trace contextRef="#ctx0" brushRef="#br0" timeOffset="77365.5">14101 2567 0,'0'0'0,"0"0"15,0 0-15,0 0 16,0 0-16,0 0 15,0 0-15,4 1 16,-4-1-16</inkml:trace>
  <inkml:trace contextRef="#ctx0" brushRef="#br0" timeOffset="78548.53">14427 2828 0,'0'0'0,"0"0"0,0 0 0,0 0 16,1 3-16,-1-3 15,7 15-15,4 6 16,4 7-16,1 4 15,2 2-15,-1-2 16,-3-2-16,-4-3 16,-5-2-16,-1-4 15,-2-6 1,-1-5-16,0-3 16,-1-7-16,0 0 15,0 0-15,5-11 16,4-10-16,3-10 15,1-4-15,0 3 16,-2 2-16,0 9 16,-4 7-16,-1 4 15,-6 10 1,8-10-16,-8 10 16,17 1-16,0 6 15,1 6-15,0 6 16,1 2-16,0 6 15,0 2-15,1-1 16,1 2-16,3-1 16,6-5-16,4-5 15,-3-4-15,1-7 16,-1-5 0,-1-4-16,-1-4 15,-4-5-15,-1-7 16,-4-4-16,-4-1 15,-4-7-15,-4-1 16,-3-3-16,-5-1 16,-3 4-16,-1 2 15,1 7-15,-1 4 16,1 7 0,1 3-16,2 7 15,-3-6-15,3 6 16,0 0-16,-20 6 15,5 7-15,4 9 16,1 4-16,3 8 16,4 8-16,3 5 15,4 2 1,4 2-16,1 2 0,1 4 16,2 2-1,0 4-15,0 0 16,-1 1-16,2-1 15,-1 0-15,1-5 16,-2-4-16,0-3 16,-3-6-16,-1-4 15,-2-9-15,-3-7 16,-4-4 0,-2-4-16,-4-2 15,-6-3-15,-7-3 16,-5-7-16,-9-7 15,-3-9-15,0-5 16,5-5-16,5-4 16,3-3-16,3-4 15,6-1-15,6-3 16,6-2 0,4-1-16,4 1 15,9 1-15,6 2 16,8 0-16,4 1 15,4 2-15,-2 5 16,-4 6-16,-5 6 16,-4 3-16,-7 6 15,-4 2-15,-9 7 16,6-8-16</inkml:trace>
  <inkml:trace contextRef="#ctx0" brushRef="#br0" timeOffset="79598.58">15510 2398 0,'0'0'0,"0"0"0,0 0 16,0 0 0,3 4-16,0 5 15,4 11-15,5 15 16,1 6-16,-1 3 15,-4 3-15,-2 2 16,0 2-16,-2 3 16,-3 1-16,1 3 15,-1 3-15,0-1 16,0 4-16,-2 0 16,1 0-1,-2-1-15,0 0 16,1-6-16,-2-6 15,2-5-15,0-6 16,0-6-16,0-6 16,0-5-16,1-7 15,0-5-15,0-5 16,0-6 0,0 7-16,0-7 15,0 0-15,0 0 16,0 0-16,0 0 15,0 0-15,-18-16 16,0-8-16,-2-5 16,0-2-16,1-2 15,2 2-15,2 1 16,2 4-16,3 4 16,1 2-1,3 3-15,0 5 16,3 2-16,0 3 15,3 7-15,-3-7 16,3 7-16,0 0 16,0 0-16,0 0 15,0 0-15,-6 15 16,2 10-16,2 11 16,5 6-16,3 0 15,6-2 1,2-4-16,2-5 15,1-4-15,1-8 16,1-4-16,4-8 16,6-7-16,14-7 15,2-10-15,-2-6 16,-3-3-16,-9 1 16,-25 19-16,4-7 15,0-9 1,-1-4-16,-3-9 15</inkml:trace>
  <inkml:trace contextRef="#ctx0" brushRef="#br0" timeOffset="183231.31">708 4002 0,'0'0'0,"0"0"0,0 0 15,0 0-15,0 0 16,1 4-16,3 4 15,7 16-15,6 16 16,7 13-16,6 3 16,2-2-16,1-1 15,-2-7-15,-3-8 16,-3-9 0,-6-8-16,-5-8 15,-5-5-15,-9-8 16,9 5-16,-9-5 15,9-10-15,1-12 16,0-16-16,-2-12 16,-2-8-16,-3-5 15,-1-2 1,-1 4-16,1 2 16,0 7-16,-2 11 15,2 8-15,2 5 16,5 6-16,5 1 15,0 6-15</inkml:trace>
  <inkml:trace contextRef="#ctx0" brushRef="#br0" timeOffset="183731.42">1492 3587 0,'0'0'0,"0"0"0,0 0 16,0 0-1,-2 5-15,-2 9 16,-8 20-16,-4 16 16,3 7-16,5-1 15,4-2-15,3 0 16,4-5-16,3-7 15,2-9-15,4-10 16,5-5-16,5-7 16,2-8-1,2-8-15,4-9 16,0-6-16,-3-5 16,-4 3-16,-7 5 15,-7 7-15,-2 4 16,-7 6-16,0 0 15,0 0-15,9 6 16,-3 29-16,-6 22 16,-5 9-16,1-1 15,0-5 1,1-4-16,0-9 16,5-5-16,5-4 15,2-6-15,3-5 16,1-8-16,-1-8 15</inkml:trace>
  <inkml:trace contextRef="#ctx0" brushRef="#br0" timeOffset="184181.29">2036 3494 0,'0'0'0,"0"0"0,0 3 15,0 10-15,-1 25 16,-1 19 0,0 4-16,2-2 15,6-1-15,6-5 16,4-13-16,3-11 15,-1-11-15,-1-8 16,0-7-16,4-11 16,5-16-16,4-13 15,-1-9-15,-6-1 16,-8 11 0,-5 12-16,-5 9 15,-5 15-15,3-7 16,-3 7-16,4 11 15,5 22-15,3 24 16,-3 12-16,-2 3 16,-1 2-16,1-2 15,-1 1-15,0-5 16,1 4 0,-1-6-16</inkml:trace>
  <inkml:trace contextRef="#ctx0" brushRef="#br0" timeOffset="184797.88">672 5719 0,'0'0'0,"0"0"16,0 0-16,2 8 15,2 17-15,6 21 16,5 10 0,4 3-16,0-6 15,1-4-15,-1-5 16,-4-7-16,-2-8 15,-3-6-15,-5-10 16,-1-4-16,-4-9 16,3 8-16,-3-8 15,-19-6 1</inkml:trace>
  <inkml:trace contextRef="#ctx0" brushRef="#br0" timeOffset="185164.42">642 5534 0,'0'-2'0,"0"2"16,4-13-16,2-10 15,2-10 1,4-1-16,12 4 0,3 8 16,1 3-1,2 8-15,-6 6 16,-4 6-16,-1 4 15,-4 4-15,-2 4 16,-5 6-16,-3 6 16,-7 7-16,-5 1 15,-3-2-15,-1-7 16,2-4-16,-1-2 16,1-3-16,2-1 15,0-4 1,2 2-16,5 2 15,5 6-15,9 6 16,6 3-16,9 2 16,10 2-16,6 1 15,8 1-15,1-2 16,-1 0-16</inkml:trace>
  <inkml:trace contextRef="#ctx0" brushRef="#br0" timeOffset="185881.25">1330 5876 0,'0'0'0,"0"0"16,0 0-16,0 0 15,0 0 1,0 0-16,6-5 15,8-8-15,10-13 16,6-10-16,-2-6 16,-5-3-16,-5 0 15,-5 0-15,-4 6 16,-3 7-16,-4 6 16,-3 5-1,-2 5-15,-1 5 16,-3 4-16,-4 5 15,-7 10-15,-7 12 16,-3 13-16,6 4 16,7 2-16,8 1 15,9 1-15,7-1 16,6-1-16,9-6 16,7-8-16,7-9 15,4-11 1,4-15-16,1-15 15,-1-11-15,-3-11 16,-5-3-16,-12 1 16,-4-1-16,-7 4 15,-7 6-15,-4 8 16,-3 8-16,-3 8 16,0 6-16,-1 2 15,3 8 1,-2-6-16,2 6 15,0 0-15,0 0 16,-1 11-16,4 15 16,14 10-16,8 2 15,7 1-15,6-2 16,0-1-16,-6-4 16,-2-4-1,-10-4-15,-9 6 31,-10 1-31,-4 7 16,-7-2-16,2-15 16</inkml:trace>
  <inkml:trace contextRef="#ctx0" brushRef="#br0" timeOffset="186764.38">2054 5354 0,'0'0'0,"0"0"15,6 4-15,8 3 16,11 8-16,5 2 16,0 5-16,-2 4 15,-2 2-15,-4-4 16,-5-2-1,-4-5-15,-6-6 16,-2-3-16,-5-8 16,0 0-16,0 0 15,3-7-15,-1-28 16,0-14-16,1 1 16,-1 0-16,0 12 15,4 8 1,2 8-16,3 4 15,5 4-15,7 4 16,5 5-16,1 5 16,2 6-16,4 4 15,-1 1-15,-1-2 16,-2-3-16,2-10 16,-1-7-16,-1-6 15,-5-5-15,-3-7 16,-5-4-1,-8 1-15,-6-1 16,-7 3-16,-5 5 16,-5 6-16,-3 8 15,-7 9-15,-5 9 16,2 7-16,6 4 16,9 6-16,9 2 15,4 3 1,12-2-16,7-2 15,10-1-15,12-9 16,2-8-16,2-12 16,4-12-16,-5-5 15,-4-11-15,-6-15 16,-6-10-16,-4-12 16,-12-12-16,-8 2 15,-6 3-15,-9-3 16,-1 14-1,-2 7-15,2 23 16,3 12-16,4 12 16,3 10-16,-2-6 15,2 6-15,2 6 16,7 27-16,14 26 16,4 10-16,-1-5 15,-2-4-15,0-5 16,-1-7-1,2-3-15,-5-14 32,-10-18-32,-10-13 15</inkml:trace>
  <inkml:trace contextRef="#ctx0" brushRef="#br0" timeOffset="186914.48">2925 4924 0,'0'0'0,"0"0"0,0 0 0,4-4 0,10-11 16,21-21-16,17-14 15,3 2-15,-2 2 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05T11:39:45.420"/>
    </inkml:context>
    <inkml:brush xml:id="br0">
      <inkml:brushProperty name="width" value="0.05292" units="cm"/>
      <inkml:brushProperty name="height" value="0.05292" units="cm"/>
      <inkml:brushProperty name="color" value="#EE0000"/>
    </inkml:brush>
  </inkml:definitions>
  <inkml:trace contextRef="#ctx0" brushRef="#br0">3168 5329 0,'0'0'0,"0"0"0,-3-3 16,-3-3-16,-3-4 15,1 2-15,2 0 16,6 8-16,-9-10 16,9 10-16,-4-7 15,4 7-15,12-18 16,10-4-16,13-2 15,6 2-15,3 2 16,9-2 0,-1 4-16,4 1 15,-1 3-15,-1 4 16,0 2-16,3 2 16,-1 2-16,-2 2 15,0 1-15,1 0 16,0 0-16,2 0 15,-4 0-15,-1 0 16,-4 1 0,-3-1-16,-1 0 15,-3-1-15,-2 0 16,-4-1-16,-3 2 16,-6-1-16,-1 1 15,-4 1-15,-3 2 16,0 0-16,-1 1 15,-3 1-15,-2-1 16,-1 1-16,-1-1 16,-10-3-1,16 10-15,-8-2 16,-1 0-16,0 1 16,-1 5-16,-1 2 15,-3 6-15,-1 2 16,-1 5-16,-1 2 15,-1 7 1,0 2-16,-1 2 16,0-3-16,0 2 15,0 3-15,0 4 16,0-1-16,0-1 16,1 1-16,-1-1 15,2 2-15,1-2 16,2 0-16,1 2 15,1-1-15,2 0 16,0-2 0,0-1-16,-1-3 0,1-1 15,-1-1 1,0-1-16,-1-2 16,1-3-16,-1-4 15,0 0-15,-1-4 16,-1 1-16,-1-1 15,-1-3-15,0-2 16,-1-1-16,0-3 16,0-1-1,-2-2-15,1-1 16,0-4-16,-1-1 16,3-7-16,-5 11 15,5-11-15,-23 12 16,-1-5-16,-5-1 15,3-4-15,-4-2 16,-6-2-16,-2-1 16,-3-1-1,2-2-15,-4 1 16,-5-1-16,-1 0 16,-3 1-16,1 0 15,-4-2-15,-3 3 16,0 3-16,2 2 15,1 1-15,2 3 16,3 0-16,2 2 16,4-1-16,3-1 15,4 0 1,0 0-16,1-1 16,5-4-16,3-3 15,4-1-15,4-2 16,2-1-16,1-3 15,-1-3-15,0-4 16,1-3-16,3-4 16,0-8-1,5-8-15,1-5 16,5-7-16,4-4 16,3-4-16,0-3 15,2-2-15,-2 3 16,0-2-16,1 2 15,-2 2-15,2 4 16,-4 6-16,-3 2 16,-3 5-1,-2 2-15,0 6 16,-1 3-16,-1 5 16,1 2-16,1 4 15,0 2-15,0 5 16,3 2-16,0 2 15,1 1-15,1 3 16,4-2-16,8-2 16,9-3-1</inkml:trace>
  <inkml:trace contextRef="#ctx0" brushRef="#br0" timeOffset="9150.29">11918 6402 0,'0'0'0,"0"0"0,0 0 0,0 0 16,-1-3-16,1 3 15,-10-13-15,-2 1 16,-8-2-16,-6 2 16,-2 3-16,-3 0 15,-3 1 1,-2 2-16,0 1 16,-1 2-16,-1 3 15,0 3-15,-1 1 16,4 1-16,3 2 15,1 5-15,1-1 16,2 3-16,0 4 16,0 3-1,2 3-15,1 2 16,0 1-16,1 3 16,2 1-16,3 0 15,2 0-15,2 4 16,3 1-16,4 0 15,4-2-15,2 1 16,5 0-16,3 1 16,3 2-16,5-3 15,3-4 1,2-1-16,4-2 16,4-1-16,4-1 15,7-2-15,-1-4 16,5-3-16,1-5 15,3-3-15,4-6 16,-2-4-16,4-4 16,-5-2-16,-1-2 15,-2-3 1,-6 0-16,-3-5 16,0-2-16,-4 0 15,-1-3-15,0-1 16,-3-2-16,-2-4 15,-2 0-15,-3-4 16,-3 0-16,-5 0 16,-4-6-16,-5-2 15,-4-1-15,-6-1 16,-9 2 0,-7-2-16,-10-1 15,-3 3-15,-8 3 16,-3 4-16,-2 3 15,-1 4-15,4 5 16,4 2-16,3 3 16,8 4-16,7 3 15,7 3 1,5 3-16,12 4 16,-13-3-16,13 3 15,0 0-15,0 0 16,-11-2-16,11 2 15,0 0-15,0 0 16,0 0-16,0 0 16,0 0-16,0 0 15,0 0-15,0 0 16,0 0 0,0 0-16,0 0 15,0 0-15,0 0 16,0 0-16,0 0 15,0 0-15,0 0 16,0 0-16,0 0 16,0 0-16,0 0 15,0 0 1,0 0-16,0 0 16,0 0-16,0 0 15,0 0-15,0 0 16,0 0-16,0 0 15,0 0-15,0 0 16,0 0-16,0 0 16,0 0-16,0 0 15,0 0-15,0 0 16,0 0 0,0 0-16,0 0 15,0 0-15,0 0 16,0 0-16,0 0 15,0 0-15,0 0 16,0 0-16,0 0 16,0 0-16,0 0 15,0 0-15,0 0 16,0 0 0,0 0-16,0 0 15,0 0-15,0 0 16,0 0-16,0 0 15,0 0-15,0 0 16,0 0-16,0 0 16,0 0-16,0 0 15,0 0-15,0 0 16</inkml:trace>
  <inkml:trace contextRef="#ctx0" brushRef="#br0" timeOffset="10749.77">4888 5384 0,'0'0'0,"0"0"15,0 0-15,-2-2 16,2 2-16,0 0 16,0 0-16,0 0 15,0 0 1,0 0-16,10-12 0,19-1 16,18-3-1,8-1-15,2 3 16,8-2-16,7 1 15,2 0-15,1 1 16,1 1-16,1 1 16,-2 1-16,0 3 15,-7 0-15,-1 5 16,-7-1-16,-6 2 16,-4 4-16,-8 0 15,-6 1 1,-3 2-16,-6 1 15,-3 0-15,-5 2 16,-3 0-16,0 3 16,0 4-16,-2 4 15,2 2-15,-1 8 16,2 5-16,0 4 16,1 5-16,-3 6 15,-2 5 1,0 6-16,-3 3 15,1 2-15,-2 2 16,1 0-16,-1 0 16,1-2-16,-2-5 15,0-2-15,0-3 16,-1-3-16,-1-2 16,0-7-1,-2-3-15,-1-4 16,-1-5-16,-2-2 15,-3-3-15,-1-3 16,-1-3-16,0-5 16,-1-1-16,-1-4 15,-2 1-15,-3-1 16,-4-1-16,-8 0 16,-6-3-1,-4-1-15,-3 0 16,-3-2-16,-6-1 15,-5 1-15,-1 1 16,-3-1-16,-3 0 16,-1 1-16,-3-1 15,3 0-15,0 2 16,1 0-16,1 0 16,2-1-16,5 0 15,4-1 1,3-2-16,5-3 15,3-1-15,6-1 16,6 0-16,5 0 16,1-1-16</inkml:trace>
  <inkml:trace contextRef="#ctx0" brushRef="#br0" timeOffset="12016.48">3315 6861 0,'0'0'0,"0"0"16,0 0-1,0 0-15,3 0 16,10 0-16,20-1 16,19-2-16,7-5 15,8-4-15,0-2 16,6-1-16,1-1 16,3 0-16,-2 1 15,-1 1-15,-5 1 16,-4 1-1,-4 2-15,-6 4 16,0 5-16,-5 4 16,-4 4-16,-6 4 15,-3 2-15,-6 3 16,1 3-16,-3 3 16,-3 2-16,-4 2 15,-1 2-15,-4 3 16,-2 2-1,-2 1-15,0 1 16,-3 3-16,0 1 16,-3 0-16,-2 5 15,0 1-15,-1 3 16,-2 2-16,-2 3 16,-4 1-16,-3 0 15,0 0 1,-4 1-16,1-3 15,-2-3-15,2-3 16,0-5-16,0-2 16,-1-4-16,2-3 15,-1-6-15,3-4 16,2-5-16,0-1 16,2-3-16,0-2 15,0-3 1,2 1-16,0-2 15,1-7-15,-2 10 16,2-10-16,0 0 16,0 0-16,-2 7 15,2-7-15,0 0 16,-17 8-16,5-6 16,-2 2-16,-1-1 15,-2 0-15,0-2 16,0 0-16,3 0 15,1 0 1,2-1-16,11 0 16,-15 2-16,15-2 15,0 0 1</inkml:trace>
  <inkml:trace contextRef="#ctx0" brushRef="#br0" timeOffset="13599.75">4955 6797 0,'0'0'0,"0"0"0,4 0 16,7-3-16,21-3 15,23-6 1,10 4-16,8 1 16,7 4-16,3-1 15,4 0-15,1 1 16,-2 0-16,-2-1 16,-5-3-16,-5 1 15,-6 1-15,-9 0 16,-5 3-1,-4 6-15,-6 4 16,-5 6-16,-2 2 16,-3 5-16,-2 3 15,-3 9-15,-2 4 16,-3 4-16,-1 6 16,-1 2-16,-3 7 15,1 6-15,-2 4 16,1 5-16,-1 2 15,0 1 1,0 0-16,-1-3 16,-1 0-16,0-6 15,-4-2-15,-1-4 16,-2-9-16,-2-7 16,-3-4-16,-4-9 15,-2-5-15,-1-6 16,-5-4-16,-3-1 15,-10-2 1,-15 3-16,-9-2 16,-7-1-16,-1-3 15,-3 0-15,-2 1 16,-5-1-16,-2 3 16,3 3-16,1 2 15,2 0-15,3 1 16,2 0-16,1-1 15,1 0-15,-2 1 16,2-3 0,5-4-16,-2-5 15,5-4-15,1-3 16,1-1-16,0-3 16,3-1-16,2-4 15,4 0-15,1-1 16,0-2-16,1 0 15,2 2-15,1 0 16,1 0 0,1 1-16,0-1 15,3 1-15,2 0 16,1 0-16,0-3 16,2 1-16,2-4 15,2-1-15,3 0 16,-1-4-16,1-2 15,2-3 1,2-3-16,1-2 16,1-1-16,1-2 15,1-3-15,-2-5 16,1-1-16,0 0 16,1-2-16,-1 0 15,0-3-15,-2 0 16,-2-2-16,-1-3 15,0 4 1,-1-2-16,-1 0 16,2 3-16,-1-1 15,1 2-15,2 1 16,0 5-16,2 0 16,3 4-16,3 5 15,2 1-15,3 3 16,5-1-16,6 1 15,7 5 1,-1 7-16,6 7 16</inkml:trace>
  <inkml:trace contextRef="#ctx0" brushRef="#br0" timeOffset="15516.53">13304 6339 0,'0'0'0,"0"0"0,3-3 15,-3 3 1,27-6-16,-1 0 16,7 1-16,2 2 15,-1 1-15,-1 2 16,-7 2-16,-2 1 15,-6-1-15,-5 1 16,-2 0-16,-1 2 16,-1 2-1,-1 1-15,-1 3 16,-3 6-16,0 5 16,-4 7-16,-3 7 15,-1 6-15,-5 5 16,-2 4-16,-2 4 15,0 5-15,-1 3 16,1 0-16,1 5 16,9-4-1,2 1-15,4 1 16,3-5-16,1-2 16,2 0-16,0-6 15,0-2-15,-1-6 16,0-4-16,-2-5 15,-1-7-15,-1-6 16,-1-8-16,-3-2 16,0-3-16,-3-2 15,-2-1 1,-11-1-16,-8-1 16,-11-4-16,-6-7 15,-3-4-15,-2-1 16,-1-1-16,4 1 15,4 1-15,2 2 16,3-1-16,2 2 16,2-1-16,2-18 31</inkml:trace>
  <inkml:trace contextRef="#ctx0" brushRef="#br0" timeOffset="-195783.07">3385 5022 0,'0'0'0,"0"0"0,0 0 16,-4-1-16,4 1 16,0 0-16,0 0 15,-18 7-15,-10 22 16,-16 21-1,1 8-15,5-1 16,1 3-16,2 7 16,-1 4-16,6-1 15,3 1-15,6-3 16,4-1-16,4 5 16,5 3-16,2 5 15,3-1-15,3-1 16,1 2-16,1-2 15,3 5 1,-3 0-16,1 1 16,1 1-16,0 1 15,-1-5-15,0 3 16,0-2-16,-1-1 16,1 3-16,-1-2 15,-1-4-15,0 2 16,1-3-16,-1-1 15,1-1 1,0-3-16,-1-2 16,1-1-16,2-4 15,3-5-15,2 0 16,0-8-16,1 1 16,-2-4-16,2-4 15,-1-2-15,2-2 16,2-1-16,0-3 15,-1-3-15,4-1 16,-1-3 0,3 0-16,1-4 15,1-2-15,1-6 16,-4-5-16,1-2 16,0-3-16,0-2 15,2-2-15,3-5 16,4-6-16,3-9 15,1-10-15,2-11 16,-1-9 0,2-11-16,-1-5 15,2-7-15,2-4 16,-3-6-16,0-7 16,-4-1-16,2-5 15,-3 1-15,-3-3 16,-1 1-16,-7-1 15,-4-1-15,-2-4 16,-4 0 0,-2-5-16,-1 3 15,-2-3-15,-1 1 16,-1-1-16,-2-1 16,1-4-16,-1 2 15,0 3-15,0-1 16,1 5-16,-1 6 15,0 0-15,-1 9 16,-1 2-16,0 7 16,-2 6-1,0 3-15,-4 3 16,0 5-16,-1 1 16,-3 5-16,-1 5 15,-5 3-15,-1 5 16,-1 6-16,-1 2 15,2 6-15,-2 2 16,-1 4 0,-2 1-16,-3 5 15,-4 1-15,2 6 16,-3 1-16,0 3 16,-4 3-16,-2 3 15,-5 4-15,-4 5 16,0 6-16,-2 3 15,2 2 1,2 1-16,5 0 16,0 0-16,4-1 15,6-2-15,2 0 16,7-2-16,3-2 16,4-1-16,3-1 15,3-1-15,1 1 16,4-1-16,4 3 15,4-1-15,13 0 16</inkml:trace>
  <inkml:trace contextRef="#ctx0" brushRef="#br0" timeOffset="-194548.71">2284 5165 0,'0'0'0,"0"0"0,0 0 15,0 0-15,5-4 16,10-6-16,19-9 15,13-4-15,6 1 16,2 4-16,4 2 16,3 2-16,5 1 15,4 1 1,-1 3-16,-3 0 16,3 1-16,1 0 15,0 1-15,1 1 16,-7 1-16,-5 0 15,-7 2-15,-6 1 16,-8 1-16,-11 1 16,-8 1-16,-8-1 15,-12 0-15,13 3 16,-13-3 0,0 0-16,0 0 15,-9 7-15,-42 9 16,-44 4-16</inkml:trace>
  <inkml:trace contextRef="#ctx0" brushRef="#br0" timeOffset="-192732.07">2468 5173 0,'0'0'0,"0"0"0,0 0 16,0 0-16,-2 2 16,-3 5-16,-13 18 15,-6 21 1,5 9-16,6 2 16,4 2-16,5 5 15,3-1-15,2 2 16,3 0-16,1 2 15,2 1-15,1 0 16,-1 4-16,2 0 16,-1 6-16,2 4 15,-1 5 1,-3 3-16,-3 5 16,-1 2-16,-2 2 15,-1-3-15,-1-2 16,-1-4-16,0-3 15,1-1-15,-2-6 16,1 0-16,0-3 16,0-4-16,0-2 15,2-2-15,2-3 16,0-3 0,1-1-16,0-5 15,-1-3-15,0-2 16,0-2-16,0-1 15,-1-5-15,0-1 16,-1-4-16,0 3 16,-1-2-16,-2-1 15,1-3 1,1-3-16,0-2 16,1-7-16,-1-2 15,1-4-15,1-4 16,-1-3-16,0-1 15,2-2-15,0-1 16,3 0-16,3 0 16,4-1-16,6-2 15,7-4 1,3-6-16,4-5 0,3-3 16,4-2-1,6-3-15,3 0 16,0-1-16,1 1 15,1-1-15,-3 1 16,-2 0-16,2 2 16,0 3-16,-2 2 15,-5 2-15,-1 1 16,-1 0 0,0 1-16,-3 1 15,-5 1-15,-4 3 16,-4-1-16,-2 2 15,-4-1-15,-1 2 16,-5-1-16,-9 2 16,12-1-16,-12 1 15,0 0-15,0 0 16,10-2 0,-10 2-16,0 0 15,0 0-15,0 0 16,0 0-16,0 0 15,0 0-15,0 0 16,0 0-16,0 0 16,0 0-16,0 0 15,0 0 1,0 0-16,0 0 16,0 0-16,0 0 15,0 0-15,0 0 16,0 0-16,0 0 15,0 0-15,0 0 16,0 0-16,0 0 16,0 0-16,0 0 15,0 0-15,0 0 16,0 0 0,0 0-16,0 0 15,0 0-15,0 0 16,0 0-16,0 0 15,0 0-15,0 0 16,0 0-16,0 0 16,0 0-16,0 0 15,0 0-15,0 0 16,0 0 0,0 0-16,0 0 15,0 0-15,0 0 16,0 0-16,0 0 15,0 0-15,0 0 16,0 0-16,0 0 16,0 0-16,0 0 15,0 0-15,0 0 16,0 0-16,0 0 16,0 0-1,0 0-15,0 0 16,0 0-16,0 0 15,0 0-15,0 0 16,0 0-16,0 0 16,0 0-16,0 0 15,0 0-15,0 0 16,0 0-16,0 0 16,0 0-1,0 0-15,0 0 16,0 0-16,0 0 15,0 0-15,0 0 16,0 0-16,0 0 16,0 0-16,0 0 15,0 0-15,0 0 16,0 0-16,0 0 16,0 0-1,0 0-15,0 0 16,0 0-16,0 0 15,7-6-15,-7 6 16,0 0-16,0 0 16,0-7-16,0 7 15</inkml:trace>
  <inkml:trace contextRef="#ctx0" brushRef="#br0" timeOffset="-182449.21">2379 5148 0,'0'0'0,"0"0"0,-2-3 16,-1-4-16,-1-3 15,-2-5 1,-2-2-16,1-2 15,-1-1-15,0-2 16,2-7-16,1-10 16,3-6-16,2-5 15,2-2-15,2-1 16,-2 0-16,1 2 16,0 1-1,1 0-15,0 4 16,2 2-16,0 3 15,-1 5-15,1 4 16,0 4-16,2 4 16,1-1-16,5 1 15,3 2-15,5 0 16,7-1-16,8 3 16,2 2-16,8 4 15,1 4-15,3 1 16,5 3-1,2 2-15,-1 2 16,7 4-16,-2-1 16,5 1-16,9 1 15,-4-1-15,9 0 16,3 0-16,-3-3 16,8-2-16,-3-4 15,7 1-15,1-1 16,4 1-16,0 2 15,0 5 1,0 5-16,0 1 16,4 3-16,1 3 15,1 0-15,1-1 16,0 2-16,1-1 16,-4-1-16,0-2 15,-7-4-15,-4-2 16,-4-4-16,-3 0 15,-3-3 1,-5 1-16,-6-1 16,-5 0-16,-3 1 15,-7-1-15,-1 0 16,-7 2-16,-4-1 16,-4 2-16,-6-1 15,-5 0 1,0 0-16,-3 1 0,-1 2 15,0 1 1,-2 2-16,-1 2 16,0 1-16,-1 4 15,-1 0-15,-2 3 16,0 1-16,-1 5 16,-1 2-16,0 4 15,-2 2-15,-3 4 16,-1 4-1,-1 3-15,-2 0 16,1-1-16,-3 1 16,-1 0-16,1 3 15,-3-1-15,1-1 16,-2-2-16,0 1 16,0 2-16,-2-1 15,0-1 1,-1-3-16,-1 1 15,-1-2-15,0-2 16,2-2-16,0-3 16,0-5-16,2-3 15,-1-3-15,0-5 16,0-2-16,2-5 16,0-6-16,-1 7 15,1-7-15,0 0 16,0 0-1,0 0-15,0 0 16,0 0-16,-10 6 16,-6-6-16,-25 0 15,-18 0-15,9 0 16,15-4-16,10-5 16,2-9-16,7-5 15</inkml:trace>
  <inkml:trace contextRef="#ctx0" brushRef="#br0" timeOffset="-181466.45">6395 4140 0,'3'-2'0,"11"-3"0,10-5 16,38-13-16,10 5 15,0 3-15,-3 6 16,-4 5 0,-6 3-16,-5 4 15,-9 5-15,-4 5 16,-5 6-16,-5 4 16,-3 10-16,-6 4 15,-3 7-15,-7 12 16,-2 3-16,-2 6 15,-2 4-15,-2 2 16,2 1 0,-1 6-16,1 2 15,1 1-15,3 4 16,3 3-16,4 7 16,2 7-16,0 7 15,2 7-15,0 5 16,-2 3-16,0 3 15,-1 2-15,-1 0 16,0 4 0,-3-4-16,-2 1 15,-2-1-15,-3-8 16,-1 1-16,-2-10 16,1-4-16,-1-9 15,-1-6-15,1-5 16,-1-8-16,2-6 15,-1-6 1,2-6-16,-1-6 16,0-7-16,-1-8 15,1-8-15,-2-2 16,-2-5-16,-2-5 16,-2-4-16,-2-2 15,-1-2-15,-7 2 16,-10 1-1,-10 3-15,-10-3 16,-7 0-16,-5 0 16,-7-1-16,1 0 15,-4 1-15,-2 0 16,2 0-16,-3 0 16,2-1-16,3 0 15,1-2-15,3 0 16,-1 1-16,3-1 15,5-4 1,8 1-16,1-2 16,5-1-16,5 0 15,4-3-15,6-1 16</inkml:trace>
  <inkml:trace contextRef="#ctx0" brushRef="#br0" timeOffset="-179931.02">2596 8305 0,'0'0'0,"0"0"0,0 0 0,0 0 0,0 0 16,0 4-16,1 7 15,0 9-15,0 5 16,4 0-16,9-1 15,6-2 1,4-1-16,0-4 16,-1-5-16,0-2 15,5-1-15,7-1 16,4-4-16,1-4 16,2-3-16,4-1 15,5-1-15,0 0 16,1-1-16,0 0 15,3 1-15,-1-1 16,7 1 0,0-1-16,2 3 15,4 3-15,-1 3 16,4 3-16,3 1 16,-5-1-16,8 1 15,-3-1-15,2-1 16,2 1-16,-3-1 15,4 0-15,-3-2 16,-2-2 0,4-3-16,-4-1 15,7-2-15,-1-1 16,0-2-16,5-1 16,-6 0-16,8 0 15,-2 0-15,4 0 16,0 0-16,-1 0 15,2 1-15,-4-1 16,4 3-16,-5 0 16,2 1-1,-3 2-15,0 0 16,-6 3-16,0 0 16,-6 0-16,-1 2 15,-3 1-15,-2 0 16,-6 2-16,-5 0 15,-1-1 1,-5-1-16,-3 1 0,-2 1 16,-5-2-1,-1 0-15,-3 0 16,-1 0-16,-5 0 16,-5 0-16,-1 1 15,-3-2-15,-2 1 16,-2-2-16,-2 1 15,1 0-15,-1-1 16,-1 1-16,-2-2 16,-10 0-16,18-6 15,-9 0 1,0-4-16,0-2 16,0-5-16,-1-3 15,-1 0-15,1-1 16,-2 0-16,-1 1 15,0 0-15,-2 1 16,1 2-16,-3 2 16,0 4-1,-1 2-15,0 2 16,0 7-16,0-10 16,0 10-16,0 0 15,-1-7-15,1 7 16,0 0-16,0 0 15,0 0-15,0 0 16,0 0-16,0-7 16,0 7-1,0 0-15,0 0 16,0 0-16,0 0 16,0 0-16,0 0 15,0 0-15,0-7 16</inkml:trace>
  <inkml:trace contextRef="#ctx0" brushRef="#br0" timeOffset="-102932.85">10113 1535 0,'0'0'0,"0"0"0,0 0 0,0 0 15,0 0-15,-3 0 16,-7 1-16,-11 2 16,-17 2-16,-10 2 15,-7 3 1,-5 4-16,-2 4 16,6 1-16,1 2 15,8 3-15,8-1 16,7-1-16,10-2 15,6 0-15,7-1 16,8 1-16,9 4 16,12 3-16,13 2 15,11-1-15,10-2 16,-2-5 0,1-5-16,-5-1 15,-9-4-15,-9-3 16,-9-3-16,-8-1 15,-13-4-15,12 4 16,-12-4-16,-14 21 16,-30 7-16,-24 11 15,-8-7-15,0-2 16,3-6 0,13-7-16,11-5 15,9-7-15,8-9 16</inkml:trace>
  <inkml:trace contextRef="#ctx0" brushRef="#br0" timeOffset="-102650.1">10157 2117 0,'0'0'0,"0"0"0,0 4 16,2 11-16,-2 25 15,-7 21-15,-5 3 16,-3-1-16</inkml:trace>
  <inkml:trace contextRef="#ctx0" brushRef="#br0" timeOffset="-101749.78">10722 1645 0,'0'0'0,"0"0"16,0 0-16,0 0 15,-2 6-15,-5 6 16,-2 16 0,1 15-16,1 7 15,2 5-15,3 0 16,1 1-16,0 0 15,0-4-15,1-6 16,0-7-16,0-10 16,0-10-16,0-6 15,0-5-15,0-8 16,0 0-16,0 0 31,0-41-15,0-47-16,-2 11 15,1 18-15,-1 20 16,-2-2-16,-2 1 16,1 9-16,0 1 15,-2 1-15,2 7 16,1 5-16,2 7 16,1 4-16,1 6 15,6-10 1,16-4-16,17-4 15,6 5-15,-1 8 16,3 3-16,-4 3 16,-7 4-16,-7 2 15,-4 3-15,-7 2 16,-4-1-16,-8 5 16,-6 6-1,-13 10-15,-20 11 16,-12 3-16,-14-1 15,3-6-15,8-9 16,7-8-16,8-6 16</inkml:trace>
  <inkml:trace contextRef="#ctx0" brushRef="#br0" timeOffset="-101483.04">11072 2290 0,'0'0'0,"0"0"15,-3 5-15,-6 14 16,-12 19-16,-2 5 16,4 1-16,6 2 15,1-5-15,5-9 16,3-13-16</inkml:trace>
  <inkml:trace contextRef="#ctx0" brushRef="#br0" timeOffset="-100733.47">11385 1812 0,'0'0'0,"0"0"15,0 0 1,-1 5-16,-1 14 15,-3 25-15,-1 9 16,-2 11-16,0-3 16,2-6-16,0-8 15,2-10-15,2-5 16,4-6-16,0-8 16,0-9-16,-2-9 15,13-2 16,1-22-31,-1-24 16,-8-10-16,-3 1 16,-4 0-16,-3 0 15,0 6-15,0 4 16,1 6-16,-1 3 16,1 3-16,4 3 15,2 3 1,2 5-16,5 4 15,8 0-15,10 1 16,7 2-16,4 5 16,5 6-16,0 8 15,-5 4-15,-10 3 16,-9 2-16,-7 3 16,-4 6-16,-4 5 15,-12 7 1,-13 5-16,-8 5 15,-12 1-15,3-5 16,-1-2-16,5-8 16,7-7-16,7-6 15,5-6-15</inkml:trace>
  <inkml:trace contextRef="#ctx0" brushRef="#br0" timeOffset="-100082.97">11906 2083 0,'0'0'0,"0"-3"0,0 3 16,0 0-16,0 0 16,-11-5-16,-5 6 15,-5 8 1,-3 8-16,1 1 15,4 2-15,3-2 16,7-5-16,2-5 16,7-8-16,-6 10 15,6-10-15,0 0 16,0 0-16,16-21 16,4-6-16,4-5 15,-3 6-15,-4 4 16,-6 7-16,-3 6 15,-8 9 1,16-7-16,-2 11 16,5 5-16,6 6 15,2 3-15,4 4 16,0-1-16,6 5 16,-2-13-16</inkml:trace>
  <inkml:trace contextRef="#ctx0" brushRef="#br0" timeOffset="-99783.7">12396 2175 0,'0'0'0,"0"0"0,-2 2 16,-4 8-16,-11 18 16,-7 16-16,0 5 15,3-2-15,3-9 16,1-2-1</inkml:trace>
  <inkml:trace contextRef="#ctx0" brushRef="#br0" timeOffset="-95550.12">12942 1855 0,'0'0'0,"0"0"15,-2-3-15,2 3 16,-14-16-16,4 2 15,1-8-15,-1-4 16,1-1-16,-1-2 16,1 4-16,0-3 15,1 3-15,3 2 16,1 3 0,4 4-16,0 4 15,0 4-15,0 8 16,0-10-16,0 10 15,0 0-15,0 0 32,0 0-32,14 16 15,-5 11-15,0 5 16,-3 9 0,-1 6-16,-1 8 15,-2 10-15,0 0 16,-1-9-16,-1 1 15,1-1-15,-1-4 16,2-8-16,0-5 16,2-12-16,-1 1 15,2-11-15,-3-6 16,1-4 0,-3-7-16,0 0 15,0 0-15</inkml:trace>
  <inkml:trace contextRef="#ctx0" brushRef="#br0" timeOffset="-95300.45">12894 1989 0,'0'0'0,"0"0"15,0-2-15,0 2 16,13-15-16,16-11 16,16-6-16,1 4 15,5 1 1,2 0-16,-9 5 16,1 0-16,-11 6 15,-7 1-15,-4 1 16,-9 1-16,-4-6 15,-10 10-15</inkml:trace>
  <inkml:trace contextRef="#ctx0" brushRef="#br0" timeOffset="-95050.25">12901 1972 0,'0'0'0,"0"0"0,0 0 15,0 0-15,0 0 16,6 3-16,11 6 16,12 6-16,7 4 15,-1-1 1,0 1-16,1-1 16,-4 0-16,0-2 15,-2 1-15,-1 0 16,-4-1-16,-1-2 15</inkml:trace>
  <inkml:trace contextRef="#ctx0" brushRef="#br0" timeOffset="-94332.77">13492 2079 0,'0'0'0,"0"0"16,0 0-16,0 0 15,0 0-15,6 0 16,8 0 0,10 0-16,8-2 15,4-5-15,4-6 16,0-6-16,-2-7 15,-4 3-15,-8-1 16,-5 0-16,-7 6 16,-7 3-16,-5 0 15,-6 0-15,-10 1 16,-15 1 0,-15 11-16,-5 8 15,-1 4-15,2 11 16,8 2-16,8 3 15,10 9-15,9-4 16,11 6-16,12 1 16,13 5-16,20 0 15,12-1-15,9-7 16,9-4 0,-1-12-16,9-15 15,-3-6-15</inkml:trace>
  <inkml:trace contextRef="#ctx0" brushRef="#br0" timeOffset="138048.05">1613 6652 0,'0'0'0,"0"0"0,1 2 15,-1-2-15,6 12 16,-2-2-16,2 2 15,-1 1 1,0-5-16,1 0 16,1-1-16,3-4 15,3 0-15,5-6 16,10-9-16,9-12 16,9-14-16,5-9 15,3-5-15,-4-1 16,-2 2-16,-5 3 15,-3 5 1,-5 4-16,-6 7 16,-5 7-16,-7 8 15,-7 5-15,-3 5 16,-7 7-16,8-8 16,-8 8-16,0 0 15,0 0-15,0 0 16,0 0-16,0 0 15,0 0 1,9-5-16,-9 5 16,0 0-16,0 0 15,0 0-15,0 0 16,0 0-16,0 0 16,1 7-16,-1-7 15,0 0-15,0 0 16,0 0-16,0 0 15,0 0-15,0 0 16,2 6 0,-2-6-16,0 0 15,0 0-15,0 0 16,0 0-16,0 0 16,0 0-16,0 0 15,0 0-15,0 0 16,0 0-16,10 1 15,-10-1-15,0 0 16,0 0-16,0 0 16,0 0-1,0 0-15,0 0 16,0 0-16,0 0 16,0 0-16,0 0 15,0 0-15,0 0 16,0 0-16,0 0 15,0 0-15,0 0 16,0 0 0,0 0-16,0 0 15,0 0-15,0 0 16,0 0-16,0 0 16,0 0-16,0 0 15,0 0-15,0 0 16,0 0-16,0 0 15,0 0 1,0 0-16,0 0 16,0 0-16,0 0 15,0 0-15,0 0 16,0 0-16,0 0 16,0 0-16,0 0 15,0 0-15,0 0 16,0 0-16,0 0 15,0 0 1,0 0-16,0 0 16,0 0-16,0 0 15,0 0-15,0 0 16,0 0-16,0 0 16,0 0-16,0 0 15,0 0-15,0 0 16,0 0-16,0 0 15,0 0-15,0 0 16,0 0 0,0 0-16,0 0 15,0 0-15,0 0 16,4-6-16,-4 6 16,0 0-16,0 0 15,0 0-15,0 0 16,0 0-16,0 0 15,0 0-15,0 0 16,0 0 0,0 0-16,0 0 15,0 0-15,0 0 16,0 0-16,0 0 16,0 0-16,0 0 15,0 0-15,0 0 16,0 0-16,0 0 15,0 0-15,0 0 16,0 0-16,0 0 16,0 0-1,0 0-15,0 0 16,0 0-16,0 0 16,0 0-16,0 0 15,0 0-15,0 0 16,0 0-16,0 0 15,0 0-15,0 0 16,0 0-16,0 0 16,0 0-1,0 0-15,0 0 16,0 0-16,0 0 16,0 0-16,0 0 15,0 0-15,0 0 16,0 0-16,0 0 15,0 0-15,0 0 16,0 0-16,0 0 16,0 0-1,0 0-15,0 0 16,0 0-16,0 0 16,0 0-16,0 0 15,0 0-15,0 0 16,0 0-16,0 0 15,0 0-15,0 0 16,0 0 0,0 0-16,0 0 15,0 0-15,0 0 16,0 0-16,0 0 16,0 0-16,0 0 15,0 0-15,0 0 16,0 0-16,0 0 15,0 0-15,0 0 16,0 0 0,0 0-16,0 0 0,0 0 15,0 0 1,0 0-16,0 0 16,0 0-16,0 0 15,0 0-15,0 0 16,0 0-16,0 0 15,0 0-15,0 0 16,0 0-16,0 0 16,0 0-16,0 0 15,0 0 1,0 0-16,0 0 16,0 0-16</inkml:trace>
  <inkml:trace contextRef="#ctx0" brushRef="#br0" timeOffset="140864.54">1109 3774 0,'0'0'0,"0"0"0,0 0 16,0 0-16,0 0 16,-3 0-1,3 0-15,-16 8 16,-12 18-16,-11 14 15,3 1-15,9-5 16,4-3-16,6-5 16,6-3-16,2-3 15,8-2-15,5 0 16,9 1 0,12 0-16,13-4 15,8-1-15,11-4 16,0-2-16,-1-3 15,-9 0-15,-10-2 16,-10 0-16,-7 3 16,-6 0-16,-4 3 15,-7 0-15,-9 8 16,-21 13-16,-19 12 16,-8-2-1,-1-6-15,6-9 16,5-10-16,9-6 15,3-6-15,6-2 16,6-2-16,4-2 16,5-4-16,2-9 15</inkml:trace>
  <inkml:trace contextRef="#ctx0" brushRef="#br0" timeOffset="141148.2">1445 3658 0,'0'0'0,"0"0"0,0 0 0,2 2 16,6 7-16,9 9 15,7 11 1,3 6-16,-2 9 15,-2 3-15,-4 0 16,-3 1-16,-2-1 16,0-4-16,-1-3 15,-1-2-15,3-7 16,2-10-16,-3-10 16</inkml:trace>
  <inkml:trace contextRef="#ctx0" brushRef="#br0" timeOffset="141731.24">1936 3556 0,'0'0'0,"2"-1"15,-2 1-15,26-21 16,21-4-16,10 4 16,-5 8-16,-4 9 15,-5 7-15,-4 7 16,-6 5-16,-11 3 16,-7 6-1,-7 2-15,-9 13 16,-10 5-16,-6 3 15,-4-6-15,5-11 16,4-11-16,6-7 16,2-5-16,4-7 15,-2 7-15,2-7 16,42 3-16,24-17 16,15-14-16,10-16 15,-5 1 1,-3-5-16,-2 1 15,-12 4-15,-6 2 16,-5 1-16,-7 6 16,-1 1-16,-10 6 15,-9 6-15,-8 6 16,-6 4-16,-1 1 16,1 0-16,1-4 15,4 0-15,-1-1 16,3-1-1,1-2-15,5-2 16,5-2-16,0-1 16</inkml:trace>
  <inkml:trace contextRef="#ctx0" brushRef="#br0" timeOffset="142597.4">1183 5050 0,'0'0'0,"0"0"16,0 0-16,2-3 15,12-11-15,33-28 16,41-26-16,13-5 15,25-14 1,13-7-16,13-7 16,0-1-16,10-6 15,-13 8-15,2 0 16,-24 11-16,-5 2 16,-18 11-16,-6 6 15,-11 7-15,-9 7 16,-7 10-1,-7 10-15,-3 11 16,-7 10-16,-5 6 16</inkml:trace>
  <inkml:trace contextRef="#ctx0" brushRef="#br0" timeOffset="146897.15">6946 7837 0,'0'0'0,"0"0"0,0 0 16,0 0-16,0 0 15,2 9-15,1 14 16,5 21-16,3 8 15,1 4-15,3-3 16,2-5-16,5-7 16,0-11-16,4-12 15,3-11 1,5-11-16,5-16 16,2-13-16,-2-5 15,-3-10-15,-8 1 16,-6 0-16,-6 8 15,-7 12-15,-2 8 16,-3 8-16,-4 11 16,2-9-16,-2 9 15,0 0-15,6 12 16,5 16-16,0 18 16,0 9-1,-1 4-15,0 1 16,-1-2-16,0-2 15,0-4-15,0-4 16,5-10-16,0-6 16,1-7-16,0-6 15,-2-7-15</inkml:trace>
  <inkml:trace contextRef="#ctx0" brushRef="#br0" timeOffset="147197.34">7698 8005 0,'0'0'0,"0"0"0,5 3 16,6 5-16,13 13 15,8 10-15,4 7 16,2 1-16,-2 2 16,1 2-16,-3-3 15,-1-1-15,-4-3 16,-3-5 0,-6-7-16,-4-5 15,1-4-15</inkml:trace>
  <inkml:trace contextRef="#ctx0" brushRef="#br0" timeOffset="147447.37">7960 7968 0,'0'0'0,"0"0"15,0 0-15,0 3 16,-3 10-16,-3 19 16,-6 19-16,-2 7 15,-3 2 1,1-3-16,0-1 16,3-6-16,0-8 15,4-7-15,3-11 16</inkml:trace>
  <inkml:trace contextRef="#ctx0" brushRef="#br0" timeOffset="147998.91">8315 7892 0,'0'0'0,"0"0"0,0 0 0,1 3 15,2 5-15,5 15 16,1 12-16,1 9 16,-2 2-1,1-2-15,-2-4 16,-1-8-16,2-5 15,1-7-15,5-8 16,2-7-16,8-10 16,6-14-16,5-13 15,-2-8-15,-6-2 16,-6 1-16,-5 5 16,-5 3-16,-4 9 15,-2 7 1,-2 6-16,-2 5 15,-1 6-15,0 0 16,0 0-16,-2 10 16,-4 19-16,-3 16 15,0 5-15,-2 4 16,0 3 0,2-4-16,0-2 15,1-5-15,1-5 16,0-6-16,1-5 15,0-6-15,-2-4 16,-1-1-16,-7-1 16,-8-1-16</inkml:trace>
  <inkml:trace contextRef="#ctx0" brushRef="#br0" timeOffset="148446.96">7114 8756 0,'0'0'0,"0"0"0,0 0 16,0 0-16,0 0 15,9 1-15,23 3 16,30-6-16,15-8 16,10-5-16,14-4 15,3-3 1,11-3-16,1-3 15,5-4-15,-1-2 16,-7-1-16,-6 3 16,-10 2-16,-6 2 15,-7 2-15,-11 2 16,-10 5-16,-10 1 16,-13 4-16,-9 1 15,-9 4 1,-8 0-16,-9 0 15</inkml:trace>
  <inkml:trace contextRef="#ctx0" brushRef="#br0" timeOffset="149147.36">1403 4905 0,'0'0'0,"0"0"0,0 0 16,10-10-16,32-27 15,45-35-15,15 1 16,13-3-16,-8 8 16,4 2-16,-16 9 15,-9 8-15,-12 5 16,-17 11-1,-12 7-15,-12 5 16,-8 4-16,-9 5 16,-6 3-16,-10 7 15,0 0-15,11-5 16,-11 5-16,0 0 16</inkml:trace>
  <inkml:trace contextRef="#ctx0" brushRef="#br0" timeOffset="150380.34">2977 3747 0,'0'0'0,"0"0"15,2-1-15,11-3 16,20-4-1,17-6-15,13-2 16,2-2-16,2-2 16,-2-1-16,-5 2 15,0-1-15,-5 2 16,-3 0-16,-4 2 16,-4 2-16,-2 5 15,-2 5 1,1 5-16,-1 6 15,0 7-15,-2 5 16,2 7-16,3 4 16,-3 3-16,2 2 15,-2-1-15,1 1 16,0-1-16,-3-2 16,4-2-16,1-6 15,-2-3-15,1-5 16,-2-3-16,-2-4 15,-1-1 1,-3-2-16,-5-2 16,-3-4-16,-4 0 15,-6-2-15,-4 0 16,-12 2-16,13-3 16,-13 3-16,0 0 15,0 0-15,10-6 16,-10 6-1,0 0-15,1-9 16,-7-1-16,-8-8 16,-9-5-16,-1 1 15,-1 1-15,1 3 16,2 2-16,2-1 16,3 4-16,5 0 15,3 2-15,5 2 16,1 1-1,4 0-15,8-5 16,13-7-16,11 0 16,6 6-16,-1 7 15,0 5-15,2 4 16,1 7-16,-2 4 16,-3 5-16,-7 4 15,-3 2 1,-4 3-16,-7 2 0,-5 2 15,-5 0 1,-5 0-16,-5-2 16,-7-1-16,-3-3 15,1-6-15,2-8 16,3-2-16,9-9 16,-10 7-16,10-7 15,0 0-15,0 0 16,-12 3-16,12-3 15,-20 0 1,2 0-16,2 0 16,5 3-16</inkml:trace>
  <inkml:trace contextRef="#ctx0" brushRef="#br0" timeOffset="158330.48">8270 7377 0,'0'0'0,"0"0"0,0 0 0,0 0 16,0 0-16,3 0 15,-3 0-15,17-2 16,1 0-16,6-3 16,3-2-16,3 0 15,3-2 1,1-1-16,1 1 15,1-1-15,0-1 16,-2 0-16,0 2 16,-1-1-16,4 0 15,0-1-15,2 1 16,0 2-16,-2 1 16,3 2-16,1 1 15,-1 1 1,0 1-16,2 0 15,1 0-15,0 1 16,-3 0-16,-2-2 16,-1 2-16,1-1 15,-2 1-15,-4-1 16,-3 1-16,-2 0 16,1 0-16,1 0 15,1 0-15,-1 1 16,-1-1-1,-1 0-15,-3-1 16,2 2-16,1 0 16,-2-2-16,1 2 15,-3-1-15,-1 0 16,-1 0-16,-1 0 16,1 0-16,2 1 15,0-1-15,2 0 16,-3 0-1,-2 0-15,0 0 16,-3 1-16,0-1 16,-4 0-16,-2 1 15,-11 0-15,15 0 16,-15 0-16,0 0 16,11 0-16,-11 0 15,0 0-15,0 0 16,0 0-16,0 0 15,0 0 1,0 0-16,0 0 16,0 0-16,0 0 15,0 0-15,0 0 16,0 0-16,0 0 16,0 0-16,0 0 15,-20-9-15,-8-3 16,1 2-16,4 1 15,1 0 1,-1 0-16,-2-1 16,0 1-16,-2 2 15,4 2-15,2 2 16,3 0-16,5 1 16,2 1-16,11 1 15,-14-2-15,14 2 16,0 0-1,0 0-15,0 0 16,0 0-16,0 0 16,0 0-16,-5 10 15,10-2-15,7 4 16,4 2-16,5 1 16,1-2-16,-1-2 15,2 0-15,-2-1 16,-2 0-16,-2-2 15,-5-3 1,-12-5-16,15 8 16,-15-8-16,7 7 15,-7-7-15,1 10 16,-9 3-16,-8 5 16,-12 5-16,-7-2 15,0-1-15,0-3 16,3-5-16</inkml:trace>
  <inkml:trace contextRef="#ctx0" brushRef="#br0" timeOffset="164729.88">13449 7588 0,'0'0'0,"0"0"0,0 0 0,0 0 15,0 2 1,0-2-16,0 0 15,-5 8-15,5-8 16,-9 10-16</inkml:trace>
  <inkml:trace contextRef="#ctx0" brushRef="#br0" timeOffset="165730.33">13025 7951 0,'0'0'0,"0"0"0,5-4 16,0-2-16,4-5 15,3-3-15,2-2 16,8 0-16,12 4 16,1 2-16,-3 6 15,-4 4-15,-3 5 16,-2 3-16,-3 3 15,-4 2 1,-4 0-16,-5 3 16,-5 2-16,-5 6 15,-6 5-15,-7 3 16,-3 0-16,-4-4 16,-2 0-16,0-7 15,2-1-15,3-4 16,2-4-1,6-4-15,12-8 16,-15 10-16,15-10 16,0 0-16,0 0 15,0 0-15,-10 5 16,10-5-16,0 0 16,0 0-16,0 0 15,17 0-15,11 0 16,6 0-16,0 2 15,1-1 1,-3 0-16,-2-1 16,-4 1-16,-6 1 15,-4-2-15,-3 1 16,-2 2-16,-11-3 16,15 5-16,-15-5 15,0 0-15,11 5 16,-11-5-16,17-14 31,-4-4-15,5-12-16</inkml:trace>
  <inkml:trace contextRef="#ctx0" brushRef="#br0" timeOffset="166030.18">13629 8004 0,'0'0'0,"0"0"0,0 0 0,0 0 15,0 0-15,0 0 16,0 0-16,4 4 16,7 7-16,5 5 15,2 4-15,2 1 16,3 4-1,3 0-15,-1-1 16,-1-3-16,0-5 16,-1-2-16,0-4 15,-1-5 1,-7-7 0</inkml:trace>
  <inkml:trace contextRef="#ctx0" brushRef="#br0" timeOffset="166315.01">13759 8003 0,'0'0'0,"0"0"0,0 0 15,0 0-15,-1 6 16,-1 4-16,-5 10 15,-3 6-15,0 0 16,0 2 0,1-2-16,-1-1 15,0-1-15,1-2 16,2-2-16,1-4 16,2-4-16,1-5 15,3-7-15</inkml:trace>
  <inkml:trace contextRef="#ctx0" brushRef="#br0" timeOffset="166864.11">14011 8028 0,'0'0'0,"0"0"15,0 0-15,4 0 16,-4 0 0,0 0-16,19 0 15,-2 1-15,4 2 16,1 3-16,-3 3 16,-3 3-16,-5-1 15,-4 3-15,-3 0 16,-1 2-16,-4 1 15,-3 0 1,-6 2-16,-3 0 16,-1-1-16,0-1 15,0-5-15,4-1 16,3-4-16,7-7 16,-8 8-16,8-8 15,0 0-15,0 0 16,0 0-16,-5 7 15,15-4 1,17 4-16,9-4 16,-4-2-16,0-1 15,3-1-15,-3 0 16,-3 0-16,-6-1 16,-8 0-16,-4 1 15,-11 1-15,14-5 16,-7-3-16,3-10 15,4-9-15,1-13 16</inkml:trace>
  <inkml:trace contextRef="#ctx0" brushRef="#br0" timeOffset="167830.43">14568 7876 0,'0'0'0,"0"0"15,0 0-15,0 0 16,2-5-16,-2-1 16,-2-3-1,1-2-15,-5-4 16,-7-4-16,-8-5 16,-9-1-16,-5 1 15,-5-1-15,-4 1 16,-3 1-16,-6-1 15,-1 1-15,-2 2 16,3 1-16,1 4 16,1 1-1,-3 4-15,2 2 16,-5 3-16,2 1 16,0 3-16,-1 1 15,5 2-15,-1 1 16,5 3-16,2 1 15,6 2-15,1 1 16,1 0-16,3 2 16,3 0-1,3 3-15,1 2 16,-1 3-16,2 1 16,-2 3-16,1 1 15,1 1-15,1 4 16,2 3-16,1 3 15,2 2-15,1 0 16,0 0 0,2 2-16,5 1 15,2 1-15,5-1 16,6-4-16,8 2 16,4 1-16,8 2 15,5-3-15,9-1 16,10-1-16,7 0 15,14-2-15,3-5 16,6-2 0,4-2-16,0-2 15,7-1-15,1-5 16,1-2-16,7-4 16,-2-4-16,2-4 15,-2-4-15,-4-5 16,-3-3-16,-7-6 15,-10-3-15,-6-2 16,-5-5 0,-9-1-16,-8-2 15,-5-1-15,-7-2 16,-5-3-16,-5-1 16,-8-2-16,-4-2 15,-5-3-15,-9 0 16,-8-2-16,-9-4 15,-10 0-15,-9 1 16,-7 2 0,-9 0-16,-5 4 15,-5 6-15,-1 7 16,5 6-16,-4 5 16,9 4-16,2 5 15,0 5-15,6 3 16,0 3-16,0 3 15,3-1-15</inkml:trace>
  <inkml:trace contextRef="#ctx0" brushRef="#br0" timeOffset="191430.48">3309 6139 0,'0'4'0,"2"10"0,0 10 16,3 28-16,-1 2 16,-1-4-1,-1 1-15,0 2 16,-1-3-16,0-1 16,0 1-16,-1-6 15,5 3-15,1 1 16,9 28-1,2 0 1,-2 3-16,2 1 16,-6-30-16,-3 2 15,-1-6 1,-1 4-16,2 6 16,0 0-16,-1-7 15,-2-5-15,2 2 16,2 3-16,0-5 15,1-2-15,1 0 16,0-1-16,-2-3 16,0-6-16,-1 0 15,-1 0 1,2 4-16,-1 4 16,1 0-16</inkml:trace>
  <inkml:trace contextRef="#ctx0" brushRef="#br0" timeOffset="191580.34">3707 8325 0,'0'0'0,"2"1"15,-2-1-15,2 8 16,0-2-16,0 1 16,0-1-16,1 2 15,-1-1-15,0 2 16,2 0-16,0-1 15,-4-8-15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05T11:52:12.463"/>
    </inkml:context>
    <inkml:brush xml:id="br0">
      <inkml:brushProperty name="width" value="0.05292" units="cm"/>
      <inkml:brushProperty name="height" value="0.05292" units="cm"/>
      <inkml:brushProperty name="color" value="#EE0000"/>
    </inkml:brush>
  </inkml:definitions>
  <inkml:trace contextRef="#ctx0" brushRef="#br0">7960 2850 0,'0'0'0,"0"0"0,0 0 0,0 0 16,-3 1-1,3-1-15,0 0 16,0 0-16,0 0 16,0 0-16,0 0 15,0 0-15,0 0 16,0 0-16,0 0 16,0 0-16,0 0 15,0 0-15,0 0 16,0 0-16,0 0 15,0 0 1,18 6-16,14-6 16,4 0-16,-1 0 15,4 0-15,3 0 16,2 0-16,-2 2 16,0 0-16,0-1 15,0 2-15,-2-3 16,-5 2-16,-1 0 15,1-1 1,-1 1-16,-1 0 16,-1 0-16,-3-1 15,-1 1-15,0-1 16,0 1-16,0 0 16,-2-1-16,-2 1 15,-1-1-15,-2 1 16,0 0-1,-1 0-15,-3-1 16,-2 0-16,-3-1 16,-12 0-16,14 0 15,-14 0-15,14 0 16,-2 0-16,1 0 16,-2 0-16,-11 0 15,13 0 1,-3 0-16,4 0 15,4 0-15,2 0 16,0 0-16,-2 0 16,1 0-16,0 0 15,1 0-15,0 0 16,1-1-16,3 1 16,-1-1-16,0 0 15,-1 0-15,0 0 16,-1 0-1,-3 1-15,0-2 16,-3 2-16,0-1 16,0 0-16,-2 0 15,-1 0-15,-12 1 16,17-1-16,-17 1 16,0 0-16,12 0 15,-12 0-15,0 0 16,0 0-16,0 0 15,0 0 1,0 0-16,0 0 16,0 0-16,0 0 15,0 0-15,0 0 16,0 0-16,0 0 16,9 7-16,-9-7 15,0 0-15,0 0 16,0 0-16,0 0 15,0 0 1,0 0-16,0 0 16,0 0-16,0 0 15,0 0-15,0 0 16,0 0-16,0 0 16,0 0-16,0 0 15,0 0-15,0 0 16,0 0-16,0 0 15,0 0-15,0 0 16,0 0 0,0 6-16,0-6 15,0 0-15,0 0 16,0 0-16,0 0 16,0 0-16,0 0 15,0 0-15</inkml:trace>
  <inkml:trace contextRef="#ctx0" brushRef="#br0" timeOffset="1299.85">9375 2171 0,'0'0'16,"0"0"-16,0 0 0,-1-3 16,1 3-1,0 0-15,-2-7 16,2 7-16,-3-8 16,0 0-16,-1-2 15,0-1-15,-1-2 16,0 1-16,0-1 15,-3 0-15,2 4 16,6 9 0,-5-10-16,5 10 15,0 0-15,0 0 16,0 0-16,0 0 16,0 0-16,0 0 15,0 0-15,-13 10 16,6 3-16,-9 10 15,-5 4-15,-2-1 16,-2 1 0,-4 4-16,-2 2 15,-2 2-15,0 1 16,0-1-16,2 1 16,3 1-16,1 1 15,2-1-15,3-1 16,4-2-16,1 0 15,2-1 1,4 0-16,2 1 16,3-2-16,4 1 15,2-1-15,1 0 16,5-1-16,1 3 16,2-1-16,3 0 15,0-3-15,3-2 16,2-1-16,1-4 15,1-1-15,-1-4 16,1-2-16,0-4 16,-1-2-1,-1-4-15,-3-1 16,2-3-16,2-2 16,3-6-16,5-6 15,1-5-15,2-8 16,0-4-16,0-8 15,0-6-15,1-4 16,-4-3 0,-1-5-16,-4 1 15,-2-2-15,-4 2 16,-2-2-16,-3-1 16,-3 3-16,-1 1 15,-3 2-15,-3 1 16,-3 2-16,-3 4 15,-3 0-15,-2 3 16,-3 1-16,-2 4 16,-5 2-1,-3 5-15,-5 2 16,0 5-16,-4 2 16,-1 5-16,-3 3 15,1 6-15,2 4 16,0 4-16,1 3 15,0 7-15,2 4 16</inkml:trace>
  <inkml:trace contextRef="#ctx0" brushRef="#br0" timeOffset="7049.36">12073 3687 0,'0'0'0,"0"0"0,0 4 16,0 7-16,0 9 16,0 9-16,0 6 15,1 1-15,-1 0 16,0 2-16,1 2 16,1-1-16,1-6 15,0-1-15,0-5 16,0-3-16,0-2 15,-1-2 1,1-3-16,-2-5 16</inkml:trace>
  <inkml:trace contextRef="#ctx0" brushRef="#br0" timeOffset="7899.98">11996 3781 0,'0'0'0,"0"-2"0,0 2 15,-2-8-15,1 1 16,1 7-16,-2-11 15,2 11 1,3-9-16,6-2 16,14-5-16,8 1 15,9 1-15,7 5 16,9 2-16,11 4 16,-3-1-16,2 1 15,4 0-15,-9 1 16,0-1-16,-4 0 15,-4 1 1,-4 1-16,-6 2 16,-6 2-16,-11 0 15,-4 1-15,-4-1 16,-5 3-16,-1-1 16,-1 1-16,-2 1 15,-2 0-15,0 2 16,-1 0-16,-1 3 15,1 2 1,-1 5-16,2 4 16,2 6-16,1 4 15,-1 2-15,1 1 16,1 2-16,-1-1 16,0-1-16,-1-2 15,2-3-15,-1-2 16,-1-2-16,-1-6 15,-2-2 1,-2-4-16,-2-1 16,-2-1-16,-1-3 15,-1-3-15,-3 0 16,-10 1-16,-16 0 16,-16-2-16,-10-6 15,-4-4-15,-2-3 16,-8-3-16,-1 0 15,0 0-15,1 0 16,3 1 0,5 1-16,4 0 15,8 2-15,6 0 16,8 1-16,6 1 16,4 1-16,5 1 15,2-1-15,0 2 16,3 1-16</inkml:trace>
  <inkml:trace contextRef="#ctx0" brushRef="#br0" timeOffset="15333.63">10681 4966 0,'0'0'0,"0"0"0,0 0 0,0 1 16,0-1-16,0 0 16,0 0-16,0 0 15,17 6-15,8-3 16,10 0-16,1-1 15,4 1 1,2-2-16,1 0 16,0 1-16,-1 0 15,-3 0-15,-1 0 16,-4-1-16,-4 0 16,1 1-16,-2 0 15,-2-1-15,-1 1 16,-2-2-16,-4 1 15,-3 0 1,-2 0-16,-6-1 16,-9 0-16,13 1 15,-13-1-15,0 0 16,0 0-16,10 3 16,-10-3-16,0 0 15,0 0-15,0 0 16,0 0-16,0 0 15,0 0 1,0 0-16,0 0 16,0 0-16,0 0 15,0 0-15,0 0 16,0 0-16,0 0 16,0 0-16,0 0 15,0 0-15,0 0 16,0 0-16,0 0 15,0 0 1,0 0-16,0 0 16,0 0-16,0 0 15,0 0-15,0 0 16,0 0-16,0 0 16,0 0-16,0 0 15,0 0-15,0 0 16,0 0-16,0 0 15,0 0 1,0 0-16,0 0 16,0 0-16</inkml:trace>
  <inkml:trace contextRef="#ctx0" brushRef="#br0" timeOffset="18799.53">8334 5702 0,'0'0'0,"0"0"0,0 0 0,0 0 15,0 0-15,0 0 16,0 0-16,0 0 16,0 0-1,10-3-15,7-3 16,13-1-16,10 0 16,5-1-16,5 1 15,2-1-15,3 1 16,6-2-16,1 0 15,2 0-15,1 0 16,-1 0 0,2 0-16,-2 1 15,-3-1-15,4 1 16,-2 2-16,-2 1 16,-3 2-16,-2 0 15,-2 1-15,-2 2 16,1 0-16,-4 0 15,0 0-15,0 0 16,-2 0-16,-1 0 16,-2 0-1,-4 0-15,-5 0 16,-5 0-16,0 0 16,-4 0-16,-2-1 15,-2 0-15,-4 0 16,-3 0-16,-5 1 15,-10 0-15,13 0 16,-13 0-16,0 0 16,0 0-1,10 0-15,-10 0 16,0 0-16,0 0 16,0 0-16,0 0 15,0 0-15,0 0 16,0 0-16,0 0 15,0 0-15,0 0 16,0 0 0,0 0-16,0 0 0,0 0 15,0 0 1,0 0-16,0 0 16,0 0-16,0 0 15,0 0-15,0 0 16,0 0-16,9 7 15,-9-7-15,0 0 16,0 0-16,0 0 16,0 0-1,0 0-15,0 0 16,1 7-16,-1-7 16,0 0-16,0 0 15,0 0-15,0 0 16,0 0-16,2 7 15,-2-7-15,0 0 16,0 0-16,0 0 16,0 8-1,0-8-15,0 0 16,0 0-16,0 0 16,0 0-16,0 7 15,0-7-15,0 0 16,0 0-16,0 0 15,0 0-15,0 0 16,0 0-16,0 6 16,0-6-16,0 0 15,0 0 1,0 0-16,0 0 16,0 0-16,0 0 15,0 6-15,0-6 16,0 0-16,0 0 15,0 0-15,0 0 16,0 0-16,0 7 16,0-7-16,0 0 15,0 0 1,0 0-16,0 0 16,0 0-16,0 0 15,0 7-15,0-7 16,0 0-16,0 0 15,0 0-15,0 0 16,0 0-16,0 0 16,0 6-1,0-6-15,0 0 16,0 0-16,0 0 16,0 0-16,0 0 15,0 0-15,2 7 16,-2-7-16,0 0 15,0 0-15,0 0 16,0 0-16,0 0 16,0 0-1,0 0-15,0 0 16,0 0-16,0 0 16,0 0-16,0 0 15,0 0-15,0 0 16,0 0-16,0 0 15,0 0-15,0 0 16,0 0-16,0 0 16,0 0-1,0 0-15,0 0 16,0 0-16,0 0 16,0 0-16,0 0 15,0 0-15,0 0 16,0 0-16,0 0 15,0 0-15,0 0 16,0 0-16,0 0 16,0 0-16,0 0 15,0 0 1,0 0-16,0 0 16,0 0-16,0 0 15,0 0-15,0 0 16,0 0-16,0 0 15,0 0-15,0 0 16,0 0 0,0 0-16,0 0 0,0 0 15,0 0-15,0 0 16,0 0 0,0 0-16,0 0 15,0 0-15,0 0 16,0 0-16,0 0 15,0 0-15,0 0 16,0 0-16,0 0 16,0 0-16,0 0 15,0 0 1,0 0-16,0 0 16,0 0-16,0 0 15,0 0-15,0 0 16,0 0-16,0 0 15,0 0-15,0 0 16,0 0-16,0 0 16,0 0-16,0 0 15,0 0 1,0 0-16,0 0 16,0 0-16,0 0 15,0 0-15,0 0 16,0 0-16,0 0 15,0 0-15,0 0 16,0 0-16,0 0 16,0 0-16,0 0 15,0 0 1,0 0-16,0 0 16,0 0-16,0 0 15,10-5-15,-10 5 16,0 0-16,0 0 15,0 0-15,6-7 16,-6 7-16,0 0 16,0 0-16,0 0 15,0 0 1,0 0-16,0 0 16,0 0-16,0 0 15,0 0-15,0 0 16,0 0-16,0 0 15,0 0-15,0 0 16,0 0-16,5 7 16,-5-7-16,0 0 15,0 0 1,0 0-16,0 0 16,0 0-16,0 0 15,3 7-15,-3-7 16,0 0-16,0 0 15,0 0-15,0 0 16,0 0-16,0 0 16,0 0-16,0 0 15,0 0-15,0 0 16,0 0 0,0 0-16,0 0 15,0 0-15,9 1 16,-9-1-16,0 0 15,0 0-15,0 0 16,0 0-16,0 0 16,0 0-16,0 0 15,0 0 1,0 0-16,2-10 16,-2 4-16,-1-2 15,0-3-15,0 3 16,1 0-16,-1 0 15,1 1-15,0 7 16,-3-8-16</inkml:trace>
  <inkml:trace contextRef="#ctx0" brushRef="#br0" timeOffset="21449.78">8476 6634 0,'0'0'0,"0"0"15,0 0-15,0 0 16,0 0-16,0 0 15,0 0-15,0 2 16,0-2-16,0 0 16,0 0-16,3 11 15,-1-4-15,0 1 16,1-1-16,-2 0 16,-1-7-1,3 11-15,-3-11 16,4 7-16,-4-7 15,10 7-15,4-5 16,10-4-16,14-8 16,11-9-16,9-11 15,2-2-15,1-4 16,1 1-16,-2-2 16,-1 2-16,4-3 15,1 1 1,0-1-16,-2 1 15,-5 2-15,-3 4 16,-4 1-16,-3 4 16,-5 3-16,-6 6 15,-6 5-15,-6 2 16,-8 4-16,-4 0 16,-12 6-1,11-4-15,-11 4 16,0 0-16,0 0 15,0 0-15,10-3 16,-10 3-16,0 0 16,0 0-16,0 0 15,0 0-15,0 0 16,0 0 0,0 0-16,0 0 15,5 7-15,-5-7 16,0 0-16,0 0 15,0 0-15,0 0 16,0 0-16,0 0 16,0 0-16,0 0 15,0 0-15,0 0 16,0 0-16,4 7 16,-4-7-1,0 0-15,0 0 16,0 0-16,0 0 15,0 0-15,2 6 16,-2-6-16,0 0 16,0 0-16,0 0 15,3 8-15,-3-8 16,0 0-16,0 0 16,0 0-16,0 0 15,2 7-15,-2-7 16,0 0-1,0 0-15,3 6 16,-3-6-16,0 0 16,1 7-16,-1-7 15,0 0-15,0 0 16,2 7-16,-2-7 16,0 0-16,0 0 15,0 8 1,0-8-16,0 0 15,0 0-15,0 0 16,0 0-16,1 6 16,-1-6-16,0 0 15,0 0-15,0 0 16,0 0-16,0 0 16,0 0-16,0 7 15,0-7-15,0 0 16,0 0-1,0 0-15,0 0 16,0 0-16,0 0 16,0 0-16,0 0 15,0 0-15,0 0 16,0 0-16,0 0 16,0 0-1,0 0-15,0 0 16,0 0-16,0 0 15,0 0-15,0 0 16,0 0-16,2 6 16,-2-6-16,0 0 15,0 0-15,0 0 16,0 0-16,0 0 16,0 0-16,0 0 15,0 0 1,0 0-16,0 0 15,0 0-15,0 0 16,0 0-16,0 0 16,2 6-16,-2-6 15,0 0-15,0 0 16,0 0-16,0 0 16,0 0-16,0 0 15,0 0 1,0 0-16,0 0 15,0 0-15,0 0 16,0 0-16,0 0 16,0 0-16,0 0 15,0 0-15,0 0 16,0 0-16,0 0 16,0 0-16,2 7 15,-2-7-15,0 0 16,0 0-1,0 0-15,0 0 16,0 0-16,0 0 16,0 0-16,0 0 15,0 0-15,0 0 16,0 0-16,0 0 16,0 0-16,0 0 15,2 7-15,-2-7 16,0 0-1,0 0-15,0 0 16,0 0-16,0 0 16,0 0-16,0 0 15,0 0-15,0 0 16,0 0-16,0 0 16,0 0-16,0 0 15,2-8-15,-3 1 16,0-3-1,0-1-15,-1 0 16,1 1-16,-1-1 16,1 3-16</inkml:trace>
  <inkml:trace contextRef="#ctx0" brushRef="#br0" timeOffset="21799.78">8298 7363 0,'0'0'0,"0"0"0,0 0 15,0 0-15,0 0 16,0 0-1,0 0-15,0 0 16,0 0-16</inkml:trace>
  <inkml:trace contextRef="#ctx0" brushRef="#br0" timeOffset="23283.8">8193 7282 0,'0'0'0,"0"0"0,0 0 16,0 1-16,0-1 15,0 0-15,0 0 16,1 6-16,-1-6 15,0 0 1,1 8-16,-1-8 16,0 0-16,0 7 15,0-7-15,2 7 16,-2-7-16,0 0 16,2 7-16,-2-7 15,0 0-15,0 0 16,18 12-16,12-14 15,21-8 1,16-13-16,11-10 16,1-4-16,-1-4 15,0-1-15,-5 3 16,-5 0-16,-1 3 16,-9 3-16,-2 3 15,-7 3-15,-4 2 16,-3 2-1,-7 5-15,-7 2 16,-6 5-16,-7 3 16,-5 4-16,-10 4 15,11-6-15,-11 6 16,0 0-16,0 0 16,0 0-16,11-2 15,-11 2-15,0 0 16,0 0-16,0 0 15,0 0 1,0 0-16,0 0 16,7 6-16,-7-6 15,0 0-15,0 0 16,0 0-16,0 0 16,0 0-16,0 0 15,0 0-15,0 0 16,0 0-16,0 0 15,0 0-15,0 0 16,0 0 0,0 0-16,4 6 15,-4-6-15,0 0 16,0 0-16,0 0 16,0 0-16,0 0 15,0 0-15,0 0 16,0 0-1,0 0-15,0 0 16,0 0-16,0 0 16,0 0-16,0 0 15,0 0-15,0 0 16,0 0-16,0 0 16,0 0-16,0 0 15,0 0-15,0 0 16,0 0-16,0 0 15,0 0 1,0 0-16,0 0 16,0 0-16,0 0 15,0 0-15,0 0 16,0 0-16,0 0 16,0 0-16,0 0 15,0 0-15,0 0 16,0 0-16,0 0 15,0 0 1,0 0-16,0 0 16,0 0-16,0 0 15,0 0-15,0 0 16,0 0-16,0 0 16,0 0-16,0 0 15,0 0-15,0 0 16,0 0-16,0 0 15,0 0-15,0 0 16,0 0 0,0 0-16,0 0 15,0 0-15,0 0 16,0 0-16,0 0 16,0 0-16,0 0 15,0 0-15,0 0 16,0 0-16,-8-10 15</inkml:trace>
  <inkml:trace contextRef="#ctx0" brushRef="#br0" timeOffset="25383">8297 7831 0,'0'0'0,"0"0"0,0 0 0,0 1 16,0-1-16,0 0 15,0 7-15,0-7 16,0 7-16,0-7 15,1 7-15,-1-7 16,2 7-16,-2-7 16,1 7-1,-1-7-15,2 6 16,-2-6-16,0 0 16,5 7-16,-5-7 15,0 0-15,0 0 16,23 5-16,15-10 15,28-16-15,13-15 16,13-15 0,8-11-16,3-2 15,5-6-15,-2 4 16,2-3-16,-1 2 16,-6 2-16,-4 5 15,-7 2-15,-6 5 16,-3 5-16,-3 3 15,-6 8-15,-6 3 16,-7 6 0,-12 7-16,-7 4 15,-11 5-15,-10 4 16,-7 5-16,-12 3 16,11-4-16,-11 4 15,0 0-15,0 0 16,0 0-16,11 0 15,-11 0-15,0 0 16,0 0-16,0 0 16,0 0-1,0 0-15,0 0 16,3 7-16,-3-7 16,0 0-16,0 0 15,0 0-15,0 0 16,0 0-16,0 0 15,0 0-15,0 0 16,0 0-16,4 7 16,-4-7-16,0 0 15,0 0 1,0 0-16,0 0 16,0 0-16,0 0 15,0 0-15,0 0 16,0 0-16,0 0 15,0 0-15,0 0 16,0 0-16,0 0 16,0 0-1,0 0-15,0 0 16,0 0-16,0 0 16,0 0-16,0 0 15,0 0-15,0 0 16,0 0-16,0 0 15,0 0-15,0 0 16,0 0-16,0 0 16,0 0-1,0 0-15,0 0 16,0 0-16,0 0 16,0 0-16,0 0 15,0 0-15,0 0 16,0 0-16,0 0 15,0 0-15,0 0 16,0 0-16,0 0 16,0 0-16,0 0 15,0 0 1,1 6-16,-1-6 16,0 0-16,0 0 15,0 0-15,0 0 16,0 0-16,0 0 15,0 0-15,0 0 16,0 0-16,0 0 16,0 0-16,0 0 15,0 0 1,0 0-16,0 0 16,0 0-16,0 0 15,0 0-15,0 0 16,0 0-16,0 0 15,0 0-15,0 0 16,0 0-16,0 0 16,0 0-16,0 0 15,0 0 1,0 0-16,0 0 16,0 0-16,0 0 15,0 0-15,0 0 16,0 0-16,0 0 15,0 0-15,0 0 16,0 0-16,0 0 16,0 0-16,0 0 15,0 0 1,0 0-16,0 0 16,0 0-16,0 0 15,0 0-15,0 0 16,0 0-16,0 0 15,0 0-15,0 0 16,0 0-16,0 0 16,0 0-1,0 0-15,0 0 16,0 0-16,0 0 16,0 0-16,0 0 15,0 0-15,0 0 16,0 0-16,0 0 15,0 0-15,0 0 16,0 0-16,0 0 16,0 0-16,1-7 15,-1 7-15,-5-8 16,5 8 0,-4-7-16</inkml:trace>
  <inkml:trace contextRef="#ctx0" brushRef="#br0" timeOffset="29916.26">9841 8345 0,'0'0'0,"0"0"15,0 0-15,0 0 16,0 0-16,0 0 15,0 0-15,0 2 16,0-2-16,0 0 16,0 0-16,0 0 15,0 6-15,0-6 16,0 0 0,0 7-16,0-7 15,0 0-15,0 7 16,0-7-16,0 0 15,0 10-15,1-4 16,1 3-16,-1-2 16,1 2-16,0 0 15,-1 2 1,0-2-16,0-1 0,-1-8 16,1 10-1,-1-10-15,0 0 16,2 8-16,-2-8 15,0 0-15,0 0 16,4 7-16,-4-7 16,0 0-16,0 0 15,10 2-15,-10-2 16,29-14-16,17-11 16,17-16-1,5-8-15,4-7 16,5-6-16,1-5 15,-1 3-15,3-2 16,-2 0-16,-1 1 16,-1 1-16,1 0 15,-6 4-15,2 2 16,-2 3-16,-3 7 16,-4 5-1,-5 4-15,-7 4 16,-9 8-16,-9 3 15,-7 7-15,-9 5 16,-5 4-16,-13 8 16,13-9-16,-13 9 15,0 0-15,0 0 16,0 0 0,0 0-16,0 0 15,0 0-15,0 0 16,0 0-16,0 0 15,0 0-15,0 0 16,0 0-16,0 0 16,0 0-16,0 0 15,0 0-15,0 0 16,0 0 0,0 0-16,0 0 15,0 0-15,0 0 16,0 0-16,0 0 15,0 0-15,0 0 16,0 0-16,0 0 16,0 0-16,0 0 15,0 0-15,0 0 16,0 0-16,0 0 16,0 0-1,0 0-15,0 0 16,0 0-16,0 0 15,0 0-15,0 0 16,0 0-16,0 0 16,0 0-16,0 0 15,0 0-15,0 0 16,0 0-16,0 0 16,0 0-1,0 0-15,0 0 16,0 0-16,0 0 15,0 0-15,0 0 16,0 0-16,0 0 16,0 0-16,0 0 15,0 0-15,0 0 16,0 0-16,0 0 16,0 0-16,0 0 15,0 0 1,0 0-16,0 0 15,0 0-15,0 0 16,0 0-16,0 0 16,0 0-16,0 0 15,0 0-15,0 0 16,0 0-16,0 0 16,0 0-1,0 0-15,0 0 16,0 0-16,0 0 15,0 0-15,0 0 16,0 0-16,0 0 16,0 0-16,0 0 15,0 0-15,0 0 16,0 0-16,0 0 16,0 0-1,0 0-15,0 0 16,0 0-16,0 0 15,0 0-15,0 0 16,0 0-16,0 0 16,0 0-16,0 0 15,0 0-15,0 0 16,0 0-16,0 0 16,0 0-16,0 0 15,0 0 1,0 0-16,0 0 15,0 0-15,0 0 16,0 0-16,0 0 16,0 0-16,0 0 15,0 0-15,0 0 16,0 0-16,0 0 16,0 0-16,0 0 15,0 0 1,0 0-16,0 0 15,0 0-15,0 0 16,0 0-16,0 0 16,0 0-16,0 0 15,0 0-15,0 0 16,0 0-16,0 0 16,0 0-16,0 0 15,0 0 1,0 0-16,0 0 15,0 0-15,0 0 16,0 0-16,0 0 16,0 0-16,0 0 15,0 0-15,0 0 16,0 0-16,0 0 16,0 0-16,0 0 15,0 0 1,0 0-16,0 0 15,0 0-15,0 0 16,0 0-16,0 0 16,0 0-16,0 0 15,0 0-15,0 0 16,0 0 0,0 0-16,0 0 15,0 0-15,0 0 16,0 0-16,0 0 15,0 0-15,0 0 16,0 0-16,0 0 16,0 0-16,0 0 15,0 0-15,0 0 16,0 0-16,0 0 16,0 0-16,0 0 15,0 0 1,0 0-16,0 0 15,0 0-15,0 0 16,0 0-16,0 0 16,0 0-16,0 0 15,0 0-15,0 0 16,0 0-16,0 0 16,0 0-1,0 0-15,0 0 16,0 0-16,0 0 15,0 0-15,0 0 16,0 0-16,0 0 16,0 0-16,0 0 15,0 0-15,0 0 16,0 0-16,0 0 16,0 0-16,0 0 15,0 0 1,0 0-16,0 0 15,0 0-15,0 0 16,0 0-16,0 0 16,0 0-16,0 0 15,0 0-15,0 0 16,0 0-16,0 0 16,0 0-16,0 0 15,0 0 1,0 0-16,0 0 15,0 0-15,0 0 16,0 0-16,0 0 16,0 0-16,0 0 15,0 0-15,0 0 16,0 0-16,0 0 16,0 0-16,0 0 15,0 0 1,0 0-16,0 0 15,0 0-15,0 0 16,0 0-16,0 0 16,0 0-16,0 0 15,0 0-15,0 0 16,0 0-16,0 0 16,0 0-1,0 0-15,0 0 16,0 0-16,0 0 15,0 0-15,0 0 16,0 0-16,0 0 16,0 0-16,0 0 15,0 0-15,0 0 16,0 0-16,0 0 16,0 0-16,0 0 15,0 0-15,0 0 16,0 0-1,0 0-15,0 0 16,0 0-16,0 0 16,0 0-16,0 0 15,0 0-15,0 0 16,0 0-16,0 0 16,0 0-16,0 0 15,0 0-15,0 0 16,0 0-1,0 0-15,0 0 16,0 0-16,-1-7 16,1 7-16,0 0 15,0 0-15,0 0 16,0 0-16,0 0 16,0 0-16,0 0 15,0 0-15,0 0 16,0 0-1,0 0-15,0 0 16,0 0-16,0 0 16,0 0-16,0 0 15,0 0-15,0 0 16,0 0-16,0 0 16,0 0-16,0 0 15,0 0 1,0 0-16,0 0 15,0 0-15,0 0 16,0 0-16,0 0 16,0 0-16,0 0 15,0 0-15,0 0 16,0 0-16,0 0 16,0 0-16,0 0 15,0 0-15,0 0 16,0 0-16,0 0 15,0 0 1,0 0-16,0 0 16,0 0-16,0 0 15,0 0-15,0 0 16,0 0-16,0 0 16,0 0-16,0 0 15,0 0-15,0 0 16,0 0-16,0 0 15,0 0 1,0 0-16,0 0 16,0 0-16,0 0 15,0 0-15,0 0 16,0 0-16,0 0 16,0 0-16,0 0 15,0 0-15,0 0 16,0 0-16,0 0 15,0 0 1,0 0-16,0 0 16,0 0-16,0 0 15,0 0-15,0 0 16,0 0-16,0-6 16,0 6-16,0 0 15,0 0-15,0 0 16,-6-11-1,4 3-15,0-5 16</inkml:trace>
  <inkml:trace contextRef="#ctx0" brushRef="#br0" timeOffset="53100.6">7670 2831 0,'0'0'0,"0"0"0,0 0 0,0 0 15,2 2-15,-2-2 16,0 0-1,22 8-15,8-1 16,14-2-16,7-2 16,5-2-16,3 0 15,-2 0-15,-1 0 16,0 0-16,-6 0 16,-3-1-16,-6 0 15,-5 0-15,-5 0 16,-2 3-16,-5-1 15,-6 0 1,-5-1-16,-13-1 16,16 3-16,-16-3 15,0 0-15,10 4 16,-10-4-16,0 0 16,0 0-16,0 0 15,7 6-15,-7-6 16,0 0-16,0 0 15,0 0 1,0 0-16,0 0 16,0 0-16,0 0 15,0 0-15,0 0 16,0 0-16,0 0 16</inkml:trace>
  <inkml:trace contextRef="#ctx0" brushRef="#br0" timeOffset="62566.08">12557 4853 0,'0'0'0,"0"0"0,0 0 16</inkml:trace>
  <inkml:trace contextRef="#ctx0" brushRef="#br0" timeOffset="136099.32">11867 4601 0,'0'0'0,"0"0"0,0 0 16,0 0-16,1-2 15,-1 2-15,12-6 16,30-6-1,41-5-15,17 2 16,25-1-16,11 1 16,23-1-16,9-2 15,10 0-15,9 1 16,5 2-16,2 4 16,7 3-16,7 2 15,2 1-15,4 0 16,-4 1-16,-3 3 15,-5 1 1,-8 2-16,-10 1 16,-18 2-16,-22-1 15,-15 0-15,-50-4 16,59 0-16,-50 0 16</inkml:trace>
  <inkml:trace contextRef="#ctx0" brushRef="#br0" timeOffset="137265.66">12386 4647 0,'0'0'0,"-2"-2"0,2 2 16,-10-13-16,-8 1 15,-10-3 1,-10 1-16,-6 1 16,-2 3-16,-6 0 15,-4 5-15,-1 0 16,-1 2-16,4 2 16,2 2-16,5 2 15,5-1-15,6 2 16,4 2-16,4 2 15,1 5 1,0 4-16,4 5 16,0 6-16,5 6 15,1 7-15,2 8 16,5 7-16,2 6 16,1 9-16,4 4 15,1 8-15,0 5 16,2 3-16,1 7 15,2 7-15,0 3 16,2 2 0,0 2-16,0 3 15,1-4-15,-1 6 16,0-9-16,2 3 16,1-2-16,1 1 15,2 0-15,2 3 16,0-5-16,1 4 15,-1-4-15,0 4 16,0-5-16,-1-2 16,1-6-1,-1-3-15,2-2 16,-1-3-16,-2-6 16,1-2-16,-2-4 15,0-6-15,-2-4 16,1-5-16,-2-5 15,0-3-15,0-1 16,-3-3 0,-2-1-16,-2-2 15,-2-3-15,0 0 16,-2-5-16,0 0 16,-1-3-16,-3 0 15,0-3-15,-1-2 16,1-1-16,-1-2 15,1-4-15,0-5 16,2-5 0,0-4-16,0-1 15,2-4-15,4-7 16,-7 10-16,7-10 16,0 0-16,-8 6 15</inkml:trace>
  <inkml:trace contextRef="#ctx0" brushRef="#br0" timeOffset="139231.31">12184 5003 0,'0'0'0,"-1"4"0,-1 7 16,-1 21-16,3 18 15,2 6 1,3 2-16,2-1 16,-1-2-16</inkml:trace>
  <inkml:trace contextRef="#ctx0" brushRef="#br0" timeOffset="139781.84">12137 4921 0,'0'-2'0,"2"-6"0,-2 8 0,2-12 16,6-13-16,6-3 16,1 5-16,5 3 15,5 2-15,4 5 16,4 6 0,4 6-16,1 5 15,-4 3-15,-6 3 16,-6 3-16,-6 0 15,-4 1-15,-6 2 16,-6 3-16,-9 4 16,-12 5-16,-10 3 15,-10-3-15,-2-4 16,1-4 0,1-2-16,10-5 15,5-3-15,7-2 16,6-2-16,13-6 15,-13 4-15,13-4 16,0 0-16,-4 12 16,13 0-16,15 7 15,11 3-15,9 0 16,1-2-16,3 0 16,3 0-1,-5-3-15,-6-3 16,-8-3-16,-9-3 15</inkml:trace>
  <inkml:trace contextRef="#ctx0" brushRef="#br0" timeOffset="140582.15">12670 5162 0,'0'0'0,"0"0"0,0 0 0,0 0 16,0 0-16,0 0 16,6 1-16,6 1 15,8 0-15,9 0 16,1-5 0,-1-5-16,-6-2 15,-3-4-15,-2-3 16,-6 0-16,-2-2 15,-4 0-15,-5-1 16,-6-1-16,-7 1 16,-12 2-16,-8 4 15,-5 8 1,1 7-16,5 6 16,6 8-16,4 5 15,5 3-15,6 5 16,5 5-16,8 3 15,8 1-15,8-2 16,13-2-16,9-5 16,5-8-16,5-11 15,-1-7-15,1-11 16,2-7 0,-8-2-16,-1-5 15,-5-3-15,-7-2 16,-5-1-16,-8 2 15,-5-1-15,-5 3 16,-6 4-16,-4 3 16,-6 2-16,-6 2 15,-9 1-15,-4 3 16,-1 6-16,5 5 16,3 3-1,4 5-15,3 3 16,4 3-16,5 3 15,6 5-15,11 5 16,12 7-16,11 5 16,9-1-16,0-5 15,-1-1-15,-2-3 16,-10-7-16,-9-4 16,-11-4-1,-6 0-15,-6-3 16,-9 3-16,-12 1 15,-15 1-15,-8 0 16,0-6-16,9-5 16,6-4-16</inkml:trace>
  <inkml:trace contextRef="#ctx0" brushRef="#br0" timeOffset="141631.79">13489 4918 0,'0'0'0,"0"0"0,4 1 15,8 4-15,12 8 16,3 8 0,-3 9-16,-4 5 15,-5 4-15,-3 6 16,-2 3-16,-4-2 15,-2-4-15,-3-11 16,0-8-16,-1-7 16,-1-7-16,1-9 15,-1 9-15,1-9 16,-10-8 0,-2-9-16,1-16 15,9-4-15,3-2 16,7 0-16,3 0 15,6 4-15,2 5 16,2 5-16,2 7 16,1 8-16,-1 5 15,4 7-15,1 6 16,1 7-16,4 7 16,-3 9-1,-3 0-15,-2 2 16,-1-1-16,-3-4 15,-3-3-15,-1-6 16,1-8-16,0-4 16,2-6-16,5-9 15,2-9-15,1-6 16,-1-8-16,-4-1 16,-3-1-1,-3 1-15,-5 2 16,-5 8-16,-3 6 15,-1 5-15,-3 4 16,0 7-16,-2-6 16,2 6-16,-22 2 15,2 12-15,0 8 16,4 5-16,4 7 16,5 5-16,5 0 15,6 2 1,8-5-16,9-3 15,11-4-15,7-5 16,2-7-16,2-8 16,1-10-16,2-7 15,4-10-15,-5-8 16,-3-9-16,-2-11 16,-7-2-16,-7-5 15,-5-1 1,-5-2-16,-5 5 15,-4 5-15,-2 12 16,-2 12-16,-1 10 16,-2 5-16,0 7 15,0 0-15,0 0 16,0 0-16,-7 7 16,-3 17-1,0 11-15,3 9 16,5 2-16,4 3 15,5-1-15,6-2 16,5-6-16,5-8 16,4-4-16,3-7 15,-1-7-15,2-9 16,3-15-16,-10 0 16</inkml:trace>
  <inkml:trace contextRef="#ctx0" brushRef="#br0" timeOffset="141815.67">14657 5082 0,'0'0'0,"0"0"0,0 0 15,9 0 1,20 0-16,28 0 15,3 0-15,-4 0 16,-5-2-16,-10-1 16,-8-1-16</inkml:trace>
  <inkml:trace contextRef="#ctx0" brushRef="#br0" timeOffset="142398.84">12078 5522 0,'0'0'0,"0"0"0,0 0 0,0 0 15,0 0-15,0 0 16,0 0-16,3 0 16,24-5-16,43-8 15,28-4 1,12-1-16,9-3 15,12-1-15,7 0 16,5 3-16,4 5 16,5 4-16,3 2 15,11 1-15,-3 3 16,-1 7-16,-9 2 16,-3 1-16,-3-1 15,-12-1-15,0 1 16,-16-1-1,-14-1-15,-8 0 16,-18 0-16,-10-1 16,-14-1-16,-9 0 15,-12 0-15,-10-1 16,-7-1-16,-6 0 16,-11 1-16,10-1 15,-10 1-15,0 0 16</inkml:trace>
  <inkml:trace contextRef="#ctx0" brushRef="#br0" timeOffset="143681.51">11985 5825 0,'0'0'0,"0"0"0,0 0 16,0 0-16,1 4 15,2 4 1,2 9-16,7 17 16,2 8-16,2 8 15,-1 3-15,-2-2 16,-2 3-16,-2-5 16,1-6-16,-3-6 15,-1-8-15,-2-6 16,-1-8-1,0-6-15,-3-9 16</inkml:trace>
  <inkml:trace contextRef="#ctx0" brushRef="#br0" timeOffset="144148.74">12070 6080 0,'0'0'0,"0"0"16,0 0-16,0 0 15,0 0 1,8 0-16,11 0 16,20 0-16,17-2 15,3-1-15,1-6 16,-6-2-16,-5-1 16,-8-2-16,-8-1 15,-9 0-15,-3-1 16,-6 1-1,-5 1-15,-4 2 0,-3 0 16,-4 0 0,-2 1-16,-4-2 15,1 5-15,0 2 16,6 6-16,0 0 16,0 0-16,-12-6 15,12 6-15,-10 18 16,7 7-16,3 9 15,8 7 1,6 4-16,3 2 16,4 1-16,-1-1 15,0-1-15,-3-6 16,-3-5-16,-1-8 16,-5-6-16,-8-21 15</inkml:trace>
  <inkml:trace contextRef="#ctx0" brushRef="#br0" timeOffset="144398.44">12659 5891 0,'0'0'0,"0"0"0,2 0 16,-2 0-16,36 12 15,11 10-15,7 8 16,4 7 0,-1 2-16,-1 2 15,-1 1-15,-2-3 16,-7-5-16,-3-5 16,-3-8-16,-7-7 15,-8-5-15,-5-6 16,-7-6-16</inkml:trace>
  <inkml:trace contextRef="#ctx0" brushRef="#br0" timeOffset="144648.65">13058 5902 0,'0'0'0,"0"0"16,0 0-16,-1 3 15,-2 15 1,-8 19-16,-7 16 16,-4 6-16,0-3 15,2-1-15,1-4 16,3-6-16,3-5 16,4-7-16,4-6 15,3-7-15</inkml:trace>
  <inkml:trace contextRef="#ctx0" brushRef="#br0" timeOffset="145232.19">13273 5880 0,'0'0'0,"0"0"0,0 0 15,4 3-15,7 8 16,8 13-16,2 16 16,-1 7-1,-3-1-15,-2-1 16,-4-6-16,-2-6 16,-3-12-16,-1-8 15,-2-6-15,-3-7 16,24-6-16,1-15 15,7-11-15,-2-4 16,-8 3-16,-4 4 16,-5 8-1,-6 6-15,-1 5 16,-6 10-16,4-7 16,-4 7-16,11 7 15,6 10-15,5 11 16,2 4-16,3 3 15,-1-2-15,6-3 16,2-12 0,1-5-16,4-9 15,-1-7-15,-3-10 16,-4-5-16,-5-7 16,-5-4-16,-3-3 15,-7-4-15,-5-3 16,-6 4-16,-4 3 15,-2 8-15,2 8 16,0 5-16,0 4 16,4 7-1,0 0-15,-16-5 16,16 5-16,-14 7 16</inkml:trace>
  <inkml:trace contextRef="#ctx0" brushRef="#br0" timeOffset="145532.16">14238 5899 0,'0'0'0,"0"0"16,0 0-16,0 0 16,0 0-16,0 0 15,2 3-15,3 4 16,5 7-16,8 12 15,4 7-15,3 1 16,-2 1-16,3-2 16,5-1-1,6-1-15,2-6 16,2-1-16,-6-6 16,-4-3-16,-6-5 15,-5-3-15,-6-5 16,-9-14-1</inkml:trace>
  <inkml:trace contextRef="#ctx0" brushRef="#br0" timeOffset="145798.07">14462 5906 0,'0'0'0,"0"0"0,0 0 15,0 0-15,0 0 16,-1 3-16,-1 4 15,-4 7-15,-3 13 16,-4 8-16,-1 3 16,1 1-1,1 0-15,1-2 16,0-3-16,3-2 16,0-5-16,0-2 15,2-2-15,2-6 16,0-3-16,1-2 15,1-5-15</inkml:trace>
  <inkml:trace contextRef="#ctx0" brushRef="#br0" timeOffset="146215.09">14748 5874 0,'0'0'0,"0"0"0,4 0 16,6-3-16,9-1 15,9-1 1,3 0-16,-3 7 16,-4 3-16,-5 1 15,-5 4-15,-2 4 16,-2 5-16,-7 3 15,-3 1-15,-8 2 16,-4 1-16,-1-2 16,-1-3-16,3-6 15,2-3 1,3-3-16,2-2 16,4-7-16,-4 8 15,10-2-15,11 4 16,14 3-16,12-4 15,0-4-15,-6-3 16,-5-2-16,-8-1 16,-4-1-16,-4-2 15,-5-4 1</inkml:trace>
  <inkml:trace contextRef="#ctx0" brushRef="#br0" timeOffset="146665.6">15367 5884 0,'0'0'0,"0"0"0,0 0 0,0 0 16,0 0-16,0 0 15,0 0-15,0 0 16,-3 4-16,3-4 15,-15 11-15,4-1 16,1-2-16,0 1 16,2 2-16,1 2 15,3 3 1,4 1-16,4 4 16,6 1-16,5 4 15,3-1-15,1-2 16,-1-2-16,-2-3 15,-4-3-15,-2-1 16,-4-4-16,-4 2 16,-4-2-16,-4 2 15,-5 1-15,-6-1 16,-4 0 0,-2-3-16,1-4 15,2-1-15,4-4 16</inkml:trace>
  <inkml:trace contextRef="#ctx0" brushRef="#br0" timeOffset="147132.5">15716 5858 0,'0'0'0,"0"0"0,0 0 16,0 0-16,0 0 15,0 0-15,-4 5 16,-8 6 0,-9 11-16,-7 5 15,0 0-15,2 3 16,5 1-16,1 2 15,5-1-15,6-1 16,4-4-16,4-2 16,4-4-16,4-3 15,5-2-15,4-3 16,6-5 0,4-5-16,1-6 15,1-6-15,-4-2 16,-7-2-16,-4 0 15,-4 1-15,-3 0 16,-2 4-16,-4 1 16,-5 1-16,-7-2 15,-13 0-15,-5 2 16,-3 5 0,3 3-16,3 4 15,4-1-15</inkml:trace>
  <inkml:trace contextRef="#ctx0" brushRef="#br0" timeOffset="151482.41">14226 5124 0,'0'0'0,"0"0"0,0 0 16,5-2-16,6-1 15,11-7-15,10-2 16,3-1-1,0-1-15,1 0 16,-2 1-16,0 1 16,-7 2-16,-2-1 15,-6 2-15,-4-2 16,-3 0-16,-4 2 16,-3 1-16,-2-2 15,-3 0-15,-9-3 16,-12-1-1,-13 3-15,-9 6 16,-4 7-16,2 7 16,1 4-16,3 4 15,4 2-15,6 1 16,4 4-16,4 0 16,6 4-16,4 2 15,6 1-15,5 6 16,6-2-16,9 3 15,5-2 1,9-3-16,5-4 16,4-5-16,-2-9 15,-2-6-15,-2-3 16,3-5-16,-3-5 16</inkml:trace>
  <inkml:trace contextRef="#ctx0" brushRef="#br0" timeOffset="155581.42">11904 6740 0,'0'0'0,"0"0"0,0 0 15,0 0-15,0 0 16,0 0-16,0 0 15,1 2-15,-1-2 16,5 17-16,0 4 16,-1 6-16,-1 6 15,-3 4-15,-1 1 16,-2-1-16,1-4 16,0-3-1,0-2-15,-1 0 16,1-1-16,1-5 15,-1-6-15,1-2 16,0-5-16,1-9 16</inkml:trace>
  <inkml:trace contextRef="#ctx0" brushRef="#br0" timeOffset="155898.82">12132 6848 0,'0'0'0,"0"0"16,0 0-16,0 0 15,4 5-15,3 5 16,8 8-16,6 5 15,3 3-15,1-2 16,-2 0-16,-1-3 16,2 0-16,-1 0 15,1 0-15,-2-4 16,-5-3 0,-3-4-16,-3-3 15,0-3-15,1-8 16</inkml:trace>
  <inkml:trace contextRef="#ctx0" brushRef="#br0" timeOffset="156198.63">12328 6826 0,'0'0'0,"0"0"16,0 0-16,0 0 15,0 4-15,-2 3 16,-3 12-16,-3 13 16,-4 5-16,-3 2 15,-1 1-15,-1-4 16,0-3-16,2-2 16,1-7-1,2-3-15,2-4 16,3-4-16,1-4 15,2-2-15,4-7 16,0 0-16,0 0 16</inkml:trace>
  <inkml:trace contextRef="#ctx0" brushRef="#br0" timeOffset="156548.29">12561 6844 0,'0'0'0,"0"0"16,0 0-16,0 0 16,1 3-1,0 5-15,2 10 16,0 8-16,-5 5 15,-1 0-15,-1 0 16,-1-1-16,1-4 16,0-4-16,0 0 15,1-4-15,-1-5 16,1-2-16,2-3 16,1-8-1,-1 8-15,1-8 16,0 0-16,0 0 15,0 0-15,0 0 16</inkml:trace>
  <inkml:trace contextRef="#ctx0" brushRef="#br0" timeOffset="159365.6">12876 7023 0,'0'0'0,"0"0"0,0 0 0,0 0 16,0 0-16,0 0 15,3 0-15,9 0 16,19 0-16,10 0 16,5 0-16,3 0 15,6 0-15,2 0 16,5 0-1,-5 0-15,-1 0 16,-6-3-16,-1 0 16,-3 0-16,-4 0 15,-7 1-15,-8 0 16,-7 0-16,-4 1 16,-4 1-16,-12 0 15,9 0-15,-9 0 16,0 0-1,0 0-15,0 0 16,0 0-16,0 0 16,0-12-16,-9 2 15,-5-3-15,-1 0 16,0 2-16,1 1 16,3 4-16,11 6 15,-14-8-15,14 8 16,0 0-16,0 0 15,-10-4-15,10 4 16,0 0 0,0 0-16,0 0 15,0 0-15,9 10 16,8 4-16,6 2 16,2-1-16,0-1 15,-3-2-15,-3-2 16,-4-2-16,-5-2 15,-10-6-15,10 10 16,-14 0-16,-8 4 16,-12 7-1,-7 0-15,0-2 16,3-2-16</inkml:trace>
  <inkml:trace contextRef="#ctx0" brushRef="#br0" timeOffset="160632.35">14049 6794 0,'0'0'0,"0"0"15,0 0-15,0 0 16,0 0-16,-1 5 16,-1 7-1,0 11-15,-2 11 16,0 4-16,2 3 16,0-2-16,2-6 15,0 0-15,0-1 16,0-6-16,0-3 15,0-9-15,0-4 16,-1-4 0,1-6-16,0 0 15,0 0-15,-15-4 16,4-12-16,2-4 16,2 2-16,4 2 15,0 2-15,3 3 16,0 2-16,4-1 15,5 0-15,8 0 16,13 0-16,9 1 16,5 4-1,-2 2-15,-2 1 16,2 0-16,-4 2 16,-5-2-16,-8-2 15,-5-2-15,-4-2 16,-3-4-16,-4 0 15,-2-3-15,-3 1 16,-3 1-16,-2-1 16,-3 1-1,1 3-15,-1 3 16,4 7-16,-6-9 16,6 9-16,0 0 15,0 0-15,0 0 16,0 0-16,-10 7 15,7 7-15,0 8 16,3 6-16,2 3 16,1 0-1,0 2-15,2 0 16,-2-2-16,0-6 16,0-2-16,-2-10 15</inkml:trace>
  <inkml:trace contextRef="#ctx0" brushRef="#br0" timeOffset="161181.24">14474 6880 0,'0'0'0,"0"0"0,0 0 16,0 0-16,0 0 15,5 2-15,7 4 16,8 8-16,5 9 16,-1 4-1,0 3-15,0 2 16,1-2-16,-3-3 16,-1-1-16,-4-3 15,-1-6-15,-2-4 16,1-5-16,-2-8 15,-2-8-15,-1-10 16,-11-24 15,-12-23-31,2 12 16,0 14-16,6 20 16,1 8-16,1 4 15,3 7-15,-2-7 16,2 7-16,0 0 15,0 0-15,0 0 16,-10 9-16,-1 9 16,-2 11-16,0 7 15,2 0 1,1 0-16,0-1 16,2-3-16,0-3 15,3-7-15,0-6 16,3-5-16,0-5 15,2-6-15</inkml:trace>
  <inkml:trace contextRef="#ctx0" brushRef="#br0" timeOffset="161747.97">14880 6836 0,'0'0'0,"3"3"16,-3-3-16,7 10 16,0 3-16,2 6 15,-1 10 1,-2 4-16,-2 2 16,-5-4-16,-2-4 15,0-7-15,1-6 16,1-8-16,1-6 15,0 0-15,0 0 16,14-19-16,2-5 16,-1 0-16,-3 5 15,-2 2 1,-2 4-16,-3 3 16,-5 10-16,4-7 15,-4 7-15,7 9 16,0 9-16,1 7 15,2 0-15,-2-1 16,-1-5-16,-1-4 16,0-3-1,0-4-15,-6-8 0,21 3 16,-7-7 0,1-4-16,-1-5 15,-3-3-15,-1-4 16,-3-5-16,-2 1 15,-3 4-15,-1 4 16,-1 7-16,0 9 16,-2-10-16,2 10 15,0 0 1,0 0-16,0 0 16,0 0-16</inkml:trace>
  <inkml:trace contextRef="#ctx0" brushRef="#br0" timeOffset="162014.1">15315 6910 0,'0'0'0,"0"0"16,0 0 0,0 0-16,2 3 15,2 5-15,2 5 16,4 6-16,2 7 15,4 4-15,0 2 16,0 1-16,0-3 16,3-1-16,-1-3 15,1-6-15,-1-4 16,-1-6 0,5-6-16,2-10 15</inkml:trace>
  <inkml:trace contextRef="#ctx0" brushRef="#br0" timeOffset="162231.79">15553 6925 0,'0'0'0,"0"0"0,0 0 15,0 0-15,0 0 16,0 0 0,-1 1-16,1-1 15,-8 15-15,-2 4 16,-3 6-16,-2 5 15,-1 2-15,-2 3 16,0 0-16,-2 1 16,1-4-16,0-2 15,0-6-15,2-3 16,3-4 0,0-4-16</inkml:trace>
  <inkml:trace contextRef="#ctx0" brushRef="#br0" timeOffset="162698.29">15730 6929 0,'0'0'0,"0"0"0,0 0 15,0 0-15,0 1 16,0-1-16,-4 15 16,-9 9-16,-8 9 15,-6 1-15,-3 0 16,2-1 0,5-5-16,2-5 15,5-5-15,7-4 16,4-3-16,2-4 15,3-7-15,0 7 16,0-7-16,21 0 16,1-7-16,1-6 15,-5-2-15,-4 0 16,-6 2 0,-1 2-16,-4 3 15,-3 8-15,4-8 16,-4 8-16,0 0 15,0 0-15,-15 2 16,15-2-16,-16 10 16</inkml:trace>
  <inkml:trace contextRef="#ctx0" brushRef="#br0" timeOffset="163165.4">15732 6964 0,'0'0'0,"0"0"0,0 0 15,0 1-15,0-1 16,3 14-16,0 2 16,1 10-1,-2 6-15,0 1 16,-2 1-16,0-7 15,0-6-15,0-7 16,0-5-16,0-9 16,0 0-16,0 0 15,0 0-15,0 0 16,14 2-16,-4-10 16,-1-4-1,-2-3-15,-3 3 16,-1 3-16,-1 3 15,-2 6-15,1-9 16,-1 9-16,0 0 16,0 0-16,0 0 15,0 0-15,0 13 16,0 12-16,0 8 16,0-1-1,0-2-15,0-2 16,0-2-16,0 1 15,0 1-15</inkml:trace>
  <inkml:trace contextRef="#ctx0" brushRef="#br0" timeOffset="167065.24">11815 7538 0,'0'0'0,"0"0"0,0 0 0,0 0 15,0 0-15,0 0 16,0 0-16,0 0 16,0 0-16,6-2 15,7-4-15,11-3 16,3-1-16,0 2 15,0 4 1,-4 2-16,-2 2 16,-4 1-16,-4 2 15,-3 0-15,-10-3 16,15 12-16,-10-1 16,-3 3-16,-4 4 15,-7 3-15,-3 1 16,-2-1-16,1-5 15,4-3-15,1-3 16,2-2 0,6-8-16,-7 11 15,7-11-15,-1 12 16,6-1-16,5 3 16,7 5-16,4-1 15,-1-1-15,-2-2 16,-3-2-16,-4-3 15,-3-4-15,-8-6 16,10 12 0,-10-12-16,3 8 15,-3-8-15,-4 7 16,4-7-16,-22 11 16,2-6-16,1-3 15,3-1-15,16-1 16,-15-2-16,15 2 15,5-13 17,26-14-32</inkml:trace>
  <inkml:trace contextRef="#ctx0" brushRef="#br0" timeOffset="167332.07">12273 7655 0,'0'0'0,"0"0"15,0 0-15,-1 1 0,1-1 16,0 0-16,0 0 16,-6 9-16,6-3 15,1 9-15,4 5 16,3 8-16,3-1 16,3 1-16,2-1 15,5-5-15,2-4 16,-1-3-16,2 2 15,-4-5-15,-4-3 16,1-4-16,-4-10 16</inkml:trace>
  <inkml:trace contextRef="#ctx0" brushRef="#br0" timeOffset="167565.29">12309 7690 0,'0'0'0,"0"0"16,-2 2-1,2-2-15,-10 11 16,1 2-16,-3 12 16,-1 10-16,2-3 15,1 4-15,2-8 16,3-5-16,2-3 15,1-9-15,1-1 16,1-10-16</inkml:trace>
  <inkml:trace contextRef="#ctx0" brushRef="#br0" timeOffset="168148.49">12469 7699 0,'0'-2'0,"0"2"15,5-6-15,0-4 16,6-1-16,14 2 16,5 1-16,2 7 15,-4 0-15,-5 2 16,-3 2-16,-3-1 15,-3 3-15,-4 0 16,-10-5-16,12 9 16,-12-9-1,0 15-15,-6 1 16,-4 4-16,-5 0 16,0 2-16,-1-2 15,4-7-15,4-5 16,8-8-16,-9 10 15,9-10-15,0 0 16,-1 8-16,8 1 16,7 7-1,2-1-15,5-3 16,0-4-16,0-1 16,-2-1-16,-3 0 15,-5 5-15,-3-3 16,-8-8-16,5 8 15,-5-8-15,-13 4 16,-10 4-16,-11-3 16,-2-3-16,0 0 15,4 0 1,1 0-16,5-1 16,3 0-16,3 0 15,7-1-15,13 0 16</inkml:trace>
  <inkml:trace contextRef="#ctx0" brushRef="#br0" timeOffset="168965.36">12818 7760 0,'0'0'0,"0"0"16,0 0-16,0 0 15,3 1-15,-3-1 16,18 12-16,2-4 15,11-3-15,4-2 16,2-1-16,-1 0 16,-2-1-1,0-1-15,-4-1 16,-3-1-16,-5-2 16,-4-2-16,-5 2 15,-13 4-15,16-7 16,-16 7-16,6-8 15,-6 8-15,1-10 16,-7-3-16,-3-1 16,-7-5-1,0 4-15,1 4 16,2 1-16,3 4 16,10 6-16,-10-7 15,10 7-15,0 0 16,0 0-16,0 0 15,0 0-15,-5 8 16,10-1-16,2 2 16,5 1-16,4 5 15,1-2-15,-1 1 16,-3-3 0,-2-1-16,-3-2 15,-3 2-15,-5 4 16,-8 0-16,-6 4 15,-5-3-15,-3 1 16,-1 2-16,0-2 16,8-4-16</inkml:trace>
  <inkml:trace contextRef="#ctx0" brushRef="#br0" timeOffset="169797.98">13453 7531 0,'0'0'0,"0"3"16,0-3-16,0 0 16,0 6-16,0-6 15,3 13 1,0 4-16,1 9 16,1 5-16,-2-2 15,1-2-15,-3-1 16,0 7-16,-1 3 15,-1-3-15,1-4 16,0-10-16,0-7 16,0-3-16,0-9 15,0 0 17,0 0-32,15-17 15,-6-7-15,-4 4 16,-2 3-16,-2 2 15,-1 5-15,0 2 16,0 8-16,0-10 16,0 10-16,0 0 15,0 0-15,19-7 16,1 7 0,9-2-16,5 2 15,-1 0-15,-4-2 16,-5-1-16,-1-4 15,-3-3-15,-3-1 16,-4 0-16,-4 1 16,-3-1-16,-2 0 15,-2 1 1,-1 0-16,-1 1 16,-1 2-16,1 7 15,-2-9-15,2 9 16,0 0-16,0 0 15,0 0-15,0 0 16,-1 11-16,2 8 16,1 9-16,3 4 15,3 3 1,-1-2-16,2-2 16,-3-5-16,4-1 15,0-2-15,-1-8 16,-9-15-1,19-8 1</inkml:trace>
  <inkml:trace contextRef="#ctx0" brushRef="#br0" timeOffset="170365.25">13948 7532 0,'0'0'0,"2"1"0,-2-1 16,0 0-16,0 0 16,11 7-16,-5-1 15,10 11-15,6 10 16,6 5-16,-2-2 16,-1 1-1,-1-3-15,-2-3 16,2-5-16,2-2 15,0-2-15,-7-7 16,-3-1-16,-2-5 16,-4-1-16,-10-2 15,15-25 1,-18-12 0,-1-13-1,1 17-15,0 14 16,1 4-16,1 5 15,0 2-15,1 8 16,-2-9-16,2 9 16,0 0-16,0 0 15,-14 1-15,2 8 16,-5 12 0,-2 10-16,0 5 15,4 2-15,1 0 16,3-2-16,0-2 15,1-4-15,3-9 16,3-5-16,1-6 16,3-10-16,0 0 15,2-15 17,-17-69-32</inkml:trace>
  <inkml:trace contextRef="#ctx0" brushRef="#br0" timeOffset="170881.08">14341 7645 0,'0'0'0,"0"0"0,0 0 15,0 2-15,0-2 16,9 15-16,1 9 16,-2 6-1,-1 0-15,-1 0 16,-2-9-16,-1-3 15,-2-8-15,-1-3 16,0-7-16,0 0 16,0 0-16,19-3 15,-4-10-15,-3-3 16,0-2-16,-4 2 16,-2 4-1,-3 4-15,-3 8 16,2-8-16,-2 8 15,0 0-15,0 0 16,16 15-16,-2 2 16,2 0-16,1 3 15,-2-3-15,2-4 16,3-7-16,3-3 16,3-6-1,-2-4-15,-2-6 16,-2-5-16,-3-1 15,-2-2-15,-5 2 16,-2 1-16,-3 3 16,-3 3-16,0 3 15,-2 9-15,0-11 16,0 11 0,-5-10-16,0 3 15</inkml:trace>
  <inkml:trace contextRef="#ctx0" brushRef="#br0" timeOffset="171131.24">14961 7645 0,'0'0'0,"0"0"16,0 0-16,0 0 15,2 4 1,6 5-16,3 7 15,5 6-15,4 4 16,1 2-16,1 0 16,2-2-16,1-1 15,1-5-15,1-5 16,-3-4-16,1-8 16,-6-5-1</inkml:trace>
  <inkml:trace contextRef="#ctx0" brushRef="#br0" timeOffset="171348.37">15186 7654 0,'0'0'0,"0"0"16,0 0-16,-6 5 16,0 2-16,-7 7 15,-5 6 1,-3 5-16,0 2 15,1 2-15,1-3 16,5-3-16,1-2 16,4-5-16,3-3 15,3-4-15,3-9 16</inkml:trace>
  <inkml:trace contextRef="#ctx0" brushRef="#br0" timeOffset="171831.5">15432 7625 0,'0'0'0,"0"0"15,0 0-15,0 0 16,0 0-16,-3 4 15,-4 5-15,-4 8 16,-6 8-16,-2 6 16,0 0-16,2-2 15,3-3-15,3-7 16,2-2-16,1-3 16,4-3-16,1-3 15,3-8 1,-2 8-16,2-8 15,0 0-15,21 3 16,-5-5-16,0-3 16,-2-3-16,-2-1 15,-4-1-15,0 0 16,-3 2-16,-4 2 16,-1 6-16,-2-10 15,2 10 1,-18-11-16,6 8 15,-1 2-15,2 3 16,11-2-16,-16 3 16</inkml:trace>
  <inkml:trace contextRef="#ctx0" brushRef="#br0" timeOffset="172332.04">15566 7633 0,'0'0'0,"0"0"0,0 0 16,1 4-16,1 5 16,3 10-16,2 5 15,-2 4 1,0-1-16,-3-3 15,1-6-15,-1-7 16,0-3-16,-2-8 16,15 8-16,-1-10 15,6-6-15,2-6 16,1-4-16,-2-1 16,-3 0-16,-5 3 15,-13 16 1,0 0-16,6-8 15,-6 8-15,0 0 16,4-8-16,-4 8 16,0 0-16,0 0 15,0 0-15,0 0 16,0 0-16,0 0 16,2 12-16,-2 10 15,0 3 1,0 1-16,-8 33 15,3-33-15,-1-3 16,-1-5-16,0-4 16,0-2-16</inkml:trace>
  <inkml:trace contextRef="#ctx0" brushRef="#br0" timeOffset="174415.38">12050 8292 0,'0'0'0,"0"0"15,0 1-15,0-1 16,0 0-16,0 0 16,0 0-16,10 6 15,-10-6-15,0 0 16,0 0 15</inkml:trace>
  <inkml:trace contextRef="#ctx0" brushRef="#br0" timeOffset="174798.51">12053 8235 0,'0'0'0,"0"0"0,0 0 16,0 0 0,0 2-16,0-2 15,0 0-15,0 0 16,2 10-16,0 1 16,1 7-16,-2 5 15,-1 2-15,0 1 16,0 1-16,0-3 15,0-4-15,0-2 16,0-5 0,0-2-16,0-2 15,1-1-15,0-2 16,-1-6-16,1 10 16,-1-10-16,0 0 15,3 8-15,-3-8 16,0 0-16,9 6 15</inkml:trace>
  <inkml:trace contextRef="#ctx0" brushRef="#br0" timeOffset="175313.94">12256 8303 0,'0'0'0,"0"0"0,0 0 0,0 0 0,0 0 16,1 2-16,3 5 15,4 5-15,5 7 16,4 3-16,6-3 16,4 1-1,2-1-15,2-2 16,-2-4-16,1-1 16,7 0-1,-1-1 1,-5-4-16,-4-4 15,-14-6-15,-1-11 16,-6-7-16,1-3 16</inkml:trace>
  <inkml:trace contextRef="#ctx0" brushRef="#br0" timeOffset="175598.38">12519 8254 0,'0'0'0,"0"0"16,0 0-16,0 0 16,0 0-1,-2 2-15,-2 7 16,-3 8-16,-3 6 16,1 3-16,0 0 15,0-1-15,2-3 16,0-2-16,0-2 15,2-2-15,-3 0 32,2-3-17,2-3-15,1-4 16,3-6-16</inkml:trace>
  <inkml:trace contextRef="#ctx0" brushRef="#br0" timeOffset="175931.92">12727 8226 0,'0'0'0,"0"0"0,0 0 16,0 2-16,0-2 16,-4 21-1,2 7-15,2 12 16,-1 4-16,1-1 16,0-4-16,0-3 15,0-8-15,0 0 16,1-3-16,2-5 15,3-9 1,-6-11 0</inkml:trace>
  <inkml:trace contextRef="#ctx0" brushRef="#br0" timeOffset="177248.25">12963 8469 0,'0'0'0,"0"0"0,0 0 16,3 0-16,-3 0 15,20-1-15,0-1 16,3 0-16,5 1 16,5-2-16,6 1 15,0-1 1,2 1-16,0-3 16,-5 2-16,-5-1 15,-4 0-15,-4 1 16,-5 1-16,-3 1 15,-5 0-15,-10 1 32,0 0-32,10-1 15,-10 1 1,0 0-16,-12-13 16,-3 0-16,-3 1 15,-1-2-15,-2 2 16,1 0-16,1 1 15,2 1-15,4 2 16,3 2-16,10 6 16,-13-7-16,13 7 15,0 0-15,0 0 16,0 0 0,0 0-16,0 0 15,0 0-15,11 17 16,8 1-16,1 1 15,0-1-15,-1 0 16,-3-1-16,-2-5 16,-4-3-16,-5-3 15,-4 1-15,-6 4 16,-14 5 0,-18 5-16,-18-2 15</inkml:trace>
  <inkml:trace contextRef="#ctx0" brushRef="#br0" timeOffset="179980.83">13594 8247 0,'0'0'0,"0"0"0,0 0 16,0 0-16,0 0 15,2 3-15,-2-3 16,8 16-16,1 0 16,1 8-16,-1 6 15,0 3-15,-5-3 16,1-4-16,-1-6 16,-1-2-16,0-2 15,0-3 1,0-4-16,-3-9 15,2 8-15,-2-8 16,0 0-16,0 0 16,1-11-16,-3 3 15,0 0-15,0 0 16,0 2-16,2 6 16,-2-10-16,2 10 15,0 0 1,0 0-16,11-8 15,11 3-15,8 0 16,2 0-16,-1 1 16,-2 2-16,-3-2 15,-2 0-15,-4-2 16,-4-1-16,-3-2 16,-3-1-16,-3-1 15,-1-2 1,-2 1-16,-1-3 15,-3 4-15,-3 1 16,0 1-16,-1 3 16,4 6-16,-5-9 15,5 9-15,0 0 16,0 0-16,0 0 16,0 0-16,-8 16 15,7 2-15,1 5 16,5 8-1,0 2-15,1-2 16,-1-2-16,0-5 16,-2-5-16,0-2 15,0-4-15,-2-6 16</inkml:trace>
  <inkml:trace contextRef="#ctx0" brushRef="#br0" timeOffset="180314.08">14105 8332 0,'0'0'0,"0"0"16,0 0-16,0 0 15,0 0-15,0 0 16,0 0-16,6 4 16,6 4-16,5 7 15,5 6-15,1 2 16,-6-3-16,2 0 16,0 1-16,4 3 15,2-3-15,-1-2 16,-5-8-1,-2-1-15,-1-3 16,-3-5-16</inkml:trace>
  <inkml:trace contextRef="#ctx0" brushRef="#br0" timeOffset="180598.24">14313 8334 0,'0'0'0,"0"0"0,0 0 16,-1 2-16,1-2 15,-7 14-15,-4 7 16,-4 7-16,-1 2 16,0-2-1,3-3-15,-4 2 0,3 0 16,1 0-1,1-3-15,3-3 16,2-5-16,2-4 16,5-12-1,0 0 1</inkml:trace>
  <inkml:trace contextRef="#ctx0" brushRef="#br0" timeOffset="181265.27">14493 8345 0,'0'0'0,"0"0"0,0 0 15,0 0-15,0 4 16,-1 4-16,1 9 15,-2 5 1,0 3-16,-2 0 16,2-5-16,0-5 15,1-4-15,0-3 16,1-8-16,0 0 16,0 0-16,0 0 15,10-2 1,1-4-16,3-4 15,1-2-15,-3 0 16,-2-1-16,-1 1 16,-3 2-16,-1 1 15,-5 9 1,5-7 0,-5 7-16,0 0 15,0 0-15,14 11 16,-6 0-16,-1-1 15,1 1 1,0 1-16,0-1 16,0-2-16,1-3 15,-9-6-15,18 5 16,-8-6-16,1-3 16,0-4-16,0-2 15,-3-1 1,-1-1-16,-3-1 15,-1 2-15,-2 0 16,-1 2-16,0 2 16,0 7-16,0-8 15,0 8-15,0 0 16,-1-7-16,1 7 16,0 0-16,7-13 15</inkml:trace>
  <inkml:trace contextRef="#ctx0" brushRef="#br0" timeOffset="181781.6">14915 8308 0,'0'0'0,"0"0"16,0 0-16,3 2 15,-3-2 1,21 17-16,0 0 16,0 2-16,3 1 15,-2 1-15,1 1 16,-1-2-16,-4-3 16,-1-3-16,-2-4 15,-1-2-15,2-4 16,1-3-16,-1-5 15,-1-17 17,-5-13-32,-10-11 15,-6 1-15,-1 17 16,-1 1-16,-1 8 16,2 7-16,1 4 15,6 7-15,0 0 16,-12-4-16,12 4 15,-15 10 1,3 1-16,-2 9 16,1 5-16,-1 3 15,1 2-15,0 2 16,2-2-16,1-6 16,2-3-16,2-4 15,0-3-15,2-1 16,-1-4-16,5-9 15</inkml:trace>
  <inkml:trace contextRef="#ctx0" brushRef="#br0" timeOffset="182198.21">15233 8336 0,'0'0'0,"0"0"16,0 0 0,0 0-16,3-1 15,-3 1-15,0 0 16,0 0-16,0 0 16,11-1-16,-11 1 15,10 9-15,-5-2 16,0 1-16,-1 2 15,-1 4-15,0 0 16,-3 1 0,-1-3-16,-1-1 15,1-2-15,-1-1 16,2-8-16,-1 9 16,1-9-16,0 8 15,0-8-15,21 14 16,3-6-16,4-2 15,1-3-15,-2-4 16,-4-5 0</inkml:trace>
  <inkml:trace contextRef="#ctx0" brushRef="#br0" timeOffset="182631.84">15618 8341 0,'0'0'0,"0"0"0,0 0 16,0 0-16,0 0 16,-3 1-16,3-1 15,-9 4-15,9-4 16,-13 7-1,13-7-15,-10 8 0,10-8 16,-7 12 0,2-5-16,5 3 15,5 3-15,2 5 16,3 2-16,4 1 16,1 0-16,-1-1 15,0-1-15,-5-3 16,-2 0-16,-3-2 15,-2-2-15,-4-1 16,-3 0-16,-3-2 16,-2-2-1,-6-4-15,-1-2 16,-3-3-16,4-2 16,4-1-16,3-2 15,3-7-15</inkml:trace>
  <inkml:trace contextRef="#ctx0" brushRef="#br0" timeOffset="183098.27">15782 8197 0,'26'65'0,"-26"-65"0,0 0 0,0 0 0,0 0 0,0 0 0,0 7 0,0-1 0,-1 8 0,1-14 0,-3 24 0,-9 6 0,1 1 0,-22 36 0,20-39 15,0-3-15,5 1 16,6-2-16,2-5 15,3-2-15,4-3 16,0-1 0,6-1-16,-13-12 15,0 0-15,16 4 16,-16-4-16,10-1 16,-10 1-16,11-4 15,-11 4-15,10-9 16,-10 9-16,7-9 15,-7 9-15,0 0 16,0 0-16,0-7 16,0 7-1,0 0-15,-15-4 16</inkml:trace>
  <inkml:trace contextRef="#ctx0" brushRef="#br0" timeOffset="185315.19">15170 8820 0,'6'1'0,"8"2"15,6 1-15,26 7 16,6 0-16,4 1 16,2-3-16,-2-1 15,-4-4-15,3-2 16,-3-1 0,-10-1-16,-6 0 15,-8 0-15,-11 0 16,-4 0-16,-13 0 15,0 0-15,0 0 16,0 0-16,-40-11 16,-25 1-16,-17 0 15,-1 1 1,13 2-16,-5 1 16,5 0-16,3 1 15,9 0-15,12 2 16,15 0-16,11 2 15,7 0-15,13 1 16,-10-2-16,10 2 16,0 0-16,40-12 15,24 5 1,7 3-16,0 3 16,-4 1-16,3 0 15,-9 3-15,-4-1 16,-3 2-16,-12-1 15,-12 2-15,-9-1 16,-10 0-16,-11-4 16,0 0-16,0 0 15,-32 8-15,-43-9 16,-16-8-16,7-1 16,2-1-1,3-1-15,13 4 16,13 0-16,16 4 15,13 0-15,9 3 16,15 1-16,0 0 16,0 0-16,0 0 15,52-1-15,5 1 16,0 0 0,-5-1-16,-2 1 15,-7 0-15,-7 0 16,-11 0-16,-8 0 15,-7 0-15,-10 0 16,0 0-16,0 0 16</inkml:trace>
  <inkml:trace contextRef="#ctx0" brushRef="#br0" timeOffset="196281.25">12156 8128 0,'0'0'0,"0"0"0,-4 0 0,4 0 16,-11-5-16,11 5 15,-15-7-15,15 7 16,-13-10-16,7 3 16,0-1-16,-1 0 15,0 1-15,0-2 16,0 1 0,0 1-16,7 7 15,-12-8-15,12 8 16,-10-4-16,10 4 15,0 0-15,-11-1 16,11 1-16,0 0 16,0 0-16,-10 1 15,10-1-15,0 0 16,0 0-16,0 0 16,0 0-16,0 0 15,11 2 1,14 1-1,15-3 1,9-6-16,1-1 16,-9 2-16,-1-2 15,1 1-15,0 1 16,-1-1-16,-3 3 16,3 1-16,1 2 15,-2 1 1,-1 1-16,-5-2 15,-1 1-15,-2 0 16,-1 2-16,-3 2 16,-4-1-16,-5 0 15,-3-1-15,-2 0 16,-12-3-16,13 3 16,-13-3-16,0 0 15,0 0-15,0 0 16,0 0-1,0 0-15,0 0 16,0 0-16,0 0 16,0 0-16,0 0 15,0 0-15,0 0 16,0 0-16,-29 7 16,-11-10-16,-1 1 15,4 0 1,-2-1-16,1 0 15,1 3-15,5 1 16,0 0-16,1 0 16,0 0-16,2 0 15,2 0-15,1-1 16,-1 1-16,-2 0 16,1-1-16,2 2 15,3-2-15,5 0 16,2 2-1,6-2-15,10 0 16,-10 0-16,10 0 16,0 0-16,0 0 15,0 0-15,0 0 16,0 0-16,0 0 16,0 0-16,0 0 15,33 1 1,1 1-16,8 3 15,2 0-15,5 1 16,-3 0-16,-4-2 16,3 1-16,-3 0 15,-1-2-15,-3-3 16,-6-1-16,-1 0 16,1 0-16,-1 0 15,-6 0-15,-5 0 16,-6 1-1,-5 0-15,-9 0 16,12 0-16,-12 0 16,0 0-16,0 0 15,0 0-15,0 0 16,0 0-16,0 0 16,10 0-16,-10 0 15,0 0-15,0 0 16,0 0-1,0 0-15,0 0 16,0 0-16,0 0 16,0 0-16,0 0 15,0 0-15,0 0 16,0 0-16,0 0 16,0 0-16,0 0 15,0 0-15,0 0 16,0 0-16,0 0 15,0 0 1,0 0-16,0 0 16,0 0-16,0 0 15,0 0-15,0 0 16,0 0-16,0 0 16,0 0-16,0 0 15,0 0 1,0 0-16,0 0 0,0 0 15,0 0 1,0 0-16,0 0 16,0 0-16,0 0 15,0 0-15,0 0 16,0 0-16,0 0 16,0 0-16,0 0 15,0 0-15,0 0 16,0 0-16,0 0 15,0 0 1,0 0-16,0 0 16,0 0-16,0 0 15,0 0-15,0 0 16,0 0-16,0 0 16,0 0-16,0 0 15,0 0-15,0 0 16,0 0-1,0 0-15,0 0 16,0 0-16,0 0 16,0 0-16,0 0 15,0 0-15,0 0 16,0 0-16,0 0 16,0 0-16,0 0 15,0 0-15,0 0 16,0 0-16</inkml:trace>
  <inkml:trace contextRef="#ctx0" brushRef="#br0" timeOffset="200448.48">12528 6372 0,'0'0'0,"0"0"16,-2 2-16,2-2 15,0 0-15,0 0 16,0 0-16,0 0 16,-10 6-16,10-6 15,0 0-15,0 0 16,0 0-16,0 0 15,0 0-15,0 0 16,0 0 0,13 8-16,14-5 15,6-1-15,0 0 16,-2-2-16,3 0 16,4 0-16,2 0 15,0 0-15,2 0 16,1 0-16,4 0 15,-1 2 1,1 0-16,1 1 16,-1 0-16,-1-1 15,1 0-15,1 0 16,2 1-16,-1 0 16,0 1-16,3-1 15,-1 1-15,2-1 16,0 0-16,0 0 15,-2 1-15,4-1 16,-3-1-16,2 0 16,2 0-1,-3-1-15,1 1 16,-2 0-16,2-1 16,0 1-16,3 0 15,2-1-15,-2 1 16,2 2-16,-2 1 15,-2-1-15,2 2 16,-3-1 0,1 1-16,-3-1 15,-2-1-15,0 2 16,-3-2-16,-1-1 16,0 2-16,-4-2 15,0 0-15,-4 1 16,0-1-16,0 0 15,-1 0-15,-3-1 16,-1 1 0,-3-1-16,-2 0 15,-1-1-15,0 1 16,-4-2-16,-4 1 16,-6 0-16,-3-1 15,-10 0-15,0 0 16,12 0-16,-12 0 15,0 0-15,0 0 16,0 0-16,-34-4 16,-20-3-1,-15 1-15,-5-1 16,-13-1-16,-6-1 16,-7 0-16,-10 0 15,2 0-15,-10-1 16,3 1-16,-7-1 15,4 0-15,2 1 16,2 0-16,4 1 16,0 0-1,4 1-15,5-1 16,9 2-16,-2-1 16,10 2-16,2 1 15,3 2-15,10 3 16,3 2-16,8-1 15,8 0-15,7-1 16,6 1-16,7-1 16,2 0-16,5 1 15,3-1 1,4 1-16,4-1 16,12-1-16,-11 1 15,11-1-15,0 0 16,0 0-16,0 0 15,0 0-15,0 0 16,0 0-16,0 0 16,0 0-1,0 0-15,19 0 16,27 0-16,14 0 16,4 0-16,8 0 15,3 0-15,8 1 16,4 1-16,2 3 15,1 1-15,4 2 16,3 1-16,-1-1 16,4 0-16,-2 0 15,2 0 1,-9-4-16,4-1 16,-5-1-16,6-1 15,-4 0-15,-6 0 16,-5-1-16,-6 1 15,-2 0-15,-6 0 16,-3 0-16,-5 0 16,-4-1-16,-3 1 15,-4 0 1,-3-1-16,-3 1 16,-3 2-16,-5 0 15,-2 0-15,-3 1 16,-5-1-16,-4-1 15,-6 0-15,-4-1 16,-10-1-16,13 1 16,-13-1-16,0 0 15,0 0 1,10 4-16,-10-4 16,0 0-16,0 0 15,0 0-15,0 0 16,0 0-16,0 0 15,0 0-15,0 0 16,0 0-16,0 0 16,0 0-16,10 0 15,-10 0 1,0 0-16,0 0 16,0 0-16,0 0 15,0 0-15,0 0 16,0 0-16,0 0 15,0 0-15,0 0 16,0 0-16,0 0 16,0 0-16,0 0 15,0 0 1,0 0-16,0 0 16,0 0-16,0 0 15,0 0-15,0 0 16,0 0-16,0 0 15,0 0-15,0 0 16,0 0-16,0 0 16,0 0-16,0 0 15,0 0 1,0 0-16,0 0 16,0 0-16,0 0 15,0 0-15,6 7 16,-6-7-16,0 0 15,0 0-15,0 0 16,0 0-16,0 0 16,0 0-16,0 0 15,0 0 1,0 0-16,0 0 16,0 0-16,0 0 15,0 0-15,0 0 16,0 0-16,0 0 15,0 0-15,0 0 16,0 0-16,0 0 16,0 0-16,0 0 15,0 0-15,0 0 16,0 0 0,0 0-16,0 0 15,0 0-15,0 0 16,0 0-16,0 0 15,0 0-15,0 0 16,0 0-16,0 0 16,0 0-16,0 0 15,0 0 1,0 0-16,0 0 16,0 0-16,0 0 15,0 0-15,0 0 16,0 0-16,0 0 15,0 0-15,0 0 16,0 0-16,0 0 16,0 0-16,0 0 15,0 0 1,0 0-16,0 0 16,0 0-16,0 0 15,0 0-15,0 0 16,0 0-16,0 0 15,0 0-15,0 0 16,0 0-16,0 0 16,0 0-16,0 0 15,0 0 1,0 0-16,0 0 16,0 0-16,0 0 15,0 0-15,0 0 16,0 0-16,0 0 15,0 0-15,0 0 16,0 0-16,0 0 16,0 0-16,0 0 15,0 0-15,0 0 16,0 0 0,0 0-16,0 0 15,0 0-15,0 0 16,0 0-16,0 0 15,0 0-15,0 0 16,0 0-16,0 0 16,0 0-16,0 0 15,0 0-15,0 0 16,0 0 0,0 0-16,0 0 15,0 0-15,0 0 16,0 0-16,0 0 15,0 0-15,0 0 16,0 0-16,0 0 16,0 0-16,0 0 15,0 0-15,0 0 16,0 0 0,0 0-16,0 0 15,0 0-15,0 0 16,0 0-16,0 0 15,0 0-15,0 0 16,0 0-16,0 0 16,0 0-16,0 0 15,0 0-15,0 0 16,0 0 0,0 0-16,0 0 15,0 0-15,0 0 16,0 0-16,0 0 15,0 0-15,0 0 16,0 0-16,0 0 16,0 0-16,0 0 15,0 0 1,0 0-16,0 0 16,0 0-16,0 0 15,0 0-15,0 0 16,0 0-16,0 0 15,0 0-15,0 0 16,0 0-16,0 0 16,0 0-16,0 0 15</inkml:trace>
  <inkml:trace contextRef="#ctx0" brushRef="#br0" timeOffset="203164.91">12054 7402 0,'0'0'0,"0"0"0,0 0 16,3 2-16,-3-2 15,0 0-15,17 1 16,-4-2-16,2-1 16,5-1-16,5-1 15,3 0-15,3-1 16,-3 1-1,0 0-15,1 0 16,4 0-16,-1-1 16,-4 3-16,-4-2 15,-2 1-15,-3 1 16,1 0 0,-1 0-16,-2 0 0,0 0 15,-3 1 1,1-1-16,-6 2 15,-9 0-15,14-2 16,-14 2-16,0 0 16,0 0-16,0 0 15,10 0-15,-10 0 16,0 0-16,0 0 16,0 0-16,0 0 15,0 0 1,0 0-16,0 0 15,0 0-15,0 0 16,10 0-16,-10 0 16,0 0-16,0 0 15,0 0-15,0 0 16,0 0-16,0 0 16,0 0-16,0 0 15,0 0 1,0 0-16,0 0 15,0 0-15,0 0 16,0 0-16,0 0 16,0 0-16,0 0 15,0 0-15,0 0 16,0 0-16,0 0 16,0 0-16,0 0 15,0 0 1,0 0-16,0 0 15,0 0-15,0 0 16,0 0-16,0 0 16,0 0-16,0 0 15,0 0-15,0 0 16,0 0-16,0 0 16,0 0-16,0 0 15,0 0 1,0 0-16,0 0 15,0 0-15,0 0 16,0 0-16,0 0 16,0 0-16,0 0 15,0 0-15,0 0 16,0 0-16,0 0 16,0 0-16,0 0 15,0 0-15,0 0 16,0 0-1,0 0-15,0 0 16,0 0-16,0 0 16,0 0-16,0 0 15,0 0-15,0 0 16,0 0-16,0 0 16,0 0-16,0 0 15,0 0-15,0 0 16,0 0-1,0 0-15,0 0 16,0 0-16,0 0 16,0 0-16,0 0 15,0 0-15,0 0 16,0 0-16,0 0 16,0 0-16,0 0 15,0 0 1,0 0-16,0 0 15,0 0-15,0 0 16,0 0-16,0 0 16,0 0-16,0 0 15,0 0-15,0 0 16,0 0-16,0 0 16,0 0-16,0 0 15,0 0 1,0 0-16,0 0 15</inkml:trace>
  <inkml:trace contextRef="#ctx0" brushRef="#br0" timeOffset="206697.89">15171 6552 0,'0'0'15,"0"0"-15,0 0 16,0 0-16,0 0 16,0 0-16,0 0 15,0-1-15,0 1 16,0 0-16,10-4 15,20-2-15,32 4 16,9 3 0,-9 1-16,-2 1 0,-2 0 15,2 0 1,-6-2-16,-10 1 16,-14-2-16,-10 0 15,-6 0-15,-14 0 16,13 0-16,-13 0 15,0 0-15,0 0 16,0 0-16,0 0 16,0 0-16</inkml:trace>
  <inkml:trace contextRef="#ctx0" brushRef="#br0" timeOffset="208130.87">15305 7552 0,'0'0'0,"0"0"15,0 0-15,0 1 16,0-1-16,0 0 15,0 0-15,19 10 16,14-5-16,22 2 16,6-5-16,-5 0 15,5-3 1,-1-1-16,-9 1 16,-13-1-16,-12 1 15,-26 1-15,0 0 16,10 0-16,-10 0 15,0 0-15,0 0 16,0 0-16,0 0 16,0 0-16,0 0 15,-12 0-15,-22 0 16,-13-2 0,0-4-16,3 1 15,7-1-15,11 4 16,8-1-16,7 1 15,11 2-15,-11-1 16,11 1-16,0 0 16,0 0-16,0 0 15,0 0-15,0 0 16,2-9 0,19 3-16,30-2 15,16 7-15,-20 1 16,-13 0-16,-12 0 15,-6 0-15,-6 0 16,-10 0-16,0 0 16,0 0-16,0 0 15,0 0-15,0 0 16,0 0 0,0 0-16,0 0 15,4 6-15,-4-6 16,-19 6-16,4-4 15,-1-1-15,3-1 16,2-1-16,11 1 16,-11-1-16,11 1 15,0 0-15,0 0 16,0 0 0,-9-3-16,9 3 15,0 0-15,0 0 16,0 0-16,0 0 15,0 0-15,0 0 16,-1-6-16,1 6 16,0 0-16,0 0 15,0 0-15,0 0 16,0 0-16,0 0 16,0 0-1,0 0-15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05T11:53:20.096"/>
    </inkml:context>
    <inkml:brush xml:id="br0">
      <inkml:brushProperty name="width" value="0.05292" units="cm"/>
      <inkml:brushProperty name="height" value="0.05292" units="cm"/>
      <inkml:brushProperty name="color" value="#EE0000"/>
    </inkml:brush>
  </inkml:definitions>
  <inkml:trace contextRef="#ctx0" brushRef="#br0">4213 6179 0,'0'0'0,"0"0"16,0 0-16,0 0 15,4 1-15,-4-1 16,12 6-16,0-1 15,5 4-15,4 3 16,5 1-16,-1 0 16,0-2-16,0 0 15,1-2-15,3 0 16,0-3-16,0-1 16,0-1-1,2-3-15,1 1 16,1-2-16,1 0 15,2 0-15,2-2 16,0 1-16,0 0 16,2-2-16,1 0 15,2-1-15,1 0 16,-1 0-16,0-2 16,-2 1-1,-1 1-15,1-1 16,-3 1-16,0 0 15,0 1-15,-1-1 16,-1 1-16,0 1 16,-1-1-16,0 1 15,-1-1-15,0 1 16,-1 0-16,-3 0 16,2 1-1,1 1-15,-1 0 16,-1 0-16,-3 0 15,-3 0-15,-3 0 16,-2 1-16,-1 0 16,-2 0-16,-3 0 15,-2-1-15,-12 0 16,15 2 0,-15-2-16,0 0 15,13 2-15,-13-2 16,0 0-16,0 0 15,0 0-15,0 0 16,0 0-16,10 7 16,-10-7-16,0 0 15,0 0-15,0 0 16,0 0-16,0 0 16,0 0-1,0 0-15,0 0 16,0 0-16,0 0 15,0 0-15,0 0 16,0 0-16,0 0 16,0 0-16,0 0 15,0 0-15,0 0 16,0 0-16,0 0 16,0 0-1,0 0-15,0 0 16,0 0-16,0 0 15,0 0-15,0 0 16,0 0-16,0 0 16,0 0-16,0 0 15,0 0-15,0 0 16,0 0-16,0 0 16,0 0-1,0 0-15,0 0 16,0 0-16,0 0 15,0 0-15,0 0 16,0 0-16,0 0 16,0 0-16,0 0 15,0 0-15,0 0 16,0 0-16,0 0 16,0 0-16,0 0 15,0 0 1,0 0-16,0 0 15,0 0-15,0 0 16,0 0-16,0 0 16,8 6-16,-8-6 15,0 0-15,0 0 16,0 0-16,0 0 16,0 0-1,0 0-15,0 0 16,0 0-16,0 0 15,0 0-15,0 0 16,0 0-16,0 0 16,0 0-16,0 0 15,0 0-15,0 0 16,0 0-16,0 0 16,0 0-1,0 0-15,0 0 16,0 0-16,0 0 15,0 0-15,7 7 16,-7-7-16,0 0 16,0 0-16,0 0 15,0 0-15,0 0 16,0 0-16,0 0 16,0 0-16,0 0 15,0 0 1,0 0-16,0 0 15,0 0-15,0 0 16,0 0-16,0 0 16,0 0-16,0 0 15,0 0-15,0 0 16,0 0-16,0 0 16,0 0-1,0 0-15,0 0 16,0 0-16,0 0 15,10 4-15,-10-4 16,0 0-16,0 0 16,0 0-16,0 0 15,0 0-15,0 0 16,0 0-16,0 0 16,0 0-16,0 0 15,0 0 1,0 0-16,0 0 15,0 0-15,0 0 16,0 0-16,0 0 16,0 0-16,0 0 15,0 0-15,0 0 16,0 0-16,0 0 16,0 0-16,0 0 15,0 0 1,0 0-16,0 0 15,0 0-15,0 0 16,0 0-16,0 0 16,0 0-16,0 0 15,0 0-15,0 0 16,0 0-16,0 0 16,0 0-16,0 0 15,0 0-15,0 0 16,0 0-1,0 0-15,0 0 16,0 0-16,0 0 16,0 0-16,0 0 15,0 0-15,10 3 16,-10-3-16,0 0 16,0 0-16,0 0 15,0 0 1,0 0-16,0 0 15,0 0-15,0 0 16,0 0-16,0 0 16,0 0-16,0 0 15,0 0-15,0 0 16,0 0-16,0 0 16,0 0-16,0 0 15,0 0-15,0 0 16,0 0-16,0 0 15,0 0 1,0 0-16,0 0 16,0 0-16,0 0 15,0 0-15,0 0 16,0 0-16,0 0 16,0 0-16,0 0 15,0 0-15,0 0 16,0 0-1,0 0-15,0 0 16,0 0-16,0 0 16,0 0-16,0 0 15,0 0-15,0 0 16,0 0-16,0 0 16,0 0-16,0 0 15,0 0-15,0 0 16,0 0-1,0 0-15,0 0 16,0 0-16,0 0 16,0 0-16,0 0 15,0 0-15,0 0 16,0 0-16,0 0 16,0 0-16,0 0 15,0 0 1,0 0-16,0 0 15,0 0-15,0 0 16,0 0-16,0 0 16,0 0-16,0 0 15,0 0-15,0 0 16,0 0-16,0 0 16,0 0-16,0 0 15,0 0-15,0 0 16,0 0-16,0 0 15,0 0 1,0 0-16,0 0 16,0 0-16,0 0 15,0 0-15,0 0 16,0 0-16,0 0 16,0 0-16,0 0 15,0 0-15,0 0 16,0 0-16,0 0 15,0 0 1,0 0-16,0 0 16,0 0-16,0 0 15,0 0-15,0 0 16,0 0-16,0 0 16,0 0-16,0 0 15,0 0-15,0 0 16,0 0-16,0 0 15,0 0 1,0 0-16,0 0 16,0 0-16,0 0 15,0 0-15,0 0 16,0 0-16,0 0 16,0 0-16,0 0 15,0 0-15,15-14 16</inkml:trace>
  <inkml:trace contextRef="#ctx0" brushRef="#br0" timeOffset="13898.96">5565 6294 0,'0'0'0,"0"0"0,0 0 0,0 0 0,0 0 15,0 0-15,0 0 16,4 3-16,-4-3 16,21 14-16,-3-3 15,7 1-15,9-3 16,5-1 0,2-1-16,5-3 15,6-1-15,6-2 16,5-2-16,7-1 15,3-1-15,10-1 16,3 0-16,4 0 16,3 0-16,4 0 15,0-1-15,5-1 16,2 1-16,5-2 16,2 0-16,2 1 15,-2-1 1,2 1-16,-2-1 15,0 1-15,1 3 16,-1 1-16,0 4 16,1 1-16,-4 1 15,-4 1-15,-1 1 16,-7 0-16,-1 0 16,-5-1-16,0 0 15,-3 0 1,-2-1-16,-3 1 15,-4-3-15,-4 2 16,-3 0-16,-5-2 16,0 1-16,-4 0 15,-1 0-15,-2-1 16,-2 0-16,-5 1 16,-2-1-1,-6-2-15,-4-1 16,0 0-16,-3-2 15,-2 1-15,-5 0 16,-2-2-16,1 0 16,-3 1-16,-4-2 15,-1 2-15,-3 1 16,-3-1-16,-4 1 16,-11 2-1,12-2-15,-12 2 16,0 0-16,0 0 15,10 0-15,-10 0 16,0 0-16,0 0 16,0 0-16,0 0 15,0 0-15,0 0 16,0 0-16,0 0 16,0 0-1,0 0-15,0 0 16,4-10-16,-7 3 15,1-4-15,0-1 16,-1-2-16,-1 2 16,2 0-16,-1-1 15,-1 3-15,2 2 16,2 8-16,-2-10 16,2 10-1,0 0-15,0 0 16,0 0-16,0 0 15,0 0-15,0 0 16,-11-1-16,-3 7 16,-3 1-16,0 2 15,0 1-15,2-1 16,5-2-16,10-7 16,-13 10-16,13-10 15,0 0 1,-8 7-16,8-7 15,0 0-15,0 0 16,0 0-16,0 0 16,0 0-16,0 0 15,11-14-15,4-2 16,3 2-16,2 0 16,0 4-16,-1 1 15,-3 5 1,-2 1-16,-4 3 15,0 2-15,-10-2 16,18 10-16,-8 1 16,-2 2-16,0 2 15,-3-2-15,0-1 16,-2-2-16,0-1 16,0 0-16,-1-3 15,-2-6-15,2 9 16</inkml:trace>
  <inkml:trace contextRef="#ctx0" brushRef="#br0" timeOffset="15133.24">10928 4495 0,'0'0'0,"0"0"15,0 0-15,0 0 16,0-1-16,0 1 16,0 0-16,0 0 15,0 0-15,20-5 16,17-2-16,14-1 15,2-1 1,5 2-16,3 0 16,3 0-16,2 2 15,-5 0-15,-2 3 16,-6 0-16,-2 0 16,-5 1-16,-4 0 15,-6 1-15,-4 0 16,-5 0-1,-7 0-15,-6 0 16,-14 0-16,14 0 16,-14 0-16,0 0 15,0 0-15,0 0 16,0 0-16,5-8 16,-12-4-16,-9-1 15,-3-2 1,1 4-16,3 2 15,5 5-15,10 4 16,-12-5-16,12 5 16,0 0-16,0 0 15,0 0-15,0 0 16,0 0-16,0 0 16,6 13-16,13 0 15,6 4-15,2-2 16,-2 0-1,-6-4-15,-3-1 16,-4 0-16,-4 4 16,-7 7-16,-6 2 15,-9 4-15,-7 1 16,-2-1-16,-1-2 16,5-5-16,4-4 15,2-2-15,5-8 16</inkml:trace>
  <inkml:trace contextRef="#ctx0" brushRef="#br0" timeOffset="15799.62">12125 4260 0,'0'0'0,"7"-4"0,5-2 16,19-11-16,14 3 15,1 6-15,-1 6 16,-4 6-16,-5 4 16,-7 1-16,-7 2 15,-5 1-15,-4 3 16,-7 0-16,-3 5 15,-8 4 1,-9 2-16,-7 3 16,-7 1-16,1-3 15,3-5-15,5-6 16,5-3-16,3-3 16,3-3-16,4 1 15,4 3-15,6 4 16,10 7-16,10 5 15,10 3 1,2-4-16,-2-1 16,-1-2-16,-3-3 15,-4-2-15,-5-4 16,-9-3-16,-7 1 16,-4-1-16,-3 1 15,-9 2-15,-11 3 16,-9 0-16,-6-8 15,0-4-15,7-6 16,4-6-16,5-10 16</inkml:trace>
  <inkml:trace contextRef="#ctx0" brushRef="#br0" timeOffset="16099.9">12804 4353 0,'0'0'0,"4"1"0,-4-1 0,0 0 16,23 14-16,2 7 15,3 6-15,2 8 16,-1 3-16,-1 0 15,-5-4 1,-2-3-16,-2-2 16,-2-4-16,-5-5 15,-3-7-15,1-3 16,-10-10-16</inkml:trace>
  <inkml:trace contextRef="#ctx0" brushRef="#br0" timeOffset="16333.14">13002 4404 0,'0'0'0,"0"0"16,-2 3-16,-7 8 15,-11 9-15,-6 9 16,-3 2-16,0 0 15,2-2-15,4-1 16,-1-3 0,2-2-16,4-4 15,5-5-15,5-8 16</inkml:trace>
  <inkml:trace contextRef="#ctx0" brushRef="#br0" timeOffset="16900.23">13297 4363 0,'0'0'0,"0"0"15,7-1-15,10-2 16,17 0-16,4-2 15,-6 4 1,-3 7-16,-4 3 16,-2 3-16,-7 1 15,-4 1-15,-6 1 16,-8 3-16,-10 2 16,-9 7-16,-7-1 15,-3-5-15,0-3 16,3-6-16,6-5 15,6-2-15,6-1 16,10-4 0,-11 3-16,11-3 15,0 9-15,9 4 16,6 8-16,11 3 16,2-2-16,1 1 15,0-2-15,-3-1 16,-4-4-16,-9-6 15,-5-3-15,-8-7 16,7 8 0,-7-8-16,-22 13 0,-17-4 15,-14-2-15,-5-7 16,-4-1 0,0-3-16,4-3 15,5 0-15,4 0 16,3-1-16,1-1 15</inkml:trace>
  <inkml:trace contextRef="#ctx0" brushRef="#br0" timeOffset="21816.34">11855 5128 0,'0'0'0,"0"0"0,0 0 16,7 0-16,12 3 15,24 2-15,14-2 16,11-3-16,10-1 16,4-3-16,12 1 15,6-3-15,1 0 16,5 0-16,1 0 16,5 0-1,3-1-15,1 0 16,1 0-16,-5-1 15,2-2-15,-8 1 16,-1-2-16,-5-3 16,-10-5-16,-2-6 15,-6-4 1,-7-7-16,-13 0 0,-6-3 16,-9-8-1,-6-2-15,-7-4 16,-11 0-16,-8-3 15,-7-2-15,-10-4 16,-10 0-16,-7-1 16,-9 2-16,-10 0 15,-7-1-15,-11 2 16,-10 1-16,-6 6 16,-6 2-1,-8 4-15,0 7 16,-8 5-16,-1 4 15,-3 9-15,-4 0 16,3 10-16,-6 4 16,2 5-16,-3 6 15,1 7-15,-2 5 16,8 4 0,-3 3-16,7 6 15,4 6-15,2 5 16,13 0-16,-2 3 15,9-2-15,3 5 16,4 2-16,10 1 16,5 5-16,9 0 15,9 6-15,8 4 16,8 2-16,7 3 16,9 3-16,7 3 15,8 2 1,8 0-16,8 0 15,5-6-15,8 2 16,6-8-16,7-2 16,9-7-16,2-8 15,1-9-15,8-6 16,-9-10-16,4-7 16,-4-8-1,-8-5-15,-2-5 16,-6-2-16,-6-4 15,-4-2-15,-10 1 16,-8 1-16,-5 1 16,-8 2-16,-3 2 15,-11 4-15,11-5 16,-11 5-16,0 0 16,0 0-1,0 0-15,0 0 16,0 0-16,0 0 15,0 0-15,0 0 16,0 0-16,0 0 16,0 0-16,0 0 15,0 0-15,0 0 16,0 0-16,0 0 16,0 0-1,0 0-15,0 0 16,0 0-16,0 0 15,0 0-15,0 0 16,0 0-16,0 0 16,0 0-16,0 0 15,0 0-15,0 0 16,0 0-16,0 0 16,0 0-16,0 0 15,7 9 1,-7-9-16,-1 6 15,1-6-15,-2 8 16,2-8-16,-2 7 16,2-7-16,-3 6 15,3-6-15,0 0 16,-2 9-16,2-9 16,0 0-1,-3 6-15,3-6 16,0 0-16,0 0 15,0 0-15,0 0 16,-2 7-16,2-7 16,0 0-16,0 0 15,0 0-15,0 0 16,0 0-16,0 0 16,0 0-16,0 0 15,0 0 1,0 6-16,0-6 15,0 0-15,0 0 16,0 0-16,0 0 16,0 0-16,0 0 15,0 0-15,0 0 16,0 0-16,0 0 16,0 0-16,0 0 15,0 0 1,0 0-16,0 0 15,0 0-15,0 0 16,0 0-16,0 0 16,0 0-16,0 0 15,0 0-15,0 0 16,0 0-16,0 0 16,0 0-16,0 0 15,0 0-15,0 0 16,0 0-1,0 0-15,0 0 16,0 0-16,0 0 16,0 0-16,0 0 15,0 0-15,0 0 16,0 0-16,0 0 16,0 0-16,0 0 15,0 0 1,0 0-16,0 0 15,0 0-15,0 0 16,0 0-16,0 0 16,0 0-16,0 0 15,0 0-15,0 0 16,0 0-16,0 0 16,0 0-16,0 0 15,0 0-15,0 0 16,0 0-1,0 0-15,0 0 16,0 0-16,0 0 16,0 0-16,0 0 15,0 0-15,0 0 16,0 0-16,0 0 16,0 0-16,0 0 15,0 0 1,0 0-16,0 0 15,0 0-15,1-9 16,-1 9-16,0-14 16,-1 7-16,1 7 15</inkml:trace>
  <inkml:trace contextRef="#ctx0" brushRef="#br0" timeOffset="22433.06">10797 5684 0,'0'0'0,"0"0"0,0 0 0,3 0 0,-3 0 16,0 0-16,0 0 16</inkml:trace>
  <inkml:trace contextRef="#ctx0" brushRef="#br0" timeOffset="25183.03">9968 5305 0,'0'0'0,"0"0"0,0 0 16,0 0-16,0 0 16,0 0-16,0 0 15,0 0-15,0 0 16,0 0-16,0 0 15,0 0-15,0 0 16,4-1-16,-4 1 16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05T11:53:56.845"/>
    </inkml:context>
    <inkml:brush xml:id="br0">
      <inkml:brushProperty name="width" value="0.05292" units="cm"/>
      <inkml:brushProperty name="height" value="0.05292" units="cm"/>
      <inkml:brushProperty name="color" value="#EE0000"/>
    </inkml:brush>
  </inkml:definitions>
  <inkml:trace contextRef="#ctx0" brushRef="#br0">7662 3867 0,'0'0'0,"0"0"0,0 0 16,0 0-16,0 0 16,0 0-16,0 0 15,0 0-15,-6 1 16,6-1-16,-18 2 16</inkml:trace>
  <inkml:trace contextRef="#ctx0" brushRef="#br0" timeOffset="1516.94">6335 3631 0,'0'0'0,"0"0"16,0 0-16,0 0 16,0 0-16,0 0 15,2 4-15,-2-4 16,14 16-1,-3-4-15,3 3 16,3 2-16,2-1 16,2 1-16,1-1 15,1 0-15,1 0 16,3 1-16,2 1 16,2 1-16,5 1 15,0-2 1,2-2-16,-1-1 15,5 0-15,3-2 16,3-1-16,0-1 16,0-1-16,1-3 15,0 1-15,2-2 16,1-2-16,0 0 16,5-2-16,0-1 15,4-2-15,1 0 16,-3-2-16,4 1 15,-5-1 1,1 0-16,0-2 16,2 0-16,1-1 15,-2 0-15,1-1 16,-7 0-16,1-2 16,-5 1-16,-4 0 15,-6 1-15,-3-1 16,-1 0-16,-2 0 15,-2-1 1,-3 1-16,-3 0 16,-1 1-16,-2 0 15,-2-1-15,0 1 16,0-1-16,-1 0 16,1-1-16,-1 0 15,0 0-15,-1 0 16,0-1-16,-2 0 15,1 0 1,0 1-16,-1 0 16,0-1-16,-3 2 15,-1 1-15,-13 7 16,16-9-16,-16 9 16,0 0-16,10-5 15,-10 5-15,0 0 16,0 0-1,0 0-15,0 0 16,0 0-16,0 0 16,0 0-16,0 0 15,0 0-15,0 0 16,0 0-16,0 0 16,0 0-16,0 0 15,0 0-15,0 0 16,0 0-16,0 0 15,0 0 1,0 0-16,0 0 16,0 0-16,0 0 15,0 0-15,0 0 16,0 0-16,0 0 16,-23-9-16,-27-3 15,-16-1 1</inkml:trace>
  <inkml:trace contextRef="#ctx0" brushRef="#br0" timeOffset="3566.58">8823 3667 0,'0'0'0,"0"0"15,0 0-15,-3 1 16,3-1-16,-21 5 15,1-1-15,-3 0 16,2 0-16,-1-1 16,-1 0-1,-1 1-15,-1-1 16,-2 1-16,1-2 16,5 1-16,5-2 15,5 0-15,11-1 16,-13 1-16,13-1 15,0 0-15,0 0 16,0 0 0,0 0-16,0 0 15,17 10-15,16-7 16,4-6-16,0 0 16,-3-1-16,-3 1 15,-3 0-15,-6 0 16,-4 1-16,-4 2 15,-4 0-15,-10 0 16,19 9-16,-12 2 16,1 4-1,-2 6-15,-3 2 16,-2 4-16,-3 0 16,-5 2-16,-3 1 15,-1 1-15,-4-2 16,1-1-16,-2-2 15,1-3-15,-1-1 16,2-3-16,1-2 16,0-1-1,2 0-15</inkml:trace>
  <inkml:trace contextRef="#ctx0" brushRef="#br0" timeOffset="119899.17">5863 4752 0,'0'0'0,"0"0"0,0 0 0,0 0 16,0 0-16,0 0 16,0 1-16,0-1 15,9 8-15,7 0 16,20 2-16,9-4 16,6 0-1,5-3-15,8-4 16,4-3-16,2 0 15,-2 2-15,0-2 16,-2 2-16,-3 4 16,0 3-16,-2 0 15,0 1-15,-1 1 16,-3-1-16,-1-1 16,-3 0-16,-1 0 15,0 0 1,0-2-16,-2-2 15,-1-2-15,-1-1 16,-3-2-16,-3 1 16,-2-2-16,-3 2 15,-4 0-15,-6 1 16,-6 0-16,-7 1 16,-14 1-1,15-2-15,-15 2 16,0 0-16,10 0 15,-10 0-15,0 0 16,0 0-16,0 0 16,0 0-16,0 0 15,0 0-15,8-6 16,-8 6-16,0 0 16,0 0-1,0 0-15,0 0 16,0 0-16,0 0 15,0 0-15,0 0 16,0 0-16,0 0 16,0 0-16,0 0 15,0 0-15,0 0 16,0 0-16,0 0 16,0 0-16,0 0 15,0 0 1,0 0-16,0 0 15</inkml:trace>
  <inkml:trace contextRef="#ctx0" brushRef="#br0" timeOffset="126481.33">3837 6583 0,'0'0'0,"0"0"0,0 0 0,0 0 16,0 0-16,4 0 16,6 0-16,15 0 15,22-2-15,11-2 16,9-2 0,5-2-16,7-1 15</inkml:trace>
  <inkml:trace contextRef="#ctx0" brushRef="#br0" timeOffset="127332.31">6923 6629 0,'0'0'0,"0"0"16,0 0-16,0 0 16,0 0-16,0 0 15,6 2-15,7 3 16,15 1-16,11 2 16,9-1-1,3-2-15,6-4 16,6 0-16,6-2 15,2-2-15,3-2 16,5-1-16,1-1 16,5 0-16,0-1 15,1 0-15,-2 1 16,-8-1 0,-2 1-16,-10 0 0,-5 2 15,-7 1 1,-9-1-16,-4 2 15,-6 0-15,-6 1 16,-7 0-16,-3 0 16,-4 1-16,1 1 15,3-1-15,2 0 16</inkml:trace>
  <inkml:trace contextRef="#ctx0" brushRef="#br0" timeOffset="128148.59">9893 6585 0,'0'0'0,"0"0"15,0 0-15,0 0 16,0 0-16,0 0 16,0 0-16,0 0 15,5 2 1,12 1-16,17 3 15,16-3-15,10-4 16,1-1-16,8-3 16,-3 1-16,5-2 15,0-2-15,-5 1 16,1 1-16,-3-1 16,-7 2-16,-1-2 15,-3 3 1,-2 0-16</inkml:trace>
  <inkml:trace contextRef="#ctx0" brushRef="#br0" timeOffset="129365.95">11328 6628 0,'0'0'0,"0"0"0,0 0 0,0 0 16,0 0-16,0 0 15,2 0-15,-2 0 16,24 2-1,11 2-15,12-1 16,8-5-16,12-6 16,12-2-16,9-1 15,2 0-15,11-2 16,12 0-16,1-2 16,15 4-16,-2 6 15,11 1-15,3 2 16,0 6-16,6 2 15,-9 3 1,6 0-16,-7-1 16,3 5-16,-11-4 15,-1 4-15,-4-2 16,-6-1-16,2 1 16,-17-9-16,0-1 15,-11-1-15,-11 0 16,-3 0-16,-15-2 15,-8 1 1,-8 0-16,-12 0 16,-6 1-16,-8 0 15,-7 0-15,-14 0 16,12 0-16,-12 0 16,0 0-16,0 0 15</inkml:trace>
  <inkml:trace contextRef="#ctx0" brushRef="#br0" timeOffset="131531.51">6543 7336 0,'0'0'0,"0"0"0,0 0 15,0 0-15,0 0 16,0 0-16,0 0 16,0 0-16,2 4 15,-2-4-15,6 15 16,1-2-16,-1 2 15,2 0-15,0-1 16,1-3 0,1 0-16,5-3 15,5-5-15,9-8 16,15-16-16,16-16 16,11-17-16,8-12 15,4-5-15,3-5 16,4-3-16,-2 3 15,3 2-15,-5 9 16,-2 4-16,-10 10 16,-4 4-1,-7 6-15,-7 6 16,-9 6-16,-5 6 16,-7 4-16,-4 3 15,-4 5-15,-6 2 16,-4 3-16,-1 1 15,-3 2-15</inkml:trace>
  <inkml:trace contextRef="#ctx0" brushRef="#br0" timeOffset="136131.19">8735 8736 0,'0'0'0,"0"0"16,0 0-16,0 0 16,0 0-16,0 0 15,0 0-15,0 0 16,0 0-16,0 0 16,0 0-16,0 0 15,0 0 1,2 2-16,-2-2 15,12 3-15,0 0 16,3-2-16,4-1 16,1-1-16,1 0 15,3-1-15,4 0 16,1-1-16,3 1 16,-1-1-1,-1 0-15,-1 1 16,0-1-16,-1 1 15,3-1-15,-1 1 16,0 0-16,-1-1 16,-2 0-16,2 1 15,2-1-15,-1 1 16,-2 0-16,-4 0 16,-2 0-16,0 0 15,1 2 1,1 0-16,0 0 15,0 2-15,-3-1 16,0 0-16,-2 1 16,0-1-16,-1 1 15,2-1-15,1 1 16,1 0-16,1-1 16,-1 1-1,-2 0-15,-2 0 16,1-1-16,2 1 15,2-1-15,1 0 16,4-1-16,0-1 16,-1 1-16,1 0 15,1 0-15,1 0 16,4-2-16,0 0 16,-1-1-16,-2 0 15,-1 1 1,3-1-16,0 1 15,1 0-15,-4 0 16,-1 1-16,2-2 16,0 2-16,2-1 15,-1 1-15,-3-1 16,-3 2-16,0-1 16,-1 0-1,2 0-15,1 0 16,0 0-16,0 1 15,-2-1-15,-1 0 16,1 1-16,2 0 16,1 0-16,1 0 15,-1 0-15,0 0 16,0 0-16,0 1 16,0-1-16,2 0 15,0 0-15,-2 0 16,2 1-1,-1-1-15,1 0 16,1 0-16,2 2 16,0 1-16,-1-1 15,0-1-15,1 2 16,3 0-16,1-1 16,1 0-16,0 1 15,0-1 1,4 1-16,-1-1 15,1 1-15,-4-2 16,1 0-16,-2-2 16,-2 0-16,-2-2 15,-8 1-15,-5 1 16,-8 0-16,-13 1 16,0 0-16,3-15 15</inkml:trace>
  <inkml:trace contextRef="#ctx0" brushRef="#br0" timeOffset="141849.41">12770 8353 0,'0'0'0,"0"0"0,0 0 16,0 0-16,0 0 15,0 0-15,0 0 16,0 0 0,0 0-16,0 0 15,1 2-15,4 7 16,5 6-16,3 5 15,0 3-15,-3-2 16,-1 1-16,-2-6 16,-2-1-16,-1-4 15,-2-3 1,-2-8-16,3 9 16,-3-9-16,14 3 15,10-6-15,19-14 16,14-4-16,10-10 15,9-4-15,10-4 16,9-7-16,1 1 16,-2 2-16,0 1 15,-11 10-15,2 2 16,0-1 0,-3 1-16,10-3 15,-12 3-15,-6 3 16,-8 3-16,-14 5 15,-8 3-15,-8 5 16,-11 1-16,-6 4 16,-6 1-16,-13 5 15,13-5-15,-13 5 16,0 0-16,0 0 16,0 0-1,0 0-15,0 0 16,0 0-16,0 0 15,0 0-15,0 0 16,0 0-16,0 0 16,0 0-16,0 0 15,0 0-15,0 0 16,0 0 0,2-16-16</inkml:trace>
  <inkml:trace contextRef="#ctx0" brushRef="#br0" timeOffset="144615.54">9861 8086 0,'0'0'0,"0"0"16,0 0-16,0 0 15,-3-3-15,3 3 16,-13-9-16,3 2 16,-1-3-16,-5 0 15,-5 0 1,-2 1-16,-6 0 15,0 2-15,0 0 16,-3 0-16,-1 0 16,-2 0-16,-1 2 15,1 0-15,-3 2 16,1 0-16,-2-1 16,-1 2-16,2 0 15,2 2 1,0 0-16,2 0 15,1 1-15,1 0 16,1 0-16,3 0 16,-3 1-16,2 0 15,-3 0-15,1-1 16,2 4-16,1 0 16,2 1-16,-1 1 15,1 0 1,-1 1-16,-1 0 15,4 3-15,2-1 16,2-1-16,2 0 16,3-1-16,-1 0 15,2 1-15,-1 1 16,0-1-16,2-1 16,0 2-1,0-1-15,1 2 16,1 0-16,1 0 15,-2 3-15,3-1 16,-1 3-16,1 1 16,1 1-16,-1 3 15,2 0-15,0 4 16,1-1-16,1 0 16,1-2-16,1 0 15,1 0-15,0 1 16,1-2-1,1-1-15,2 1 16,2 0-16,1 1 16,2 0-16,3-1 15,2 0-15,4-1 16,3 0-16,5 0 16,2-1-16,3-1 15,2 1 1,0-3-16,1-2 15,0-1-15,4-2 16,-1 0-16,1-2 16,1-2-16,-2-1 15,2-3-15,2 0 16,0-2-16,1 0 16,-1-1-16,0-1 15,2-1-15,1-3 16,-1 1-1,-1-2-15,0 1 16,0-1-16,0 1 16,-1-1-16,1 0 15,-2 1-15,0-1 16,-1 0-16,2 1 16,-2-1-16,0 0 15,2-2-15,-3-3 16,0-3-1,1-2-15,-3-1 16,1-3-16,-7 3 16,-1-3-16,-2-1 15,-2 1-15,-1-1 16,-2-1-16,-2 0 16,-4 0-16,-2 0 15,-3-1-15,-2-1 16,-2-2-1,-2-1-15,-3 1 16,-4-4-16,-2-1 16,-5-1-16,-4 0 15,-3 1-15,-2 0 16,-3-1-16,-3 3 16,-6-1-16,-4 4 15,-5 3-15,-5 1 16,-1 3-1,-4 1-15,-1 5 16,-2 4-16,-7 3 16,-1 2-16,-4 2 15,-6 5-15,-3 7 16,-12 7-16,-10 9 16,-15 12-16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05T11:56:33.344"/>
    </inkml:context>
    <inkml:brush xml:id="br0">
      <inkml:brushProperty name="width" value="0.05292" units="cm"/>
      <inkml:brushProperty name="height" value="0.05292" units="cm"/>
      <inkml:brushProperty name="color" value="#EE0000"/>
    </inkml:brush>
  </inkml:definitions>
  <inkml:trace contextRef="#ctx0" brushRef="#br0">5967 7142 0,'0'0'0,"0"0"0,0 0 0,0 0 16,0 0-16,0 0 16,0 0-16,0 0 15,0 0 1,0 1-16,0-1 16,0 0-16</inkml:trace>
  <inkml:trace contextRef="#ctx0" brushRef="#br0" timeOffset="266.37">5719 7148 0,'0'0'0,"0"0"16,0 0-16,0-2 15,0 2-15,0 0 16,0 0 0,0 0-16,0 0 15,0 0-15,0 0 16</inkml:trace>
  <inkml:trace contextRef="#ctx0" brushRef="#br0" timeOffset="532.15">5575 7177 0,'0'0'0,"0"0"0,0 0 15,0 0-15,2-2 16,-2 2-16,0 0 16,0 0-1,0 0-15,0 0 16,0 0-16</inkml:trace>
  <inkml:trace contextRef="#ctx0" brushRef="#br0" timeOffset="949.99">5245 7206 0,'0'0'0,"0"0"15,0 0-15,0 0 16,0 0-16,0 0 16,0 0-16,0 0 15,0 0 1,0 0-16,0 0 15,0 0-15,0 0 16,0 0-16,0-1 31,-2-6-31</inkml:trace>
  <inkml:trace contextRef="#ctx0" brushRef="#br0" timeOffset="1266.64">5079 7180 0,'0'0'0,"0"0"0,0 0 0,0 0 15,0 0-15,0 0 16,-3 0-16,3 0 16,0 0-16,0 0 15,0 0-15,0 0 16,0 0-16,0 0 16,0 0 15,0 0-31</inkml:trace>
  <inkml:trace contextRef="#ctx0" brushRef="#br0" timeOffset="1666.63">4849 7210 0,'0'0'0,"0"0"15,0 0-15,0 0 16,0 0-16,0 0 16,0 0-16,0 0 15,0 0 1,0 0-16,0 0 15</inkml:trace>
  <inkml:trace contextRef="#ctx0" brushRef="#br0" timeOffset="2016.64">4588 7273 0,'0'0'0,"0"0"15,0 2-15,0-2 16,0 0-16,0 0 16,0 0-16,0 0 15,0 0-15</inkml:trace>
  <inkml:trace contextRef="#ctx0" brushRef="#br0" timeOffset="2966.37">4573 7352 0,'0'0'0,"0"0"0,0 0 16,0 0-16,0 0 15,0 0-15,-1 2 16,1-2-16,0 19 16,2 0-16,2 5 15,0 0-15,0 0 16,0-3-1,-1 0-15,1-2 16,-1-2-16,1-3 16,-1-3-16,-1-3 15</inkml:trace>
  <inkml:trace contextRef="#ctx0" brushRef="#br0" timeOffset="3149.31">4834 7519 0,'0'0'0,"0"0"16,0 0-16,0 0 16,0 0-16,0 0 15,0 0-15,0 0 16,2 2-16,-2-2 15</inkml:trace>
  <inkml:trace contextRef="#ctx0" brushRef="#br0" timeOffset="3732.2">5041 7389 0,'0'0'0,"0"0"0,0 0 16,0 0-16,3 0 15,-3 0-15,0 0 16,0 0-16,0 0 16,0 0-16,0 0 15,0 0-15,0 0 16,0 11-1,-2 2-15,-2 5 16,0 3-16,-1 0 16,1 3-16,-1-1 15,4-2-15,4-1 16,1-2-16,2-1 16,2-3-16,3-3 15,4-2 1,3-2-16,10-5 31,1-6-31,-4-5 16,-5-6-16,-8 1 15,-4-6-15,-2 1 16,-2-1-16,-3 3 16,-3 4-16,-3 3 15,-4 0-15,-3 4 16,-5 0-16,-2 4 15,1 4 1,1 4-16,0 7 16,3 3-16,3 0 15,5 0-15,5-2 16,4-7-16</inkml:trace>
  <inkml:trace contextRef="#ctx0" brushRef="#br0" timeOffset="4515.75">5545 7363 0,'0'0'0,"0"0"0,0 2 15,1 4 1,1 10-16,0 7 16,-1 3-16,-1 0 15,-1-3-15,0-2 16,0-3-16,1-5 16,-1-2-16,0-4 15,1-7-15,-2 8 16,2-8-1,0 0-15,-10-1 16,1-6-16,-1-11 16,0-5-16,5-7 15,3-2-15,5 2 16,2 2-16,1 7 16,0 3-16,0 5 15,0 3-15,1 3 16,2 3-16,4 1 15,5 4 1,1 4-16,1 3 16,0 3-16,-1 0 15,0 2-15,0 0 16,-2-2-16,-2-2 16,-5-4-16,2-5 15,2-4-15,1-8 16,3-9-16,-4-4 15,-1 1 1,-4 2-16,-2 3 16,-2 4-16,-2 4 15,-1 2-15,-2 9 16,2-8-16,-2 8 16,0 0-16,0 0 15,0 0-15,0 0 16,8 7-16,-2 5 15,2 3-15,-1 2 16,0-1 0,-3 0-16,-1 0 15,-1 2-15,0-1 16,-1 3-16,-1-2 16,0-3-16,-4 4 15</inkml:trace>
  <inkml:trace contextRef="#ctx0" brushRef="#br0" timeOffset="10082.11">2025 3278 0,'0'0'0,"0"0"0,0 0 16,0 0-16,0 0 15,0 0-15,0 0 16,0 0-16,7 0 16,13 0-16,15-3 15,6 0-15,4-2 16,5-2-1,0 1-15,4-1 16,-1 1-16,3-1 16,2 2-16,5-1 15,-2 3-15,1-1 16,4 0-16,-5 0 16,4 0-16,-3 0 15,-4-1 1,-3 0-16,-2-2 15,-3 3-15,0-1 16,-3 0-16,1 0 16,-1 1-16,0-1 15,2 2-15,-1-1 16,2-1-16,0 2 16,0-1-16,-1-1 15,1 1 1,1 1-16,-1 0 15,-2 2-15,1 1 16,-1 1-16,0-1 16,-2 0-16,-2 2 15,1-1-15,-2 1 16,-3 1-16,-3-1 16,-4 1-16,-5-1 15,-2 1-15,-6-1 16,-5-2-1,-5 1-15,-10-1 16,13 1-16,-13-1 16,0 0-16,0 0 15,0 0-15,13 0 16</inkml:trace>
  <inkml:trace contextRef="#ctx0" brushRef="#br0" timeOffset="13016.33">5368 4737 0,'0'0'0,"0"0"15,0-2-15,0 2 16,0 0-16,2-10 16,0 1-16,-1-2 15,1-3-15,-3-1 16,0 2-16</inkml:trace>
  <inkml:trace contextRef="#ctx0" brushRef="#br0" timeOffset="15249.01">5283 4548 0,'0'0'0,"0"0"15,-2 0-15,2 0 16,0 0-16,0 0 15,0 0-15,-10 1 16,10-1 0,0 0-16,-6 6 15,4 3-15,-2 4 16,-1 5-16,1 2 16,1-1-16,1-4 15,0 0-15,1-1 16,1-5-16,0 0 15,0-2-15,0-7 16,2 9-16,-2-9 16,0 0-1,7 9-15,7-11 16,18-7-16,20-17 16,9-9-16,2-5 15,2-5-15,-3 1 16,-2-1-16,-3 2 15,-1 0-15,-5 3 16,-3 4-16,-4 3 16,0 3-16,-7 6 15,-1 4 1,-5 2-16,-4 5 16,-6 3-16,-3 2 15,-4 2-15,-4 2 16,-10 4-16,11-3 15,-11 3-15,0 0 16,0 0-16,0 0 16,10 1-16,-10-1 15,0 0 1,0 0-16,0 0 16,0 0-16,0 0 15,0 0-15,8 8 16,-8-8-16,0 0 15,0 0-15,0 0 16,0 0-16,0 0 16,5 7-1,-5-7-15,0 0 16,0 0-16,0 0 16,3 7-16,-3-7 15,0 0-15,0 0 16,3 8-16,-3-8 15,0 0-15,2 7 16,-2-7-16,0 0 16,0 7-16,0-7 15,0 0 1,0 8-16,0-8 16,0 0-16,1 7 15,-1-7-15,0 0 16,0 8-16,0-8 15,0 0-15,1 7 16,-1-7-16,0 0 16,0 0-1,1 7-15,-1-7 16,0 0-16,0 0 16,3 7-16,-3-7 15,0 0-15,0 0 16,0 0-16,0 7 15,0-7-15,0 0 16,0 0-16,0 0 16,0 0-16,0 0 15,1 6 1,-1-6-16,0 0 16,0 0-16,0 0 15,0 0-15,0 0 16,0 0-16,0 0 15,0 0-15,0 0 16,0 0-16,0 0 16,0 0-16,1 7 15,-1-7-15,0 0 16,0 0 0,0 0-16,0 0 15,0 0-15,0 0 16,0 0-16,0 0 15,0 0-15,0 0 16,0 0-16,0 0 16,0 0-16,0 0 15,0 0 1,0 0-16,0 0 16,0 0-16,0 0 15,0 0-15,0 0 16,0 0-16,0 0 15,0 0-15,3 6 16,-3-6-16,0 0 16,0 0-1,0 0-15,0 0 16,0 0-16,0 0 16,0 0-16,0 0 15,0 0-15,0 0 16,0 0-16,0 0 15,0 0-15,0 0 16,0 0-16,0 0 16,0 0-16,0 0 15,0 0-15,0 0 16,0 0 0,0 0-16,0 0 15,0 0-15,0 0 16,0 0-16,0 0 15,2 7-15,-2-7 16,0 0-16,0 0 16,0 0-16,0 0 15,0 0-15,0 0 16,0 0 0,0 0-16,0 0 15,0 0-15,0 0 16,0 0-16,0 0 15,0 0-15,0 0 16,0 0-16,0 0 16,0 0-16,0 0 15,0 0-15,0 0 16,0 0 0,0 0-16,0 0 15,0 0-15,2 6 16,-2-6-16,0 0 15,0 0-15,0 0 16,0 0-16,0 0 16,0 0-16,0 0 15,0 0-15,0 0 16,0 0 0,0 0-16,0 0 15,0 0-15,0 0 16,0 0-16,0-6 15,0 6-15,0 0 16,0-8-16,0 8 16,-3-8-16,3 8 15,-1-7 1,1 7-16,-2-6 16,2 6-16,-1-6 15,1 6-15,0 0 16,0-9-16,0 9 15,0 0-15,0 0 16,0-7-16,0 7 16,0 0-16,-1-7 15,1 7-15,0 0 16,-1-8 0,1 8-16,-1-10 15,1 10-15</inkml:trace>
  <inkml:trace contextRef="#ctx0" brushRef="#br0" timeOffset="17349.83">3788 5705 0,'0'0'16,"0"0"-16,0 0 0,0 0 16,0 0-1,0 0-15,5 3 16,7 4-16,9 3 15,6-3-15,6-1 16,7-4-16,6-2 16,2-3-16,5-1 15,1 0-15,6-3 16,0-1-16,2 0 16,0-1-16,2 2 15,2-2 1,0 1-16,4 0 15,-5 0-15,0 1 16,-3 1-16,-4 2 16,-7 0-16,-3 2 15,-5 0-15,-6 0 16,-2 0-16,-4 0 16,-5 2-1,-6-1-15,-6 0 16,-4 1-16,-10 0 15,10 0-15,-10 0 16,0 0-16,0 0 16,0 0-16,0 0 15,10 2-15,-10-2 16,0 0-16,0 0 16,0 0-1,0 0-15,0 0 16,0 0-16,0 0 15,0 0-15,0 0 16,0 0-16,0 0 16,0 0-16,0 0 15,0 0-15,0 0 16,0 0-16,0 0 16,0 0-16,0 0 15,0 0 1,0 0-16,0 0 15,0 0-15,0 0 16,0 0-16,0 0 16,0 0-16,0 0 15,0 0-15,8 8 16,-8-8-16,0 0 16,0 0-16,0 0 15,0 0 1,0 0-16,0 0 15,0 0-15,0 0 16,0 0-16,0 0 16,0 0-16,0 0 15,0 0-15,0 0 16,0 0-16,0 0 16,2 6-16,-2-6 15,0 0-15,0 0 16,0 0-1,0 0-15,0 0 16,0 0-16,0 0 16,0 0-16,0 0 15,0 0-15,0 0 16,0 0-16,0 0 16,0 0-16,0 0 15,0 0 1,0 0-16,0 0 15,0 0-15,0 0 16,0 0-16,0 0 16,0 0-16,0 0 15,0 0-15,0 0 16,0 0-16,0 0 16,0 0-1,0 0-15,0 0 16,0 0-16,0 0 15,0 0-15,0 0 16,0 0-16,0 0 16,0 0-16,0 0 15,0 0-15,0 0 16,0 0-16,0 0 16,0 0-16,0 0 15,0 0 1,0 0-16,0 0 15,0 0-15,0 0 16,0 0-16,0 0 16,0 0-16,0 0 15,0 0-15,1-6 16,-2-2-16</inkml:trace>
  <inkml:trace contextRef="#ctx0" brushRef="#br0" timeOffset="21350.07">1718 7221 0,'0'0'0,"0"0"0,-2-2 0,2 2 16,0 0-16,-13-4 16,13 4-16,0 0 15,-10-1-15,10 1 16,0 0-16,0 0 16,0 0-16,0 0 15,0 0-15,-3 7 16,3-7-16,11 13 15,-1-4 1,2 0-16,5-1 16,4 0-16,5 0 15,6-3-15,4-2 16,5-1-16,2-2 16,0-2-16,2 0 15,0-3-15,-1-1 16,-2-1-16,0-2 15,0-2 1,-3 1-16,-4-1 16,-5 2-16,-2 0 15,-3 0-15,0 0 16,-5 1-16,-2 1 16,-5 3-16,-3 0 15,-10 4-15,10-4 16,-10 4-1,0 0-15,0 0 16,0 0-16,0 0 16,10-5-16,-10 5 15,0 0-15,0 0 16,0 0-16,0 0 16,0 0-16,0 0 15,0 0-15,0 0 16,0 0-1,0 0-15,0 0 16,0 0-16,0 0 16,0 0-16,0 0 15,0 0-15,0 0 16,0 0-16,0 0 16,0 0-16,0 0 15,0 0-15,0 0 16,0 0-1,0 0-15,0 0 0,0 0 16,0 0 0,0 0-16,0 0 15,0 0-15,0 0 16,0 0-16,0 0 16,0 0-16,0 0 15,0 0-15,0 0 16,0 0-16,0 0 15,0 0 1,0 0-16,0 0 16,0 0-16,0 0 15,0 0-15,0 0 16,0 0-16,0 0 16,0 0-16,0 0 15,0 0-15,0 0 16,0 0-16,9 0 15,-9 0 1,0 0-16,0 0 16,0 0-16,0 0 15,0 0-15,0 0 16,0 0-16,0 0 16,0 0-16,0 0 15,0 0-15,0 0 16,0 0-16,0 0 15,0 0 1,0 0-16,0 0 16,0 0-16,0 0 15,0 0-15,0 0 16,0 0-16,10 0 16,-10 0-16,0 0 15,0 0-15,0 0 16,0 0-16,0 0 15,0 0 1,0 0-16,0 0 16,0 0-16,0 0 15,0 0-15,0 0 16,0 0-16,0 0 16,0 0-16,0 0 15,10 0-15,-10 0 16,0 0-16,0 0 15,0 0 1,0 0-16,0 0 16,0 0-16,0 0 15,0 0-15,0 0 16,0 0-16,0 0 16,0 0-16,0 0 15,0 0-15,0 0 16,0 0-16,0 0 15,0 0-15,0 0 16,0 0 0,11 0-16,-11 0 15,0 0-15,0 0 16,0 0-16,0 0 16,0 0-16,0 0 15,0 0-15,0 0 16,0 0-16,0 0 15,0 0-15,11 4 16,-11-4 0,12 5-16,1 1 15,6 1-15,3 1 16,2 2-16,1-2 16,3 0-16,0-1 15,2 0-15,-1-3 16,2 1-16,1-3 15,-4 0-15,0-1 16,-2 0 0,-2-1-16,-1 2 15,-1-1-15,0-1 16,-2 1-16,-1 0 16,-1 0-16,-2 0 15,-2 0-15,-2-1 16,-1 1-16,-11-1 15,15 1 1,-15-1-16,0 0 16,12 3-16,-12-3 15,0 0-15,0 0 16,0 0-16,0 0 16,0 0-16,0 0 15,9 1-15,-9-1 16,0 0-16,0 0 15,0 0 1,0 0-16,0 0 0,0 0 16,0 0-1,0 0-15,0 0 16,0 0-16,0 0 16,0 0-16,0 0 15,0 0-15,0 0 16,0 0-16,0 0 15,0 0-15,0 0 16,0 0 0,0 0-16,0 0 15,0 0-15,0 0 16,0 0-16,0 0 16,0 0-16,0 0 15,0 0-15,0 0 16,0 0-16,0 0 15,0 0-15,0 0 16,0 0-16,0 0 16,0 0-1,0 0-15,0 0 16,0 0-16,0 0 16,0 0-16,0 0 15,0 0-15,10 0 16,-10 0-16,0 0 15,0 0-15,0 0 16,0 0-16,0 0 16,0 0-1,0 0-15,0 0 16,0 0-16,0 0 16,0 0-16,0 0 15,0 0-15,0 0 16,0 0-16,0 0 15,0 0-15,10 0 16,-10 0-16,0 0 16,0 0-1,0 0-15,0 0 16,0 0-16,0 0 16,0 0-16,0 0 15,0 0-15,0 0 16,0 0-16,0 0 15,0 0-15,0 0 16,0 0-16,0 0 16,0 0-1,0 0-15,0 0 16,0 0-16,0 0 16,0 0-16,0 0 15,0 0-15,0 0 16,0 0-16,10 0 15,-10 0-15,0 0 16,0 0-16,0 0 16,0 0-1,0 0-15,0 0 16,0 0-16,0 0 16,0 0-16,0 0 15,0 0-15,0 0 16,0 0-16,0 0 15,0 0-15,0 0 16,0 0-16,0 0 16,0 0-16,0 0 15,0 0 1,0 0-16,0 0 16,0 0-16,10 0 15,-10 0-15,0 0 16,0 0-16,0 0 15,0 0-15,0 0 16,0 0-16,15 0 16,-3 0-1,5 0-15,6 0 16,2 0-16,3 0 16,3 0-16,3 0 15,3 0-15,-1 0 16,1 0-16,-4-1 15,2 0-15,-2-2 16,-3 0-16,-4 0 16,-5 2-1,-4-1-15,-2 1 16,-2 0-16,-13 1 16,17-1-16,-17 1 15,13-2-15,-13 2 16,11-1-16,-11 1 15,0 0-15,0 0 16,10-3-16,-10 3 16,0 0-1,0 0-15,0 0 16,0 0-16,0 0 16,0 0-16,0 0 15,0 0-15,10 0 16,-10 0-16,0 0 15,0 0-15,0 0 16,0 0-16,0 0 16,0 0-1,0 0-15,-6-6 0,1-5 16,12-26 0,34-55-16</inkml:trace>
  <inkml:trace contextRef="#ctx0" brushRef="#br0" timeOffset="22482.3">4018 5812 0,'0'0'0,"0"0"16,0 0-16,0 0 15,3 0-15,-3 0 16,0 0 0,20 6-16,3 1 15,10 1-15,10-1 16,6-2-16,4-4 15,3-4-15,2-2 16,0 0-16,5-3 16,-6-1-16,0-1 15,1 0 1,-5 0-16,-3 1 16,-5 1-16,-3 0 15,-5 2-15,-1 0 16,-5 1-16,-7 2 15,-7 0-15,-5 2 16,-12 1-16,13-2 16,-13 2-16,0 0 15,0 0 1,0 0-16,0 0 16,10-3-16,-10 3 15,0 0-15,0 0 16,0 0-16,0 0 15,0 0-15,0 0 16,0 0-16,0 0 16,0 0-16,0 0 15,0 0 1,0 0-16,-3-9 16,3 9-16,-13-16 15</inkml:trace>
  <inkml:trace contextRef="#ctx0" brushRef="#br0" timeOffset="26499.26">6119 6246 0,'0'0'0,"-8"-5"0,-3-2 15,-17-9-15,-8-3 16,-4 2-1,-4 1-15,-1 3 16,-5-1-16,1 2 16,-4 1-16,-2-1 15,-3 2-15,-2 0 16,-1 2-16,-1 0 16,0 3-16,-3 1 15,4 2 1,-5 2-16,1 1 15,-1 3-15,1 2 16,1 4-16,0 2 16,1 3-16,4 2 15,2 3-15,7 0 16,3 2-16,6 1 16,4 0-16,6 3 15,3 2 1,2 3-16,3 2 15,3 1-15,5-2 16,6-3-16,2 0 16,3-1-16,2 1 15,5 1-15,1 1 16,3 0-16,4 3 16,3-1-16,1 1 15,4 3 1,2-2-16,1 1 15,3 1-15,4-1 16,1 1-16,3 0 16,4 1-16,1-4 15,5 0-15,7-2 16,5-5-16,3-4 16,4-3-16,8-3 15,2-6-15,5-4 16,8-4-1,-3-4-15,13-2 16,2-3-16,-1-1 16,7-4-16,-6-2 15,4-1-15,-3-2 16,0 0-16,-2-3 16,-4 0-16,-2-3 15,-9-2-15,-4-3 16,-7-3-16,-10 0 15,-7-1 1,-10-4-16,-5-3 16,-8-1-16,-7-4 15,-5-1-15,-8-1 16,-6-2-16,-6 1 16,-8 0-16,-6 2 15,-5 1-15,-6 2 16,-7 2-1,-8 3-15,-5 2 16,-3 3-16,-2 4 16,-2 4-16,3-1 15,-1 3-15,3 2 16,2 0-16,0 3 16,-1 0-16,-3 2 15,-6 2 1,-5 1-16,-3 3 15,0 3-15,-5 1 16,-1 3-16,1 1 16,-1 2-16,1 3 15,6 2-15,2 0 16,5 2-16,8-1 16,7 0-1,8-1-15,10-2 0,8-1 16,4 0-1,12-4-15,-12 5 16,12-5-16,0 0 16,-11 8-16,11-8 15,0 0-15,0 0 16,-6 7-16,6-7 16,0 0-16,0 6 15,0-6-15,0 0 16,0 0-1,3 7-15,-3-7 16,0 0-16,0 0 16,0 0-16,0 0 15,0 0-15,0 0 16,3 7-16,-3-7 16,0 0-16,0 0 15,0 0-15,0 0 16,0 0-16,0 0 15,0 0 1,0 0-16,0 0 16,0 0-16,0 0 15,0 0-15,0 0 16,0 0-16,0 0 16,0 0-16,0 0 15,0 0-15,0 0 16,0 0-16,0 0 15,0 0 1,0 0-16,0 0 16,0 0-16,0 0 15,0 0-15,0 0 16,0 0-16,0 6 16,0-6-16,0 0 15,0 0-15,0 0 16,0 0-1,0 0-15,0 0 16,0 0-16,0 0 16,0 0-16,0 0 15,0 0-15,0 0 16,0 0-16,0 0 16,0 0-16,0 0 15,0 0-15,0 0 16,0 0-16,0 0 15,0 0 1,0 0-16,0 0 16,0 0-16,0 0 15,2 7-15,-2-7 16,0 0-16,0 0 16,0 0-16,0 0 15,0 0-15,0 0 16,0 0-16,0 0 15,0 0 1,0 0-16,0 0 16,0 0-16,0 0 15,0 0-15,0 0 16,0 0-16,0 0 16,0 0-16,0 0 15,0 0-15,0 0 16,0 0-16,0 0 15,0 0-15,0 0 16,0 0 0,0 0-16,0 0 15,0 0-15,4-10 16,-4 10-16,4-12 16,-1 2-16,1-3 15,2-10-15</inkml:trace>
  <inkml:trace contextRef="#ctx0" brushRef="#br0" timeOffset="31683.42">11989 6196 0,'0'0'0,"0"0"0,0 0 16,0 0-16,0 0 15,-3 1-15,3-1 16,0 0-16,0 0 15,0 0-15,0 0 16,0 0-16,0 0 16,-5 6-16,5-6 15,0 0 1,0 0-16,0 0 16,0 0-16,5 7 15,2 1-15,6-2 16,5 0-16,4-2 15,0 0-15,1-1 16,2 0-16,1 1 16,3-2-16,2 0 15,-1-3 1,1-2-16,-1 1 16,0 0-16,2-1 15,0 0-15,-1-1 16,-2-1-16,0 0 15,2 0-15,3 0 16,-3 0-16,-1-2 16,-5 2-1,-2-1-15,1 0 16,-1-1-16,3 0 16,-2 0-16,-1 0 15,-2 3-15,-3-1 16,1 0-16,0 0 15,0-1-15,1-1 16,1 0-16,-2 0 16,-2 0-1,1-2-15,0 0 16,-1 0-16,0-1 16,-1 0-16,-2 1 15,0-2-15,-2-2 16,0 0-16,2-2 15,0-3-15,0 0 16,0 1-16,0 1 16,0-2-16,0 1 15,-1-2-15,0-2 16,0 0 0,-1-2-16,0 0 15,0-2-15,0 1 16,-2-1-16,1 2 15,-1 1-15,-1 0 16,1 2-16,-2-2 16,1 2-16,-2 1 15,-1 3-15,1 1 16,-3 1 0,1 2-16,-1 0 15,0-1-15,0 1 16,-2-3-16,-1 0 15,-2 0-15,0 1 16,-1-1-16,-1 0 16,-1 0-1,1 0-15,-2 1 16,1-1-16,-2 2 16,1-1-16,-1 1 15,-1 0-15,0 0 16,-1-2-16,-1 1 15,0-2-15,-2 0 16,0 0-16,-1 1 16,1 1-16,-2 0 15,0 1 1,-2 1-16,-1 2 16,-3 0-16,-1 1 15,-1 1-15,2 2 16,-1 0-16,-2 1 15,-4 1-15,-1 1 16,-3 1-16,2 0 16,0 0-16,2 2 15,0 0 1,-2 0-16,-2 2 16,-1-2-16,-2 0 15,2 2-15,1 1 16,-4 0-16,0-1 15,0 1-15,0-1 16,4 0-16,2 1 16,0 1-16,-2-1 15,0 2-15,-1 0 16,3 0-16,-2 0 16,1 0-1,-2-1-15,-2 2 16,1-1-16,1 2 15,3-1-15,0 0 16,1 1-16,1 0 16,2-1-16,4-1 15,4-1-15,4 0 16,12-4 0,-13 3-16,13-3 15,0 0-15,0 0 16,0 0-16,-10 1 15,10-1-15,0 0 16,-2-6-16,4-1 16,1-6-16,5-3 15,5-3-15,5-1 16,1 2 0,1-1-16,-2 3 15,-1 2-15,-2 0 16,-2 4-16,-3 0 15,-2 3-15,-8 7 16,12-9-16,-12 9 16,0 0-16,0 0 15,0 0-15,11-6 16,-11 6 0,0 0-16,0 0 15,0 0-15,0 0 16,-11 10-16,-4 2 15,-8 7-15,-4 0 16,-2 0-16,-1 0 16,0 0-16,3-3 15,3-2 1,1 1-16,3-3 16,0-1-16,4-1 15,2-2-15,3 0 16,11-8-16,-14 10 15,14-10-15,-7 9 16,7-9-16,-2 10 16,2-3-16,5 2 15,5 3-15,6 2 16,6 2 0,6-2-16,6 1 15,5 0-15,1-2 16,-2-1-16,0-1 15,0 0-15,-1-2 16,-3-1-16,-3-1 16,-4-4-16,-5 2 15,-3-3-15,-4 1 16,-3-2-16,-12-1 16,14 3-1,-14-3-15,0 0 16,10 2-16,-10-2 15,0 0-15,0 0 16,0 0-16,0 0 16,0 0-16,0 0 15,0 0 1,0 0-16,0 0 16,0 0-16,0 0 15,0 0-15,0 0 16,0 0-16,0 0 15,0 0-15,0 0 16,0 0-16,0 0 16,0 0-16,0 0 15,0 0-15,0 0 16,0 0-16,0 0 16,0 0-1,0 0-15,0 0 16,0 0-16,0 0 15,0 0-15,0 0 16,0 0-16,0 0 16,10 1-16,-10-1 15,0 0-15,0 0 16,0 0-16,0 0 16,0 0-1,0 0-15,0 0 16,0 0-16,0 0 15,0 0-15,0 0 16,0 0-16,0 0 16,0 0-16,0 0 15,0 0-15,0 0 16,0 0-16,0 0 16,0 0-16,0 0 15,0 0 1,0 0-16,0 0 15,0 0-15,0 0 16,0 0-16,0 0 16,0 0-16,0 0 15,0 0-15,0 0 16,0 0-16,0 0 16,5-7-1,-5 7-15,0 0 16,0 0-16,1-7 15,-1 7-15,0 0 16,0 0-16,0 0 16,0 0-16,0 0 15,0 0-15,0 0 16,0 0-16,0 0 16,0 0-1,0 0-15,0 0 16,0 0-16,0 0 15,0 0-15,0 0 16,0 0-16,0 0 16,0 0-16,0 0 15,0 0-15,0 0 16,0 0-16,0 0 16,0 0-1,0 0-15,0 0 16,0 0-16,0 0 15,0 0-15,0 0 16</inkml:trace>
  <inkml:trace contextRef="#ctx0" brushRef="#br0" timeOffset="34283.37">11272 4766 0,'0'0'0,"0"0"0,0 0 16,0 0-16,0 0 15,0 0-15,0 0 16,0 0-16,3-1 16,-3 1-16,17-5 15,-3 1-15,4 0 16,2-2-16,2 0 15,4-2 1,3 0-16,4 0 16,1 1-16,5 1 15,3 0-15,1 2 16,1 2-16,-1 0 16,4 0-16,-2 0 15,-2 1-15,-2 0 16,-5 1-16,-2 0 15,-2-1 1,-3 0-16,-5 1 16,-7-2-16,-5 2 15,-12 0-15,15 0 16,-15 0-16,0 0 16,0 0-16,10 0 15,-10 0-15,0 0 16,0 0-1,0 0-15</inkml:trace>
  <inkml:trace contextRef="#ctx0" brushRef="#br0" timeOffset="36449.8">12009 5237 0,'0'0'0,"0"0"0,0 0 16,0 0-1,7-3-15,5-2 16,10-4-16,2-1 16,5 0-16,2-1 15,3 2-15,0-1 16,1 0-16,0 0 15,-1-1-15,3-4 16,0-4-16,0-2 16,2-3-1,0-1-15,2-2 16,-2-2-16,-4 1 16,-1-5-16,-3-1 15,-1-1-15,1-3 16,-2 1-16,-2-4 15,-2-3-15,-8 3 16,-2 1-16,-4 2 16,-4 0-1,-2 1-15,-3 4 16,-4-1-16,-3 2 16,-3 0-16,-4 2 15,-7-2-15,-8 4 16,-3 2-16,-9 3 15,-2 4-15,-5 3 16,-6 3-16,-1 4 16,-3 3-1,0 1-15,2 3 16,-1 1-16,2 2 16,2 1-16,4 1 15,1 1-15,2 0 16,3 0-16,4 1 15,7-1-15,5 0 16,6 0-16,5-1 16,4-1-1,10-2-15,-10 3 16,10-3-16,0 0 16,0 0-16,0 0 15,0 0-15,0 0 16,0 0-16,0 0 15,0 0-15,0 0 16,0 0-16,0 0 16,0 0-16,0 0 15,10 6 1,-10-6-16,0 0 16,0 0-16,0 0 15,0 0-15,0 0 16,0 0-16,0 0 15,0 0-15,0 0 16,0 0-16,10-1 16,-10 1-16</inkml:trace>
  <inkml:trace contextRef="#ctx0" brushRef="#br0" timeOffset="36633.17">11892 4236 0,'0'0'0,"0"0"0,0 0 16,0 0-16,0 0 15,0 0-15,0 0 16</inkml:trace>
  <inkml:trace contextRef="#ctx0" brushRef="#br0" timeOffset="40066.56">11882 4233 0,'0'0'0,"0"0"16,0 0-16,0 0 15,0 0-15,0 0 16,0 0-16,0 0 16,3-1-16,12-1 15,11-4-15,8-4 16,6-4 0,1-4-16,3 0 15,5-3-15,-2 1 16,4-3-16,0 1 15,-4 2-15,1 0 16,-3 0-16,-1 1 16,-2 2-16,1-2 15,-4 2-15,-3-1 16,0-3 0,-5-1-16,-1-1 15,-2-2-15,-1 1 16,-3-1-16,0 0 15,-3-2-15,-1 1 16,-2-2-16,0 1 16,0-2-16,-5 3 15,0-1-15,0-2 16,-2 0 0,0 0-16,-3 4 15,0 0-15,-2 1 16,0-2-16,0 1 15,-2 1-15,-1 1 16,1 0-16,-2 3 16,-1 1-16,-1 1 15,0 1-15,0 2 16,0 1-16,0 0 16,-1 1-1,0 2-15,-1 0 16,0 2-16,1 0 15,-2 2-15,1 0 16,0 0-16,-2-1 16,0-1-16,-2 1 15,1 0-15,-1 0 16,3 0-16,-3 1 16,0 0-1,1 0-15,-1 0 16,1 1-16,-2-1 15,-1 0-15,-1-1 16,-1 1-16,-1 0 16,-1-1-16,0 1 15,-3 0-15,-3 0 16,-4 0-16,-3 1 16,0 0-1,-1 1-15,1 3 16,-2-1-16,-1 1 15,-5 1-15,-2 0 16,1 1-16,-1 1 16,1 0-16,-2 1 15,-4 1-15,0-1 16,5 2-16,-2-1 16,3 3-1,-2-3-15,2 1 16,5 0-16,3-2 15,5 0-15,2 1 16,4-1-16,2 1 16,13-3-16,-15 2 15,15-2-15,0 0 16,0 0-16,-11 3 16,11-3-16,0 0 15,0 0 1,0 0-16,0 0 15,0 0-15,0 0 16,0 0-16,0 0 16,0 0-16,0 0 15,0 0-15,0 0 16,0 0-16,0 0 16,0 0-16,0 0 15,0 0 1,0 0-16,0 0 15,0 0-15,0 0 16,0 0-16,0 0 16,6-10-16,2-1 15,3-2-15,1-3 16,1 0-16,2-3 16,2 0-16,-1 1 15,-1 2-15,-2 4 16,-3 3-1,-3 1-15,-7 8 16,11-11-16,-11 11 16,0 0-16,9-7 15,-9 7-15,0 0 16,0 0-16,0 0 16,4-6-16,-4 6 15,0 0 1,0 0-16,0 0 15,0 0-15,0 0 16,0 0-16,0 0 16,0 0-16,0 0 15,0 0-15,0 0 16,0 0-16,0 0 16,-20 19-16,0 4 15,-4 4 1,-5 3-16,0-4 15,-2 2-15,-2-5 16,2-3-16,3-1 16,6-4-16,5-4 15,5-4-15,12-7 16,-14 9-16,14-9 16,0 0-1,0 0-15,0 0 0,-8 6 16,8-6-1,21 13-15,19 0 16,14 0-16,7-3 16,1 1-16</inkml:trace>
  <inkml:trace contextRef="#ctx0" brushRef="#br0" timeOffset="45598.98">11339 6497 0,'0'0'0,"0"0"0,0 0 0,0 0 0,0 0 16,0 0-1,0 0-15,0 0 16,0 0-16,0 0 15,0 0-15,0 0 16,0 0-16,0 0 16,1-2-16,-1 2 15,0 0 17</inkml:trace>
  <inkml:trace contextRef="#ctx0" brushRef="#br0" timeOffset="48133.35">11259 5779 0,'0'0'0,"0"0"0,0 0 0,0 0 16,0 0-16,0 0 15,4 1-15,-4-1 16,12 1-16,-2 1 16,1 0-16,4-1 15,2 1-15,2-2 16,3 0-16,2-1 16,3-1-16,-2-1 15,1 1 1,-2-1-16,1 1 15,1-1-15,4 1 16,0 0-16,1-1 16,-3 1-16,-2 2 15,0 0-15,3 0 16,2 0-16,1 0 16,-1 0-16,-4 0 15,-2 0 1,0 0-16,2 0 15,2 0-15,-2 0 16,-1 0-16,-6 0 16,-3 0-16,-2 0 15,-2 0-15,-2 0 16,-11 0-16,15 0 16,-15 0-16,0 0 15,11 0 1,-11 0-16,0 0 15,0 0-15,0 0 16,0 0-16,0 0 16,0 0-16,0 0 15,0 0-15,0 0 16,0 0-16,0 0 16,0 0-16,0 0 15,11-2 1,-11 2-16,0 0 15,0 0-15,0 0 16,0 0-16,0 0 16,0 0-16,0 0 15,0 0-15,0 0 16,0 0-16,0 0 16,0 0-16,0 0 15,0 0 1,0 0-16,0 0 15,0 0-15,0 0 16,0 0-16,0 0 16,0 0-16,0 0 15,0 0-15,0 0 16,0 0-16,0 0 16,0 0-16,0 0 15,0 0-15,0 0 16,0 0-1,0 0-15,0 0 16,0 0-16,0 0 16,0 0-16,0 0 15,0 0-15,0 0 16,0 0-16,0 0 16,0 0-16,0 0 15,0 0-15</inkml:trace>
  <inkml:trace contextRef="#ctx0" brushRef="#br0" timeOffset="50666.12">8708 7680 0,'0'0'0,"0"0"16,0 0-16,0 0 15,0 0-15,0 0 16,0 0-16,0 0 16,0 0-16,0 0 15,4 2-15,-4-2 16,13 5-1,-13-5-15,19 4 16,-8-4-16,0 0 16,2-1-16,1-1 15,1 0-15,1-1 16,1 1-16,0-1 16,1 1-16,1 0 15,1-1-15,3 0 16,-1 2-16,0 0 15,-1 1-15,-2 0 16,0 1 0,-1 0-16,1-1 15,1 2-15,0-2 16,-1 1-16,-1 0 16,-2 0-16,0 0 15,-2-1-15,1 2 16,-1-2-16,1 0 15,0 0 1,1 0-16,-1 0 16,1 0-16,0 0 15,-2 0-15,0 0 16,-2 0-16,0 0 16,0 0-16,1 0 15,-1 0-15,2 0 16,-1 0-16,2 0 15,2 0-15,2 0 16,1 0 0,-2 0-16,-1 0 15,0 0-15,-3-2 16,1 2-16,0-1 16,0 0-16,-1 0 15,1 0-15,0-1 16,2 0-16,1 1 15,-1-1 1,-1 0-16,-2 0 16,-1 0-16,-1 1 15,-1-1-15,-11 2 16,17-3-16,-17 3 16,12-1-16,-12 1 15,0 0-15,0 0 16,10-3-16,-10 3 15,0 0-15,0 0 16,0 0 0,0 0-16,0 0 15,0 0-15,0 0 16,0 0-16,0 0 16,0 0-16,9-2 15,-9 2-15,0 0 16,0 0-16,0 0 15,0 0 1,0 0-16,0 0 16,0 0-16,0 0 15,0 0-15,0 0 16,0 0-16,0 0 16,0 0-16,0 0 15,0 0-15,0 0 16,0 0-16,0 0 15,0 0-15,0 0 16,0 0 0,0 0-16,0 0 15,0 0-15,0 0 16,0 0-16,0 0 16,0 0-16,0 0 15,0 0-15,0 0 16,0 0-16,0 0 15,0 0 1,0 0-16,0 0 16,0 0-16,0 0 15,0 0-15,0 0 16,0 0-16,0 0 16,0 0-16,0 0 15,0 0-15,0 0 16,0 0-16,0 0 15,0 0-15,0 0 16,0 0-16,0 0 16,0 0-1,0 0-15,0 0 16,0 0-16,0 0 16,0 0-16,0 0 15,0 0-15,0 0 16,0 0-16,0 0 15,0 0 1,0 0-16,0 0 16,0 0-16,0 0 15,0 0-15,0 0 16,0 0-16,0 0 16,0 0-16,0 0 15,0 0-15,0 0 16,0 0-16,0 0 15,0 0-15,0 0 16,0 0-16,0 0 16,0 0-1,0 0-15,0 0 16,0 0-16,0 0 16,0 0-16,0 0 15,0 0-15,0 0 16,0 0-16,0 0 15,0 0-15,0 0 16,0 0-16,0 0 16,0 0-1,0 0-15,0 0 16,0 0-16,0 0 16,0 0-16,0 0 15,0 0-15,0 0 16,0 0-16</inkml:trace>
  <inkml:trace contextRef="#ctx0" brushRef="#br0" timeOffset="53548.95">10791 5422 0,'0'0'0,"0"0"16,0 0-16,0 0 16,0 0-16,0 0 15,0 0 1,0 0-16,0 0 16,3 0-16,-3 0 15,11 0-15,-1 1 16,3 0-16,3-1 15,-1 2-15,3-2 16,3 0-16,2-2 16,1 0-16,2 0 15,-2-1 1,3 0-16,2 1 16,-3 0-16,1-1 15,0 1-15,1-1 16,0 1-16,-1-1 15,-2 1-15,0 1 16,-3-1-16,0 0 16,-3 1-16,-2-1 15,0 1-15,-2 0 16,0 1 0,0-1-16,-1 0 15,-1 0-15,-2 0 16,-1 0-16,-10 1 15,17-1-15,-17 1 16,10-2-16,-10 2 16,0 0-16,0 0 15,0 0-15,10-2 16,-10 2 0,0 0-16,0 0 15,0 0-15,0 0 16,0 0-16,0 0 15,0 0-15,0 0 16,0 0-16,0 0 16,0 0-16,0 0 15,0 0-15,0 0 16,0 0 0,0 0-16,0 0 15,0 0-15,0 0 16,0 0-16,0 0 15,0 0-15,0 0 16,0 0-16,0 0 16,0 0-16,0 0 15,0 0 1,0 0-16,0 0 16,0 0-16,0 0 15,0 0-15,0 0 16,0 0-16,0 0 15,0 0-15,0 0 16,0 0-16,0 0 16,0 0-16,0 0 15,0 0-15,0 0 16,0 0 0,0 0-16,0 0 15,0 0-15,0 0 16,0 0-16,0 0 15,0 0-15,0 0 16,0 0-16,0 0 16,0 0-16,0 0 15,0 0-15,0 0 16,0 0 0,0 0-16,0 0 15,0 0-15,0 0 16,0 0-16,0 0 15,0 0-15,0 0 16,0 0-16,0 0 16,0 0-16,0 0 15,0 0-15,0 0 16,0 0-16,0 0 16,0 0-1,0 0-15,0 0 16,0 0-16,0 0 15,0 0-15,0 0 16,0 0-16,0 0 16,0 0-16,0 0 15,0 0-15,0 0 16,0 0-16,0 0 16,0 0-1,0 0-15,0 0 16,0 0-16,0 0 15,0 0-15,0 0 16,0 0-16,0 0 16</inkml:trace>
  <inkml:trace contextRef="#ctx0" brushRef="#br0" timeOffset="54666.6">11381 4405 0,'0'0'0,"0"0"15,0 0-15,0-1 16,0 1-16,0 0 16,0 0-1,0 0-15,0 0 16,0 0-16,0 0 15,0 0-15,0 0 16,0 0-16,0 0 16,0 0-16,0 0 15,0 0-15,0 0 16,0 0-16,0 0 16,0 0-1,0 0-15,0 0 16,0 0-16,0 0 15,0 0-15,0 0 16,0 0-16,0 0 16,0 0-16,0 0 15,0 0-15,0 0 16,0 0-16,0 0 16,0 0-16,0 0 15,0 0 1,0 0-16,0 0 15,0 0-15,0 0 16,0 0-16,0 0 16,0 0-16,0 0 15,0 0-15,0 0 16,0 0-16,0 0 16,0 0-16,0 0 15,0 0 1,0 0-16,0 0 15,0 0-15,0 0 16</inkml:trace>
  <inkml:trace contextRef="#ctx0" brushRef="#br0" timeOffset="55781.91">4885 5543 0,'0'0'0,"0"0"0,0 0 16,0 0-16,0 0 15,0 0-15,0 0 16,0 0-16,0 0 16,0 0-16,0 0 15,0 0 1,0 0-16,0 0 15,-3 0-15,3 0 16,0 0-16,0 0 16,0 0-16,0 0 15,0 0-15,0 0 16,0 0-16,0 0 16,0 0-16,0 0 15,0 0-15,0 0 16,0 0-1,0 0-15,0 0 16,0 0-16,0 0 16,0 0-16,0 0 15,0 0-15,0 0 16,0 0-16,0 0 16,0 0-16,0 0 15,0 0-15,0 0 16,0 0-1,0 0-15,1-11 16</inkml:trace>
  <inkml:trace contextRef="#ctx0" brushRef="#br0" timeOffset="60416.2">10148 7720 0,'0'0'0,"0"0"0,0 0 16,0 0-16,0 0 15,0 0-15,0 0 16,0 0-16,0 0 16,0 0-16,0 0 15,5 0-15,-5 0 16,15 0 0,-1 0-16,1-2 15,2 0-15,0-1 16,-2 0-16,-1 0 15,0 2-15,0-2 16,-3 1-16,-1 1 16,-10 1-16,13-2 15,-13 2 1,0 0-16,10 0 16,-10 0-16,0 0 15,0 0-15,0 0 16,0 0-16,0 0 15,10-3-15,-10 3 16</inkml:trace>
  <inkml:trace contextRef="#ctx0" brushRef="#br0" timeOffset="61248.87">11459 5341 0,'0'0'0,"0"0"16,0 0-16,0 0 16,0 0-1,0 0-15,0-3 16</inkml:trace>
  <inkml:trace contextRef="#ctx0" brushRef="#br0" timeOffset="63248.74">11882 5042 0,'0'0'0,"0"0"16,0 0-16,0 0 15,0 0-15,0 1 16,-2 6-16,-2 9 16,-4 10-16,-1 6 15,1-3 1,2-5-16,0-5 15,4-5-15,2-4 16,2-3-16,-2-7 16,26 7-16,23-22 15,27-15-15,8-12 16,-3-4-16,-10 5 16,-4 2-16,-10 4 15,-9 6 1,-11 8-16,-11 5 15,-10 6-15,-5 5 16,-11 5-16,0 0 16,10-6-16,-10 6 15,0 0-15,0 0 16,0 0-16,0 0 16,0 0-16,0 0 15,0 0-15</inkml:trace>
  <inkml:trace contextRef="#ctx0" brushRef="#br0" timeOffset="64332.17">11908 4125 0,'0'0'0,"0"0"0,0 0 15,0 0-15,0 0 16,-2 2-16,2-2 16,-1 10-16,-1 0 15,1 1-15,0 3 16,0-1-16,1 0 16,1 0-16,0 0 15,1-1 1,1-3-16,0-1 15,-3-8-15,8 8 16,-8-8-16,27 2 16,9-10-16,15-13 15,7-9-15,0-6 16,-3-2-16,-8 3 16,-4 0-16,-5 6 15,-3 0-15,-4 3 16,-4 5-16,-4 3 15,-3 4 1,-6 2-16,-3 3 16,-4 2-16,-7 7 15,9-8-15,-9 8 16,0 0-16,0 0 16,0 0-16,6-6 15,-6 6-15,0 0 16,0 0-16,0 0 15,0 0 1,0 0-16,0 0 16,0 0-16,0 0 15,0 0-15,0 0 16,0 0-16,0 0 16,0 0-16,0 0 15,0 0 1,0 0-16,0 0 0,0 0 15,0 0 1,0 0-16,0 0 16,0 0-16,0 0 15,0 0-15,0 0 16,0 0-16,0 0 16,0 0-16,0 0 15,0 0-15,0 0 16,1 7-16,-1-7 15,0 0 1,0 0-16,0 0 16,-3 8-16,3-8 15,-8 7-15,-6 5 16</inkml:trace>
  <inkml:trace contextRef="#ctx0" brushRef="#br0" timeOffset="65848.94">10068 7731 0,'0'0'0,"0"0"0,0 0 15,0 0-15,0 0 16,0 0-16,2 0 15,-2 0-15,23-3 16,0 0 0,4-1-16,1-2 15,-1 1-15,1 0 16,2-1-16,-1 0 16,0 1-16,-2-2 15,0 3-15,0 0 16,1 2-16,3 3 15,-1 0 1,-1 0-16,-2-1 16,2 2-16,-1 0 15,3 1-15,0-1 16,-2 1-16,-1-1 16,-1 1-16,-2-1 15,0 1-15,-1-1 16,0 1-16,-1-1 15,-2 1-15,0-2 16,-3 2 0,0-2-16,-3 0 15,-2 0-15,-2-1 16,-1 1-16,-10-1 16,18 2-16,-18-2 15,17 1-15,-17-1 16,10 2-16,-10-2 15,0 0-15,0 0 16,11 3-16,-11-3 16,0 0-1,0 0-15,13 3 16,-13-3-16,0 0 16,0 0-16,10 2 15,-10-2-15,0 0 16,0 0-16,0 0 15,0 0-15,0 0 16,0 0-16,0 0 16,0 0-1,0 0-15,0 0 16,0 0-16,0 0 16,0 0-16,0 0 15,0 0-15,0 0 16,0 0-16,0 0 15,0 0-15,0 0 16,0 0 0,0 0-16,0 0 15,0 0-15,0 0 16,0 0-16,0 0 16</inkml:trace>
  <inkml:trace contextRef="#ctx0" brushRef="#br0" timeOffset="66883.09">10455 3908 0,'0'0'0,"0"0"0,0 0 16,0 0-16,-3-2 16,3 2-1,-23-4-15,3 1 16,-3 3-16,-3 4 16,1 1-16,0 1 15,3 0-15,5 0 16,0 1-1,3 1-15,-1 1 0,3 1 16,0 2-16,2 1 16,1 5-1,2 4-15,0 4 16,5 3-16,1 3 16,3 4-16,2 1 15,2 3-15,3 3 16,0-1-16,2 4 15,1 3-15,1 2 16,0 1-16,-1 0 16,2 2-16,-1 3 15,-3-3 1,-2-3-16,-2-2 16,-1-5-16,0-6 15,-2-5-15,0-5 16,2-4-16,-1-3 15,3-3-15,2-4 16,2-1-16,3-4 16,2-2-16,2-2 15,2-2 1,4-3-16,2-2 16,1-3-16,1-3 15,0-2-15,1-4 16,-2-8-16</inkml:trace>
  <inkml:trace contextRef="#ctx0" brushRef="#br0" timeOffset="68414.98">10348 4612 0,'0'0'0,"0"0"15,-2-3-15,2 3 16,-11-13-16,-1 2 15,-4-3-15,-4 1 16,-5 2-16,-1 2 16,-3 2-16,-4 4 15,-1 3-15,2 2 16,1 4 0,4 1-16,2 4 15,2 5-15,1 6 16,2 5-16,1 4 15,3 8-15,2 2 16,1 4-16,4 1 16,1 1-16,4 0 15,3 2 1,2 0-16,3 0 16,4 2-16,0-1 15,4 0-15,3-1 16,1 2-16,2 1 15,1-1-15,3 0 16,3 0-16,3 0 16,2-3-16,0-3 15,-1-2 1,3-1-16,-2-2 16,1-1-16,0 0 15,-2-1-15,-1-4 16,-1 0-16,0-1 15,-1 0-15,-1 0 16,1 0-16,0-2 16,-2 1-16,-1-1 15,0 0 1,-3-1-16,-1 0 16,0 1-16,-2-2 15,-1-1-15,0-2 16,-2-2-16,-1 0 15,0-1-15,1-2 16,-1 2-16,0-4 16,-2 1-16,1-3 15,-2 0-15,0 1 16,1-1 0,-2 0-16,0 0 15,0 2-15,-3 2 16,-1 0-16,-2 1 15,-1 0-15,-1 0 16,1 0-16,-1-3 16,0 0-16,2-1 15,-2-1-15,1 0 16,-1-2-16,0-1 16,-1 0-1,0-3-15,0-1 16,0-2-16,0 0 15,0-8-15,0 10 16,0-10-16,0 9 16,0-9-16,-1 7 15,1-7-15,-4 9 16,4-9 0,-7 10-16,7-10 15,-9 8-15,9-8 16,-12 8-16,12-8 15,-15 6-15,15-6 16,-15 2-16,15-2 16,-19-3-16,7-1 15,-1-4-15,-3-2 16,0-3 0,1-2-16,1 2 15,2 0-15,2 0 16,0 4-16,4 2 15,6 7-15,-7-9 16,7 9-16,0 0 16,0 0-16,0 0 15,0 0 1,0 0-16,0 0 16,-7 17-16,10-2 15,4 3-15,3 1 16,5-2-16,0-4 15,2-3-15,0-4 16,2-3-16,2-5 16,2-4-16,5-7 15,0-5-15,2-4 16,-1-1-16,-4-1 16,0-1-1,-5 4-15,-3 3 16,-3 3-16,-3 3 15,-1 3-15,0-1 16,-1 4-16</inkml:trace>
  <inkml:trace contextRef="#ctx0" brushRef="#br0" timeOffset="71615.44">11589 7787 0,'0'0'0,"0"0"16,0 0-16,0 0 16,3 0-16,-3 0 15,0 0-15,17 0 16,0 0-16,6 0 16,1 0-16,4 0 15,1-1-15,2-2 16,-1 1-1,2-3-15,1 0 16,1-1-16,-1 1 16,0 0-16,1 0 15,3 0-15,0 1 16,0-1-16,-1 0 16,2 1-16,-1 2 15,-1 2-15,-1 0 16,-1 0-16,-2 0 15,0 0 1,1 0-16,-1 0 16,-1 0-16,-2 0 15,-2 0-15,0 0 16,-3 0-16,-1 0 16,-4 0-16,-3 0 15,-2 0-15,-5 0 16,-9 0-1,13 0-15,-13 0 16,0 0-16,0 0 16,10 0-16,-10 0 15,0 0-15,0 0 16,0 0-16,6-8 16,-2-2-16</inkml:trace>
  <inkml:trace contextRef="#ctx0" brushRef="#br0" timeOffset="73498.92">11192 3752 0,'0'0'0,"0"0"15,0 0-15,0 0 16,0 0-16,0 0 16,0 0-16,3 1 15,-3-1-15,18 8 16,-1-1-16,8 0 15,5-1-15,6-2 16,5-2 0,4-1-16,2-1 15,2-2-15,2 1 16,0-2-16,0 2 16,2-1-16,2-1 15,-1 1-15,0-1 16,-3 0-16,-4-1 15,-2-1-15,-3-2 16,-4 0 0,-3-1-16,-3-1 15,-4-2-15,-3 2 16,-7-2-16,-4 2 16,-4 0-16,-1 1 15,-3-1-15,-2 0 16,0-2-16,-2-1 15,-2-2-15,-4-2 16,-3-1 0,-8-3-16,-7-2 15,-6-2-15,-5 0 16,0 2-16,-6 2 16,-3 0-16,-2 4 15,-3 0-15,2 2 16,-4 1-16,-4-1 15,-1 2-15,-1 0 16,-1 2-16,2 2 16,1 1-1,-1 3-15,2-1 16,2 2-16,0 1 16,3 2-16,0 2 15,3 3-15,3 1 16,4 3-16,3 3 15,4 1-15,3 2 16,5 3 0,3 2-16,4-1 15,1 4-15,4 2 16,3 2-16,3 2 16,6 1-16,4-1 15,4 0-15,7-1 16,8-1-16,7-2 15,9-3-15,10-5 16,6-1-16,9-4 16,9-4-1,5-6-15,3-3 16,6-3-16,-5-2 16,2-1-16,-5-1 15,-3-2-15,0-4 16</inkml:trace>
  <inkml:trace contextRef="#ctx0" brushRef="#br0" timeOffset="77282.97">13223 7813 0,'0'0'0,"0"0"0,0 0 16,3 0-16,-3 0 16,0 0-16,0 0 15,9-2-15,-9 2 16,28-7 0,-3 0-16,5-1 15,2 0-15,3 0 16,2 1-16,4 2 15,1 0-15,1-1 16,3 0-16,-1 1 16,0 0-16,-1 2 15,1 0-15,-1 2 16,2-1 0,1 2-16,1-3 15,-1 3-15,2-1 16,0 0-16,3 0 15,-4 2-15,2-1 16,-3 0-16,-3 0 16,0 0-16,-3 0 15,1 0 1,-3-1-16,-3-1 16,-2 1-16,-2-1 15,-1 1-15,-4-1 16,-3 1-16,-5 1 15,-3-1-15,-5 1 16,-11 0-16,15-2 16,-15 2-16,0 0 15,0 0 1,10-3-16,-10 3 16,0 0-16,5-13 15,-4-1-15,-2-8 16,-2-5-16,-2-3 15,-4-5-15,-1-5 16,0-3-16,-1-1 16,0 0-16,-1 0 15,1-3-15,-1 3 16,2 2 0,0 1-16,1 5 15,0 2-15,1-1 16,1 3-16,-1 3 15,0 3-15,-2 5 16,-3 1-16,-5 0 16,-6 1-16,-5 2 15,-3 3-15,-7 3 16,-8 2 0,-7 4-16,-2 0 15,2 3-15,-1 2 16,-1 0-16,-2 2 15,1 1-15,0 0 16,-1-1-16,4 1 16,2 0-16,3-1 15,3-1-15,4-1 16,-2-2 0,4 0-16,-2-2 15,3 2-15,2-1 16,3-1-16,0 2 15,3-1-15,3 0 16,3 1-16,2 1 16,2-2-16,2 3 15,2 0-15,5 0 16,0 3-16,3-2 16,9-1-1,-18 6-15,18-6 16,-18 12-16,8-3 15,0 2-15,0 2 16,1 4-16,2 5 16,-1 7-16,0 1 15,2 5 1,1-2-16,1 4 16,-1 2-16,1 5 15,2 1-15,-1 1 16,1 0-16,1-2 15,-1 2-15,2-2 16,-1 0-16,1-1 16,-1-2-16,1-1 15,0-3-15,1 0 16,-1-2 0,1-4-16,1-2 15,1-3-15,0-3 16,0-2-16,2-3 15,0-1-15,2-1 16,-2-2-16,2-2 16,-1-4-16,-1-1 15,-5-7-15,6 9 16,-6-9-16,0 0 16,8 8-1,-8-8-15,0 0 16,0 0-16,0 0 15,10 4-15,-10-4 16,11-1-16,-11 1 16,22-3-16,-1 0 15,5-2-15,5-2 16,4-2 0,1 1-16,2-3 15,-1 1-15,-3 2 16,1-2-16,1 0 15,-2 1-15,-3 1 16,-6 1-16,-8 3 16,-5 0-16,-2 2 15,-10 2-15,11-3 16,-11 3-16,0 0 16,0 0-1,0 0-15,10-2 16,-10 2-16,0 0 15,0 0-15,0 0 16,0 0-16,0 0 16,0 0-16,0 0 15,0 0-15,0 0 16,0 0 0,0 0-16,0 0 15,0 0-15,0 0 16,10 0-16,-10 0 15,0 0-15,0 0 16,0 0-16,0 0 16,0 0-16,0 0 15,0 0-15,0 0 16,0 0-16,0 0 16,0 0-1,0 0-15,0 0 16,0 0-16,0 0 15,0 0-15,0 0 16,0 0-16,0 0 16,0 0-16,0 0 15,0 0-15,0 0 16,0 0-16,0 0 16,0 7-1,0-7-15,0 0 16,0 0-16,0 0 15,0 0-15,0 0 16,0 0-16,0 0 16,0 0-16,0 0 15,0 0-15,0 0 16,0 0-16,0 0 16,0 0-1,0 0-15,0 0 16,0 0-16,0 0 15,0 0-15,0 0 16,0 0-16,0 0 16,0 0-16,0 0 15,0 0-15,0 0 16,0 0-16,0 0 16,0 0-16,0 0 15,0 0 1,0 0-16,0 0 15,0 0-15,0 0 16,0 0-16,0 0 16,0 0-16,0 0 15,0 0-15,0 0 16,0 0 0,0 0-16,0 0 15,0 0-15,0 0 16,0 0-16,0 0 15,0 0-15,0 0 16,0 0-16,0 0 16,0 0-16,0 0 15,0 0-15,0 0 16,0 0-16,0 0 16,0 0-1,0 0-15,0 0 16,-5-11-16</inkml:trace>
  <inkml:trace contextRef="#ctx0" brushRef="#br0" timeOffset="79365.21">9113 2657 0,'0'0'0,"0"0"0,0 0 16,0 0-16,0 0 16,0 0-16,0 0 15,0 0-15,3 0 16,8-1-16,11 1 16,10-2-1,8 1-15,7-2 16,6 0-16,10-1 15,9-2-15,3 2 16,13-2-16,5 1 16,5 3-16,3 2 15,1 0-15,4 2 16,-2 1-16,2-2 16,-4 1-16,4-1 15,-4 0-15,-2 0 16,-2 0-1,-7 0-15,1 1 16,-5 0-16,-2-1 16,-8 1-16,-3-1 15,-8 1-15,-8 1 16,-7-1-16,-9 0 16,-5-1-16,-6 1 15,-7-2 1,-6 1-16,-6 0 0,-12-1 15,15-2 1,-15 2-16,0 0 16,10-3-16,-10 3 15,0 0-15,0 0 16,4-6-16,-4 6 16,0 0-16,0 0 15,0 0-15,0 0 16,0 0-1,1-7-15,-1 7 16,0 0-16,0 0 16,0 0-16,0 0 15,0 0-15,0 0 16,0 0-16,0 0 16,0 0-16,0 0 15,0 0 1,0 0-16,0 0 15,0 0-15,0 0 16,0 0-16,0 0 16,0 0-16,0 0 15,0 0-15,0 0 16,0 0-16,0 0 16,0 0-16,0 0 15,0 0-15,0 0 16,0 0-16,0 0 15,0 0 1,0 0-16,0 0 16,0 0-16,0 0 15,0 0-15,0 0 16,0 0-16,0 0 16,0 0-16,0 0 15,0 0 1,0 0-16,0 0 15,0 0-15,0 0 16,0 0-16,0 0 16,1 7-16,-1-7 15,0 0-15,0 0 16,0 0-16,0 0 16,0 0-16,0 0 15,0 0-15,0 0 16,0 0-16,0 0 15,0 0 1,0 0-16,0 0 16,0 0-16,0 0 15,0 0-15,0 0 16,0 0-16,0 0 16,0 0-16,0 0 15,0 0-15,0 0 16,0 0-1,0 0-15,0 0 0,0 0 16,10-7 0,-10 7-16,0 0 15,0-9-15,0 9 16,0-11-16,1 1 16,1-5-16</inkml:trace>
  <inkml:trace contextRef="#ctx0" brushRef="#br0" timeOffset="81348.45">13454 3733 0,'0'2'0,"0"-2"0,2 11 15,-1-1-15,-1-10 16,0 0-16,0 0 15,0 0-15,6 7 16,13-4-16,19-4 16,8-7-1,1 1-15,4-4 16,-3 0-16,-1-1 16,-6-1-16,-5 4 15,-1 3-15,1 7 16,-3 4-16,-4 1 15,-5 4-15,-2 5 16,-1 8-16,1 4 16,-3 6-1,0 7-15,-3-1 16,-2 9-16,0-1 16,-4 3-16,1 1 15,1 7-15,1 4 16,-1 2-16,5 8 15,0-5-15,6 11 16,2-4 0,2 5-16,-1-2 15,-1-4-15,1 3 16,-7-5-16,-3 5 16,-5-9-16,-3-3 15,0-5-15,-2-6 16,-1-3-16,0-10 15,-1-6-15,-1-7 16,0-5-16,-2-5 16,-1-5-1,0-3-15,0-9 16,-1 10-16,1-10 16,-1 7-16,1-7 15,0 0-15,-6 8 16,-5-6-16,-12 2 15,-21-4-15,-9-3 16,-1 0 0,-3-2-16,-2 0 15,-3-3-15,-2 1 16,4-2-16,2-1 16,1-6-16</inkml:trace>
  <inkml:trace contextRef="#ctx0" brushRef="#br0" timeOffset="84599.29">5066 1103 0,'0'0'0,"-2"-2"16,2 2-16,-9-14 16,1 2-16,3 0 15,1 2-15,2 0 16,1 3-16,1 7 16,-2-8-1,2 8-15,0 0 16,0 0-16,4-8 15,7 5-15,10 3 16,10 0-16,7 3 16,8-1-16,2 0 15,8 0-15,3 1 16,2-1 0,3-2-16,-2-2 15,4-2-15,-4-1 16,-2-1-16,2 0 15,0 0-15,3 0 16,0 1-16,4-2 16,-3-1-16,10 1 15,-2-1-15,1 1 16,2 0-16,-10 1 16,2 2-1,-5 3-15,-5 1 16,-1 0-16,-4 2 15,-4 2-15,-3 0 16,-4 1-16,-2 0 16,0 0-16,-1 0 15,-2-1-15,-2 1 16,-3 0-16,2 0 16,-4-1-1,2 0-15,-3-1 16,-2 2-16,-3-1 15,0-1-15,2 0 16,-3 0-16,1 0 16,-2 1-16,0-2 15,-3 1-15,1-1 16,-1 1-16,0-1 16,-1 0-16,2 1 15,0 0 1,-2-1-16,-2-1 15,-2 1-15,-2 0 16,1-1-16,-1 1 16,0-2-16,-3 0 15,-10 0-15,16-2 16,-16 2-16,0 0 16,12 0-1,-12 0-15,0 0 16,0 0-16,0 0 15,0 0-15,0 0 16,0 0-16,10-3 16,-10 3-16,0 0 15,0 0-15,0 0 16,3-6-16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05T11:58:17.210"/>
    </inkml:context>
    <inkml:brush xml:id="br0">
      <inkml:brushProperty name="width" value="0.05292" units="cm"/>
      <inkml:brushProperty name="height" value="0.05292" units="cm"/>
      <inkml:brushProperty name="color" value="#EE0000"/>
    </inkml:brush>
  </inkml:definitions>
  <inkml:trace contextRef="#ctx0" brushRef="#br0">9994 3854 0,'0'0'0,"0"0"0,0 0 0,0 0 16,0 0-16,0 2 15,-1 5-15,-3 12 16,-2 19 0,-5 10-16,-1 4 15,-1-1-15,1-1 16,-1-8-16,4-11 16,3-8-16,2-10 15,3-6-15,1-7 16,-3 6-16,3-6 15,0 0-15,0 0 16,-2-20-16,2-5 16,3-9-1,3-3-15,0 1 16,1 3-16,-1 7 16,-1 6-16,-1 5 15,-1 5-15,-1 4 16,-2 6-16,0 0 15,0 0-15,18-5 16,0 13 0,6 6-16,2 6 15,1 2-15,0 0 16,-6-3-16,-3-5 16,-6-5-16,-3-1 15,-9-8-15,11 7 16,-11-7-16,13-1 15,-1-4-15,1-6 16,3-4-16,-2-2 16,-1 3-1,-4 0-15,-4 5 16,1 2-16,-6 7 16,6-8-16,-6 8 15,0 0-15,0 0 16,0 0-16,15 8 15,-2 11 1,0 8-16,0 4 16,-2 2-16,0 3 15,-1-1-15,-1-1 16,-1-2-16,0-6 16,-1 0-16,-2-3 15,0-6-15</inkml:trace>
  <inkml:trace contextRef="#ctx0" brushRef="#br0" timeOffset="549.1">10854 4061 0,'0'0'0,"0"0"0,0 0 16,0 0-16,-3 0 15,3 0 1,-10 1-16,0 1 16,-7 4-16,-4 6 15,-2 5-15,3 0 16,1 4-16,7-4 15,3-2-15,3-5 16,4-3-16,2-7 16,-4 8-1,4-8-15,0 0 16,21 3-16,1-10 16,8-8-16,2-3 15,-3-3-15,-4 2 16,-3 3-16,-5 4 15,-3 2-15,-4 3 16,-10 7 0,15-6-16,-5 7 15,1 4-15,4 5 16,4 5-16,4 4 16,0 3-16,-2-2 15,-2-2-15,0-2 16,0-6-16,-5-6 15</inkml:trace>
  <inkml:trace contextRef="#ctx0" brushRef="#br0" timeOffset="782.65">11277 4011 0,'0'0'0,"0"0"15,0 0-15,1 1 16,-1-1-16,12 14 16,0 1-16,1 2 15,4 2 1,3 3-16,0 1 16,-2-3-16,-4-3 15,-2-3-15,-2-3 16,-2-2-16,-8-9 15</inkml:trace>
  <inkml:trace contextRef="#ctx0" brushRef="#br0" timeOffset="1017.32">11465 3984 0,'0'0'0,"0"0"16,0 0-16,0 2 15,-4 6-15,-6 10 16,-6 11-16,-3 2 16,2-1-1,-2 1-15,2-2 16,1 1-16,3-3 16,1-3-16,2-2 15,1-3-15</inkml:trace>
  <inkml:trace contextRef="#ctx0" brushRef="#br0" timeOffset="1365.83">12068 3662 0,'0'0'0,"0"0"0,0 0 15,-3 1 1,-12 8-16,-12 9 16,-4 9-16,6 9 15,2 4-15,-1 9 16,1 4-16,0 2 15,3-1-15,8-1 16,6-1-16,11 1 16,1-6-16,10 0 15,18-3-15,27 6 32,19-11-17</inkml:trace>
  <inkml:trace contextRef="#ctx0" brushRef="#br0" timeOffset="1883.13">12546 3897 0,'0'0'0,"0"0"15,0 0-15,0 0 16,-4 5-16,-6 5 16,-10 13-16,-9 6 15,3-1 1,1 0-16,4 2 16,4 2-16,5-1 15,7-6-15,3-1 16,6-2-16,5-4 15,6-2-15,7-3 16,7-5-16,3-7 16,7-11-16,-1-8 15,-2-4-15,-4-4 16,-6 0 0,-6-2-16,-4 0 15,-9-1-15,-4 1 16,-5 2-16,-4 4 15,-1 7-15,1 4 16,1 3-16,5 8 16,-8-7-16,8 7 15,0 0-15,-20 7 16,5 6 0,2 5-16,11-7 31</inkml:trace>
  <inkml:trace contextRef="#ctx0" brushRef="#br0" timeOffset="2132.69">12866 4142 0,'0'0'0,"0"0"0,0 0 15,0 0-15,0 3 16,-1 7-16,-2 12 15,-2 10-15,-6 8 16,-6 4-16,-4 3 16,-2-2-16,2-2 15,1-4-15,1-1 16,2-1 0,3-4-16,6-11 15</inkml:trace>
  <inkml:trace contextRef="#ctx0" brushRef="#br0" timeOffset="2465.85">13156 3957 0,'0'0'0,"0"0"0,0 0 16,0 0-16,5 5 15,6 9-15,8 11 16,3 6 0,1 3-16,0 1 15,-1 1-15,2 1 16,-2-2-16,-1-2 15,-1-5-15,-2-3 16,0-3-16,-4-4 16,-3-4-16</inkml:trace>
  <inkml:trace contextRef="#ctx0" brushRef="#br0" timeOffset="2815.86">13600 3827 0,'0'0'0,"0"0"0,0 0 0,-1 1 15,-3 11-15,-7 19 16,-6 18-16,-2 8 16,2 3-16,3 0 15,1 3-15,0-4 16,0 3 0,-5 2-16,-11-5 15,-4-2-15,-2-8 16,-21 19-1,5-8 1,14-26-16,9-23 16</inkml:trace>
  <inkml:trace contextRef="#ctx0" brushRef="#br0" timeOffset="3483.12">13400 4336 0,'0'0'0,"0"0"0,0 0 16,0 0-16,4 0 15,-4 0-15,14 8 16,2 0-16,6 3 16,2 1-1,4 4-15,-1 8 16,-1 0-16,-1 3 15,2 2-15,-6-7 16,2 0-16,-1-1 16,-2-9-16,9 9 15,-7-9-15</inkml:trace>
  <inkml:trace contextRef="#ctx0" brushRef="#br0" timeOffset="3899.51">13822 3684 0,'0'0'0,"0"0"16,0 0-16,0 4 15,4 6 1,4 17-16,7 9 15,7 14-15,7 13 16,-3-7-16,1 5 16,-8 6-16,-5 9 15,-4 4-15,-6 4 16,-11-10-16,-16 12 16,-9-18-16,-15 23 15,-90 63 16</inkml:trace>
  <inkml:trace contextRef="#ctx0" brushRef="#br0" timeOffset="9116.89">6777 2490 0,'0'0'0,"0"0"0,0 0 0,0 0 15,9 3-15,21 2 16,41 0-16,28-5 16,20-9-16,22-2 15,12-1-15,10 0 16,9 5 0,4 26-16</inkml:trace>
  <inkml:trace contextRef="#ctx0" brushRef="#br0" timeOffset="10299.65">9029 2665 0,'0'0'0,"0"0"0,0 0 16,13 1-16,27 2 16,45-3-16,12-1 15,16 0-15,17-1 16,10 1-16,23 2 16,-1 4-16,21 2 15,-5 2 1,17 3-16,3 3 15,8 2-15,6 8 16</inkml:trace>
  <inkml:trace contextRef="#ctx0" brushRef="#br0" timeOffset="15633.04">11328 5948 0,'0'0'0,"0"0"0,0 0 0,-4 0 16,4 0-16,0 0 15,0 0-15,0 0 16,0 0 0,0 0-16,22 0 15,31 0-15,20-5 16,9-2-16,11-2 16,2-5-16,8 0 15,-1-3-15,-3 0 16,4-1-16,-8 2 15,-3 1-15,-7 2 16,-14 3-16,-8 3 16,-14 2-1,-9 2-15,-11 5 16,-9-2-16,-5 1 16,-5 1-16,-10-2 15,12 3-15,-12-3 16,0 0-16,0 0 15,0 0-15,0 0 16,0 0-16,0 0 16,0 0-1,0 0-15,0 0 16,0 0-16,0 0 16,0 0-16,0 0 15,12-12-15,-4-6 16,2-6-16,7-13 15,8-12-15,6-2 16,8-6-16,6-2 16,7-7-1,1 0-15,3-3 16,-5 5-16,1 1 16,-1-1-16,3-2 15,-2 0-15,-10 13 16,-1 2-16,-4 5 15,-6 7-15,3-3 16,-7 9-16,-8 8 16,2-1-1,-6 7-15,-1 5 16,-1 2-16,-2 4 16,-2-1-16,0 2 15,-1-1-15,-3 1 16,-5 7-16,6-8 15,-6 8-15,0 0 16,0 0-16,0 0 16,0 0-1,0 0-15,0 0 16,0 0-16,0 0 16,3-9-16,-3 9 15,0 0-15</inkml:trace>
  <inkml:trace contextRef="#ctx0" brushRef="#br0" timeOffset="18083.21">12744 5653 0,'0'0'0,"0"-2"15,0 2-15,0 0 16,0 0-16,0 0 16,0 0-16,0 0 15,0 0 1,0 14-16,0 2 16,0 4-16,0 9 15,0 0-15,0-7 16,0 5-16,0-2 15,0 1-15,0 1 16,-1-1-16,0 2 16,-1-3-16,0-3 15,1-7-15,0-4 16,0-5 0,1-6-16,0 0 15,0 0-15,0 0 16,0 0-16,-10-8 15,3-9-15,1-17 16,-1-7-16,2 3 16,3-9-16,1 1 15,1-1-15,0 1 16,1 6-16,1 6 16,-1 3-1,1 6-15,-1 4 16,0 3-16,0 4 15,-1 3-15,0 11 16,0-6-16,0 6 16,0 0-16,5 9 15,2 14-15,-1 13 16,0 10-16,-2 5 16,-1 11-1,-1-3-15,1-8 16,-1 0-16,-1-10 15,1-9-15,-2-7 16,1-10-16,1-7 16,-2-8-16,0 7 15,0-7-15,0 0 16,0-19 0,-2-13-16,1-14 15,-2-1-15,1 3 16,0-8-16,0 10 15,2-4-15,0 7 16,1 6-16,2-1 16,-1 5-16,1 10 15,-2 5-15,1 5 16,-2 9 0,1-8-16,-1 8 15,0 0-15,0 0 16,7 17-16,-2 15 15,-3 16-15,-3 10 16,-2 1-16,0-8 16,-3 4-16,1-8 15,0-3-15,1-3 16,1-12-16,0-8 16,3-10-1,-1-3-15,1-8 16,0 0-16,0 0 15,-11-9-15,0-12 16,5-22-16,0-16 16,4-6-16,4 2 15,4 11-15,-2 9 16,2 4 0,0 7-16,-1 5 0,0 5 15,-2 7 1,0 6-16,-3 9 15,0 0-15,0 0 16,0 0-16,13 27 16,-10 31-16,-6 16 15,-9 11-15</inkml:trace>
  <inkml:trace contextRef="#ctx0" brushRef="#br0" timeOffset="20182.38">7304 5346 0,'0'0'0,"0"0"0,0 0 0,0 0 16,0 0-1,0 0-15,-1-1 16,1 1-16,0 0 16,0 0-16,0 0 15,0 0-15,0 0 16,0 0-16,20-3 16,6 0-16,12-1 15,6-1 1,5 0-16,3 0 0,7 0 15,4-1 1,4 0-16,0 0 16,3 1-16,-1-1 15,0 0-15,-4 1 16,-4 1-16,-6-1 16,-4 1-16,-5 1 15,-6 0-15,-4 2 16,-5-1-16,-5 2 15,-5 0 1,-4 2-16,-3-2 16,-4 0-16,-10 0 15,11 0-15,-11 0 16,0 0-16,0 0 16,0 0-16,0 0 15,10 0-15,-10 0 16,0 0-16,0 0 15,0 0 1,0 0-16,0 0 16</inkml:trace>
  <inkml:trace contextRef="#ctx0" brushRef="#br0" timeOffset="21182.78">2569 5285 0,'0'0'0,"0"0"0,-1-1 15,1 1-15,0 0 16,0 0-16,0 0 16,0 0-16,21-4 15,12 4-15,17 0 16,13 0-1,10 0-15,9-6 16,26-3-16</inkml:trace>
  <inkml:trace contextRef="#ctx0" brushRef="#br0" timeOffset="23565.34">6346 5930 0,'0'0'0,"0"0"0,0 0 16,3 0-16,-3 0 15,22 4-15,2-2 16,8 0-16,3-1 15,2-1-15,-1 0 16,1-1-16,3-1 16,2 0-1,1 0-15,2 0 16,2-1-16,1 0 16,2 0-16,1 0 15,1-1-15,3 1 16,0 0-16,1-1 15,-1 2-15,-1 2 16,0 1-16,0 2 16,0 0-16,-1 0 15,-1-1 1,-1 1-16,-1-1 16,0 1-16,0-1 15,-1 1-15,0-1 16,0 0-16,1 1 15,0-1-15,-1 1 16,0-1-16,1-1 16,0 0-16,0-1 15,2 0 1,-1 0-16,2 0 16,0-1-16,0-1 15,1 0-15,1 0 16,1 0-16,-2 1 15,2-1-15,0 0 16,0 0-16,1 1 16,1-2-16,-1 0 15,-1-1 1,1-1-16,-5-2 16,1 2-16,-2-1 15,-3 1-15,-2 0 16,-2 2-16,-4-2 15,-2 1-15,-1 1 16,0-1-16,-2-2 16</inkml:trace>
  <inkml:trace contextRef="#ctx0" brushRef="#br0" timeOffset="24316.68">11411 4587 0,'-15'-1'0,"-23"4"0,-9-4 15,-54-4 1,23 1-16,-8-2 16,14 0-16,-6 0 15,12 1-15,9 1 16,2 0-16,1 0 31,9-1-31,12 1 16,12-1-16,11 3 15,10 2 1,0 0-16,-9-4 16,9 4-16,0 0 15,26 5-15,18 4 16,15-1-16,9-1 15,0-3-15,6-1 16,7-1-16,0-1 16,8 1-16,1-1 15,0-1 1,3 1-16,-1-2 16,-2 0-16,1-2 15,-8-1-15,-4 3 16,-2-2-16,-10 0 15,-4 0-15,-1-1 16,-10 0-16,-2 1 16,-2-1-16</inkml:trace>
  <inkml:trace contextRef="#ctx0" brushRef="#br0" timeOffset="28198.77">7146 6530 0,'0'0'0,"0"0"15,0 0-15,0 0 16,0-1-16,0 1 16,0 0-16,19-12 15,9 2 1,14-1-16,7 1 15,5 2-15,5 1 16,3 0-16,5 0 16,5 0-16,6-1 15,7-1-15,6 0 16,3 2-16,7 1 16,-3 1-16,3 1 15,-3 3-15,4-1 16,-3 2-16,3 0 15,-3 0 1,1 0-16,-6 0 16,-5 0-16,-4 0 15,-10 0-15,-7-1 16,-12-1-16,-10-1 16,-12-2-16,-11 2 15,-8 0-15,-15 3 16,14-2-1,-14 2-15,0 0 16,0 0-16,0 0 16,0 0-16,5-7 15</inkml:trace>
  <inkml:trace contextRef="#ctx0" brushRef="#br0" timeOffset="29299">13335 3253 0,'0'0'0,"0"0"0,-2 1 16,2-1-16,-16 11 16,1 3-16,1 6 15,1 5-15,4 2 16,5 0-1,5 1-15,7 0 0,10 0 16,7-2 0,8-3-16,4-7 15,2-6-15,5-6 16,-2-7-16,1-5 16,-7-5-16,-2-2 15,-5-3-15,-2 0 16,-6 0-16,-6-1 15,-5 2-15,-7-2 16,-4-2 0,-8-4-16,-7 0 15,-5 2-15,-7 4 16,-2 7-16,-8 5 16,1 7-16,1 6 15,4 5-15,4 4 16,4 3-16,7 2 15,6 2-15,3 2 16</inkml:trace>
  <inkml:trace contextRef="#ctx0" brushRef="#br0" timeOffset="29599.02">13950 3612 0,'0'0'0,"0"0"0,0 2 16,-4 5-16,-7 11 15,-4 8-15,-2 3 16,0-3-16,0 1 15,0-1-15,1-3 16,2 0 0,6 0-16,0-2 15,5-7-15</inkml:trace>
  <inkml:trace contextRef="#ctx0" brushRef="#br0" timeOffset="30648.54">14222 3541 0,'0'0'0,"0"0"0,0 0 16,0 0-1,1-3-15,-1 3 16,7-7-16,1-2 16,6-4-16,6 0 15,4 0-15,1 2 16,2 3-16,-1 1 15,3 0-15,3 0 16,2 5 0,-1 4-16,-3 4 15,-1 2-15,-1 6 16,-1 3-16,-2 3 16,-1 3-16,-2 2 15,-1 3-15,-1 2 16,-1-1-16,-2 1 15,-2-4-15,1 0 16,-2-2 0,3-5-16,4-1 15,2-4-15,2-4 16,1-4-16,2-4 16,0-3-16,0-5 15,1-5-15,-2-6 16,-3-2-16,-3-6 15,-5-2-15,-5-3 16,-4 1 0,-5-1-16,-5 3 15,-7 2-15,-4-2 16,-6 5-16,-6 2 16,-3 2-16,-1 6 15,-1 6-15,-3 5 16,0 4-16,0 7 15,3 2-15,3 2 16,0 1-16,3 0 16,-1 4-1,0-1-15,2 0 16,1 2-16,-1 2 16,0 2-16,1 1 15,-1 0-15,3-1 16,-4 2-16,-1-1 15,-1 0-15,-1-2 16,1-3 0,-2-5-16,-2-6 15,-3-1-15,4-4 16,1-6-16,5-2 16,0-6-16,3-5 15,2-1-15,2-8 16,3-4-16,4-6 15,5-2-15,9-1 16,3 2-16,3 3 16,4 2-1,-1 3-15,1 5 16,0 2-16,-2 4 16,7-2-16,4 6 15,7 2-15</inkml:trace>
  <inkml:trace contextRef="#ctx0" brushRef="#br0" timeOffset="31049.54">15195 3110 0,'0'0'0,"0"0"0,0 0 0,0 0 16,2 1-16,-2-1 15,21 21-15,5 5 16,6 8-16,-6 9 16,-2 5-1,-4 4-15,-4 2 16,-9 5-16,-7 3 16,-9 5-16,-13 3 15,-9 0-15,-12 1 16,-10-2-16,-13 0 15,-7-2-15,-7-9 16,3-6-16</inkml:trace>
  <inkml:trace contextRef="#ctx0" brushRef="#br0" timeOffset="31533.06">13257 2834 0,'0'0'0,"0"0"0,-1 2 15,-7 6-15,-14 15 16,-17 20-16,-4 8 16,-2 9-16,6 8 15,6 4 1,6 0-16,8 4 16,13 3-16,15-2 15,19 5-15,20-3 16,31-2-16,28-4 15,4-13-15</inkml:trace>
  <inkml:trace contextRef="#ctx0" brushRef="#br0" timeOffset="37082.26">6100 7179 0,'0'0'0,"0"0"0,0 0 15,0 0-15,0 0 16,0-2-16,0 2 15,0 0-15,0 0 16,0 0 0,15-2-16,-4 2 15,5 0-15,2 0 16,2 0-16,3 0 16,4 0-16,-2-1 15,2 1-15,1 0 16,1-1-16,3 0 15,1-2 1,3-3-16,-1 2 16,0-1-16,-2 0 15,3 0-15,0 0 16,1 0-16,0 0 16,-2 1-16,0 1 15,0 1-15,-3-1 16,-2 1-16,1 2 15,1 0 1,-1 0-16,0 1 16,1 1-16,-2 0 15,0-1-15,-1 1 16,0-1-16,0 1 16,0 0-16,0-1 15,0 1-15,1 0 16,-1-1-1,2 1-15,-2-1 16,2 1-16,1-1 16,1-1-16,1 0 15,0-1-15,0 1 16,3 0-16,-1-1 16,1 1-16,1 0 15,1-1-15,1 1 16,-2 0-1,2 0-15,1-1 0,1 0 16,2 0 0,1 0-16,1 0 15,3-2-15,-1 1 16,4-2-16,2 1 16,0-2-16,2-1 15,-1 0-15,-2-1 16,2 0-16,-4 2 15,1-1-15,-1 0 16,-5 1 0,1 1-16,-1-1 15,-1 2-15,-2 0 16,-2 1-16,-2 1 16,-3 1-16,0 1 15,1 1-15,-2-1 16,-1 1-16,1 0 15,-1 0 1,1 2-16,0-1 16,-1 0-16,0 0 15,0 0-15,1 1 16,-1-1-16,2 0 16,0-2-16,1 0 15,0-1-15,-1 0 16,2-1-16,1 0 15,1-1 1,2-1-16,-1 1 16,2-1-16,-5 1 15,1-1-15,-1 1 16,0 0-16,0-1 16,-2 0-16,-1 3 15,0 0-15,-1 2 16,-1-1-1,-2 1-15,2 0 0,-1 0 16,-2 0 0,0 1-16,-2-1 15,0 1-15,-1-1 16,-3 1-16,-2-2 16,-1 1-16,0-1 15,0 1-15,0 0 16,-2 0-16,-2-2 15,0 1-15,1 0 16,-1 0 0,1-1-16,0 0 15,2 0-15,-1 0 16,-2 0-16,-2-1 16,1 1-16,0 0 15,-1 0-15,1 0 16,1-1-16,1 0 15,2 0-15,-1-1 16,1-1 0,-3 2-16,-1-1 15,-4 1-15,-12 1 16,14-2-16,-14 2 16,0 0-16,0 0 15,11-1-15,-11 1 16,0 0-16,0 0 15,0 0 1,0 0-16,0 0 16,13-5-16,-13 5 15,24-4-15</inkml:trace>
  <inkml:trace contextRef="#ctx0" brushRef="#br0" timeOffset="136182.04">2648 4794 0,'0'0'0,"-4"-3"0,4 3 16,-19-15-16,4 3 15,0 1 1,1 0-16,-2-3 16,-3 0-16,0-2 15,-1 1-15,-2 1 16,-3 2-16,-4 1 16,-4 2-16,0 3 15,-1 2-15,-1 5 16,-2 3-16,-3 2 15,0 1 1,0 2-16,2 1 16,5 2-16,4 1 15,1-2-15,1 2 16,0 1-16,0 1 16,2-1-16,4-1 15,3 1-15,1-1 16,0 4-16,2 1 15,3 0-15,1 2 16,2 0 0,2-1-16,0 1 15,0 1-15,1 0 16,2 2-16,0-2 16,3 1-16,1-1 15,1-1-15,1 0 16,-1-3-16,1 0 15,1 0-15,-1 0 16,2 1 0,1 0-16,4 0 15,2 1-15,3-2 16,3-1-16,5 0 16,4-1-16,4 0 15,1-3-15,-3-2 16,2-1-16,4 1 15,2 0-15,0-1 16,1-1-16,-4-1 16,2 0-1,1 0-15,1-2 16,-1 0-16,-1-2 16,0 0-16,3-2 15,-3 0-15,3-1 16,-3 0-16,0 0 15,1-1-15,-2 1 16,-2 0 0,-3-1-16,-1 1 15,1 0-15,-1 0 16,-1 0-16,1 0 16,-2-1-16,0-1 15,1-1-15,-3 1 16,2-1-16,-3-1 15,2 0-15,-1-1 16,0 0 0,-2-3-16,1-2 15,-3-2-15,0-2 16,-1-3-16,1-2 16,-3 1-16,-3-1 15,-2 2-15,-3-2 16,-1-3-16,-4-2 15,-2-5-15,-2 1 16,-1 0 0,-4 0-16,0-2 15,-2-2-15,-3-2 16,1 1-16,-2-1 16,-1 3-16,-2 0 15,-3 0-15,-3 5 16,-5-1-16,-7 2 15,-1 3-15,-4 4 16,-4 2-16,-5 4 16,-6 4-1,-1 3-15,-1 2 16,-4 3-16,4 1 16,0 2-16,6 1 15,7-1-15,4 2 16,7-1-16,7 0 15,5 1-15,-1 1 16</inkml:trace>
  <inkml:trace contextRef="#ctx0" brushRef="#br0" timeOffset="155597.53">611 988 0,'0'0'0,"0"0"0,0 0 16,0 0-16,5 3 16,-5-3-16,26 12 15,2-2-15,9-1 16,6-3-16,2-3 16,2-2-16,5-4 15,-3 0 1,-3-1-16,1-1 15,-2 2-15,-2 0 16,-2 0-16,-4 0 16,1 0-16,1 3 15,1 1-15,-1 0 16,-1 0-16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05T12:01:06.408"/>
    </inkml:context>
    <inkml:brush xml:id="br0">
      <inkml:brushProperty name="width" value="0.05292" units="cm"/>
      <inkml:brushProperty name="height" value="0.05292" units="cm"/>
      <inkml:brushProperty name="color" value="#EE0000"/>
    </inkml:brush>
  </inkml:definitions>
  <inkml:trace contextRef="#ctx0" brushRef="#br0">14681 2782 0,'0'0'0,"0"0"0,0 0 16,0 0-16</inkml:trace>
  <inkml:trace contextRef="#ctx0" brushRef="#br0" timeOffset="815.69">13404 3496 0,'0'0'0,"0"0"16,0 0-16,0 0 15,0 0 1</inkml:trace>
  <inkml:trace contextRef="#ctx0" brushRef="#br0" timeOffset="1865.72">12794 4073 0,'0'0'0,"0"0"0,0 0 16,0 3-16,0-3 16,21 13-16</inkml:trace>
  <inkml:trace contextRef="#ctx0" brushRef="#br0" timeOffset="3765.88">11786 4629 0,'0'0'0,"0"0"0,0 0 16,1 3-16,-1-3 15,10 11-15</inkml:trace>
  <inkml:trace contextRef="#ctx0" brushRef="#br0" timeOffset="5149.29">11519 5161 0,'0'0'0,"0"0"0,0 2 16,0-2-16,0 0 15,3 10 1,0-2-16</inkml:trace>
  <inkml:trace contextRef="#ctx0" brushRef="#br0" timeOffset="8549.24">5744 7070 0,'0'0'0,"0"0"0,0 0 15,0 0-15,0 0 16,0 0-16,0 0 16,8 4-1,7 4-15,10 4 16,10 1-16,7-3 15,6-4-15,4-3 16,-4-4-16,4-3 16,-1-4-16,-2-1 15,3-4-15,-7 1 16,-2-3-16</inkml:trace>
  <inkml:trace contextRef="#ctx0" brushRef="#br0" timeOffset="11515.68">10484 7794 0,'0'0'0,"0"0"0,0 0 0,0 0 15,0 0-15,0 0 16,0 0-16,0 0 15,0 0 1,0 0-16,0 0 16,0 0-16,0 0 15,3 0-15,-3 0 16,0 0-16,11-2 16,0 0-16,8-1 15,10-5-15,7-7 16,6-5-16,2-3 15,3-3 1,3-3-16,1 2 16,1-3-16,-1 3 15,-6 2-15,-1 4 16,-6 4-16,-4 3 16,-8 4-16,-3 2 15,-6 3-15,-3 3 16,-3 2-16,-11 0 15,18 3-15,-18-3 16,10 5 0,-10-5-16,0 0 15</inkml:trace>
  <inkml:trace contextRef="#ctx0" brushRef="#br0" timeOffset="13582.82">13789 7934 0,'0'0'0,"0"0"0,0 0 16,0 0-16,0 0 15,0 0-15,2 1 16,-2-1-16,0 0 16,0 0-16,0 0 15,15 0 1,2-2-16,10-4 16,10-3-16,9-8 15,9-7-15,8-5 16,4-3-16,3 0 15,-3 2-15,-4 1 16,-8 4-16,-6 3 16,-10 5-16,-9 6 15,-11 4 1,-7 3-16,-12 4 16,12-2-16,-12 2 15,0 0-15,12 4 16,-4 3-16,-8-7 15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05T12:01:30.307"/>
    </inkml:context>
    <inkml:brush xml:id="br0">
      <inkml:brushProperty name="width" value="0.05292" units="cm"/>
      <inkml:brushProperty name="height" value="0.05292" units="cm"/>
      <inkml:brushProperty name="color" value="#EE0000"/>
    </inkml:brush>
  </inkml:definitions>
  <inkml:trace contextRef="#ctx0" brushRef="#br0">12856 2058 0,'0'0'0,"0"0"0,0 0 0,0 0 0,0 0 15,0 0-15,-1 0 16,1 0 0,0 0-16,0 0 15,0 0-15,0 0 16,0 0-16,0 0 15,-2 7-15,2-7 16,0 0-16,0 0 16,0 0-16,9 10 15,-9-10-15,14 8 16,-3-2 0,2 1-16,1 1 15,0 1-15,1-2 16,-1 0-16,0-2 15,-1 0-15,3-1 16,3-2-16,6-3 16,11-4-16,10-5 15,13-7-15,7-7 16,4-5 0,10-9-16,-2 0 15,-1 0-15,1 1 16,-5 2-16,-2-1 15,-4 3-15,-7 3 16,-7 4-16,-7 3 16,-7 4-16,-7 4 15,-6 3-15,-9 4 16,-5 2 0,-12 6-16,15-6 15,-15 6-15,0 0 16,10-1-16,-10 1 15,0 0-15,0 0 16,0 0-16,0 0 16,0 0-16,0 0 15,8 6-15,-8-6 16,0 0 0,0 0-16,0 0 15,0 0-15,1 7 16,-1-7-16,0 0 15,0 0-15,0 0 16,0 0-16,0 7 16,0-7-16,0 0 15,0 0 1,0 0-16,0 0 16,0 0-16,0 0 15,0 6-15,0-6 16,0 0-16,0 0 15,0 0-15,0 0 16,0 0-16,0 0 16,0 7-16,0-7 15,0 0-15,0 0 16,0 0-16,0 0 16,0 0-1,0 0-15,0 0 16,0 0-16,0 0 15,0 0-15,0 0 16,0 0-16,0 0 16,0 0-16,0 7 15,0-7-15,0 0 16,0 0-16,0 0 16,0 0-1,0 0-15,-5 6 16,5-6-16,0 0 15,0 0-15,0 0 16,0 0-16,0 0 16,0 0-16,0 7 15,0-7-15,0 0 16,0 0-16,0 0 16,0 0-1,0 0-15,0 0 16,0 0-16,0 0 15,0 0-15,0 0 16,0 0-16,0 0 16,0 0-16,0 0 15,0 0-15,0 0 16,0 0-16,-1 6 16,1-6-1,0 0-15,0 0 16,0 0-16,0 0 15,0 0-15,0 0 16,-5 7-16,5-7 16,0 0-16,0 0 15,0 0-15,0 0 16,0 0 0,0 0-16,0 0 15,0 0-15,0 0 16,0 0-16,0 0 15,0 6-15,0-6 16,0 0-16,0 0 16,0 0-16,0 0 15,0 0-15,0 0 16,0 0 0,0 0-16,0 0 0,0 0 15,0 0 1,0 0-16,0 0 15,0 0-15,0 0 16,0 0-16,0 0 16,0 0-16,0 0 15,0 0-15,0 0 16,0 0-16,0 0 16,0 0-1,0 0-15,0 0 16,0 0-16,0 0 15,0 0-15,0 0 16,0 0-16,0 0 16,0 0-16,0 0 15,0 0-15,0 0 16,0 0-16,0 0 16,0 0-16,0 0 15,0 0 1,0 0-16,0 0 15,0 0-15,0 0 16,0 0-16,0 0 16,0 0-16,0 0 15,0 0-15,0 0 16,0 0-16,0 0 16,0 0-16,0 0 15,0 0 1,0 0-16,0 0 15,0 0-15,0 0 16,0 0-16,0 0 16,0 0-16,0 0 15,0 0-15,0 0 16,0 0-16,0 0 16,0 0-16,0 0 15,0 0 1,0 0-16,0 0 15,0 0-15,0 0 16,0 0-16,0 0 16,0 0-16,0 0 15,0 0-15,0 0 16,0 0-16,0 0 16,0 0-16,0 0 15,0 0 1,0 0-16,0 0 15,0 0-15,0 0 16,0 0-16,0 0 16,0 0-16,0 0 15,0 0-15,0 0 16,0 0-16,0 0 16,0 0-16,0 0 15,0 0 1,0 0-16,0 0 15,0 0-15,0 0 16,-6-6-16,6 6 16,0 0-16,0 0 15,0-11-15,-1 3 16,0-6-16</inkml:trace>
  <inkml:trace contextRef="#ctx0" brushRef="#br0" timeOffset="8399.31">2112 2247 0,'0'0'0,"0"0"0,0 0 0,-3-1 15,3 1-15,-3-7 16,3 7-16,0-11 16,1 3-16,1 0 15,3 0-15,2-2 16,4 0-16,3 1 15,3-2-15,3 3 16,4-1 0,0 2-16,4 1 15,1 1-15,0 1 16,3 1-16,-2 2 16,2 0-16,0 1 15,-2 1-15,0 0 16,-3 1-16,0-1 15,-1 0-15,-2 0 16,-1-1-16,-1 2 16,1-2-1,-1 0-15,-1 0 16,0 0-16,1 0 16,-1 0-16,2-2 15,-4 2-15,-1-1 16,-1 0-16,0 0 15,-3 1-15,-3-2 16,-1 2-16,-10 0 16,14-2-1,-14 2-15,0 0 16,13-1-16,-13 1 16,0 0-16,0 0 15,0 0-15,0 0 16,0 0-16,0 0 15,9 0-15,-9 0 16,0 0-16,0 0 16,0 0-16,0 0 15,0 0 1,0 0-16,0 0 16,0 0-16,0 0 15,0 0-15,0 0 16,0 0-16,0 0 15,0 0-15,0 0 16,0 0-16,0 0 16,0 0-16,0 0 15,0 0 1,0 0-16,0 0 16,0 0-16,0 0 15,0 0-15,0 0 16,0 0-16,0 0 15,0 0-15,0 0 16,0 0-16,0 0 16,0 0-16,0 0 15,0 0 1,0 0-16,0 0 16,0 0-16,0 0 15,0 0-15,0 0 16,0 0-16,0 0 15,0 0-15,0 0 16,0 0-16,0 0 16,0 0-1,0 0-15,0 0 16,0 0-16,0 0 16,0 0-16,0 0 15,0 0-15,0 0 16,0 0-16,0 0 15,0 0-15,0 0 16,0 0-16,0 0 16,0 0-16,0 0 15,0 0 1,0 0-16,0 0 16,0 0-16,6 7 15,-6-7-15,0 0 16,0 0-16,0 0 15,0 0-15,0 0 16,0 0-16,0 0 16,0 0-16,0 0 15,0 0 1,0 0-16,0 0 16,0 0-16,0 0 15,0 0-15,0 0 16,0 0-16,0 0 15,0 0-15,0 0 16,0 0-16,0 0 16,0 0-16,0 0 15,0 0-15,0 0 16,0 0 0,0 0-16,0 0 15,0 0-15,0 0 16,0 0-16,0 0 15,0 0-15,0 0 16,0 0-16,0 0 16,0 0-16,0 0 15,0 0 1,10 6-16,-10-6 16,13 8-16,-13-8 15,11 6-15,-11-6 16,12 7-16,-12-7 15,15 8-15,-15-8 16,17 10-16,-17-10 16,18 9-16,-8-4 15,1 0-15,0 0 16,0 1 0,1-1-16,2-1 15,0 0-15,1-1 16,1 0-16,2 0 15,2-1-15,2 0 16,-2-1-16,-1-1 16,-3 0-1,0 0-15,0 0 16,-1 0-16,2 0 16,2 0-16,3 0 15,1 0-15,-2 0 16,0 0-16,-2 0 15,0 0-15,0 1 16,2 0-16,1 1 16,1-1-16,1 0 15,-1-1 1,-3 1-16,-1 0 16,-2 0-16,-2-1 15,1 1-15,0 0 16,-1 0-16,1 0 15,-3 0-15,-1 0 16,-2-1-16,-10 0 16,16 2-16,-16-2 15,12 1-15,-12-1 16,0 0 0,0 0-16,11 3 15,-11-3-15,0 0 16,0 0-16,0 0 15,0 0-15,0 0 16,0 0-16,0 0 16,0 0-16,0 0 15,0 0-15,9 9 16,-9-9 0,1 10-16,0-1 15,-1 0-15,1 2 16,-1 1-16,1 0 15,0-1-15,0 0 16,-1 1-16,2 2 16,-2 1-16,1 1 15,0 0-15,0-2 16,-1-2-16,1 1 16,0 0-1,-1 1-15,1-2 16,0 1-16,0 0 15,-1-1-15,2 0 16,-2-2-16,1 0 16,0 0-16,0 0 15,-1-2-15,1 2 16,0 0 0,-1-1-16,0-1 15,1-1-15,-1-7 16,2 11-16,-2-11 15,2 7-15,-2-7 16,0 0-16,2 8 16,-2-8-16,0 0 15,0 0 1,1 6-16,-1-6 16,0 0-16,0 0 15,0 0-15,0 0 16,0 0-16,0 0 15,0 0-15,0 0 16,0 0-16,0 0 16,0 0-16,0 0 15,0 0-15,0 0 16,0 0-16,0 0 16,0 0-1,0 0-15,0 0 16,0 0-16,0 0 15,0 0-15,7-6 16,-7 6-16,0 0 16,0 0-16,0 0 15,4-7-15,-4 7 16,0 0-16,0 0 16,0 0-1,0 0-15,0 0 16,5-7-16,-5 7 15,0 0-15,0 0 16,0 0-16,0 0 16,0 0-16,0 0 15,0 0-15,0 0 16,0 0-16,0 0 16,0 0-16,0 0 15,0 0 1,0 0-16,0 0 15,0 0-15,0 0 16,0 0-16,0 0 16,0 0-16,0 0 15,0 0-15,0 0 16,0 0-16,0 0 16,0 0-1,0 0-15,0 0 16,0 0-16,5 8 15,-5-8-15,0 0 16,-1 8-16,1-8 16,0 0-16,-1 8 15,1-8-15,0 0 16,0 7-16,0-7 16,0 0-1,0 0-15,-1 6 16,1-6-16,0 0 15,0 0-15,0 0 16,0 0-16,0 0 16,0 0-16,0 0 15,0 0-15,0 0 16,0 0-16,0 0 16,0 0-1,0 0-15,0 0 16,0 0-16,0 0 15,0 0-15,0 0 16,-2 7-16,0 1 16,-3 8-16,-3 8 15,-1 3-15,1 5 16,-1 1-16,0 0 16,0-1-16,1 2 15,-1-1 1,-1 1-16,3-3 15,-1-2-15,1-5 16,1 1-16,0-1 16,-1 0-16,1 1 15,0 1-15,1-2 16,-1 0-16,2-2 16,0 0-16,-1 1 15,0-2 1,2 2-16,-1 0 15,2 1-15,0 0 16,0 0-16,-1-1 16,1-1-16,1 0 15,0 0-15,0 2 16,1 0-16,0 1 16,0-2-16,0 1 15,0-1-15,0 1 16,1-3-1,-1 0-15,0-1 16,1 0-16,-1-1 16,1-2-16,-1-3 15,1-3-15,0-2 16,0-3-16,-1-6 16,2 8-1,-2-8-15,0 0 16,0 0-16,1 8 15,-1-8-15,0 0 16,0 0-16,0 0 16,0 0-16,0 0 15,0 0-15,0 0 16,0 0-16,0 0 16,0 0-16,-16-3 15,2-3 1,-15 1-16,-8 1 15,1 3-15,1 0 16,-4 1-16,-2 0 16,0 1-16,-4 2 15,-2 1-15,-1 0 16,-1 3-16,2 0 16,1-1-16,-2 0 15,2 0 1,0-1-16,-3 1 15,1 0-15,-2-1 16,0 2-16,1-2 16,-1 1-16,2 0 15,3-2-15,3 1 16,1-1-16,4-1 16,3 0-16,0-1 15,4-1 1,-1-1-16,1 1 15,1 0-15,2-1 16,3 0-16,-1-1 16,2 0-16,1 0 15,0-1-15,2 0 16,1 0-16,3-1 16,3 1-16,1-1 15,1 2 1,11 1-16,-17-4 15,17 4-15,-15-4 16,15 4-16,-15-7 16,6-1-16,1-2 15,-1-2-15,-1-3 16,0-4-16,-1-2 16,0-5-16,1-3 15,-1-4-15,3-4 16,0-2-1,-1-4-15,2 0 16,-2-1-16,1-1 16,-1-3-16,0-1 15,0 2-15,-1-5 16,2 1-16,-2-2 16,1 2-16,2-2 15,3-1-15,1-2 16,2 1-1,3 0-15,0 2 16,1 3-16,0 2 16,0-1-16,2 0 15,0 0-15,1-1 16,1 0-16,4 0 16,1 0-16,0 5 15,0 3-15,-3 7 16,-1 5-1,0 5-15,-4 7 16,-1 5-16,0 5 16,-3 8-16,1-8 15,-1 8-15,0 0 16,0 0-16,14-3 16,2 5-16</inkml:trace>
  <inkml:trace contextRef="#ctx0" brushRef="#br0" timeOffset="11766.09">13525 3181 0,'0'0'0,"0"0"16,0 0-16,0 0 15,0 0-15,-1 3 16,-1 4-16,-1 6 16,0 8-16,3 3 15,2 1-15,1-3 16,1-3-1,-1-2-15,2 1 0,-1 0 16,4 0 0,0 2-16,2-1 15,-1-2-15,2-1 16,3 0-16,6-1 16,8-2-16,15-9 15,12-12-15,17-11 16,9-8-16,14-11 15,3-2-15,7-8 16,0-3-16,-7 5 16,-1-1-1,-9 5-15,-6 3 16,-5 3-16,-6 2 16,-12 6-16,0 2 15,-8 7-15,-4 4 16,-8 3-16,-9 5 15,-8 2-15,-8 2 16,-4 1 0,-10 2-16,10-1 15,-10 1-15,0 0 16,0 0-16,0 0 16,0 0-16,10 3 15,-10-3-15,0 0 16,0 0-16,0 0 15,0 0-15,0 0 16,0 0-16,3 7 16,-3-7-1,0 0-15,0 0 16,0 0-16,0 0 16,0 0-16,0 0 15,0 6-15,0-6 16,0 0-16,0 0 15,0 0-15,0 0 16,0 0 0,0 0-16,0 0 15,0 0-15,0 0 16,0 0-16,0 6 16,0-6-16,0 0 15,0 0-15,0 0 16,0 0-16,0 0 15,0 0-15,0 0 16,0 0 0,0 0-16,0 0 15,0 0-15,0 0 16,0 0-16,0 0 16,0 0-16,0 0 15,0 0-15,0 0 16,0 0-16,0 0 15,0 0-15,0 0 16,0 0-16,0 0 16,0 0-1,0 0-15,0 0 16,0 0-16,0 0 16,0 0-16,0 0 15,0 0-15,0 0 16,0 7-16,0-7 15,0 0-15,0 0 16,0 0-16,0 0 16,0 0-16,0 0 15,0 0 1,0 0-16,0 0 16,0 0-16,0 0 15,0 0-15,0 0 16,0 0-16,0 0 15,0 0-15,0 0 16,0 0-16,0 0 16,0 0-1,0 0-15,0 0 16,0 0-16,0 0 16,0 0-16,0 0 15,0 0-15,0 0 16,0 0-16,0 0 15,0 0-15,0 0 16,0 0-16,0 0 16,0 0-1,0 0-15,0 0 16,0 0-16,0 0 16,0 0-16</inkml:trace>
  <inkml:trace contextRef="#ctx0" brushRef="#br0" timeOffset="14233.3">7493 2309 0,'0'0'0,"0"0"16,0 0-16,0 3 16,0 6-16,0 13 15,-2 15-15,-2 10 16,0 5-16,-2 2 16,1 1-16,0-1 15,0-2 1,0-5-16,1 0 15,1-4-15,3-6 16,3-2-16,1-4 16,3-6-16,0-8 15</inkml:trace>
  <inkml:trace contextRef="#ctx0" brushRef="#br0" timeOffset="14733.16">7654 2076 0,'0'0'0,"0"0"0,0 0 16,0 0-16,0 0 16,0 0-16,8 3 15,11 6-15,12 8 16,11 14-16,2 9 16,0 4-1,1 9-15,-6 5 16,-4 5-16,-3 9 15,-8 4-15,-10 7 16,-7 8-16,-13 3 16,-11 3-16,-10 3 15,-8-5-15,-8-3 16,-1-12-16,-1-10 16,5-16-16,4-11 15,7-10 1,7-12-16,6-8 15,6-4-15,10-9 16,-18 5-16,2-7 16,-7-4-16,-5-7 15</inkml:trace>
  <inkml:trace contextRef="#ctx0" brushRef="#br0" timeOffset="16732.95">6727 3498 0,'0'0'0,"0"0"0,4 0 16,12 0-16,23 1 16,18 2-16,9 0 15,2 0 1,4 1-16,4-1 15,0-1-15,1-2 16,0-2-16,-3-3 16,0-1-16,-3-1 15,-4 0-15,1 0 16,-5 1-16,-1 0 16,0 1-16,-6 0 15,-7 1 1,-8 0-16,-8 2 15,-6 0-15,-8 0 16,-7 0-16,-12 2 16,14-2-16,-14 2 15,0 0-15,0 0 16,0 0-16,0 0 16,9-4-16,-9 4 15,0 0 1,0 0-16,0 0 15,0 0-15,0 0 16,0 0-16,0 0 16,0 0-16,0 0 15,0 0-15,0 0 16,0 0-16,0 0 16,0 0-16,0 0 15,0 0 1,0 0-16,0 0 15,0 0-15,0 0 16,0 0-16,0 0 16,0 0-16,0 0 15,0 0-15,0 0 16,0 0-16,0 0 16,0 0-16,0 0 15,0 0-15,0 0 16,0 0-1,0 0-15,0 0 16,0 0-16,0 0 16,0 0-16,0 0 15,0 0-15,0 0 16,0 0-16,0 0 16,0 0-16,0 0 15,0 0-15,0 0 16,0 0-1,0 0-15,0 0 16,0 0-16,0 0 16,0 0-16,0 0 15,0 0-15,0 0 16,0 0-16,0 0 16,10-4-16,-10 4 15,0 0 1,0 0-16,0 0 15,0 0-15,0 0 16,0 0-16,0 0 16,0 0-16,0 0 15,0 0-15,0 0 16,0 0-16,0 0 16,9 0-16,-9 0 15,0 0 1,0 0-16,0 0 15,0 0-15,0 0 16,0 0-16,0 0 16,0 0-16,0 0 15,0 0-15,0 0 16,0 0-16,0 0 16,0 0-16,0 0 15,0 0-15,0 0 16,0 0-1,0 0-15,0 0 16,0 0-16,0 0 16,0 0-16,0 0 15,0 0-15,0 0 16,0 0-16,0 0 16,0 0-16,4 6 15,-4-6-15,0 0 16,0 0-1,0 0-15,0 0 16,0 0-16,0 0 16,0 0-16,0 0 15,0 0-15,0 0 16,0 0-16,0 0 16,0 0-16,0 0 15,0 0-15,0 0 16,0 0-16,0 0 15,0 0 1,0 0-16,0 0 16,0 0-16,0 0 15,0 0-15,0 0 16,0 0-16,0 0 16,0 0-16,0 0 15,0 0-15,0 0 16,0 0-16,0 0 15,0 0 1,0 0-16,0 0 16,0 0-16,0 0 15,0 0-15,0 0 16,0 0-16,0 0 16,0 0-16,0 0 15,0 0-15,0 0 16,0 0-1,0 0-15,0 0 16,0 0-16,0 0 16,0 0-16,0 0 15,0 0-15,0 0 16,0 0-16,0 0 16,0 0-16,0 0 15,0 0-15,0 0 16,0 0-1,6-6-15,-6 6 16,0 0-16,0 0 16,0 0-16</inkml:trace>
  <inkml:trace contextRef="#ctx0" brushRef="#br0" timeOffset="17432.98">8620 1559 0,'0'0'0,"0"0"0,0 0 16,-3-2-16,3 2 15,-26 2-15,-5 7 16,-7 10-16,0 4 16,1 5-16,1 6 15,4 2-15,7 2 16,6 1-16,8 1 15,7 3 1,9-2-16,13-1 16,11-2-16,16-1 15,11-6-15,4-4 16,4-7-16,-6-10 16,-5-3-16,-9-5 15,-6-4-15,-4-4 16,-2-8-16</inkml:trace>
  <inkml:trace contextRef="#ctx0" brushRef="#br0" timeOffset="18415.93">9062 1702 0,'0'0'0,"0"0"0,0 0 0,0 0 15,0 0-15,0 0 16,-3 4 0,-6 2-16,-6 9 15,-5 7-15,1 1 16,3 0-16,4-2 16,4-3-16,4-2 15,3 1-15,5-2 16,7-1-16,4-1 15,11-4-15,5-4 16,0-8 0,1-6-16,-5-7 15,-4-5-15,-5-4 16,-7-3-16,-8-4 16,-10-2-16,-10-4 15,-9 3-15,-6 5 16,-4 5-16,4 7 15,6 7-15,7 3 16,9 5 0,10 3-16,0 0 15,-10-2-15,10 2 16,0 0-16,30-1 16,17-2-16,9-3 15,0-1-15,-3 1 16,-3 1-16,-3 6 15,-2 9-15,-5 7 16,-3 4-16,-3 8 16,-3 5-1,-4 3-15,-4 2 16,-4-2-16,-5-2 16,-4-4-16,-3-6 15,-2-4-15,-2-9 16,0-3-16,-3-9 15,1 8-15,-1-8 16,0 0 0,0 0-16,0 0 15,-2-19-15,-1-9 16,3-5-16,0-4 16,3-2-16,1 2 15,1 1-15,1 6 16,1 3-16,-1 3 15,3 4 1,1 2-16,2 4 16,0 4-16,6 4 15,1 4-15,2 6 16,4 6-16,0 6 16,3 7-16,0 5 15,-1 2-15,0 3 16,-3-2-16,-1-1 15,-4-5-15,-2-2 16,-2-3 0,-4-3-16,0-4 15,-3-4-15,-8-9 16,8 9-16,-8-9 16,0 0-16,10 1 15,0-7-15</inkml:trace>
  <inkml:trace contextRef="#ctx0" brushRef="#br0" timeOffset="18899.65">10185 1560 0,'0'0'0,"0"0"0,0 0 16,0 0-1,1 5-15,3 3 16,3 10-16,4 9 16,3 4-16,-1 2 15,2-1-15,0-2 16,2-2-16,2-4 15,-4-5-15,-1-6 16,-4-2-16,-1-4 16,-9-7-1,12 10-15,-12-10 16,10 3-16,-10-3 16,14-10-16,-4-5 15,-1-13-15,0-9 16,-2-7-16,-1-3 15,0-1-15,-3 4 16,1 5 0,-1 7-16,-2 7 15,0 6-15,-1 4 16,-1 4-16,1 2 16,0 2-16</inkml:trace>
  <inkml:trace contextRef="#ctx0" brushRef="#br0" timeOffset="19665.91">10774 1488 0,'0'0'0,"0"0"15,0 0-15,0 0 16,0 0-16,0 2 15,0-2-15,-3 11 16,1 2-16,-1 4 16,-2 2-1,3 0-15,0 2 16,2 1-16,2 1 16,4 0-16,1-2 15,4 0-15,0-5 16,1-4-16,-1-3 15,2-3-15,0-3 16,-2-2-16,-1-4 16,-1-4-16,-2-4 15,-3-4 1,-4-7-16,-10-5 16,-5-4-16,-6 1 15,3 5-15,3 6 16,4 6-16,3 5 15,8 8-15,-7-9 16,7 9-16,0 0 16,0 0-1,-1-7-15,12 3 16,16-2-16,9 6 16,3 5-16,-3 4 15,-2 6-15,1 5 16,-1 3-16,-1 6 15,-1 1-15,-4 1 16,-2 0-16,-2-1 16,-3-3-1,-2-4-15,-4-4 16,-4-7-16,-2-5 16,-9-7-16,17 4 15,-7-9-15,1-6 16,0-9-16,-2-7 15,-2-6-15,-3-4 16,-4 0-16,-2 2 16,0 3-1,-2 5-15,0 5 16,1 6-16,0 4 16,0 4-16,3 8 15,-4-11-15</inkml:trace>
  <inkml:trace contextRef="#ctx0" brushRef="#br0" timeOffset="20565.75">11538 1556 0,'0'0'0,"0"0"16,0 3-16,0 6 15,2 10-15,0 7 16,1 4-16,-1 1 15,0-3-15,0-2 16,1-5-16,2-5 16,4-2-16,4-1 15,5-5 1,3-4-16,2-6 16,-4-4-16,-1-6 15,-1-6-15,-2-8 16,-4-3-16,-5-4 15,-6 0-15,-6 0 16,-7 0-16,-2 6 16,-1 6-16,2 7 15,5 4-15,9 10 16,-12-9 0,12 9-16,0 0 15,0 0-15,0 0 16,0 0-16,29 9 15,9-13-15,7-6 16,0-7-16,-7-7 16,-4-5-16,-7 0 15,-7-3 1,-6 0-16,-5 3 16,-6 2-16,-4 4 15,-6 1-15,-3 5 16,-2 3-16,-2 4 15,-2 7-15,1 3 16,-1 8-16,3 4 16,5 7-16,5 8 15,8 11 1,10 7-16,8 3 16,12 2-16,7-5 15,3-2-15,1-7 16,-7-9-16,-2-5 15,-4-9-15,-6-5 16,-2-4-16,-5-6 16,-2-4-16,-1-8 15,-2-3 1,-2-6-16,-7-2 16,-6 0-16,-6-1 15,-5 1-15,-2 6 16,0 6-16,3 4 15,10 9-15,-17-6 16,17 6-16,-17 13 16,10 2-16,11 9 15,12 10-15,14 2 16,11 1 0,9-8-16,3-8 15,2-8-15,-2-10 16,-1-9-16,-5-20 15</inkml:trace>
  <inkml:trace contextRef="#ctx0" brushRef="#br0" timeOffset="22566">12682 1157 0,'0'0'0,"0"0"0,0 0 16,4 3-16,4 7 16,13 14-16,9 12 15,0 12-15,0 7 16,-4 3 0,-4 2-16,-3-5 15,-2-5-15,-2-9 16,-6-12-16,-3-10 15,-2-8-15,-4-11 16,4 6-16,-4-6 16,12-21-16,-3-8 15,0-7 1,-3 3-16,0 3 16,-1-2-16,3-2 15,6-2-15,7 0 16,6 3-16,4 4 15,0 5-15,0 4 16,-7 7-16,-5 2 16,-7 4-16,-12 7 15,0 0-15,0 0 16,-7 13 0,-20 16-16,-7 3 15,2-1-15,4-3 16,6 0-16,9 4 15,5-3-15,7 1 16,5-3-16,6 3 16,4 0-16,5-4 15,5-1 1,6-5-16,2-4 0,2-3 16,2-6-1,0-4-15,4-4 16,5-6-16,-5-3 15,1-5-15,-5-3 16,-2-4-16,-2-5 16,-7-3-16,-5-4 15,-7-3-15,-6 0 16,-7 5-16,-9 2 16,-8 7-1,-1 4-15,-3 4 16,5 8-16,2 6 15,2 6-15,-1 8 16,2 9-16,4 6 16,6 4-16,6 1 15,7-1-15,6-2 16,3-5-16,6-2 16,0-9-1,-1-7-15,5-6 16,3-8-16,1-6 15,0-5-15,-6-4 16,-6-4-16,-1-4 16,-2-2-16,-2-1 15,-2 5-15,-2 1 16,6 5 0,10 5-16,2 5 15,4 6-15,5 10 16,5 7-16,-4 9 15,0 5-15,-9 3 16,-5 2-16,-7 0 16,-5-1-16,-9-4 15,-3-1 1,-5 2-16,-7-3 16,-6 0-16,-4-4 15,0-5-15,2-5 16,5-4-16,1-3 15,10-2-15,-19-16 16,10-6-16,8-11 16,10-9-16,6-2 15,10-4-15,1 6 16,2 9-16,-1 7 16,-2 9-1,-2 7-15,-1 3 16,0 6-16,1 9 15,0 9-15,-2 6 16,0 7-16,-5 0 16,-2 1-16,-1-4 15,-3-3-15,-2-6 16,-2-4-16,-2-4 16,-1-3-1,1 0-15,-4-7 16,22 2-16,-2-8 15,5-10-15,3-3 16,1-7-16,-1-6 16,-3-2-16,-5-3 15,-3 4-15,-3 0 16,-3 4-16,-2 5 16,-3 3-16,-2 7 15,-2 5 1,-1 1-16,-1 8 15,-10-11-15,-15 5 16,-17 3-16,-4 8 16,9 8-16,9 3 15,7 4-15,5 2 16,5 5-16,7 4 16,6 4-16,7 2 15,8-3 1,8-4-16,7-3 15,5-6-15,-1-8 16,0-6-16,1-7 16,0-5-16,1-6 15,-2-10-15,-2-9 16,-5-8-16,-1-12 16,-3-6-1,-3-11-15,-3-6 16,-5-4-16,-4 3 15,-6 5-15,-5 6 16,-5 6-16,-4 6 16,-4 7-16,-2 10 15,1 11-15,0 7 16,1 6-16,-2 8 16,0 7-1,-2 10-15,-1 13 16,3 12-16,5 15 15,9 11-15,8 8 16,10 5-16,5 3 16,10-1-16,8 0 15,6-9-15,5-13 16,2-8-16,0-11 16,4-10-16,3-5 15,-2-11 1,1-8-16,-3-5 15,-7-10-15,199-58 16</inkml:trace>
  <inkml:trace contextRef="#ctx0" brushRef="#br0" timeOffset="23766.54">13631 1890 0,'0'0'0,"0"0"0,0 0 0,0 0 0,8 0 15,23 0-15,40 2 16,21 2-16,15 0 16,8 0-16,10-2 15,10-4-15,-11-6 16,4-2-16,-15-1 16,-12 0-16,-7 1 15,-16-1 1,-9 1-16,-10 3 15,-8 0-15,-3 2 16,-7 0-16,-7 3 16,-4 1-16,-9 2 15,-5 0-15,-6 0 16,-10-1-16,0 0 16,12 0-16,-12 0 15,0 0 1,0 0-16,0 0 15,0 0-15,0 0 16,0 0-16,0 0 16,8 8-16,-8-8 15,0 0-15,0 0 16,0 8-16,0-8 16,0 0-16,0 8 15,0-8 1,0 0-16,-2 8 15,2-8-15,0 0 16,-2 7-16,2-7 16,0 0-16,-2 7 15,2-7-15,0 0 16,0 0-16,0 0 16,0 8-16,0-8 15,0 0-15,0 0 16,0 0-1,0 0-15,0 0 16,0 6-16,0-6 16,0 0-16,0 0 15,0 0-15,0 0 16,0 0-16,0 6 16,0-6-16,0 0 15,0 0 1,0 7-16,0-7 15,0 0-15,0 0 16,0 7-16,0-7 16,0 0-16,0 0 15,0 7-15,0-7 16,0 0-16,0 0 16,0 8-16,0-8 15,0 0-15,-1 7 16,1-7-1,0 0-15,0 0 16,-2 8-16,2-8 16,0 0-16,0 0 15,0 0-15,0 0 16,0 0-16,0 6 16,0-6-16,0 0 15,0 0 1,0 0-16,0 0 15,0 0-15,0 0 16,0 0-16,0 0 16,0 0-16,0 0 15,0 0-15,1-10 16,1 1-16,-1-5 16,0-2-16</inkml:trace>
  <inkml:trace contextRef="#ctx0" brushRef="#br0" timeOffset="25865.8">6488 5943 0,'0'0'0,"0"0"0,0 0 15,1-1-15,-1 1 16,0 0-16,13-2 15,4 0-15,5 2 16,2 3-16,-1 4 16,1 5-1,-3-1-15,-6 2 16,-2 1-16,-5-1 16,-5 3-16,-3 2 15,-5 5-15,-6 4 16,-2 0-16,-3-2 15,4-4-15,1-7 16,2-2 0,4-5-16,5-7 15,-5 8-15,5-8 16,10 11-16,14-5 16,21-6-16,11-8 15,6-8-15,-3 0 16,-4-2-16,-5 1 15,-8 2 1,-5 2-16,-9 4 16,-9 3-16,-6 2 15,-13 4-15</inkml:trace>
  <inkml:trace contextRef="#ctx0" brushRef="#br0" timeOffset="26483.17">7008 5566 0,'0'0'0,"0"0"0,0 0 16,0 0-16,0 2 15,0-2-15,13 20 16,6 9-16,8 9 15,6 7-15,3 3 16,3 5 0,1 1-16,1 3 15,-4 0-15,-8 3 16,-7 0-16,-5-6 16,-7-1-16,-9-3 15,-3-7-15,-5-5 16,-3-6-16,0-3 15,-1-6-15,2-6 16,0-3 0,4-5-16,0-2 15,5-7-15,-7 11 16,7-11-16,-5 7 16,5-7-16,0 0 15,-7 9-15,7-9 16,0 0-16,0 0 15,0 0-15,0 0 16,-7 6-16,7-6 16,0 0-1,0 0-15,0 0 16,0 0-16,0 0 16,0 0-16,0 0 15,0 0-15,0 0 16,0 0-16,0 0 15,0 0-15,0 0 16,0 0-16,0 0 16,0 0-1,0 0-15</inkml:trace>
  <inkml:trace contextRef="#ctx0" brushRef="#br0" timeOffset="28383">7195 5142 0,'0'0'0,"0"0"0,1 5 16,1 8-16,4 20 15,1 13-15,2 5 16,-1 0-16,-1-5 15,-1-6-15,-1-9 16,-3-9-16,1-7 16,-3-15-16,1 6 15,-1-6 1,-11-14-16,-7-17 16,2-21-16,4-12 15,4-6-15,9-7 16,5-4-16,8 3 15,4 7-15,-1 17 16,-3 18-16,-5 15 16,-2 9-16,-7 12 15,22-5-15,1 11 16,9 11 0,7 9-16,3 9 15,0 3-15,-1 3 16,-3-1-16,0-2 15,-8-7-15,-7-7 16,-7-7-16,-4-8 16,-12-9-16,0 0 15</inkml:trace>
  <inkml:trace contextRef="#ctx0" brushRef="#br0" timeOffset="28531.61">7237 5191 0,'0'0'0,"0"0"0,0 0 0,5-2 0,10-4 15,21-7-15,18-7 16,9-3 0,3-3-16,2-5 15,-6-7-15</inkml:trace>
  <inkml:trace contextRef="#ctx0" brushRef="#br0" timeOffset="28783.69">7937 4672 0,'0'0'0,"0"0"16,0 0-16,0 0 16,-1 1-1,-1 7-15,-5 11 16,-4 16-16,-3 8 15,-1 2-15,1-3 16,1-4-16,5-5 16,6-5-16,8-4 15,7-3-15,9-6 16,13-10 0,18-15-16,6-19 15,0-12-15,-11-17 16</inkml:trace>
  <inkml:trace contextRef="#ctx0" brushRef="#br0" timeOffset="29032.76">8253 4544 0,'0'0'0,"0"0"0,0 0 15,0 5-15,2 7 16,1 12-16,2 11 15,2 7-15,3 3 16,-1 0-16,2-2 16,0-3-16,0-3 15,-1-6-15,-1-7 16,-3-10-16,-3-6 16</inkml:trace>
  <inkml:trace contextRef="#ctx0" brushRef="#br0" timeOffset="29349.12">8118 4884 0,'0'0'0,"0"0"16,6-2-16,15-4 16,24-10-16,14-8 15,1-5 1,-5-3-16,-6 0 15,-7 0-15,-14 8 16,-6 5-16,-8 5 16,-5 5-16,-9 9 15,9-8-15,-9 8 16,0 0 0,22 5-16,-4 11 15,1 10-15,-2 8 16,-3 1-16,-4-2 15,-3-3-15,-4-3 16,-1-9-16,-4-5 16,2-13-16</inkml:trace>
  <inkml:trace contextRef="#ctx0" brushRef="#br0" timeOffset="29533.04">8611 4389 0,'0'0'0,"0"0"0,0 0 15,3 3-15,4 4 16,4 6-16,7 5 16,2 5-1,0 1-15</inkml:trace>
  <inkml:trace contextRef="#ctx0" brushRef="#br0" timeOffset="30517.15">13124 4858 0,'0'0'0,"0"0"0,0 0 16,0 0-16,0 0 16,2 0-16,-2 0 15,20-2-15,10-2 16,10 1-16,6-2 16,1 1-16,-2 1 15,-7 0 1,-8 1-16,-5 2 15,-5 2-15,-6 0 16,-4 3-16,-5 5 16,-5 5-16,-8 9 15,-9 7-15,-10 0 16,-3-3-16,4-7 16,6-6-16,7-6 15,13-9 1,-14 9-16,14-9 15,0 0-15,0 0 16,0 0-16,29 14 16,13-6-16,6-2 15,-1 1-15,-4-2 16,-6-1-16,-7 0 16,-5-1-16,-7 4 15,-4 2 1,-5 1-16,-3 2 15,-7 0-15,-9 2 16,-17 4-16,-15 2 16,-12-3-16,2-9 15,6-4-15,6-4 16,6-6-16,4-4 16,12-4-16</inkml:trace>
  <inkml:trace contextRef="#ctx0" brushRef="#br0" timeOffset="30816.05">13650 4698 0,'0'0'0,"0"0"0,0 0 0,4 1 15,7 4-15,14 10 16,10 13-16,-4 6 16,-2 5-16,-6 5 15,-5 3-15,-2 6 16,-9-2-16,-10 4 16,-5-3-16,-12-2 15,-12 0 1,-6-3-16,-11-3 15</inkml:trace>
  <inkml:trace contextRef="#ctx0" brushRef="#br0" timeOffset="32883.1">11877 5707 0,'0'0'0,"0"0"0,3 0 16,13-4-16,21-4 15,19-4-15,6 0 16,9 0-1,7 0-15,11 0 16,6 1-16,9 0 16,11 0-16,3 1 15,11 0-15,0 1 16,6 2-16,-4 1 16,5 4-16,-10 2 15,1 1-15,-2 0 16,-10 0-1,1 0-15,-13-1 16,-6 1-16,-10 0 16,-12 0-16,-8-2 15,-7-1-15,-10-2 16,-8-1-16,-10 2 16,-8 0-16,-7 3 15,-7-2-15,-10 2 16,12-1-16,-12 1 15,0 0 1,0 0-16,0 0 16,0 0-16,0 0 15,0 0-15,0 0 16,0 0-16,0 0 16,0 0-16,0 0 15,0 0-15,0 0 16,0 0-16,0 0 15,0 0 1,0 0-16,0 0 16,0 0-16,0 0 15,0 0-15,0 0 16,0 0-16,0 0 16,8 7-16,-8-7 15,0 0-15,0 0 16,0 7-1,0-7-15,0 0 16,0 0-16,0 0 16,0 0-16,0 0 15,0 0-15,-1 8 16,1-8-16,0 0 16,0 0-16,0 0 15,-2 6-15,2-6 16,0 0-16,0 0 15,-3 7-15,3-7 16,0 0 0,0 0-16,-3 7 15,3-7-15,0 0 16,0 0-16,-3 6 16,3-6-16,0 0 15,0 0-15,0 0 16,0 0-16,0 0 15,-2 7-15,2-7 16,0 0 0,0 0-16,0 0 15,0 0-15,0 0 16,0 0-16,0 0 16,0 0-16,0 0 15,0 0-15,0 0 16,0 0-16,0 0 15,0 0-15,0 0 16,0 0 0,0 0-16,-1 6 15,1-6-15,0 0 16,0 0-16,0 0 16,0 0-16,0 0 15,0 0-15,0 0 16,0 0-16,0 0 15,0 0 1,0 0-16,0 0 16,0 0-16,0 0 15,0 0-15,-3-11 16,-10 1-16</inkml:trace>
  <inkml:trace contextRef="#ctx0" brushRef="#br0" timeOffset="35999.73">1883 1126 0,'0'0'0,"0"0"15,4 0-15,9 3 16,21 5-16,18 1 15,11-1 1,8-6-16,7-1 0,-1-3 16,5-4-16,1 1 15,-2-3 1,1-2-16,1 1 16,1-2-16,-3 2 15,6-2-15,-6 1 16,3 0-16,2 2 15,0 1-15,3 0 16,-3 2-16,3 0 16,-3 0-16,3 1 15,-2 0-15,1 0 16,-4 0 0,1-4-16,-1-1 15,-4-1-15,3-2 16,-1-1-16,5 0 15,3 0-15,-1-1 16,-1 1-16,-6 0 16,-3 2-16,-2 1 15,2 2 1,-6 3-16,0 4 16,-1 1-16,-2 2 15,4 2-15,-7 2 16,3 2-16,-3-1 15,0 2-15,1 1 16,-1 1-16,-4-1 16,1 1-16,-2 0 15,0 0 1,-1-1-16,0 1 16,-1-1-16,0 0 15,1-1-15,-3 1 16,4-2-16,-3 1 15,1 0-15,-2-2 16,0-1-16,1-1 16,-2-2-16,2 0 15,0-2 1,-1-1-16,1 0 16,4 0-16,-4 0 15,4-1-15,0 0 16,2-1-16,1-1 15,1 0-15,-4-1 16,0 0-16,2 0 16,-3-1-16,1 2 15,1-2-15,-3 1 16,3 0 0,0 2-16,1 0 15,-2 1-15,2 1 16,-3 1-16,1-1 15,1 0-15,-2 1 16,-3-1-16,1 0 16,-2 0-16,-1 0 15,-3 0-15,0 0 16,-4 0 0,-4 0-16,-6-1 15,-4 0-15,-7 0 16,-5 0-16,-3 0 15,-8 1-15,-4 0 16,-9 0-16,0 0 16,13 0-16,-13 0 15,0 0-15,0 0 16,17-15 0</inkml:trace>
  <inkml:trace contextRef="#ctx0" brushRef="#br0" timeOffset="39632.82">10023 2454 0,'0'0'0,"0"0"16,-2-2-16,2 2 16,-11-15-16,0 0 15,-4-2-15,-4 1 16,-3 3-1,-5 2-15,-3 4 16,-5 1-16,-3 5 16,-3 2-16,-1 5 15,0 1-15,1 4 16,2-1-16,2 3 16,2 2-16,5 0 15,5 4-15,3 2 16,3 3-16,4 3 15,4 4 1,3-3-16,5 2 16,3 0-16,3 3 15,5 1-15,3 0 16,3-1-16,5-1 16,3 0-16,3-1 15,3-2-15,2 0 16,1-3-16,5 1 15,4-1 1,1-1-16,2-4 16,-2-1-16,2-3 15,-2-3-15,0-5 16,-3-4-16,-2-5 16,-1-3-16,1-6 15,-2-3-15,2-7 16,-6-4-16,-1-4 15,-3-2 1,-3-3-16,-4-3 16,-6-1-16,-3-2 15,-5 1-15,-7-1 16,-5-2-16,-6-1 16,-5 0-16,-8 0 15,-7 3-15,-8 1 16,-9 5-1,-4 6-15,-11 3 16,-3 8-16,-7 5 16,0 9-16,0 7 15,-1 10-15,1 5 16,0 14-16</inkml:trace>
  <inkml:trace contextRef="#ctx0" brushRef="#br0" timeOffset="43182.81">12449 4031 0,'0'0'0,"0"0"15,0 0-15,0 0 16,-4 0-16,-11-3 16,-12 2-16,-7 5 15,0 3 1,-5 3-16,-1 3 16,0 2-16,1 1 15,3 1-15,3 3 16,2 0-16,3 1 15,3 2-15,3 3 16,6 5-16,6 3 16,7 2-1,12 4-15,9 4 16,6 1-16,13 3 16,8-3-16,9 1 15,2-5-15,6-8 16,-1-4-16,-1-10 15,4-5-15,-5-8 16,-4-5-16,-4-6 16,-5-6-16,-2-3 15,-2-5-15,-3-5 16,-8-3 0,-6-6-16,-5-1 15,-6-2-15,-4-4 16,-5-3-16,-7-1 15,-6 0-15,-7-1 16,-9 2-16,-11 0 16,-8 4-16,-14 5 15,-8 7-15,-15 9 16,-5 11 0,3 9-16,4 10 15,4 8-15,4 3 16,3 7-16,5 3 15</inkml:trace>
  <inkml:trace contextRef="#ctx0" brushRef="#br0" timeOffset="44482.65">11022 7108 0,'-3'-2'0,"3"2"16,-11-11-16,-2-1 15,-4-1-15,-6 3 16,-9 5-16,-7 4 16,-4 4-1,0 9-15,4 4 0,-1 5 16,3 5-16,0 4 16,2 3-1,3 3-15,5 1 16,4 4-16,5-4 15,8 3-15,7-1 16,9 0-16,13 2 16,10-4-16,17-4 15,12-4-15,11-7 16,6-10-16,1-10 16,4-9-1,-7-7-15,-2-6 16,-7-9-16,-5-9 15,-6-4-15,-6-6 16,-9-3-16,-8-5 16,-9-1-16,-9 2 15,-8 0-15,-7 2 16,-11 0-16,-4 2 16,-8 4-1,-11 7-15,-8 2 16,-15 2-16,-15 13 15,-1 10-15,-9 14 16,1 14-16,1 22 16</inkml:trace>
  <inkml:trace contextRef="#ctx0" brushRef="#br0" timeOffset="67048.88">12330 7484 0,'0'0'0,"0"0"0,0 0 15,0 0-15,1 1 16,-1-1 0,0 0-16,0 0 15,0 0-15,0 0 16,5 11-16,-2 0 15,2 6-15,2 3 16,6 6-16,4 2 16,6 1-16,3-1 15,5-2-15,5 0 16,6-2 0,5-2-16,3-5 15,4-1-15,-1-2 16,-2-3-16,0-1 15,-4-1-15,-2-2 16,-8 0-16,-5-2 16,-8-1-16,-5-1 15,-5 0 1,-14-3-16,15 2 0,-15-2 16,0 0-1,0 0-15,10 1 16,-10-1-16,0 0 15,0 0-15,0 0 16,-7-14-16,-1 0 16,-3-1-16,0-2 15,-1 1-15,1 0 16,0 3-16,3 3 16,0 4-1,8 6-15,-10-9 16,10 9-16,0 0 15,0 0-15,0 0 16,0 0-16,0 0 16,0 0-16,0 0 15,0 0-15,2 9 16,14 4 0,4 1-16,4 2 15,0 0-15,-2-1 16,-3-3-16,-5-1 15,-3 0-15,-6-1 16,-2 0-16,-3 2 16,-8 4-16,-10 3 15,-15 3-15,-11 1 16,-5-5 0,1-4-16,4-4 15,6-6-15,8-1 16,9-4-16</inkml:trace>
  <inkml:trace contextRef="#ctx0" brushRef="#br0" timeOffset="68998.89">13616 7634 0,'0'0'0,"0"0"0,0 0 16,0 0-16,0 0 16,0 4-16,-1 3 15,0 10 1,-1 12-16,-1 8 15,-1 3-15,2 4 16,-1 1-16,0-3 16,0 0-16,0 0 15,0-3-15,1-2 16,-1 0-16,0 0 16,-1-1-16,0 2 15,-1-1-15,-1-1 16,-1-5-1,0-6-15,-1-1 16,0-3-16,1-4 16,-1-2-16,3-9 31</inkml:trace>
  <inkml:trace contextRef="#ctx0" brushRef="#br0" timeOffset="69832.72">13488 7610 0,'0'0'0,"0"0"16,0-3-16,0 3 15,5-13 1,2 2-16,10-4 16,16-1-16,14-1 15,13 3-15,3 1 16,6 2-16,-4 1 16,-2 3-16,-4 0 15,-3 2-15,-3-1 16,-5 3-16,-5 2 15,-7 2 1,-3 4-16,-4 1 16,-4 4-16,-4 5 15,-4 1-15,-4 7 16,-2 6-16,-3 6 16,0 4-16,-4 0 15,-1 2-15,-2 5 16,-1 4-1,1 3-15,-1 2 16,1 1-16,0 2 16,4 0-16,4 2 15,1-4-15,3-3 16,-2-2-16,1-7 16,-1-2-16,1 0 15,-3-7-15,0-4 16,-3-6-1,-1-4-15,-1-6 16,-2-3-16,0-5 16,-2-7-16,1 10 15,-1-10-15,0 0 16,-10 7-16,-10-5 16,-19-4-16,-13-8 15,-5-1-15,-5-4 16,-4 1-1,1 0-15,-3 0 16,3 2-16,3 3 16,5 4-16,4 2 15,5 0-15,2 1 16,7 0-16,6 0 16,5 1-16,0-1 15,1 0-15,3-1 16,6-1-16,3 0 15</inkml:trace>
  <inkml:trace contextRef="#ctx0" brushRef="#br0" timeOffset="70415.57">13932 7713 0,'0'0'0,"0"0"0,0 0 16,0 0-16,0-2 15,0 2-15,0 0 16,0 0-16,0 0 16,-8 14-16,2-2 15,-1 1-15,4 3 16,4 4-16,5 1 15,5-2 1,3-4-16,3-5 16,2-5-16,1-3 15,5-7-15,-1-6 16,2-2-16,-6-3 16,-5 1-16,-3 0 15,-2-1-15,-5 1 16,-3 0-16,-3 0 15,-4 3 1,-2 0-16,-2 3 16,-3 1-16,-5 3 15,-4 5-15,-1 2 16,-3 6-16,3 3 16,5-1-16</inkml:trace>
  <inkml:trace contextRef="#ctx0" brushRef="#br0" timeOffset="71232.39">14080 8138 0,'0'0'0,"0"0"16,0 0-16,-5 0 15,5 0-15,-22-11 16,7 4-16,-2 1 16,-3 3-16,-2 3 15,2 2-15,4 1 16,2 1-16,4 1 15,10-5-15,-12 11 16,8-4 0,3 0-16,4 2 15,6 4-15,6 2 16,4 1-16,1-3 16,1-4-16,2-6 15,-1-3-15,1-3 16,-3-2-16,-3-1 15,-3-2-15,-4-1 16,-1-1-16,-1-1 16,-3-2-1,-1 0-15,-4-1 16,-6 1-16,-2-1 16,-4 1-16,-1 2 15,0 2-15,-1 3 16,0 3-16,2 3 15,-1 3-15,1 3 16,1 3 0,0 7-1</inkml:trace>
  <inkml:trace contextRef="#ctx0" brushRef="#br0" timeOffset="71699.06">14062 8326 0,'0'0'0,"0"0"16,0 0-16,0 0 15,0 0-15,0 0 16,-3 1-16,3-1 15,0 0-15,-6 11 16,6-2-16,-2 1 16,3-1-1,1 0-15,4-1 16,3 1-16,2-2 16,0-2-16,0-3 15,0-3-15,-1-2 16,1-3-16,-1-3 15,-2-1-15,0-2 16,-3 2-16,-4 0 16,-2 2-1,-5-1-15,-3 1 16,-3 1-16,-3 2 16,1 0-16,3 4 15,1 4-15,10-3 16,-13 12-16,11-5 15</inkml:trace>
  <inkml:trace contextRef="#ctx0" brushRef="#br0" timeOffset="72715.7">14213 8507 0,'0'0'0,"0"0"0,0 0 0,0 0 16,1-2-16,-1 2 15,0 0-15,10-6 16,-10 6-16,27-5 15,-5 7-15,-1 2 16,-1 1-16,-4 0 16,-3 0-1,-1 0-15,-2 1 16,-2 2-16,-3 1 16,-5 1-16,-4 3 15,-5 1-15,-2-1 16,-2 0-16,3-3 15,1-2-15,3-1 16,6-7-16,0 0 16,-7 8-16,7-8 15,8 7 1,6 3-16,4-1 16,-2-1-16,3 0 15,-3-1-15,-1-2 16,-5 0-16,-10-5 15,0 0-15,9 10 16,-9-10-16,-13 12 16,-8-6-16,-11-2 15,-10-5 1,0-5-16,3-1 16,6-2-16,3-1 15,0-3-15,6 1 16,4 3-16,4 2 15,7 0-15</inkml:trace>
  <inkml:trace contextRef="#ctx0" brushRef="#br0" timeOffset="73765.5">14546 8042 0,'0'0'0,"0"0"0,0 0 0,0 0 0,0 0 16,0 0-16,0 0 15,3-1 1,-3 1-16,16-3 16,6 1-16,14 2 15,7 1-15,8 1 16,4 0-16,-1 0 15,2-1-15,-6 1 16,-2-1-16,-2 1 16,-3-1-16,-7-1 15,-9 0 1,-6 0-16,-5 0 16,-6 0-16,-10 0 15,11 0-15,-11 0 16,0 0-16,0 0 15,0 0-15,0 0 16,0 0-16,0 0 16,-16-20-16,-5 3 15,1-1 1,3 6-16,3 0 16,2 5-16,12 7 15,-15-10-15,15 10 16,0 0-16,0 0 15,-10-7-15,10 7 16,0 0-16,0 0 16,10 5-16,14 6 15,7 3-15,-3 0 16,-1-1 0,-4 1-16,-3 0 15,-5 1-15,-5 2 16,-5-1-16,-5 2 15,-4 3-15,-9 2 16,-4 3-16,-4-1 16,-1-4-16,4-3 15,8-8 17</inkml:trace>
  <inkml:trace contextRef="#ctx0" brushRef="#br0" timeOffset="74233.66">15388 7711 0,'0'0'0,"0"0"16,0 0-16,0 0 15,0 0-15,0 0 16,0 0-16,0 0 15,0 0-15,0 0 16,2 3-16,0 5 16,2 11-16,-1 11 15,0 3-15,0 5 16,-1 2-16,0 3 16,-2 3-1,1 3-15,0-2 16,-1 1-16,2-7 15,1 0-15,0-4 16,0-6-16,1-13 31,-4-18-31</inkml:trace>
  <inkml:trace contextRef="#ctx0" brushRef="#br0" timeOffset="74648.59">15290 7723 0,'0'0'0,"0"0"0,0 0 15,0 0-15,0 0 16,2 0-16,-2 0 15,0 0-15,22 13 16,1 3-16,2 6 16,-1 6-16,1 2 15,-2 2-15,0 3 16,-3 0-16,-1 1 16,-5-2-1,-5 0-15,-7-2 16,-3 0-16,-6-2 15,-2-5-15,-4-2 16,-3-4-16,-4-4 16,-2-3-16,2-5 15,3-5-15,3-4 16</inkml:trace>
  <inkml:trace contextRef="#ctx0" brushRef="#br0" timeOffset="75082.64">15702 8115 0,'0'0'0,"5"1"16,-5-1-16,28-6 15,-28 6-15,17-5 16,-6-3-16,1-3 16,-4-5-16,-3-8 15,-4-2 1,-8 0-16,-43-32 15,13 38-15,-9 8 16,-3 6-16,0 10 16,9 12-16,4 8 15,5 4-15,8 7 16,8 5-16,9 5 16,9 5-16,13 4 15,29 12 16,20-10-31,21-19 16,248 70-16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05T12:02:31.307"/>
    </inkml:context>
    <inkml:brush xml:id="br0">
      <inkml:brushProperty name="width" value="0.05292" units="cm"/>
      <inkml:brushProperty name="height" value="0.05292" units="cm"/>
      <inkml:brushProperty name="color" value="#EE0000"/>
    </inkml:brush>
  </inkml:definitions>
  <inkml:trace contextRef="#ctx0" brushRef="#br0">4022 1082 0,'0'0'0,"0"0"0,0 0 0,0 0 15,-2 1-15,2-1 16,0 0-16,0 0 16,-2 9-1,5-3-15,3 5 16,5 3-16,5 1 15,5 0-15,7-1 16,6-1-16,6-4 16,5 0-16,3-2 15,3-2-15,4-3 16,5-1-16,4-2 16,0 1-1,5 0-15,0-1 16,-2-1-16,2 1 15,-1 0-15,2 0 16,1-1-16,-5 0 16,3 0-16,-2 0 15,-2 0-15,2-1 16,-3 0-16,-1 1 16,0-1-16,-1 1 15,0-1 1,-1 1-16,0-1 15,-1 1-15,-1-1 16,1 1-16,-2 2 16,-1 0-16,1 1 15,1 0-15,-3-1 16,2 2-16,-2-2 16,-2 1-1,2 0-15,-4 0 16,0-1-16,-3 2 15,-2-2-15,-1 0 16,-2 0-16,2 0 16,-1-2-16,-2 2 15,-2-2-15,0-1 16,-2 1-16,-1-1 16,-2 0-16,-2 0 15,0 1 1,-1 0-16,-1 0 15,1-1-15,-3 1 16,4-1-16,-1-1 16,2 1-16,-3-2 15,-2 1-15,-1 1 16,-3-1-16,-2 1 16,0-1-16,-3 2 15,-2 0 1,-1 0-16,-3 0 15,-4 1-15,-11 1 16,14-1-16,-14 1 16,0 0-16,11-3 15,-11 3-15,0 0 16,0 0-16,0 0 16,0 0-16,0 0 15,0 0 1,0 0-16,0 0 15,0 0-15,11-1 16,-11 1-16,0 0 16,0 0-16,0 0 15,0 0-15,0 0 16,0 0-16,0 0 16,0 0-16,0 0 15,0 0 1,0 0-16,0 0 15,0 0-15,0 0 16,0 0-16,0 0 16,0 0-16,0 0 15,0 0-15,0 0 16,0 0-16,0 0 16,0 0-16,0 0 15,0 0-15,0 0 16,0 0-1,0 0-15,0 0 16,0 0-16,0 0 16,0 0-16,7-8 15,7-3-15,16-10 16</inkml:trace>
  <inkml:trace contextRef="#ctx0" brushRef="#br0" timeOffset="21633.46">12697 5378 0,'0'0'0,"0"0"0,0 0 16,0 0-16,0 2 16,0-2-16,0 0 15,2 10-15,0 4 16,1 8-16,1 8 16,-1 10-1,-1 5-15,-2 5 16,-2 2-16,-3-1 15,-1 3-15,-1-2 16,0 0-16,1-7 16,1-7-16,1-6 15,1-6 1,0-8-16</inkml:trace>
  <inkml:trace contextRef="#ctx0" brushRef="#br0" timeOffset="22866.45">12617 5390 0,'0'0'0,"0"0"16,0-2-16,0 2 15,2-13-15,0 3 16,3-2-1,9-5-15,13-4 16,15-4-16,11 3 16,10 1-16,2 5 15,-1 1-15,3 1 16,-6 3-16,-2 1 16,-7 3-16,-5 1 15,-4 4 1,-6 3-16,-2 3 15,-6 3-15,-2 4 16,-1 6-16,-3 1 16,-1 5-16,-1 6 15,-4 2-15,-1 2 16,-2 1-16,-2 2 16,-1 4-1,-2 2-15,0 4 16,-1 2-16,0 0 15,1 5-15,0 0 16,0 0-16,1 4 16,3-2-16,0 0 15,1 0-15,1-4 16,-2 0-16,2-4 16,-4-4-16,-1-6 15,-1-3 1,0-4-16,-2-4 15,-3-6-15,1-4 16,-2-2-16,-2-5 16,-1-3-16,0-6 15,-4 12-15,-9-7 16,-15-3-16,-12-3 16,-8-7-16,-4-2 15,-6-1-15,0-2 16,-2 0-1,1 1-15,1 2 16,0 3-16,3 3 16,4 1-16,3 1 15,1 2-15,3 2 16,2-1-16,5 2 16,5-2-16,3 2 15,1-1 1,1 2-16,2-1 15,2 1-15,6 0 16,4 0-16,13-4 16,-17 6-16,17-6 15,0 0-15,-9 3 16,9-3-16,0 0 16,0 0-16,0 0 15,0 0-15,0 0 16,-12-12-1,6-1-15,-1-6 16,-1-5-16,1-4 16,1-2-16,2-2 15,-1-1-15,3 2 16,0 0-16,1 2 16,1 3-16,-1 2 15,0 3 1,0 3-16,0 4 15,1 1-15,-1 2 16,0 2-16,1 1 16,-1-1-16,-1-1 15,-2-1-15</inkml:trace>
  <inkml:trace contextRef="#ctx0" brushRef="#br0" timeOffset="23650.22">12714 5342 0,'0'0'0,"0"0"15,0 0-15,0 0 16,0 0-1,0 0-15,0 0 16,0 0-16,0 0 16,0 0-16,0 0 15,0 0-15,0 0 16,0 0-16,-1 4 16,1-4-16,-3 12 15</inkml:trace>
  <inkml:trace contextRef="#ctx0" brushRef="#br0" timeOffset="27601.97">4642 8280 0,'0'0'0,"0"0"0,0 0 15,0 0 1,0 0-16,0 0 16,0 0-16,0 0 15,0 0-15,4 0 16,-4 0-16,13-2 15,-1 1-15,6-2 16,6-1-16,3-2 16,3 0-16,-1-2 15,0 2-15,1 0 16,3-2 0,0 1-16,2-1 15,-1 3-15,2 1 16,1 0-16,1 2 15,1-1-15,-1 1 16,-3 0-16,0-1 16,-4 2-16,0-1 15,-2 0-15,-2 1 16,-4 1 0,-2-2-16,-2 1 15,0-1-15,-3 0 16,-2 0-16,-14 2 15,15-1-15,-15 1 16,0 0-16,11 0 16,-11 0-16,0 0 15,0 0 1,0 0-16,0 0 16,0 0-16,0 0 15,0 0-15,0 0 16,0 0-16,0 0 15,0 0-15,0 0 16,9-7-16,-9 7 16</inkml:trace>
  <inkml:trace contextRef="#ctx0" brushRef="#br0" timeOffset="28999.45">6117 8101 0,'0'0'0,"0"0"16,0 0-16,0 0 15,0 0-15,0 0 16,0 0-16,0 0 16,0 2-1,0-2-15,0 0 16,6 11-16,-1-3 15,2 2-15,2-1 16,2-1-16,5-5 16,10-6-16,14-13 15,13-16 1,8-14-16,1-9 0,-3-3 16,-3 3-1,-5 4-15,-4 2 16,-3 6-16,-5 5 15,-1 9-15,-2 4 16,-1 7-16,-1 7 16,-4 4-16,-1 5 15,3 4-15,1 3 16</inkml:trace>
  <inkml:trace contextRef="#ctx0" brushRef="#br0" timeOffset="31083.32">7636 8076 0,'0'0'0,"0"0"15,0 0-15,0 0 16,1 1-16,-1-1 16,0 0-16,0 0 15,0 0 1,4 7-16,-4-7 15,0 0-15,8 10 16,-8-10-16,5 9 16,-5-9-16,4 12 15,-3-6-15,1 0 16,0 2-16,-1 0 16,2 0-16,-2-1 15,2 1 1,0-1-16,0 0 15,-3-7-15,6 11 16,-6-11-16,7 10 16,-7-10-16,9 9 15,-9-9-15,9 6 16,-9-6-16,15 3 16,-1-6-16,6-5 15,6-5-15,4-5 16,2-4-1,0-2-15,4-5 16,5-3-16,1-3 16,3-3-16,2-1 15,4-4-15,0 1 16,1-1-16,-2 1 16,0 1-16,-3 1 15,0 3 1,-2 4-16,-1 2 15,-2 2-15,1 3 16,-4 2-16,-3 4 16,-2-1-16,-3 4 15,-5 2-15,-6 3 16,-4 3-16,-4 3 16,-12 6-16,14-8 15,-14 8 1,0 0-16,0 0 15,0 0-15,11-6 16,-11 6-16,0 0 16,0 0-16,0 0 15,0 0-15,0 0 16,0 0-16,0 0 16,0 0-16,0 0 15,0 0 1,10 0-16,-10 0 15,0 0-15,0 0 16,0 0-16,0 0 16,0 0-16,0 0 15,0 0-15,0 0 16,0 0-16,0 0 16,4 6-16,-4-6 15,0 0-15,0 0 16,0 0-1,0 0-15,0 0 16,0 0-16,0 7 16,0-7-16,0 0 15,0 0-15,0 0 16,0 0-16,0 0 16,0 0-16,0 6 15,0-6-15,0 0 16,0 0-1,0 0-15,0 0 16,0 0-16,0 0 16,0 0-16,0 0 15,0 0-15,0 0 16,0 0-16,0 0 16,0 0-16,0 0 15,0 0-15,0 0 16,0 0-1,0 0-15,0 0 16,0 0-16,0 0 16,0 0-16,0 0 15,0 0-15,0 0 16,0 0-16,0 0 16,0 0-16,0 0 15,0 0-15,0 0 16,0 0-16,0 0 15,0 0 1,-6-6-16</inkml:trace>
  <inkml:trace contextRef="#ctx0" brushRef="#br0" timeOffset="32799.81">6421 8176 0,'0'0'0,"-8"-3"0,8 3 0,-10-4 16,-12-4-16,-4-1 15,-4 0 1,-3 0-16,-4 1 16,-5 1-16,-4 2 15,-3 0-15,-2 2 16,-4-2-16,-3 1 16,-1 0-16,-5 0 15,1-1-15,-2-2 16,-5 0-16,6-2 15,-3-1 1,-1 1-16,2-1 16,-2-1-16,1 2 15,2-1-15,1 0 16,0 2-16,3 3 16,-1 0-16,2 4 15,0 3-15,5 2 16,-1 3-16,3 2 15,2 3 1,5 0-16,0 3 16,3 2-16,-1 3 15,1 4-15,4 0 16,2 2-16,4 1 16,2 2-16,1 1 15,4 1-15,4 0 16,3 0-16,3-2 15,3-1 1,4-1-16,2 1 16,3-1-16,2 1 15,0-2-15,4-3 16,2 2-16,0 0 16,4 0-16,1 0 15,2-2-15,5 1 16,3 0-1,5-1-15,5-1 16,2-2-16,5-1 16,4-2-16,4 1 15,5-1-15,2-1 16,4 0-16,-1-1 16,6 0-16,-1-3 15,0-2-15,5-1 16,-1-4-16,0-1 15,1 0 1,-2 0-16,0-2 16,0 0-16,-4 1 15,-1 0-15,2 1 16,-5 0-16,-2 1 16,-2-1-16,0 0 15,-1 0-15,-2 0 16,-1-1-16,-1-1 15,-1-4-15,1-1 16,0-6 0,-4-1-16,-1-1 15,1-2-15,1-1 16,-1 0-16,-3-2 16,-3 0-16,-4-2 15,-2-2-15,1-2 16,-3-1-16,-2-3 15,-2-2-15,-4 2 16,-3 1 0,-4-1-16,-2-2 15,-2-3-15,-3-2 16,0 2-16,-2 1 16,-1 1-16,-2 0 15,-3 0-15,0 1 16,-3 3-16,-2 1 15,-1 2-15,-1 1 16,-3 0 0,-3 0-16,-2 3 15,1 3-15,0 1 16,-2 2-16,2 1 16,1 0-16,1 2 15,1 1-15,2 1 16,1 0-16,11 7 15,-16-9-15,16 9 16,0 0 0,0 0-16,-11-6 15,11 6-15,0 0 16,0 0-16,0 0 16,0 0-16,0 0 15</inkml:trace>
  <inkml:trace contextRef="#ctx0" brushRef="#br0" timeOffset="35483.16">6191 7859 0,'0'0'0,"0"0"16,0 0-16,0 0 15,0 0-15,0 2 16,0-2 0,0 0-16,0 0 15,0 0-15,0 0 16,0 0-16,0 0 15,0 6-15,0-6 16,0 0-16,0 0 16,0 0-16,0 0 15,0 0 1,0 0-16,0 7 16,0-7-16,0 0 15,0 0-15,0 0 16,0 0-16,0 0 15,0 0-15,0 0 16,0 0-16,0 0 16,0 0-16,0 0 15,0 0-15,0 0 16,0 0 0,0 0-16,0 0 15,0 0-15,0 0 16,0 0-16,0 0 15,0-7-15,0 7 16,0-8-16</inkml:trace>
  <inkml:trace contextRef="#ctx0" brushRef="#br0" timeOffset="37349.91">6579 7926 0,'0'0'0,"0"0"0,0 0 16,0 0-16,0 0 15,0 0 1,0 0-16,0 0 15,0 0-15,0 0 16,0 0-16,0 0 16,2 3-16</inkml:trace>
  <inkml:trace contextRef="#ctx0" brushRef="#br0" timeOffset="39549.44">6993 7922 0,'0'0'0,"0"0"15,0 0-15,0 0 16,0 1-16,0-1 15,0 0 1,0 6-16,0-6 16,0 0-16,0 8 15,0-8-15,0 0 16,0 0-16,0 0 16,0 0-16,0 0 15,0 0-15,0 0 16,3-12-16</inkml:trace>
  <inkml:trace contextRef="#ctx0" brushRef="#br0" timeOffset="41466.12">6025 7648 0,'0'0'0,"0"0"0,0 0 15,0 0-15,0 0 16,14 0-16,15 0 16,14-3-1,10-1-15,6-3 16,7 0-16,8-4 16,-1-1-16,3-1 15,-1 0-15,-8 2 16,2 0-16,-3 0 15,-4 1-15,-2 2 16,-5 5 0,-6 1-16,-6 3 15,-7 1-15,-5 1 16,-6 2-16,-5-1 16,-6 1-16,-14-5 15,15 8-15,-15-8 16,9 7-16,-9-7 15,7 16-15,-4 1 16,1 9-16,-1 5 16,-2 2-1,1 4-15,-2 3 16,1 3-16,0-1 16,-1 1-16,2-3 15,-1 0-15,2 0 16,-1-2-16,2-6 15,-2-4-15,0-6 16,-1-4-16,-1-5 16,0-3-1,0-3-15,-4 0 16,-7-1-16,-10 1 16,-10-5-16,-8-4 15,-6-4-15,-1-2 16,-3-2-16,-2-1 15,0 0-15,0 0 16,5 1-16,0 1 16,-1-1-16,2 1 15,6 0 1,0-1-16,-2 0 16,0 0-16,0-2 15,2 3-15,1 1 16,-3 5-16,-2 2 15,4 3-15,2 0 16,4 3 0,4-2-16,6-1 15,3 1-15,6-2 16,3 0-16,0 0 16,11-1-16,-16 1 15,16-1-15,-19-7 16,9-4-16,-3-5 15,1-10-15,1-6 16,2-8-16,3-1 16,3-1-1,0 3-15,2 0 16,-1 2-16,0 5 16,1 6-16,1 6 15,0 8-15,0 4 16,0 8-16,0-7 15,0 7-15,0 0 16,0 0-16,26 7 16</inkml:trace>
  <inkml:trace contextRef="#ctx0" brushRef="#br0" timeOffset="42449.57">7410 7868 0,'0'0'0,"0"0"0,0 0 16,0 0-16,0 0 16,0 0-16,0 0 15,4 0 1,6 0-16,10-1 16,5 0-16,2-1 15,6-3-15,2 0 16,7-2-16,-2 0 15,-2-1-15,-2 1 16,-2 0-16,-3 0 16,-2 2-16,-5 0 15,-3 1 1,-3 2-16,-4 1 16,-2 1-16,-12 0 15,14 0-15,-14 0 16,0 0-16,0 0 15,10 0-15,-10 0 16,0 0-16,-6-7 16,-2-1-16,-3-5 15,0 2 1,1 1-16,1 3 16,9 7-16,-13-10 15,13 10-15,0 0 16,-10-7-16,10 7 15,0 0-15,0 0 16,0 0-16,5 7 16,5 3-16,3 0 15,2 1 1,-1-1-16,-2-2 16,-3-2-16,-1 1 15,-3 2-15,-5 3 16,-2 5-16,-4 4 15</inkml:trace>
  <inkml:trace contextRef="#ctx0" brushRef="#br0" timeOffset="42699.59">8163 7645 0,'0'0'0,"0"0"16,0 0-16,2 2 16,-2-2-16,14 14 15,2 1 1,-2 10-16,0 10 16,-5 6-16,-5 2 15,-4-3-15,-2-5 16,-1-7-16,1-13 15</inkml:trace>
  <inkml:trace contextRef="#ctx0" brushRef="#br0" timeOffset="43151.57">8270 7570 0,'0'0'0,"0"0"0,3 1 16,8 1-16,17 4 16,17 0-16,8-2 15,1-3 1,0-1-16,-2 0 16,-2-2-16,-7 0 15,-7 1-15,-3 0 16,-8 0-16,-3 3 15,-2 5-15,-3 3 16,-3 7-16,0 6 16,-3 9-16,-1 7 15,-4 1 1,-3-3-16,1-2 0,-1-1 16,0-7-1,-1-2-15,-1-7 16,0-5-16,0-6 15,-1-7-15,-19 9 16,-18-5-16,-20-3 16,-11-2-16,-5-1 15,8 0 1,14 1-16,12 0 16,8 1-16,7 1 15,9-1-15</inkml:trace>
  <inkml:trace contextRef="#ctx0" brushRef="#br0" timeOffset="43416.13">9144 7783 0,'0'0'0,"9"-1"0,-9 1 0,13-1 15,20-4-15,9 0 16,3 0-16,-1 0 16,3 0-16,0 3 15,0-2-15,-3 1 16,-4 1-16,5-1 16</inkml:trace>
  <inkml:trace contextRef="#ctx0" brushRef="#br0" timeOffset="43683.29">9936 7578 0,'0'0'0,"0"0"0,0 0 16,0 0-16,0 0 16,0 0-1,0 0-15,0 0 16,0 0-16,0 0 15,-2 3-15,2-3 16,5 11-16,1-1 16,3 0-16,0-1 15,2-2-15,-11-7 16,15 10 0,-15-10-16,0 0 15,12 3-15,-12-3 16,0 0-16,0 0 15</inkml:trace>
  <inkml:trace contextRef="#ctx0" brushRef="#br0" timeOffset="44799.44">10050 7624 0,'0'0'0,"1"-2"16,-1 2-16,8-10 16,4-2-16,13 2 15,14 0-15,12 3 16,6 4-16,3 1 16,2 1-16,-2 0 15,-3 0 1,-7 0-16,-7 1 15,-9-1-15,-7 1 16,-6-1-16,-5 0 16,-5 1-16,-11 0 15,18 6-15,-9 2 16,0 7-16,-2 3 16,-2 6-1,0 5-15,-2 1 16,-1 2-16,1 1 15,-1-2-15,0-2 16,1 2-16,4-3 16,2 1-16,3-3 15,-2-4-15,0-3 16,-2-4-16,-2-4 16,-2-1-1,-2-2-15,-4-1 16,-8 3-16,-17 2 15,-22 1-15,-18-3 16,-10-5-16,1-1 16,-6-3-16,4 2 15,7-1-15,5-1 16,8 2-16,7-2 16,9 1-16,8-2 15,5-2 1,2-5-16,2-5 15,3-5-15,5-6 16,3-5-16,1-9 16,5-4-16,4-5 15,4-1-15,2 1 16,2 0-16,0 2 16,1 2-16,-1 7 15,0 5 1,-1 7-16,-2 6 15,1 5-15,-1 5 16,-1 7-16,1-8 16,-1 8-16,0 0 15,0 0-15,0 0 16,0 0-16,0 0 16,11 11-1,3 7-15</inkml:trace>
  <inkml:trace contextRef="#ctx0" brushRef="#br0" timeOffset="45683.26">10955 7851 0,'0'0'0,"0"0"0,0 0 15,0 0-15,0 3 16,0-3-16,3 9 16,0 0-16,1 4 15,1-1-15,0-2 16,2-1-16,7-2 16,15-10-16,18-16 15,19-15-15,4-10 16,-3-6-1,-1 2-15,-12 4 16,-8 8-16,-10 7 16,-10 9-16,-8 6 15,-7 4-15,-3 3 16,-8 7-16,8-6 16,-8 6-16,0 0 15,0 0-15,0 0 16,0 0-1,0 0-15,0 0 16,0 0-16,0 0 16,0 0-16,0 0 15,0 0-15,0 0 16,0 0-16,0 0 16,0 0-16,0 0 15,0 0-15,-2 7 16,2-7-16</inkml:trace>
  <inkml:trace contextRef="#ctx0" brushRef="#br0" timeOffset="47683.25">8270 8331 0,'0'0'0,"0"0"16,-1-3-16,1 3 15,-17-12-15,-1-1 16,-3 0-16,-3 0 15,-1-2 1,-3 2-16,-3-3 16,-6 0-16,-2 0 15,-3 0-15,-1 2 16,-1 0-16,-1 1 16,-1 2-16,1 1 15,2 2-15,-2 1 16,-1 2-1,0 3-15,-4 2 16,0 3-16,0 1 16,3 4-16,3-1 15,0 4-15,2 0 16,3 1-16,1 4 16,5 0-16,-2 4 15,3 1-15,4 1 16,4 0-1,4-1-15,3-1 16,4 0-16,1 0 16,2 1-16,3-1 15,1 1-15,2-1 16,-1 2-16,3 1 16,1 0-16,0 2 15,2 0-15,2 0 16,2 3-1,2-2-15,3 1 16,2-1-16,2 0 16,3-1-16,4-1 15,3 1-15,0-2 16,4-2-16,3-2 16,3-2-16,5-2 15,2-2-15,1-3 16,-2-2-16,5-3 15,3-1 1,0-4-16,3-2 16,1-4-16,2-2 15,3-5-15,1-1 16,-2-3-16,1-1 16,-3 0-16,-2-1 15,-2 0-15,-4-2 16,-4 1-16,-5 0 15,-2 0-15,-4 0 16,-4-2 0,-4 2-16,-5-1 15,-3-1-15,-5 0 16,-3-2-16,-4-1 16,-5-3-16,-6-3 15,-5 0-15,-8-2 16,-4 2-16,-5 2 15,-3 1 1,-4 5-16,-5 1 16,-1 3-16,-1 4 15,4 3-15,6 4 16,2 1-16,6 1 16,4 3-16,7 0 15,15 3-15,-15-2 16,15 2-16,0 0 15,0 0 1,-11-1-16,11 1 16,0 0-16,0 0 15,0 0-15,0 0 16,0 0-16,0 0 16,0 0-16,0 0 15,0 0-15,0 0 16,0 0-16,0 0 15,0 0 1,0 0-16,0 0 16,0 0-16,0 0 15,0 0-15,0 0 16,0 0-16,0 0 16,0 0-16,0 0 15,0 0-15,0 0 16,0 0-16,0 0 15,0 0 1,0 0-16,0 0 16,0 0-16,0 0 15,0 0-15,0 0 16,0 0-16,0 0 16,0 0-16,0 0 15,0 0-15,0 0 16,0 0-16,0 0 15,0 0-15,0 0 16,0 0 0,0 0-16,0 0 15,0 0-15,0 0 16,0 0-16,0 0 16,0 0-16,14 10 15,0-3-15,9 10 16</inkml:trace>
  <inkml:trace contextRef="#ctx0" brushRef="#br0" timeOffset="50083.12">9720 8168 0,'0'0'0,"0"0"16,0 0-16,-2-3 15,2 3-15,-8-13 16,1 2-16,-4-4 16,-4 1-16,-7-1 15,-8 0-15,-4 0 16,-7 0-16,0 2 15,-2 2-15,-4 0 16,-3 5-16,-2 3 16,-1 2-1,-2 4-15,1 1 16,4 2-16,2 6 16,2 0-16,1 3 15,3-1-15,5 0 16,0 2-16,4 1 15,4 1-15,4 1 16,2 1-16,2 2 16,3 1-1,2 2-15,2 5 16,1 2-16,3 2 16,3-1-16,1 0 15,2-1-15,1 0 16,2 0-16,0-1 15,2-1-15,2 0 16,1-3 0,1 0-16,3-1 15,2 0-15,3-1 16,3 2-16,3 0 16,5 0-16,4 0 15,3 0-15,6 1 16,1-2-16,5-1 15,4-1 1,2-1-16,1-1 16,4 3-16,-2-4 15,3 2-15,2-4 16,-1-3-16,3-5 16,-1-5-16,2-2 15,0-3-15,2-2 16,-1-4-16,0-4 15,4 1-15,-3-2 16,1-2-16,-3 0 16,-1 0-1,2-1-15,-3 1 16,-3 0-16,0-3 16,-1 1-16,1 0 15,0 1-15,-4 0 16,-1 0-16,1-1 15,-5 1-15,-1 0 16,-6-1-16,-4-1 16,-3-3-16,-2 0 15,-2-1 1,-3 0-16,-4 0 16,-3 0-16,-6 3 15,-2-1-15,-4-1 16,-3-3-16,-5-4 15,-6-3-15,-6-3 16,-9-1-16,-7-2 16,-6 0-1,-2 3-15,-7-2 16,-4 3-16,-2 1 16,-7 2-16,1 1 15,-4-1-15,-5 3 16,1 2-16,-2 4 15,-3 1-15,3 4 16,-4 0-16,-3 2 16,3 4-1,0 2-15,0 1 16,4 3-16,3 0 16,5 2-16,8 0 15,4 2-15,7 0 16,3 0-16,6 0 15,4 0-15,8-2 16,5 0-16,14-1 16,-14 2-1,14-2-15,0 0 16,-9 2-16,9-2 16,0 0-16,0 0 15,0 0-15,0 0 16,0 0-16,0 0 15,0 0-15,0 0 16,0 0-16,0 0 16,-10 0-1,10 0-15,0 0 16,0 0-16,0 0 16,0 0-16,0 0 15,0 0-15,0 0 16,0 0-16,0 0 15,0 0-15,0 0 16,0 0-16,0 0 16,0 0-16,0 0 15,0 0 1,0 0-16,-2 7 16,2-7-16,0 0 15,0 0-15,0 0 16,0 0-16,0 0 15,0 0-15,0 0 16,0 0-16,0 0 16,0 0-16,0 0 15,0 0 1,0 0-16,0 0 16,0 0-16,0 0 15,0 0-15,0 0 16,0 6-16,0-6 15,0 0-15,0 0 16,0 0-16,0 0 16,0 0-16,0 0 15,0 0 1,0 0-16,0 0 16,0 0-16,0 0 15,0 0-15,0 0 16,0 0-16,0 0 15,0 0-15,0 0 16,0 0-16,0 0 16,0 0-16,0 0 15,0 0 1,0 0-16,0 0 16,0 0-16,0 0 15,0 0-15,0 0 16,0 0-16,0 0 15,0 0-15,12-7 16,-12 7-16</inkml:trace>
  <inkml:trace contextRef="#ctx0" brushRef="#br0" timeOffset="56883.16">12575 8206 0,'0'0'0,"0"0"0,-1-4 16,-2-3-16,-2-6 15,-5-7-15,-4-2 16,-10 1-16,-14-3 16,-8 2-16,-8 1 15,-3 3-15,0 3 16,-1 4-16,-2 1 15,-2 3-15,-1 2 16,-2 2 0,1 3-16,2 1 15,4 3-15,5 2 16,5 1-16,3 3 16,5 1-16,6 2 15,1 1-15,2-1 16,2 2-16,4 1 15,2 0-15,2 3 16,0 3 0,3 2-16,0 4 15,-1 2-15,2 3 16,0 1-16,0 0 16,0 1-16,2 2 15,2-1-15,1-3 16,3 1-16,1 0 15,1-1 1,3 0-16,2-2 16,4-3-16,4 1 15,5-1-15,3 1 16,8 1-16,4-2 16,7 0-16,10-3 15,6-1-15,9-3 16,6-4-16,1-4 15,6 0-15,1-2 16,1-1 0,1-1-16,1-2 15,0 0-15,-1-1 16,-1-1-16,-3 0 16,-4-3-16,2-1 15,-4-2-15,-2-1 16,0-4-16,-4-2 15,-5-1 1,0-1-16,-6-3 16,-4-4-16,-2-6 15,-6-3-15,-5-2 16,-1 0-16,-5-1 16,-3-3-16,-4-2 15,-6-3-15,-4-3 16,-8-3-16,-6-1 15,-8-5-15,-11-4 16,-9-1 0,-13 0-16,-10-1 15,-6 7-15,-8 5 16,1 8-16,-7 4 16,-1 8-16,0 3 15,-2 5-15,9 4 16,4 4-16,13 3 15,6 3-15,10 2 16,9 0 0,8 2-16,7-1 15,15-2-15,-15 4 16,15-4-16,0 0 16,0 0-16,-10 4 15,10-4-15,0 0 16,0 0-16,0 0 15,0 0-15,0 0 16,0 0 0,0 0-16,0 0 15,0 0-15,0 0 16,0 0-16,-3 7 16,3-7-16,0 0 15,0 0-15,0 0 16,0 0-16,0 0 15,0 0-15,0 0 16,0 0 0,0 0-16,0 0 15,0 0-15,0 0 16,0 0-16,0 0 16,0 0-16,0 0 15,0 0-15,0 0 16,0 0-16,0 0 15,0 0-15,0 0 16,0 0 0,0 0-16,0 0 15,0 0-15,0 0 16,0 0-16,0 0 16,0 0-16,0 0 15,0 0-15,0 0 16,0 0-16,0 0 15,0 0-15,0 0 16,0 0 0,0 0-16,0 0 15,0 0-15,0 0 16,0 0-16,0 0 16,0 0-16,0 0 15,0 0-15,0 0 16,0 0-16,0 0 15,0 0-15,0 0 16,0 0 0,0 0-16,0 0 15,0 0-15,0 0 16,0 0-16,0 0 16,0 0-16,0 0 15,0 0-15,0 0 16,0 0-16,0 0 15,0 0-15,0 0 16,0 0 0,0 0-16,0 0 15,0 0-15,0 0 16,0 0-16,0 0 16,0 0-16,0 0 15,0 0-15,0 0 16,0 0-16,0 0 15,0 0-15,0 0 16,0 0-16,0 0 16,0 0-1,0 0-15,0 0 16,0 0-16,0 0 16,0 0-16,0 0 15,0 0-15,0 0 16,0 0-16,0 0 15,0 0-15,0 0 16,0 0-16,0 0 16,0 0-1,0 0-15,0 0 16,0 0-16,0 0 16,0 0-16,0 0 15,0 0-15,0 0 16,0 0-16,0 0 15,0 0-15,0 0 16,0 0-16,0 0 16,0 0-1,0 0-15,0 0 16,0 0-16,0 0 16,0 0-16,0 0 15,0 0-15,0 0 16,0 0-16,0 0 15,0 0-15,0 0 16,0 0-16,0 0 16,0 0-16,0 0 15,0 0 1,0 0-16,0 0 16,0 0-16,0 0 15,0 0-15,0 0 16,0 0-16,0 0 15,0 0-15,0 0 16,0 0-16,0 0 16,0 0-16,0 0 15,0 0 1,-5-11-16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05T12:03:33.690"/>
    </inkml:context>
    <inkml:brush xml:id="br0">
      <inkml:brushProperty name="width" value="0.05292" units="cm"/>
      <inkml:brushProperty name="height" value="0.05292" units="cm"/>
      <inkml:brushProperty name="color" value="#EE0000"/>
    </inkml:brush>
  </inkml:definitions>
  <inkml:trace contextRef="#ctx0" brushRef="#br0">4409 1033 0,'0'0'0,"0"0"0,5-1 15,17-2-15,32-4 16,17 1-16,8 2 16,0 2-16,4 1 15,2 0-15,3 1 16,3-1-16,0 0 15,1 0 1,-2-2-16,2 2 16,-1-1-16,-1 1 15,3 1-15,-2 4 16,5 3-16,3 2 16,1-1-16,5 1 15,3-1-15,1 0 16,2 0-1,-3-3-15,-2-1 16,-1-3-16,-6-1 16,1-1-16,-1 1 15,-3 0-15,-2 0 16,-2 0-16,-4-1 16,-5 0-16,-4-1 15,-6-1-15,-8-1 16,-7-1-16,-8 0 15,-6 0 1,-6 2-16,-9-1 16,-8 3-16,-6-1 15,-4 2-15,-11 0 16,15-4-16</inkml:trace>
  <inkml:trace contextRef="#ctx0" brushRef="#br0" timeOffset="1616.3">9445 452 0,'0'0'0,"-1"2"0,-3 5 0,-10 23 16,-12 26-16,-7 13 15,0 3-15,3 5 16,7-4-16,4-9 15,5-7-15,6-13 16,3-10-16,3-10 16,1-10-16,1-5 15,0-9 1,1 7-16,-1-7 16,13-16-16,20-36 15,11-33-15,-2-7 16,-1-4-16,-1 0 15,-3 8-15,-4 10 16,-8 17 0,-5 16-16,-7 16 15,-3 13-15,-2 8 16,7 6-16,9 12 16,12 15-16,11 17 15,2 13-15,0 7 16,5 5-16,-4-5 15,-3-4-15,-4-14 16,0-15-16,-7-9 16,-5-12-1,-1-8-15,3-13 16,8-14-16,7-16 16,0-15-16,-4-6 15,-5-2-15,-7 9 16,-4 5-16,-8 14 15,-7 11-15,-1 10 16,-2 8-16,4 9 16,5 10-1,4 18-15,2 21 16,2 13-16,-7 12 16,-1 7-16,-4-2 15,0 4-15,-4-7 16,0-6-16,-1-7 15,-3-13-15,-1-11 16,-1-11-16,0-10 16,-1-7-1,-4-11-15,3 8 16</inkml:trace>
  <inkml:trace contextRef="#ctx0" brushRef="#br0" timeOffset="2000.13">11154 480 0,'0'0'0,"1"4"0,0 6 16,2 18-16,0 22 15,2 8-15,-5 7 16,-2-3-16,-1-4 16,0-5-16,1-11 15,-1-6 1,3-7-16,3-6 16,4-1-16,6-4 15,7 0-15,11-2 16,10-3-16,14-3 15,7-6-15,3-4 16,-1-2-16,-6-2 16,-8 1-16,-7-2 15,-5 1 1,-5-2-16</inkml:trace>
  <inkml:trace contextRef="#ctx0" brushRef="#br0" timeOffset="2682.96">12174 626 0,'0'0'0,"0"0"16,0 0-16,-1 4 15,0 4-15,-4 12 16,-1 17-16,2 12 16,1 8-1,4 5-15,3 5 16,2-2-16,1 3 16,2-12-16,-2-5 15,0-11-15,0-10 16,-1-9-16,-2-7 15,-1-5-15,-3-9 16,3 7-16,-3-7 16,0 0-16,2-7 15,-1-13 1,-5-20-16,-7-15 16,-6-9-16,-4-4 15,-2-5-15,-1-4 16,3 7-16,2 6 15,4 10-15,4 7 16,6 6-16,2 9 16,5 5-1,5 5-15,10 0 16,12 0-16,16 6 16,10 4-16,10 9 15,2 12-15,-1 6 16,2 8-16,-11 4 15,-8 0-15,-10 0 16,-11-3-16,-12 3 16,-8-1-16,-13 5 15,-21 7 1,-33 8-16,-30-3 16,-7-6-16,-2-5 15,13-9-15,9-4 16,15-6-16,14-4 15,15-4-15</inkml:trace>
  <inkml:trace contextRef="#ctx0" brushRef="#br0" timeOffset="3750.14">13151 397 0,'-2'-2'0,"-6"-8"16,-8-9 0,-31-20-16,-21 2 15,-12 1-15,-12 4 16,-11 5-16,-5 1 15,-7 4-15,-5 0 16,7 1-16,-9-3 16,3 2-16,-5-1 15,-11-7 1,-4 4-16,-4 2 16,-2 7-16,3 4 15,4 4-15,5 6 16,1 1-16,1 7 15,-1 4-15,3 6 16,2 4-16,7 4 16,-2 5-16,7 4 15,1 3 1,3 2-16,9 3 16,1 1-16,9 3 15,9-1-15,2 3 16,11 0-16,2 4 15,5 2-15,5 6 16,8 1-16,9 2 16,12 1-16,11-2 15,10 3 1,11-2-16,17 4 16,16 2-16,20 0 15,16-3-15,20-1 16,11-6-16,23-3 15,9-6-15,16-4 16,1-7-16,14-1 16,-1-6-16,7-4 15,4-7-15,3-5 16,6-5-16,-2-4 16,2-5-1,-5-7-15,0-3 16,-12-2-16,-2-3 15,-13-2-15,-10-3 16,-8-5-16,-13-3 16,-10-6-16,-10 0 15,-12-3 1,-11-2-16,-8-1 16,-13-2-16,-9-3 15,-9 0-15,-11-1 16,-7 0-16,-8-2 15,-8 2-15,-6-1 16,-5 1-16,-4-4 16,-6-1-16,-6-1 15,-6 0-15,-9-3 16,-9-1-16,-9-1 16,-13-1-1,-9 8-15,-13-1 16,-8 7-16,-5 10 15,-6 6-15,-3 10 16,-3 6-16,-8 6 16,-6 6-16,-13 9 15,-7 11-15,-18 14 16,-13 16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05T12:03:46.890"/>
    </inkml:context>
    <inkml:brush xml:id="br0">
      <inkml:brushProperty name="width" value="0.05292" units="cm"/>
      <inkml:brushProperty name="height" value="0.05292" units="cm"/>
      <inkml:brushProperty name="color" value="#EE0000"/>
    </inkml:brush>
    <inkml:brush xml:id="br1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3590 2036 0,'0'0'0,"0"0"0,0 0 15,0 0-15,0 0 16,0 0-16,0 0 16,0 0-16,-1 3 15,1-3-15,10 11 16,2-3-16,3-1 16,4 1-16,3-4 15,6 2-15,2-1 16,4-1-1,2 0-15,2-2 16,1-1-16,0 1 16,1-1-16,1-1 15,-1 1-15,0 0 16,-3-1-16,-1 1 16,-1 0-16,-3 0 15,0-1 1,-2 0-16,0-1 15,1-1-15,-3-1 16,1-2-16,-1 1 16,0 0-16,1 1 15,-1-2-15,1 1 16,1-1-16,-2 0 16,-1 0-16,-3 2 15,0-1 1,0-1-16,2 1 15,3-1-15,-2 1 16,-2-2-16,-2 2 16,-3-1-16,-1 2 15,-2-1-15,-1 1 16,-2 1-16,-3 0 16,-1 0-16,-10 2 15,18-3 1,-18 3-16,19-3 15,-19 3-15,17-2 16,-17 2-16,18 0 16</inkml:trace>
  <inkml:trace contextRef="#ctx0" brushRef="#br0" timeOffset="3515.86">8891 3223 0,'0'0'0,"7"0"0,7-2 16,22-2-16,16-2 15,7 2 1,3 0-16,9 0 16,5-2-16,7 1 15,5-1-15,-1 0 16,7-2-16,-2-2 16,-1-1-16,-3 0 15,-2 1-15,-2 1 16,-6 0-16,-2 1 15,-4 3-15,-5 2 16,-7 1 0,-8 1-16,-7 0 15,-8 1-15,-9 0 16,-8 0-16,-7 1 16,-13-1-16,16 1 15,-16-1-15,0 0 16,0 0-16,11 2 15,-11-2-15,0 0 16,0 0-16,4 7 16,-4-7-1,0 0-15,0 0 16,0 8-16,0-8 16,0 0-16,0 0 15,-1 7-15,1-7 16,0 0-16,0 0 15,0 6-15,0-6 16,0 0-16,0 0 16,0 0-16,0 6 15,0-6 1,0 0-16,0 0 16,0 0-16,0 0 15,0 0-15,0 0 16,0 7-16,0-7 15,0 0-15,0 0 16,0 0-16,0 0 16,0 0-16,0 0 15,0 7 1,0-7-16,0 0 16,0 0-16,0 0 15,0 0-15,0 0 16,0 0-16,0 0 15,0 0-15,0 0 16,0 0-16,-1-14 16,0 2-1</inkml:trace>
  <inkml:trace contextRef="#ctx0" brushRef="#br0" timeOffset="5099.68">6766 3291 0,'0'0'0,"0"0"0,0 0 0,0 0 16,0 0-16,0 0 15,0 0-15,0 0 16,6 1-16,17 2 16,20-1-1,9-3-15,6-2 16,1-2-16,5 0 16,4 0-16,-1-2 15,3 2-15,-1 1 16,-3 4-16,1 4 15,-3 1-15,-5 2 16,-3 0-16,-8 0 16,-5-2-1,-8 1-15,-3-2 0,-8 0 16,-7 0 0,-4-2-16,-13-2 15,12 3-15,-12-3 16,0 0-16,0 0 15,11 3-15,-11-3 16,0 0-16,0 0 16,0 0-1,0 0-15,0 0 16,0 0-16,0 0 16,0 0-16,0 0 15,0 0-15,0 0 16,0 0-16,0 0 15,0 0-15,0 0 16,0 0-16,0 0 16,0 0-16,0 0 15,0 0-15,0 0 16,0 0 0,0 0-16,0 0 15,0 0-15,0 0 16,0 0-16,9 6 15,-9-6-15,0 0 16,0 0-16,0 0 16,0 0-16,0 0 15,0 0 1,0 0-16,0 0 16,0 0-16,0 0 15,0 0-15,0 0 16,0 0-16,0 0 15,0 0-15,0 0 16,0 0-16,0 0 16,0 0-16,0 0 15,0 0 1,0 0-16,0 0 16,0 0-16,0 0 15,0 0-15,0 0 16,0 0-16,0 0 15,0 0-15,0 0 16,0 0-16,0 0 16,0 0-1,0 0-15,0 0 16,0 0-16,0 0 16,0 0-16,0 0 15,0 0-15,0 0 16,0 0-16,0 0 15,0 0-15,0 0 16,0 0-16,0 0 16,0 0-16,0 0 15,0 0 1,0 0-16,0 0 16,0 0-16,0 0 15,0 0-15,0 0 16,0 0-16,0 0 15,0 0-15,0 0 16,0 0-16,0 0 16,0 0-1,-3-7-15,3 7 0,0-8 16,0 8 0,0-12-16,2 2 15,4-4-15</inkml:trace>
  <inkml:trace contextRef="#ctx0" brushRef="#br0" timeOffset="13849.89">13246 2384 0,'0'0'0,"0"0"0,0 0 0,0 0 15,0 0 1,-3 0-16,3 0 15,0 0-15,-2 10 16,1 0-16,-1 4 16,-2 2-16,2 6 15,0 1-15,0 3 16,0 4 0,-1 1-16,1 5 15,-4 5-15,-6 1 16,-9 4-16,0 0 15,-5 3-15</inkml:trace>
  <inkml:trace contextRef="#ctx0" brushRef="#br0" timeOffset="14217.15">13529 2559 0,'0'0'0,"0"0"15,4 3-15,6 2 16,16 10-16,15 11 16,4 4-16,0 1 15,-3-2-15,-7-4 16,-4-4-16,-4-3 16,-1-5-1,-2-3-15,-2-5 16,-1-6-16,-2-6 15</inkml:trace>
  <inkml:trace contextRef="#ctx0" brushRef="#br0" timeOffset="14482.77">13766 2578 0,'0'0'0,"0"0"0,-1 5 16,-8 10-16,-9 15 16,-3 3-16,1 2 15,0-2-15,-2 1 16,5-3-16,-1 2 16,2-3-16,3-3 15,1-2 1,2-3-16,4-10 15</inkml:trace>
  <inkml:trace contextRef="#ctx0" brushRef="#br0" timeOffset="15048.86">14110 2604 0,'0'0'0,"0"0"0,0 0 15,11-2-15,13-1 16,14-1-16,1 3 16,-4 3-16,-4 3 15,-3 2-15,-7 1 16,-4-1-1,-6-1-15,-2 1 16,-2 0-16,-3 0 16,-3 5-16,-4 2 15,-11 6-15,-4 3 16,-6 0-16,-2-1 16,2-4-16,4-3 15,6-3 1,3-4-16,11-8 15,-15 10-15,15-10 16,-4 6-16,4-6 16,10 17-16,7 0 15,10 2-15,5 1 16,-2-2-16,-2-1 16,-2-3-16,-7-2 15,-6-3 1,-3-1-16,-5-1 15,-5-7-15,5 10 16,-5-10-16,-10 10 16,-21-1-16,-21 1 15,-9-6-15,-6-1 16,5-2-16,10-6 16</inkml:trace>
  <inkml:trace contextRef="#ctx0" brushRef="#br0" timeOffset="15699.48">13061 2180 0,'0'0'0,"0"0"0,0 0 16,0 0-16,0 0 16,0 0-16,-5 2 15,-7 3-15,-9 9 16,-5 10-16,-1 4 16,0 3-16,3 4 15,1 5-15,3 3 16,4 5-1,6 7-15,10 3 16,12 3-16,13 1 16,20 5-16,15 2 15,15-4-15,14-6 16,63 11 0,-9-8-1</inkml:trace>
  <inkml:trace contextRef="#ctx0" brushRef="#br0" timeOffset="16666.3">14565 2401 0,'0'0'0,"0"0"16,0 0-16,5 1 16,7 4-16,18 13 15,10 12-15,-1 5 16,-4 3-16,-2 8 16,-2 5-16,-4 3 15,-8-6-15,-5 2 16,-6-3-16,-4-3 15,-8-1 1,-6-5-16,-4-5 16,-5-4-16,-9-1 15,-7-2-15,-7-5 16,0-3-16,3-3 16,6-3-16,4-1 15,7-3-15,5-2 16,4-1-16,13-5 15,-17 8 1,17-8-16,0 0 16,-12 6-16,12-6 15,0 0-15,0 0 16,-8 7-16,8-7 16,0 0-16,0 0 15,-4 7-15,4-7 16,0 0-16,0 0 15,0 0 1,0 0-16,0 0 16,0 0-16,-1 6 15,1-6-15,0 0 16,0 0-16,0 0 16,0 0-16,0 0 15,0 0-15,0 0 16,0 0-1,0 0-15,0 0 16,0 0-16,0 0 16,0 0-16,0 0 15,0 0-15,0 0 16,0 0-16,0 0 16,0 0-16,0 0 15,0 0-15,0 0 16,0 0-1,0 0-15,0 0 16,0 0-16,0 0 16,0 0-16,0 0 15,0 0-15,0 0 16</inkml:trace>
  <inkml:trace contextRef="#ctx0" brushRef="#br0" timeOffset="18566.2">4800 2513 0,'0'0'0,"0"0"0,0 0 0,0 0 0,0-2 16,0 2-16</inkml:trace>
  <inkml:trace contextRef="#ctx0" brushRef="#br0" timeOffset="25033.2">4589 2489 0,'0'0'0,"0"0"0,0 2 16,0-2-16,0 0 15,0 0 1,0 0-16,0 0 16,0 0-16,1 7 15,-1-7-15,0 0 16,9 6-16,-9-6 16,22 14-16,-4-5 15,6-3-15,2-3 16,4-2-1,0 0-15,2-1 16,2 0-16,2 0 16,-1 0-16,3 0 15,-2 0-15,0 0 16,2 0-16,-2 1 16,0 2-16,-2 2 15,-3 1 1,-1-1-16,0 0 0,-2 1 15,2-2 1,0 1-16,-3-1 16,0 0-16,-3-1 15,2-1-15,0-1 16,3 2-16,2-1 16,-1-1-16,0 1 15,-4 0-15,1-2 16,1-1-16,2-1 15,-1 1 1,-3 1-16,2-1 16,-3 0-16,4 0 15,2 0-15,1-1 16,1-1-16,0-1 16,1 1-16,4 0 15,3 0-15,-1 0 16,-1-1-16,-1 1 15,2-1 1,-1 1-16,-1 0 16,-1 0-16,-1 1 15,2-2-15,-2 1 16,-1 1-16,1-1 16,-2 1-16,0-2 15,1 0-15,-1 0 16,2-1-16,0 1 15,1-1 1,0 0-16,-2 0 16,1-2-16,-2 1 15,0 0-15,2-2 16,1 2-16,0-1 16,-2 0-16,-3-2 15,-3 1-15,-2-2 16,-4 1-1,-1-1-15,-3 1 16,-3 0-16,-2-1 16,0-2-16,-2-2 15,-1-2-15,0-3 16,-3 0-16,-1-1 16,-3-2-16,-3 0 15,-2-2-15,-3 1 16,-4-2-16,-3 2 15,-4 0 1,-8-3-16,-8 1 16,-8 0-16,-7 1 15,-9 5-15,-2 3 16,-6 3-16,-2 4 16,-1 3-16,-4 1 15,0 3-15,0 1 16,-2 0-16,1 1 15,-1 1 1,-1 0-16,-2 1 16,-2 2-16,2-1 15,6 0-15,4 1 16,2 1-16,-3-1 16,2 2-16,5-3 15,3 2-15,-2-2 16,3 1-1,1-1-15,-5 0 16,4 0-16,0 1 16,3-1-16,4 1 15,-2-1-15,2 0 16,5-2-16,2 2 16,-2-2-16,1 0 15,3 1-15,3-1 16,2-1-16,-1 1 15,-2 0-15,4 0 16,3 0 0,2 2-16,1 1 15,-2 4-15,2 2 16,-1 0-16,3 0 16,1 2-16,3 1 15,2 1-15,3 0 16,3 0-16,1 1 15,2 0-15,1 2 16,-1 1 0,1 0-16,2-2 15,1-1-15,2 0 16,2 0-16,1 2 16,2-2-16,3 3 15,1-2-15,3 1 16,1 1-16,2-1 15,1 0-15,3-1 16,3 0 0,3 1-16,2-4 15,4 2-15,2-1 16,1-2-16,-1-2 16,1-1-16,2-1 15,-1 0-15,1-1 16,-3-1-16,-1 0 15,-2-1 1,3 1-16,-1 1 16,-1 0-16,-3-2 15,-5-1-15,-6-4 16</inkml:trace>
  <inkml:trace contextRef="#ctx0" brushRef="#br0" timeOffset="26099.41">4058 1357 0,'0'0'0,"0"0"16,0 0-16,-4-2 15,4 2-15,-21-7 16,4 5-16,-5 5 16,1 4-1,0 3-15,2 1 16,-2 5-16,-1 4 16,-1 4-16,-3 6 15,1 4-15,0 0 16,3-1-16,2 1 15,3 2-15,0 5 16,4 2 0,1 0-16,3-4 15,1-1-15,3 2 16,5-4-16,1 4 16,1-2-16,1-3 15,2 5-15,2-2 16,3 1-16,1-4 15,5 1-15,1-3 16,4-1 0,1-4-16,2-1 15,0-5-15,1-2 16,-3-4-16,0-6 16,2-7-16,3-5 15,3-6-15,0-10 16,-2-6-16,-1-12 15,-1-5-15,-2-11 16,-4-1-16,-2-9 16,-4 1-1,-2 0-15,-1-2 16,-2 0-16,-5 1 16,-2 1-16,-4 4 15,-1 7-15,-2 5 16,-4 8-16,-1 3 15,-5 1-15,-2 2 16,-1 7 0,1 5-16,-7 3 15,-5 3-15,-5 6 16,0 5-16,4 7 16,3 2-16,2 3 15,6 4-15,6-3 16,2 0-16</inkml:trace>
  <inkml:trace contextRef="#ctx0" brushRef="#br0" timeOffset="29016.02">4758 2510 0,'0'0'0,"0"1"15,0-1-15,0 0 16,0 0-16,0 0 15,0 0-15,0 0 16,0 0-16,0 0 16</inkml:trace>
  <inkml:trace contextRef="#ctx0" brushRef="#br0" timeOffset="32365.28">3786 2204 0,'0'0'0,"0"0"0,-4 0 15,4 0-15,0 0 16,-11-7-16,11 7 15,-7-7 1,7 7-16,-4-8 16,4 8-16,-3-7 15,3 7-15,0 0 16,-2-8-16,2 8 16,0 0-16,0 0 15,4-6-15,-4 6 16,21-12-1,0 5-15,8 4 16,7-1-16,3 3 16,4-1-16,1 1 15,0-1-15,-2 0 16,0 1-16,-3-1 16,-1 0-16,-1 1 15,1-1-15,1 1 16,0-1-16,1 0 15,4 1 1,2-1-16,1 0 16,-2 1-16,1-1 15,0 0-15,-3 2 16,1-1-16,-3 0 16,-2-1-16,1 0 15,-3 0-15,-2 0 16,1 1-16,-2 0 15,2-1 1,0 0-16,-1-3 16,-1-2-16,-4-2 15,-4 0-15,-2-3 16,2-2-16,2-2 16,-4-2-16,-2-1 15,-6 1-15,-3-3 16,-1-1-16,-2-2 15,-1-1 1,-2-2-16,-3-2 16,-4-2-16,-2 0 15,-3 2-15,-1-1 16,-3 1-16,-4-3 16,-4 4-16,-4-4 15,-4-2-15,0 6 16,-8-1-16,-4 5 15,-4 3 1,-2-1-16,0 1 16,-5 1-16,-1 5 15,-7 1-15,-2 4 16,-1 0-16,0 2 16,-4 2-16,-2 2 15,3 4-15,-7 2 16,4 2-16,3 1 15,-5 1 1,8 2-16,0-1 16,1 0-16,3 0 15,-1 2-15,4 0 16,3 0-16,0 3 16,2 0-16,1-1 15,6 1-15,3 1 16,-1 4-16,4 3 15,1-1 1,4 6-16,6-2 16,1 2-16,0 4 15,3 3-15,2 2 16,5 0-16,5 0 16,4 3-16,4 0 15,4-2-15,4-1 16,4-2-16,3-1 15,2-3 1,6 0-16,3-1 16,4-2-16,5-1 15,-2-4-15,3-1 16,2-1-16,3 0 16,-1-1-16,-3-3 15,1 0-15,5-3 16,2-4-16,-1-6 15,-1-1 1</inkml:trace>
  <inkml:trace contextRef="#ctx0" brushRef="#br0" timeOffset="36882.28">5696 2554 0,'0'0'0,"0"0"0,0 2 16,0-2-16,0 0 15,0 0-15,0 0 16,0 0-16,0 0 16,0 0-1,0 0-15,0 0 16,17 11-16,-4-7 15,4-2-15,1-2 16,3 0-16,-1 0 16,2-2-16,2 2 15,2-1-15,3 2 16,2 1 0,-1-1-16,0 2 15,-3-2-15,2 1 16,0-1-16,-5 1 15,-2 0-15,-4 1 16,-3-2-16,0 2 16,-4-1-16,-11-2 15,14 4-15,-14-4 16,0 0-16,11 4 16,-11-4-1,0 0-15,0 0 16,0 0-16,0 0 15,0 0-15,0 0 16,0 0-16,0 0 16,0 0-16,0 0 15,0 0-15,0 0 16,0 0-16,0 0 16,0 0-16,0 0 15,0 0 1,0 0-16,0 0 15,0 0-15,0 0 16,0 0-16,0 0 16,0 0-16,0 0 15,0 0-15,0 0 16,0 0-16,0 0 16,7 6-16,-7-6 15,0 0 1,0 0-16,0 0 15,0 0-15,0 0 16,0 0-16</inkml:trace>
  <inkml:trace contextRef="#ctx0" brushRef="#br0" timeOffset="38115.72">4957 2110 0,'0'0'0,"0"0"16,0 0-16,0 0 15,0 0-15,0 0 16,0 0-16,1 2 16,-1-2-16,0 0 15,9 7-15,-9-7 16</inkml:trace>
  <inkml:trace contextRef="#ctx0" brushRef="#br0" timeOffset="39081.76">6909 2537 0,'0'0'0,"0"0"0,0 0 15,0 0-15,0 0 16,0 0 0,0 0-16,4 3 15,-4-3-15,12 6 16,-12-6-16,15 8 16,-15-8-16,16 6 15,-16-6-15,19 5 16,-6-2-16,2-1 15,4-1 1,0 1-16,0 0 16,-1 0-16,0-1 15,-1 1-15,1-1 16,-2 1-16,-2 0 16,-3-2-16,-1 0 15,-10 0-15,12 0 16,-12 0-1,0 0-15,11 0 16,-11 0-16,0 0 16,0 0-16,0 0 15,0 0-15,0 0 16,0 0-16,0 0 16,0 0-16,0 0 15,0 0-15,0 0 16,0 0-1,0 0-15,0 0 16,0 0-16,0 0 16,0 0-16,0 0 15,0 0-15,0 0 16,0 0-16,10 0 16,-10 0-16,0 0 15,0 0-15</inkml:trace>
  <inkml:trace contextRef="#ctx0" brushRef="#br0" timeOffset="41965.46">3666 2160 0,'0'0'0,"0"0"0,0 0 16,0 0-16,0 0 15,0 0-15,8 1 16,3 1-16,8-2 15,9-1-15,6-3 16,4-2-16,3-1 16,1 0-1,2 0-15,-1 0 16,1-1-16,0 1 16,0 0-16,-1-1 15,2 2-15,-2 3 16,-1 1-16,-1 2 15,1 2-15,-1 0 16,1 0-16,-2 1 16,-3-1-1,0 2-15,-1-2 16,1 0-16,0 0 16,0 1-16,3 0 15,-1 2-15,3 0 16</inkml:trace>
  <inkml:trace contextRef="#ctx0" brushRef="#br0" timeOffset="42648.61">4753 3036 0,'0'0'0,"0"0"16,-1-1-16,1 1 16,0 0-16,0 0 15,0 0-15,0 0 16,20 3 0,5 4-16,4-1 15,5-1-15,2-1 16,-2-2-16,-5 0 15,-6-1-15,-5 0 16,-2 0-16,-1 1 16,-1 2-16,-3 3 15</inkml:trace>
  <inkml:trace contextRef="#ctx0" brushRef="#br0" timeOffset="50515.77">5733 4283 0,'0'0'0,"0"0"0,0 0 0,0 0 15,0 0-15,0 0 16,0 0-16,0 0 15,0 0-15,4 2 16,-4-2-16,13 4 16,-13-4-1,20 4-15,-6-4 16,2-1-16,0-1 16,2-1-16,1-1 15,0-1-15,0 0 16,-2 1-16,-1 0 15,1 0-15,0 0 16,4-2-16,1 2 16,-2-1-1,1 1-15,-1 1 16,2 0-16,0 1 16,-1 1-16,1-1 15,-2 0-15,2 1 16,-2 0-16,0 0 15,1 0-15,-1 1 16,-1 0-16,0-2 16,1 2-1,1-1-15,1 0 16,-4 0-16,-2 0 16,0 0-16,-1 1 15,0-1-15,2 0 16,-2 0-16,0 0 15,-1 1-15,0 0 16,-2 0-16,-1 0 16,-1 0-16,0 0 15,-10 0 1,19 0-16,-9 0 16,-10 0-16,18 0 15,-18 0-15,16 0 16,-16 0-16,12 0 15,-12 0-15,0 0 16,13 2-16,-13-2 16,0 0-1,0 0-15,11 3 16,-11-3-16,0 0 16,0 0-16,0 0 15,10 6-15,-10-6 16,0 0-16,0 0 15,0 0-15,0 0 16,0 0-16,0 0 16,6 6-1,-6-6-15,0 0 16,0 0-16,0 0 16,0 0-16,0 0 15,0 0-15,0 0 16,0 0-16,0 0 15,0 0-15,0 0 16,0 0-16,6 6 16,-6-6-1,0 0-15,0 0 16,0 0-16,0 0 16,0 0-16,0 0 15,0 0-15,0 0 16,0 0-16,0 0 15,0 0-15,0 0 16,0 0-16,0 0 16,0 0-16,0 0 15,0 0 1,0 0-16,0 0 16,0 0-16,0 0 15,0 0-15,0 0 16,0 0-16,0 0 15,3 7-15,-3-7 16,0 0-16,0 0 16,0 0-16,0 0 15,0 0 1,0 0-16,0 0 16,0 0-16,0 0 15,0 0-15,0 0 16,0 0-16,0 0 15,0 0-15,0 0 16,0 0-16,0 0 16,0 0-16,0 0 15,0 0 1,0 0-16,0 0 16,0 0-16,0 0 15,0 0-15,0 0 16,0 0-16,0 0 15,0 0-15,0 0 16,0 0-16,0 0 16,0 0-16,0 0 15,0 0 1,0 0-16,0 0 16,0 0-16,0 0 15,0 0-15,0 0 16,0 0-16,0 0 15,0 0-15,0 0 16,0 0-16,0 0 16,0 0-1,0 0-15,0 0 16,0 0-16,0 0 16,0 0-16,0 0 15,0 0-15,0 0 16,0 0-16,0 0 15,0 0-15,0 0 16,0 0-16,0 0 16,0 0-16,0 0 15,0 0 1,0 0-16,0 0 16,0 0-16,0 0 15,0 0-15,0 0 16,0 0-16,0 0 15,0 0-15,0 0 16,0 0-16,0 0 16,0 0-16,0 0 15,0 0-15,0 0 16,0 0 0,0 0-16,0 0 15,0 0-15,0 0 16,0 0-16,0 0 15,0 0-15,0 0 16,0 0-16,0 0 16,0 0-16,0 0 15,0 0-15,0 0 16,0 0 0,0 0-16,0 0 15,0 0-15,0 0 16,0 0-16,0 0 15,0 0-15,0 0 16,0 0-16,0 0 16,0 0-1,0 0-15,0 0 16,0 0-16,0 0 16,0 0-16,0 0 15,0 0-15,3 6 16,-3-6-16,0 0 15,0 0-15,0 0 16,0 0-16,0 0 16,0 0-16,0 0 15,0 0 1,0 0-16,0 0 16,0 0-16,0 0 15,0 0-15,0 0 16,0 0-16,0 0 15,0 0-15,0 0 16,0 0-16,0 0 16</inkml:trace>
  <inkml:trace contextRef="#ctx0" brushRef="#br0" timeOffset="53699.14">6954 5036 0,'0'0'0,"0"0"0,0 0 15,9 2-15,7 3 16,10-1-1,6 1-15,6-2 16,1-3-16,0-1 16,-1-3-16,-5 1 15,-1-4-15,-3-2 16,-1 0-16,-1 0 16,-5-1-16,-4 3 15</inkml:trace>
  <inkml:trace contextRef="#ctx0" brushRef="#br0" timeOffset="54799.36">9591 6185 0,'0'0'0,"0"0"0,0 0 15,0 0 1,0 0-16,0 0 16,9-3-16,15-2 15,26-4-15,11 0 16,9-1-16,2 0 16,5-1-16,-5 2 15,-4-3-15,-6-1 16,-7 1-16,-7 1 15,-5 1 1,-7 2-16,-6 2 16,-3 3-16,-2 7 15,-1 5-15,2 5 16,-3 7-16,-1 8 16,-2 7-16,-4 9 15,-3 3-15,-3 2 16,-4 2-16,-1-1 15,-2-1 1,0 0-16,0-4 16,-2 1-16,1-6 15,0-2-15,1-5 16,0-4-16,0-3 16,1-5-16,-1-8 15,-2-3-15,1-5 16,-2-6-16,1 10 15,-1-10 1,0 0-16,0 0 16,0 0-16,-5 7 15,-34-3-15,-59-8 16,-21-13-16</inkml:trace>
  <inkml:trace contextRef="#ctx0" brushRef="#br0" timeOffset="66781.96">13345 3681 0,'-1'-15'0,"1"15"0,-3-11 16,1-1-16,2 12 16,-2-10-16,2 10 15,0 0-15,0 0 16,0 0 0,0 0-16,0 0 15,0 0-15,0 0 16,0 0-16,0 0 15,0 0-15,0 0 16,0 0-16,0 0 31,12-7-31,-1 3 16,2 1 0,-3 0-16,-10 3 15,17-2-15,-17 2 16,15-1-16,-15 1 15,13 1-15,-13-1 16,13 2-16,-13-2 16,12 2-16,-12-2 15,14 1 1,-14-1-16,15 0 16,-15 0-16,15 0 15,-15 0-15,15 0 16,-15 0-16,15 0 15,-15 0-15,13 1 16,-13-1-16,12 3 16,-12-3-16,0 0 15,13 6-15,-13-6 16,0 0 0,11 10-16,-11-10 15,7 10-15,-4-4 16,0 2-16,-1 2 15,-1 1-15,-2 2 16,-2 1-16,-1 2 16,-2 1-16,-1 0 15,-3 2-15,-3 0 16,0 0 0,-2 0-16,3-4 15,-1 0-15,4-4 16,1-2-16,0 0 15,2-2-15,6-7 16,-10 10-16,10-10 16,-6 7-16,6-7 15,0 0-15,-7 8 16,7-8-16,0 0 16,-7 7-1,7-7-15,0 0 16,0 0-16,-4 7 15,4-7-15,0 0 16,-2 6-16,2-6 16,0 0-16,-3 10 15,3-10-15,-5 9 16,5-9 0,-5 8-16,5-8 15,0 0-15,-4 7 16,4-7-16,0 0 15,0 0-15,0 0 16,17 10-16,8-5 16,10 0-16,2-3 15,2-2-15,-3-1 16,-3 0-16,-5-2 16,-2 1-1,-5-1-15,-2 1 16,-2 1-16,-5-1 15,-12 2-15,17-4 16,-17 4-16,0 0 16,12-4-16,-12 4 15,0 0-15</inkml:trace>
  <inkml:trace contextRef="#ctx0" brushRef="#br0" timeOffset="67332.21">13859 3698 0,'0'0'0,"0"0"15,0 0-15,0 0 16,0 1-16,0-1 16,0 0-16,5 11 15,0-1-15,4 5 16,3 2-16,4 1 16,1-1-1,1 0-15,-1-3 16,3 2-16,2 1 15,0 1-15,1 0 16,0 1-16,0-1 16,-3-1-16,-4-4 15,0-2-15,-3-1 16,-1-3-16,-12-7 16</inkml:trace>
  <inkml:trace contextRef="#ctx0" brushRef="#br0" timeOffset="67650">14067 3730 0,'0'0'0,"0"0"16,0 0-16,0 0 15,-1 3-15,1-3 16,-8 14-16,-1 0 16,-2 4-16,-1-1 15,1 1-15,0-1 16,0 2 0,-3 1-16,2 0 15,-1 0-15,2-2 16,0-1-16,3-2 15,0-3-15,2 0 16,-1-2-16,3 0 16,2 3-16</inkml:trace>
  <inkml:trace contextRef="#ctx0" brushRef="#br0" timeOffset="68565.72">14222 3747 0,'0'0'0,"0"0"15,0-2 1,0 2-16,0 0 15,0 0-15,15-11 16,6 3-16,10 1 16,2 1-16,-1 3 15,-5 3-15,0 2 16,-4 0-16,-1 1 16,-2 2-16,-4-2 15,-2 2 1,-4 2-16,0 4 15,-2 5-15,-3 3 16,-6 3-16,-8 5 16,-5 3-16,-6-3 15,1-4-15,1-5 16,1-3-16,5-4 16,3-4-16,9-7 15,-9 9-15,9-9 16,0 0-1,0 0-15,0 0 16,0 0-16,0 0 16,11 4-16,15-4 15,4 0-15,4 2 16,-1 1-16,2 1 16,-5 2-16,-2 0 15,-5 1-15,-3 1 16,-3 2-1,-4 1-15,-3 3 16,-4-1-16,-3 3 16,-7 1-16,-6 3 15,-8-1-15,-7-2 16,-7-2-16,-2-3 16,1-2-1,7-4-15,2-3 16,2-1-16,5-2 15,1-1-15,2-1 16,4 0-16,10 2 16,-14-5-16,14 5 15,0 0-15,-11-5 16,11 5-16,0 0 16,0 0-16,0 0 15,0 0-15,0 0 16,-6-7-1,6 7-15,0 0 16,0 0-16,0 0 16,0 0-16,0 0 15,0 0-15,0 0 16,0 0-16,-3-7 16,3 7-16</inkml:trace>
  <inkml:trace contextRef="#ctx0" brushRef="#br0" timeOffset="70299.12">14901 3766 0,'0'0'0,"0"0"0,0-2 16,0 2-16,2-13 16,1 2-16,-1-2 15,-1-1-15,-6-4 16,-3-3-16,-5-2 16,-6 0-16,-7-3 15,-9-3-15,-6-1 16,-3 1-16,-4-2 15,-6-1 1,1 2-16,-4-1 16,-1 4-16,-2 3 15,1 2-15,3 2 16,-5 1-16,2 0 16,2 2-16,-1 2 15,6 4-15,-3 1 16,3 3-16,0 1 15,2 4 1,0 2-16,2 3 16,-2 3-16,1 3 15,4 2-15,3 2 16,4 3-16,1 2 16,3 0-16,1 2 15,3-1-15,4 1 16,0 4-16,2 3 15,2 5 1,1 1-16,3 1 16,3 0-16,3 3 15,4 3-15,7 3 16,6 3-16,7-3 16,5-2-16,9 4 15,6 0-15,9 0 16,6-4-1,5-3-15,8-3 16,0-3-16,3-2 16,2 0-16,-4-5 15,7 1-15,1-3 16,4-2-16,2-3 16,1 0-16,-3-5 15,6 0-15,-6-2 16,8 0-16,-4-2 15,-11-6 1,5-4-16,-10 0 16,0-7-16,-1-2 15,-7-2-15,-4-5 16,-3-3-16,-6 0 16,-5-4-16,-3-1 15,-7-2-15,-3-2 16,-6-1-16,-7-3 15,-6-6 1,-9-8-16,-9-5 16,-10-6-16,-7-3 15,-9-2-15,-8 1 16,-7 5-16,-9 5 16,-3 4-16,0 3 15,-1 5-15,7 9 16,-3 5-16,1 4 15,2 6-15,3 5 16,-1 3 0,4 4-16,3 5 15,-2 6-15,4 6 16,-1-1-16</inkml:trace>
  <inkml:trace contextRef="#ctx0" brushRef="#br0" timeOffset="74397.78">10784 5669 0,'0'0'0,"0"0"0,0 0 16,0 0-16,0 0 15,1 2-15,-1-2 16,2 8-16,0-1 16,-1 3-16,3 3 15,-1 1 1,0 5-16,2 5 16,0 3-16,2 3 15,1 1-15,1-2 16,1-1-16,1 0 15,3-2-15,-1-3 16,0-4-16,-1-3 16,-2-2-1,0-3-15,-2-1 16,-1-2-16,-7-8 16,10 9-16,-10-9 15,0 0-15,13 2 16,-13-2-16,13-8 15,-5 1-15,0-3 16,1-3-16,0 1 16,-1-1-1,1 1-15,-2 0 16,1 1-16,-1 0 16,-1-1-16,1-1 15,-1 2-15,-1 1 16,0 0-16,-1 1 15,-1 2-15,1 0 16,-4 7-16,4-12 16,-4 12-1,5-12-15,-5 12 16,3-11-16,-3 11 16,1-6-16,-1 6 15,0 0-15,0 0 16,1-7-16,-1 7 15,0 0-15,0 0 16,0 0-16,0 0 16,0 0-1,0 0-15,0 0 16,0 0-16,0 0 16,0 0-16,0 0 15,0 0-15,0 0 16,0-6-16,0 6 15,0 0-15,0 0 16,0 0-16,0 0 16,0 0-16,0 0 15,0 0 1,0 0-16,0 0 16,0 0-16,0 0 15,0 0-15,0 0 16,0 0-16,0 0 15,0 0-15,0 0 16,0 0-16,0 0 16,0 0-16,0 0 15,0 0 1,0 0-16,0 0 16,0 0-16,0 0 15,0 0-15,0 0 16,0 0-16,0 0 15,0 0-15,0 0 16,0 0 0,0 0-16,0 0 0,0 0 15,0 0 1,0 0-16,0 0 16,0 0-16,0 0 15,0 0-15,0 0 16,0 0-16,0 0 15,0 0-15,0 0 16,0 0-16,0 0 16,0 0-16,0 0 15,0 0-15,0 0 16,0 0 0,0 0-16,0 0 15,0 0-15,0 0 16,0 0-16,0 0 15,0 0-15,0 0 16,0 0-16,0 0 16,0 0-16,0 0 15,0 0 1,0 0-16,0 0 16,0 0-16,0 0 15,0 0-15,0 0 16,0 0-16,0 0 15,0 0-15,0 0 16,0 0-16,0 0 16,0 0-16,0 0 15,0 0 1,0 0-16,0 0 16,0 0-16,0 0 15,0 0-15,0 0 16,0 0-16,0 0 15,0 0-15,0 0 16,0 0-16,0 0 16,0 0-16,0 0 15,0 0 1,0 0-16,0 0 16,0 0-16,0 0 15,0 0-15,0 0 16,0 0-16,0 0 15,0 0-15,0 0 16,0 0-16,0 0 16,0 0-16,0 0 15,0 0-15,0 0 16,0 0 0,0 0-16,0 0 15,0 0-15,0 0 16,0 0-16,0 0 15,0 0-15,0 0 16,0 0-16,0 0 16,0 0-16,0 0 15,0 0 1,0 0-16,0 0 16,0 0-16,0 0 15,0 0-15,0 0 16,0 0-16,0 0 15,0 0-15,0 0 16,0 0-16,0 0 16,0 0-16,0 0 15,0 0-15,0 0 16,0 0-16,0 0 16,0 0-1,0 0-15,0 0 16,0 0-16,0 0 15,0 0-15,0 0 16,0 0-16,0 0 16,0 0-16,0 0 15,0 0-15,0 0 16,0 0 0,0 0-16,0 0 15,0 0-15,0 0 16,0 0-16,0 0 15,0 0-15,0 0 16,0 0-16,0 0 16,0 0-16,0 0 15,0 0-15,0 0 16,0 0 0,0 0-16,0 0 15,0 0-15,0 0 16,0 0-16,0 0 15,0 0-15,0 0 16,0 0-16,0 0 16,0 0-16,0 0 15,0 0-15,0 0 16,0 0 0,0 0-16,0 0 15,0 0-15,0 0 16,0 0-16,0 0 15,0 0-15,0 0 16,0 0-16,0 0 16,0 0-16,0 0 15,0 0-15,0 0 16,0 0 0,0 0-16,0 0 15,0 0-15,0 0 16,0 0-16,0 0 15,0 0-15,0 0 16,0 0-16,0 0 16,0 0-16,0 0 15,0 0-15,0 0 16,0 0 0,0 0-16,0 0 15,0 0-15,0 0 16,0 0-16,0 0 15,0 0-15,0 0 16,0 0-16,0 0 16,0 0-16,0 0 15,0 0-15,0 0 16,0 0-16,0 0 16,0 0-1,0 0-15,0 0 16,0 0-16,0 0 15,0 0-15,0 0 16,0 0-16,0 0 16,0 0-16,0 0 15,0 0-15,0 0 16,0 0-16,0 0 16,0 0-1,0 0-15,0 0 16,0 0-16,0 0 15,0 0-15,0 0 16,0 0-16,0 0 16</inkml:trace>
  <inkml:trace contextRef="#ctx0" brushRef="#br0" timeOffset="82699.84">8623 2006 0,'0'0'0,"0"0"0,0 0 0,0 0 16,0 0-16,4 0 16,7 0-16,9 0 15,9 3-15,6 2 16,6 1-16,4 2 16,2-1-1,8 1-15,7 2 16,11-5-16,2-5 15,10-3-15,6 1 16,4-3-16,6 0 16,1 1-16,7 1 15,-2-1-15,7 0 16,-7 2-16,8 1 16,-8 2-16,5 1 15,-2 0 1,-1 4-16,8 0 15,-8 0-15,4 3 16,-8-1-16,-1 3 16,-4 1-16,-3 2 15,-2-2-15,-4 1 16,-7-2-16,-1 0 16,-10-2-1,-8-3-15,-7-2 16,-8-1-16,-5-2 15,-4-1-15,-5-1 16,-5-1-16,-2 0 16,-5-1-16,-3 2 15,-5-2-15,-3 1 16,-13 2-16,12-2 16,-12 2-1,0 0-15,0 0 16,10-3-16,-10 3 15,0 0-15,0 0 16,0 0-16,0 0 16,0 0-16,0 0 15,0 0-15,0 0 16,0 0-16,0 0 16,0 0-16,0 0 15,16-10 1</inkml:trace>
  <inkml:trace contextRef="#ctx0" brushRef="#br0" timeOffset="85315.1">10680 5691 0,'0'0'0,"0"0"0,0-2 15,0 2-15,1-10 16,0 3-16,1 0 16,1-2-16,6-2 15,8-2-15,8 0 16,5 4-16,2 4 15,1 5 1,-1 2-16,-1 4 16,0 2-16,-3 3 15,-3 1-15,-4 3 16,-2 4-16,-2 4 16,-6 4-16,-6 3 15,-7 4-15,-9 6 16,-7 2-1,-9 0-15,-6-1 16,-2-3-16,-1-5 16,2-6-16,8-6 15,7-8-15,8-6 16,11-7-16,-10 7 16,10-7-16,0 0 15,0 0-15,30 1 16,25-8-16,10-2 15,2-3 1,1-1-16,-6 3 16,-2 0-16,-5 2 15,-5 3-15,-7 3 16,-7 2-16,-9 0 16</inkml:trace>
  <inkml:trace contextRef="#ctx0" brushRef="#br0" timeOffset="85615.42">11380 5682 0,'0'0'0,"0"0"0,0 0 15,2 4-15,4 7 16,13 9 0,11 7-16,4 4 15,4-3-15,2 1 16,2 0-16,-6-6 16,-3 1-16,-4-5 15,-3-4-15,-2-2 16,-4-6-16</inkml:trace>
  <inkml:trace contextRef="#ctx0" brushRef="#br0" timeOffset="85881.85">11674 5646 0,'0'0'0,"0"0"0,0 0 16,0 0 0,-1 7-16,-5 15 15,-5 19-15,-8 10 16,-3 3-16,0-4 16,0 1-16,4-8 15,0-3-15,4-8 16,2-5-16,4-6 15,2-9-15,6-12 16</inkml:trace>
  <inkml:trace contextRef="#ctx0" brushRef="#br0" timeOffset="86365.26">11953 5582 0,'0'0'0,"3"0"0,-3 0 15,24-5-15,6-2 16,3-1-16,-6 2 16,-5 5-16,-3 4 15,-2 5-15,-4 3 16,-6 4-16,-7 4 15,-7 6-15,-9 5 16,-13 0 0,-2-3-16,3-6 15,6-6-15,9-5 16,13-10-16,-14 9 16,14-9-16,0 0 15,1 15-15,11-1 16,12 4-16,9 0 15,3 0-15,0-4 16,-5-1-16,-3-2 16,-5 1-1,-6-2-15,-7 1 16,-7-1-16,-6 5 16,-11 5-16,-12 5 15,-10 1-15,-6-6 16,2-3-16,1-9 15,6-13-15</inkml:trace>
  <inkml:trace contextRef="#ctx0" brushRef="#br0" timeOffset="86648.92">12437 5356 0,'0'0'0,"4"2"15,-4-2-15,29 26 16,0 11-16,1 11 16,-1 7-16,-4 6 15,-5 7-15,-11-1 16,-12 9-16,-7-7 15,-14 3-15,-38 28 32,-26-5-17</inkml:trace>
  <inkml:trace contextRef="#ctx0" brushRef="#br0" timeOffset="87049">10786 5297 0,'0'0'0,"0"0"0,-5 4 0,-14 13 15,-20 18 1,-7 7-16,7 4 16,12 8-16,3 3 15,4 2-15,7 4 16,5 1-16,4 4 15,10 0-15,11 3 16,10-2-16,15-3 16,13 2-16,15-3 15</inkml:trace>
  <inkml:trace contextRef="#ctx0" brushRef="#br0" timeOffset="87515.07">12834 5577 0,'0'0'0,"0"0"0,0 2 16,0-2-16,9 13 16,8 6-16,9 7 15,4-2-15,7 8 16,-4-5-16,-2 0 15,2 1-15,-6-5 16,9 7 0</inkml:trace>
  <inkml:trace contextRef="#ctx0" brushRef="#br0" timeOffset="87781.64">13052 5522 0,'0'0'0,"0"0"0,0 0 0,-2 5 16,-7 15-16,-10 20 15,-6 16-15,-2 5 16,1-4-16,4 1 15,1-1-15,6-6 16,6-10-16,4-10 16</inkml:trace>
  <inkml:trace contextRef="#ctx0" brushRef="#br0" timeOffset="88115.59">13517 5292 0,'0'0'0,"0"0"0,0 2 15,0-2-15,0 17 16,-5 10-16,-6 17 16,-2 9-16,-2 2 15,0-1 1,0 3-16,4-14 16,4 3-16,16-6 15,17-1 1,18-6-1,17-19-15</inkml:trace>
  <inkml:trace contextRef="#ctx0" brushRef="#br0" timeOffset="88648.23">13774 5401 0,'0'0'0,"0"0"0,3-3 15,8-2-15,8-3 16,9 4 0,1 4-16,-1 3 15,-5 2-15,-7 1 16,-4 3-16,-4 3 15,-2 3-15,-6 3 16,-11 4-16,-6 4 16,-5 1-16,4-4 15,3-8-15,5-4 16,5-4-16,2 1 16,5 1-1,5 3-15,11 2 16,10 2-16,11-1 15,0-1-15,2-1 16,-1 0-16,-8-2 16,-4 1-16,-7 1 15,-7-2-15,-6-2 16,-4 0 0,-5 2-16,-8 2 15,-11-1-15,-10-2 16,-9-3-16,2-4 15,6-3-15,5-4 16,8-2-16</inkml:trace>
  <inkml:trace contextRef="#ctx0" brushRef="#br0" timeOffset="88898.91">14274 5469 0,'0'0'0,"3"1"0,-3-1 16,25 10-1,10 5-15,2 0 0,0 4 16,-6 6 0,-3 1-16,-1 4 15,-4 0-15,-3-2 16,-1-1-16,-5-6 15,-3-2-15,-1-5 16,0-6-16</inkml:trace>
  <inkml:trace contextRef="#ctx0" brushRef="#br0" timeOffset="89115.26">14530 5536 0,'-1'2'0,"1"-2"16,-10 15-16,-10 9 15,-11 13-15,-1-1 16,0 3 0,0 2-16,5-8 15,4-1-15,8-4 16,4-5-16,5 0 15</inkml:trace>
  <inkml:trace contextRef="#ctx0" brushRef="#br0" timeOffset="89381.75">14793 5441 0,'0'0'0,"0"0"15,1 2-15,2 8 16,4 14 0,4 11-16,-2 7 15,-2 6-15,-5 0 16,-3-3-16,-4-3 15,2-15-15</inkml:trace>
  <inkml:trace contextRef="#ctx0" brushRef="#br0" timeOffset="89665.49">15102 5202 0,'0'0'0,"0"0"15,3 4-15,9 8 16,12 14-16,9 9 16,3 7-1,-8 12-15,-8 5 16,-6 1-16,-12 1 15,-13-2-15,-11-8 16,-15-2-16,-18-4 16,-14-1-16,-26-8 15</inkml:trace>
  <inkml:trace contextRef="#ctx0" brushRef="#br0" timeOffset="90582.25">12104 6190 0,'0'0'0,"0"0"16,0 1-16,0-1 15,0 0-15,-2 8 16,3 1-16,-1 8 16,1 8-1,-1 3-15,1-1 16,0-1-16,0-4 15,0-5-15,-1-3 16,3-4-16,3-2 16,6-1-16,7 0 15,12-6-15,14-4 16,13-7-16,10-2 16,9-4-1,7-2-15,0 1 16,4 0-16,2 1 15,6 4-15,1 4 16,0 2-16,-4 2 16,-6 1-16,-2-1 15,-4 0-15,-5 2 16,-6 2 0,-8 0-16,-7 0 0,-9 0 15,-8 0 1,-3-2-16,-9-4 15,-7 1-15,-2-3 16,-3-5-16,-2-2 16,0-6-16,-3-1 15,-2-1-15,-2-3 16,-2 1-16,-2-5 16,-1 3-16,0 0 15,-2 4-15,0 7 16,1 0-1,1 1-15,-1-3 16,1 4-16,-1 4 16,1 10-16,0-9 15,0 9-15,0 0 16,0 0-16,-13-10 16,1 3-16</inkml:trace>
  <inkml:trace contextRef="#ctx0" brushRef="#br0" timeOffset="91547.48">11566 7325 0,'0'0'0,"-4"-4"0,4 4 16,-18-20-16,3 1 15,0-2 1,3 3-16,3 0 16,3 4-16,4 1 15,4-1-15,5 0 16,9-1-16,8 2 16,5 5-16,1 7 15,3 5-15,-4 8 16,-2 5-1,-4 5-15,-5 6 16,-4 8-16,-6 6 16,-5 5-16,-10 3 15,-8-1-15,-8 0 16,-8 0-16,0-8 16,-1-4-16,2-8 15,4-7-15,8-8 16,4-4-1,14-10-15,-12 9 16,12-9-16,0 0 16,0 0-16,0 0 15,0 0-15,42 10 16,8-7-16,6-2 16,7-3-16,-2-3 15,0 1-15,-5 0 16,-10 1-1,-2 1-15,-10-1 16,-5-1-16,-8 0 16,-9 2-16,-12 2 15,13-3 1</inkml:trace>
  <inkml:trace contextRef="#ctx0" brushRef="#br0" timeOffset="91848.2">12148 7326 0,'0'0'0,"0"0"0,0 0 16,0 0-16,-3 2 15,3-2-15,5 15 16,6 5-16,6 6 15,2 1 1,-1-1-16,-2-1 16,3 3-16,2-3 15,2-2-15,-4-5 16,4-2-16,0-1 16,-1-3-16,-1-4 15,-9-4-15</inkml:trace>
  <inkml:trace contextRef="#ctx0" brushRef="#br0" timeOffset="92115.6">12254 7293 0,'0'0'0,"0"0"16,2 1-16,-2-1 15,0 11 1,0 8-16,-6 12 16,-6 11-16,-7 8 15,-4 2-15,2-5 16,-1-3-16,3-2 16,1-4-16,0-1 15,1-3-15,6-9 16,2-7-16,4-7 15</inkml:trace>
  <inkml:trace contextRef="#ctx0" brushRef="#br0" timeOffset="92448.81">12528 7219 0,'0'0'0,"0"0"0,0 0 15,3 2-15,-3-2 16,9 14-16,-1 6 16,-3 11-16,-2 9 15,-3 3-15,-3 1 16,0-3-16,-2-6 15,0-1 1,-2-1-16,2-4 16,0-4-16,1-7 15,2-8-15,1-1 16,1-9-16,-2 8 16,2-8-16</inkml:trace>
  <inkml:trace contextRef="#ctx0" brushRef="#br0" timeOffset="92797.37">12698 7045 0,'0'0'0,"0"0"0,0 0 15,2 2 1,6 6-16,8 9 16,7 8-16,5 9 15,0 14-15,-2 4 16,-7 3-16,-4 0 16,-6-6-16,-3 3 15,-5-4-15,-5 3 16,-6-3-16,-4-4 15,-7-1-15,-7-9 16,-4 8 0,-4-8-16,-8 9 15,-33 15 1,-19-24 0</inkml:trace>
  <inkml:trace contextRef="#ctx0" brushRef="#br0" timeOffset="93248.8">11122 6910 0,'0'0'0,"0"0"0,0 0 0,0 0 15,-1 2-15,-1 7 16,-4 20-16,-6 20 15,-2 12-15,-1 6 16,3 1 0,3 2-16,4 1 15,5-5-15,5-1 16,4-5-16,5-2 16,6-2-16,4-2 15,5-5-15,3-6 16,27 16 15,11-3-31,8-18 16</inkml:trace>
  <inkml:trace contextRef="#ctx0" brushRef="#br0" timeOffset="94847.7">11313 8057 0,'0'0'0,"3"0"0,-3 0 0,0 0 0,20 0 16,10 0-16,11-3 16,7-2-1,4-4-15,-4 1 16,5-3-16,-2 3 16,-2-2-16,-4 2 15,-5 1-15,0 0 16,-11 3-16,-1 1 15,-6 0-15,-7 2 16,-3 1-16,-12 0 16,10-1-16,-10 1 15,0 0 1,0 0-16,0 0 16,10 1-16,-10-1 15,0 0-15,0 0 16,0 0-16,0 0 15,0 0-15,0 0 16,0 0-16,0 0 16,0 0-1,0 0-15,0 0 16,0 0-16,0 0 16,0 0-16,0 0 15,0 0-15,0 0 16,0 0-16,0 0 15,0 0-15,0 0 16,0 0-16,8 6 16,-8-6-1,0 0-15,0 0 16,0 0-16,0 0 16,0 0-16,0 0 15,0 0-15,0 0 16,0 0-16,0 0 15,0 0-15,0 0 16,0 0-16,0 0 16,0 0-1,0 0-15,0 0 16,0 0-16,0 0 16,0 0-16,0 0 15,0 0-15,0 0 16</inkml:trace>
  <inkml:trace contextRef="#ctx0" brushRef="#br0" timeOffset="96098.86">13497 7297 0,'0'0'0,"0"0"16,-2-2-16,2 2 15,-3-9-15,3 9 16,-4-10 0,4 10-16,-8-10 15,8 10-15,-13-9 16,13 9-16,-22-3 15,8 6-15,0 0 16,0 5-16,-1 3 16,0 4-16,1 7 15,-2 8-15,-1 8 16,2 4 0,1 8-16,1 5 15,4 2-15,1 4 16,2-6-16,3-5 15,-1-6-15,0 5 16,2 1-16,1-5 16,-1-2-16,2-13 15,0-4 1,1 3-16,1 0 16,-1 0-16,0 1 15,1-5-15,0-5 16,1-2-16,1-4 15,4 1-15,5 1 16,7 0-16,5 1 16,1-5-16,2-2 15,1 0-15,0-3 16,-2-2 0,-5-2-16,2-6 31,-2-9-31,3-18 15</inkml:trace>
  <inkml:trace contextRef="#ctx0" brushRef="#br0" timeOffset="97082.11">13886 7400 0,'0'0'0,"0"0"0,0 0 16,0 0-16,0 0 16,3 0-16,7-1 15,10-1-15,10 0 16,-2-1 0,-1 1-16,-2 0 15,-1 0-15,-2 0 16,-1 0-16,-4 2 15,-1 1-15,0 5 16,-1 6-16,1 6 16,-1 7-16,0 7 15,-4 7 1,-2 6-16,-1 2 16,-1 5-16,-2 0 15,-1 2-15,0 1 16,-1-4-16,1 2 15,-1-2-15,1-1 16,-1-5-16,1-1 16,1-5-16,0-2 15,2 6 17,-1-1-32,-3-7 15,-1-8-15,-1-14 16,-1-3-16,-2-4 15,2-6-15,-6 9 16,-7-7-16,-10-2 16,-10-5-16,-9-6 15,5-4-15,7 2 16,3 0-16,13 4 16,2 1-1,2 3-15,10 5 16,0 0-16,-10-8 15,10 8-15,0 0 16,0 0-16,0 0 16,-6-6-16,6 6 15,0 0-15,0 0 16,0 0-16,0 0 16,0 0-16,0 0 15,-1-7 1,1 7-16,0 0 15,0 0-15,0 0 16,0 0-16,0 0 16,0 0-16,0 0 15,0 0-15,0 0 16,-2-8-16,0 1 16,-3-2-1</inkml:trace>
  <inkml:trace contextRef="#ctx0" brushRef="#br0" timeOffset="98348.19">14417 7834 0,'0'0'15,"0"0"-15,6 0 0,4 0 16,11 0-1,6 0-15,4 0 16,2 0-16,2 0 16,2 0-16,1 0 15,-1 0-15,-6 0 16,-2 0-16,-6 0 16,-3-2-16,-7-2 15,-2-4-15</inkml:trace>
  <inkml:trace contextRef="#ctx0" brushRef="#br0" timeOffset="98598.92">14601 7641 0,'0'0'0,"0"0"16,0 0-16,0 0 15,0 2-15,0-2 16,0 0-1,1 8-15,0 5 16,3 11-16,4 10 16,1 6-16,1 4 15,0-1-15,0 5 16,-2-6-16,-2-2 16,-2-6-1,-1-7-15,0-1 16,0-8-16</inkml:trace>
  <inkml:trace contextRef="#ctx0" brushRef="#br0" timeOffset="99265.18">15174 7517 0,'0'0'0,"0"0"16,1-4-16,1-2 16,0-4-16,1-2 15,-1-1-15,-3-1 16,-3-4-16,-6 0 15,-6-2 1,-3 0-16,-2 2 16,3 4-16,4 5 15,3 2-15,11 7 16,-12-6-16,12 6 16,0 0-16,-16 6 15,5 5-15,2 8 16,1 6-16,2 8 15,3 4 1,3 6-16,0 3 16,4 6-16,1-1 15,-1-1-15,0 1 16,0-6-16,-1-1 16,-2-3-16,-2 0 15,-3-1-15,1-4 16,-1-6-1,2-6-15,0-1 16,1-4-16,3 1 16,2-3-16,2-2 15,2-1-15,1-2 16,2-1-16,2 1 16,1-1-16,0-3 15,0-1-15,0-3 16,2-1-1,1-3-15,2-3 16,1-5-16</inkml:trace>
  <inkml:trace contextRef="#ctx0" brushRef="#br0" timeOffset="100197.45">15426 7419 0,'0'0'0,"0"0"15,0 0-15,0 0 16,0 0-16,0 0 16,3 0-16,-3 0 15,16 3-15,0-3 16,-1 0-16,-1 0 15,-3 0 1,1 0-16,-1-2 16,1 1-16,-1 1 15,2 1-15,3 8 16,3 8-16,1 7 16,-3 13-16,-3 8 15,-4 7-15,-3 7 16,-3 3-1,-3-3-15,-2 4 16,-1-1-16,2-1 16,-2 1-16,1-7 15,4-2-15,3-7 16,1-6-16,0-7 16,0-5-16,-3-7 15,-1-6-15,-1-4 16,-1-5-16,-1-6 15,0 8 1,0-8-16,-11 7 16,-12-3-16,-12-4 15,-9-4-15,2-1 16,13 2-16,8-1 16,7 3-16,14 1 15,-15-3-15,15 3 16,0 0-16,0 0 15,0 0-15,0 0 16,0 0 0,-11-1-16,11 1 15,0 0-15,0 0 16,0 0-16,0 0 16,0 0-16,0 0 15,0 0-15,0 0 16,0 0-16,0 0 15,0 0 1,0 0-16,0 0 16,0 0-16,0 0 15,0 0-15,0 0 16,0 0-16,0 0 16,0 0-16</inkml:trace>
  <inkml:trace contextRef="#ctx0" brushRef="#br0" timeOffset="103082.32">13375 4117 0,'0'0'0,"0"0"0,0 0 16,3 0-16,-3 0 16,17 3-16,8 0 15,15 3-15,10 2 16,3 0-16,4 2 15,0 0-15,5 1 16,3 0 0,0 0-16,7 1 0,2 0 15,10 0 1,2-2-16,-8-3 16,7 0-16,-4 0 15,0-2-15,0 1 16,-6-2-16,4-1 15,-8-1-15,-5-1 16,-9-2-16,-8-2 16,-5-3-16,-4-4 15,-7-3 1,-5 0-16,-4-5 16,-3 0-16,-2-4 15,-2-3-15,-2-4 16,-4-2-16,-4-4 15,-4-2-15,-6-1 16,-4-5-16,-6-4 16,-6-2-16,-6-3 15,-5-2 1,-7 5-16,-5 1 16,-8 5-16,-7-1 15,-6 3-15,-4 2 16,-8 1-16,-2 4 15,-11 2-15,-10 3 16,3 6-16,-7 3 16,0 4-16,-2 5 15,2 3 1,6 8-16,4 0 16,0 4-16,2 5 15,6 1-15,6 4 16,6 2-16,8-1 15,5 5-15,8 5 16,7 5-16,6 1 16,8-4-16,7-3 15,4 1 1,4 4-16,1 16 16,3 3-16,8 3 15,3-11-15,7-1 16,9 6-16,6 0 15,14 11-15,8-3 16,6 1-16,12-7 16,8-8-16,9-5 15,11-11 1,0-1-16,11-9 16,-12-7-16,6-6 15,-8-7-15,-16-5 16</inkml:trace>
  <inkml:trace contextRef="#ctx0" brushRef="#br0" timeOffset="104464.94">8474 7917 0,'0'0'0,"0"0"0,0 0 15,0 0-15,0 0 16,0 0-16,0 0 16,0 0-16,0 0 15,0 0-15,-4-2 16,4 2 0,-21-4-16,2 1 15,-3 2-15,1 0 16,1 2-16,3 0 15,0 5-15,-1 3 16,1 6-16,2 6 16,0 4-16,3 8 15,2 4-15,3 7 16,4 3-16,3-3 16,0 0-1,0 0-15,1-4 16,1 0-16,-1-6 15,3-5-15,-1-3 16,2-3-16,1-3 16,2-1-16,3-2 15,6 0-15,4-4 16,10-3-16,8-4 16,11-11-1</inkml:trace>
  <inkml:trace contextRef="#ctx0" brushRef="#br0" timeOffset="105101">9679 7998 0,'0'0'0,"0"0"0,0 0 16,0 0-16,0 0 16,4 1-16,-4-1 15,19 1-15,5-3 16,6-2 0,-2-2-16,-2 1 15,-5 1-15,-1 1 16,-3 0-16,-3 1 15,1 4-15,0 5 16,1 8-16,1 7 16,-5 7-16,-2 11 15,-1 8-15,-1 2 16,-3-1-16,2 4 16,-1 0-1,-1-1-15,3-2 16,2-3-16,2-3 15,0-5-15,-3-9 16,-2-7-16,-2-8 31,-4-5-31,-2-3 16,-10-1-16,-7-3 16,-13-3-1,-9-5-15,0-7 16,7-2-16,3-4 15,10 4-15</inkml:trace>
  <inkml:trace contextRef="#ctx0" brushRef="#br0" timeOffset="107614.43">10707 8077 0,'0'0'0,"0"0"16,0 0-16,0 0 15,0 0-15,0 0 16,3 0-1,-3 0-15,0 0 16,0 0-16,-2-11 16,-3 2-16,-6-2 15,-8 1-15,-3 3 16,-1 1-16,2 3 16,1 3-16,2 2 15,0 3-15,0 3 16,1 4-16,1 3 15,3 3 1,3 3-16,3 4 16,1 6-16,4 4 15,3 2-15,1 1 16,5 0-16,0-3 16,1 5-16,0-2 15,1 2-15,-2-3 16,2 2-16,-3-4 15,0 0-15,-1-1 16,-4-3 0,-1 1-16,-1-2 15,1-1-15,-1-3 16,0-2-16,1 0 16,1-1-16,0 1 15,-1-2-15,1 1 16,0-1-16,0-2 15,0-2 1,2-2-16,0-3 16,0-1-16,1-3 15,1 0-15,3-2 16,3 0-16,5-2 16,6-5-1,13-8 1,1-6-16,-1-15 15,-14-7 1,-5-10-16</inkml:trace>
  <inkml:trace contextRef="#ctx0" brushRef="#br0" timeOffset="108348.72">10844 8242 0,'0'0'0,"0"0"0,0 0 16,0-2-16,0 2 15,2-8-15,2 1 16,1-4-16,4 2 15,3-1-15,3 1 16,5-1 0,0 3-16,0 1 15,-3 3-15,-2 3 16,-3 2-16,1 2 16,-2 3-16,-1 4 15,-4 5-15,-1 5 16,-2 4-16,-3 0 15,-1-3 1,-2-3-16,0-5 16,0-2-16,0-3 15,1-3-15,2-6 16,-3 9-16,3-9 16,0 0-16,0 0 15,-3 6-15,3-6 16,0 0-16,0 0 15,10 0-15,3-1 16,5-2 0,5-3-16,1 0 15,-1 0-15,-5 1 16,-2 1-16,-3 1 16,-3 0-16,-10 3 15,14 0-15,-14 0 16</inkml:trace>
  <inkml:trace contextRef="#ctx0" brushRef="#br0" timeOffset="109031.2">10863 8587 0,'0'0'16,"0"2"-16,0-2 15,0 0-15,0 0 16,0 0-16,0 0 16,0 0-16,0 0 15,0 6-15,0-6 16,0 0-16,0 0 15,0 0-15,0 0 16,0 0-16,0 0 16,0 0-16,12 3 15,-12-3 1,21 1 0,2-1-1,0-1-15,1-1 16,-10 0-16,-5 2 15,-9 0-15,14-1 16,-14 1 0,0 0-16,11-2 15,-11 2-15</inkml:trace>
  <inkml:trace contextRef="#ctx0" brushRef="#br0" timeOffset="109648.76">11143 8593 0,'0'0'0,"0"0"0,0 0 16,0 1-16,0-1 16,0 0-1,0 0-15,0 0 16,0 0-16,0 0 16,0 0-16,0 0 15,0 0-15,0 6 16,0-6-16,0 0 15,0 0-15,0 0 16,0 0-16,0 0 16,0 9-1,0-9-15,-1 9 16,0 0-16,-1 2 16,1 1-16,-1 0 15,0 2-15,1 0 16,0-1-16,-1-2 15,2-4-15,-1 0 16,1-7-16,-2 8 16,2-8-16,0 0 15,0 0 1,-3 8-16,3-8 16,0 0-16,0 0 15,0 0-15,0 0 16,0 0-16,0 0 15,0 0-15,0 0 16,1-8 0</inkml:trace>
  <inkml:trace contextRef="#ctx0" brushRef="#br0" timeOffset="112531.87">10945 8943 0,'0'0'0,"0"0"0,0 0 15,2-3-15,-2 3 16,5-9-16,-5 9 16,7-11-1,-7 11-15,12-12 16,0 5-16,5-1 15,7 2-15,1 2 16,1 3-16,0 1 16,-3 1-16,0 3 15,-3 0-15,-1 3 16,-3 2-16,-4 0 16,-2 3-16,-5 2 15,0 0 1,-4 0-16,-1 0 15,-3-1-15,0-1 16,1-2-16,1-4 16,1-6-16,-2 10 15,2-10-15,0 0 16,0 0-16,16 7 16,3-1-1,4-2-15,-3 0 16,-3 0-16,-1-1 15,-5-2-15,-11-1 16,12 3-16,-12-3 16,0 0-16,1 10 15,-10 1-15,-10 2 16,-13-1 0,-4-2-16,1-4 15,3-5-15,8-1 16,6-2-16,3-1 15,3-3-15,2-3 16,6-8-16,4-7 16,5-13-16</inkml:trace>
  <inkml:trace contextRef="#ctx0" brushRef="#br0" timeOffset="112815.1">11603 8218 0,'0'0'0,"-6"-2"0,6 2 0,0 0 16,-24-7-16,4 3 16,1 3-16,3 0 15,1 0-15,2 0 32,3-5-32</inkml:trace>
  <inkml:trace contextRef="#ctx0" brushRef="#br1" timeOffset="116365.15">11062 8871 0,'0'0'0,"0"0"16,0 0-16,-2-2 16,2 2-16,0 0 15,-4-10-15,4 10 16,-1-8-16,1 8 15,1-7-15,-1 7 16,9-9-16,7-4 31,14-1-15,5 1-16,-1 7 16,-12 5-16,-4 4 15,-2 1-15,-2 6 16,-2 2-16,-3 4 15,-5 3-15,-4 2 16,-5 2 0,-2-1-16,-2-2 15,1-4-15,0-5 16,2-2-16,6-9 16,-6 10-16,6-10 15,0 0-15,0 0 16,-5 7-16,5-7 15,0 0-15,23 6 16,-4 0 0,3 0-16,-1 0 15,-1 1-15,-3-3 16,-4 0-16,-13-4 16,16 8-16,-16-8 15,6 9-15,-5-3 16,-2 3-16,-5 2 15,-6 1-15,-8 0 16,-8 0 0,-9-3-16,0-3 15,1-2-15,7-2 16,6-2-16,2 0 16,5 0-16,3-2 15,3 0-15,10 2 16,-13-11-16,12-3 15,7-20-15</inkml:trace>
  <inkml:trace contextRef="#ctx0" brushRef="#br1" timeOffset="117231.87">11381 8083 0,'0'0'0,"0"0"0,0 0 16,0 0-16,-2-3 15,2 3-15,0 0 16,0 0-16,-2-8 16,2 8-1,19-16-15,12 1 16,8 1-16,1 1 16,-4 3-16,-2 3 15,-5 3-15,-5 4 16,-4 3-16,-3 3 15,-3 4-15,-3 5 16,-3 9-16,-3 12 16,-5 8-1,-7 10-15,-3 1 16,-2 0-16,-3 0 16,1 3-16,-1-1 15,3-2-15,8-2 16,4-2-16,4-1 15,6 0-15,2-1 16,3-5-16,1-2 16,1 0-1,1-4-15,-1-3 16,0-2-16,-2-4 16,-2-5-16,-5-7 15,-1-4-15,-2-5 16,-2 0-16,-2-1 15,-2 1-15,-3 0 16,-5 0-16,-7 2 16,-8 0-16,-6-1 15,-3-1 1,-2-3-16,2-1 16,4-1-16,3 0 15,5-1-15,4-2 16,0 0-16</inkml:trace>
  <inkml:trace contextRef="#ctx0" brushRef="#br1" timeOffset="119481.76">8487 8197 0,'0'0'0,"0"0"16,0 0-16,0 0 16,10-3-16,8-5 15,8-1-15,8-1 16,6 1-16,3 1 15,2 2-15,-1 0 16,2 2-16,3-3 16,2 2-16,0-1 15,4 0 1,0 1-16,2 0 16,-1 3-16,-2 4 15,0 1-15,-4 1 16,-2 1-16,-1 0 15,-3 0-15,-1-1 16,0 0-16,-1 0 16,-1 0-16,-4-1 15,-2 1-15,-1-2 16,1 1 0,-2-1-16,-2-1 15,-4-1-15,-1-3 16,-2-2-16,-2-2 15,-3 1-15,-2-2 16,-4 1-16,-2-1 16,-2 0-16,-2 0 15,-2-1-15,-2-1 16,-1-2 0,-4-1-16,-4-6 15,-4-1-15,-4-2 16,-3 2-16,-5-1 15,-3 1-15,-5 0 16,-3 2-16,-7-1 16,-7 3-16,-3 2 15,-5 1-15,-1 2 16,-2 4 0,0 1-16,-1 3 15,4 1-15,1 1 16,1-1-16,4 0 15,-1 1-15,3 0 16,1 0-16,0 1 16,2 0-16,1 0 15,2 0-15,0 0 16,-3 0 0,1 0-16,0 0 15,3 0-15,0 0 16,2 1-16,0 1 15,5 2-15,4 1 16,5 0-16,1 0 16,1-1-16,-1 3 15,1-1 1,2 1-16,3 0 16,3 0-16,2 1 15,3-2-15,0 1 16,4-1-16,-2 2 15,2-1-15,1-1 16,0 1-16,4-7 16,-4 11-16,4-11 15,-3 13-15,2-5 16,1 3 0,1 2-16,2 0 15,0 2-15,0-1 16,2 2-16,2 0 15,2 1-15,0 1 16,3-2-16,3-1 16,0-1-16,0-2 15,2 1-15,2-1 16,3-1 0,1-2-16,0 0 15,-1-3-15,-1 1 16,2-1-16,0 0 15,0-1-15,-1 0 16,0-1-16,0-2 16,2-1-16,0-2 15,0 0-15,-1-1 16,-1 0-16,-3 0 16,-2 1-1,-1 1-15,-1-3 16,-1 2-16,-2-2 15,-12 3-15,18-5 16,-18 5-16,0 0 16,11-3-16,-11 3 15,0 0-15,0 0 16,0 0 0,0 0-16,0 0 15,0 0-15,0 0 16</inkml:trace>
  <inkml:trace contextRef="#ctx0" brushRef="#br1" timeOffset="120914.75">11259 7952 0,'0'0'0,"0"0"16,-4-4-16,-6-3 15,-11-7-15,-9-2 16,-6 5-16,-6 5 16,-1 2-16,4 4 15,3 4-15,4 1 16,4 3-16,2 1 16,5 1-16,0-1 15,2 3 1,1 3-16,2 0 15,0 2-15,3 2 16,1 2-16,1 4 16,0 5-16,3 3 15,1 4-15,4 1 16,-2 4-16,2 0 16,-1 4-1,3 1-15,0 1 16,1 0-16,0 1 15,2 0-15,2-5 16,0 0-16,3-3 16,0 0-16,2-1 15,2-2-15,0-3 16,3 1-16,3-2 16,1 1-16,0-4 15,2 2 1,4-1-16,-2-2 15,2-2-15,1-4 16,2-2-16,3-2 16,-1-1-16,0-2 15,3 1-15,-32-18 16,34 7-16,5-3 16,0-1-16,4 0 15,1 0 1,1-1-16,-1-1 15,1 0-15,0-1 16,1 0-16,36-25 16,-42 8-16,4-9 15,-2-3-15,-3-7 16,-5-4-16,-5-8 16,-3-4-1,-6 8-15,-4-5 16,-6-2-16,-6-3 15,-5-2-15,-5-4 16,-5-5-16,-9-3 16,-4-2-16,-7 2 15,-2 3-15,0 6 16,-17-26 15,-1 10-31,-5 4 16,7 18-16,7 26 15,-10 4-15,-6 8 16,-9 7-16,-2 10 16,0 7-16,6 3 15,12 6-15,6-1 16</inkml:trace>
  <inkml:trace contextRef="#ctx0" brushRef="#br1" timeOffset="122081.87">8644 8620 0,'0'0'0,"0"0"0,0 0 15,0 0-15,6-1 16,9-2-1,15-2-15,11-1 16,9-2-16,5 0 16,7 3-16,0 1 15,5 0-15,2 0 16,1 0-16,-1 1 16,2 0-16,-1 1 15,-1 0 1,-2 2-16,2-1 15,-3 0-15,2 0 16,-1 0-16,-5-5 16,-9-3-16,-7-1 15,-9-5-15,-6 1 16,-7-1-16,-8 0 16,-2 0-16,-6-2 15,-7-4-15,-6-2 16,-8 0-1,-13 0-15,-13 3 16,-10 1-16,-14 5 16,-6 4-16,0 4 15,-8 5-15,0 3 16,-4 5-16,0-1 16,4 3-16,0 0 15,5-1 1,1 0-16,2 0 15,2 0-15,2-1 16,4 0-16,-2-6 16,5-1-16,-1-3 15,0 0-15,8-2 16,-1 0-16,3 0 16,4 1-16,2 2 15,5 0-15,4 4 16,5 1-1,5 3-15,4 2 16,4 2-16,2 3 16,4 5-16,6 7 15,5 2-15,8 6 16,7 1-16,6 2 16,9-2-16,7-4 15,6-5-15,8-2 16,48-14 15,5-3-31,6-17 16,-21-1-16,-35 1 15,2-1-15,-7 2 16,-5 1-16,-5 0 16,-5 1-16,-2 0 15,-7 2-15</inkml:trace>
  <inkml:trace contextRef="#ctx0" brushRef="#br1" timeOffset="124098.56">2402 4977 0,'0'0'0,"0"0"16,0 0-16,0 0 15,4 0-15,8 2 16,11 3-16,8 2 15,4 0-15,3-1 16,4 1 0,4 0-16,0-1 15,0 1-15,4-2 16,-1 2-16,2-2 16,1 1-16,2 0 15,3-1-15,3 1 16,3-1-16,4-1 15,2-1-15,2-1 16,-4-2 0,4 0-16,-2 0 15,0 0-15,3-1 16,-2-1-16,2 1 16,3-2-16,-3 1 15,1 0-15,-3-1 16,3 0-16,2-3 15,-2 2-15,1-1 16,1 0-16,-1 0 16,3 0-1,-3 0-15,0 0 16,-3 1-16,1 1 16,1-1-16,-3 1 15,1 2-15,0 1 16,-1 0-16,2 1 15,-2 1-15,-1 0 16,5 1 0,-4 0-16,3 1 15,1 1-15,-6-1 16,1 1-16,0-2 16,-4 2-16,3-1 15,-1 0-15,-1 0 16,3 0-16,-3 0 15,2-1-15,2-1 16,0-2-16,-1-1 16,1-1-1,-2 2-15,3-2 16,0 1-16,-2-2 16,5-1-16,-2 2 15,0-2-15,3-1 16,-5 1-16,0-2 15,-3 1-15,-3 0 16,-2 0 0,0 0-16,-7 1 15,1 0-15,-5 1 16,-4-1-16,1 2 16,-2-1-16,-2 2 15,1-3-15,0 0 16,2-3-16,1-1 15</inkml:trace>
  <inkml:trace contextRef="#ctx0" brushRef="#br1" timeOffset="125165.03">11019 7877 0,'-3'2'0,"3"-2"0,-16 13 15,0 0-15,-5 2 16,0 1-16,0 0 16,2-3-16,2-1 15,5-2 1,-3-2-16</inkml:trace>
  <inkml:trace contextRef="#ctx0" brushRef="#br1" timeOffset="132881.72">12049 4296 0,'0'0'0,"0"0"0,0 0 0,2 0 0,-2 0 15,0 0-15,0 0 16,14 4-16,3 1 16,18 3-16,13 1 15,14-4-15,5-7 16,0-1-16,0-3 15,0-1-15,-9 1 16,-7 0-16,-4-1 16</inkml:trace>
  <inkml:trace contextRef="#ctx0" brushRef="#br1" timeOffset="133898.47">13281 4925 0,'0'0'0,"0"0"0,0 0 16,0 0-16,0 0 15,0 0-15,0 0 16,7 2 0,11 1-16,18 4 15,8-3-15,4-2 16,7-5-16,-2 0 15,2-4-15,-4-1 16,-5 1-16,-2-1 16,-7 0-16,-7 2 15,-2 1 1,-3-1-16,-4 3 16,-4-1-16,-5 2 15,-12 2-15,13-3 16,-13 3-16,0 0 15,0 0-15,10-2 16,-10 2-16,0 0 16,0 0-16,0 0 15,0 0-15,0 0 16,0 0 0,0 0-16,0 0 15,0 0-15,0 0 16,0 0-16,0 0 15,0 0-15,0 0 16,0 0-16,0 0 16,0 0-16,0 0 15</inkml:trace>
  <inkml:trace contextRef="#ctx0" brushRef="#br1" timeOffset="135165.19">9521 5876 0,'0'0'0,"0"1"16,0-1-16,0 0 15,0 0-15,0 0 16,4-7-16,-4 7 16,0 0-16,0 0 15,0 0-15,-12-5 16</inkml:trace>
  <inkml:trace contextRef="#ctx0" brushRef="#br1" timeOffset="141764.69">4375 8374 0,'0'0'0,"0"0"0,0 0 0,0 0 15,0 0-15,0 0 16,0 0-16,0 0 15,4 2-15,-4-2 16,11 5-16,-11-5 16,20 9-16,-7-5 15,3 0-15,-1-3 16,-1-2 0,-2-1-16,-2 0 15,-10 2-15,13-1 16,-13 1-16,0 0 15,14-2-15,-14 2 16,10-2-16,-10 2 16,14-2-16,-3 2 15,1-1 1,0-1-16,0 0 0,-1 0 16,-1-1-1,2 1-15,-1-2 16,0 0-16,-2 1 15,-9 3-15,17-6 16,-17 6-16,18-5 16,-18 5-16,15-4 15,-15 4-15,10-2 16,-10 2 0,0 0-16,0 0 15,0 0-15,0 0 16,0 0-16,10-5 15,-10 5-15,0 0 16,0 0-16,0 0 16,0 0-16,0 0 15,0 0-15,0 0 16,0 0 0,0 0-16,0 0 15,0 0-15,0 0 16,0 0-16,0 0 15,0 0-15,0 0 16,0 0-16,0 0 16</inkml:trace>
  <inkml:trace contextRef="#ctx0" brushRef="#br1" timeOffset="143617.31">3044 8364 0,'0'0'0,"0"0"0,0 0 0,0 0 0,0 0 16,0 0-16,0 0 16,0 0-16,0 0 15,3 0-15,-3 0 16,14 0-1,-1-1-15,5 0 16,3-2-16,2 1 16,-1-1-16,0 1 15,2-2-15,1-1 16,3 0-16,-1-2 16,1-1-16,1 1 15,1-1 1,2 0-16,-2 1 15,-1 0-15,-4 1 16,1 1-16,0 1 16,-1 2-16,2-1 15,-2 0-15,-3 2 16,-3-1-16,-4 1 16,-1 1-16,-1-1 15,-2 0 1,-11 1-16,18-1 15,-18 1-15,14-2 16,-14 2-16,12-2 16,-12 2-16,10-2 15,-10 2-15,0 0 16,0 0-16,0 0 16,10 2-1,-10-2-15,0 0 16,0 0-16,0 0 15,12 3-15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05T12:06:29.970"/>
    </inkml:context>
    <inkml:brush xml:id="br0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8145 1476 0,'0'0'0,"0"0"0,0 0 0,-2 5 16,-4 5-16,-3 12 15,-4 12-15,2 7 16,0 3-16,3 3 15,1 2-15,2 0 16,0 0 0,1 0-16,0 1 15,-1 2-15,1 2 16,-1 3-16,0 2 16,-2 2-16,-2 4 15,-1-1-15,-1 3 16,2-1-16,-1-1 15,0 0-15,2-2 16,-2 0-16,3 0 16,2-5-1,1 1-15,2-1 16,1-1-16,2-1 16,0-2-16,2 0 15,0-1-15,2-1 16,1 2-16,1-3 15,2 0-15,-1 0 16,1-3-16,1 1 16,-2 0-1,1-1-15,0 0 16,0-1-16,0 3 16,-1-5-16,1 3 15,-2-5-15,0 2 16,2-2-16,-2 0 15,1 2-15,1-2 16,0 0-16,1-3 16,-1 0-1,0-3-15,-1 1 16,0-1-16,0-1 16,-2 0-16,2-1 15,0 0-15,-1 0 16,1 3-16,-1-1 15,1 3-15,1 1 16,0 1-16,-1 0 16,1 3-1,0 0-15,1 1 16,-1 2-16,1-3 16,-1 4-16,2 1 15,-2 1-15,-2 2 16,-1 2-16,-1-1 15,0 0-15,-2-2 16,1 0-16,0-1 16,0 0-1,-1-1-15,0 0 16,0-4-16,1 1 16,0-2-16,2-1 15,-2-2-15,0-2 16,1-1-16,0 0 15,-1-2-15,1 1 16,-2-3-16,1-2 16,-1-2-1,0-2-15,0-1 16,0-1-16,0-2 16,0 1-16,-1-3 15,-1-1-15,1 1 16,-1-2-16,1-3 15,-1 2-15,-1-2 16,1 0-16,0-1 16,0 0-16,0-1 15,-1-1 1,1 1-16,0-1 16,0 0-16,-1-1 15,1-2-15,0 1 16,0-2-16,-1-3 15,1-1-15,-1-7 16,1 9-16,-1-9 16,0 0-1,2 7-15,-2-7 16,0 0-16,0 0 16,0 0-16,2 7 15,-2-7-15,0 0 16,0 0-16,0 0 15,0 0-15,0 0 16,0 0-16,0 0 16,0 0-16,0 0 15,0 0 1,0 0-16,0 0 16,0 0-16,0 0 15,0 0-15,0 0 16,0 0-16,0 0 15,0 0-15,0 0 16,0 0-16,0 0 16,0 0-16,0 0 15,0 0 1,0 0-16,0 0 16,0 0-16,0 0 15,5-7-15,-3-4 16</inkml:trace>
  <inkml:trace contextRef="#ctx0" brushRef="#br0" timeOffset="2165.96">12233 2679 0,'0'0'0,"0"0"0,0 0 16,0 0-16,0 0 15,0 0-15,0 0 16,7-2-16,14 0 16,18-2-1,7-1-15,5 0 16,3 0-16,4 0 15,2 1-15,4 0 16,-2 0-16,-2 0 16,-4 2-16,-2-1 15,-5 1-15,-3 1 16,-5 1 0,-6 1-16,-3-1 15,-2 0-15,0 0 16,-1 0-16,-2 0 15,-4 0-15,-6-2 16</inkml:trace>
  <inkml:trace contextRef="#ctx0" brushRef="#br0" timeOffset="4733.87">13088 3745 0,'0'0'0,"-3"2"16,3-2-16,-12 9 16,12-9-16,-19 10 15,9-5-15,10-5 16,-15 5-1,15-5-15,0 0 16,-10 4-16,10-4 16,0 0-16,0 0 15,0 0-15,0 0 16,0 0-16,18-6 16,17 0-16,6 3 15,5 2-15,6 0 16,6 2-1,3 1-15,0 4 16,1-2-16,1 1 16,-4 0-16,-2 0 15,-2 0-15,-2-1 16,-2 0-16,0 0 16,-4-1-16,-5-1 15,-1-2-15,-5 0 16,-4 0-16,-2-2 15,-4-1 1,-5 3-16,-3-3 16,-4 2-16,-2-1 15,0 1-15,1 1 16,2-1-16,4 0 16,2-1-16</inkml:trace>
  <inkml:trace contextRef="#ctx0" brushRef="#br0" timeOffset="6933.19">13967 4601 0,'0'0'0,"0"0"15,0 0-15,2-2 16,-2 2-16,0 0 16,0 0-16,0 0 15,12-3-15,2-1 16,14-3-16,11-3 15,9 3-15,5 1 16,5 1-16,3 0 16,0 1-1,8-1-15,-3 1 16,4 1-16,0-1 16,-4 2-16,2 1 15,-4 1-15,-6 1 16,0 1-16,-5 1 15,-3 1-15,-6 0 16,-6-1-16,-7 0 16,-9-2-1,-6 0-15,-5 0 16,-11-1-16,11 0 16,-11 0-16,0 0 15,0 0-15,10 1 16,-10-1-16,0 0 15,0 0-15,0 0 16,0 0 0,0 0-16,0 0 15,0 0-15,0 0 16,0 0-16,0 0 16,0 0-16,0 0 15,0 0-15,0 0 16,0 0-16,0 0 15,7 5-15,-7-5 16,0 0-16,0 0 16,0 0-16,0 0 15,0 0 1,0 0-16,0 0 16,0 0-16,0 0 15,0 0-15,0 0 16,0 0-16,0 0 15,0 0-15,0 0 16,0 0-16,-12-1 16</inkml:trace>
  <inkml:trace contextRef="#ctx0" brushRef="#br0" timeOffset="8750.71">13889 6051 0,'0'0'0,"0"0"15,0 0-15,0 0 16,0 0-16,0 0 16,0 0-16,0 0 15,2 0 1,-2 0-16,0 0 16,0 0-16,0 0 15,18-3-15,5 0 16,21-3-16,10-2 15,-2-2-15,-1-1 16,0 0-16,3-1 16,6-1-16,6-1 15,1 0 1,-1 6-16,4 4 16,-5 2-16,3 3 15,-1 0-15,-4-1 16,-1 1-16,-6 0 15,-3 0-15,-5 0 16,-6-1-16,-3 0 16,-5 0-1,-6 0-15,-7 0 16,-8 0-16,-13 0 16,15 0-16,-15 0 15,0 0-15,0 0 16,11-1-16,-11 1 15,0 0-15,0 0 16,0 0-16,0 0 16,0 0-16,0 0 15,0 0-15,0 0 16,0 0 0,0 0-16,0 0 15,0 0-15,0 0 16,0 0-16,0 0 15,0 0-15,0 0 16,0 0-16,0 0 16,0 0-16,0 0 15,0 0-15,0 0 16,0 0 0,0 0-16,0 0 15,0 0-15,0 0 16,0 0-16,0 0 15,0 0-15,0 0 16,0 0-16,0 0 16,0 0-16,0 0 15,0 0 1,0 0-16,0 0 16,0 0-16,0 0 15,0 0-15,0 0 16,0 0-16,0 0 15,0 0-15,0 0 16,0 0-16,0 0 16,0 0-16,0 0 15,0 0 1,0 0-16,0 0 16,0 0-16,0 0 15,0 0-15,0 0 16,0 0-16,0 0 15,0 0-15,0 0 16,0 0-16,0 0 16,0 0-16,0 0 15,0 0-15,0 0 16,0 0 0,0 0-16,0 0 15,0 0-15,0 0 16,0 0-16,0 0 15,0 0-15,0 0 16,0 0-16,0 0 16,0 0-16,0 0 15,0 0 1,0 0-16,0 0 16,0 0-16,0 0 15,0 0-15,-7-14 16</inkml:trace>
  <inkml:trace contextRef="#ctx0" brushRef="#br0" timeOffset="10250.79">4325 2659 0,'0'0'0,"0"0"0,0 0 16,0 0-16,4 3 15,8 3-15,12 1 16,12-2 0,3-3-16,4-1 15,4-1-15,3-3 16,1-1-16,0 1 15,3-2-15,-2-1 16,1 1-16,-3 1 16,0-2-16,-2 2 15,-5 0-15,1 2 16,-3 2-16,-4 0 16,-4 0-1,-8 0-15,-2 0 16,-2 0-16,-5 0 15,-3 1-15,-3 0 16,-10-1-16,10 2 16,-10-2-16,0 0 15,0 0-15,11 3 16,-11-3 0,0 0-16,0 0 0,0 0 15,5 7 1,-5-7-16,0 0 15,0 0-15,0 0 16,0 0-16,0 0 16,0 0-16,0 7 15,0-7-15,0 0 16,0 0-16,0 0 16,0 7-16,0-7 15,0 0 1,0 0-16,0 6 15,0-6-15,0 0 16,0 0-16,0 6 16,0-6-16,0 0 15,0 0-15,0 0 16,0 0-16,0 0 16,0 0-1,7-9-15</inkml:trace>
  <inkml:trace contextRef="#ctx0" brushRef="#br0" timeOffset="61999.23">5926 6025 0,'0'0'0,"0"0"0,0 0 16,-2-2-16,2 2 15,-15-9-15,3 0 16,-1 2-16,-2 1 15,-2 1-15,0 1 16,-3 4-16,0 4 16,-1 2-16,1 5 15,3 3 1,0 3-16,2 5 16,0 7-16,3 2 15,4 5-15,5 2 16,2 2-16,1 2 15,1-5-15,-1 3 16,3-2-16,-1 0 16,0-2-16,0-1 15,-1-2-15,-2-1 16,-2-2 0,1-1-16,-1-1 15,0 0-15,-1-3 16,1-3-16,0-6 15,1-4-15,3-3 16,7 1-16,8 0 16,11-3-16,8-4 15,10-9-15,2-4 16,3-4-16,2-5 16</inkml:trace>
  <inkml:trace contextRef="#ctx0" brushRef="#br0" timeOffset="62649.4">6576 6037 0,'0'0'0,"0"0"0,0 0 0,0 0 0,0 0 15,0 0-15,0 0 16,0 0-16,6 0 16,7-2-16,11-1 15,3-1-15,-3 1 16,-2 1 0,-4 0-16,-2 4 15,-1 3-15,0 5 16,-1 6-16,-2 9 15,-1 6-15,-1 8 16,-1 7-16,-2 3 16,0 2-16,1 0 15,-1-3-15,1 0 16,4-4 0,2-2-16,0-3 15,0-6-15,-3-4 16,1-3-16,-2-3 15,-3-4-15,0-4 16,-4-4-16,0-3 16,-2-2-16,-2 1 15,-6 2-15,-14 2 16,-9 3-16,-3-4 16,4-4-1,3-2-15,1-2 16,1-1-16</inkml:trace>
  <inkml:trace contextRef="#ctx0" brushRef="#br0" timeOffset="63416.92">6998 6375 0,'0'0'0,"0"0"0,0 0 0,0 0 15,0 0-15,0 0 16,0 0-16,8-3 16,9-2-16,14-4 15,7-1-15,2 1 16,-1-1-16,3 0 16,-1-1-16,0 2 15,-1-1 1,-2 1-16,-2 1 15,-5 1-15,-2 0 16,-3 2-16,-6 0 16,-4 1-16,-5 2 15,-11 2-15,11-3 16,-11 3-16,0 0 16,0 0-1,0 0-15,0 0 16,0-6-16,0 6 15,-20-14-15,4 8 16,1 1-16,4 1 16,11 4-16,-15-4 15,15 4-15,0 0 16,0 0-16,-11-1 16,11 1-1,0 0-15,0 0 16,0 0-16,6 7 15,5 0-15,4 3 16,3 1-16,0-1 16,-2 0-16,-2-1 15,-5 3-15,-5 5 16,-4 3-16,-7 5 16,-9 6-16,-5 4 15,-5 0 1,2-3-16,3-5 15</inkml:trace>
  <inkml:trace contextRef="#ctx0" brushRef="#br0" timeOffset="70050.31">2493 8201 0,'0'0'0,"0"0"0,0 0 16,0 0-16,0 0 16,3 1-1,-3-1-15,14 5 16,3 2-16,5-2 15,8 1-15,4-2 16,1 0-16,2 0 16,-3 0-16,2-1 15,4 2-15,1-2 16,0 1 0,-2-1-16,0-1 15,2-1-15,4 0 16,-4 0-16,-1-1 15,3-2-15,0-1 16,2 0-16,-3-1 16,2-1-16,2-2 15,0 0-15,0-1 16,0-2-16,0 0 16,-1-1-1,-2 0-15,-1 0 16,-2 1-16,-1 0 15,-4 1-15,-2 1 16,-4 0-16,-5 2 16,-1 1-16,-5-1 15,-5 3-15,-3 1 16,-10 2 0,11-3-16,-11 3 15,0 0-15,0 0 16,13-3-16,-13 3 15,12-3-15</inkml:trace>
  <inkml:trace contextRef="#ctx0" brushRef="#br0" timeOffset="106148.91">4396 1973 0,'0'0'0,"0"0"0,3 2 16,-3-2-16,19 13 16,0-2-16,7 1 15,9-2-15,4-1 16,2-3-16,2-4 15,2-3-15,8-6 16,11-8-16,13-12 16,12-12-16,19-14 15,9-11 1,6-11-16,3-2 16,-2-1-16,-6 3 15,-7 4-15,-15 10 16,-10 5-16,-11 10 15,-16 9-15,-10 8 16,-14 9-16,-9 7 16,-8 4-1,-7 5-15,-11 4 16,11-2-16,-11 2 16,11 0-16,1 0 15,8 0-15,5 0 16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05T12:08:25.937"/>
    </inkml:context>
    <inkml:brush xml:id="br0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8964 1909 0,'0'0'0,"0"0"0,0 0 0,0 0 16,7 0-16,9 0 15,12-1-15,9-8 16,3-5-16,1-4 16,-1-5-1,-2-3-15,-1-1 16,-5-4-16,-4-1 15,-7 3-15,-3 2 16,-6 2-16,-3 5 16,-5 6-16,-2 1 15,-3 3-15,-1 1 16,-7 2-16,-2 1 16,-6 5-16,-6 4 15,-2 6 1,1 5-16,1 6 15,3 6-15,2 4 16,6 4-16,3 4 16,2 2-16,5 2 15,4 0-15,2-3 16,6-3-16,1-3 16,3-4-1,4-3-15,4-4 16,7-6-16,8-5 15,4-9-15,6-6 16,5-7-16,-7-3 16,0-2-16,-10-6 15</inkml:trace>
  <inkml:trace contextRef="#ctx0" brushRef="#br0" timeOffset="1849.4">9755 1203 0,'0'0'0,"0"0"15,0 0-15,0 0 16,0 0-16,0 0 16,0 0-16,0 0 15,0 0-15,0 0 16,-3 3-16,-10 8 16,-15 11-16,-8 8 15,2-2 1,5-2-16,3 0 15,6-1-15,5-3 16,5-3-16,5-2 16,3-5-16,3-1 15,4-4-15,7-3 16,11-9-16,15-15 16,11-13-16,1-11 15,-4-3-15,-10 3 16,-10 8-1,-10 11-15,-7 11 16,-4 5-16,-5 9 16,3-6-16,-3 6 15,0 8-15,0 23 16,0 19-16,0 5 16,2-7-16,14-2 15,11-5-15,13-7 16,13-8-1,12-9-15,3-10 16,-5-6-16,-2-9 16</inkml:trace>
  <inkml:trace contextRef="#ctx0" brushRef="#br0" timeOffset="2317.46">8281 2362 0,'0'0'0,"0"0"16,0 0-16,4 1 15,12 2-15,26 5 16,28 1-16,18-7 16,14-7-16,14-4 15,14-2-15,5-4 16,14-1-1,6-3-15,12-1 16,12 0-16,4-2 16,8 2-16,0 5 15,2 11-15,-5 2 16,-12 2-16,0 2 16,-13 1-16,-5 1 15,-16 1-15,-11 0 16,-18-1-1,-14 0-15</inkml:trace>
  <inkml:trace contextRef="#ctx0" brushRef="#br0" timeOffset="3965.63">9113 2840 0,'0'0'0,"0"0"16,0 0-16,7 0 16,11 0-1,22 0-15,16-2 16,5-3-16,-3 0 16,-5 1-16,-6 1 15,-9 0-15,-8 2 16,-10 0-16,-7 1 15,-13 0-15,14 0 16,-14 0-16,0 0 16,0 0-1,0 0-15,-14 0 16,-19 0-16,-6 1 16,0 2-16,3 0 15,2 1-15,0-1 16,4 0-16,2 1 15,3 0-15,1 1 16,4-1 0,2-1-16,2 2 15,4 0-15,1 1 16,1 0-16,10-6 16,-15 10-16,10-3 15,0 0-15,1 2 16,2 1-16,2 3 15,3 0-15,5 3 16,6 2 0,7-1-16,8-1 15,4-2-15,7-3 16,0-3-16,0-2 16,-6 0-16,-4-1 15,-6-1-15,-4 0 16,-3 1-16,-4 1 15,-4 4-15,-3 5 16,-4 4 0,-6 7-16,-2 0 15,-1-3-15,0-5 16,3-6-16,1-5 16,3-7-16,2 12 15,12-5-15,11-2 16,14-4-16,6-6 15,2-6-15,3-5 16,-4-3-16,-4-1 16,-7 0-1</inkml:trace>
  <inkml:trace contextRef="#ctx0" brushRef="#br0" timeOffset="4532.13">10077 3028 0,'0'0'0,"0"0"15,0 0-15,0 0 16,4 0-16,-4 0 16,26-2-16,-2-1 15,3-4-15,1-5 16,-3-2-16,-5-2 15,-5-2-15,-5 1 16,-4 2-16,-3 1 16,-5 2-1,-5 1-15,-6 0 16,-10 3-16,-7 5 16,0 5-16,5 7 15,6 1-15,4 3 16,6 1-16,4 4 15,5 3-15,9 1 16,12 2-16,12 0 16,10-5-1,3-2-15,2-7 16,2-5-16,-3-3 16,12-24-1</inkml:trace>
  <inkml:trace contextRef="#ctx0" brushRef="#br0" timeOffset="5082.27">10568 2399 0,'0'0'0,"0"0"0,-3-1 16,3 1-16,-25-1 16,5 3-16,-1 4 15,2 4 1,3-1-16,4 1 16,3 1-16,3-2 15,4 1-15,2 0 16,2-1-16,4 2 15,4-2-15,4-3 16,3-1-16,2-2 16,-1 0-1,0-1-15,-1 0 16,-2 1-16,0-1 16,-4 0-16,1 0 15,-2 2-15,2 1 16,0 2-16,4 2 15,-1 0-15,2-2 16</inkml:trace>
  <inkml:trace contextRef="#ctx0" brushRef="#br0" timeOffset="5265.85">10874 2454 0,'0'0'0,"0"0"0,0 0 16,3 0-16,-3 0 15,24 1 1,0 0-16,7 1 16,-1-2-16,6-2 15</inkml:trace>
  <inkml:trace contextRef="#ctx0" brushRef="#br0" timeOffset="5516.28">10959 2415 0,'0'0'0,"0"0"15,0 0-15,3 3 16,6 4-16,7 7 15,5 5-15,0 3 16,1-1-16,-4-1 16,-2-4-16,2-2 15,-3-7 1,-1-7-16</inkml:trace>
  <inkml:trace contextRef="#ctx0" brushRef="#br0" timeOffset="5866.51">11248 2418 0,'0'0'0,"0"0"0,0 0 16,0 0-16,0 0 15,7 1-15,3 1 16,4 1 0,3 3-16,-1 3 15,1 1-15,-2 4 16,1 0-16,-3 1 15,-2-1-15,-2 0 16,-1-2-16,-1 0 16,-1-2-16,0-2 15,-2-1-15,-4-7 16,10 10 0,4-9-16,9-3 15,3-3-15,1 0 16,-3-1-16,-4 1 15,-3 1-15,-4 1 16,-2 0-16,3 2 16,1 2-16,3 1 15,5 0-15,5-1 16</inkml:trace>
  <inkml:trace contextRef="#ctx0" brushRef="#br0" timeOffset="6065.83">12059 2459 0,'0'0'0,"4"1"0,-4-1 15,31 2 1,6-1-16,9 0 16,-1-1-16,-1 1 15,-4-1-15,-6-2 16,3-5-16</inkml:trace>
  <inkml:trace contextRef="#ctx0" brushRef="#br0" timeOffset="6233.29">12624 2440 0,'4'0'0,"15"0"16,9-1-16,35-14 15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05T12:08:52.503"/>
    </inkml:context>
    <inkml:brush xml:id="br0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6366 2795 0,'0'0'0,"0"0"0,0-2 16,0 2-16,0 0 16,0 0-16,22-19 15,21-3-15,10 0 16,-2 8-16,-4 8 15,-1 6-15,-1 4 16,-1 7 0,-5 4-16,-2 10 15,-5 7-15,-5 11 16,-4 9-16,-5 8 16,-3 5-16,-7 7 15,-3-3-15,-5 2 16,-2-5-16,-2-6 15,-1-3-15,-2-11 16,-1-11 0,2-10-16,2-9 15,1-6-15,3-10 16,-5 10-16,5-10 16,-15 0-16,-16-5 15,-29-7-15,-10-5 16,-4-1-16,2 0 15,-2 0-15,-2 3 16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05T12:08:59.453"/>
    </inkml:context>
    <inkml:brush xml:id="br0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9104 1653 0,'0'0'0,"0"0"0,0 0 0,0 0 16,0 0-16,0 2 16,0-2-16,6 12 15,4 3-15,7 3 16,11 0-16,9-1 15,10-3 1,9-6-16,10-4 16,4-5-16,13-4 15,6-4-15,5-1 16,4-1-16,3-1 16,-2 0-16,6-2 15,-6 2 1,0 1-16,-4-1 0,-5 2 15,0 0 1,-11 1-16,-1 1 16,-6 1-16,-9 1 15,-2 0-15,-8 1 16,-5 1-16,-5 1 16,-8 0-16,-7 1 15,-7-1-15,-3 2 16,-6-1-16,-12 2 15,14-2 1,-14 2-16,0 0 16,0 0-16,0 0 15,10 0-15,-10 0 16,0 0-16,0 0 16,0 0-16,0 0 15,0 0-15,0 0 16,0 0-16,0 0 15,0 0-15,0 0 16,0 0 0,0 0-16,0 0 15,0 0-15,0 0 16,0 0-16,0 0 16,0 0-16,3-5 15,-3 5-15,0 0 16,0 0-16,0 0 15,0 0-15,0 0 16,0 0 0,0 0-16,0 0 15,0 0-15,0 0 16,0 0-16,0 0 16,7-8-16,12-2 15</inkml:trace>
  <inkml:trace contextRef="#ctx0" brushRef="#br0" timeOffset="4431.96">10915 3319 0,'0'0'0,"0"0"16,0 0-16,0 0 15,0 2-15,0-2 16,0 6-16,0 1 15,2 4-15,1 1 16,0 1-16,3-2 16,-1-1-16,1-2 15,-1 0-15,2-2 16,-7-6 0,19 9-16,-1-6 15,11-5-15,13-8 16,13-7-16,18-16 15,11-11-15,15-11 16,11-10-16,6-4 16,6-3-16,-4 2 15,-5 3 1,-5 9-16,-9 11 16,-9 5-16,-10 8 15,-13 5-15,-6 4 16,-9 4-16,-7 5 15,-9 2-15,-6 4 16,-8 2-16,-4 2 16,-5 3-16,-3 1 15,-10 2 1,12-1-16,-12 1 16,0 0-16,0 0 15,10 1-15,-10-1 16,0 0-16,0 0 15,0 0-15,0 0 16,0 0-16,0 0 16,5 6-16,-5-6 15,0 0 1,0 0-16,0 0 16,0 0-16,0 0 15,6 7-15,-6-7 16,0 0-16,0 0 15,0 0-15,0 0 16,0 0-16,0 0 16,0 0-16,2 6 15,-2-6-15,0 0 16,0 0 0,0 0-16,0 0 15,0 0-15,0 0 16,0 0-16,0 0 15,0 0-15,0 0 16,0 0-16,0 0 16,0 0-16,0 0 15,0 0-15,0 0 16,0 0-16,0 0 16,0 0-1,0 0-15,0 0 16,0 0-16,0 0 15,0 0-15,0 0 16,0 0-16,0 0 16,0 0-16,0 0 15,0 0-15,0 0 16,0 0 0,0 0-16,0 7 15,0-7-15,0 0 16,0 0-16,0 0 15,0 0-15,0 0 16,0 0-16,0 6 16,0-6-16,0 0 15,0 0 1,0 0-16,0 0 16,0 0-16,0 0 15,0 7-15,0-7 16,0 0-16,0 0 15,0 0-15,0 0 16,0 0-16,0 0 16,0 6-16,0-6 15,0 0-15,0 0 16,0 0 0,0 0-16,0 0 15,0 0-15,0 0 16,0 0-16,0 0 15,0 0-15,-3 7 16,3-7-16,0 0 16,0 0-16,0 0 15,0 0-15,0 0 16,0 0-16,0 0 16,0 0-1,0 0-15,0 0 16,0 0-16,0 0 15,0 0-15,0 0 16,0 0-16,0 0 16,0 0-16,0 0 15,0 0-15,0 0 16,0 0-16,0 0 16,0 0-1,0 0-15,0 7 16,0-7-16,0 0 15,0 0-15,0 0 16,0 0-16,0 0 16,0 0-16,0 0 15,0 0-15,0 0 16,0 0-16,0 0 16,0 0-1,0 0-15,0 0 16,0 0-16,0 0 15,0 0-15,0 0 16,0 0-16,0 0 16,0 0-16,0 0 15,0 0-15,0 0 16,0 0 0,0 0-16,0 0 15,0 0-15,0 0 16,0 0-16,0 0 15,0 0-15,0 0 16,0 0-16,0 0 16,0 0-16,0 0 15,0 0-15,0 0 16,0 0-16,0 0 16,0 0-1,0 0-15,0 0 16,0 0-16,0 0 15,0 0-15,0 0 16,0 0-16,0 0 16,0 0-16,0 0 15,0 0-15,0 0 16,0 0-16,0 6 16,0-6-1,0 0-15,0 0 16,0 0-16,0 0 15,0 0-15,0 0 16,0 6-16,0-6 16,0 0-16,0 0 15,0 0-15,0 0 16,0 0-16,0 0 16,0 0-16,0 0 15,0 0 1,0 0-16,0 0 15,0 0-15,0 0 16,0 0-16,0 0 16,0 0-16,0 0 15,0 0-15,0 0 16,0 0-16,10-1 16,-10 1-16,0 0 15,1-8 1,-1 8-16,3-14 15,-2 3-15,1-7 16,11-9-16</inkml:trace>
  <inkml:trace contextRef="#ctx0" brushRef="#br0" timeOffset="7465.65">10540 6019 0,'0'0'0,"0"0"0,7 0 16,11 0-16,24 0 15,20 3-15,8 3 16,5 3-16,4 1 16,7-1-16,4 1 15,7-4-15,3-7 16,3-4-1,-1-3-15,3-1 16,7-3-16,-3-2 16,4-3-16,-2 0 15,-7-1-15,-2-2 16,-8-1-16,-5-2 16,-4-4-16,-8-1 15,-7-6-15,-5-1 16,-11-1-1,-3-4-15,-14-2 16,-8-2-16,-8-6 16,-6 1-16,-10-2 15,-9-2-15,-7-3 16,-14-3-16,-17-4 16,-15-2-16,-19-1 15,-7 4 1,-9 5-16,-5 4 0,-2 6 15,-8 2 1,2 7-16,-5 3 16,7 6-16,-2 6 15,0 4-15,0 7 16,0 6-16,-4 8 16,-1 11-16,1 7 15,0 9-15,5 7 16,4 6-16,7 6 15,5 7-15,6 6 16,6 5 0,8 1-16,5 6 15,11-2-15,9 2 16,8-3-16,11 1 16,10-4-16,7-3 15,10-4-15,9-4 16,6-5-16,12-3 15,5-5-15,5-3 16,10-3 0,2-6-16,7-6 15,7-5-15,1-5 16,1-7-16,-1-2 16,-5-3-16,-4-3 15,-6 0-15,-4-2 16,-8-1-16,-4 1 15,-8-3 1,-7 1-16,-8 0 16,-13 4-16,15-8 15,-15 8-15</inkml:trace>
  <inkml:trace contextRef="#ctx0" brushRef="#br0" timeOffset="8499.04">10537 2816 0,'0'0'0,"0"0"0,0 0 15,0 0-15,0 0 16,0 0-16,0 0 16,0 0-16,10-4 15</inkml:trace>
  <inkml:trace contextRef="#ctx0" brushRef="#br0" timeOffset="9199.64">11124 6086 0,'0'0'0,"0"0"0,0 0 16,0 0-16,-1 3 16,1-3-1</inkml:trace>
  <inkml:trace contextRef="#ctx0" brushRef="#br0" timeOffset="9649.52">10382 3234 0,'0'0'0,"0"0"0,0 0 16</inkml:trace>
  <inkml:trace contextRef="#ctx0" brushRef="#br0" timeOffset="10099">11420 6278 0,'0'0'0,"0"0"0</inkml:trace>
  <inkml:trace contextRef="#ctx0" brushRef="#br0" timeOffset="11099.22">11191 6220 0,'0'0'0,"0"0"0,0 0 15,0 0-15,3 5 16</inkml:trace>
  <inkml:trace contextRef="#ctx0" brushRef="#br0" timeOffset="12632.43">10950 7395 0,'0'0'0,"0"0"0,0 0 15,0 0-15,10 3 16,14 6-16,19 1 16,12-3-16,10-1 15,2-5 1,8-3-16,2-3 15,-10 0-15,4-4 16,-12 1-16,-2-1 16,-4 0-16,-9 1 15,-7 1-15,-9 1 16,-7 1-16,-9 1 16,-12 4-16,14-4 15,-14 4 1,0 0-16,5-7 15,-10 0-15,-7-6 16,-9-4-16,-3 0 16,2 5-16,4 3 15,5 2-15,2 3 16,11 4-16,-11-7 16,11 7-1,0 0-15,0 0 16,0 0-16,0 0 15,9 17-15,12 0 16,6 1-16,0-3 16,-1-1-16,-2-2 15,-3-1-15,-2-2 16,-6-1-16,-5 1 16,-6 0-16</inkml:trace>
  <inkml:trace contextRef="#ctx0" brushRef="#br0" timeOffset="13149.23">10945 7923 0,'0'0'0,"3"0"0,-3 0 16,18-1-16,10 0 15,12-2-15,11 0 16,3 1-16,7 0 16,4 1-16,2-1 15,1 1-15,3 1 16,-1-1-1,-3-2-15,-2-2 16,-8-1-16,-3 0 16,-7 0-16,-7 3 15,-9-1-15,-4 2 16,-7 0-16,-4 1 16,-5 0-16</inkml:trace>
  <inkml:trace contextRef="#ctx0" brushRef="#br0" timeOffset="13881.89">10864 8431 0,'0'0'0,"0"0"0,0 0 15,0 0-15,0 0 16,0 0-16,0 0 16,5 1-16,4 1 15,8 1-15,7 1 16,7-2-1,12-2-15,11-2 16,8-6-16,1 0 16,7-3-16,3 0 15,7-2-15,-3 0 16,-3 2-16,-3 0 16,-9 2-16,-4 0 15,-11 4-15,-9 2 16,-9 3-16,-12 2 15,-5-2 1,-12 0-16,12 1 16,-12-1-16,0 0 15,0 0-15,0 0 16,0 0-16</inkml:trace>
  <inkml:trace contextRef="#ctx0" brushRef="#br0" timeOffset="14534.16">12250 7139 0,'0'0'0,"0"0"0,0 0 15,0 0-15,0 0 16,1 1-16,-1-1 16,9 15-16,6 10 15,14 12-15,16 0 16,9 2-16,11-5 15,1-2 1,0-4-16,5-2 16,-10-5-16,1-1 15,-5-3-15,-6-1 16,-5-1-16,-4-1 16,-8-4-16,-7 0 15,-5 1-15,-7-1 16,-6 1-16,-8 0 15</inkml:trace>
  <inkml:trace contextRef="#ctx0" brushRef="#br0" timeOffset="15016.01">12072 8399 0,'0'0'0,"0"-2"0,0 2 15,0-14-15,1-2 16,3-7-16,7-2 15,7-4-15,6-2 16,7 1 0,3 2-16,3 1 15,9 2-15,10-1 16,4 3-16,10-1 16,-2 2-16,3 3 15,1 1-15,-3 2 16,2 3-16,-4 5 15,-7 2 1,-7 2-16,-8 2 16,-8 1-16,-9 1 15,-8 1-15,-7 0 16,-13-1-16,0 0 16,-17 4-1</inkml:trace>
  <inkml:trace contextRef="#ctx0" brushRef="#br0" timeOffset="15565.81">12398 7875 0,'0'0'0,"0"0"15,0 2-15,0-2 16,0 0-16,0 0 16,16 9-16,18-6 15,23 1-15,6-3 16,7-2-16,0-1 15,-1 0-15,8-1 16,-7-2 0,-8 1-16,0-2 15,-12 1-15,-7 0 16,-9 2-16,-12 1 16,-6 0-16,-5 1 15,-11 1-15,12-1 16,-12 1-16,0 0 15,0 0-15</inkml:trace>
  <inkml:trace contextRef="#ctx0" brushRef="#br0" timeOffset="15999.77">13500 7707 0,'0'0'0,"0"0"16,0 0-16,0 0 15,2-1-15,8-4 16,15-7-16,18 4 15,6 8 1,-1 1-16,5 3 16,-7-2-16,-1 1 15,-8-1-15,-6 0 16,0-1-16</inkml:trace>
  <inkml:trace contextRef="#ctx0" brushRef="#br0" timeOffset="16249.65">13489 7867 0,'0'1'0,"0"-1"0,0 0 16,2 12-16,-2-12 15,15 13-15,16-7 16,17 3-16,11-5 15,1-3-15,4-2 16,-1-1-16,-5-1 16,-6-1-1,-2-1-15,-8-8 16,-9 0-16</inkml:trace>
  <inkml:trace contextRef="#ctx0" brushRef="#br0" timeOffset="16581.75">14285 7371 0,'0'0'0,"0"0"16,2 2-16,-2-2 15,7 8-15,3 6 16,7 15-16,3 20 16,-2 17-1,-3 7-15,-2 5 16,-3-2-16,-3-13 16,-2-3-16,-1-10 15,0-6-15,-2-6 16,1-6-16,0-6 15,-2-2-15,-1-1 16,-4 1-16,-10 3 16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05T12:09:33.503"/>
    </inkml:context>
    <inkml:brush xml:id="br0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2722 4878 0,'0'0'0,"0"0"0,0 0 0,0 0 15,0 0-15,0 0 16,0 0-16,0 0 16,6 2-16,-6-2 15,27 12-15,2-6 16,10-1 0,5-1-16,0-2 15,4 1-15,2-1 16,2-1-16,1-1 15,-3-1-15,2-1 16,-2-2-16,-4 1 16,-3-2-16,-3 2 15,-4 0-15,-4 1 16,-7 2 0,-4 2-16,-5 1 15,-3-1-15,-13-2 16,15 4-16,-15-4 15,0 0-15,13 4 16,-13-4-16,0 0 16,0 0-16,0 0 15,0 0-15,7 6 16,-7-6 0,0 0-16,0 0 15,0 0-15,0 0 16,0 0-16,0 0 15,0 0-15,0 0 16,0 0-16,0 0 16,0 0-16,0 0 15,0 0-15,0 0 16,0 0-16,0 0 16,0 0-1,0 0-15,0 0 16,0 0-16,0 0 15,0 0-15,0 0 16,0 0-16,0 0 16,0 0-16,9 4 15,-9-4-15,0 0 16,0 0 0,0 0-16,0 0 15,0 0-15,0 0 16,0 0-16,0 0 15,0 0-15,0 0 16,0 0-16,10 2 16,-10-2-16,0 0 15,0 0-15,0 0 16,0 0 0,0 0-16,0 0 15,0 0-15,0 0 16,0 0-16,0 0 15,0 0-15,0 0 16,0 0-16,0 0 16,0 0-16,0 0 15,0 0-15,0 0 16,0 0 0,0 0-16,0 0 15,0 0-15,0 0 16,0 0-16,0 0 15,0 0-15,0 0 16,0 0-16,0 0 16,3-6-16,-3 6 15,0 0-15,0 0 16,0 0-16,0 0 16,0 0-1,-4-6-15,4 6 16,0 0-16,0 0 15,0 0-15</inkml:trace>
  <inkml:trace contextRef="#ctx0" brushRef="#br0" timeOffset="1749.49">4306 2336 0,'0'0'0,"0"0"16,0 0-16,0 0 15,0 0-15,0 0 16,0 0-16,1 2 16,-1-2-16,0 0 15,0 0 1,0 0-16,0 0 15,0 0-15,0 0 16,11 6-16,5-3 16,14-1-16,13-2 15,6-2-15,4-5 16,2-1-16,3-2 16,1 0-16,1 1 15,-1-1 1,2 0-16,-1 1 15,-2 0-15,-3 1 16,-4 0-16,-3 2 16,-7-1-16,-5 1 15,-5 1-15,-5 1 16,-2 1-16,-3 0 16,-7 1-16,-3 0 15,-11 2-15,13 0 16,-13 0-16,0 0 15,11 0 1,-11 0-16,0 0 16,0 0-16,0 0 15,0 0-15,0 0 16,0 0-16,0 0 16,0 0-16,0 0 15,0 0 1,0 0-16,0 0 15,0 0-15,0 0 16,0 0-16,0 0 16,0 0-16,0 0 15,0 0-15,0 0 16,0 0-16,0 0 16,0 0-16,0 0 15,0 0 1,5 7-16,-5-7 15,0 0-15,0 0 16,0 0-16,0 0 16,0 8-16,0-8 15,0 0-15,0 7 16,0-7-16,0 0 16,0 0-16,0 0 15,0 0 1,0 0-16,0 6 15,0-6-15,0 0 16</inkml:trace>
  <inkml:trace contextRef="#ctx0" brushRef="#br0" timeOffset="6999.1">6136 4124 0,'0'0'0,"0"0"16,0 0-16,0 0 15,0 2-15,0-2 16,0 0-16,0 0 15,0 0-15,13 6 16,16-1-16,12-3 16,3-1-16,0-2 15,-5-1-15,3-1 16,1-1 0,-4 0-16,-1 0 15,-6 0-15,-2 1 16,-1 0-16,-1-1 15,-1 2-15,-5-1 16,-4 2-16,-4-1 16,-5 1-16,-9 1 15,13-2 1,-13 2-16,0 0 16,0 0-16,10-2 15,-10 2-15,0 0 16,0 0-16,0 0 15,0 0-15,0 0 16,0 0-16,0 0 16,0 0-16,0 0 15,0 0 1,0 0-16,0 0 16,0 0-16,10 4 15,-10-4-15,0 0 16,0 0-16,0 0 15,0 0-15,0 0 16,2 6-16,-2-6 16,0 0-16,0 0 15,0 0 1,0 0-16,0 0 16,1 7-16,-1-7 15,0 0-15,0 0 16,0 0-16,0 0 15,0 0-15,0 0 16,4 6-16,-4-6 16,0 0-16,0 0 15,0 0 1,0 0-16,0 0 16,0 0-16,1 7 15,-1-7-15,0 0 16,0 0-16,0 0 15,0 0-15,0 0 16,0 0-16,1 6 16,-1-6-16,0 0 15,0 0-15,0 0 16,0 0 0,0 0-16,0 0 15,0 7-15,0-7 16,0 0-16,0 0 15,0 0-15,0 0 16,0 0-16,0 0 16,0 0-16,0 0 15,2 6-15,-2-6 16,0 0 0,0 0-16,0 0 15,0 0-15,0 0 16,0 0-16,0 0 15,0 0-15,0 0 16,0 0-16,0 0 16,0 0-16,0 0 15,0 0-15,0 0 16,0 0-16,0 0 16,0 0-1,0 0-15,0 0 16,-1-6-16,0-2 15,0 1-15</inkml:trace>
  <inkml:trace contextRef="#ctx0" brushRef="#br0" timeOffset="10499.19">5282 2789 0,'0'0'0,"0"0"15,0 0 1,0 0-16,0 0 16,-1 2-16,1-2 15,-1 13-15,0 3 16,3 4-16,2 2 16,1-2-16,0-5 15,-1-2-15,0-2 16,0-5-16,-4-6 15,7 8 1,-7-8-16,12 4 16,8-9-16,16-12 15,17-15-15,7-16 16,-4 6-16,-7 1 16,-7 3-16,-6 7 15,-4 2-15,-8 5 16,-11 12-1,-5 4-15,-8 8 16,0 0-16,10-6 16,-10 6-16,0 0 15,0 0-15,0 0 16,0 0-16,0 0 16,0 0-16,0 0 15,10-4-15,-10 4 16,11 0-1,6-4-15</inkml:trace>
  <inkml:trace contextRef="#ctx0" brushRef="#br0" timeOffset="14599.04">4149 2305 0,'0'0'0,"0"0"0,0 0 16,0 0-16,1 2 15,-1-2-15,10 4 16,0 0-16,4 2 15,5 0-15,1 0 16,6-2-16,1-2 16,2-2-16,-1-1 15,-2-1 1,2 0-16,2 1 16,2-1-16,4 0 15,0 1-15,2 0 16,4-1-16,0 0 15,3 0-15,-2 0 16,2 1-16,0 0 16,2-1-1,-3 1-15,0 0 16,2 0-16,-2 1 16,1 0-16,0 0 15,0 0-15,2 1 16,0 0-16,-2 2 15,2-1-15,1 3 16,3-1-16,-3 0 16,1 0-16,0-2 15,-2-3 1,0-2-16,1 1 16,0-1-16,-1 2 15,-1 0-15,-2-1 16,1 2-16,4-1 15,-3 1-15,1 1 16,-3 1-16,-1-1 16,-2 2-16,-1-1 15,1 1-15,0 0 16,0-1 0,-2 0-16,2 1 15,-3 0-15,-1-1 16,1 0-16,0 1 15,1-1-15,1 1 16,-2-1-16,2 0 16,-1 1-16,0-1 15,-3 1-15,1 0 16,-1-1 0,-2 0-16,0 1 15,-3-2-15,-3 1 16,-3-2-16,-1-1 15,-3-1-15,-2-2 16,-3 2-16,-5-1 16,-11 3-16,12-5 15,-12 5-15,9-9 16,-4 0 0,1-3-16,0-6 15,-2-7-15,0-4 16,-4-4-16,-4-4 15,-1-2-15,-2-2 16,-1-1-16,-2-1 16,0-1-16,-2 1 15,1-1-15,-3 4 16,2 1 0,-1-2-16,0 2 15,1-2-15,0 4 16,1 3-16,-1 1 15,-1 2-15,-4 0 16,-4 0-16,-3 4 16,-7 1-16,-13 2 15,-16 2-15,-16 5 16,-11 5 0,-5 7-16,-9 4 15,0 2-15,-6 3 16,-3 3-16,2 2 15,1 0-15,1 2 16,6-3-16,-1 2 16,2-1-16,4 0 15,0 0 1,2-1-16,3 0 16,3 1-16,4-4 15,-2-1-15,8-1 16,1-2-16,6 1 15,4-1-15,2 1 16,6 0-16,5-1 16,5-2-16,7-2 15,6 1-15,6 1 16,6 0 0,6 1-16,1-1 15,2 2-15,0 3 16,-2 6-16,-2 4 15,-2 6-15,0 6 16,2 6-16,2 2 16,4 4-16,1 5 15,4 1-15,4-1 16,3 3 0,1 0-16,1 1 15,3 2-15,2-4 16,3-3-16,-1 0 15,1-1-15,-1-5 16,0-4-16,-3-3 16,0-3-16,0-4 15,-2-3-15,-1-5 16,-1-5 0,0-3-16,-2-6 15,7 9-15,3-9 16</inkml:trace>
  <inkml:trace contextRef="#ctx0" brushRef="#br0" timeOffset="21632.23">3857 2355 0,'0'0'0,"0"0"0,0 0 0,6-4 16,10-4-1,16-4-15,9 0 16,5 2-16,9 1 16,0 1-16,7 1 15,-3 1-15,2 1 16,1 0-16,0 1 15,0 2-15,-3 0 16,0 3-16,-3 1 16,-1 3-1,-2 2-15,2 1 16,-4 1-16,1 1 16,0 4-16,0-2 15,4 2-15,2 0 16,3-1-16,4 1 15,-2-1-15,5-1 16,0 0-16,-3-2 16,1-2-16,-3-1 15,3 1 1,-1-1-16,2 0 16,-2 0-16,5 1 15,1-1-15,3 2 16,2 3-16,-4-1 15,3 2-15,-2 0 16,0 1-16,3-2 16,-4 2-16,4-2 15,1 1 1,-5-1-16,4 0 16,-5 0-16,4 0 15,1 1-15,-3-2 16,6 1-16,-3-1 15,1 1-15,0-1 16,-1 0-16,1-1 16,0-1-16,3-1 15,-3-1-15,3 0 16,-1 0 0,2 0-16,0-1 15,-3-1-15,0 0 16,1 0-16,-2-1 15,3 2-15,-4-2 16,0 1-16,2 1 16,-5 0-16,1-1 15,-1 1-15,-3-1 16,2 1 0,-1 1-16,3 1 15,-4 1-15,1 0 16,2 2-16,-4 0 15,1 0-15,-1 0 16,-2 0-16,-3-2 16,1 1-16,-2 1 15,2-1-15,-1-1 16,-2 2 0,-3 0-16,2 0 15,-3-1-15,0 1 16,1 0-16,0-1 15,-1 1-15,4-1 16,-4 0-16,-1 0 16,-1-2-16,-2 0 15,-2-3 1,0 1-16,-1-1 16,1 1-16,0 0 15,0 0-15,0 0 16,0-1-16,-2 1 15,-3-2-15,0 0 16,-1-1-16,-3 1 16,-4-2-16,-4 0 15,1-1 1,0 1-16,-4 0 16,-5-1-16,-8-1 15,-4 1-15,-2 0 16,-1-2-16,-2 0 15,-10 1-15,10-5 16,-10 5-16</inkml:trace>
  <inkml:trace contextRef="#ctx0" brushRef="#br0" timeOffset="23566.65">3806 4443 0,'0'0'0,"4"0"0,-4 0 16,27 1 0,4 1-16,12 1 15,2 0-15,7 0 16,-1 1-16,5-1 15,4 1-15,5-3 16,1-2-16,4-2 16,4-4-16,0 0 15,-1-3-15,1 2 16,7-1 0,0 1-16,3-1 15,2 0-15,1 0 16,7 0-16,-5 1 15,3 0-15,-3 0 16,-4 0-16,0 1 16,-7 1-16,5-3 15,-2-1-15,-3-3 16,5 1-16,-6-2 16,8-1-1,-8 1-15,4 0 16,-4 1-16,0 0 15,1-2-15,-3 0 16,2-1-16,-2 1 16,-1 0-16,1 1 15,-2-1-15,2 1 16,2-1-16,-3 1 16,3-1-1,2 0-15,0 1 16,-2 0-16,1 0 15,-1 0-15,0 0 16,3 1-16,-3-1 16,3 1-16,0 3 15,0 1-15,2-3 16,-4 3-16,1-1 16,0 0-16,-3 2 15,2-2 1,-2 1-16,-2 1 15,-1 1-15,-1 0 16,1 2-16,-2 0 16,0-1-16,0 2 15,1-1-15,1 0 16,-3 2-16,0 0 16,-2 1-1,-1 0-15,-2 1 16,-4-1-16,-1 0 15,-5 1-15,0-1 16,-5 1-16,-1-1 16,-1 1-16,-2 0 15,-1 0-15,-3 1 16,1 0-16,-2 0 16,-1-1-1,-2-1-15,0 0 16,1-1-16,-2 0 15,0-2-15,1 1 16,1 0-16,-2 0 16,-1 0-16,-2 1 15,0 0-15,0-1 16,3 1-16,-2 0 16,1-1-1,-1 1-15,-1 0 16,2 0-16,-2-1 15,0 2-15,-2 0 16,1-1-16,3 1 16,2 0-16,-2 0 15,-4 1-15,0-1 16,0 0-16,0 1 16,-1-1-1,-3-1-15,-2-1 16,-2 1-16,0 1 15,4-3-15,-1 0 16,1 0-16,-4-1 16,1 0-16,0-1 15,-1 1-15,1 0 16,-2 0-16,-1 0 16,-1 1-16,-3 1 15,-2 1 1,-2-1-16,-1 2 15,-13 2-15,17-5 16,-17 5-16,0 0 16,0 0-16,0 0 15,0 0-15,0 0 16,-1-9-16</inkml:trace>
  <inkml:trace contextRef="#ctx0" brushRef="#br0" timeOffset="26015.67">3353 6076 0,'0'0'0,"0"0"0,0 0 16,0 0-16,0 0 15,0 0-15,0 0 16,0 0-16,0 0 16,0 0-16,4-2 15,-4 2-15,28-5 16,5 2-1,4 0-15,2 3 16</inkml:trace>
  <inkml:trace contextRef="#ctx0" brushRef="#br0" timeOffset="26366.7">4506 5979 0,'0'0'0,"0"0"0,0 0 15,0 0-15,0 0 16,3 3-16,-3-3 16,24 14-16,-1-3 15,9-2-15</inkml:trace>
  <inkml:trace contextRef="#ctx0" brushRef="#br0" timeOffset="26749.06">5817 5949 0,'0'0'0,"0"0"0,0 0 0,0 0 16,0 0-16,0-1 15,0 1-15,0 0 16,0 0-16,21 2 16,2 4-16,9 1 15,6 2-15,3 0 16</inkml:trace>
  <inkml:trace contextRef="#ctx0" brushRef="#br0" timeOffset="27099.25">7190 5964 0,'0'0'0,"0"0"15,0 0-15,0 0 16,0 0-16,0 0 16,0 0-1,2 3-15,-2-3 16,11 10-16,2 1 16,6 0-16,1-2 15,3-2-15,3 0 16,4-4-16</inkml:trace>
  <inkml:trace contextRef="#ctx0" brushRef="#br0" timeOffset="28182.55">8421 6028 0,'0'0'0,"0"0"15,0 0-15,0 0 16,0 0-16,1 2 15,-1-2-15,0 0 16,11 3-16,6 1 16,12 1-1,10 0-15,5-4 16,3-2-16,3-2 16,3-2-16,-2-1 15,-1-3-15,-2 0 16,-2 2-16,-2-1 15,-4 2-15,-3 1 16,-3-1-16,-2 2 16,-3 0-16,-6 0 15,-6 2 1,-6 0-16,-11 2 16,13-1-16,-13 1 15,0 0-15,0 0 16,0 0-16,11 1 15,-11-1-15,0 0 16,0 0-16,0 0 16,0 0-16,0 0 15,0 0 1,0 0-16,0 0 16,0 0-16,5 7 15,-5-7-15,0 0 16,0 0-16,0 0 15,0 0-15,0 0 16,0 0-16,0 0 16,1 6-16,-1-6 15,0 0 1,0 0-16,0 0 16,0 0-16,0 0 15,0 7-15,0-7 16,0 0-16,0 0 15,0 0-15,0 0 16,0 0-16,0 0 16,0 0-16,0 0 15,0 0 1,0 0-16</inkml:trace>
  <inkml:trace contextRef="#ctx0" brushRef="#br0" timeOffset="34250.07">4385 6541 0,'0'0'0,"0"0"0,0 0 16,0 0-16,0 0 16,-2-1-16,2 1 15,0 0-15,-17-1 16,3 1-16,-6 0 15,-1 2 1,1 0 0,3 0-1,5 1-15,12-3 16,-12 3-16,12-3 16,0 0-16,0 0 15,0 0-15,0 9 16,0-9-1,12 6-15,-2 0 16,2 0-16,3-1 16,8 0-16,2-2 15,4-1-15,-1-2 16,1-1-16,2-1 16,3 0-16,5-1 15,1-1-15,1 1 16,-1 0-1,4 0-15,2 0 16,0 0-16,1 1 16,2 1-16,1-1 15,0 1-15,0-1 16,0 0-16,2 0 16,-1 1-16,1-1 15,0 1-15,2-1 16,1 1-1,-3-1-15,1 0 16,0 0-16,-1 1 16,-1 0-16,0-1 15,-2 0-15,-1 1 16,0-1-16,-2 2 16,0-2-16,-2 2 15,1 0-15,-1 0 16,0 2-16,-4-1 15,1 2 1,2 2-16,-2 1 16,-1 0-16,-2 1 15,1 0-15,1 0 16,-1 0-16,-3 1 16,0 0-16,1-1 15,0 2-15,-1-2 16,1 0-16,0 1 15,0-1 1,2-1-16,0 0 16,0-2-16,0 0 15,1-2-15,2-1 16,-1-1-16,0-1 16,3 0-16,-2 0 15,3-1-15,0-1 16,0 2-16,0-1 15,2 1-15,-1-1 16,-2 0 0,0 0-16,0 1 15,0-1-15,-1 1 16,-2-1-16,0 0 16,1 1-16,-3 0 15,1 1-15,-3 0 16,-1 0-16,1 0 15,0 0-15,-3 0 16,2 1 0,0-1-16,-1 0 15,-1 0-15,-2 0 16,-3 0-16,1 0 16,-3 0-16,-3 0 15,-1 0-15,-5 0 16,-4 0-16,-4 0 15,-10 0 1,12 0-16,-12 0 16,0 0-16,0 0 15,11 0-15,-11 0 16,0 0-16,0 0 16,0 0-16,0 0 15,0 0-15,0 0 16,0 0-16,0 0 15,0 0 1,0 0-16,0 0 16,0 0-16,0 0 15,0 0-15,0 0 16,0 0-16,0 0 16,0 0-16,0 0 15,0 0-15,0 0 16,0 0-16,0 0 15,0 0-15,0 0 16,0 0 0,0 0-16,0 0 15,0 0-15,0 0 16,0 0-16,0 0 16,0 0-16,0 0 15,0 0-15,0 0 16,3-15-1,-5-5-15</inkml:trace>
  <inkml:trace contextRef="#ctx0" brushRef="#br0" timeOffset="35831.91">11216 6240 0,'0'0'0,"0"0"0,0 0 0,0 0 0,0 0 15,0 0-15,0 0 16,1 2-16,-1-2 16,0 0-1,0 0-15,0 0 16,3 7-16,-3-7 16,0 0-16,1 11 15,0-5-15,0 3 16,0-1-16,-1 2 15,2 0-15,0 1 16,3 2-16,0-1 16,1-1-1,1-1-15,1-2 16,5-1-16,8-3 16,15-5-16,21-13 15,19-10-15,10-11 16,1-5-16,7-6 15,-2-1-15,-1 0 16,-1 2-16,-2 1 16,-7 3-1,-1 2-15,-4 8 16,-8 5-16,0 4 16,-9 6-16,-8 2 15,-7 5-15,-11 4 16,-10 1-16,-7 1 15,-5 2-15,-11 1 16,9-1-16,-9 1 16,0 0-1,0 0-15,0 0 16,0 0-16,10 5 16,-10-5-16,0 0 15,0 0-15,0 0 16,0 0-16,0 0 15,0 0-15,1 7 16,-1-7-16,0 0 16,0 0-1,0 0-15,0 0 16,0 0-16,0 0 16,0 0-16,0 0 15,0 0-15,0 0 16,0 7-16,0-7 15,0 0-15,0 0 16,0 0-16,0 0 16,0 0-1,0 0-15,0 0 16,0 0-16,0 0 16,0 0-16,0 0 15,0 0-15,0 0 16,0 0-16,0 0 15,0 0-15,0 0 16,0 0-16,0 0 16,0 0-1,0 0-15,0 0 16,0 0-16,0 0 16,0 0-16,0 0 15,0 0-15,0 0 16,0 0-16,0 0 15,0 0-15,0 0 16,0 0-16,0 0 16,0 0-1,0 0-15,0 0 16,0 0-16,0 0 16,-3-7-16,0-3 15,-8-7-15</inkml:trace>
  <inkml:trace contextRef="#ctx0" brushRef="#br0" timeOffset="37882.44">4623 7290 0,'0'0'0,"0"0"0,0 0 15,0 0-15,0 0 16,3 0 0,-3 0-16,13 2 15,1 0-15,7 1 16,2-3-16,4 0 15,2 0-15,1-6 16,0 1-16,1-1 16,6-1-16,5-1 15,1-2-15,1 1 16,2-1 0,2-1-16,2 1 15,3-2-15,-1 4 16,2 0-16,1 2 15,0 2-15,-2 0 16,2 0-16,0 1 16,1-1-16,-2 2 15,1-2-15,-1 2 16,-1 0 0,-3 1-16,-1 1 15,0 1-15,-1 0 16,-1 0-16,-3 0 15,-1 1-15,0 1 16,-1-1-16,2 2 16,-4-1-16,4 0 15,0 1-15,0-1 16,-2 1 0,2-1-16,0 0 15,1 2-15,0-1 16,-1 1-16,1-2 15,1 2-15,-2-2 16,0 1-16,-1-1 16,-1-1-16,-1 0 15,-3-2-15,-2 1 16,0 0-16,-1 0 16,-1-1-1,-1-1-15,-3-1 16,-1 1-16,-1-1 15,3 0-15,-1-1 16,-1-1-16,-1 1 16,-1 1-16,0-1 15,-2 1-15,1-1 16,-2 2 0,-3-2-16,-3 2 15,-3-1-15,0 0 16,-1 0-16,-1 1 15,-2 0-15,-1 0 16,-10 1-16,14-2 16,-14 2-16,0 0 15,11 0-15,-11 0 16,0 0 0,0 0-16,0 0 15,14 1-15,-14-1 16,20 3-16,-9 0 15</inkml:trace>
  <inkml:trace contextRef="#ctx0" brushRef="#br0" timeOffset="39065.72">10694 7025 0,'0'0'0,"0"0"0,0 0 0,0 0 16,0 0-16,4 0 16,-4 0-16,0 0 15,0 0-15,0 0 16,0 0-1,0 0-15,0 0 16,0 0-16,0 0 16,0 0-16,0 0 15,0 0-15,10 0 16,-10 0-16,21-5 16,17-6-16,12-9 15,3-2-15,-1-2 16,-1-3-1,2-1-15,-3-1 16,-3 2-16,-3 2 16,-5 1-16,-3 4 15,-6 1-15,-5 5 16,-5 2-16,-3 3 16,-3 2-16,-4 0 15,-10 7 1,13-6-16,-13 6 15,0 0-15,0 0 16,0 0-16,0 0 16,0 0-16,0 0 15,0 0-15,0 0 16,-18 0-16,-11 4 16</inkml:trace>
  <inkml:trace contextRef="#ctx0" brushRef="#br0" timeOffset="41849.76">4378 7962 0,'0'0'0,"0"0"0,0 0 0,0 0 16,0 0-1,0 0-15,0 0 16,0 0-16,3 0 16,-3 0-16,0 0 15,16 1-15,-6 0 16,2-1-16,1 0 16,0 0-16,2-2 15,3 0-15,3-2 16,3 0-1,0 0-15,2-1 16,0 0-16,2-1 16,0 0-16,2 1 15,-1-1-15,3 1 16,-1 1-16,1-1 16,-1 2-16,2 0 15,1 0-15,2 0 16,0 0-16,-3 0 15,1 0 1,2 1-16,0 0 16,-2-1-16,-3 0 15,-4 0-15,-1 0 16,2 1-16,1-1 16,-1 0-16,-1 0 15,-3 0-15,-3 2 16,0 0-16,1 1 15,0 0-15,3 1 16,-1-1 0,-1 1-16,-1 0 15,-2 0-15,1 0 16,1 1-16,1 0 16,2 1-16,-1 1 15,2-1-15,-2 0 16,-2-1-16,1 1 15,-1-1 1,1 1-16,3-1 16,2 1-16,0-1 15,-1 0-15,1 0 16,-3-1-16,2 0 16,0 0-16,1 0 15,-1-1-15,-1 1 16,-3 0-16,-1 0 15,0-1 1,-1 1-16,1 0 16,3 0-16,-2-1 15,1 1-15,-3 0 16,-1 0-16,1 0 16,-1 0-16,-1-1 15,2 0-15,3 0 16,-1 0-16,2 0 15,-2 0 1,-1-1-16,0 1 16,-1 0-16,1 0 15,0-1-15,-1 1 16,0 0-16,2 0 16,-1-1-16,1 0 15,0 0-15,0 1 16,2-1-16,1-1 15,0 1-15,0-1 16,-2-1 0,1 0-16,1 0 15,1-1-15,1 1 16,0 0-16,0-2 16,-4 1-16,-3 1 15,-4 1-15,-3-1 16,-2 2-16,-12 1 15,13-2-15,-13 2 16,0 0-16,10-2 16,-10 2-1,0 0-15,0 0 16,0 0-16,0 0 16,0 0-16,0 0 15,5-7-15,-5 7 16,-4-10-16</inkml:trace>
  <inkml:trace contextRef="#ctx0" brushRef="#br0" timeOffset="49015.74">10157 7450 0,'0'0'0,"0"0"0,0 0 0,0 0 0,0 0 16,2 0-16,-2 0 15,0 0 1,0 0-16,0 0 0,0 0 15,0 0 1,10 4-16,-10-4 16,0 0-16,0 0 15,0 0-15,0 0 16,10 4-16,-10-4 16,0 0-16,28 4 15,11-6-15,20-13 16,11-8-1,7-10-15,4-6 16,7-6-16,-5 0 16,-1-1-16,-8 5 15,-8 5-15,-7 3 16,-7 4-16,-6 4 16,-7 3-16,-8 5 15,-5 3 1,-8 4-16,-4 4 15,-4 2-15,-10 4 16,11-4-16,-11 4 16,0 0-16,0 0 15,0 0-15,0 0 16,10 1-16,-10-1 16,0 0-16,0 0 15,0 0 1,0 0-16,0 0 15,0 0-15,0 0 16,3 6-16,-3-6 16,0 0-16,0 0 15,0 0-15,0 0 16,0 0-16,0 0 16,3 7-16,-3-7 15,0 0 1,0 0-16,0 0 15,0 0-15,0 0 16,0 7-16,0-7 16,0 0-16,0 0 15,0 0-15,0 0 16,0 0-16,0 7 16,0-7-16,0 0 15,0 0-15,0 0 16,0 0-1,0 0-15,0 0 16,0 7-16,0-7 16,0 0-16,0 0 15,0 0-15,0 0 16,0 0-16,0 0 16,0 0-16,0 0 15,0 0-15,0 0 16,0 0-16,0 0 15,0 0 1,0 0-16,0 0 16,0 0-16,0 0 15,0 7-15,0-7 16,0 0-16,0 0 16,0 0-16,0 0 15,0 0-15,0 0 16,0 0-16,0 0 15,0 0 1,0 0-16,0 0 16,0 0-16,0 0 15,0 0-15,0 0 16,0 0-16,0 0 16,0 0-16,0 0 15,0 0-15,0 0 16,0 0-1,0 0-15,0 6 16,0-6-16,0 0 16,0 0-16,0 0 15,0 0-15,0 0 16,0 0-16,0 0 16,0 0-16,0 0 15,0 0-15,0 0 16,0 0-1,0 0-15,0 0 16,0 0-16,0 0 16,0 0-16,0 0 15,0 0-15,0 0 16,0 0-16,0 0 16,0 0-16,0 0 15,0 0-15,0 0 16,0 0-16,0 0 15,0 0 1,0 0-16,0 0 16,0 0-16,0 0 15,0 0-15,0 0 16,0 0-16,0 0 16,0 0-16,0 0 15,0 0-15,0 0 16,0 0-16,0 0 15,0 0 1,0 0-16,0 0 16,0 0-16,0 0 15,0 0-15,0 0 16,0 0-16,0 0 16,0 0-16,0 0 15,0 0-15,0 0 16,0 0-16,0 0 15,0 0 1,0 0-16,0 0 16,0 0-16,0 0 15,0 0-15,0 0 16,-7 6-16,7-6 16,0 0-16,0 0 15,0 0-15,0 0 16,0 0-16,0 0 15,0 0 1,0 0-16,0 0 16,0 0-16,0 0 15,0 0-15,0 0 16,0 0-16,0 0 16,0 0-16,0 0 15,0 0-15,0 0 16,0 0-16,0 0 15,0 0 1,0 0-16,0 0 16,0 0-16,0 0 15,0 0-15,0 0 16,0 0-16,0 0 16,0 0-16,0 0 15,0 0-15,0 0 16,-2-6-16,1-1 15,-1-6 1,-2-6-16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05T12:10:30.786"/>
    </inkml:context>
    <inkml:brush xml:id="br0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3923 1007 0,'0'0'0,"12"-4"0,8-2 15,33-7-15,11 0 16,1 4-16,-2 5 16,1 1-16,-2 4 15,-4 1-15,2 2 16,-5 3-16,0 0 15,1 1 1,-1 0-16,-1 1 16,3-2-16,3 2 15,0 0-15,-1 0 16,2 0-16,0 0 16,-1 1-16,1-2 15,2 2-15,-4-3 16,6-1-16,-2-1 15,-1-1 1,2 0-16,-2 1 16,1-3-16,2 0 15,2 0-15,-1-1 16,4-1-16,-1-1 16,2 0-16,2 0 15,-1-1-15,2 0 16,3-1-16,-6-1 15,4-2 1,-2 3-16,-2-1 16,3 0-16,-2-2 15,1 2-15,3-1 16,-2 0-16,5 0 16,-2 0-16,4 0 15,1 1-15,1-2 16,2 2-1,-3 0-15,2 0 16,2-1-16,-1-1 16,1 1-16,-4 0 15,4 0-15,0 1 16,2-1-16,2 1 16,1 0-16,0 0 15,-1 0-15,-2 0 16,-1 0-16,0 0 15,1 0-15,-1 1 16,1 2 0,-2 0-16,-2 1 15,-1 1-15,-1-1 16,1 0-16,0 1 16,1 1-16,-1 0 15,-1 0-15,-3 0 16,-2-1-1,-1 1-15,-4 0 16,-2-1-16,-3 1 16,-5-1-16,-4 2 15,-3 0-15,-3 0 16,0 0-16,-3 0 16,-4 0-16,-4 0 15,-2 0-15,-7 0 16,-5 0-16,-7 1 15,-3-1-15,-5-1 16,-2 1 0,-10-3-16,12 3 15,-12-3-15,0 0 16,10 5-16,-10-5 16,0 0-16,0 0 15,0 0-15,0 0 16,7 7-16,-7-7 15,0 0 1,0 0-16,0 0 16,0 0-16,0 0 15,5 7-15,-5-7 16,0 0-16,0 0 16,0 0-16,0 0 15,0 0-15,0 0 16,1 7-16,-1-7 15,0 0-15,0 0 16,0 0 0,0 0-16,0 0 15,0 0-15,0 0 16,0 0-16,0 0 16,0 0-16,0 0 15,0 0-15,0 0 16,0 0-16,0 0 15,0 0 1,0 0-16,0 0 16,0 0-16,0 0 15,0 0-15,0 0 16,0 0-16,0 0 16,0 0-16,0 0 15,0 0-15,0 0 16,0 0-16,0 0 15,0 0-15,0 0 16,0 0 0,0 0-16,0 0 15,0 0-15,0 0 16,0 0-16,0 0 16,0 0-16,0 0 15,0 0-15,0 0 16,0 0-16,10 2 15,-10-2 1,0 0-16,0 0 16,0 0-16,0 0 15,0 0-15,0 0 16,0 0-16,0 0 16,0 0-16,0 0 15,0 0-15,0 0 16,0 0-16,0 0 15,0 0-15,0 0 16,0 0-16,0 0 16,0 0-1,0 0-15,0 0 16,0 0-16,0 0 16,0 0-16,0 0 15,0 0-15,0 0 16,0 0-16,0 0 15,0 0-15,0 0 16,9-6 0,-9 6-16,5-10 15,3-2-15</inkml:trace>
  <inkml:trace contextRef="#ctx0" brushRef="#br0" timeOffset="2865.09">5289 2280 0,'0'0'0,"0"0"16,0 0-16,0 0 15,0 0-15,0 0 16,0 0 0,2 2-16,-2-2 15,0 0-15,8 8 16,-8-8-16,13 11 15,-13-11-15,8 8 16,-8-8-16,0 0 16,11 8-16,-11-8 15,17 4-15,2-2 16,7-4 0,11-4-16,14-8 15,7-9-15,13-9 16,2-5-16,5-5 15,2-1-15,-8 2 16,-3 1-16,-3 3 16,-9 4-16,-3 3 15,-5 2-15,-3 5 16,-2 5 0,-5 5-16,-5 2 15,-3 4-15,-6 2 16,-4 2-16,-6 3 15,-4 0-15,-11 0 16,14 2-16,-14-2 16,0 0-16,11 5 15,-11-5-15,0 0 16,0 0-16,6 7 16,-6-7-1,0 0-15,0 0 16,0 0-16,0 0 15,0 0-15,0 0 16,0 0-16,0 0 16,-15 0-16</inkml:trace>
  <inkml:trace contextRef="#ctx0" brushRef="#br0" timeOffset="3948.42">5331 2959 0,'0'0'0,"0"0"0,0 0 15,0 0-15,0 0 16,2 3-16,-2-3 16,8 11-16,0 0 15,1 3-15,0-1 16,-1 1-16,0-2 16,-2-1-1,0-1-15,-1-3 16,1 1-16,-2-2 15,-4-6-15,12 11 16,-12-11-16,16 11 16,-3-8-16,7 0 15,10-3-15,10-7 16,10-8 0,5-7-16,7-6 0,0-6 15,0-1 1,-5 1-16,-4-1 15,-1 3-15,-2-2 16,2 1-16,-2 0 16,-3 3-16,3-2 15,-3 2-15,-5 3 16,-3 2-16,-6 4 16,-4 3-1,-1 3-15,-7 3 16,-2 3-16,-5 4 15,-14 5-15,15-6 16,-15 6-16,0 0 16,11-3-16,-11 3 15,0 0-15,0 0 16,0 0-16,0 0 16,11 7-16,-11-7 15,0 0-15,0 0 16,-3 9-1</inkml:trace>
  <inkml:trace contextRef="#ctx0" brushRef="#br0" timeOffset="14065.08">11401 5738 0,'0'0'0,"-2"-1"0,2 1 0,-13-2 15,13 2-15,-16-3 16,16 3 0,-10-2-1,10 2 1,0 0-16,0 0 15,0 0-15,0 0 16,-9-2-16,9 2 16,0 0-16,0 0 15,0 0-15,0 0 16,0 0-16,0 0 16,0 0-16,21 2 15,5 0 1,4 0-16,3 1 15,-1-2-15,4 2 16,3-1-16,0 1 16,-3-1-16,-6-1 15,-3 1-15,2 0 16,0 0-16,0-1 16,-2 1-16,-3-1 15,-3-1-15,-2 1 16,-4 0-1,-1 0-15,2 0 16,-3-1-16,-13 0 16,16 2-16,-16-2 15,10 0-15,-10 0 16,10 0-16,-10 0 16,10 0-16,-10 0 15,0 0 1,0 0-16,0 0 15,15-1-15,-1 0 16,5 0-16,1-1 16,-1 1-16,0-1 15,0 1-15,-2-1 16,-1 0-16,1 0 16,-4 1-16,-2 0 15,-11 1 1,12-1-16,-12 1 15,0 0-15,0 0 16,0 0-16,12 0 16,-12 0-16,0 0 15,0 0-15,0 0 16,0 0-16,0 0 16,0 0-16,0 0 15,0 0-15,0 0 16,0 0-1,0 0-15,0 0 16,0 0-16,0 0 16,0 0-16,0 0 15,10 3-15,-10-3 16,0 0-16,0 0 16,0 0-16,0 0 15,0 0-15,0 0 16,0 0-1,0 0-15,0 0 16,0 0-16,1 7 16,-1-7-16,0 0 15,0 0-15,0 0 16,0 0-16,0 0 16,0 0-16,0 0 15,0 0-15,0 0 16,0 0-1,0 0-15,0 0 16,0 0-16,0 0 16,0 0-16,0 0 15,0 0-15,0 0 16,0 0-16,0 0 16,0 0-16,0 0 15,0 0 1,0 0-16,0 0 15,0 0-15,0 0 16,0 0-16,0 0 16,0 0-16,0 0 15,0 0-15,0 0 16,0 0-16,0 0 16,0 0-16,0 0 15,0 6-15,0-6 16,0 0-16,0 0 15,0 0 1,0 0-16,0 0 16,0 0-16,0 0 15,0 0-15,0 0 16,0 0-16,0 0 16,0 0-16,0 0 15,0 0-15,0 0 16,0 0-16,0 0 15,0 0 1,0 0-16,0 0 16,0 0-16,0 0 15,0 0-15,0 0 16,0 0-16,0 0 16,0 0-16,0 0 15,0 0-15,0 0 16,0 0-16,0 0 15,0 0 1,0 0-16,0 0 16,0 0-16,0 0 15,0 0-15,0 0 16,0 0-16,0 0 16,0 0-16,0 0 15,0 0-15,0 0 16,0 0-1,0 0-15,0 0 16,0 0-16,0 0 16,0 0-16,0 0 15,0 0-15,0 0 16,0 0-16,0 0 16,0 0-16,0 0 15,0 0-15,0 0 16,0 0-16,0 0 15,0 0 1,0 0-16,0 0 16,0 0-16,0 0 15,0 0-15,0 0 16,0 0-16,0 0 16,0 0-16,0 0 15,0 0 1,0 0-16,0 0 0,0 0 15,0 0 1,0 0-16,0 0 16,0 0-16,0 0 15,0 0-15,0 0 16,0 0-16,0 0 16,0 0-16,0 0 15,0 0-15,-7-7 16</inkml:trace>
  <inkml:trace contextRef="#ctx0" brushRef="#br0" timeOffset="18216.23">7529 5791 0,'0'0'0,"0"0"0,0 0 0,0 0 15,0 0-15,0 0 16,0 0-16,0 0 16,7 0-1,9 0-15,11 0 16,6 0-16,6-1 16,0-3-1,5-4-15,2-1 0,0-3 16,5-1-16,-2-1 15,5-1-15,0 1 16,-4 0-16,1 0 16,-3 2-16,-2 1 15,-5 3 1,0 2-16,-4 4 16,-2 2-16,0 1 15,-1 1-15,0 1 16,-1 0-16,-1-1 15,0 2-15,-1-2 16,2 1-16,-2 1 16,1 2-16,0-1 15,-2 0 1,3 1-16,0-1 16,3 1-16,2 0 15,-2-1-15,1 1 16,0-1-16,0-1 15,0-1-15,0 0 16,1 0-16,-3 0 16,0-1-1,0 0-15,1 1 16,-1-1-16,-1 1 16,-3-2-16,4 1 15,-1 1-15,-1-1 16,-3 0-16,-7-1 15,-3 0-15,-4 0 16,-5-1 0,-11 0-16,14 0 15,-14 0-15,0 0 0,0 0 16,10 0 0,-10 0-16,0 0 15,0 0-15,0 0 16,0 0-16,0 0 15,0 0-15,0 0 16,0 0-16,0 0 16,0 0-16,0 0 15,0 0 1,0 0-16,0 0 16,0 0-16,0 0 15,0 0-15,0 0 16,0 0-16,0 0 15,0 0-15,0 0 16,0 0-16,0 0 16,0 0-16,0 0 15,0 0 1,0 0-16,0 0 16,0 0-16,0 0 15,0 0-15,0 0 16,0 0-16,0 0 15,0 0-15,0 0 16,0 0-16,0 0 16,0 0-16,0 0 15,0 0 1,0 0-16,0 0 16,0 0-16,0 0 15,0 0-15,0 0 16,0 0-16,0 0 15,0 0-15,0 0 16,0 0-16,0 0 16,0 0-16,0 0 15,0 0 1,0 0-16,0 0 16,0 0-16,0 0 15,0 0-15,0 0 16,0 0-16,0 0 15,0 0-15,0 0 16,0 0-16,0 0 16,0 0-16,0 0 15,0 0 1,0 0-16,0 0 16,0 0-16,0 0 15,0 0-15,0 0 16,0 0-16,0 0 15,0 0-15,0 0 16,0 0-16,0 0 16,0 0-16,0 0 15,0 0 1,0 0-16,0 0 16,0 0-16,0 0 15,0 0-15,0 0 16,0 0-16,0 0 15,0 0-15,0 0 16,0 0-16,0 0 16,0 0-16,0 0 15,0 0 1,0 0-16,0 0 16,0 0-16,0 0 15,0 0-15,0 0 16,0 0-16,0 0 15,0 0-15,0 0 16,0 0-16,0 0 16,0 0-16,0 0 15,0 0 1,0 0-16,0 0 16,0 0-16,0 0 15,0 0-15,0 0 16,0 0-16,0 0 15,0 0-15,0 0 16,0 0-16,0 0 16,0 0-16,0 0 15,0 0-15,0 0 16,0 0 0,0 0-16,0 0 15,0 0-15,0 0 16,0 0-16,0 0 15,0 0-15,0 0 16,0 0-16,0 0 16,0 0-16,0 0 15,0 0-15,0 0 16,0 0 0,0 0-16,0 0 15,0 0-15,0 0 16,0 0-16,0 0 15,0 0-15,0 0 16,0 0-16,0 0 16,0 0-16,0 0 15,0 0 1,0 0-16,0 0 16,8 6-16,-8-6 15,0 0-15,0 0 16,0 0-16,0 0 15,0 0-15,0 0 16,0 0-16,0 0 16,0 0-16,0 0 15,0 0 1,0 0-16,0 0 16,0 0-16,0 0 15,0 0-15,0 0 16,0 0-16,0 0 15,0 0-15,0 0 16,0 0-16,0 0 16,0 0-16,0 0 15,0 0-15,0 0 16,0 0-16,0 0 16,0 0-1,0 0-15,0 0 16,0 0-16,0 0 15,0 0-15,0 0 16,0 0-16,0 0 16,0 0-16,0 0 15,0 0-15,0 0 16,0 0-16,0 0 16,0 0-16,0 0 15,0 0 1,0 0-16,0 0 15,0 0-15,0 0 16,0 0-16,0 0 16,0 0-16,0 0 15,0 0-15,0 0 16,0 0-16,0 0 16,0 0-1,0 0-15,0 0 16,0 0-16,0 0 15,0 0-15,0 0 16,0 0-16,0 0 16,0 0-16,0 0 15,0 0-15,0 0 16,0 0 0,0 0-16,0 0 15,0 0-15,0 0 16,0 0-16,0 0 15,0 0-15</inkml:trace>
  <inkml:trace contextRef="#ctx0" brushRef="#br0" timeOffset="20448.81">9358 5003 0,'0'0'0,"-1"-3"0,1 3 15,-6-14-15,-4 4 16,-2-2-16,0 0 15,0 2-15,-1 1 16,2 2-16,0 1 16,0 1-16,0 1 15,2 1-15,9 3 16,-14-3-16,14 3 16,0 0-1,-11 0-15,11 0 16,0 0-16,0 0 15,-11 7-15,1 3 16,-7 8-16,-7 11 16,-1 0-16,2 1 15,0 3-15,1 1 16,0 3-16,-1 1 16,1 0-16,2 1 15,1-2 1,1 0-16,3 0 15,2-1-15,2 2 16,3-4-16,1 0 16,3-2-16,4 0 15,3 1-15,2 4 16,2-3-16,1-3 16,3-2-16,5-2 15,1 1-15,4 0 16,3-1-1,3 0-15,3-6 16,2 1-16,0-7 16,3-3-16,2-4 15,3-4-15,2-6 16,-1-4-16,-2-6 16,-1-7-16,0-6 15,-4-4 1,-2-6-16,-4-3 15,-3-7-15,-5-5 16,-2 0-16,-5 2 16,-7-1-16,-2-1 15,-6 2-15,-3 1 16,-4 6-16,-2 3 16,-4 3-16,0 3 15,-2 5-15,1 2 16,2 5-1,-1 4-15,3 3 16,2 3-16,1 3 16,9 7-16,-11-10 15,11 10-15,0 0 16,-7-8-16,7 8 16,0 0-16,0 0 15,0 0-15,0 0 16,0 0-1,0 0-15,0 0 16,0 0-16,0 0 16,0 0-16,0 0 15,0 0-15,0 0 16,0 0-16,0 0 16,0 0-16,0 0 15,0 0-15,0 0 16,0 0-1,0 0-15,0 0 16,0 0-16,0 0 16,0 0-16,0 0 15,0 0-15,0 0 16,0 0-16,0 0 16,0 0-16,0 0 15,0 0-15,0 0 16,0 0-1,0 0-15,0 0 16,0 0-16,0 0 16,0 0-16,0 0 15,0 0-15,0 0 16,0 0-16,0 0 16,0 0-16,0 0 15,0 0-15,0 0 16,0 0-1,0 0-15,0 0 16,0 0-16,0 0 16,0 0-16,0 0 15,0 0-15,0 0 16,0 0-16,0 0 16,0 0-16,0 0 15,0 0-15,0 0 16,0 0-1,0 0-15,0 0 16,0 0-16,0 0 16,0 0-16,0 0 15,0 0-15,0 0 16,0 0-16,0 0 16,0 0-16,0 0 15,0 0-15,0 0 16</inkml:trace>
  <inkml:trace contextRef="#ctx0" brushRef="#br0" timeOffset="24748.83">12009 5021 0,'0'0'0,"-4"-2"0,4 2 16,-16-13-16,3 1 15,-2-5-15,3 2 16,-1-2-16,0 0 15,-1 0 1,-3-4-16,0-1 16,-4 0-16,-3-1 15,-3 1-15,-1 4 16,2 1-16,-3 3 16,-4 2-16,-4 1 15,0 5-15,0 4 16,-1 5-16,-3 3 15,1 4-15,-1 2 16,3 0 0,1 3-16,2 1 15,1 3-15,5 1 16,1 1-16,5 0 16,4-2-16,4 1 15,1 1-15,3 2 16,1 4-16,3 3 15,3 3-15,2 3 16,2 5 0,2 3-16,1 2 15,3 2-15,2-1 16,1 1-16,1 0 16,2-3-16,3 0 15,2 0-15,5-5 16,3-2-16,3-2 15,1-2 1,4-1-16,5 0 16,6-5-16,4-5 15,4-4-15,3-2 16,6-5-16,2-4 16,7-6-16,-2-5 15,-4-5-15,4-8 16,-8-1-16,1-8 15,3-9 1,-10-1-16,-3-2 16,-9-2-16,-5-1 15,-5-1-15,-5-7 16,-4 2-16,-6-1 16,-6-2-16,-6 4 15,-6 0-15,-7-1 16,-4-2-1,-3 6-15,-7-1 16,-3 5-16,-5 2 16,-7 2-16,-8 0 15,-2 5-15,-8-2 16,2 5-16,5 7 16,-2 4-16,10 4 15,2 2-15,0 3 16,4 2-16,4 2 15,8 2-15,7 1 16,5 0 0,10-1-16,-12 2 15,12-2-15,0 0 16,0 0-16,-10 3 16,10-3-16,0 0 15,0 0-15,0 0 16,0 0-16,0 0 15,-3 7-15,3-7 16,0 0-16,0 0 16,0 0-1,0 0-15,0 0 16,0 0-16,0 6 16,0-6-16,0 0 15,0 0-15,0 0 16,0 0-16,0 0 15,0 0-15,0 0 16,0 0 0,0 0-16,0 0 15,0 6-15,0-6 16,0 0-16,0 0 16,0 0-16,0 0 15,0 0-15,0 0 16,0 0-16,0 0 15,0 7 1,0-7-16,0 0 16,0 0-16,0 0 15,0 0-15,0 0 16,0 0-16,0 0 16,0 0-16,0 0 15,0 0-15,0 0 16,0 0-16,0 0 15,0 0-15,0 0 16,0 0-16,6 7 16,-6-7-1,0 0-15,0 0 16,0 0-16,0 0 16,0 0-16,0 0 15,0 0-15,0 0 16,0 0-16,0 0 15,0 0-15,0 0 16,0 0-16,0 0 16,0 0-1,0 0-15,0 0 16,0 0-16,0 0 16,0 0-16,0 0 15,0 0-15,0 0 16,0 0-16,0 0 15,0 0-15,0 0 16,0 0-16,0 0 16,0 0-1,0 0-15,0 0 16,0 0-16,0 0 16,0 0-16,0 0 15,0 0-15,0 0 16,0 0-16,0 0 15,0 0-15,0 0 16,0 0-16,0 0 16,0 0-1,0 0-15,0 0 16,0 0-16,0 0 16,0 0-16,0 0 15,0 0-15,0 0 16,0 0-16,0 0 15,0 0-15,0 0 16,0 0 0,0 0-16,0 0 15,0 0-15,0 0 16,0 0-16,0 0 16,0 0-16,0 0 15,0 0-15,0 0 16,10 3-16,-10-3 15,0 0-15,0 0 16,0 0-16,0 0 16,0 0-1,0 0-15,0 0 16,0 0-16,0 0 16,0 0-16,0 0 15,0 0-15,0 0 16,0 0-16,0 0 15,0 0-15,0 0 16,0 0-16,0 0 16,0 0-1,0 0-15,0 0 16,0 0-16,0 0 16,0 0-16,0 0 15,0 0-15,0 0 16,0 0-16,0 0 15,0 0-15,0 0 16,0 0-16,0 0 16,0 0-16,0 0 15,0 0 1,0 0-16,0 0 16,0 0-16,0 0 15,0 0-15,0 0 16,0 0-16,0 0 15,0 0-15,0 0 16,0 0-16,0 0 16,0 0-16,0 0 15,0 0 1,0 0-16,0 0 16,0 0-16,0 0 15,0 0-15,0 0 16,0 0-16,0 0 15,0 0-15,0 0 16,0 0-16,0 0 16,0 0-16,0 0 15,0 0 1,0 0-16,0 0 16,0 0-16,0 0 15,0 0-15,0 0 16,0 0-16,0 0 15,0 0-15,0 0 16,0 0-16,0 0 16,0 0-16,0 0 15,0 0 1,0 0-16,0 0 16,0 0-16,0 0 15,0 0-15,4 7 16,-4-7-16,0 0 15,0 0-15,0 0 16,0 0-16,0 0 16,0 0-16,0 0 15,0 0-15,0 0 16,0 0 0,0 0-16,0 0 15,0 0-15,0 0 16,0 0-16,0 0 15,0 0-15,0 0 16,0 0-16,0 0 16,0 0-16,0 0 15,0 0 1,0 0-16,0 0 16,0 0-16,0 0 15,0 0-15,0 0 16,0 0-16,0 0 15,0 0-15,0 0 16,0 0-16,0 0 16,0 0-16,0 0 15,0 0-15,0 0 16,0 0 0,0 0-16,0 7 15,0-7-15,0 0 16,0 0-16,0 0 15,0 0-15,0 0 16,0 0-16,0 0 16,0 0-16,0 0 15,0 0 1,0 0-16,0 0 16,0 0-16,0 0 15,0 0-15,0 0 16,0 0-16,0 0 15,0 0-15,0 0 16,0 0-16,0 0 16,0 0-16</inkml:trace>
  <inkml:trace contextRef="#ctx0" brushRef="#br0" timeOffset="27232.03">7391 5777 0,'0'0'0,"0"0"0,0 0 16,0 0-16,0 0 15,0 0-15,0 0 16,0 0-16,0 2 15,0-2-15,0 0 16,18 9-16,3-4 16,6-5-16,6-2 15,6-3 1,5-3-16,1-1 16,0-1-16,-3 0 15,3 1-15,3-1 16,1 0-16,0 1 15,3 4-15,-2 0 16,0 4-16,-4 1 16,-4 0-16,-1 0 15,-4 0-15,-1 0 16,-1 0-16,-1 0 16,-2-1-1,-2-1-15,-2 0 16,0-1-16,-1-1 15,-2-1-15,-1-1 16,-3 0-16,-2 0 16,-2-2-16,0 1 15,-3-2-15,-1-2 16,-2 0-16,-2-2 16,-1-3-1,-2-1-15,0-5 16,-3-3-16,-2-3 15,-1-1-15,-1-1 16,-2 1-16,-2-1 16,-4 0-16,-3 1 15,-2 1-15,0 1 16,-3 3-16,0 0 16,-2 1-1,0 1-15,-1-1 16,-2-1-16,0-1 15,-1 1-15,-1 2 16,0 0-16,-2 0 16,1 2-16,-2-1 15,-1 0-15,0 2 16,-4 0-16,-1 1 16,-2 2-1,-2 1-15,-1 2 16,-1 4-16,-1 0 15,0 2-15,1 1 16,-3 3-16,-1 2 16,1 3-16,2 0 15,0 2-15,0 1 16,0 1 0,2 1-16,1 2 15,0 0-15,-3 1 16,2 1-16,0 2 15,3 0-15,1 0 16,-1 3-16,2-2 16,1 0-16,5-3 15,0 1-15,2 1 16,3-1-16,1 1 16,1 0-1,2 2-15,0 3 16,2 1-16,1 3 15,1 2-15,2 3 16,2 3-16,1 1 16,1 3-16,3-2 15,2 1-15,1-1 16,2 2-16,2-2 16,1 0-16,-1-2 15,0 0 1,2-2-16,1-1 15,0-3-15,0-1 16,0-2-16,0-3 16,1-1-16,-1-1 15,2 0-15,0-1 16,1 1-16,1-1 16,2 0-16,-1-3 15,2 0 1,0 1-16,4 0 15,4 1-15,2-1 16,5-2-16,3 1 16,7-4-16,3-1 15,6-3-15,0-4 16,2-1-16,1-3 16,-3-1-1,-4-1-15,-2 0 16,-4-3-16,-3 2 15,-4-1-15,-5 0 16,-2 2-16,-1 0 16,-3 1-16,-3 0 15,-4 1-15,-11 4 16,12-4-16,-12 4 16,0 0-16,0 0 15,0 0 1,0 0-16,10-5 15,-10 5-15,0 0 16,0 0-16,0 0 16,0 0-16,0 0 15,0 0-15,0 0 16,0 0-16,0 0 16,0 0-16,0 0 15,0 0 1,0 0-16,0 0 15,0 0-15,0 0 16,0 0-16,0 0 16,0 0-16,0 0 15,0 0-15,0 0 16,0 0-16,0 0 16,0 0-16,0 0 15,0 0-15,0 0 16,0 0-1,0 0-15,0 0 16,0 0-16,0 0 16,0 0-16,0 0 15,0 0-15,0 0 16,0 0-16,0 0 16,0 0-1,0 0-15,0 0 0,0 0 16,0 0-1,8-6-15,-8 6 16</inkml:trace>
  <inkml:trace contextRef="#ctx0" brushRef="#br0" timeOffset="29833.03">7499 5742 0,'0'0'0,"0"0"0,0 0 16,0 0-16,0 0 15,0 0-15,0 0 16,0 0-16,3 2 16,-3-2-16,28 8 15,4 1-15,8-1 16,9-6-1,9-2-15,0-3 16,4-3-16,3-1 16,-3-2-16,2-1 15,0-1-15,-5 1 16,-2-1-16,-5 1 16,-5 1-16,-6 2 15,-8 0-15,-4 2 16,-10 3-1,-5-1-15,-14 3 16,12-3-16,-12 3 16,0 0-16,0 0 15,0 0-15,-8-11 16,-21 0-16,-20 1 16,-12 5-16,-6 3 15,-4 3-15,-2 1 16,1 0-1,2 2-15,6-1 16,3 0-16,7-2 16,2 0-16,9 1 15,1 1-15,8-2 16,5 1-16,7-2 16,8 1-16,14-1 15,-14 1-15,14-1 16,0 0-16,0 0 15,0 0 1,0 0-16,0 0 16,0 0-16,2 8 15,23 2-15,21-3 16,17-4-16,7-2 16,5-3-16,2 0 15,0-1-15,0 0 16,0-1-16,-3-1 15,-5-1 1,-6 0-16,-4 1 16,-10 0-16,-7 0 15,-7 2-15,-10 1 16,-7 0-16,-7 1 16,-11 1-16,11-1 15,-11 1-15,0 0 16,0 0-16,0 0 15,-24-9 1,-38 5-16,-23 8 16,0 2-16,0 1 15,-5 0-15,2 1 16,1 1-16,6 0 16,12 0-16,2-1 15,8-1-15,7-2 16,10 0-1,7-1-15,5 0 16,7-2-16,5-1 16,4 1-16,14-2 15,-12 2-15,12-2 16,0 0-16,0 0 16,0 0-16,-3 8 15,13 0-15,13 2 16,21-5-1,12-1-15,10-5 16,3-3-16,0-2 16,1-1-16,0-1 15,-6-1-15,-1-1 16,-4-1-16,-5 1 16,-5 1-16,-6 0 15,-7 3 1,-9 1-16,-6 2 0,-8 1 15,-13 2 1,14-3-16,-14 3 16,0 0-16,0 0 15,0 0-15,0 0 16,0 0-16,-39-8 16,-41 12-16,-4 2 15,4 1-15,7-1 16,-3 0-16,2 1 15,3-2 1,4 1-16,9-1 16,6-1-16,8 0 15,8-2-15,7-1 16,6 0-16,8 0 16,15-1-16,-16 2 15,16-2-15,0 0 16,0 0-16,0 0 15,0 0 1,0 0-16,-2 9 16,11-1-16,11 0 15,15-2-15,12-2 16,6-2-16,3-4 16,-3-1-16,0-3 15,-4 2-15,-5-1 16,-4 0-16,-1 1 15,-5 0 1,-3 0-16,-6 0 16,-7 1-16,-5 1 15,-13 2-15,15-3 16,-15 3-16,0 0 16,0 0-16,9-2 15,-9 2-15,0 0 16,0 0-1,0 0-15,0 0 16,0 0-16,0 0 16,0 0-16,0 0 15,0 0-15,0 0 16,0 0-16,0 0 16,0 0-16,0 0 15,0 0-15,0 0 16,0 0-16,0 0 15,0 0-15,0 0 16,0 0 0,0 0-16,0 0 15,0 0-15,0 0 16,0 0-16,0 0 16,0 0-16,0 0 15,0 0-15,0 0 16,0 0-16,0 0 15,0 0-15,0 0 16,0 0 0,0 0-16,0 0 15,0 0-15,0 0 16,0 0-16,0 0 16,0 0-16,0 0 15,0 0-15,0 0 16</inkml:trace>
  <inkml:trace contextRef="#ctx0" brushRef="#br0" timeOffset="31182.45">7347 5837 0,'0'0'0,"0"0"15,0 0-15,0 0 16,1 1-16,-1-1 16,12 6-16,9 4 15,18-2-15,15-4 16,10-4-16,7-6 15,3-4-15,3-3 16,-1-2 0,3 0-16,-2 0 15,0 0-15,-1 1 16,-8 2-16,-4 2 16,-7 2-16,-6 4 15,-8 0-15,-6 1 16,-6 1-16,-5-1 15,-4 1-15,-6 2 16,-4 0 0,-12 0-16,14 0 15,-14 0-15,0 0 16,0 0-16,10 0 16,-10 0-16,0 0 15,0 0-15,0 0 16,0 0-16,0 0 15,0 0-15,0 0 16,0 0-16,0 0 16,0 0-1,0 0-15,0 0 16,0 0-16,0 0 16,0 0-16,0 0 15,0 0-15,8 7 16,-8-7-16,0 0 15,0 0-15,0 0 16,0 0-16,0 0 16,0 0-1,0 0-15,0 0 16,0 0-16,0 0 16,0 0-16,0 0 15,0 0-15,0 0 16,0 0-16,0 0 15,0 0-15,0 0 16,0 0 0,0 0-16,0 0 15,0 0-15,0 0 16,0 0-16,0 0 16,0 0-16,0 0 15,0 0-15,0 0 16,5 7-16,-5-7 15,0 0-15,0 0 16,0 0-16,0 0 16,0 0-1,0 0-15,0 0 16,0 0-16,0 0 16,0 0-16,0 0 15,0 0-15,0 0 16,0 0-16,0 0 15,0 0-15,0 0 16,0 0-16,0 0 16,0 0-16,0 0 15,0 0 1,0 0-16,0 0 16,0 0-16,0 0 15,0 0-15,0 0 16,0 0-16,0 0 15,0 0-15,0 0 16,0 0-16,0 0 16,0 0-1,0 0-15,0 0 16,0 0-16,0 0 16,0 0-16,0 0 15,0 0-15,0 0 16</inkml:trace>
  <inkml:trace contextRef="#ctx0" brushRef="#br0" timeOffset="35332.12">5697 6576 0,'0'0'0,"0"0"0,0-2 16,0 2-16,0 0 16,0 0-16,0 0 15,0 0-15,0 0 16,18-8-16,-2 5 16,0 1-16,3-2 15,1 1 1,0 1-16,4 0 15,1 0-15,2-1 16,1 0-16,-2 2 16,1 0-16,1 0 15,-1-1-15,2 0 16,-2 1-16,0-1 16,1 0-1,1 1-15,0-1 16,1 0-16,0 1 15,4-1-15,-2 1 16,2-2-16,2-1 16,-2-1-16,1-1 15,-2 1-15,0 0 16,-2 0 0,0 0-16,1 0 15,-2 0-15,0 0 16,0 1-16,1 1 15,0 2-15,1 1 16,0 0-16,3 2 16,-3 0-16,2 1 15,-2 0-15,3 0 16,-3 0-16,3 1 16,-3-1-1,4 0-15,-2 1 16,2-1-16,0 0 15,0 0-15,-1 0 16,1 0-16,0-1 16,2-1-16,-2-1 15,0 0-15,0-1 16,1 0 0,1 0-16,-1 0 0,1 0 15,0 0 1,-1-1-16,2 0 15,-3 1-15,2-1 16,-1 0-16,2 0 16,-1 1-16,-3-1 15,-1 0-15,-2 1 16,1-1-16,2 1 16,-1-1-16,-2 0 15,-1 0 1,-2 1-16,2-1 15,-1 2-15,1 0 16,-1 0-16,0 1 16,0 0-16,-1 0 15,1 0-15,1 1 16,-1 1-16,1 0 16,-2-1-1,0 1-15,1-1 0,2 0 16,0 1-1,0-1-15,1 1 16,1-2-16,1 0 16,3-1-16,0 0 15,1-1-15,0 0 16,3-2-16,-1 2 16,0-1-16,-1 0 15,2 1 1,2-1-16,2 1 15,1-1-15,2 3 16,-3 1-16,0 1 16,-2 1-16,-2 0 15,0 0-15,-2 0 16,-1 0-16,-3-1 16,-1 1-16,-1-1 15,-1 0 1,-3 0-16,-1 0 15,-3-1-15,-1 1 16,0-1-16,-1-1 16,1-1-16,-2 0 15,1-1-15,-3 0 16,-1-3-16,0 1 16,-2-1-16,-1 0 15,1 2 1,0-2-16,-1 1 15,0 0-15,0-1 16,1 2-16,0-1 16,-3 1-16,2 0 15,-3 1-15,1-1 16,-1 0-16,1 1 16,-3-1-16,3 1 15,-2 0 1,1 0-16,-3 1 15,-1 0-15,-10 0 16,11 0-16,-11 0 16,0 0-16,0 0 15,0 0-15,11 1 16,-11-1-16,0 0 16,0 0-16,0 0 15,0 0 1,0 0-16,0 0 15,0 0-15,0 0 16,0 0-16,0 0 16,10 3-16,-10-3 15,0 0-15,12 2 16,11 3-16,9 0 16,-6-1-16,-8-2 15,-9-1-15,-9-1 16,12 1-1,-12-1-15,0 0 16,0 0-16,9 0 16,-9 0-16,0 0 15,0 0-15,0 0 16,0 0-16,0 0 16,0 0-16,0 0 15,0 0-15,0 0 16,0 0-1,0 0-15,0 0 16,0 0-16,0 0 16,0 0-16,0 0 15,10 0-15,-10 0 16,0 0-16,0 0 16,0 0-16,0 0 15,0 0-15,0 0 16,0 0-1,0 0-15,0 0 16,0 0-16,0 0 16,0 0-16,0 0 15,0 0-15,0 0 16,0 0-16,0 0 16,0 0-1,0 0-15,0 0 16,0 0-16,0 0 15,0 0-15,0 0 16,0 0-16,0 0 16,0 0-16,0 0 15,0 0-15,0 0 16,0 0-16,0 0 16,0 0-16,0 0 15,0 0 1,0 0-16,0 0 15,0 0-15,0 0 16,0 0-16,0 0 16,0 0-16,0 0 15,0 0-15,0 0 16,0 0-16,0 0 16,0 0-16,0 0 15,0 0-15,29 6 16</inkml:trace>
  <inkml:trace contextRef="#ctx0" brushRef="#br0" timeOffset="37650.06">11253 6537 0,'0'0'0,"0"0"0,5 0 16,5 0-16,9 0 16,9 0-16,9 0 15,3 0 1,5 0-16,0 2 15,4 0-15,2 2 16,0-1-16,0 0 16,-1 0-16,0 1 15,1-1-15,-1-1 16,-4 1-16,-3-2 16,-2 0-16,-1 0 15,3 0-15,1-1 16,0 1-1,3 0-15,-2 0 16,0-1-16,-2 1 16,-1 0-16,-2 0 15,2 0-15,1-1 16,1 0-16,-1 0 16,-3 0-16,3 0 15,-2 0-15,0 0 16,-4 0-16,0-1 15,2-1 1,-3 1-16,0 1 16,-3-1-16,-3 0 15,-1 0-15,-1 1 16,0-2-16,0 0 16,-3 0-16,-3 1 15,0-1-15,-2 1 16,-1-1-16,0 0 15,1-2-15,-3 0 16,0 1 0,-4-1-16,-2 2 15,0 0-15,-2-1 16,-9 3-16,13-2 16,-13 2-16,0 0 15,12-3-15,-12 3 16,0 0-16,0 0 15,0 0-15,0 0 16,0 0 0,0 0-16,0 0 15,0 0-15,0 0 16,0 0-16,0 0 16,0 0-16,0 0 15,0 0-15,0 0 16,0 0-16,0 0 15,0 0 1,0 0-16,0 0 16,0 0-16,0 0 15,10-1-15,-10 1 16,0 0-16,0 0 16,0 0-16,0 0 15,0 0-15,0 0 16,0 0-1,0 0-15,0 0 16,0 0-16,0 0 16,0 0-16,0 0 15,0 0-15,0 0 16,0 0-16,0 0 16,0 0-16,0 0 15,0 0-15,0 0 16,0 0-1,0 0-15,0 0 16,0 0-16,0 0 16,0 6-16,0-6 15,0 0-15,0 0 16,0 0-16,0 0 16,0 7-16,0-7 15,0 0-15,0 0 16,0 0-16,0 0 15,0 0 1,0 0-16,0 0 16,0 0-16,0 0 15,0 0-15,0 0 16,0 0-16,0 0 16,0 0-16,0 0 15,0 0-15,0 0 16,0 0-16,0 0 15,0 0-15,0 0 16,0 0 0,0 0-16,0 0 15,0 0-15,0 0 16,0 0-16,0 0 16,0 0-16,0 0 15,0 0-15,0 0 16,0 0-16,0 0 15,0 0-15,0 0 16,0 0 0,0 0-16,-2 7 15,2-7-15,0 0 16,0 0-16,0 0 16,0 0-16,0 0 15,0 0-15,0 0 16,0 0-16,0 0 15,0 0 1,0 0-16,0 0 16,0 0-16,0 0 15,0 0-15,0 0 16,0 0-16,0 0 16,0 0-16,0 0 15,0 0-15,0 0 16,0 0-16,0 0 15,0 0 1,0 0-16,0 0 0,0 0 16,0 0-1,0 0-15,0 0 16,0 0-16,0 0 16,0 0-16,0 0 15,0 0-15,0 0 16,0 0-16,0 0 15,0 0 1,0 0-16,0 0 16,0 0-16,0 0 15,0 0-15,0 0 16,0 0-16,0 0 16,0 0-16,0 0 15,0 0-15,0 0 16,0 0-16,0 0 15,0 0-15,0 0 16,0 0 0,0 0-16,0 0 15,0 0-15,-6-10 16,3 4-16,-1-4 16</inkml:trace>
  <inkml:trace contextRef="#ctx0" brushRef="#br0" timeOffset="41415.26">9535 1751 0,'0'0'0,"0"0"0,0 0 0,0 0 0,0-1 15,0 1-15,0 0 16,0 0-16,13-10 15,12 0-15,12-1 16,4 1-16,1 0 16,4 1-1,1 0-15,0 2 16,3 2-16,1 1 16,-1 3-16,4 0 15,-1 0-15,-3 1 16,-3 0-16,-1 1 15,-1-1-15,-2 0 16,0 0-16,-2 1 16,-3-1-1,1 2-15,-3-1 16,0 0-16,2 0 16,-2 0-16,2 0 15,-1 0-15,1-1 16,-1-1-16,2-1 15,-2 0-15,1 0 16,-4 1-16,1-1 16,2 0-1,-3 1-15,0-1 16,-4 2-16,-2 1 16,-2 1-16,-1 2 15,-4 1-15,0 0 16,-2 2-16,-1 0 15,-2 1-15,-1 0 16,-2 1-16,0 0 16,0 3-1,-3-1-15,1 1 16,-2-1-16,0 1 16,1 2-16,-2 0 15,0 0-15,-2-1 16,-1 0-16,1 0 15,-2 0-15,1 3 16,-2-1-16,-2 1 16,-2 1-16,-1 1 15,0 3-15,-2-2 16,2-3 0,-2 0-16,-1-3 15,-2 1-15,-2 1 16,-1-2-16,-1-2 15,-3 2-15,-2-1 16,-3 0-16,-3-2 16,-3-2-16,-2 1 15,1-3 1,0-1-16,0-1 16,-3-1-16,-2 0 15,-2-2-15,0 0 16,3-1-16,-1 0 15,-3-1-15,-1 0 16,-1 0-16,-1 0 16,2 0-16,-1 0 15,0-1 1,0 1-16,1-1 16,2 0-16,-2 0 15,0-1-15,1 1 16,-2-1-16,-1 1 15,2-1-15,0 1 16,-3 0-16,-1 0 16,2 2-16,-1 2 15,-2 1 1,-3 2-16,3 1 16,1 0-16,1 1 15,-1 1-15,1 2 16,0 0-16,2 0 15,3 1-15,0 0 16,1 1-16,-1 1 16,1 1-16,2 0 15,3 2 1,4-2-16,0 2 16,3 0-16,1 1 15,2 1-15,2-1 16,4-1-16,1-1 15,2 2-15,2-1 16,3 0-16,2 0 16,2 0-16,3 1 15,3 5 1,5-2-16,4 0 16,3-1-16,4-2 15,6 1-15,5-1 16,5 1-16,5-5 15,3-2-15,3-2 16,3 0-16,3-1 16,0-2-16,1-4 15,0-3-15,0-1 16,-1 0 0,1 1-16,-2-1 15,0 0-15,0-1 16,-1-1-16,0 1 15,0-1-15,0 1 16,-3 0-16,1 0 16,-3 0-16,1 1 15,-1 5-15,-2 1 16,0 0 0,-1 1-16,-4 1 15,-1 2-15,-3-1 16,1 0-16,-2 3 15,-4 3-15,-1 1 16,-6 2-16,-2 2 16,-3 1-16,-2 1 15,-4 0-15,-3-1 16,-2 1-16,-2 1 16,-3 2-1,-3 4-15,-4 3 16,-2-3-16,-3-1 15,-3-4-15,-2 1 16,-3-1-16,-2 0 16,-2-1-16,-5-3 15,-4 0-15,-6-2 16,-2 0 0,-1-3-16,-4-2 15,-5-1-15,-3-3 16,-3-3-16,0-2 15,-3 0-15,-3-2 16,-1 0-16,0-2 16,1 0-16,-1-1 15,0-2 1,2 0-16,-1-1 16,-2-1-16,2 0 15,-3 0-15,-1 0 16,1-1-16,-1 4 15,-2 2-15,2 4 16,0 2-16,-2 4 16,6 1-16,2 1 15,2 3-15,8 1 16,1 2 0,3 3-16,6 1 15,6 1-15,4 1 16,6-1-16,4 0 15,3 0-15,4 2 16,3-1-16,5 1 16,3-1-16,4 1 15,5 1-15,4-2 16,5-2-16,3-1 16,5-4-1,4 0-15,3-1 16,6-3-16,6-1 15,7-3-15,3-5 16,3 1-16,3-2 16,2-1-16,5-2 15,-2-1-15,1-1 16,2-1-16,-2 1 16,5-1-1,-1 1-15,-4 0 16,6 3-16,-4 2 15,0 3-15,-1-1 16,-5 3-16,3 2 16,-6 1-16,-3 1 15,-4 2-15,-4-2 16,0-1-16,-6 0 16,-3-2-16,-5-1 15,-7 0 1,-5-1-16,-5-1 15,-6-2-15,-14-2 16,15 3-16,-15-3 16,0 0-16,9 2 15,-9-2-15,0 0 16,0 0-16,0 0 16,0 0-1,0 0-15,0 0 16,0 0-16,0 0 15,0 0-15,0 0 16,0 0-16,0 0 16,0 0-16,0 0 15,0 0-15,0 0 16,0 0-16,0 0 16,0 0-1,0 0-15,0 0 16,0 0-16,0 0 15,0 0-15,0 0 16,0 0-16,0 0 16,0 0-16,0 0 15,0 0-15,0 0 16,0 0-16,0 0 16,0 0-1,0 0-15,0 0 16,0 0-16,0 0 15,0 0-15,0 0 16,0 0-16,0 0 16,0 0-16,0 0 15,0 0-15,0 0 16,0 0-16,0 0 16,0 0-1</inkml:trace>
  <inkml:trace contextRef="#ctx0" brushRef="#br0" timeOffset="42548.27">11581 1647 0,'0'0'0,"0"0"16,0 0-16,0 0 16,0 0-16,0-2 15,0 2-15,0 0 16,25-12-16,13 0 16,14 2-16,-9 4 15,2 1 1,-5 1-16,-1 4 15,0 0-15,1 4 16,2 4-16,-9 5 16,-1 7-16,-6 5 15,-3 9-15,-2 4 16,-8 8-16,0 3 16,-3 10-16,0 7 15,-3 4 1,-7 6-16,0-4 15,-3 9-15,1 1 16,0-12-16,0 4 16,5-6-16,4 1 15,6 16-15,0-11 16,4 2-16,1-3 16,-1-7-16,1 5 15,-2-10 1,0 1-16,-4-4 15,-2-2-15,0-2 16,-6-3-16,1-1 16,-1-10-16,-1-7 15,-2-6-15,-2-8 16,-4 2-16,0-2 16,-1-1-16,-1-2 15,-3-4 1,-4 4-16,-12-3 15,-6-1-15,0-3 16,-1-6-16,6-1 16,-3-2-16,-8-4 15,-1-1-15,5-3 16,13-2-16</inkml:trace>
  <inkml:trace contextRef="#ctx0" brushRef="#br0" timeOffset="43315.45">12350 2621 0,'0'2'0,"0"-2"0,0 0 0,0 0 15,0 0-15,17 2 16,23-6-16,22 0 16,-4-2-16,3 2 15,0-5-15,-6 1 16,-1 1-16,-3 1 16,-5 0-16,-6 1 15,-5 1 1,-7 4-16,-7 1 15,-9 0-15,-12-1 16,12-1-16,-12 1 16,0 0-16,0 0 15,0 0-15,0 0 16,-6-7-16,-25-12 16,1 1-16,6 3 15,7 5-15,1 2 16,4 1-1,12 7-15,-11-6 16,11 6-16,0 0 16,0 0-16,0 0 15,0 0-15,0 0 16,23-8-16,10 7 16,4 8-16,-1 13 15,-4-3 1,-6 12-16,-4 7 15,-5-5-15,-5-2 16,-8-12-16,-4-2 16,-4 2-16,-8 13 15,-5 7-15,-4 3 16,-2-7-16,3-15 16,6-9-16,1-2 15</inkml:trace>
  <inkml:trace contextRef="#ctx0" brushRef="#br0" timeOffset="44398.52">13647 1882 0,'0'0'0,"0"-3"15,0 3-15,-5-12 16,-2 1-1,-2-3-15,0 1 16,-4 0-16,-2 3 16,-1 1-16,-2-1 15,5 2-15,3 3 16,10 5-16,-12-5 16,12 5-16,-11 0 15,11 0-15,-17 8 16,8 2-1,1 6-15,0 5 16,0 4-16,1 2 16,2 5-16,-1 1 15,3 2-15,-1-2 16,2 1-16,0 3 16,0 0-16,0-2 15,0 4-15,0 4 16,0-4-1,-1 7-15,1-8 16,-1 5-16,2 1 16,-2-2-16,1 7 15,0-17-15,1 8 16,1-14-16,-1 2 16,1-1-16,1-8 15,-1-1-15,1-5 16,1 5-16,2-2 15,-2-3 1,1-4-16,-3-9 16,4 7-16,-4-7 15,0 0-15,5 11 16,-5-11-16,2 6 16,-2-6-16,0 0 15,0 0-15,0 0 16,23-6-16,23-2 15,30-4 1,5-1-16,-7-7 16,0-25-16,-17 5 15,-20 19-15</inkml:trace>
  <inkml:trace contextRef="#ctx0" brushRef="#br0" timeOffset="46748.57">14091 1692 0,'2'-1'0,"-2"1"0,18-11 16,9-3-16,13 5 15,14 3 1,13 5-16,-2 6 16,3 4-16,-3 3 15,-3 1-15,-2 2 16,-4 5-16,-9 0 15,-6 2-15,-7-1 16,-5 4-16,-5 2 16,-7 1-16,-4 2 15,-5 6 1,-3 5-16,-4 3 16,-1-1-16,-2 5 15,1 3-15,0 0 16,1 4-16,4-2 15,5 4-15,2 1 16,0-3-16,2 0 16,-1-8-16,-2-3 15,-1-4 1,-2-2-16,-5 0 16,-5-9-16,-5-3 15,-3-4-15,-10-4 16,-11-2-16,-16 1 15,-20-9-15,-7-9 16,-11-6-16,0-5 16,7-2-1,-21-2-15</inkml:trace>
  <inkml:trace contextRef="#ctx0" brushRef="#br0" timeOffset="47781.89">15072 1494 0,'0'-2'0,"-4"-9"0,4 11 0,-9-18 16,-22-20-16,-16-5 15,-17 9 1,-10 0-16,-8 10 16,-8 7-16,0 5 15,-12 2-15,9 4 16,-3 3-16,0 1 15,8 3-15,-5 4 16,5 3-16,1 2 16,-3 5-16,2 5 15,3 8 1,-1 11-16,1 10 16,7 1-16,2 5 15,5 0-15,7 10 16,2 17-16,5-1 15,6 15-15,9-13 16,4 6-16,9-3 16,0 2-16,7 10 15,10 3-15,10-17 16,9-6 0,11-7-16,16 6 15,16 19-15,16-11 16,12-4-16,9-7 15,15-11-15,8-6 16,2-9-16,8-8 16,2-11-16,-3-9 15,11-6-15,7-10 16,2-2-16,0-9 16,-9-7-1,-15-6-15,-3-6 16,-10-4-16,-2-6 15,-8-3-15,-14 0 16,1-4-16,-15-2 16,-8-1-16,-6-9 15,-12 2-15,-5-7 16,-7-5 0,-6-8-16,-7-2 15,-8-8-15,-6 3 16,-8-10-16,-5-1 15,-6-2-15,-3-4 16,0 11-16,-4-5 16,-4 4-16,-3 6 15,-6-1-15,-2 10 16,-5 3 0,-7 8-16,-5 4 15,-12 3-15,-8 4 16,-10 6-16,-6 7 15,-1 7-15,0 7 16,-6 5-16,12 10 16,-2 5-16,2 7 15,19 6-15,-10 2 16,20 0 0</inkml:trace>
  <inkml:trace contextRef="#ctx0" brushRef="#br0" timeOffset="49331.65">13881 3417 0,'0'0'0,"0"0"16,0 0 0,1 2-16,-1-2 15,0 0-15,-2 8 16,-4 9-16,-3 11 15,-2 7-15,2-10 16,-1-3-16,-2 3 16,1 2-16,-5 7 15,3-4-15,-1-1 16,1 1-16,-2 9 16,2 6-1,2-1-15,3 0 16,1-9-16,2 3 15,0 5-15,2 0 16,-2 0-16,2-2 16,2-8-16,-2-1 15,2-4-15,-1-5 16,1-4 0,0-2-16,1-5 15,0-3-15,0-9 16,0 10-16,0-10 15,0 0-15,1 8 16,-1-8-16,0 0 16,0 0-16,0 0 15,0 0-15,0 0 16,-1-8-16,-1-1 16,-1-5-16,0 0 15,0-1 1,-1 1-16,0 2 15,1 1-15,0 2 16,0 1-16,3 8 16,-5-9-16,5 9 15,-4-8-15,4 8 16,0 0-16,0 0 16,0 0-1,-5-6-15,5 6 16,0 0-16,0 0 15,0 0-15,0 0 16,0 0-16,0 0 16,0 0-16,0 0 15,0 0-15,0 0 16,0 0-16,0 0 16,0 0-16,0 0 15,0 0 1,0 0-16,0 0 15,0 0-15,0 0 16,-5 6-16,5-6 16,5 7-16,-5-7 15,10 8-15,0-3 16,7 0-16,9-5 16,1-1-16,0-4 15,-5-1 1,-2-2-16,5-5 15</inkml:trace>
  <inkml:trace contextRef="#ctx0" brushRef="#br0" timeOffset="50848.52">14053 3788 0,'0'0'0,"-2"2"0,2-2 16,0 0-16,0 0 15,0 0-15,-10 8 16,5 5-16,0 14 16,-1 16-16,2 0 15,1-10-15,1-4 16,2-6-1,0-7-15,0-3 16,0-4-16,0-9 16,0 9-16,0-9 15,0 0-15,0 0 16,-8-23-16,4-13 16,4-4-16,2 1 15,5 0 1,1-6-16,6-3 15,2 2-15,1 12 16,3 5-16,-2 5 16,-2 6-16,0 3 15,-3 6-15,5 8 16,7 10-16,3 9 16,3 9-16,-6 4 15,1 4 1,-1 4-16,-4 0 15,-2-2-15,-2-1 16,-4-6-16,-1-6 16,-2-3-16,-3-5 15,-2-4-15,-2-5 16,-3-7-16,0 0 16,0 0-16,-9 0 15,-10-13-15,-23-14 31,-12-9-15,16 13-16,-2 11 16,27 9-16,13 3 15,-12 1-15,12-1 16,0 0-16,0 0 16,0 0-16,-7 8 15,15-2-15,10 6 16,14-2-1,5-5-15,-5-3 16,0-5-16</inkml:trace>
  <inkml:trace contextRef="#ctx0" brushRef="#br0" timeOffset="51831.99">13934 4693 0,'0'0'0,"0"0"0,0 0 16,0 0-16,0 0 15,-2 1-15,2-1 16,-8 16-1,1-3-15,0 0 16,2 1-16,-1 2 16,0 3-16,0 2 15,0 3-15,1 1 16,-1 3-16,2 3 16,2 1-16,2 6 15,0-1 1,0 2-16,0 1 15,1-2-15,2-2 16,0-4-16,-1-7 16,1-3-16,-2-3 15,1-3-15,-1-3 16,0-4-16,-1-1 16,0-8-16,0 8 15,0-8-15,0 0 16,0 0-16,0 0 15,-12-6 1,0-4-16,-3-5 16,-2-1-16,1-1 15,2 2-15,3 4 16,1 0-16,1 2 16,0 1-16,2 2 15,7 6-15,-14-8 16,14 8-16,-11 1 15,11-1 1,-10 12-16,7-2 16,4 3-16,9 3 15,5 2-15,7-2 16,6-3-16,2-6 16,4-6-16,0-1 15,1-4-15,-5-4 16</inkml:trace>
  <inkml:trace contextRef="#ctx0" brushRef="#br0" timeOffset="52715.05">14264 4874 0,'0'0'0,"0"0"0,0 0 16,0 0-16,0 0 15,0 0 1,0 1-16,0 8 16,0 12-16,0 11 15,0 2-15,0 5 16,-4 3-16,-1-2 16,1 0-16,-1-5 15,2-4-15,3-5 16,0-9-16,0-6 15,0-4 1,0-7-16,0 0 16,0 0-16,0 0 15,16-20-15,-12-8 16,-1-6-16,0-2 16,-3 1-16,-2 0 15,-2 1-15,0 1 16,0 2-16,1 3 15,0 1-15,7 1 16,3 0 0,6 3-16,6-1 15,4 3-15,5 5 16,-1 4-16,2 6 16,2 6-16,-4 1 15,-3 3-15,-5 1 16,-5 3-16,-2 1 15,-4 3-15,-3 1 16,-4 2 0,-5 3-16,-11 4 15,-7 2-15,-5 0 16,-3-2-16,5-6 16,3-4-16,5-4 15,4-2-15,2-3 16</inkml:trace>
  <inkml:trace contextRef="#ctx0" brushRef="#br0" timeOffset="55364.79">14024 5986 0,'0'0'0,"0"0"0,8 0 16,18-4-16,27-3 15,21-1 1,-2-2-16,13 0 16,3-1-16,-5 2 15,-1-1-15,-7 2 16,-3 2-16,-11 2 15,-6 1-15,-6 0 16,-7 3-16,-3 5 16,-3 5-16,-3 5 15,-4 5 1,-2 6-16,-3 5 16,0 6-16,0 7 15,-2 4-15,0 4 16,0 3-16,1 2 15,-2 2-15,-1 3 16,-2 0-16,-1 2 16,0-1-16,1 3 15,0 0-15,5 21 32,-6-11-17,-3-6-15,-5-20 16,-5-23-16,-1-6 15,-2-7-15,-1-2 16,-1-4-16,1-8 16,-2 10-16,2-10 15,-19 7 1,-12-7-16,-19-6 16,-11-4-16,-8-4 15,-9 0-15,-3-2 16,-3 1-16,0 4 15,-2 3-15,1 7 16,2 2-16,12 1 16,2 2-16,6 1 15,9-2 1,-4 2-16,12-1 16,9 0-16,0 3 15,14-4-15,1 4 16,6-4-16,1 0 15,4-1-15,1 1 16,10-3-16,-12 1 16,12-1-16,0 0 15,0 0-15,-8-6 16,8 6 0,0 0-16,0 0 15,-10-6-15,10 6 16,0 0-16,-13 2 15,13-2-15,0 0 16,0 0-16,-10 1 16,10-1-16,0 0 15,0 0-15,0 0 16,0 0 0,-4-6-16,4 6 15,0 0-15,0 0 16,0 0-16,0 0 15,-6-7-15,6 7 16,-13-2-16,-4-3 16</inkml:trace>
  <inkml:trace contextRef="#ctx0" brushRef="#br0" timeOffset="65781.91">6969 7869 0,'0'0'0,"0"0"0,0 0 15,0 0-15,0 0 16,2 2-16,-2-2 16,0 0-16,20 8 15,-2-3 1,6-1-16,3-3 15,-3-1-15,2-1 16,-1-1-16,3-2 16,5 0-16,1 0 15,0 0-15,-1 0 16,2 0-16,3 0 16,2-1-16,3 2 15,-3 2 1,3 2-16,3 2 15,0 0-15,-2-2 16,-2 1-16,1-1 16,0 1-16,0 0 15,-3-1-15,3 1 16,0-2-16,-1-1 16,-3-1-16,-2-1 15,2 1-15,1-1 16,1 1-1,0-1-15,-2 1 16,3 0-16,0-1 16,-1 1-16,1-1 15,2 1-15,1-1 16,0 1-16,-3 0 16,2 0-16,0-1 15,0 1 1,-3-1-16,-1-1 15,1 1-15,1-2 16,0-1-16,-2 1 16,0 0-16,-2-1 15,-2 1-15,-1 0 16,2 0-16,-1 0 16,-1 0-16,-2 1 15,3 0 1,2-2-16,0 2 15,-3-1-15,-2 1 16,-4 1-16,2 1 16,1 1-16,2 2 15,0 1-15,-3 1 16,3 2-16,0 0 16,1 1-16,-1-1 15,0 0 1,-1 0-16,1-1 15,0 0-15,3 0 16,2 0-16,-1-3 16,-2 0-16,1-2 15,-2 0-15,1-2 16,-1 1-16,-1-1 16,0 1-16,3-1 15,-1 1-15,-3-1 16,1 1-1,-1-1-15,2 1 16,1 0-16,-3 0 16,2-2-16,-3 3 15,3 0-15,0 1 16,2 0-16,0 0 16,1 1-16,-4 2 15,-1-1-15,1 0 16,-2 0-1,0 1-15,0-1 16,0 1-16,1-1 16,-1 1-16,1-1 15,0 1-15,-1-1 16,0 1-16,0-1 16,-2-1-16,0-1 15,1 0-15,-2 0 16,-3 0-1,2 0-15,1 0 16,-1 0-16,2 0 16,-1 0-16,0 0 15,4 0-15,-5-1 16</inkml:trace>
  <inkml:trace contextRef="#ctx0" brushRef="#br0" timeOffset="73997.88">5188 8333 0,'0'0'0,"0"0"0,0 0 0,3-2 16,-3 2-16,12-9 16,-3 3-16,4-2 15,0-2-15,4-1 16,0 0-16,1-1 16,1 1-16,-3 0 15,0 2-15,-1-1 16,-4 3-1,1 1-15,0 0 16,0 1-16,2 1 16,0 0-16,0 0 15,2 2-15,0 1 16,1 1-16,3 1 16,0 3-16,0 1 15,-2 1-15,2 1 16,-2 0-16,1-1 15,4 2 1,4 1-16,1 1 16,-1-1-16,0-2 15,-2 1-15,1-2 16,4 1-16,3-1 16,-1-3-16,-2 1 15,-3-1-15,-3-1 16,4 2-1,2-1-15,1 1 16,-3-1-16,-3-1 16,1 0-16,-2-2 15,0 1-15,-2 0 16,3 0-16,2 0 16,-1-1-16,-3-1 15,-3 0-15,0 0 16,-1 0-1,1 1-15,1-1 16,3 0-16,-1 0 16,-1 0-16,-1-1 15,-1 1-15,1-1 16,0 0-16,2 1 16,0-1-16,2 1 15,-1 1-15,1-2 16,-3 2-16,0 2 15,2 0 1,1 1-16,-1 0 16,1 1-16,-4-2 15,0 0-15,0 1 16,-2-1-16,0 0 16,-2 1-16,0-2 15,-2 1-15,1-1 16,-1 1-1,-1-1-15,-1 1 16,1 0-16,0-1 16,-4 0-16</inkml:trace>
  <inkml:trace contextRef="#ctx0" brushRef="#br0" timeOffset="77431.69">12229 7114 0,'0'0'0,"0"0"16,0 0-16,0 0 15,0 0 1,0 0-16,0 0 16,-2 1-16,2-1 15,-5 19-15,4 7 16,2 9-16,0 5 15,1 0-15,-1 1 16,1-1-16,-1 2 16,-1-1-16,-1-4 15,1-5 1,0-5-16,3-6 16,1-7-1,-4-14 1</inkml:trace>
  <inkml:trace contextRef="#ctx0" brushRef="#br0" timeOffset="77998.73">12646 7123 0,'0'0'0,"0"0"16,0 2-16,0-2 15,0 0-15,-3 10 16,-1 2 0,-8 10-16,-5 7 15,0 0-15,0-2 16,1-2-16,2 3 15,0 1-15,5 1 16,7 1-16,5 0 16,6-1-16,17 3 31,8-5-15,6-11-16,0-9 15,-10-7-15,-2-7 16,-1-4-16,-3-3 15,-4-3-15,-5 2 16,-9 3-16,-2 0 16,-11-5-16,-11-1 15,-15-1-15,-7 2 16,0 10 0,1 2-16,5 6 15,4 4-15,7 1 16,9 0-16,4 1 15,10-8-15,-3 14 16,11-6-16</inkml:trace>
  <inkml:trace contextRef="#ctx0" brushRef="#br0" timeOffset="78964.92">12428 7782 0,'0'0'0,"1"2"0,-1-2 16,0 0-1,6 9-15,0 0 16,4 5-16,3 7 15,6 6-15,0-1 16,5 7-16,5-3 16,5 2-16,7-4 15,4-2-15,3-8 16,2-2 0,-1 0-16,1-2 15,-7-2-15,-4-3 16,-9-2-16,-3-3 15,-1 1-15,-5-2 16,-3-1-16,-6 0 16,-12-2-16,12 2 15,-12-2-15,0 0 16,0 0 0,0 0-16,0 0 15,0 0-15,-2-15 16,-10 0-16,1 2 15,-1 1-15,3 4 16,9 8-16,-13-10 16,13 10-16,-9-7 15,9 7-15,0 0 16,0 0-16,0 0 16,0 0-1,0 0-15,0 0 16,0 0-16,22 8 15,-5-1-15,0 0 16,-2 0-16,-4 1 16,-4 0-16,-3 0 15,-2 2-15,-5 3 16,-7 2-16,-12 1 16,-4 0-1,-3-4-15,3-1 31,10-5-31</inkml:trace>
  <inkml:trace contextRef="#ctx0" brushRef="#br0" timeOffset="79798.63">13586 7908 0,'0'0'0,"0"0"0,3-1 15,-3 1-15,13-9 16,-2 3-16,4 0 16,8 4-16,7 2 15,3 2-15,-3 1 16,-5 3-16,-1 2 16,-6 3-16,-3 4 15,-6 3 1,-5 2-16,-7 6 15,-4 1-15,-8 5 16,-5 1-16,-1-3 16,1-4-16,1-4 15,3-3-15,4-4 16,2-3-16,4-6 16,6-6-16,-1 8 15,12 0 1,15 5-16,13-1 15,5-4-15,-1-3 16,-4-5-16,-4 0 16,-8-5-16,-6-2 15,-4-11 1,-4-12 0,-4-9-16</inkml:trace>
  <inkml:trace contextRef="#ctx0" brushRef="#br0" timeOffset="80249.34">14142 8034 0,'0'0'0,"0"0"15,0 1-15,0-1 16,0 0-16,2 8 16,-2-8-1,0 7-15,-3 2 16,0 5-16,-1 6 15,0-5-15,0 2 16,0-1-16,2 0 16,2 1-16,3 5 15,6-1-15,3-2 16,1-3-16,4-3 16,6-2-16,8-4 15,0-4 1,3-5-16,-7-4 15,-6-3-15,-2-3 16,-5-3-16,-3-2 16,-6-3-16,-3-3 15,-6 2-15,-6 2 16,-1 3-16,-6 3 16,0 2-16,-2 2 15,1 3 1,5 2-16,0 0 15,-1 1-15,4 1 16,10 2-16</inkml:trace>
  <inkml:trace contextRef="#ctx0" brushRef="#br0" timeOffset="80981.33">14409 7999 0,'0'0'0,"1"2"16,-1-2-16,0 0 15,12 3 1,-1 1-16,6 0 15,4 1-15,2 1 16,3 0-16,4-1 16,2-1-16,3-2 15,0-2-15,0-1 16,-2-1-16,-1-3 16,-5-1-16,0-5 15,-4-2-15,-2-1 16,-4 0-1,-2 0-15,-1-4 16,0 2-16,-1-4 16,-4 3-16,-2-1 15,-2 2-15,-1 0 16,-2 4-16,-1 3 16,-1 9-16,-1-12 15,-7 3 1,-9-5-16,-9-2 15,-5 4-15,-1 4 16,0 3-16,6 4 16,5 1-16,7 0 15,14 0-15,-13 1 16,13-1-16,0 0 16,0 0-16,0 0 15,0 0-15,0 0 16,0 0-1,0 0-15,10-2 16,2-1-16,-2 1 16,-10 2-16,16-3 15,-16 3-15,12 1 16,-12-1-16,16 13 16,-7-1-16,-2 4 15,-2 0-15,0 0 16,-2-3-1,-1-6-15,-2-7 16</inkml:trace>
  <inkml:trace contextRef="#ctx0" brushRef="#br0" timeOffset="81514.86">14452 7297 0,'0'0'0,"0"0"0,0 0 15,0 0-15,0 0 16,0 0-16,0-2 16,0 2-16,13-7 15,0 2-15,3 0 16,4 2-16,2 3 15,-3 2 1,-3 1-16,-2 2 16,-3-1-16,-4 4 15,-2 0-15,1 4 16,-3 3-16,-2 1 16,-1-1-16,0 1 15,0-3-15,0 0 16,0-1-1,3 2-15,6 3 16,5 3-16,-1-2 16,0-3-16,-2-2 15,-3-3-15,-2-3 16,-3 0-16,-3 2 16,-6 4-16,-6 2 15,-7-1 1,-1-3-16,0-6 15,1-4-15,0-5 16,1-7-16,2-13 16,3-7-16</inkml:trace>
  <inkml:trace contextRef="#ctx0" brushRef="#br0" timeOffset="81931.53">14796 7341 0,'0'0'0,"0"0"16,4 2-16,-4-2 16,16 10-16,0 0 15,3 1-15,3 3 16,-3-1-16,-2 3 16,-4 1-16,-4-1 15,-3 0-15,-4-1 16,-2 1-16,-3 0 15,-2-3 1,-1-3-16,1-1 16,5-9-16,-7 10 15,7-10-15,0 0 16,-4 6-16,4-6 16,0 0-16,0 0 15,24 13-15,21-2 16,9 3-16,-9-6 15,-6 0 1,-5-4-16,-1 1 16,-4-1-16,-5-1 15,-5-1-15,-6 0 16,-2 0-16,-11-2 16,9-4-16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05T12:12:01.352"/>
    </inkml:context>
    <inkml:brush xml:id="br0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5487 3517 0,'0'0'0,"0"0"0,0 0 0,0 2 16,0-2-16,0 0 15,0 0-15,0 0 16,0 0-16,0 0 15,0 8-15,0-8 16,4 8 0,-4-8-16,7 10 15,-7-10-15,13 11 16,-3-7-16,7-2 16,8-7-16,10-3 15,9-7-15,11-11 16,8-6-16,5-9 15,1-1-15,-5 0 16,-1 2-16,-4 1 16,-8 7-1,-3 1-15,-5 4 16,-6 5-16,-2 3 16,-10 5-16,-7 6 15,-5 3-15,-13 5 16,14-3-16,-14 3 15,0 0-15,10 0 16,-10 0 0,0 0-16,0 0 15,0 0-15,2 8 16,-2-8-16,0 0 16,0 0-16,0 6 15,0-6-15,0 0 16,0 0-16</inkml:trace>
  <inkml:trace contextRef="#ctx0" brushRef="#br0" timeOffset="2565.53">5184 4276 0,'0'0'0,"0"0"15,0 0-15,0 0 16,0 0-16,0 0 15,0 3-15,0-3 16,2 14-16,-1-2 16,1 2-16,0-1 15,0-2 1,0 0-16,-2-2 16,1-3-16,-1-6 15,2 9-15,-2-9 16,1 7-16,-1-7 15,0 0-15,5 8 16,-5-8-16,15 8 16,-1-6-16,9-5 15,9-3-15,10-9 16,9-9 0,9-8-16,3-7 15,1-1-15,3-3 16,-4-1-16,3-5 15,-1 1-15,-5 2 16,-2 3-16,-3 2 16,-4 2-16,-3 5 15,-1 5-15,-7 6 16,-5 5 0,-3 5-16,-5 0 15,-6 5-15,-6 2 16,-5 1-16,-10 5 15,10-4-15,-10 4 16,0 0-16,0 0 16,0 0-16,10-2 15,-10 2-15,0 0 16,0 0 0,0 0-16,0 0 15,0 0-15,0 0 16,0 0-16,0 0 15,0 0-15,0 0 16,0 0-16,0 0 16,0 0-16,0 0 15,0 0 1,0 0-16,0 0 16,0 0-16,0 0 15,0 0-15,0 0 16,0 0-16,0 0 15,0 0-15,0 0 16,0 0-16,0 0 16,0 0-16,0 0 15,0 0 1,0 0-16,0 0 16,0 0-16,0 0 15,0 0-15,0 0 16,0 0-16,0 0 15,0 0-15,0 0 16,0 0-16,0 0 16,0 0-16,0 0 15,0 0-15,10 3 16,-10-3 0,0 0-16,0 0 15,0 0-15,0 0 16,0 0-16,0 0 15,0 0-15,0 0 16,0 0-16,0 0 16,0 0-16,20 5 15,16-16-15</inkml:trace>
  <inkml:trace contextRef="#ctx0" brushRef="#br0" timeOffset="4899.22">5659 4761 0,'0'0'0,"0"0"0,0 0 15,0 0-15,0 0 16,0 0-16,0 4 16,0 3-16,1 3 15,0 1 1,0 3-16,0-2 15,-1-4-15,0-8 16,0 0-16,1 7 16,-1-7-16,0 0 15,3 7-15,-3-7 16,12 1-16,10-3 16,20-8-1,21-21-15,14-9 16,10-15-16,2-2 15,1-1-15,4-2 16,-4 6-16,1 3 16,-7 7-16,-4 0 15,-6 6-15,-3 1 16,-7 5-16,-2-1 16,-7 5-1,-3 3-15,-4 2 16,-7 4-16,-5 2 15,-5 3-15,-6 2 16,-4 3-16,-4 2 16,-6 3-16,-11 4 15,12-6-15,-12 6 16,0 0-16,0 0 16,0 0-1,10-4-15,-10 4 16,0 0-16,0 0 15,0 0-15,0 0 16,0 0-16,0 0 16,0 0-16,0 0 15,0 0-15,0 0 16,0 0-16,0 0 16,0 0-16,0 0 15,0 0 1,0 0-16,0 0 15,0 0-15,0 0 16,0 0-16,0 0 16,0 0-16,0 0 15,0 0-15,0 0 16,0 0-16,0 0 16,0 0-1,0 0-15,0 0 0,0 0 16,0 0-1,0 0-15,0 0 16,8 7-16,-8-7 16,0 0-16,0 0 15,0 0-15,0 0 16,0 0-16,0 0 16,0 0-16,0 0 15,0 0 1,0 0-16,0 0 15,0 0-15,0 0 16,0 0-16,0 0 16,0 0-16,0 0 15,0 0-15,0 0 16,0 0-16,0 0 16,0 0-1,0 0-15,0 0 16,0 0-16,0 0 15,0 0-15,0 0 16,0 0-16,0 0 16,0 0-16,0 0 15,0 0-15,0 0 16,0 0-16,0 0 16,0 0-1,0 0-15,0 0 16,0 0-16,0 0 15,0 0-15,0 0 16,0 0-16,0 0 16,0 0-16,0 0 15,0 0-15,0 0 16,0 0-16,0 0 16,0 0-16,0 0 15,0 0 1,0 0-16,0 0 15,0 0-15,0 0 16,0 0-16,0 0 16,0 0-16,0 0 15,0 0-15,0 0 16,0 0-16,0 0 16,0 0-16,0 0 15,0 0 1,0 0-16,0 0 15,0 0-15,0 0 16,0 0-16,0 0 16,0 0-16,0 0 15,0 0-15,0 0 16,0 0-16,0 0 16,0 0-16,0 0 15,0 0-15,0 0 16,0 0-1,0 0-15</inkml:trace>
  <inkml:trace contextRef="#ctx0" brushRef="#br0" timeOffset="5832.56">4279 5375 0,'0'0'0,"0"0"0,0 0 16,0 0-16,0 2 16,0-2-16,7 8 15,-1 2-15,1 2 16,2 0-16,2-2 15,1 0 1,3-3-16,6-4 16,7-5-16,13-11 15,16-17-15,12-13 16,11-12-16,2-7 16,-2 0-16,1-1 15,-7 6-15,-2 1 16,-10 10-1,-6 6-15,-8 8 16,-8 6-16,-5 8 16,-1 3-16,-4 5 15,1 4-15,1 0 16,0 1-16</inkml:trace>
  <inkml:trace contextRef="#ctx0" brushRef="#br0" timeOffset="8782.86">4117 4541 0,'0'0'0,"0"0"0,0 2 16,0-2-16,0 0 15,0 0-15,0 0 16,10 7-16,5-1 15,7-1-15,4-3 16,1-2-16,0-2 16,1-1-1,4 0-15,4-3 16,2-1-16,-3-1 16,-3 1-16,1-3 15,4 1-15,1-1 16,-1 0-16,-3 1 15,5-1-15,-2 1 16,3-1-16,-4 1 16,-1 1-16,1 2 15,-3 0 1,-2 0-16,-1 3 16,-2-1-16,-4 2 15,-1 0-15,-4 1 16,-5 0-16,-3 0 15,-11 1-15,13 0 16,-13 0-16,0 0 16,0 0-1,0 0-15,10 1 16,-10-1-16,0 0 16,0 0-16,0 0 15,0 0-15,0 0 16,0 0-16,0 0 15,0 0-15,0 0 16</inkml:trace>
  <inkml:trace contextRef="#ctx0" brushRef="#br0" timeOffset="11232.82">4888 7158 0,'0'0'0,"0"0"15,0 0-15,0 0 16,0 0-16,0 0 16,0 0-16,0 0 15,6-1-15,5 0 16,6 0-16,4-1 16,3-1-1,3 1-15,2 0 16,-1-1-16,-3 0 15,-1 1-15,-2 0 16,-1-1-16,0 1 16,-4 0-16,1 1 15,-2 0-15,-2 2 16,-1 2-16,-13-3 16,13 2-1</inkml:trace>
  <inkml:trace contextRef="#ctx0" brushRef="#br0" timeOffset="14364.83">6209 6556 0,'0'0'0,"0"0"16,0 0-16,0 0 16,0 0-16,-2-2 15,2 2-15,0 0 16,-14-6-1,14 6-15,-19-11 16,9 6-16,-3-3 16,-2 1-16,-6-2 15,-3-3-15,1 2 16,-1 0-16,4 3 16,-2 1-16,0 1 15,0 2 1,0-2-16,1 1 15,0 0-15,2 0 16,2 1-16,0 0 16,0 1-16,0 1 15,-2 3-15,-1 1 16,-1 2-16,2 1 16,0-1-1,-1 3-15,1 1 16,1 0-16,0 3 15,3 0-15,-1 3 16,0 2-16,-2 7 16,-1 2-16,0 2 15,3-4-15,-1 2 16,0 0-16,0 5 16,0 1-16,4-7 15,0 4 1,2 1-16,1 0 15,4 3-15,3-3 16,2 0-16,2 1 16,1-2-16,2 0 15,3 0-15,3 1 16,2-3-16,4-1 16,4-3-16,8 1 15,4-1 1,1-5-16,-2-3 15,2 0-15,1-4 16,3-2-16,2-3 16,2-3-16,0 0 15,0-3-15,-1-2 16,-2-2-16,1-4 16,-6 1-16,1-2 15,0-2 1,1-2-16,3-6 15,-2-3-15,-2-1 16,-2-4-16,-2 0 16,-3-2-16,-2 0 15,-2-3-15,-4-2 16,-1-2-16,-5-1 16,-5 1-16,-2 2 15,-4 3-15,-3-2 16,-3 2-1,-3-2-15,-2 2 16,-3 3-16,-5-1 16,-4 3-16,-3 1 15,-3 2-15,-1 1 16,2 1-16,-1 3 16,6 3-16,0 2 15,0 0-15,-1 2 16,1 1-1,1 1-15,4 1 16,4 3-16,2 0 16,10 5-16,-13-4 15,13 4-15,0 0 16,0 0-16,0 0 16,-12-5-16,12 5 15,0 0 1,0 0-16,0 0 15,0 0-15,0 0 16,0 0-16,0 0 16,0 0-16,0 0 15,0 0-15,0 0 16,0 0-16,0 0 16,0 0-16,0 0 15,0 0 1,0 0-16,0 0 15,-7 7-15,7-7 16,0 0-16,0 0 16,0 0-16,0 0 15,0 0-15,0 0 16,0 0-16,0 0 16,0 0-16,0 0 15,0 0-15,0 0 16,0 0-1,0 0-15,0 0 16,0 0-16,0 0 16,0 0-16,0 0 15,0 0-15,0 0 16,0 0-16,0 0 16,0 0-16,0 0 15,0 0-15,0 0 16,0 0-16,0 0 15,0 0 1,0 0-16,0 0 16,0 0-16,0 0 15,0 0-15,0 0 16,0 0-16,0 0 16,0 0-16,0 0 15,0 0-15,0 0 16,0 0-1,0 0-15,0 0 16,0 0-16,0 0 16,0 0-16,0 0 15,0 0-15,3 7 16,-3-7-16,0 0 16,0 0-16,0 0 15,0 0-15,0 0 16,0 0-1,0 0-15,0 0 16,0 0-16,0 0 16,0 0-16,0 0 15,0 0-15,0 0 16,0 0-16,0 0 16,0 0-16,0 0 15,0 0-15,0 0 16,0 0-1,0 0-15,0 0 16,0 0-16,0 0 16,0 0-16,0 0 15,0 0-15,0 0 16,0 0-16,0 0 16,0 0-16,0 0 15,0 0-15,0 0 16,0 0-1,0 0-15,0 0 16,0 0-16,0 0 16,0 0-16,0 0 15,0 0-15,0 0 16,0 0-16,0 0 16,0 0-16,0 0 15,0 0-15,0 0 16,0 0-16,0 0 15,0 0 1,0 0-16,0 0 16,0 0-16,0 0 15,0 0-15,0 0 16,0 0-16,0 0 16,0 0-16,0 0 15,0 0-15,0 0 16,0 0-16,0 0 15,0 0 1,0 0-16,0 0 16,0 0-16,0 0 15,0 0-15,0 0 16,0 0-16,0 0 16,0 0-16,0 0 15,0 0-15,0 0 16,0 0-16,0 0 15,0 0 1,0 0-16,0 0 16,0 0-16,0 0 15,0 0-15,0 0 16,0 0-16,0 0 16,0 0-16,0 0 15,0 0-15,0 0 16,0 0-16,0 0 15,0 0-15,0 0 16,0 0 0,0 0-16,0 0 15,0 0-15,0 0 16,0 0-16,0 0 16,0 0-16,2-7 15</inkml:trace>
  <inkml:trace contextRef="#ctx0" brushRef="#br0" timeOffset="15016.48">5166 4969 0,'0'0'0,"0"0"15,0 0-15,0 0 16,0 0-16,0 0 16,0 0-16,0 0 15,0 0-15,0 0 16,0 0-16</inkml:trace>
  <inkml:trace contextRef="#ctx0" brushRef="#br0" timeOffset="16765.45">3754 8250 0,'0'0'0,"0"0"15,0 0-15,0 0 16,0 0-16,0 0 16,0 0-16,0 0 15,0 0-15,0 0 16,8 0-16,7-2 15,11-2-15,5 1 16,-2 1-16,4 0 16,6 1-1,4 2-15,0 0 16,-5 2-16,-2-2 16,3 1-16,0 0 15,-2-1-15,-8 0 16,-7 0-16,-4 0 15,-4-1-15,-4 1 16,-10-1-16,13 1 16,-13-1-16,0 0 15,0 0 1,0 0-16,9 3 16,-9-3-16,0 0 15,0 0-15,0 0 16,0 0-16,0 0 15,0 0-15,5 7 16,-5-7-16,0 0 16,0 0-1,0 0-15,0 0 16,0 0-16,5 7 16,-5-7-16,0 0 15,0 0-15,0 0 16,0 0-16,0 0 15,0 0-15,0 0 16,0 0-16,0 0 16,0 0-16,0 0 15,0 0 1,0 0-16,0 0 16,0 0-16,0 0 15,0 0-15,0 0 16,0 0-16,0 0 15,0 0-15,0 0 16,0 0-16,0 0 16,0 0-16,0 0 15,0 0 1,0 0-16,0 0 16,0 0-16,0 0 15,0 0-15,2-11 16</inkml:trace>
  <inkml:trace contextRef="#ctx0" brushRef="#br0" timeOffset="18898.79">4629 8215 0,'0'0'0,"0"0"16,0 0-16,3 3 16,-3-3-16,0 0 15,0 0-15,11 7 16,-11-7-16,26 7 15,3-6-15,7-1 16,5-2 0,2 0-16,1-2 0,2-3 15,2 0 1,1-1-16,1 1 16,2-2-16,3 2 15,1-1-15,1 1 16,0 1-16,1 2 15,1 0-15,3 3 16,-4-2-16,-1 1 16,0 1-16,-3-1 15,1-2-15,-2-3 16,-8-1 0,-4-3-16,-6-1 15,-4-5-15,-1-3 16,-1-3-16,-5-1 15,-3-3-15,-3-3 16,-5-2-16,-6-2 16,-5-3-16,-5 0 15,0-2-15,-4 1 16,-2 2 0,-3 0-16,-3 5 15,1 0-15,-2 6 16,0 1-16,-1-1 15,1 5-15,0 1 16,-4-1-16,-7 2 16,-6 1-16,-7 5 15,-7 3-15,-5 4 16,-1 1 0,-2 3-16,1 1 15,0 0-15,-3 0 16,1 0-16,3 0 15,0 0-15,6 0 16,1 0-16,-1 0 16,1-1-16,2 0 15,6-1 1,0-1-16,1-1 16,2 1-16,2 1 15,5 1-15,1-1 16,4 1-16,1 0 15,2 0-15,3 0 16,2 0-16,5 1 16,10 0-16,-12 0 15,12 0-15,0 0 16,0 0 0,-10 0-16,10 0 15,0 0-15,-10 8 16,-2 6-16,-4 11 15,2 2-15,1 3 16,-1 5-16,3 2 16,0 1-16,1 0 15,0-1-15,1-2 16,0 2-16,2-2 16,0-2-1,3-1-15,-1-7 16,4-4-16,-1-2 15,1-1-15,3 0 16,2 1-16,3 1 16,2 0-16,1 1 15,-1-3-15,4 1 16,0 0 0,0-1-16,-1-2 15,-1-1-15,0-2 16,-2-1-16,-1-3 15,-2-2-15,-6-7 16,8 11-16,-8-11 16,0 0-16,8 8 15,-8-8-15,0 0 16,0 0-16,0 0 16,0 0-1,0 0-15,0 0 16,10 4-16,-10-4 15,0 0-15,0 0 16,0 0-16,0 0 16,0 0-16,0 0 15,0 0-15,0 0 16,0 0-16,0 0 16,0 0-1,0 0-15,0 0 16,0 0-16,0 0 15,0 0-15,0 0 16,0 0-16,0 0 16,0 0-16,0 0 15,0 0-15,0 0 16,0 0 0,4 6-16,-4-6 15,0 0-15,0 0 16,0 0-16,0 0 15,0 0-15,0 0 16,0 0-16,0 0 16,0 0-16,0 0 15,0 0-15,0 0 16,0 0 0,0 0-16,0 0 15,0 0-15,0 0 16,0 0-16,0 0 15,2 7-15,-2-7 16,0 0-16,0 0 16,0 0-16,0 0 15,0 0-15,0 0 16,0 0-16,0 0 16,0 0-1,0 0-15,0 0 16,0 0-16,0 0 15,0 0-15,0 0 16,0 0-16,0 0 16,0 0-16,0 0 15,0 0-15,0 0 16,0 0-16,0 0 16,0 0-1,2-9-15,-5-2 16,-1-4-16</inkml:trace>
  <inkml:trace contextRef="#ctx0" brushRef="#br0" timeOffset="23098.69">11612 2676 0,'4'0'0,"8"-5"0,10-1 15,40-5-15,14 3 16,14 1-16,4 3 16,8 3-1,13 4-15,1-2 16,16 0-16,-5-20 16,8 1-16,-2 1 15,5 9-15,-4 14 16,-4-7-16,-2 0 15,-10-4 1,-2 0-16,-9 2 16,-3 8-16,-8 0 15,-4 0-15,-4 0 16,-6-8-16,-2-1 16,-7-1-16,-6-2 15,-10 0-15,-10 3 16,-10 0-16,-7 0 15,-9-1-15,-5 3 16,-6 0 0,-10 2-16,10-2 15,-10 2-15,0 0 16,0 0-16,0 0 16,0 0-16</inkml:trace>
  <inkml:trace contextRef="#ctx0" brushRef="#br0" timeOffset="28482.17">13173 3775 0,'0'0'0,"0"0"0,0 0 0,0 0 16,-2-1-16,2 1 15,0 0 1,0 0-16,0 0 15,-8 7-15,8-7 16,0 0-16,-5 6 16,5-6-16,0 0 15,-4 6-15,4-6 16,0 0-16,-1 8 16,1-8-1,0 0-15,0 0 16,0 0-16,0 0 15,23 11-15,7-5 16,13-11-16,6 1 16,4-9-16,0-2 15,1 2-15,4-2 16,-9 2-16,-3 0 16,-9 3-16,-2 1 15,-4 0 1,-8 3-16,-1 0 15,-5 2-15,-4 1 16,-2-1-16,-11 4 16,16-6-16,-16 6 15,0 0-15,10-4 16,-10 4-16,0 0 16,0 0-16,0 0 15,0 0-15,0 0 16,0 0-1,9-7-15,-9 7 16,0 0-16,0 0 16,0 0-16,0 0 15,0 0-15,0 0 16,17 1-16,-5-6 16,2-3-16,-3 1 15,-11 7 1,16-10-16,-16 10 15,0 0-15,10-6 16,-10 6-16,0 0 16,0 0-16,0 0 15,0 0-15,0 0 16,0 0-16,0 0 16,0 0-16,10-1 15,-10 1 1,0 0-16,0 0 15,0 0-15,0 0 16,0 0-16,0 0 16,0 0-16,0 0 15,0 0-15,0 0 16,0 0-16,0 0 16,0 0-1,0 0-15,0 0 16,0 0-16,0 0 15,0 0-15,0 0 16,10 0-16,-10 0 16,0 0-16,0 0 15,0 0-15,0 0 16,0 0-16,0 0 16,0 0-16,0 0 15,0 0-15,0 0 16,0 0-1,0 0-15,0 0 16,0 0-16,0 0 16,0 0-16,0 0 15,0 0-15,0 0 16,0 0-16,0 0 16,0 0-16,0 0 15,0 0 1,0 0-16,0 0 15,0 0-15,0 0 16,0 0-16,0 0 16,0 0-16,0 0 15,0 0-15,0 0 16,8 7-16,-8-7 16,0 0-16,0 0 15,0 0-15,0 0 16,0 0-1,0 0-15,0 0 16,0 0-16,0 0 16,0 0-16,0 0 15,0 0-15,0 0 16,0 0-16,0 0 16,0 0-16,4 8 15,-4-8-15,0 0 16,0 0-1,0 0-15,0 0 16,0 0-16,0 0 16,0 0-16,0 0 15,0 0-15,0 0 16,0 0-16,0 0 16,0 0-16,0 0 15,0 0-15,0 0 16,0 0-16,0 0 15,0 0 1,0 0-16,0 0 16,0 0-16,0 0 15,0 0-15,0 0 16,0 0-16,0 0 16,0 0-16,0 0 15,0 0 1,0 0-16,0 0 15,1-7-15,-1 7 16,0 0-16,0 0 16,0 0-16,0 0 15,0 0-15,0 0 16,0 0-16,0 0 16,0 0-16,0 0 15,0 0-15,0 0 16,0 0-1,0 0-15,0 0 16,0 0-16,0 0 16,0 0-16,0 0 15,0 0-15,0 0 16,0 0-16,0 0 16,0 0-16,0 0 15,0 0-15,0 0 16,0 0-1,0 0-15,0 0 16,0 0-16,0 0 16,0 0-16,0 0 15,0 0-15,0 0 16,0 0-16,0 0 16,0 0-16,0 0 15</inkml:trace>
  <inkml:trace contextRef="#ctx0" brushRef="#br0" timeOffset="31198.58">11838 4491 0,'0'0'0,"0"0"15,0 0-15,0 0 16,3 0-16,-3 0 15,10 0 1,-10 0-16,22 0 16,-3 0-16,5-1 15,3-3-15,-1-2 16,3 1-16,3-1 16,-1 1-16,5-1 15,1-1-15,1 1 16,7-1-1,-2-1-15,-2 2 16,1 0-16,-4 1 16,2-1-16,-3 4 15,3 1-15,-3 1 16,0 1-16,1 0 16,-1-1-16,-1 1 15,-5 0-15,-2 0 16,0-3-1,-2 1-15,-1-1 16,-1 1-16,-1-1 16,-2 0-16,-2 1 15,-3-1-15,0 1 16,-3 1-16,-2-1 16,-2 0-16,-10 1 15,14-2-15,-14 2 16,0 0-16,11-2 15,-11 2-15,0 0 16,0 0 0,0 0-16,0 0 15,0 0-15,10-1 16,-10 1-16,0 0 16,0 0-16,0 0 15,0 0-15,0 0 16,0 0-16,0 0 15,0 0 1,0 0-16,0 0 16,0 0-16,0 0 15,0 0-15,0 0 16,0 0-16,0 0 16,0 0-16,0 0 15,0 0-15,0 0 16,0 0-16,0 0 15,0 0-15,0 0 16,0 0 0,0 0-16,0 0 15,0 0-15,0 0 16,0 0-16,0 0 16,0 0-16,0 0 15,0 0-15,0 0 16,0 0-16,0 0 15,0 0-15,0 0 16,0 0 0,0 0-16,0 0 15,0 0-15,0 0 16,0 0-16,0 0 16,0 0-16,0 0 15,10 1-15,-10-1 16,0 0-16,0 0 15,0 0 1,0 0-16,0 0 16,0 0-16,0 0 15,0 0-15,0 0 16,0 0-16,0 0 16,0 0-16,0 0 15,0 0-15,0 0 16,0 0-16,0 0 15,0 0 1,0 0-16,0 0 16,0 0-16,0 0 15,0 0-15,0 0 16,0 0-16,0 0 16,0 0-16,0 0 15,0 0-15,0 0 16,0 0-16,0 0 15,0 0-15,0 0 16,0 0 0,0 0-16,0 0 15,0 0-15,0 0 16,0 0-16,0 0 16,0 0-16,0 0 15,0 0-15,0 0 16,0 0-16,0 0 15,0 0-15,0 0 16,0 0 0,0 0-16,0 0 15,0 0-15,0 0 16,0 0-16,0 0 16,0 0-16,0 0 15,0 0-15,0 0 16,0 0-16,0 0 15,0 0-15,0 0 16,6 7-16,-6-7 16,0 0-1,0 0-15,0 0 16,0 0-16,0 0 16,0 0-16,0 0 15,0 0-15,0 0 16,0 0-16,0 0 15,0 0-15,0 0 16,0 0 0,0 0-16,0 0 15,0 0-15,0 0 16,0 0-16,0 0 16,0 0-16,0 0 15,0 0-15,0 0 16,0 0-16,0 0 15,0 0-15,0 0 16,0 0 0,0 0-16,0 0 15,0 0-15,0 0 16,0 0-16,0 0 16,0 0-16,0 0 15,0 0-15,0 0 16,0 0-16,0 0 15,0 0 1,0 0-16,0 7 16,0-7-16,0 0 15,0 0-15,0 0 16,0 0-16,0 0 16,0 0-16,0 0 15,0 0-15,0 0 16,0 0-16,0 0 15,0 0-15,0 0 16,0 0-16,0 0 16,0 0-1,0 0-15,0 0 16,0 0-16,0 0 16,0 0-16,0 0 15,0 0-15,0 0 16,0 0-16,0 0 15,0 0-15,0 0 16,0 0-16,0 0 16,0 0-16,0 0 15,0-7 1</inkml:trace>
  <inkml:trace contextRef="#ctx0" brushRef="#br0" timeOffset="33165.58">12461 5052 0,'0'0'0,"0"0"0,0 0 16,0 2-16,0-2 15,0 0 1,0 0-16,0 0 16,10 2-16,0 0 15,8-4-15,9-5 16,7-5-16,4 0 15,-3 0-15,8 0 16,4 4-16,0-1 16,2 2-16,3 2 15,-1 2-15,-2 1 16,0 0 0,-4 1-16,-1 0 15,-2 0-15,-3 1 16,-5 0-16,-2 0 15,-3 0-15,-3 0 16,-1-1-16,-4-2 16,-3 0-16,-5-1 15,-1 1 1,-12 3-16,11-5 16,-11 5-16,0 0 15,0 0-15,0 0 16,11-3-16,-11 3 15,0 0-15,0 0 16,0 0-16,0 0 16,0 0-16,0 0 15,0 0-15,0 0 16,0 0 0,0 0-16,0 0 15,0 0-15,0 0 16,0 0-16,0 0 15,0 0-15,0 0 16,0 0-16,0 0 16,0 0-16,0 0 15,0 0-15,0 0 16,0 0-16,0 0 16,0 0-1,0 0-15,0 0 16,0 0-16,0 0 15,0 0-15,0 0 16,0 0-16,0 0 16,0 0-16,0 0 15,0 0-15,0 0 16,0 0 0,9-7-16,-9 7 15,0 0-15,0 0 16,0 0-16,0 0 15,0 0-15,0 0 16,-11-22-16</inkml:trace>
  <inkml:trace contextRef="#ctx0" brushRef="#br0" timeOffset="34732.08">11935 4588 0,'0'0'0,"1"-1"0,-1 1 16,0 0-16,0 0 15,0 0-15,0 0 16,0 0-16,0 0 16,0 0-1,0 0-15,0 0 16,0 0-16,0 0 15,10-1-15,-10 1 16,0 0-16,0 0 16,0 0-16,0 0 15,0 0-15,0 0 16,0 0-16,0 0 16,0 0-16,0 0 15</inkml:trace>
  <inkml:trace contextRef="#ctx0" brushRef="#br0" timeOffset="35782.06">12313 4058 0,'0'0'0,"0"0"0,0 0 16,0 0-16,0 0 16,0 0-16,0 0 15,0 0-15,0 2 16,0-2-16</inkml:trace>
  <inkml:trace contextRef="#ctx0" brushRef="#br0" timeOffset="38432.51">13504 7107 0,'0'0'0,"0"0"16,0 2-16,0-2 15,0 0-15,0 0 16,0 0-16,12 5 15,0-4 1,9-1-16,10 2 16,8 0-16,3-5 15,11-3-15,2 0 16,7-1-16,4 1 16,1 2-16,3 2 15,-1 4-15,-2 1 16,9 0-16,-6-1 15,-2 0 1,-5-1-16,-9 1 16,-3-1-16,-5 1 15,-7-1-15,-6-1 16,-8-1-16,-6-2 16,-3 0-16,-4-1 15,-12 4-15,15-13 16,-9 5-16,0-2 15,-4-8-15,0-8 16,-3-6 0,-1-8-16,-2-3 15,0-1-15,-1-4 16,0 4-16,-1-3 16,1 3-16,-1-5 15,-2 3-15,-5 5 16,-3 3-16,-4 2 15,-7 1-15,-6 2 16,-10 3-16,-10 5 16,-5 6-1,-14 4-15,4 7 16,-1 4-16,-4 4 16,9 4-16,-3 0 15,-1-1-15,6 2 16,2-1-16,1-1 15,5 1-15,2-1 16,3 0-16,2 0 16,3-1-1,7-2-15,4 0 16,5 0-16,1 0 16,2 1-16,3 3 15,0 0-15,1 4 16,3 2-16,2 4 15,1 3-15,3 2 16,1 5-16,3-2 16,3 7-1,2-1-15,3 4 16,1 13-16,3-8 16,1 15-16,2-6 15,0-1-15,2 3 16,0-13-16,2 8 15,-2-10-15,-1 2 16,1-6 0,-1-5-16,0-3 15,-1-6-15,1-2 16,-3-6-16,0 1 16,-5-8-16,7 6 15,-7-6-15,0 0 16,10 1-16,-10-1 15,14-16-15,-3-5 16</inkml:trace>
  <inkml:trace contextRef="#ctx0" brushRef="#br0" timeOffset="39615.62">13974 6382 0,'0'0'0,"0"0"16,0 0-16,1-1 16,-1 1-16,-3-10 15,0 1-15,-2-5 16,-3 0-16,-4-4 15,-7-4-15,-6-5 16,-4-3-16,-4-6 16,-2-2-16,-1 0 15,-3-6 1,3-2-16,-2-13 16,7 7-16,1 5 15,-4-9-15,4 6 16,-2-8-16,4 4 15,6 12-15,-4-5 16,0 1-16,2 1 16,1 2-1,1 2-15,2 5 16,1 3-16,1 4 16,1 2-16,-2 0 15,0 1-15,1 3 16,1 4-16,1 0 15,2 2-15,0 2 16,5 2-16,1 3 16,4 1-1,4 9-15,-8-9 16,8 9-16,0 0 16,0 0-16,0 0 15,-4-7-15,4 7 16,0 0-16,0 0 15,0 0-15,0 0 16,0 0-16,0 0 16,0 0-1,0 0-15,0 0 16,0 0-16,0 0 16,0 0-16,0 0 15,0 0-15,0 0 16,0 0-16,0 0 15,0 0-15,0 0 16,0 0-16,0 0 16,0 0-16,0 0 15,0 0 1,0 0-16,0 0 16,0 0-16,0 0 15,0 0-15</inkml:trace>
  <inkml:trace contextRef="#ctx0" brushRef="#br0" timeOffset="41615.73">12976 8328 0,'0'0'0,"0"0"0,0 0 15,0 0-15,1-2 16,-1 2-16,7-6 16,-7 6-1,12-12-15,-1 3 16,6-2-16,10 0 15,10 0-15,9 1 16,2 0-16,7 0 16,3 0-16,3-1 15,8 0-15,0 0 16,1 0 0,3 1-16,-5 5 15,-4 0-15,-2 0 16,1 0-16,-3 0 15,6 0-15,-5-2 16,-7 0-16,-1 0 16,-6 0-16,-1-1 15,-2 1-15,-4-1 16,-6 1-16,-7 2 16,-5-1-1,-5 3-15,-8 0 16,-9 3-16,10-1 15,-10 1-15,0 0 16,0 0-16,10-4 16,-10 4-16,0 0 15,0 0-15,0 0 16,0 0 0,0 0-16,0 0 15,0 0-15,0 0 16,0 0-16,0 0 15,0 0-15,0 0 16,0 0-16,0 0 16,0 0-16,0 0 15,0 0-15,0 0 16,0 0 0,0 0-16,0 0 15,0 0-15,0 0 16,0 0-16,0 0 15,0 0-15,0 0 16,0 0-16,0 0 16,0 0-16,0 0 15,0 0-15,0 0 16,0 0-16,0 0 16,9 7-1,-9-7-15,0 0 16,0 0-16,0 0 15,0 0-15,0 0 16,0 0-16,0 0 16,0 0-16,0 0 15,0 0-15,0 0 16,0 0-16,0 0 16,0 0-1,0 0-15,0 0 16,0 0-16,0 0 15,0 0-15,0 7 16,0-7-16,0 0 16,0 0-16,0 0 15,0 0-15,0 0 16,0 0-16,0 0 16,0 0-16,0 0 15,0 0 1,0 0-16,0 0 15,0 0-15,0 0 16,0 0-16,0 0 16,0 0-16,0 0 15,0 0-15,0 0 16,0 0-16,-8-17 16,-43-32-1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05T12:12:52.267"/>
    </inkml:context>
    <inkml:brush xml:id="br0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4861 4067 0,'0'0'0,"0"0"0,0 0 0,0 0 15,0 0-15,0 0 16,0 0-16,0 0 15,0 0-15,2 4 16,-2-4-16,14 18 16,5-2-16,11 1 15,9-1-15,5-4 16,5-3 0,9-3-16,3-1 15,6-3-15,3-2 16,8 1-16,6 0 15,2 0-15,2-1 16,5 1-16,-3 0 16,5-1-16,0 0 15,-1 0 1,2 0-16,-1 0 0,-1 0 16,0 0-1,-3 0-15,2 0 16,-1-1-16,1 0 15,-1-1-15,2-1 16,-2 1-16,4-1 16,-1 1-16,0-1 15,-3 1-15,-1-1 16,-1 0-16,-1-1 16,-1 0-1,-3 1-15,-4 0 16,-1 0-16,-6-2 15,0 0-15,-3-1 16,-7 2-16,2-3 16,-6 2-16,1-1 15,-2 0-15,-5 1 16,-4-1-16,-6 0 16,-5 2-1,-7 0-15,-5 1 16,-6 0-16,-7 2 15,-14 1-15,16-2 16,-16 2-16,0 0 16,0 0-16,10 0 15,-10 0-15,0 0 16,0 0-16,0 0 16,0 0-16,0 0 15,0 0 1,0 0-16,0 0 15,0 0-15,0 0 16,0 0-16,2 7 16,-2-7-16,0 0 15,0 0-15,0 0 16,0 0-16,0 0 16,0 0-1,0 0-15,0 0 16,0 0-16,0 0 15,0 0-15,0 0 16,0 0-16,0 6 16,0-6-16,0 0 15,0 0-15,0 0 16,0 0-16,0 0 16,0 0-1,0 0-15,0 0 16,0 0-16,0 0 15,0 0-15,0 0 16,0 0-16,0 0 16,11 5-16,-11-5 15,0 0-15,0 0 16,0 0-16,0 0 16,0 0-1,0 0-15,10-3 16,-10 3-16,0 0 15,0 0-15,0 0 16,15-3-16,-1 2 16,8 0-16,7 1 15,4-1-15,3 1 16,-3-2-16,-1 1 16,-2-1-16,2-1 15,-1-1 1,-2-1-16,-3 0 15,-1 0-15,-5 1 16,-3-1-16,-2 0 16,-4 2-16,-11 3 15,15-5-15,-15 5 16,0 0-16,0 0 16,10-5-1,-10 5-15,7-12 16,-3-4-16,1-8 15,-2-9-15,-2-7 16,-1-5-16,-1-1 16,0-3-16,0-3 15,-1-3-15,1 6 16,1 1-16,2 5 16,0 0-16,1 6 15,-1 6 1,0 5-16,0 6 15,-2 4-15,1 5 16,-1 3-16,0 8 16,0-8-16,0 8 15,0 0-15,0 0 16,0 0-16,-7-7 16,7 7-16,0 0 15,0 0 1,-10 0-16,10 0 15,-29-7-15,-12-3 16,-8-4-16,9 1 16,7-1-16,2-1 15,-7-3-15,-6-1 16,0-2-16,0 1 16,-1 1-16,-3 0 15,-3 3 1,-2 3-16,-3 1 15,-5 1-15,-5 0 16,0 3-16,-4 1 16,-3 1-16,0 2 15,-4 1-15,-2 0 16,-2 3-16,-1 1 16,-3 1-16,-1 0 15,-2 0 1,-1 1-16,0 2 15,0-2-15,1 0 16,2 0-16,0-1 16,3 0-16,-2 1 15,3 0-15,-3-3 16,2-3-16,-1-2 16,3-1-16,0 0 15,-1 0 1,0 1-16,-3-1 15,6 0-15,0 2 16,4-1-16,0 0 16,-7 0-16,9 0 15,-2 2-15,4 0 16,3 2-16,-2 1 16,3 1-16,2 0 15,2 0 1,4 0-16,-1 3 15,3 1-15,2 1 16,1 3-16,4 0 16,3 1-16,-2-1 15,3 1-15,3 0 16,6-1-16,1 0 16,3-1-16,1-1 15,5 0 1,3-1-16,0-2 15,4 1-15,1-1 16,2 0-16,4-2 16,2 0-16,11-2 15,-14 2-15,14-2 16,0 0-16,0 0 16,-10 4-16,10-4 15,0 0-15,0 0 16,0 0-1,0 0-15,0 0 16,0 0-16,0 0 16,0 0-16,0 0 15,-9 6-15,9-6 16,0 0-16,0 0 16,0 0-16,0 0 15,0 0-15,0 0 16,0 0-1,0 0-15,0 0 16,0 0-16,0 0 16,0 0-16,0 0 15,0 0-15,0 0 16,0 0-16,0 0 16,0 0-16,0 0 15,0 0-15,0 0 16,0 0-1,0 0-15,0 0 16,-3-8-16</inkml:trace>
  <inkml:trace contextRef="#ctx0" brushRef="#br0" timeOffset="3083.82">6723 5595 0,'0'0'0,"0"0"15,0 0-15,0 0 16,0 0-16,0 0 16,3 0-16,-3 0 15,0 0-15,0 0 16,0 0-16,0 0 15,13 0-15,4 0 16,9 0 0,10 0-16,7-2 15,4-2-15,9-3 16,4-2-16,7 0 16,5-1-16,2 0 15,7 0-15,1 1 16,6 3-16,6 3 15,1 2-15,5 0 16,2 0-16,3 1 16,0-1-1,3 2-15,-1-1 16,3 0-16,-1 1 16,1 0-16,1 0 15,2 0-15,0 0 16,-5 1-16,3-2 15,-10 2-15,3-1 16,-8 2-16,-3-1 16,-5 2-1,-3-2-15,-6 0 16,-8 0-16,-6-1 16,-10-2-16,-7-1 15,-11 1-15,-10 0 16,-8 0-16,-6 0 15,-13 1-15,13 0 16,-13 0-16,0 0 16,0 0-1,0 0-15,0 0 16,0 0-16,0 0 16,0 0-16,0 0 15,0 0-15,0 0 16,9-12-16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4-05T12:12:59.600"/>
    </inkml:context>
    <inkml:brush xml:id="br0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3312 6581 0,'0'0'0,"0"0"16,0 0-16,0 0 16,0 0-16,7 3 15,23 5-15,46-4 16,34-11-16,20-7 16,20-7-16,25-3 15,15-3-15</inkml:trace>
  <inkml:trace contextRef="#ctx0" brushRef="#br0" timeOffset="450.2">10388 6740 0,'0'0'0,"0"0"0,0 0 0,11 1 16,32 2-16,64 5 16,37 3-16,11 0 15,20 7-15,-10 5 16</inkml:trace>
  <inkml:trace contextRef="#ctx0" brushRef="#br0" timeOffset="1449.79">11515 4649 0,'0'0'0,"0"0"16,3-3-16,7-3 15,26-4-15,46 2 16,24 7-16,16 11 15,10-1 1,8 7-16,-3 0 16,-2 6-16,-14-4 15</inkml:trace>
  <inkml:trace contextRef="#ctx0" brushRef="#br0" timeOffset="1833.86">11523 5159 0,'0'0'0,"2"1"0,-2-1 0,0 0 0,35-4 15,36-4-15,28-6 16,11 1 0,9 5-16,-8 6 15,11 1-15,-3 0 16</inkml:trace>
  <inkml:trace contextRef="#ctx0" brushRef="#br0" timeOffset="2499.92">5332 4371 0,'0'0'0,"2"-1"0,-2 1 16,53-26-16,49-14 16,18 8-16,10 5 15,1 9-15,18 8 16</inkml:trace>
  <inkml:trace contextRef="#ctx0" brushRef="#br0" timeOffset="2950.94">5491 4831 0,'0'0'0,"0"0"16,17-6-16,50-18 15,55-14-15,8 13 16,26 4-16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61150" y="243350"/>
            <a:ext cx="3844050" cy="1216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5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“The receptive field of a neuron is the region in the input image that affects that neuron’s activation value.”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Receptive field means:</a:t>
            </a:r>
            <a:b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How much of the image a neuron is able to see</a:t>
            </a: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Your eye also doesn’t see everything at once.</a:t>
            </a:r>
            <a:b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You focus on a small area, then move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One neuron does NOT see the full image — it only sees a small patch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 early layers, neurons are short‑sighted.</a:t>
            </a:r>
            <a:b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 deep layers, neurons become far‑sighted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fontAlgn="t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Early layer →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edges</a:t>
            </a: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fontAlgn="t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Deep layer →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objects + context</a:t>
            </a: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Deeper network = larger view of the image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77" name="Google Shape;1177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5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This is the full image — but no neuron sees all of it.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 Layer 1, each neuron sees only a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3×3 part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of the image.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This neuron has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no idea what’s outside this box</a:t>
            </a: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Layer‑2 neuron does not look at pixels directly.</a:t>
            </a:r>
            <a:b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It looks at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Layer‑1 outputs</a:t>
            </a: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Because Layer‑1 already saw 3×3 areas,</a:t>
            </a:r>
            <a:b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Layer‑2 indirectly sees a </a:t>
            </a:r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bigger area of the image</a:t>
            </a: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Neurons don’t see pixels — they see previous neurons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Receptive field approximately doubles with each layer.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Not magic, not fixed —</a:t>
            </a:r>
            <a:b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it happens because layers </a:t>
            </a:r>
            <a:r>
              <a:rPr lang="en-US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stack information</a:t>
            </a: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03" name="Google Shape;1203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5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5" name="Google Shape;1215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5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 network learns these filters automatically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These are not hardcoded.</a:t>
            </a:r>
            <a:b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CNN discovers them from data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Dark vs light → contrast Change → edge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Edges are the alphabet of vision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GB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Layer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Edges and lines — the ABCs of images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fontAlgn="t"/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Middle layers</a:t>
            </a: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fontAlgn="t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“Textures, corners, blobs”</a:t>
            </a:r>
          </a:p>
          <a:p>
            <a:pPr fontAlgn="t"/>
            <a:r>
              <a:rPr lang="en-U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Deep layers</a:t>
            </a: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fontAlgn="t"/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“Faces, wheels, eyes, logos (hard to visualize)”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Humans DO NOT tell CNN what an edge is.”</a:t>
            </a:r>
            <a:b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“CNN figures it out by itself.”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69" name="Google Shape;1269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5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9" name="Google Shape;1289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5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9" name="Google Shape;1319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p5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4" name="Google Shape;1334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p6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6" name="Google Shape;1346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p6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4" name="Google Shape;1374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6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6" name="Google Shape;1386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p6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4" name="Google Shape;1414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p6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1" name="Google Shape;1441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p6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2" name="Google Shape;1482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p6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8" name="Google Shape;1508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p6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5" name="Google Shape;1525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p6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8" name="Google Shape;1548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p6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6" name="Google Shape;1556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p7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8" name="Google Shape;1568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Google Shape;1574;p7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5" name="Google Shape;1575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Google Shape;1581;p7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2" name="Google Shape;1582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p7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1" name="Google Shape;1631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p7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2" name="Google Shape;1652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Google Shape;1676;p7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7" name="Google Shape;1677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p7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9" name="Google Shape;1699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p7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5" name="Google Shape;1725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4" name="Google Shape;1754;p7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5" name="Google Shape;1755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6" name="Google Shape;1766;p7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7" name="Google Shape;1767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Google Shape;1778;p8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9" name="Google Shape;1779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Google Shape;1790;p8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1" name="Google Shape;1791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p8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9" name="Google Shape;1819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Google Shape;1830;p8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1" name="Google Shape;1831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" name="Google Shape;1851;p8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2" name="Google Shape;1852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2" name="Google Shape;1872;p8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3" name="Google Shape;1873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1" name="Google Shape;1901;p8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2" name="Google Shape;1902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2" name="Google Shape;1952;p8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3" name="Google Shape;1953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4" name="Google Shape;1964;p8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5" name="Google Shape;1965;p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p8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0" name="Google Shape;1990;p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3" name="Google Shape;2013;p9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4" name="Google Shape;2014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5" name="Google Shape;2025;p9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6" name="Google Shape;2026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3" name="Google Shape;2033;p9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4" name="Google Shape;2034;p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Google Shape;2056;p9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7" name="Google Shape;2057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" name="Google Shape;2109;p9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0" name="Google Shape;2110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0" name="Google Shape;2130;p9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1" name="Google Shape;2131;p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9" name="Google Shape;2149;p9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0" name="Google Shape;2150;p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5" name="Google Shape;2175;p9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6" name="Google Shape;2176;p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9" name="Google Shape;3619;p15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0" name="Google Shape;3620;p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55"/>
          <p:cNvSpPr txBox="1">
            <a:spLocks noGrp="1"/>
          </p:cNvSpPr>
          <p:nvPr>
            <p:ph type="ftr" idx="11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55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55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9375" lvl="0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9375" lvl="1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79375" lvl="2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79375" lvl="3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9375" lvl="4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79375" lvl="5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79375" lvl="6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79375" lvl="7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79375" lvl="8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7937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6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6"/>
          <p:cNvSpPr txBox="1">
            <a:spLocks noGrp="1"/>
          </p:cNvSpPr>
          <p:nvPr>
            <p:ph type="body" idx="1"/>
          </p:nvPr>
        </p:nvSpPr>
        <p:spPr>
          <a:xfrm>
            <a:off x="347294" y="649667"/>
            <a:ext cx="5024120" cy="205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6"/>
          <p:cNvSpPr txBox="1">
            <a:spLocks noGrp="1"/>
          </p:cNvSpPr>
          <p:nvPr>
            <p:ph type="ftr" idx="11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6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6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9375" lvl="0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9375" lvl="1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79375" lvl="2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79375" lvl="3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9375" lvl="4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79375" lvl="5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79375" lvl="6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79375" lvl="7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79375" lvl="8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7937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8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58"/>
          <p:cNvSpPr txBox="1">
            <a:spLocks noGrp="1"/>
          </p:cNvSpPr>
          <p:nvPr>
            <p:ph type="body" idx="1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8"/>
          <p:cNvSpPr txBox="1">
            <a:spLocks noGrp="1"/>
          </p:cNvSpPr>
          <p:nvPr>
            <p:ph type="body" idx="2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8"/>
          <p:cNvSpPr txBox="1">
            <a:spLocks noGrp="1"/>
          </p:cNvSpPr>
          <p:nvPr>
            <p:ph type="ftr" idx="11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58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58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9375" lvl="0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9375" lvl="1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79375" lvl="2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79375" lvl="3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9375" lvl="4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79375" lvl="5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79375" lvl="6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79375" lvl="7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79375" lvl="8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7937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9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59"/>
          <p:cNvSpPr txBox="1">
            <a:spLocks noGrp="1"/>
          </p:cNvSpPr>
          <p:nvPr>
            <p:ph type="ftr" idx="11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9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9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9375" lvl="0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9375" lvl="1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79375" lvl="2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79375" lvl="3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9375" lvl="4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79375" lvl="5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79375" lvl="6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79375" lvl="7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79375" lvl="8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7937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6" y="80250"/>
            <a:ext cx="5759866" cy="315974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54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rgbClr val="1B147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54"/>
          <p:cNvSpPr txBox="1">
            <a:spLocks noGrp="1"/>
          </p:cNvSpPr>
          <p:nvPr>
            <p:ph type="body" idx="1"/>
          </p:nvPr>
        </p:nvSpPr>
        <p:spPr>
          <a:xfrm>
            <a:off x="347294" y="649667"/>
            <a:ext cx="5024120" cy="205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4"/>
          <p:cNvSpPr txBox="1">
            <a:spLocks noGrp="1"/>
          </p:cNvSpPr>
          <p:nvPr>
            <p:ph type="ftr" idx="11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154"/>
          <p:cNvSpPr txBox="1">
            <a:spLocks noGrp="1"/>
          </p:cNvSpPr>
          <p:nvPr>
            <p:ph type="dt" idx="10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54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9375" lvl="0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9375" lvl="1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79375" lvl="2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79375" lvl="3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79375" lvl="4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79375" lvl="5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79375" lvl="6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79375" lvl="7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79375" lvl="8" indent="0">
              <a:lnSpc>
                <a:spcPct val="111666"/>
              </a:lnSpc>
              <a:spcBef>
                <a:spcPts val="0"/>
              </a:spcBef>
              <a:buNone/>
              <a:defRPr sz="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7937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153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slide" Target="slide3.xml"/><Relationship Id="rId18" Type="http://schemas.openxmlformats.org/officeDocument/2006/relationships/slide" Target="slide1.xml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slide" Target="slide45.xml"/><Relationship Id="rId2" Type="http://schemas.openxmlformats.org/officeDocument/2006/relationships/notesSlide" Target="../notesSlides/notesSlide3.xml"/><Relationship Id="rId16" Type="http://schemas.openxmlformats.org/officeDocument/2006/relationships/slide" Target="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slide" Target="slide17.xml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slide" Target="slide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slide" Target="sl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customXml" Target="../ink/ink1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slide" Target="slide1.xml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customXml" Target="../ink/ink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customXml" Target="../ink/ink3.xml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customXml" Target="../ink/ink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customXml" Target="../ink/ink5.xml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13.png"/><Relationship Id="rId7" Type="http://schemas.openxmlformats.org/officeDocument/2006/relationships/image" Target="../media/image42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customXml" Target="../ink/ink6.xml"/><Relationship Id="rId5" Type="http://schemas.openxmlformats.org/officeDocument/2006/relationships/image" Target="../media/image40.png"/><Relationship Id="rId10" Type="http://schemas.openxmlformats.org/officeDocument/2006/relationships/slide" Target="slide1.xml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3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customXml" Target="../ink/ink8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image" Target="../media/image52.png"/><Relationship Id="rId5" Type="http://schemas.openxmlformats.org/officeDocument/2006/relationships/image" Target="../media/image48.png"/><Relationship Id="rId10" Type="http://schemas.openxmlformats.org/officeDocument/2006/relationships/customXml" Target="../ink/ink7.xml"/><Relationship Id="rId4" Type="http://schemas.openxmlformats.org/officeDocument/2006/relationships/image" Target="../media/image47.png"/><Relationship Id="rId9" Type="http://schemas.openxmlformats.org/officeDocument/2006/relationships/slide" Target="slide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12" Type="http://schemas.openxmlformats.org/officeDocument/2006/relationships/image" Target="../media/image6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11" Type="http://schemas.openxmlformats.org/officeDocument/2006/relationships/customXml" Target="../ink/ink9.xml"/><Relationship Id="rId5" Type="http://schemas.openxmlformats.org/officeDocument/2006/relationships/image" Target="../media/image56.png"/><Relationship Id="rId10" Type="http://schemas.openxmlformats.org/officeDocument/2006/relationships/slide" Target="slide1.xml"/><Relationship Id="rId4" Type="http://schemas.openxmlformats.org/officeDocument/2006/relationships/image" Target="../media/image55.png"/><Relationship Id="rId9" Type="http://schemas.openxmlformats.org/officeDocument/2006/relationships/image" Target="../media/image6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2.png"/><Relationship Id="rId7" Type="http://schemas.openxmlformats.org/officeDocument/2006/relationships/customXml" Target="../ink/ink10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11" Type="http://schemas.openxmlformats.org/officeDocument/2006/relationships/image" Target="../media/image72.png"/><Relationship Id="rId5" Type="http://schemas.openxmlformats.org/officeDocument/2006/relationships/image" Target="../media/image68.png"/><Relationship Id="rId10" Type="http://schemas.openxmlformats.org/officeDocument/2006/relationships/customXml" Target="../ink/ink11.xml"/><Relationship Id="rId4" Type="http://schemas.openxmlformats.org/officeDocument/2006/relationships/image" Target="../media/image67.png"/><Relationship Id="rId9" Type="http://schemas.openxmlformats.org/officeDocument/2006/relationships/slide" Target="slide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customXml" Target="../ink/ink12.xml"/><Relationship Id="rId4" Type="http://schemas.openxmlformats.org/officeDocument/2006/relationships/image" Target="../media/image7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.xml"/><Relationship Id="rId5" Type="http://schemas.openxmlformats.org/officeDocument/2006/relationships/image" Target="../media/image79.png"/><Relationship Id="rId4" Type="http://schemas.openxmlformats.org/officeDocument/2006/relationships/customXml" Target="../ink/ink14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6.xml"/><Relationship Id="rId3" Type="http://schemas.openxmlformats.org/officeDocument/2006/relationships/image" Target="../media/image81.png"/><Relationship Id="rId7" Type="http://schemas.openxmlformats.org/officeDocument/2006/relationships/slide" Target="slide1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Relationship Id="rId9" Type="http://schemas.openxmlformats.org/officeDocument/2006/relationships/image" Target="../media/image8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10" Type="http://schemas.openxmlformats.org/officeDocument/2006/relationships/slide" Target="slide1.xml"/><Relationship Id="rId4" Type="http://schemas.openxmlformats.org/officeDocument/2006/relationships/image" Target="../media/image87.png"/><Relationship Id="rId9" Type="http://schemas.openxmlformats.org/officeDocument/2006/relationships/image" Target="../media/image9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93.png"/><Relationship Id="rId7" Type="http://schemas.openxmlformats.org/officeDocument/2006/relationships/image" Target="../media/image96.png"/><Relationship Id="rId12" Type="http://schemas.openxmlformats.org/officeDocument/2006/relationships/image" Target="../media/image9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11" Type="http://schemas.openxmlformats.org/officeDocument/2006/relationships/customXml" Target="../ink/ink17.xml"/><Relationship Id="rId5" Type="http://schemas.openxmlformats.org/officeDocument/2006/relationships/image" Target="../media/image94.png"/><Relationship Id="rId10" Type="http://schemas.openxmlformats.org/officeDocument/2006/relationships/slide" Target="slide1.xml"/><Relationship Id="rId4" Type="http://schemas.openxmlformats.org/officeDocument/2006/relationships/image" Target="../media/image28.png"/><Relationship Id="rId9" Type="http://schemas.openxmlformats.org/officeDocument/2006/relationships/image" Target="../media/image98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image" Target="../media/image100.png"/><Relationship Id="rId7" Type="http://schemas.openxmlformats.org/officeDocument/2006/relationships/customXml" Target="../ink/ink18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04.png"/><Relationship Id="rId7" Type="http://schemas.openxmlformats.org/officeDocument/2006/relationships/customXml" Target="../ink/ink19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slide" Target="slide1.xml"/><Relationship Id="rId3" Type="http://schemas.openxmlformats.org/officeDocument/2006/relationships/image" Target="../media/image13.png"/><Relationship Id="rId7" Type="http://schemas.openxmlformats.org/officeDocument/2006/relationships/image" Target="../media/image28.png"/><Relationship Id="rId12" Type="http://schemas.openxmlformats.org/officeDocument/2006/relationships/image" Target="../media/image1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11" Type="http://schemas.openxmlformats.org/officeDocument/2006/relationships/image" Target="../media/image113.png"/><Relationship Id="rId5" Type="http://schemas.openxmlformats.org/officeDocument/2006/relationships/image" Target="../media/image109.png"/><Relationship Id="rId15" Type="http://schemas.openxmlformats.org/officeDocument/2006/relationships/image" Target="../media/image115.png"/><Relationship Id="rId10" Type="http://schemas.openxmlformats.org/officeDocument/2006/relationships/image" Target="../media/image101.png"/><Relationship Id="rId4" Type="http://schemas.openxmlformats.org/officeDocument/2006/relationships/image" Target="../media/image108.png"/><Relationship Id="rId9" Type="http://schemas.openxmlformats.org/officeDocument/2006/relationships/image" Target="../media/image112.png"/><Relationship Id="rId14" Type="http://schemas.openxmlformats.org/officeDocument/2006/relationships/customXml" Target="../ink/ink2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png"/><Relationship Id="rId5" Type="http://schemas.openxmlformats.org/officeDocument/2006/relationships/customXml" Target="../ink/ink21.xml"/><Relationship Id="rId4" Type="http://schemas.openxmlformats.org/officeDocument/2006/relationships/image" Target="../media/image11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png"/><Relationship Id="rId5" Type="http://schemas.openxmlformats.org/officeDocument/2006/relationships/customXml" Target="../ink/ink22.xml"/><Relationship Id="rId4" Type="http://schemas.openxmlformats.org/officeDocument/2006/relationships/image" Target="../media/image11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5" Type="http://schemas.openxmlformats.org/officeDocument/2006/relationships/customXml" Target="../ink/ink23.xml"/><Relationship Id="rId4" Type="http://schemas.openxmlformats.org/officeDocument/2006/relationships/image" Target="../media/image120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13" Type="http://schemas.openxmlformats.org/officeDocument/2006/relationships/image" Target="../media/image129.png"/><Relationship Id="rId3" Type="http://schemas.openxmlformats.org/officeDocument/2006/relationships/image" Target="../media/image29.png"/><Relationship Id="rId7" Type="http://schemas.openxmlformats.org/officeDocument/2006/relationships/image" Target="../media/image125.png"/><Relationship Id="rId12" Type="http://schemas.openxmlformats.org/officeDocument/2006/relationships/customXml" Target="../ink/ink24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4.png"/><Relationship Id="rId11" Type="http://schemas.openxmlformats.org/officeDocument/2006/relationships/slide" Target="slide1.xml"/><Relationship Id="rId5" Type="http://schemas.openxmlformats.org/officeDocument/2006/relationships/image" Target="../media/image123.png"/><Relationship Id="rId10" Type="http://schemas.openxmlformats.org/officeDocument/2006/relationships/image" Target="../media/image128.png"/><Relationship Id="rId4" Type="http://schemas.openxmlformats.org/officeDocument/2006/relationships/image" Target="../media/image122.png"/><Relationship Id="rId9" Type="http://schemas.openxmlformats.org/officeDocument/2006/relationships/image" Target="../media/image12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0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13" Type="http://schemas.openxmlformats.org/officeDocument/2006/relationships/image" Target="../media/image137.png"/><Relationship Id="rId3" Type="http://schemas.openxmlformats.org/officeDocument/2006/relationships/image" Target="../media/image131.png"/><Relationship Id="rId7" Type="http://schemas.openxmlformats.org/officeDocument/2006/relationships/image" Target="../media/image134.png"/><Relationship Id="rId12" Type="http://schemas.openxmlformats.org/officeDocument/2006/relationships/customXml" Target="../ink/ink25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3.png"/><Relationship Id="rId11" Type="http://schemas.openxmlformats.org/officeDocument/2006/relationships/slide" Target="slide1.xml"/><Relationship Id="rId5" Type="http://schemas.openxmlformats.org/officeDocument/2006/relationships/image" Target="../media/image24.png"/><Relationship Id="rId10" Type="http://schemas.openxmlformats.org/officeDocument/2006/relationships/image" Target="../media/image114.png"/><Relationship Id="rId4" Type="http://schemas.openxmlformats.org/officeDocument/2006/relationships/image" Target="../media/image132.png"/><Relationship Id="rId9" Type="http://schemas.openxmlformats.org/officeDocument/2006/relationships/image" Target="../media/image13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8.png"/><Relationship Id="rId4" Type="http://schemas.openxmlformats.org/officeDocument/2006/relationships/customXml" Target="../ink/ink26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13" Type="http://schemas.openxmlformats.org/officeDocument/2006/relationships/customXml" Target="../ink/ink27.xml"/><Relationship Id="rId3" Type="http://schemas.openxmlformats.org/officeDocument/2006/relationships/image" Target="../media/image13.png"/><Relationship Id="rId7" Type="http://schemas.openxmlformats.org/officeDocument/2006/relationships/image" Target="../media/image142.png"/><Relationship Id="rId12" Type="http://schemas.openxmlformats.org/officeDocument/2006/relationships/slide" Target="slide1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1.png"/><Relationship Id="rId11" Type="http://schemas.openxmlformats.org/officeDocument/2006/relationships/image" Target="../media/image146.png"/><Relationship Id="rId5" Type="http://schemas.openxmlformats.org/officeDocument/2006/relationships/image" Target="../media/image140.png"/><Relationship Id="rId10" Type="http://schemas.openxmlformats.org/officeDocument/2006/relationships/image" Target="../media/image145.png"/><Relationship Id="rId4" Type="http://schemas.openxmlformats.org/officeDocument/2006/relationships/image" Target="../media/image139.png"/><Relationship Id="rId9" Type="http://schemas.openxmlformats.org/officeDocument/2006/relationships/image" Target="../media/image144.png"/><Relationship Id="rId14" Type="http://schemas.openxmlformats.org/officeDocument/2006/relationships/image" Target="../media/image147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13" Type="http://schemas.openxmlformats.org/officeDocument/2006/relationships/image" Target="../media/image158.png"/><Relationship Id="rId3" Type="http://schemas.openxmlformats.org/officeDocument/2006/relationships/image" Target="../media/image148.png"/><Relationship Id="rId7" Type="http://schemas.openxmlformats.org/officeDocument/2006/relationships/image" Target="../media/image152.png"/><Relationship Id="rId12" Type="http://schemas.openxmlformats.org/officeDocument/2006/relationships/image" Target="../media/image157.png"/><Relationship Id="rId17" Type="http://schemas.openxmlformats.org/officeDocument/2006/relationships/image" Target="../media/image160.png"/><Relationship Id="rId2" Type="http://schemas.openxmlformats.org/officeDocument/2006/relationships/notesSlide" Target="../notesSlides/notesSlide37.xml"/><Relationship Id="rId16" Type="http://schemas.openxmlformats.org/officeDocument/2006/relationships/customXml" Target="../ink/ink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1.png"/><Relationship Id="rId11" Type="http://schemas.openxmlformats.org/officeDocument/2006/relationships/image" Target="../media/image156.png"/><Relationship Id="rId5" Type="http://schemas.openxmlformats.org/officeDocument/2006/relationships/image" Target="../media/image150.png"/><Relationship Id="rId15" Type="http://schemas.openxmlformats.org/officeDocument/2006/relationships/slide" Target="slide1.xml"/><Relationship Id="rId10" Type="http://schemas.openxmlformats.org/officeDocument/2006/relationships/image" Target="../media/image155.png"/><Relationship Id="rId4" Type="http://schemas.openxmlformats.org/officeDocument/2006/relationships/image" Target="../media/image149.png"/><Relationship Id="rId9" Type="http://schemas.openxmlformats.org/officeDocument/2006/relationships/image" Target="../media/image154.png"/><Relationship Id="rId14" Type="http://schemas.openxmlformats.org/officeDocument/2006/relationships/image" Target="../media/image15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2.png"/><Relationship Id="rId5" Type="http://schemas.openxmlformats.org/officeDocument/2006/relationships/customXml" Target="../ink/ink29.xml"/><Relationship Id="rId4" Type="http://schemas.openxmlformats.org/officeDocument/2006/relationships/image" Target="../media/image161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png"/><Relationship Id="rId13" Type="http://schemas.openxmlformats.org/officeDocument/2006/relationships/slide" Target="slide1.xml"/><Relationship Id="rId3" Type="http://schemas.openxmlformats.org/officeDocument/2006/relationships/image" Target="../media/image163.png"/><Relationship Id="rId7" Type="http://schemas.openxmlformats.org/officeDocument/2006/relationships/image" Target="../media/image167.png"/><Relationship Id="rId12" Type="http://schemas.openxmlformats.org/officeDocument/2006/relationships/image" Target="../media/image13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6.png"/><Relationship Id="rId11" Type="http://schemas.openxmlformats.org/officeDocument/2006/relationships/image" Target="../media/image171.png"/><Relationship Id="rId5" Type="http://schemas.openxmlformats.org/officeDocument/2006/relationships/image" Target="../media/image165.png"/><Relationship Id="rId15" Type="http://schemas.openxmlformats.org/officeDocument/2006/relationships/image" Target="../media/image172.png"/><Relationship Id="rId10" Type="http://schemas.openxmlformats.org/officeDocument/2006/relationships/image" Target="../media/image170.png"/><Relationship Id="rId4" Type="http://schemas.openxmlformats.org/officeDocument/2006/relationships/image" Target="../media/image164.png"/><Relationship Id="rId9" Type="http://schemas.openxmlformats.org/officeDocument/2006/relationships/image" Target="../media/image169.png"/><Relationship Id="rId14" Type="http://schemas.openxmlformats.org/officeDocument/2006/relationships/customXml" Target="../ink/ink30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1.xml"/><Relationship Id="rId3" Type="http://schemas.openxmlformats.org/officeDocument/2006/relationships/image" Target="../media/image13.png"/><Relationship Id="rId7" Type="http://schemas.openxmlformats.org/officeDocument/2006/relationships/slide" Target="slide1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5.png"/><Relationship Id="rId5" Type="http://schemas.openxmlformats.org/officeDocument/2006/relationships/image" Target="../media/image174.png"/><Relationship Id="rId4" Type="http://schemas.openxmlformats.org/officeDocument/2006/relationships/image" Target="../media/image173.png"/><Relationship Id="rId9" Type="http://schemas.openxmlformats.org/officeDocument/2006/relationships/image" Target="../media/image17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8.png"/><Relationship Id="rId5" Type="http://schemas.openxmlformats.org/officeDocument/2006/relationships/customXml" Target="../ink/ink32.xml"/><Relationship Id="rId4" Type="http://schemas.openxmlformats.org/officeDocument/2006/relationships/image" Target="../media/image17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.png"/><Relationship Id="rId5" Type="http://schemas.openxmlformats.org/officeDocument/2006/relationships/customXml" Target="../ink/ink33.xml"/><Relationship Id="rId4" Type="http://schemas.openxmlformats.org/officeDocument/2006/relationships/image" Target="../media/image179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slide" Target="slide3.xml"/><Relationship Id="rId18" Type="http://schemas.openxmlformats.org/officeDocument/2006/relationships/slide" Target="slide1.xml"/><Relationship Id="rId3" Type="http://schemas.openxmlformats.org/officeDocument/2006/relationships/image" Target="../media/image181.png"/><Relationship Id="rId7" Type="http://schemas.openxmlformats.org/officeDocument/2006/relationships/image" Target="../media/image182.png"/><Relationship Id="rId12" Type="http://schemas.openxmlformats.org/officeDocument/2006/relationships/image" Target="../media/image12.png"/><Relationship Id="rId17" Type="http://schemas.openxmlformats.org/officeDocument/2006/relationships/slide" Target="slide45.xml"/><Relationship Id="rId2" Type="http://schemas.openxmlformats.org/officeDocument/2006/relationships/notesSlide" Target="../notesSlides/notesSlide43.xml"/><Relationship Id="rId16" Type="http://schemas.openxmlformats.org/officeDocument/2006/relationships/slide" Target="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slide" Target="slide17.xml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slide" Target="slide8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customXml" Target="../ink/ink34.xml"/><Relationship Id="rId3" Type="http://schemas.openxmlformats.org/officeDocument/2006/relationships/image" Target="../media/image183.png"/><Relationship Id="rId7" Type="http://schemas.openxmlformats.org/officeDocument/2006/relationships/slide" Target="slide1.xm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6.png"/><Relationship Id="rId5" Type="http://schemas.openxmlformats.org/officeDocument/2006/relationships/image" Target="../media/image185.png"/><Relationship Id="rId4" Type="http://schemas.openxmlformats.org/officeDocument/2006/relationships/image" Target="../media/image184.png"/><Relationship Id="rId9" Type="http://schemas.openxmlformats.org/officeDocument/2006/relationships/image" Target="../media/image187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png"/><Relationship Id="rId13" Type="http://schemas.openxmlformats.org/officeDocument/2006/relationships/image" Target="../media/image195.png"/><Relationship Id="rId3" Type="http://schemas.openxmlformats.org/officeDocument/2006/relationships/image" Target="../media/image188.png"/><Relationship Id="rId7" Type="http://schemas.openxmlformats.org/officeDocument/2006/relationships/image" Target="../media/image192.png"/><Relationship Id="rId12" Type="http://schemas.openxmlformats.org/officeDocument/2006/relationships/customXml" Target="../ink/ink35.xm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1.png"/><Relationship Id="rId11" Type="http://schemas.openxmlformats.org/officeDocument/2006/relationships/slide" Target="slide1.xml"/><Relationship Id="rId5" Type="http://schemas.openxmlformats.org/officeDocument/2006/relationships/image" Target="../media/image190.png"/><Relationship Id="rId10" Type="http://schemas.openxmlformats.org/officeDocument/2006/relationships/image" Target="../media/image194.png"/><Relationship Id="rId4" Type="http://schemas.openxmlformats.org/officeDocument/2006/relationships/image" Target="../media/image189.png"/><Relationship Id="rId9" Type="http://schemas.openxmlformats.org/officeDocument/2006/relationships/image" Target="../media/image183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6.xml"/><Relationship Id="rId3" Type="http://schemas.openxmlformats.org/officeDocument/2006/relationships/image" Target="../media/image196.png"/><Relationship Id="rId7" Type="http://schemas.openxmlformats.org/officeDocument/2006/relationships/slide" Target="slide1.xm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9.png"/><Relationship Id="rId5" Type="http://schemas.openxmlformats.org/officeDocument/2006/relationships/image" Target="../media/image198.png"/><Relationship Id="rId4" Type="http://schemas.openxmlformats.org/officeDocument/2006/relationships/image" Target="../media/image197.png"/><Relationship Id="rId9" Type="http://schemas.openxmlformats.org/officeDocument/2006/relationships/image" Target="../media/image200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png"/><Relationship Id="rId3" Type="http://schemas.openxmlformats.org/officeDocument/2006/relationships/image" Target="../media/image13.png"/><Relationship Id="rId7" Type="http://schemas.openxmlformats.org/officeDocument/2006/relationships/image" Target="../media/image20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3.png"/><Relationship Id="rId11" Type="http://schemas.openxmlformats.org/officeDocument/2006/relationships/image" Target="../media/image206.png"/><Relationship Id="rId5" Type="http://schemas.openxmlformats.org/officeDocument/2006/relationships/image" Target="../media/image202.png"/><Relationship Id="rId10" Type="http://schemas.openxmlformats.org/officeDocument/2006/relationships/customXml" Target="../ink/ink37.xml"/><Relationship Id="rId4" Type="http://schemas.openxmlformats.org/officeDocument/2006/relationships/image" Target="../media/image201.png"/><Relationship Id="rId9" Type="http://schemas.openxmlformats.org/officeDocument/2006/relationships/slide" Target="slide1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2.png"/><Relationship Id="rId13" Type="http://schemas.openxmlformats.org/officeDocument/2006/relationships/image" Target="../media/image215.png"/><Relationship Id="rId3" Type="http://schemas.openxmlformats.org/officeDocument/2006/relationships/image" Target="../media/image207.png"/><Relationship Id="rId7" Type="http://schemas.openxmlformats.org/officeDocument/2006/relationships/image" Target="../media/image211.png"/><Relationship Id="rId12" Type="http://schemas.openxmlformats.org/officeDocument/2006/relationships/customXml" Target="../ink/ink38.xm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0.png"/><Relationship Id="rId11" Type="http://schemas.openxmlformats.org/officeDocument/2006/relationships/slide" Target="slide1.xml"/><Relationship Id="rId5" Type="http://schemas.openxmlformats.org/officeDocument/2006/relationships/image" Target="../media/image209.png"/><Relationship Id="rId10" Type="http://schemas.openxmlformats.org/officeDocument/2006/relationships/image" Target="../media/image214.png"/><Relationship Id="rId4" Type="http://schemas.openxmlformats.org/officeDocument/2006/relationships/image" Target="../media/image208.png"/><Relationship Id="rId9" Type="http://schemas.openxmlformats.org/officeDocument/2006/relationships/image" Target="../media/image213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image" Target="../media/image216.jp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11" Type="http://schemas.openxmlformats.org/officeDocument/2006/relationships/slide" Target="slide1.xml"/><Relationship Id="rId5" Type="http://schemas.openxmlformats.org/officeDocument/2006/relationships/image" Target="../media/image132.png"/><Relationship Id="rId10" Type="http://schemas.openxmlformats.org/officeDocument/2006/relationships/image" Target="../media/image219.png"/><Relationship Id="rId4" Type="http://schemas.openxmlformats.org/officeDocument/2006/relationships/image" Target="../media/image217.png"/><Relationship Id="rId9" Type="http://schemas.openxmlformats.org/officeDocument/2006/relationships/image" Target="../media/image2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1"/>
          <p:cNvGrpSpPr/>
          <p:nvPr/>
        </p:nvGrpSpPr>
        <p:grpSpPr>
          <a:xfrm>
            <a:off x="0" y="7"/>
            <a:ext cx="5759866" cy="3239902"/>
            <a:chOff x="0" y="7"/>
            <a:chExt cx="5759866" cy="3239902"/>
          </a:xfrm>
        </p:grpSpPr>
        <p:pic>
          <p:nvPicPr>
            <p:cNvPr id="45" name="Google Shape;45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7"/>
              <a:ext cx="5759866" cy="32399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" name="Google Shape;46;p1"/>
            <p:cNvSpPr/>
            <p:nvPr/>
          </p:nvSpPr>
          <p:spPr>
            <a:xfrm>
              <a:off x="1982523" y="1376079"/>
              <a:ext cx="3325495" cy="515620"/>
            </a:xfrm>
            <a:custGeom>
              <a:avLst/>
              <a:gdLst/>
              <a:ahLst/>
              <a:cxnLst/>
              <a:rect l="l" t="t" r="r" b="b"/>
              <a:pathLst>
                <a:path w="3325495" h="515619" extrusionOk="0">
                  <a:moveTo>
                    <a:pt x="0" y="515429"/>
                  </a:moveTo>
                  <a:lnTo>
                    <a:pt x="0" y="0"/>
                  </a:lnTo>
                  <a:lnTo>
                    <a:pt x="3324982" y="0"/>
                  </a:lnTo>
                  <a:lnTo>
                    <a:pt x="3324982" y="515429"/>
                  </a:lnTo>
                  <a:lnTo>
                    <a:pt x="0" y="515429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1"/>
          <p:cNvSpPr txBox="1"/>
          <p:nvPr/>
        </p:nvSpPr>
        <p:spPr>
          <a:xfrm>
            <a:off x="1982523" y="1376079"/>
            <a:ext cx="3325495" cy="515620"/>
          </a:xfrm>
          <a:prstGeom prst="rect">
            <a:avLst/>
          </a:prstGeom>
          <a:solidFill>
            <a:srgbClr val="FFFFFF">
              <a:alpha val="79607"/>
            </a:srgbClr>
          </a:solidFill>
          <a:ln w="126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5400" rIns="0" bIns="0" anchor="t" anchorCtr="0">
            <a:spAutoFit/>
          </a:bodyPr>
          <a:lstStyle/>
          <a:p>
            <a:pPr marL="882014" marR="691515" lvl="0" indent="-183514" algn="l" rtl="0">
              <a:lnSpc>
                <a:spcPct val="10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cap="small">
                <a:latin typeface="Cambria"/>
                <a:ea typeface="Cambria"/>
                <a:cs typeface="Cambria"/>
                <a:sym typeface="Cambria"/>
              </a:rPr>
              <a:t>Deep Neural Network Module # 6: CNN</a:t>
            </a:r>
            <a:endParaRPr sz="1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8" name="Google Shape;48;p1"/>
          <p:cNvSpPr txBox="1"/>
          <p:nvPr/>
        </p:nvSpPr>
        <p:spPr>
          <a:xfrm>
            <a:off x="4339181" y="2263515"/>
            <a:ext cx="1280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311150" marR="5080" lvl="0" indent="-299085" algn="l" rtl="0">
              <a:lnSpc>
                <a:spcPct val="126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1B1472"/>
                </a:solidFill>
              </a:rPr>
              <a:t>DNN Team</a:t>
            </a:r>
            <a:endParaRPr sz="950">
              <a:solidFill>
                <a:srgbClr val="1B1472"/>
              </a:solidFill>
            </a:endParaRPr>
          </a:p>
          <a:p>
            <a:pPr marL="311150" marR="5080" lvl="0" indent="-299085" algn="l" rtl="0">
              <a:lnSpc>
                <a:spcPct val="126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BITS Pilani WILP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"/>
          <p:cNvSpPr txBox="1"/>
          <p:nvPr/>
        </p:nvSpPr>
        <p:spPr>
          <a:xfrm>
            <a:off x="1400073" y="967954"/>
            <a:ext cx="2960370" cy="759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248284" marR="202565" lvl="0" indent="0" algn="ctr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The instructor is gratefully acknowledging the authors who made their course materials freely available online.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This deck is prepared by Seetha Parameswaran.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" name="Google Shape;54;p2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55" name="Google Shape;55;p2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" name="Google Shape;58;p2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937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65" name="Google Shape;6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2" y="551243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2" y="79992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3662" y="104860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3662" y="129729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3662" y="154597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3649" y="1794649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43649" y="2043328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3649" y="2292006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3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43649" y="2540685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3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43649" y="2789377"/>
            <a:ext cx="169964" cy="16996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5" name="Google Shape;75;p3"/>
          <p:cNvGraphicFramePr/>
          <p:nvPr/>
        </p:nvGraphicFramePr>
        <p:xfrm>
          <a:off x="343649" y="551243"/>
          <a:ext cx="170175" cy="2404050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170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8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EAEA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5875" marB="0"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8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6" name="Google Shape;76;p3"/>
          <p:cNvSpPr txBox="1"/>
          <p:nvPr/>
        </p:nvSpPr>
        <p:spPr>
          <a:xfrm>
            <a:off x="563029" y="457050"/>
            <a:ext cx="4751100" cy="24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9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omputer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V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ision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asks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mage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B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asics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mage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lassification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hallenges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ntroduction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onvolutional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etworks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CNN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omponents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201358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rchitecture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esign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201358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opular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rchitectures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201358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ransfer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L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earning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181292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pplications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81292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mplementation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onsiderations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81292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ummary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" name="Google Shape;77;p3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78" name="Google Shape;78;p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" name="Google Shape;81;p3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9375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50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R</a:t>
            </a:r>
            <a:r>
              <a:rPr lang="en-US" cap="small">
                <a:solidFill>
                  <a:srgbClr val="FFFFFF"/>
                </a:solidFill>
              </a:rPr>
              <a:t>eceptive</a:t>
            </a:r>
            <a:r>
              <a:rPr lang="en-US">
                <a:solidFill>
                  <a:srgbClr val="FFFFFF"/>
                </a:solidFill>
              </a:rPr>
              <a:t> F</a:t>
            </a:r>
            <a:r>
              <a:rPr lang="en-US" cap="small">
                <a:solidFill>
                  <a:srgbClr val="FFFFFF"/>
                </a:solidFill>
              </a:rPr>
              <a:t>ield</a:t>
            </a:r>
            <a:r>
              <a:rPr lang="en-US">
                <a:solidFill>
                  <a:srgbClr val="FFFFFF"/>
                </a:solidFill>
              </a:rPr>
              <a:t>: D</a:t>
            </a:r>
            <a:r>
              <a:rPr lang="en-US" cap="small">
                <a:solidFill>
                  <a:srgbClr val="FFFFFF"/>
                </a:solidFill>
              </a:rPr>
              <a:t>efinition</a:t>
            </a:r>
            <a:endParaRPr/>
          </a:p>
        </p:txBody>
      </p:sp>
      <p:grpSp>
        <p:nvGrpSpPr>
          <p:cNvPr id="1180" name="Google Shape;1180;p50"/>
          <p:cNvGrpSpPr/>
          <p:nvPr/>
        </p:nvGrpSpPr>
        <p:grpSpPr>
          <a:xfrm>
            <a:off x="309193" y="602436"/>
            <a:ext cx="5192466" cy="1775575"/>
            <a:chOff x="309193" y="602436"/>
            <a:chExt cx="5192466" cy="1775575"/>
          </a:xfrm>
        </p:grpSpPr>
        <p:sp>
          <p:nvSpPr>
            <p:cNvPr id="1181" name="Google Shape;1181;p50"/>
            <p:cNvSpPr/>
            <p:nvPr/>
          </p:nvSpPr>
          <p:spPr>
            <a:xfrm>
              <a:off x="309193" y="602436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6887"/>
                  </a:lnTo>
                  <a:lnTo>
                    <a:pt x="5141666" y="20688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182" name="Google Shape;1182;p5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9193" y="796670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3" name="Google Shape;1183;p5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9994" y="1145412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4" name="Google Shape;1184;p5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1132712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5" name="Google Shape;1185;p5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646671"/>
              <a:ext cx="50800" cy="4987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6" name="Google Shape;1186;p50"/>
            <p:cNvSpPr/>
            <p:nvPr/>
          </p:nvSpPr>
          <p:spPr>
            <a:xfrm>
              <a:off x="309193" y="840943"/>
              <a:ext cx="5142230" cy="355600"/>
            </a:xfrm>
            <a:custGeom>
              <a:avLst/>
              <a:gdLst/>
              <a:ahLst/>
              <a:cxnLst/>
              <a:rect l="l" t="t" r="r" b="b"/>
              <a:pathLst>
                <a:path w="5142230" h="355600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304469"/>
                  </a:lnTo>
                  <a:lnTo>
                    <a:pt x="4008" y="324194"/>
                  </a:lnTo>
                  <a:lnTo>
                    <a:pt x="14922" y="340347"/>
                  </a:lnTo>
                  <a:lnTo>
                    <a:pt x="31075" y="351261"/>
                  </a:lnTo>
                  <a:lnTo>
                    <a:pt x="50800" y="355270"/>
                  </a:lnTo>
                  <a:lnTo>
                    <a:pt x="5090865" y="355270"/>
                  </a:lnTo>
                  <a:lnTo>
                    <a:pt x="5110590" y="351261"/>
                  </a:lnTo>
                  <a:lnTo>
                    <a:pt x="5126743" y="340347"/>
                  </a:lnTo>
                  <a:lnTo>
                    <a:pt x="5137657" y="324194"/>
                  </a:lnTo>
                  <a:lnTo>
                    <a:pt x="5141666" y="304469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50"/>
            <p:cNvSpPr/>
            <p:nvPr/>
          </p:nvSpPr>
          <p:spPr>
            <a:xfrm>
              <a:off x="5450859" y="684761"/>
              <a:ext cx="0" cy="480059"/>
            </a:xfrm>
            <a:custGeom>
              <a:avLst/>
              <a:gdLst/>
              <a:ahLst/>
              <a:cxnLst/>
              <a:rect l="l" t="t" r="r" b="b"/>
              <a:pathLst>
                <a:path w="120000" h="480059" extrusionOk="0">
                  <a:moveTo>
                    <a:pt x="0" y="47970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50"/>
            <p:cNvSpPr/>
            <p:nvPr/>
          </p:nvSpPr>
          <p:spPr>
            <a:xfrm>
              <a:off x="5450859" y="67206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50"/>
            <p:cNvSpPr/>
            <p:nvPr/>
          </p:nvSpPr>
          <p:spPr>
            <a:xfrm>
              <a:off x="5450859" y="65936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50"/>
            <p:cNvSpPr/>
            <p:nvPr/>
          </p:nvSpPr>
          <p:spPr>
            <a:xfrm>
              <a:off x="5450859" y="64666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50"/>
            <p:cNvSpPr/>
            <p:nvPr/>
          </p:nvSpPr>
          <p:spPr>
            <a:xfrm>
              <a:off x="5450859" y="627611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192" name="Google Shape;1192;p50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138508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3" name="Google Shape;1193;p50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230872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94" name="Google Shape;1194;p50"/>
          <p:cNvSpPr txBox="1"/>
          <p:nvPr/>
        </p:nvSpPr>
        <p:spPr>
          <a:xfrm>
            <a:off x="334594" y="532865"/>
            <a:ext cx="4760595" cy="2426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975" rIns="0" bIns="0" anchor="t" anchorCtr="0">
            <a:spAutoFit/>
          </a:bodyPr>
          <a:lstStyle/>
          <a:p>
            <a:pPr marL="25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efinition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25400" marR="17780" lvl="0" indent="0" algn="l" rtl="0">
              <a:lnSpc>
                <a:spcPct val="1147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receptive field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of a neuron is the region in the input image that affects that neuron’s activation value.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22580" lvl="0" indent="0" algn="l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Key Concepts: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477519" lvl="0" indent="0" algn="l" rtl="0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Receptive field grows with network depth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477519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Early layers: small receptive fields (local patterns)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477519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Deep layers: large receptive fields (global context)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477519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Determined by kernel size, stride, and pooling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22580" lvl="0" indent="0" algn="l" rtl="0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Importance: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477519" lvl="0" indent="0" algn="l" rtl="0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Small receptive field: Cannot capture large objects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477519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Large receptive field: Better context understanding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477519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Trade-off: Computational cost vs. context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95" name="Google Shape;1195;p50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196" name="Google Shape;1196;p50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50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50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9" name="Google Shape;1199;p50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p50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51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R</a:t>
            </a:r>
            <a:r>
              <a:rPr lang="en-US" cap="small">
                <a:solidFill>
                  <a:srgbClr val="FFFFFF"/>
                </a:solidFill>
              </a:rPr>
              <a:t>eceptive</a:t>
            </a:r>
            <a:r>
              <a:rPr lang="en-US">
                <a:solidFill>
                  <a:srgbClr val="FFFFFF"/>
                </a:solidFill>
              </a:rPr>
              <a:t> F</a:t>
            </a:r>
            <a:r>
              <a:rPr lang="en-US" cap="small">
                <a:solidFill>
                  <a:srgbClr val="FFFFFF"/>
                </a:solidFill>
              </a:rPr>
              <a:t>ield</a:t>
            </a:r>
            <a:r>
              <a:rPr lang="en-US">
                <a:solidFill>
                  <a:srgbClr val="FFFFFF"/>
                </a:solidFill>
              </a:rPr>
              <a:t>: V</a:t>
            </a:r>
            <a:r>
              <a:rPr lang="en-US" cap="small">
                <a:solidFill>
                  <a:srgbClr val="FFFFFF"/>
                </a:solidFill>
              </a:rPr>
              <a:t>isual</a:t>
            </a:r>
            <a:r>
              <a:rPr lang="en-US">
                <a:solidFill>
                  <a:srgbClr val="FFFFFF"/>
                </a:solidFill>
              </a:rPr>
              <a:t> E</a:t>
            </a:r>
            <a:r>
              <a:rPr lang="en-US" cap="small">
                <a:solidFill>
                  <a:srgbClr val="FFFFFF"/>
                </a:solidFill>
              </a:rPr>
              <a:t>xample</a:t>
            </a:r>
            <a:endParaRPr/>
          </a:p>
        </p:txBody>
      </p:sp>
      <p:grpSp>
        <p:nvGrpSpPr>
          <p:cNvPr id="1206" name="Google Shape;1206;p51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207" name="Google Shape;1207;p51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51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51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10" name="Google Shape;1210;p51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51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r>
              <a:rPr lang="en-US"/>
              <a:t> / 153</a:t>
            </a:r>
            <a:endParaRPr/>
          </a:p>
        </p:txBody>
      </p:sp>
      <p:pic>
        <p:nvPicPr>
          <p:cNvPr id="1212" name="Google Shape;1212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35"/>
            <a:ext cx="5174457" cy="243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52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R</a:t>
            </a:r>
            <a:r>
              <a:rPr lang="en-US" cap="small">
                <a:solidFill>
                  <a:srgbClr val="FFFFFF"/>
                </a:solidFill>
              </a:rPr>
              <a:t>eceptive</a:t>
            </a:r>
            <a:r>
              <a:rPr lang="en-US">
                <a:solidFill>
                  <a:srgbClr val="FFFFFF"/>
                </a:solidFill>
              </a:rPr>
              <a:t> F</a:t>
            </a:r>
            <a:r>
              <a:rPr lang="en-US" cap="small">
                <a:solidFill>
                  <a:srgbClr val="FFFFFF"/>
                </a:solidFill>
              </a:rPr>
              <a:t>ield</a:t>
            </a:r>
            <a:r>
              <a:rPr lang="en-US">
                <a:solidFill>
                  <a:srgbClr val="FFFFFF"/>
                </a:solidFill>
              </a:rPr>
              <a:t>: C</a:t>
            </a:r>
            <a:r>
              <a:rPr lang="en-US" cap="small">
                <a:solidFill>
                  <a:srgbClr val="FFFFFF"/>
                </a:solidFill>
              </a:rPr>
              <a:t>alculation</a:t>
            </a:r>
            <a:endParaRPr/>
          </a:p>
        </p:txBody>
      </p:sp>
      <p:grpSp>
        <p:nvGrpSpPr>
          <p:cNvPr id="1218" name="Google Shape;1218;p52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219" name="Google Shape;1219;p52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52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52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22" name="Google Shape;1222;p52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3" name="Google Shape;1223;p52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r>
              <a:rPr lang="en-US"/>
              <a:t> / 153</a:t>
            </a:r>
            <a:endParaRPr/>
          </a:p>
        </p:txBody>
      </p:sp>
      <p:pic>
        <p:nvPicPr>
          <p:cNvPr id="1224" name="Google Shape;1224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4354"/>
            <a:ext cx="5207232" cy="243503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B058292-9296-D67B-4BD2-480069E48710}"/>
                  </a:ext>
                </a:extLst>
              </p14:cNvPr>
              <p14:cNvContentPartPr/>
              <p14:nvPr/>
            </p14:nvContentPartPr>
            <p14:xfrm>
              <a:off x="972360" y="1106280"/>
              <a:ext cx="4542120" cy="2093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B058292-9296-D67B-4BD2-480069E4871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63000" y="1096920"/>
                <a:ext cx="4560840" cy="2112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p55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W</a:t>
            </a:r>
            <a:r>
              <a:rPr lang="en-US" cap="small">
                <a:solidFill>
                  <a:srgbClr val="FFFFFF"/>
                </a:solidFill>
              </a:rPr>
              <a:t>hat</a:t>
            </a:r>
            <a:r>
              <a:rPr lang="en-US">
                <a:solidFill>
                  <a:srgbClr val="FFFFFF"/>
                </a:solidFill>
              </a:rPr>
              <a:t> D</a:t>
            </a:r>
            <a:r>
              <a:rPr lang="en-US" cap="small">
                <a:solidFill>
                  <a:srgbClr val="FFFFFF"/>
                </a:solidFill>
              </a:rPr>
              <a:t>o</a:t>
            </a:r>
            <a:r>
              <a:rPr lang="en-US">
                <a:solidFill>
                  <a:srgbClr val="FFFFFF"/>
                </a:solidFill>
              </a:rPr>
              <a:t> L</a:t>
            </a:r>
            <a:r>
              <a:rPr lang="en-US" cap="small">
                <a:solidFill>
                  <a:srgbClr val="FFFFFF"/>
                </a:solidFill>
              </a:rPr>
              <a:t>earned</a:t>
            </a:r>
            <a:r>
              <a:rPr lang="en-US">
                <a:solidFill>
                  <a:srgbClr val="FFFFFF"/>
                </a:solidFill>
              </a:rPr>
              <a:t> K</a:t>
            </a:r>
            <a:r>
              <a:rPr lang="en-US" cap="small">
                <a:solidFill>
                  <a:srgbClr val="FFFFFF"/>
                </a:solidFill>
              </a:rPr>
              <a:t>ernels</a:t>
            </a:r>
            <a:r>
              <a:rPr lang="en-US">
                <a:solidFill>
                  <a:srgbClr val="FFFFFF"/>
                </a:solidFill>
              </a:rPr>
              <a:t> L</a:t>
            </a:r>
            <a:r>
              <a:rPr lang="en-US" cap="small">
                <a:solidFill>
                  <a:srgbClr val="FFFFFF"/>
                </a:solidFill>
              </a:rPr>
              <a:t>ook</a:t>
            </a:r>
            <a:r>
              <a:rPr lang="en-US">
                <a:solidFill>
                  <a:srgbClr val="FFFFFF"/>
                </a:solidFill>
              </a:rPr>
              <a:t> L</a:t>
            </a:r>
            <a:r>
              <a:rPr lang="en-US" cap="small">
                <a:solidFill>
                  <a:srgbClr val="FFFFFF"/>
                </a:solidFill>
              </a:rPr>
              <a:t>ike</a:t>
            </a:r>
            <a:r>
              <a:rPr lang="en-US">
                <a:solidFill>
                  <a:srgbClr val="FFFFFF"/>
                </a:solidFill>
              </a:rPr>
              <a:t>?</a:t>
            </a:r>
            <a:endParaRPr/>
          </a:p>
        </p:txBody>
      </p:sp>
      <p:grpSp>
        <p:nvGrpSpPr>
          <p:cNvPr id="1272" name="Google Shape;1272;p55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273" name="Google Shape;1273;p55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55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55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76" name="Google Shape;1276;p55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7" name="Google Shape;1277;p55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r>
              <a:rPr lang="en-US"/>
              <a:t> / 153</a:t>
            </a:r>
            <a:endParaRPr/>
          </a:p>
        </p:txBody>
      </p:sp>
      <p:pic>
        <p:nvPicPr>
          <p:cNvPr id="1278" name="Google Shape;1278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35"/>
            <a:ext cx="5100519" cy="2435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57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P</a:t>
            </a:r>
            <a:r>
              <a:rPr lang="en-US" cap="small">
                <a:solidFill>
                  <a:srgbClr val="FFFFFF"/>
                </a:solidFill>
              </a:rPr>
              <a:t>adding</a:t>
            </a:r>
            <a:endParaRPr/>
          </a:p>
        </p:txBody>
      </p:sp>
      <p:grpSp>
        <p:nvGrpSpPr>
          <p:cNvPr id="1292" name="Google Shape;1292;p57"/>
          <p:cNvGrpSpPr/>
          <p:nvPr/>
        </p:nvGrpSpPr>
        <p:grpSpPr>
          <a:xfrm>
            <a:off x="309193" y="819467"/>
            <a:ext cx="5192466" cy="2188846"/>
            <a:chOff x="309193" y="819467"/>
            <a:chExt cx="5192466" cy="2188846"/>
          </a:xfrm>
        </p:grpSpPr>
        <p:pic>
          <p:nvPicPr>
            <p:cNvPr id="1293" name="Google Shape;1293;p5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81946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4" name="Google Shape;1294;p5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104087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5" name="Google Shape;1295;p5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126230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6" name="Google Shape;1296;p57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181314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7" name="Google Shape;1297;p57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203456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8" name="Google Shape;1298;p57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225597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9" name="Google Shape;1299;p57"/>
            <p:cNvSpPr/>
            <p:nvPr/>
          </p:nvSpPr>
          <p:spPr>
            <a:xfrm>
              <a:off x="309193" y="2497429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10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6887"/>
                  </a:lnTo>
                  <a:lnTo>
                    <a:pt x="5141666" y="20688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00" name="Google Shape;1300;p57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309193" y="2691663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1" name="Google Shape;1301;p57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359994" y="2906712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2" name="Google Shape;1302;p57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410794" y="2894012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3" name="Google Shape;1303;p57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5450859" y="2541663"/>
              <a:ext cx="50800" cy="3650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4" name="Google Shape;1304;p57"/>
            <p:cNvSpPr/>
            <p:nvPr/>
          </p:nvSpPr>
          <p:spPr>
            <a:xfrm>
              <a:off x="309193" y="2735948"/>
              <a:ext cx="5142230" cy="221615"/>
            </a:xfrm>
            <a:custGeom>
              <a:avLst/>
              <a:gdLst/>
              <a:ahLst/>
              <a:cxnLst/>
              <a:rect l="l" t="t" r="r" b="b"/>
              <a:pathLst>
                <a:path w="5142230" h="221614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170764"/>
                  </a:lnTo>
                  <a:lnTo>
                    <a:pt x="4008" y="190489"/>
                  </a:lnTo>
                  <a:lnTo>
                    <a:pt x="14922" y="206642"/>
                  </a:lnTo>
                  <a:lnTo>
                    <a:pt x="31075" y="217556"/>
                  </a:lnTo>
                  <a:lnTo>
                    <a:pt x="50800" y="221564"/>
                  </a:lnTo>
                  <a:lnTo>
                    <a:pt x="5090865" y="221564"/>
                  </a:lnTo>
                  <a:lnTo>
                    <a:pt x="5110590" y="217556"/>
                  </a:lnTo>
                  <a:lnTo>
                    <a:pt x="5126743" y="206642"/>
                  </a:lnTo>
                  <a:lnTo>
                    <a:pt x="5137657" y="190489"/>
                  </a:lnTo>
                  <a:lnTo>
                    <a:pt x="5141666" y="170764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57"/>
            <p:cNvSpPr/>
            <p:nvPr/>
          </p:nvSpPr>
          <p:spPr>
            <a:xfrm>
              <a:off x="5450859" y="2579766"/>
              <a:ext cx="0" cy="346075"/>
            </a:xfrm>
            <a:custGeom>
              <a:avLst/>
              <a:gdLst/>
              <a:ahLst/>
              <a:cxnLst/>
              <a:rect l="l" t="t" r="r" b="b"/>
              <a:pathLst>
                <a:path w="120000" h="346075" extrusionOk="0">
                  <a:moveTo>
                    <a:pt x="0" y="345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57"/>
            <p:cNvSpPr/>
            <p:nvPr/>
          </p:nvSpPr>
          <p:spPr>
            <a:xfrm>
              <a:off x="5450859" y="25670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57"/>
            <p:cNvSpPr/>
            <p:nvPr/>
          </p:nvSpPr>
          <p:spPr>
            <a:xfrm>
              <a:off x="5450859" y="25543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57"/>
            <p:cNvSpPr/>
            <p:nvPr/>
          </p:nvSpPr>
          <p:spPr>
            <a:xfrm>
              <a:off x="5450859" y="25416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57"/>
            <p:cNvSpPr/>
            <p:nvPr/>
          </p:nvSpPr>
          <p:spPr>
            <a:xfrm>
              <a:off x="5450859" y="2522616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0" name="Google Shape;1310;p57"/>
          <p:cNvSpPr txBox="1"/>
          <p:nvPr/>
        </p:nvSpPr>
        <p:spPr>
          <a:xfrm>
            <a:off x="347294" y="463066"/>
            <a:ext cx="3848100" cy="2455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0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Why Padding?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5080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Without padding: Output size = Input size - Kernel size + 1 Information at borders gets less attention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Deep networks would shrink feature maps rapidly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None/>
            </a:pP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Types of Padding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292735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Valid Padding: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No padding (output smaller than input)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Same Padding: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Pad to keep output size = input size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Full Padding: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Maximum padding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005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ame</a:t>
            </a: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P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adding</a:t>
            </a: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C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alculation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For kernel size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k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and stride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s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1: Padding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(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k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—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2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11" name="Google Shape;1311;p57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312" name="Google Shape;1312;p57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57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57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5" name="Google Shape;1315;p57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6" name="Google Shape;1316;p57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p58"/>
          <p:cNvSpPr txBox="1"/>
          <p:nvPr/>
        </p:nvSpPr>
        <p:spPr>
          <a:xfrm>
            <a:off x="95300" y="109545"/>
            <a:ext cx="302069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onvolution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with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P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adding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2" name="Google Shape;1322;p58"/>
          <p:cNvSpPr txBox="1"/>
          <p:nvPr/>
        </p:nvSpPr>
        <p:spPr>
          <a:xfrm>
            <a:off x="1469673" y="644000"/>
            <a:ext cx="173799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Input Image with padding 8 </a:t>
            </a:r>
            <a:r>
              <a:rPr lang="en-US" sz="105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8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23" name="Google Shape;1323;p58"/>
          <p:cNvGraphicFramePr/>
          <p:nvPr/>
        </p:nvGraphicFramePr>
        <p:xfrm>
          <a:off x="1361032" y="867655"/>
          <a:ext cx="1950800" cy="2016800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24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3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3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3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2100"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100"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100"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100"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100"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100"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100"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100"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365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9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54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24" name="Google Shape;1324;p58"/>
          <p:cNvSpPr txBox="1"/>
          <p:nvPr/>
        </p:nvSpPr>
        <p:spPr>
          <a:xfrm>
            <a:off x="3375190" y="1233987"/>
            <a:ext cx="783590" cy="595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39052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Filter1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None/>
            </a:pP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*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25" name="Google Shape;1325;p58"/>
          <p:cNvGraphicFramePr/>
          <p:nvPr/>
        </p:nvGraphicFramePr>
        <p:xfrm>
          <a:off x="3479025" y="1465897"/>
          <a:ext cx="948675" cy="840075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31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0025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326" name="Google Shape;1326;p58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327" name="Google Shape;1327;p58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58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58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30" name="Google Shape;1330;p58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1" name="Google Shape;1331;p58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9DD6BFE-6D5D-8EEC-7CF1-850E0B41D7A2}"/>
                  </a:ext>
                </a:extLst>
              </p14:cNvPr>
              <p14:cNvContentPartPr/>
              <p14:nvPr/>
            </p14:nvContentPartPr>
            <p14:xfrm>
              <a:off x="151920" y="387000"/>
              <a:ext cx="5533560" cy="2731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9DD6BFE-6D5D-8EEC-7CF1-850E0B41D7A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2560" y="377640"/>
                <a:ext cx="5552280" cy="2750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59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S</a:t>
            </a:r>
            <a:r>
              <a:rPr lang="en-US" cap="small">
                <a:solidFill>
                  <a:srgbClr val="FFFFFF"/>
                </a:solidFill>
              </a:rPr>
              <a:t>tride</a:t>
            </a:r>
            <a:endParaRPr/>
          </a:p>
        </p:txBody>
      </p:sp>
      <p:grpSp>
        <p:nvGrpSpPr>
          <p:cNvPr id="1337" name="Google Shape;1337;p59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338" name="Google Shape;1338;p59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59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59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41" name="Google Shape;1341;p59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2" name="Google Shape;1342;p59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r>
              <a:rPr lang="en-US"/>
              <a:t> / 153</a:t>
            </a:r>
            <a:endParaRPr/>
          </a:p>
        </p:txBody>
      </p:sp>
      <p:pic>
        <p:nvPicPr>
          <p:cNvPr id="1343" name="Google Shape;1343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35"/>
            <a:ext cx="5410323" cy="243503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DC3E832-D102-E84A-C95A-1A30D0D832A7}"/>
                  </a:ext>
                </a:extLst>
              </p14:cNvPr>
              <p14:cNvContentPartPr/>
              <p14:nvPr/>
            </p14:nvContentPartPr>
            <p14:xfrm>
              <a:off x="619560" y="480960"/>
              <a:ext cx="5029560" cy="2702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DC3E832-D102-E84A-C95A-1A30D0D832A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10200" y="471600"/>
                <a:ext cx="5048280" cy="2720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p60"/>
          <p:cNvSpPr txBox="1"/>
          <p:nvPr/>
        </p:nvSpPr>
        <p:spPr>
          <a:xfrm>
            <a:off x="95300" y="109545"/>
            <a:ext cx="4081145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onvolution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peration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with</a:t>
            </a:r>
            <a:r>
              <a:rPr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</a:t>
            </a:r>
            <a:r>
              <a:rPr lang="en-US" sz="1700" cap="small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tride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9" name="Google Shape;1349;p60"/>
          <p:cNvSpPr txBox="1"/>
          <p:nvPr/>
        </p:nvSpPr>
        <p:spPr>
          <a:xfrm>
            <a:off x="801204" y="643608"/>
            <a:ext cx="748030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stride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s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3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50" name="Google Shape;1350;p60"/>
          <p:cNvGraphicFramePr/>
          <p:nvPr/>
        </p:nvGraphicFramePr>
        <p:xfrm>
          <a:off x="360006" y="890701"/>
          <a:ext cx="1626900" cy="1680150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271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1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1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0025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51" name="Google Shape;1351;p60"/>
          <p:cNvSpPr txBox="1"/>
          <p:nvPr/>
        </p:nvSpPr>
        <p:spPr>
          <a:xfrm>
            <a:off x="613829" y="2605377"/>
            <a:ext cx="1122680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Input Image 6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6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52" name="Google Shape;1352;p60"/>
          <p:cNvGraphicFramePr/>
          <p:nvPr/>
        </p:nvGraphicFramePr>
        <p:xfrm>
          <a:off x="2383942" y="1350619"/>
          <a:ext cx="948675" cy="563850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31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795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95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95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53" name="Google Shape;1353;p60"/>
          <p:cNvSpPr txBox="1"/>
          <p:nvPr/>
        </p:nvSpPr>
        <p:spPr>
          <a:xfrm>
            <a:off x="2658503" y="1900318"/>
            <a:ext cx="40513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Filter1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54" name="Google Shape;1354;p60"/>
          <p:cNvGrpSpPr/>
          <p:nvPr/>
        </p:nvGrpSpPr>
        <p:grpSpPr>
          <a:xfrm>
            <a:off x="4281998" y="1261684"/>
            <a:ext cx="648294" cy="288290"/>
            <a:chOff x="4281998" y="1261684"/>
            <a:chExt cx="648294" cy="288290"/>
          </a:xfrm>
        </p:grpSpPr>
        <p:sp>
          <p:nvSpPr>
            <p:cNvPr id="1355" name="Google Shape;1355;p60"/>
            <p:cNvSpPr/>
            <p:nvPr/>
          </p:nvSpPr>
          <p:spPr>
            <a:xfrm>
              <a:off x="4281998" y="126168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60"/>
            <p:cNvSpPr/>
            <p:nvPr/>
          </p:nvSpPr>
          <p:spPr>
            <a:xfrm>
              <a:off x="4281998" y="126168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60"/>
            <p:cNvSpPr/>
            <p:nvPr/>
          </p:nvSpPr>
          <p:spPr>
            <a:xfrm>
              <a:off x="4642002" y="126168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60"/>
            <p:cNvSpPr/>
            <p:nvPr/>
          </p:nvSpPr>
          <p:spPr>
            <a:xfrm>
              <a:off x="4642002" y="126168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59" name="Google Shape;1359;p60"/>
          <p:cNvSpPr txBox="1"/>
          <p:nvPr/>
        </p:nvSpPr>
        <p:spPr>
          <a:xfrm>
            <a:off x="4375315" y="1304472"/>
            <a:ext cx="4845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050"/>
              <a:t>      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-1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60" name="Google Shape;1360;p60"/>
          <p:cNvGrpSpPr/>
          <p:nvPr/>
        </p:nvGrpSpPr>
        <p:grpSpPr>
          <a:xfrm>
            <a:off x="4281998" y="1621688"/>
            <a:ext cx="648294" cy="288290"/>
            <a:chOff x="4281998" y="1621688"/>
            <a:chExt cx="648294" cy="288290"/>
          </a:xfrm>
        </p:grpSpPr>
        <p:sp>
          <p:nvSpPr>
            <p:cNvPr id="1361" name="Google Shape;1361;p60"/>
            <p:cNvSpPr/>
            <p:nvPr/>
          </p:nvSpPr>
          <p:spPr>
            <a:xfrm>
              <a:off x="4281998" y="1621688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9999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60"/>
            <p:cNvSpPr/>
            <p:nvPr/>
          </p:nvSpPr>
          <p:spPr>
            <a:xfrm>
              <a:off x="4281998" y="1621688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60"/>
            <p:cNvSpPr/>
            <p:nvPr/>
          </p:nvSpPr>
          <p:spPr>
            <a:xfrm>
              <a:off x="4642002" y="1621688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144002" y="0"/>
                  </a:move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close/>
                </a:path>
              </a:pathLst>
            </a:custGeom>
            <a:solidFill>
              <a:srgbClr val="99FF9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60"/>
            <p:cNvSpPr/>
            <p:nvPr/>
          </p:nvSpPr>
          <p:spPr>
            <a:xfrm>
              <a:off x="4642002" y="1621688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 extrusionOk="0">
                  <a:moveTo>
                    <a:pt x="288004" y="144002"/>
                  </a:moveTo>
                  <a:lnTo>
                    <a:pt x="280663" y="98486"/>
                  </a:lnTo>
                  <a:lnTo>
                    <a:pt x="260220" y="58955"/>
                  </a:lnTo>
                  <a:lnTo>
                    <a:pt x="229048" y="27783"/>
                  </a:lnTo>
                  <a:lnTo>
                    <a:pt x="189518" y="7341"/>
                  </a:lnTo>
                  <a:lnTo>
                    <a:pt x="144002" y="0"/>
                  </a:lnTo>
                  <a:lnTo>
                    <a:pt x="98486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6"/>
                  </a:lnTo>
                  <a:lnTo>
                    <a:pt x="0" y="144002"/>
                  </a:lnTo>
                  <a:lnTo>
                    <a:pt x="7341" y="189518"/>
                  </a:lnTo>
                  <a:lnTo>
                    <a:pt x="27783" y="229048"/>
                  </a:lnTo>
                  <a:lnTo>
                    <a:pt x="58955" y="260220"/>
                  </a:lnTo>
                  <a:lnTo>
                    <a:pt x="98486" y="280663"/>
                  </a:lnTo>
                  <a:lnTo>
                    <a:pt x="144002" y="288004"/>
                  </a:lnTo>
                  <a:lnTo>
                    <a:pt x="189518" y="280663"/>
                  </a:lnTo>
                  <a:lnTo>
                    <a:pt x="229048" y="260220"/>
                  </a:lnTo>
                  <a:lnTo>
                    <a:pt x="260220" y="229048"/>
                  </a:lnTo>
                  <a:lnTo>
                    <a:pt x="280663" y="189518"/>
                  </a:lnTo>
                  <a:lnTo>
                    <a:pt x="288004" y="144002"/>
                  </a:lnTo>
                  <a:close/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5" name="Google Shape;1365;p60"/>
          <p:cNvSpPr txBox="1"/>
          <p:nvPr/>
        </p:nvSpPr>
        <p:spPr>
          <a:xfrm>
            <a:off x="4078909" y="1664467"/>
            <a:ext cx="1054800" cy="5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30861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3	     -1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None/>
            </a:pP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Feature Map 2x2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66" name="Google Shape;1366;p60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367" name="Google Shape;1367;p60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60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60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0" name="Google Shape;1370;p60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1" name="Google Shape;1371;p60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7B396F9-9DE9-01C8-BC9F-41C672BF05B3}"/>
                  </a:ext>
                </a:extLst>
              </p14:cNvPr>
              <p14:cNvContentPartPr/>
              <p14:nvPr/>
            </p14:nvContentPartPr>
            <p14:xfrm>
              <a:off x="281880" y="383400"/>
              <a:ext cx="5230440" cy="2521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7B396F9-9DE9-01C8-BC9F-41C672BF05B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2520" y="374040"/>
                <a:ext cx="5249160" cy="2539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61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S</a:t>
            </a:r>
            <a:r>
              <a:rPr lang="en-US" cap="small">
                <a:solidFill>
                  <a:srgbClr val="FFFFFF"/>
                </a:solidFill>
              </a:rPr>
              <a:t>trided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onvolution</a:t>
            </a:r>
            <a:endParaRPr/>
          </a:p>
        </p:txBody>
      </p:sp>
      <p:grpSp>
        <p:nvGrpSpPr>
          <p:cNvPr id="1377" name="Google Shape;1377;p61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378" name="Google Shape;1378;p61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61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61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81" name="Google Shape;1381;p61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2" name="Google Shape;1382;p61"/>
          <p:cNvSpPr txBox="1"/>
          <p:nvPr/>
        </p:nvSpPr>
        <p:spPr>
          <a:xfrm>
            <a:off x="4653436" y="3137672"/>
            <a:ext cx="334645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latin typeface="Calibri"/>
                <a:ea typeface="Calibri"/>
                <a:cs typeface="Calibri"/>
                <a:sym typeface="Calibri"/>
              </a:rPr>
              <a:t>61 / 153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3" name="Google Shape;1383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35"/>
            <a:ext cx="5121431" cy="243503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5FB2042-506A-4A32-632D-298FBA55CC86}"/>
                  </a:ext>
                </a:extLst>
              </p14:cNvPr>
              <p14:cNvContentPartPr/>
              <p14:nvPr/>
            </p14:nvContentPartPr>
            <p14:xfrm>
              <a:off x="1326240" y="529560"/>
              <a:ext cx="4335480" cy="2122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5FB2042-506A-4A32-632D-298FBA55CC8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16880" y="520200"/>
                <a:ext cx="4354200" cy="2141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p62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S</a:t>
            </a:r>
            <a:r>
              <a:rPr lang="en-US" cap="small">
                <a:solidFill>
                  <a:srgbClr val="FFFFFF"/>
                </a:solidFill>
              </a:rPr>
              <a:t>trided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onvolution</a:t>
            </a:r>
            <a:r>
              <a:rPr lang="en-US">
                <a:solidFill>
                  <a:srgbClr val="FFFFFF"/>
                </a:solidFill>
              </a:rPr>
              <a:t>: E</a:t>
            </a:r>
            <a:r>
              <a:rPr lang="en-US" cap="small">
                <a:solidFill>
                  <a:srgbClr val="FFFFFF"/>
                </a:solidFill>
              </a:rPr>
              <a:t>xample</a:t>
            </a:r>
            <a:endParaRPr/>
          </a:p>
        </p:txBody>
      </p:sp>
      <p:sp>
        <p:nvSpPr>
          <p:cNvPr id="1389" name="Google Shape;1389;p62"/>
          <p:cNvSpPr txBox="1"/>
          <p:nvPr/>
        </p:nvSpPr>
        <p:spPr>
          <a:xfrm>
            <a:off x="347294" y="597870"/>
            <a:ext cx="122428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Stride = 2 Example: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90" name="Google Shape;1390;p62"/>
          <p:cNvGraphicFramePr/>
          <p:nvPr/>
        </p:nvGraphicFramePr>
        <p:xfrm>
          <a:off x="1519830" y="955120"/>
          <a:ext cx="905500" cy="902950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186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54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31</a:t>
                      </a:r>
                      <a:endParaRPr sz="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750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32</a:t>
                      </a:r>
                      <a:endParaRPr sz="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750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33</a:t>
                      </a:r>
                      <a:endParaRPr sz="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750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34</a:t>
                      </a:r>
                      <a:endParaRPr sz="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750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35</a:t>
                      </a:r>
                      <a:endParaRPr sz="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750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36</a:t>
                      </a:r>
                      <a:endParaRPr sz="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750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25</a:t>
                      </a:r>
                      <a:endParaRPr sz="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750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26</a:t>
                      </a:r>
                      <a:endParaRPr sz="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750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27</a:t>
                      </a:r>
                      <a:endParaRPr sz="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2375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28</a:t>
                      </a:r>
                      <a:endParaRPr sz="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750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29</a:t>
                      </a:r>
                      <a:endParaRPr sz="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750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30</a:t>
                      </a:r>
                      <a:endParaRPr sz="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750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19</a:t>
                      </a:r>
                      <a:endParaRPr sz="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750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 sz="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750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21</a:t>
                      </a:r>
                      <a:endParaRPr sz="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2375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22</a:t>
                      </a:r>
                      <a:endParaRPr sz="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2375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23</a:t>
                      </a:r>
                      <a:endParaRPr sz="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750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24</a:t>
                      </a:r>
                      <a:endParaRPr sz="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2375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13</a:t>
                      </a:r>
                      <a:endParaRPr sz="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750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 sz="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2375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 sz="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750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16</a:t>
                      </a:r>
                      <a:endParaRPr sz="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750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17</a:t>
                      </a:r>
                      <a:endParaRPr sz="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2375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18</a:t>
                      </a:r>
                      <a:endParaRPr sz="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750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750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750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750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750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sz="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2375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2375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2375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2375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750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2375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125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5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5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31750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391" name="Google Shape;1391;p62"/>
          <p:cNvGrpSpPr/>
          <p:nvPr/>
        </p:nvGrpSpPr>
        <p:grpSpPr>
          <a:xfrm>
            <a:off x="1564233" y="996993"/>
            <a:ext cx="720439" cy="432434"/>
            <a:chOff x="1564233" y="996993"/>
            <a:chExt cx="720439" cy="432434"/>
          </a:xfrm>
        </p:grpSpPr>
        <p:sp>
          <p:nvSpPr>
            <p:cNvPr id="1392" name="Google Shape;1392;p62"/>
            <p:cNvSpPr/>
            <p:nvPr/>
          </p:nvSpPr>
          <p:spPr>
            <a:xfrm>
              <a:off x="1564233" y="996993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4" extrusionOk="0">
                  <a:moveTo>
                    <a:pt x="0" y="432007"/>
                  </a:moveTo>
                  <a:lnTo>
                    <a:pt x="0" y="0"/>
                  </a:lnTo>
                  <a:lnTo>
                    <a:pt x="432006" y="0"/>
                  </a:lnTo>
                  <a:lnTo>
                    <a:pt x="432006" y="432007"/>
                  </a:lnTo>
                  <a:lnTo>
                    <a:pt x="0" y="432007"/>
                  </a:lnTo>
                  <a:close/>
                </a:path>
              </a:pathLst>
            </a:custGeom>
            <a:noFill/>
            <a:ln w="202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62"/>
            <p:cNvSpPr/>
            <p:nvPr/>
          </p:nvSpPr>
          <p:spPr>
            <a:xfrm>
              <a:off x="1852238" y="996993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4" extrusionOk="0">
                  <a:moveTo>
                    <a:pt x="0" y="432007"/>
                  </a:moveTo>
                  <a:lnTo>
                    <a:pt x="0" y="0"/>
                  </a:lnTo>
                  <a:lnTo>
                    <a:pt x="432007" y="0"/>
                  </a:lnTo>
                  <a:lnTo>
                    <a:pt x="432007" y="432007"/>
                  </a:lnTo>
                  <a:lnTo>
                    <a:pt x="0" y="432007"/>
                  </a:lnTo>
                  <a:close/>
                </a:path>
              </a:pathLst>
            </a:custGeom>
            <a:noFill/>
            <a:ln w="202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4" name="Google Shape;1394;p62"/>
          <p:cNvGrpSpPr/>
          <p:nvPr/>
        </p:nvGrpSpPr>
        <p:grpSpPr>
          <a:xfrm>
            <a:off x="0" y="1227108"/>
            <a:ext cx="5760261" cy="2006903"/>
            <a:chOff x="0" y="1227108"/>
            <a:chExt cx="5760261" cy="2006903"/>
          </a:xfrm>
        </p:grpSpPr>
        <p:sp>
          <p:nvSpPr>
            <p:cNvPr id="1395" name="Google Shape;1395;p62"/>
            <p:cNvSpPr/>
            <p:nvPr/>
          </p:nvSpPr>
          <p:spPr>
            <a:xfrm>
              <a:off x="2716252" y="1227108"/>
              <a:ext cx="346075" cy="346075"/>
            </a:xfrm>
            <a:custGeom>
              <a:avLst/>
              <a:gdLst/>
              <a:ahLst/>
              <a:cxnLst/>
              <a:rect l="l" t="t" r="r" b="b"/>
              <a:pathLst>
                <a:path w="346075" h="346075" extrusionOk="0">
                  <a:moveTo>
                    <a:pt x="0" y="288299"/>
                  </a:moveTo>
                  <a:lnTo>
                    <a:pt x="345894" y="288299"/>
                  </a:lnTo>
                </a:path>
                <a:path w="346075" h="346075" extrusionOk="0">
                  <a:moveTo>
                    <a:pt x="0" y="173098"/>
                  </a:moveTo>
                  <a:lnTo>
                    <a:pt x="345894" y="173098"/>
                  </a:lnTo>
                </a:path>
                <a:path w="346075" h="346075" extrusionOk="0">
                  <a:moveTo>
                    <a:pt x="0" y="57898"/>
                  </a:moveTo>
                  <a:lnTo>
                    <a:pt x="345894" y="57898"/>
                  </a:lnTo>
                </a:path>
                <a:path w="346075" h="346075" extrusionOk="0">
                  <a:moveTo>
                    <a:pt x="115182" y="345894"/>
                  </a:moveTo>
                  <a:lnTo>
                    <a:pt x="115182" y="0"/>
                  </a:lnTo>
                </a:path>
                <a:path w="346075" h="346075" extrusionOk="0">
                  <a:moveTo>
                    <a:pt x="230382" y="345894"/>
                  </a:moveTo>
                  <a:lnTo>
                    <a:pt x="230382" y="0"/>
                  </a:lnTo>
                </a:path>
                <a:path w="346075" h="346075" extrusionOk="0">
                  <a:moveTo>
                    <a:pt x="345582" y="345894"/>
                  </a:moveTo>
                  <a:lnTo>
                    <a:pt x="345582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62"/>
            <p:cNvSpPr/>
            <p:nvPr/>
          </p:nvSpPr>
          <p:spPr>
            <a:xfrm>
              <a:off x="2667634" y="1350341"/>
              <a:ext cx="44450" cy="74930"/>
            </a:xfrm>
            <a:custGeom>
              <a:avLst/>
              <a:gdLst/>
              <a:ahLst/>
              <a:cxnLst/>
              <a:rect l="l" t="t" r="r" b="b"/>
              <a:pathLst>
                <a:path w="44450" h="74930" extrusionOk="0">
                  <a:moveTo>
                    <a:pt x="26763" y="0"/>
                  </a:moveTo>
                  <a:lnTo>
                    <a:pt x="26857" y="16534"/>
                  </a:lnTo>
                  <a:lnTo>
                    <a:pt x="30284" y="29872"/>
                  </a:lnTo>
                  <a:lnTo>
                    <a:pt x="36224" y="40310"/>
                  </a:lnTo>
                  <a:lnTo>
                    <a:pt x="43856" y="48142"/>
                  </a:lnTo>
                  <a:lnTo>
                    <a:pt x="32983" y="49312"/>
                  </a:lnTo>
                  <a:lnTo>
                    <a:pt x="21753" y="53569"/>
                  </a:lnTo>
                  <a:lnTo>
                    <a:pt x="10611" y="61662"/>
                  </a:lnTo>
                  <a:lnTo>
                    <a:pt x="0" y="74343"/>
                  </a:lnTo>
                </a:path>
              </a:pathLst>
            </a:custGeom>
            <a:noFill/>
            <a:ln w="10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62"/>
            <p:cNvSpPr/>
            <p:nvPr/>
          </p:nvSpPr>
          <p:spPr>
            <a:xfrm>
              <a:off x="2897385" y="1349761"/>
              <a:ext cx="45085" cy="73660"/>
            </a:xfrm>
            <a:custGeom>
              <a:avLst/>
              <a:gdLst/>
              <a:ahLst/>
              <a:cxnLst/>
              <a:rect l="l" t="t" r="r" b="b"/>
              <a:pathLst>
                <a:path w="45085" h="73659" extrusionOk="0">
                  <a:moveTo>
                    <a:pt x="28791" y="0"/>
                  </a:moveTo>
                  <a:lnTo>
                    <a:pt x="28431" y="16530"/>
                  </a:lnTo>
                  <a:lnTo>
                    <a:pt x="31492" y="29958"/>
                  </a:lnTo>
                  <a:lnTo>
                    <a:pt x="37143" y="40554"/>
                  </a:lnTo>
                  <a:lnTo>
                    <a:pt x="44557" y="48592"/>
                  </a:lnTo>
                  <a:lnTo>
                    <a:pt x="33657" y="49464"/>
                  </a:lnTo>
                  <a:lnTo>
                    <a:pt x="22315" y="53412"/>
                  </a:lnTo>
                  <a:lnTo>
                    <a:pt x="10954" y="61196"/>
                  </a:lnTo>
                  <a:lnTo>
                    <a:pt x="0" y="73581"/>
                  </a:lnTo>
                </a:path>
              </a:pathLst>
            </a:custGeom>
            <a:noFill/>
            <a:ln w="10100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62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62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62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01" name="Google Shape;1401;p62"/>
          <p:cNvSpPr txBox="1"/>
          <p:nvPr/>
        </p:nvSpPr>
        <p:spPr>
          <a:xfrm>
            <a:off x="2534932" y="1893035"/>
            <a:ext cx="708660" cy="191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3 kernel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02" name="Google Shape;1402;p62"/>
          <p:cNvGraphicFramePr/>
          <p:nvPr/>
        </p:nvGraphicFramePr>
        <p:xfrm>
          <a:off x="3577735" y="1052067"/>
          <a:ext cx="402600" cy="374025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201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5250" marB="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52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2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3975" marB="0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7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1525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403" name="Google Shape;1403;p62"/>
          <p:cNvGrpSpPr/>
          <p:nvPr/>
        </p:nvGrpSpPr>
        <p:grpSpPr>
          <a:xfrm>
            <a:off x="1996240" y="1140995"/>
            <a:ext cx="941420" cy="255904"/>
            <a:chOff x="1996240" y="1140995"/>
            <a:chExt cx="941420" cy="255904"/>
          </a:xfrm>
        </p:grpSpPr>
        <p:sp>
          <p:nvSpPr>
            <p:cNvPr id="1404" name="Google Shape;1404;p62"/>
            <p:cNvSpPr/>
            <p:nvPr/>
          </p:nvSpPr>
          <p:spPr>
            <a:xfrm>
              <a:off x="1996240" y="1140995"/>
              <a:ext cx="710565" cy="255904"/>
            </a:xfrm>
            <a:custGeom>
              <a:avLst/>
              <a:gdLst/>
              <a:ahLst/>
              <a:cxnLst/>
              <a:rect l="l" t="t" r="r" b="b"/>
              <a:pathLst>
                <a:path w="710564" h="255905" extrusionOk="0">
                  <a:moveTo>
                    <a:pt x="0" y="0"/>
                  </a:moveTo>
                  <a:lnTo>
                    <a:pt x="710488" y="255774"/>
                  </a:lnTo>
                </a:path>
              </a:pathLst>
            </a:custGeom>
            <a:noFill/>
            <a:ln w="10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62"/>
            <p:cNvSpPr/>
            <p:nvPr/>
          </p:nvSpPr>
          <p:spPr>
            <a:xfrm>
              <a:off x="2284245" y="1140995"/>
              <a:ext cx="653415" cy="255904"/>
            </a:xfrm>
            <a:custGeom>
              <a:avLst/>
              <a:gdLst/>
              <a:ahLst/>
              <a:cxnLst/>
              <a:rect l="l" t="t" r="r" b="b"/>
              <a:pathLst>
                <a:path w="653414" h="255905" extrusionOk="0">
                  <a:moveTo>
                    <a:pt x="0" y="0"/>
                  </a:moveTo>
                  <a:lnTo>
                    <a:pt x="652986" y="255514"/>
                  </a:lnTo>
                </a:path>
              </a:pathLst>
            </a:custGeom>
            <a:noFill/>
            <a:ln w="10100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06" name="Google Shape;1406;p62"/>
          <p:cNvSpPr txBox="1"/>
          <p:nvPr/>
        </p:nvSpPr>
        <p:spPr>
          <a:xfrm>
            <a:off x="1652104" y="1885808"/>
            <a:ext cx="688340" cy="191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Input: 6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6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7" name="Google Shape;1407;p62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8" name="Google Shape;1408;p62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r>
              <a:rPr lang="en-US"/>
              <a:t> / 153</a:t>
            </a:r>
            <a:endParaRPr/>
          </a:p>
        </p:txBody>
      </p:sp>
      <p:sp>
        <p:nvSpPr>
          <p:cNvPr id="1409" name="Google Shape;1409;p62"/>
          <p:cNvSpPr txBox="1"/>
          <p:nvPr/>
        </p:nvSpPr>
        <p:spPr>
          <a:xfrm>
            <a:off x="3389210" y="1886710"/>
            <a:ext cx="785495" cy="304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9525" rIns="0" bIns="0" anchor="t" anchorCtr="0">
            <a:spAutoFit/>
          </a:bodyPr>
          <a:lstStyle/>
          <a:p>
            <a:pPr marL="126364" marR="5080" lvl="0" indent="-114300" algn="l" rtl="0">
              <a:lnSpc>
                <a:spcPct val="77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Output: 2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2 (stride=2)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0" name="Google Shape;1410;p62"/>
          <p:cNvSpPr txBox="1"/>
          <p:nvPr/>
        </p:nvSpPr>
        <p:spPr>
          <a:xfrm>
            <a:off x="321906" y="2441750"/>
            <a:ext cx="2635885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With stride = 2: Output size = </a:t>
            </a:r>
            <a:r>
              <a:rPr lang="en-US" sz="1050" u="sng" baseline="30000">
                <a:latin typeface="Arial"/>
                <a:ea typeface="Arial"/>
                <a:cs typeface="Arial"/>
                <a:sym typeface="Arial"/>
              </a:rPr>
              <a:t>6</a:t>
            </a:r>
            <a:r>
              <a:rPr lang="en-US" sz="1200" i="1" u="sng" baseline="30000">
                <a:latin typeface="Verdana"/>
                <a:ea typeface="Verdana"/>
                <a:cs typeface="Verdana"/>
                <a:sym typeface="Verdana"/>
              </a:rPr>
              <a:t>−</a:t>
            </a:r>
            <a:r>
              <a:rPr lang="en-US" sz="1050" u="sng" baseline="30000"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050" baseline="30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2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1" name="Google Shape;1411;p62"/>
          <p:cNvSpPr txBox="1"/>
          <p:nvPr/>
        </p:nvSpPr>
        <p:spPr>
          <a:xfrm>
            <a:off x="347306" y="2522669"/>
            <a:ext cx="4024629" cy="379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975" rIns="0" bIns="0" anchor="t" anchorCtr="0">
            <a:spAutoFit/>
          </a:bodyPr>
          <a:lstStyle/>
          <a:p>
            <a:pPr marL="0" marR="15748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latin typeface="Arial"/>
                <a:ea typeface="Arial"/>
                <a:cs typeface="Arial"/>
                <a:sym typeface="Arial"/>
              </a:rPr>
              <a:t>2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Trade-off: Lose spatial resolution but gain computational efficiency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p63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D</a:t>
            </a:r>
            <a:r>
              <a:rPr lang="en-US" cap="small">
                <a:solidFill>
                  <a:srgbClr val="FFFFFF"/>
                </a:solidFill>
              </a:rPr>
              <a:t>ilated</a:t>
            </a:r>
            <a:r>
              <a:rPr lang="en-US">
                <a:solidFill>
                  <a:srgbClr val="FFFFFF"/>
                </a:solidFill>
              </a:rPr>
              <a:t> (A</a:t>
            </a:r>
            <a:r>
              <a:rPr lang="en-US" cap="small">
                <a:solidFill>
                  <a:srgbClr val="FFFFFF"/>
                </a:solidFill>
              </a:rPr>
              <a:t>trous</a:t>
            </a:r>
            <a:r>
              <a:rPr lang="en-US">
                <a:solidFill>
                  <a:srgbClr val="FFFFFF"/>
                </a:solidFill>
              </a:rPr>
              <a:t>) C</a:t>
            </a:r>
            <a:r>
              <a:rPr lang="en-US" cap="small">
                <a:solidFill>
                  <a:srgbClr val="FFFFFF"/>
                </a:solidFill>
              </a:rPr>
              <a:t>onvolution</a:t>
            </a:r>
            <a:endParaRPr/>
          </a:p>
        </p:txBody>
      </p:sp>
      <p:grpSp>
        <p:nvGrpSpPr>
          <p:cNvPr id="1417" name="Google Shape;1417;p63"/>
          <p:cNvGrpSpPr/>
          <p:nvPr/>
        </p:nvGrpSpPr>
        <p:grpSpPr>
          <a:xfrm>
            <a:off x="309193" y="537514"/>
            <a:ext cx="5192466" cy="1589024"/>
            <a:chOff x="309193" y="537514"/>
            <a:chExt cx="5192466" cy="1589024"/>
          </a:xfrm>
        </p:grpSpPr>
        <p:sp>
          <p:nvSpPr>
            <p:cNvPr id="1418" name="Google Shape;1418;p63"/>
            <p:cNvSpPr/>
            <p:nvPr/>
          </p:nvSpPr>
          <p:spPr>
            <a:xfrm>
              <a:off x="309193" y="537514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6887"/>
                  </a:lnTo>
                  <a:lnTo>
                    <a:pt x="5141666" y="20688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19" name="Google Shape;1419;p6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9193" y="731748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0" name="Google Shape;1420;p6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9994" y="1108646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1" name="Google Shape;1421;p6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1095946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2" name="Google Shape;1422;p6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581748"/>
              <a:ext cx="50800" cy="5268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3" name="Google Shape;1423;p63"/>
            <p:cNvSpPr/>
            <p:nvPr/>
          </p:nvSpPr>
          <p:spPr>
            <a:xfrm>
              <a:off x="309193" y="776026"/>
              <a:ext cx="5142230" cy="383540"/>
            </a:xfrm>
            <a:custGeom>
              <a:avLst/>
              <a:gdLst/>
              <a:ahLst/>
              <a:cxnLst/>
              <a:rect l="l" t="t" r="r" b="b"/>
              <a:pathLst>
                <a:path w="5142230" h="383540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332620"/>
                  </a:lnTo>
                  <a:lnTo>
                    <a:pt x="4008" y="352345"/>
                  </a:lnTo>
                  <a:lnTo>
                    <a:pt x="14922" y="368498"/>
                  </a:lnTo>
                  <a:lnTo>
                    <a:pt x="31075" y="379412"/>
                  </a:lnTo>
                  <a:lnTo>
                    <a:pt x="50800" y="383420"/>
                  </a:lnTo>
                  <a:lnTo>
                    <a:pt x="5090865" y="383420"/>
                  </a:lnTo>
                  <a:lnTo>
                    <a:pt x="5110590" y="379412"/>
                  </a:lnTo>
                  <a:lnTo>
                    <a:pt x="5126743" y="368498"/>
                  </a:lnTo>
                  <a:lnTo>
                    <a:pt x="5137657" y="352345"/>
                  </a:lnTo>
                  <a:lnTo>
                    <a:pt x="5141666" y="332620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63"/>
            <p:cNvSpPr/>
            <p:nvPr/>
          </p:nvSpPr>
          <p:spPr>
            <a:xfrm>
              <a:off x="5450859" y="619844"/>
              <a:ext cx="0" cy="508000"/>
            </a:xfrm>
            <a:custGeom>
              <a:avLst/>
              <a:gdLst/>
              <a:ahLst/>
              <a:cxnLst/>
              <a:rect l="l" t="t" r="r" b="b"/>
              <a:pathLst>
                <a:path w="120000" h="508000" extrusionOk="0">
                  <a:moveTo>
                    <a:pt x="0" y="50785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63"/>
            <p:cNvSpPr/>
            <p:nvPr/>
          </p:nvSpPr>
          <p:spPr>
            <a:xfrm>
              <a:off x="5450859" y="60714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63"/>
            <p:cNvSpPr/>
            <p:nvPr/>
          </p:nvSpPr>
          <p:spPr>
            <a:xfrm>
              <a:off x="5450859" y="59444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63"/>
            <p:cNvSpPr/>
            <p:nvPr/>
          </p:nvSpPr>
          <p:spPr>
            <a:xfrm>
              <a:off x="5450859" y="58174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63"/>
            <p:cNvSpPr/>
            <p:nvPr/>
          </p:nvSpPr>
          <p:spPr>
            <a:xfrm>
              <a:off x="5450859" y="562694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29" name="Google Shape;1429;p63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161488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0" name="Google Shape;1430;p63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183606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1" name="Google Shape;1431;p63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205724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32" name="Google Shape;1432;p63"/>
          <p:cNvSpPr txBox="1"/>
          <p:nvPr/>
        </p:nvSpPr>
        <p:spPr>
          <a:xfrm>
            <a:off x="309194" y="467942"/>
            <a:ext cx="5065395" cy="2630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975" rIns="0" bIns="0" anchor="t" anchorCtr="0">
            <a:spAutoFit/>
          </a:bodyPr>
          <a:lstStyle/>
          <a:p>
            <a:pPr marL="508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efinition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50800" marR="17780" lvl="0" indent="0" algn="l" rtl="0">
              <a:lnSpc>
                <a:spcPct val="1147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Dilated convolution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(also called atrous convolution) inserts spaces (holes) between kernel elements to increase receptive field without increasing parameters.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None/>
            </a:pP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508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Dilation rate </a:t>
            </a:r>
            <a:r>
              <a:rPr lang="en-US" sz="1050" i="1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Number of pixels between kernel elements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47980" lvl="0" indent="0" algn="l" rtl="0">
              <a:lnSpc>
                <a:spcPct val="100000"/>
              </a:lnSpc>
              <a:spcBef>
                <a:spcPts val="334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r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1: Standard convolution (no dilation)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4798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r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2: One pixel gap between kernel elements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4798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r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3: Two pixel gaps between elements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50800" lvl="0" indent="0" algn="l" rtl="0">
              <a:lnSpc>
                <a:spcPct val="100000"/>
              </a:lnSpc>
              <a:spcBef>
                <a:spcPts val="1019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Effective receptive field: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76200" lvl="0" indent="0" algn="ctr" rtl="0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en-US" sz="1050" i="1" baseline="-25000">
                <a:latin typeface="Arial"/>
                <a:ea typeface="Arial"/>
                <a:cs typeface="Arial"/>
                <a:sym typeface="Arial"/>
              </a:rPr>
              <a:t>eff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k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+ (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k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—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)(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r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—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  <a:p>
            <a:pPr marL="5080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where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k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= kernel size,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r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= dilation rate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50800" lvl="0" indent="0" algn="l" rtl="0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3 kernel with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r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effective 5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5 receptive field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33" name="Google Shape;1433;p63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434" name="Google Shape;1434;p6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63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63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37" name="Google Shape;1437;p63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8" name="Google Shape;1438;p63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1D2AD48-7A3E-A2A6-628F-0B4EB1CA2921}"/>
                  </a:ext>
                </a:extLst>
              </p14:cNvPr>
              <p14:cNvContentPartPr/>
              <p14:nvPr/>
            </p14:nvContentPartPr>
            <p14:xfrm>
              <a:off x="1476720" y="1224360"/>
              <a:ext cx="4147200" cy="1586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1D2AD48-7A3E-A2A6-628F-0B4EB1CA292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467360" y="1215000"/>
                <a:ext cx="4165920" cy="1605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p64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D</a:t>
            </a:r>
            <a:r>
              <a:rPr lang="en-US" cap="small">
                <a:solidFill>
                  <a:srgbClr val="FFFFFF"/>
                </a:solidFill>
              </a:rPr>
              <a:t>ilated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onvolution</a:t>
            </a:r>
            <a:r>
              <a:rPr lang="en-US">
                <a:solidFill>
                  <a:srgbClr val="FFFFFF"/>
                </a:solidFill>
              </a:rPr>
              <a:t>: V</a:t>
            </a:r>
            <a:r>
              <a:rPr lang="en-US" cap="small">
                <a:solidFill>
                  <a:srgbClr val="FFFFFF"/>
                </a:solidFill>
              </a:rPr>
              <a:t>isual</a:t>
            </a:r>
            <a:r>
              <a:rPr lang="en-US">
                <a:solidFill>
                  <a:srgbClr val="FFFFFF"/>
                </a:solidFill>
              </a:rPr>
              <a:t> E</a:t>
            </a:r>
            <a:r>
              <a:rPr lang="en-US" cap="small">
                <a:solidFill>
                  <a:srgbClr val="FFFFFF"/>
                </a:solidFill>
              </a:rPr>
              <a:t>xample</a:t>
            </a:r>
            <a:endParaRPr/>
          </a:p>
        </p:txBody>
      </p:sp>
      <p:sp>
        <p:nvSpPr>
          <p:cNvPr id="1444" name="Google Shape;1444;p64"/>
          <p:cNvSpPr txBox="1"/>
          <p:nvPr/>
        </p:nvSpPr>
        <p:spPr>
          <a:xfrm>
            <a:off x="1871979" y="777308"/>
            <a:ext cx="201612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Standard vs. Dilated Convolution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45" name="Google Shape;1445;p64"/>
          <p:cNvGrpSpPr/>
          <p:nvPr/>
        </p:nvGrpSpPr>
        <p:grpSpPr>
          <a:xfrm>
            <a:off x="1569021" y="1016074"/>
            <a:ext cx="1036955" cy="1036955"/>
            <a:chOff x="1569021" y="1016074"/>
            <a:chExt cx="1036955" cy="1036955"/>
          </a:xfrm>
        </p:grpSpPr>
        <p:sp>
          <p:nvSpPr>
            <p:cNvPr id="1446" name="Google Shape;1446;p64"/>
            <p:cNvSpPr/>
            <p:nvPr/>
          </p:nvSpPr>
          <p:spPr>
            <a:xfrm>
              <a:off x="1569021" y="1016074"/>
              <a:ext cx="1036955" cy="1036955"/>
            </a:xfrm>
            <a:custGeom>
              <a:avLst/>
              <a:gdLst/>
              <a:ahLst/>
              <a:cxnLst/>
              <a:rect l="l" t="t" r="r" b="b"/>
              <a:pathLst>
                <a:path w="1036955" h="1036955" extrusionOk="0">
                  <a:moveTo>
                    <a:pt x="0" y="1036804"/>
                  </a:moveTo>
                  <a:lnTo>
                    <a:pt x="1036804" y="1036804"/>
                  </a:lnTo>
                </a:path>
                <a:path w="1036955" h="1036955" extrusionOk="0">
                  <a:moveTo>
                    <a:pt x="0" y="907206"/>
                  </a:moveTo>
                  <a:lnTo>
                    <a:pt x="1036804" y="907206"/>
                  </a:lnTo>
                </a:path>
                <a:path w="1036955" h="1036955" extrusionOk="0">
                  <a:moveTo>
                    <a:pt x="0" y="777607"/>
                  </a:moveTo>
                  <a:lnTo>
                    <a:pt x="1036804" y="777607"/>
                  </a:lnTo>
                </a:path>
                <a:path w="1036955" h="1036955" extrusionOk="0">
                  <a:moveTo>
                    <a:pt x="0" y="648008"/>
                  </a:moveTo>
                  <a:lnTo>
                    <a:pt x="1036804" y="648008"/>
                  </a:lnTo>
                </a:path>
                <a:path w="1036955" h="1036955" extrusionOk="0">
                  <a:moveTo>
                    <a:pt x="0" y="518409"/>
                  </a:moveTo>
                  <a:lnTo>
                    <a:pt x="1036804" y="518409"/>
                  </a:lnTo>
                </a:path>
                <a:path w="1036955" h="1036955" extrusionOk="0">
                  <a:moveTo>
                    <a:pt x="0" y="388811"/>
                  </a:moveTo>
                  <a:lnTo>
                    <a:pt x="1036804" y="388811"/>
                  </a:lnTo>
                </a:path>
                <a:path w="1036955" h="1036955" extrusionOk="0">
                  <a:moveTo>
                    <a:pt x="0" y="259212"/>
                  </a:moveTo>
                  <a:lnTo>
                    <a:pt x="1036804" y="259212"/>
                  </a:lnTo>
                </a:path>
                <a:path w="1036955" h="1036955" extrusionOk="0">
                  <a:moveTo>
                    <a:pt x="0" y="129613"/>
                  </a:moveTo>
                  <a:lnTo>
                    <a:pt x="1036804" y="129613"/>
                  </a:lnTo>
                </a:path>
                <a:path w="1036955" h="1036955" extrusionOk="0">
                  <a:moveTo>
                    <a:pt x="0" y="14"/>
                  </a:moveTo>
                  <a:lnTo>
                    <a:pt x="1036804" y="14"/>
                  </a:lnTo>
                </a:path>
                <a:path w="1036955" h="1036955" extrusionOk="0">
                  <a:moveTo>
                    <a:pt x="0" y="1036804"/>
                  </a:moveTo>
                  <a:lnTo>
                    <a:pt x="0" y="0"/>
                  </a:lnTo>
                </a:path>
                <a:path w="1036955" h="1036955" extrusionOk="0">
                  <a:moveTo>
                    <a:pt x="129598" y="1036804"/>
                  </a:moveTo>
                  <a:lnTo>
                    <a:pt x="129598" y="0"/>
                  </a:lnTo>
                </a:path>
                <a:path w="1036955" h="1036955" extrusionOk="0">
                  <a:moveTo>
                    <a:pt x="259197" y="1036804"/>
                  </a:moveTo>
                  <a:lnTo>
                    <a:pt x="259197" y="0"/>
                  </a:lnTo>
                </a:path>
                <a:path w="1036955" h="1036955" extrusionOk="0">
                  <a:moveTo>
                    <a:pt x="388796" y="1036804"/>
                  </a:moveTo>
                  <a:lnTo>
                    <a:pt x="388796" y="0"/>
                  </a:lnTo>
                </a:path>
                <a:path w="1036955" h="1036955" extrusionOk="0">
                  <a:moveTo>
                    <a:pt x="518394" y="1036804"/>
                  </a:moveTo>
                  <a:lnTo>
                    <a:pt x="518394" y="0"/>
                  </a:lnTo>
                </a:path>
                <a:path w="1036955" h="1036955" extrusionOk="0">
                  <a:moveTo>
                    <a:pt x="647993" y="1036804"/>
                  </a:moveTo>
                  <a:lnTo>
                    <a:pt x="647993" y="0"/>
                  </a:lnTo>
                </a:path>
                <a:path w="1036955" h="1036955" extrusionOk="0">
                  <a:moveTo>
                    <a:pt x="777592" y="1036804"/>
                  </a:moveTo>
                  <a:lnTo>
                    <a:pt x="777592" y="0"/>
                  </a:lnTo>
                </a:path>
                <a:path w="1036955" h="1036955" extrusionOk="0">
                  <a:moveTo>
                    <a:pt x="907190" y="1036804"/>
                  </a:moveTo>
                  <a:lnTo>
                    <a:pt x="907190" y="0"/>
                  </a:lnTo>
                </a:path>
                <a:path w="1036955" h="1036955" extrusionOk="0">
                  <a:moveTo>
                    <a:pt x="1036789" y="1036804"/>
                  </a:moveTo>
                  <a:lnTo>
                    <a:pt x="1036789" y="0"/>
                  </a:lnTo>
                </a:path>
              </a:pathLst>
            </a:custGeom>
            <a:noFill/>
            <a:ln w="9525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64"/>
            <p:cNvSpPr/>
            <p:nvPr/>
          </p:nvSpPr>
          <p:spPr>
            <a:xfrm>
              <a:off x="1698619" y="1145672"/>
              <a:ext cx="389255" cy="389255"/>
            </a:xfrm>
            <a:custGeom>
              <a:avLst/>
              <a:gdLst/>
              <a:ahLst/>
              <a:cxnLst/>
              <a:rect l="l" t="t" r="r" b="b"/>
              <a:pathLst>
                <a:path w="389255" h="389255" extrusionOk="0">
                  <a:moveTo>
                    <a:pt x="0" y="388801"/>
                  </a:moveTo>
                  <a:lnTo>
                    <a:pt x="0" y="0"/>
                  </a:lnTo>
                  <a:lnTo>
                    <a:pt x="388806" y="0"/>
                  </a:lnTo>
                  <a:lnTo>
                    <a:pt x="388806" y="388801"/>
                  </a:lnTo>
                  <a:lnTo>
                    <a:pt x="0" y="388801"/>
                  </a:lnTo>
                  <a:close/>
                </a:path>
              </a:pathLst>
            </a:custGeom>
            <a:noFill/>
            <a:ln w="202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48" name="Google Shape;1448;p6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666218" y="1372483"/>
              <a:ext cx="64803" cy="64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9" name="Google Shape;1449;p6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666218" y="1242884"/>
              <a:ext cx="64803" cy="64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0" name="Google Shape;1450;p6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666218" y="1113285"/>
              <a:ext cx="64803" cy="64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1" name="Google Shape;1451;p6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795816" y="1372483"/>
              <a:ext cx="64803" cy="64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2" name="Google Shape;1452;p6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795816" y="1242884"/>
              <a:ext cx="64803" cy="64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3" name="Google Shape;1453;p64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795816" y="1113285"/>
              <a:ext cx="64803" cy="64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4" name="Google Shape;1454;p6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925415" y="1372483"/>
              <a:ext cx="64803" cy="64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5" name="Google Shape;1455;p6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925415" y="1242884"/>
              <a:ext cx="64803" cy="64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6" name="Google Shape;1456;p64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925415" y="1113285"/>
              <a:ext cx="64803" cy="6480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57" name="Google Shape;1457;p64"/>
          <p:cNvSpPr txBox="1"/>
          <p:nvPr/>
        </p:nvSpPr>
        <p:spPr>
          <a:xfrm>
            <a:off x="1564513" y="2086455"/>
            <a:ext cx="1045844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Standard (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r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1)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8" name="Google Shape;1458;p64"/>
          <p:cNvSpPr txBox="1"/>
          <p:nvPr/>
        </p:nvSpPr>
        <p:spPr>
          <a:xfrm>
            <a:off x="1632445" y="2221927"/>
            <a:ext cx="909955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latin typeface="Arial"/>
                <a:ea typeface="Arial"/>
                <a:cs typeface="Arial"/>
                <a:sym typeface="Arial"/>
              </a:rPr>
              <a:t>Receptive field: 3 </a:t>
            </a:r>
            <a:r>
              <a:rPr lang="en-US" sz="800" i="1">
                <a:latin typeface="Verdana"/>
                <a:ea typeface="Verdana"/>
                <a:cs typeface="Verdana"/>
                <a:sym typeface="Verdana"/>
              </a:rPr>
              <a:t>× </a:t>
            </a:r>
            <a:r>
              <a:rPr lang="en-US" sz="700">
                <a:latin typeface="Arial"/>
                <a:ea typeface="Arial"/>
                <a:cs typeface="Arial"/>
                <a:sym typeface="Arial"/>
              </a:rPr>
              <a:t>3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59" name="Google Shape;1459;p64"/>
          <p:cNvGrpSpPr/>
          <p:nvPr/>
        </p:nvGrpSpPr>
        <p:grpSpPr>
          <a:xfrm>
            <a:off x="3189030" y="1016074"/>
            <a:ext cx="1036955" cy="1036955"/>
            <a:chOff x="3189030" y="1016074"/>
            <a:chExt cx="1036955" cy="1036955"/>
          </a:xfrm>
        </p:grpSpPr>
        <p:sp>
          <p:nvSpPr>
            <p:cNvPr id="1460" name="Google Shape;1460;p64"/>
            <p:cNvSpPr/>
            <p:nvPr/>
          </p:nvSpPr>
          <p:spPr>
            <a:xfrm>
              <a:off x="3189030" y="1016074"/>
              <a:ext cx="1036955" cy="1036955"/>
            </a:xfrm>
            <a:custGeom>
              <a:avLst/>
              <a:gdLst/>
              <a:ahLst/>
              <a:cxnLst/>
              <a:rect l="l" t="t" r="r" b="b"/>
              <a:pathLst>
                <a:path w="1036954" h="1036955" extrusionOk="0">
                  <a:moveTo>
                    <a:pt x="0" y="1036804"/>
                  </a:moveTo>
                  <a:lnTo>
                    <a:pt x="1036804" y="1036804"/>
                  </a:lnTo>
                </a:path>
                <a:path w="1036954" h="1036955" extrusionOk="0">
                  <a:moveTo>
                    <a:pt x="0" y="907206"/>
                  </a:moveTo>
                  <a:lnTo>
                    <a:pt x="1036804" y="907206"/>
                  </a:lnTo>
                </a:path>
                <a:path w="1036954" h="1036955" extrusionOk="0">
                  <a:moveTo>
                    <a:pt x="0" y="777607"/>
                  </a:moveTo>
                  <a:lnTo>
                    <a:pt x="1036804" y="777607"/>
                  </a:lnTo>
                </a:path>
                <a:path w="1036954" h="1036955" extrusionOk="0">
                  <a:moveTo>
                    <a:pt x="0" y="648008"/>
                  </a:moveTo>
                  <a:lnTo>
                    <a:pt x="1036804" y="648008"/>
                  </a:lnTo>
                </a:path>
                <a:path w="1036954" h="1036955" extrusionOk="0">
                  <a:moveTo>
                    <a:pt x="0" y="518409"/>
                  </a:moveTo>
                  <a:lnTo>
                    <a:pt x="1036804" y="518409"/>
                  </a:lnTo>
                </a:path>
                <a:path w="1036954" h="1036955" extrusionOk="0">
                  <a:moveTo>
                    <a:pt x="0" y="388811"/>
                  </a:moveTo>
                  <a:lnTo>
                    <a:pt x="1036804" y="388811"/>
                  </a:lnTo>
                </a:path>
                <a:path w="1036954" h="1036955" extrusionOk="0">
                  <a:moveTo>
                    <a:pt x="0" y="259212"/>
                  </a:moveTo>
                  <a:lnTo>
                    <a:pt x="1036804" y="259212"/>
                  </a:lnTo>
                </a:path>
                <a:path w="1036954" h="1036955" extrusionOk="0">
                  <a:moveTo>
                    <a:pt x="0" y="129613"/>
                  </a:moveTo>
                  <a:lnTo>
                    <a:pt x="1036804" y="129613"/>
                  </a:lnTo>
                </a:path>
                <a:path w="1036954" h="1036955" extrusionOk="0">
                  <a:moveTo>
                    <a:pt x="0" y="14"/>
                  </a:moveTo>
                  <a:lnTo>
                    <a:pt x="1036804" y="14"/>
                  </a:lnTo>
                </a:path>
                <a:path w="1036954" h="1036955" extrusionOk="0">
                  <a:moveTo>
                    <a:pt x="64773" y="1036804"/>
                  </a:moveTo>
                  <a:lnTo>
                    <a:pt x="64773" y="0"/>
                  </a:lnTo>
                </a:path>
                <a:path w="1036954" h="1036955" extrusionOk="0">
                  <a:moveTo>
                    <a:pt x="194372" y="1036804"/>
                  </a:moveTo>
                  <a:lnTo>
                    <a:pt x="194372" y="0"/>
                  </a:lnTo>
                </a:path>
                <a:path w="1036954" h="1036955" extrusionOk="0">
                  <a:moveTo>
                    <a:pt x="323971" y="1036804"/>
                  </a:moveTo>
                  <a:lnTo>
                    <a:pt x="323971" y="0"/>
                  </a:lnTo>
                </a:path>
                <a:path w="1036954" h="1036955" extrusionOk="0">
                  <a:moveTo>
                    <a:pt x="453570" y="1036804"/>
                  </a:moveTo>
                  <a:lnTo>
                    <a:pt x="453570" y="0"/>
                  </a:lnTo>
                </a:path>
                <a:path w="1036954" h="1036955" extrusionOk="0">
                  <a:moveTo>
                    <a:pt x="583169" y="1036804"/>
                  </a:moveTo>
                  <a:lnTo>
                    <a:pt x="583169" y="0"/>
                  </a:lnTo>
                </a:path>
                <a:path w="1036954" h="1036955" extrusionOk="0">
                  <a:moveTo>
                    <a:pt x="712767" y="1036804"/>
                  </a:moveTo>
                  <a:lnTo>
                    <a:pt x="712767" y="0"/>
                  </a:lnTo>
                </a:path>
                <a:path w="1036954" h="1036955" extrusionOk="0">
                  <a:moveTo>
                    <a:pt x="842366" y="1036804"/>
                  </a:moveTo>
                  <a:lnTo>
                    <a:pt x="842366" y="0"/>
                  </a:lnTo>
                </a:path>
                <a:path w="1036954" h="1036955" extrusionOk="0">
                  <a:moveTo>
                    <a:pt x="971965" y="1036804"/>
                  </a:moveTo>
                  <a:lnTo>
                    <a:pt x="971965" y="0"/>
                  </a:lnTo>
                </a:path>
              </a:pathLst>
            </a:custGeom>
            <a:noFill/>
            <a:ln w="9525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64"/>
            <p:cNvSpPr/>
            <p:nvPr/>
          </p:nvSpPr>
          <p:spPr>
            <a:xfrm>
              <a:off x="3318629" y="1080873"/>
              <a:ext cx="842644" cy="842644"/>
            </a:xfrm>
            <a:custGeom>
              <a:avLst/>
              <a:gdLst/>
              <a:ahLst/>
              <a:cxnLst/>
              <a:rect l="l" t="t" r="r" b="b"/>
              <a:pathLst>
                <a:path w="842645" h="842644" extrusionOk="0">
                  <a:moveTo>
                    <a:pt x="0" y="842407"/>
                  </a:moveTo>
                  <a:lnTo>
                    <a:pt x="0" y="0"/>
                  </a:lnTo>
                  <a:lnTo>
                    <a:pt x="842406" y="0"/>
                  </a:lnTo>
                  <a:lnTo>
                    <a:pt x="842406" y="842407"/>
                  </a:lnTo>
                  <a:lnTo>
                    <a:pt x="0" y="842407"/>
                  </a:lnTo>
                  <a:close/>
                </a:path>
              </a:pathLst>
            </a:custGeom>
            <a:noFill/>
            <a:ln w="202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62" name="Google Shape;1462;p64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545429" y="1437272"/>
              <a:ext cx="64803" cy="64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3" name="Google Shape;1463;p64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804632" y="1437272"/>
              <a:ext cx="64803" cy="64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4" name="Google Shape;1464;p64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063834" y="1437272"/>
              <a:ext cx="64803" cy="64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5" name="Google Shape;1465;p64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545429" y="1178070"/>
              <a:ext cx="64803" cy="64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6" name="Google Shape;1466;p64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804632" y="1178070"/>
              <a:ext cx="64803" cy="64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7" name="Google Shape;1467;p64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063834" y="1178070"/>
              <a:ext cx="64803" cy="64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8" name="Google Shape;1468;p64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545429" y="1696475"/>
              <a:ext cx="64803" cy="64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9" name="Google Shape;1469;p64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804632" y="1696475"/>
              <a:ext cx="64803" cy="648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0" name="Google Shape;1470;p64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063834" y="1696475"/>
              <a:ext cx="64803" cy="6480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71" name="Google Shape;1471;p64"/>
          <p:cNvSpPr txBox="1"/>
          <p:nvPr/>
        </p:nvSpPr>
        <p:spPr>
          <a:xfrm>
            <a:off x="3249142" y="2086010"/>
            <a:ext cx="916940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Dilated (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r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2)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2" name="Google Shape;1472;p64"/>
          <p:cNvSpPr txBox="1"/>
          <p:nvPr/>
        </p:nvSpPr>
        <p:spPr>
          <a:xfrm>
            <a:off x="3252431" y="2221927"/>
            <a:ext cx="909955" cy="1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latin typeface="Arial"/>
                <a:ea typeface="Arial"/>
                <a:cs typeface="Arial"/>
                <a:sym typeface="Arial"/>
              </a:rPr>
              <a:t>Receptive field: 5 </a:t>
            </a:r>
            <a:r>
              <a:rPr lang="en-US" sz="800" i="1">
                <a:latin typeface="Verdana"/>
                <a:ea typeface="Verdana"/>
                <a:cs typeface="Verdana"/>
                <a:sym typeface="Verdana"/>
              </a:rPr>
              <a:t>× </a:t>
            </a:r>
            <a:r>
              <a:rPr lang="en-US" sz="700">
                <a:latin typeface="Arial"/>
                <a:ea typeface="Arial"/>
                <a:cs typeface="Arial"/>
                <a:sym typeface="Arial"/>
              </a:rPr>
              <a:t>5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3" name="Google Shape;1473;p64"/>
          <p:cNvSpPr txBox="1"/>
          <p:nvPr/>
        </p:nvSpPr>
        <p:spPr>
          <a:xfrm>
            <a:off x="347294" y="2633032"/>
            <a:ext cx="453326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Key Advantage: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Same number of parameters (9), but larger receptive field!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74" name="Google Shape;1474;p64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475" name="Google Shape;1475;p64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64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64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78" name="Google Shape;1478;p64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9" name="Google Shape;1479;p64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BDDB26A-81E8-FF69-A96A-EF9791EDDE7C}"/>
                  </a:ext>
                </a:extLst>
              </p14:cNvPr>
              <p14:cNvContentPartPr/>
              <p14:nvPr/>
            </p14:nvContentPartPr>
            <p14:xfrm>
              <a:off x="223920" y="408240"/>
              <a:ext cx="5456160" cy="2707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BDDB26A-81E8-FF69-A96A-EF9791EDDE7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14560" y="398880"/>
                <a:ext cx="5474880" cy="27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BD9E678-F611-460D-09B5-878944390B02}"/>
                  </a:ext>
                </a:extLst>
              </p14:cNvPr>
              <p14:cNvContentPartPr/>
              <p14:nvPr/>
            </p14:nvContentPartPr>
            <p14:xfrm>
              <a:off x="4300560" y="1628640"/>
              <a:ext cx="1383840" cy="1497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BD9E678-F611-460D-09B5-878944390B0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291200" y="1619280"/>
                <a:ext cx="1402560" cy="1516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21489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65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</a:rPr>
              <a:t>D</a:t>
            </a:r>
            <a:r>
              <a:rPr lang="en-US" sz="1400" cap="small">
                <a:solidFill>
                  <a:srgbClr val="FFFFFF"/>
                </a:solidFill>
              </a:rPr>
              <a:t>ilated</a:t>
            </a:r>
            <a:r>
              <a:rPr lang="en-US" sz="1400">
                <a:solidFill>
                  <a:srgbClr val="FFFFFF"/>
                </a:solidFill>
              </a:rPr>
              <a:t> C</a:t>
            </a:r>
            <a:r>
              <a:rPr lang="en-US" sz="1400" cap="small">
                <a:solidFill>
                  <a:srgbClr val="FFFFFF"/>
                </a:solidFill>
              </a:rPr>
              <a:t>onvolution</a:t>
            </a:r>
            <a:r>
              <a:rPr lang="en-US" sz="1400">
                <a:solidFill>
                  <a:srgbClr val="FFFFFF"/>
                </a:solidFill>
              </a:rPr>
              <a:t>: A</a:t>
            </a:r>
            <a:r>
              <a:rPr lang="en-US" sz="1400" cap="small">
                <a:solidFill>
                  <a:srgbClr val="FFFFFF"/>
                </a:solidFill>
              </a:rPr>
              <a:t>pplications</a:t>
            </a:r>
            <a:r>
              <a:rPr lang="en-US" sz="1400">
                <a:solidFill>
                  <a:srgbClr val="FFFFFF"/>
                </a:solidFill>
              </a:rPr>
              <a:t> </a:t>
            </a:r>
            <a:r>
              <a:rPr lang="en-US" sz="1400" cap="small">
                <a:solidFill>
                  <a:srgbClr val="FFFFFF"/>
                </a:solidFill>
              </a:rPr>
              <a:t>and</a:t>
            </a:r>
            <a:r>
              <a:rPr lang="en-US" sz="1400">
                <a:solidFill>
                  <a:srgbClr val="FFFFFF"/>
                </a:solidFill>
              </a:rPr>
              <a:t> B</a:t>
            </a:r>
            <a:r>
              <a:rPr lang="en-US" sz="1400" cap="small">
                <a:solidFill>
                  <a:srgbClr val="FFFFFF"/>
                </a:solidFill>
              </a:rPr>
              <a:t>enefits</a:t>
            </a:r>
            <a:endParaRPr sz="1400"/>
          </a:p>
        </p:txBody>
      </p:sp>
      <p:grpSp>
        <p:nvGrpSpPr>
          <p:cNvPr id="1485" name="Google Shape;1485;p65"/>
          <p:cNvGrpSpPr/>
          <p:nvPr/>
        </p:nvGrpSpPr>
        <p:grpSpPr>
          <a:xfrm>
            <a:off x="513702" y="636333"/>
            <a:ext cx="69291" cy="820852"/>
            <a:chOff x="513702" y="636333"/>
            <a:chExt cx="69291" cy="820852"/>
          </a:xfrm>
        </p:grpSpPr>
        <p:pic>
          <p:nvPicPr>
            <p:cNvPr id="1486" name="Google Shape;1486;p6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63633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7" name="Google Shape;1487;p6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138789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8" name="Google Shape;1488;p65"/>
          <p:cNvSpPr txBox="1"/>
          <p:nvPr/>
        </p:nvSpPr>
        <p:spPr>
          <a:xfrm>
            <a:off x="619226" y="509090"/>
            <a:ext cx="4730750" cy="991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54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When to Use Dilated Convolutions: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Semantic segmentation: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Need large receptive field while maintaining resolution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Dense prediction tasks: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Object detection, depth estimation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Audio processing: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WaveNet uses dilated convolutions for sequence modeling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8100" lvl="0" indent="0" algn="l" rtl="0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Benefits: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9" name="Google Shape;1489;p6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0044" y="1557693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1490" name="Google Shape;1490;p65"/>
          <p:cNvSpPr txBox="1"/>
          <p:nvPr/>
        </p:nvSpPr>
        <p:spPr>
          <a:xfrm>
            <a:off x="786993" y="1547842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1" name="Google Shape;1491;p6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0044" y="1729777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1492" name="Google Shape;1492;p65"/>
          <p:cNvSpPr txBox="1"/>
          <p:nvPr/>
        </p:nvSpPr>
        <p:spPr>
          <a:xfrm>
            <a:off x="786993" y="1719915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3" name="Google Shape;1493;p6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0044" y="1901850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1494" name="Google Shape;1494;p65"/>
          <p:cNvSpPr txBox="1"/>
          <p:nvPr/>
        </p:nvSpPr>
        <p:spPr>
          <a:xfrm>
            <a:off x="786993" y="1892000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5" name="Google Shape;1495;p6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0044" y="2073922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1496" name="Google Shape;1496;p65"/>
          <p:cNvSpPr txBox="1"/>
          <p:nvPr/>
        </p:nvSpPr>
        <p:spPr>
          <a:xfrm>
            <a:off x="786993" y="2064072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7" name="Google Shape;1497;p65"/>
          <p:cNvSpPr txBox="1"/>
          <p:nvPr/>
        </p:nvSpPr>
        <p:spPr>
          <a:xfrm>
            <a:off x="941958" y="1497261"/>
            <a:ext cx="2772410" cy="713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5080" lvl="0" indent="0" algn="l" rtl="0">
              <a:lnSpc>
                <a:spcPct val="118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Larger receptive field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without pooling or striding </a:t>
            </a:r>
            <a:r>
              <a:rPr lang="en-US" sz="9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Preserve spatial resolution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(no downsampling) </a:t>
            </a:r>
            <a:r>
              <a:rPr lang="en-US" sz="9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Same parameter count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as standard convolution </a:t>
            </a:r>
            <a:r>
              <a:rPr lang="en-US" sz="9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Multi-scale context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by using different dilation rates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8" name="Google Shape;1498;p6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13702" y="2311539"/>
            <a:ext cx="69291" cy="69291"/>
          </a:xfrm>
          <a:prstGeom prst="rect">
            <a:avLst/>
          </a:prstGeom>
          <a:noFill/>
          <a:ln>
            <a:noFill/>
          </a:ln>
        </p:spPr>
      </p:pic>
      <p:sp>
        <p:nvSpPr>
          <p:cNvPr id="1499" name="Google Shape;1499;p65"/>
          <p:cNvSpPr txBox="1"/>
          <p:nvPr/>
        </p:nvSpPr>
        <p:spPr>
          <a:xfrm>
            <a:off x="619226" y="2184296"/>
            <a:ext cx="3866515" cy="778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540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Trade-offs: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May lose fine-grained local information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Gridding artifacts possible (mitigated with varying dilation rates)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Slightly more memory usage during forward pass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00" name="Google Shape;1500;p65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501" name="Google Shape;1501;p65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65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65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04" name="Google Shape;1504;p65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5" name="Google Shape;1505;p65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E67CBEF-E7BE-4741-DAF6-30A6CC45DFF9}"/>
                  </a:ext>
                </a:extLst>
              </p14:cNvPr>
              <p14:cNvContentPartPr/>
              <p14:nvPr/>
            </p14:nvContentPartPr>
            <p14:xfrm>
              <a:off x="1957320" y="943920"/>
              <a:ext cx="3568320" cy="2057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E67CBEF-E7BE-4741-DAF6-30A6CC45DFF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947960" y="934560"/>
                <a:ext cx="3587040" cy="2076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p66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S</a:t>
            </a:r>
            <a:r>
              <a:rPr lang="en-US" cap="small">
                <a:solidFill>
                  <a:srgbClr val="FFFFFF"/>
                </a:solidFill>
              </a:rPr>
              <a:t>trided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vs</a:t>
            </a:r>
            <a:r>
              <a:rPr lang="en-US">
                <a:solidFill>
                  <a:srgbClr val="FFFFFF"/>
                </a:solidFill>
              </a:rPr>
              <a:t>. D</a:t>
            </a:r>
            <a:r>
              <a:rPr lang="en-US" cap="small">
                <a:solidFill>
                  <a:srgbClr val="FFFFFF"/>
                </a:solidFill>
              </a:rPr>
              <a:t>ilated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onvolution</a:t>
            </a:r>
            <a:r>
              <a:rPr lang="en-US">
                <a:solidFill>
                  <a:srgbClr val="FFFFFF"/>
                </a:solidFill>
              </a:rPr>
              <a:t>: C</a:t>
            </a:r>
            <a:r>
              <a:rPr lang="en-US" cap="small">
                <a:solidFill>
                  <a:srgbClr val="FFFFFF"/>
                </a:solidFill>
              </a:rPr>
              <a:t>omparison</a:t>
            </a:r>
            <a:endParaRPr/>
          </a:p>
        </p:txBody>
      </p:sp>
      <p:graphicFrame>
        <p:nvGraphicFramePr>
          <p:cNvPr id="1511" name="Google Shape;1511;p66"/>
          <p:cNvGraphicFramePr/>
          <p:nvPr/>
        </p:nvGraphicFramePr>
        <p:xfrm>
          <a:off x="1339773" y="569099"/>
          <a:ext cx="3074675" cy="1297950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108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7950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1B147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Property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0" indent="0" algn="l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1B147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Strided Conv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25095" marR="0" lvl="0" indent="0" algn="l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1B147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Dilated Conv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Output size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78105" marR="104139" lvl="0" indent="0" algn="l" rtl="0">
                        <a:lnSpc>
                          <a:spcPct val="1145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Receptive field Parameters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07009" marR="0" lvl="0" indent="0" algn="l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Reduced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302260" marR="172720" lvl="0" indent="-121919" algn="l" rtl="0">
                        <a:lnSpc>
                          <a:spcPct val="1145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Increased Same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Same as input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214629" marR="207009" lvl="0" indent="0" algn="ctr" rtl="0">
                        <a:lnSpc>
                          <a:spcPct val="1145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Increased Same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marL="78105" marR="0" lvl="0" indent="0" algn="l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Downsampling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78105" marR="70485" lvl="0" indent="0" algn="l" rtl="0">
                        <a:lnSpc>
                          <a:spcPct val="1145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Resolution loss Typical use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78105" marR="70485" lvl="0" indent="0" algn="ctr" rtl="0">
                        <a:lnSpc>
                          <a:spcPct val="1145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Yes Classification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93345" marR="85725" lvl="0" indent="-634" algn="ctr" rtl="0">
                        <a:lnSpc>
                          <a:spcPct val="1145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No Segmentation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512" name="Google Shape;1512;p66"/>
          <p:cNvGrpSpPr/>
          <p:nvPr/>
        </p:nvGrpSpPr>
        <p:grpSpPr>
          <a:xfrm>
            <a:off x="513702" y="2325865"/>
            <a:ext cx="69291" cy="689101"/>
            <a:chOff x="513702" y="2325865"/>
            <a:chExt cx="69291" cy="689101"/>
          </a:xfrm>
        </p:grpSpPr>
        <p:pic>
          <p:nvPicPr>
            <p:cNvPr id="1513" name="Google Shape;1513;p6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232586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4" name="Google Shape;1514;p6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254403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5" name="Google Shape;1515;p6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294567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16" name="Google Shape;1516;p66"/>
          <p:cNvSpPr txBox="1"/>
          <p:nvPr/>
        </p:nvSpPr>
        <p:spPr>
          <a:xfrm>
            <a:off x="347294" y="1974899"/>
            <a:ext cx="4905375" cy="1082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04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Summary: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464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Strided convolution: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Reduce spatial dimensions, typically for classification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5080" lvl="0" indent="0" algn="l" rtl="0">
              <a:lnSpc>
                <a:spcPct val="114599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Dilated convolution: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Increase receptive field while maintaining resolution, for dense predictions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459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Both are alternatives to pooling for different purposes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17" name="Google Shape;1517;p66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518" name="Google Shape;1518;p66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66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66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21" name="Google Shape;1521;p66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2" name="Google Shape;1522;p66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ECA143D-233E-CF44-AC55-05879DD4D6B8}"/>
                  </a:ext>
                </a:extLst>
              </p14:cNvPr>
              <p14:cNvContentPartPr/>
              <p14:nvPr/>
            </p14:nvContentPartPr>
            <p14:xfrm>
              <a:off x="2098080" y="436320"/>
              <a:ext cx="2655000" cy="1765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ECA143D-233E-CF44-AC55-05879DD4D6B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088720" y="426960"/>
                <a:ext cx="2673720" cy="1783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p67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M</a:t>
            </a:r>
            <a:r>
              <a:rPr lang="en-US" cap="small">
                <a:solidFill>
                  <a:srgbClr val="FFFFFF"/>
                </a:solidFill>
              </a:rPr>
              <a:t>ultiple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hannels</a:t>
            </a:r>
            <a:r>
              <a:rPr lang="en-US">
                <a:solidFill>
                  <a:srgbClr val="FFFFFF"/>
                </a:solidFill>
              </a:rPr>
              <a:t>:  I</a:t>
            </a:r>
            <a:r>
              <a:rPr lang="en-US" cap="small">
                <a:solidFill>
                  <a:srgbClr val="FFFFFF"/>
                </a:solidFill>
              </a:rPr>
              <a:t>ntroduction</a:t>
            </a:r>
            <a:endParaRPr/>
          </a:p>
        </p:txBody>
      </p:sp>
      <p:grpSp>
        <p:nvGrpSpPr>
          <p:cNvPr id="1528" name="Google Shape;1528;p67"/>
          <p:cNvGrpSpPr/>
          <p:nvPr/>
        </p:nvGrpSpPr>
        <p:grpSpPr>
          <a:xfrm>
            <a:off x="513702" y="1189202"/>
            <a:ext cx="69291" cy="512140"/>
            <a:chOff x="513702" y="1189202"/>
            <a:chExt cx="69291" cy="512140"/>
          </a:xfrm>
        </p:grpSpPr>
        <p:pic>
          <p:nvPicPr>
            <p:cNvPr id="1529" name="Google Shape;1529;p6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118920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0" name="Google Shape;1530;p6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141062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1" name="Google Shape;1531;p6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163205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32" name="Google Shape;1532;p67"/>
          <p:cNvSpPr txBox="1"/>
          <p:nvPr/>
        </p:nvSpPr>
        <p:spPr>
          <a:xfrm>
            <a:off x="347294" y="687310"/>
            <a:ext cx="4154170" cy="1350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55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Reality Check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Real images have </a:t>
            </a: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multiple channels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1130935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RGB images: 3 channels (Red, Green, Blue) Grayscale: 1 channel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Feature maps in CNNs: Typically 64, 128, 256, or 512 channels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Questions: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3" name="Google Shape;1533;p6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6996" y="2115591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1534" name="Google Shape;1534;p67"/>
          <p:cNvSpPr txBox="1"/>
          <p:nvPr/>
        </p:nvSpPr>
        <p:spPr>
          <a:xfrm>
            <a:off x="483946" y="2105741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5" name="Google Shape;1535;p6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6996" y="2337003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1536" name="Google Shape;1536;p67"/>
          <p:cNvSpPr txBox="1"/>
          <p:nvPr/>
        </p:nvSpPr>
        <p:spPr>
          <a:xfrm>
            <a:off x="483946" y="2327153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7" name="Google Shape;1537;p6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6996" y="2558427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1538" name="Google Shape;1538;p67"/>
          <p:cNvSpPr txBox="1"/>
          <p:nvPr/>
        </p:nvSpPr>
        <p:spPr>
          <a:xfrm>
            <a:off x="483946" y="2548577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9" name="Google Shape;1539;p67"/>
          <p:cNvSpPr txBox="1"/>
          <p:nvPr/>
        </p:nvSpPr>
        <p:spPr>
          <a:xfrm>
            <a:off x="644626" y="2011907"/>
            <a:ext cx="3289935" cy="690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How does convolution work with multi-channel inputs? How do we get multi-channel outputs?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How many parameters do we need?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40" name="Google Shape;1540;p67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541" name="Google Shape;1541;p67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67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67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44" name="Google Shape;1544;p67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5" name="Google Shape;1545;p67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351EE7E-FF55-62C5-DF40-4BD5B54E0349}"/>
                  </a:ext>
                </a:extLst>
              </p14:cNvPr>
              <p14:cNvContentPartPr/>
              <p14:nvPr/>
            </p14:nvContentPartPr>
            <p14:xfrm>
              <a:off x="2038320" y="616320"/>
              <a:ext cx="3565080" cy="2570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351EE7E-FF55-62C5-DF40-4BD5B54E034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028960" y="606960"/>
                <a:ext cx="3583800" cy="2588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p68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M</a:t>
            </a:r>
            <a:r>
              <a:rPr lang="en-US" cap="small">
                <a:solidFill>
                  <a:srgbClr val="FFFFFF"/>
                </a:solidFill>
              </a:rPr>
              <a:t>ulti</a:t>
            </a:r>
            <a:r>
              <a:rPr lang="en-US">
                <a:solidFill>
                  <a:srgbClr val="FFFFFF"/>
                </a:solidFill>
              </a:rPr>
              <a:t>-C</a:t>
            </a:r>
            <a:r>
              <a:rPr lang="en-US" cap="small">
                <a:solidFill>
                  <a:srgbClr val="FFFFFF"/>
                </a:solidFill>
              </a:rPr>
              <a:t>hannel</a:t>
            </a:r>
            <a:r>
              <a:rPr lang="en-US">
                <a:solidFill>
                  <a:srgbClr val="FFFFFF"/>
                </a:solidFill>
              </a:rPr>
              <a:t> I</a:t>
            </a:r>
            <a:r>
              <a:rPr lang="en-US" cap="small">
                <a:solidFill>
                  <a:srgbClr val="FFFFFF"/>
                </a:solidFill>
              </a:rPr>
              <a:t>nput</a:t>
            </a:r>
            <a:r>
              <a:rPr lang="en-US">
                <a:solidFill>
                  <a:srgbClr val="FFFFFF"/>
                </a:solidFill>
              </a:rPr>
              <a:t>: S</a:t>
            </a:r>
            <a:r>
              <a:rPr lang="en-US" cap="small">
                <a:solidFill>
                  <a:srgbClr val="FFFFFF"/>
                </a:solidFill>
              </a:rPr>
              <a:t>ingle</a:t>
            </a:r>
            <a:r>
              <a:rPr lang="en-US">
                <a:solidFill>
                  <a:srgbClr val="FFFFFF"/>
                </a:solidFill>
              </a:rPr>
              <a:t> F</a:t>
            </a:r>
            <a:r>
              <a:rPr lang="en-US" cap="small">
                <a:solidFill>
                  <a:srgbClr val="FFFFFF"/>
                </a:solidFill>
              </a:rPr>
              <a:t>ilter</a:t>
            </a:r>
            <a:endParaRPr/>
          </a:p>
        </p:txBody>
      </p:sp>
      <p:sp>
        <p:nvSpPr>
          <p:cNvPr id="1551" name="Google Shape;1551;p68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2" name="Google Shape;1552;p68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r>
              <a:rPr lang="en-US"/>
              <a:t> / 153</a:t>
            </a:r>
            <a:endParaRPr/>
          </a:p>
        </p:txBody>
      </p:sp>
      <p:pic>
        <p:nvPicPr>
          <p:cNvPr id="1553" name="Google Shape;1553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35"/>
            <a:ext cx="4914618" cy="243503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09FE0C0-3CCE-7EC0-5B95-0515A7F34173}"/>
                  </a:ext>
                </a:extLst>
              </p14:cNvPr>
              <p14:cNvContentPartPr/>
              <p14:nvPr/>
            </p14:nvContentPartPr>
            <p14:xfrm>
              <a:off x="1694520" y="-18360"/>
              <a:ext cx="3905640" cy="2554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09FE0C0-3CCE-7EC0-5B95-0515A7F3417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85160" y="-27720"/>
                <a:ext cx="3924360" cy="2573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91E85A1-E630-A42C-52AB-DABE73844063}"/>
                  </a:ext>
                </a:extLst>
              </p14:cNvPr>
              <p14:cNvContentPartPr/>
              <p14:nvPr/>
            </p14:nvContentPartPr>
            <p14:xfrm>
              <a:off x="144720" y="108720"/>
              <a:ext cx="5463720" cy="3057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91E85A1-E630-A42C-52AB-DABE738440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5360" y="99360"/>
                <a:ext cx="5482440" cy="307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60280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p69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M</a:t>
            </a:r>
            <a:r>
              <a:rPr lang="en-US" cap="small">
                <a:solidFill>
                  <a:srgbClr val="FFFFFF"/>
                </a:solidFill>
              </a:rPr>
              <a:t>ulti</a:t>
            </a:r>
            <a:r>
              <a:rPr lang="en-US">
                <a:solidFill>
                  <a:srgbClr val="FFFFFF"/>
                </a:solidFill>
              </a:rPr>
              <a:t>-C</a:t>
            </a:r>
            <a:r>
              <a:rPr lang="en-US" cap="small">
                <a:solidFill>
                  <a:srgbClr val="FFFFFF"/>
                </a:solidFill>
              </a:rPr>
              <a:t>hannel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onvolution</a:t>
            </a:r>
            <a:r>
              <a:rPr lang="en-US">
                <a:solidFill>
                  <a:srgbClr val="FFFFFF"/>
                </a:solidFill>
              </a:rPr>
              <a:t>:  M</a:t>
            </a:r>
            <a:r>
              <a:rPr lang="en-US" cap="small">
                <a:solidFill>
                  <a:srgbClr val="FFFFFF"/>
                </a:solidFill>
              </a:rPr>
              <a:t>athematical</a:t>
            </a:r>
            <a:endParaRPr/>
          </a:p>
        </p:txBody>
      </p:sp>
      <p:grpSp>
        <p:nvGrpSpPr>
          <p:cNvPr id="1559" name="Google Shape;1559;p69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560" name="Google Shape;1560;p69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69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69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63" name="Google Shape;1563;p69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4" name="Google Shape;1564;p69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r>
              <a:rPr lang="en-US"/>
              <a:t> / 153</a:t>
            </a:r>
            <a:endParaRPr/>
          </a:p>
        </p:txBody>
      </p:sp>
      <p:pic>
        <p:nvPicPr>
          <p:cNvPr id="1565" name="Google Shape;1565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35"/>
            <a:ext cx="4952744" cy="2435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p70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M</a:t>
            </a:r>
            <a:r>
              <a:rPr lang="en-US" cap="small">
                <a:solidFill>
                  <a:srgbClr val="FFFFFF"/>
                </a:solidFill>
              </a:rPr>
              <a:t>ulti</a:t>
            </a:r>
            <a:r>
              <a:rPr lang="en-US">
                <a:solidFill>
                  <a:srgbClr val="FFFFFF"/>
                </a:solidFill>
              </a:rPr>
              <a:t>-C</a:t>
            </a:r>
            <a:r>
              <a:rPr lang="en-US" cap="small">
                <a:solidFill>
                  <a:srgbClr val="FFFFFF"/>
                </a:solidFill>
              </a:rPr>
              <a:t>hannel</a:t>
            </a:r>
            <a:r>
              <a:rPr lang="en-US">
                <a:solidFill>
                  <a:srgbClr val="FFFFFF"/>
                </a:solidFill>
              </a:rPr>
              <a:t> I</a:t>
            </a:r>
            <a:r>
              <a:rPr lang="en-US" cap="small">
                <a:solidFill>
                  <a:srgbClr val="FFFFFF"/>
                </a:solidFill>
              </a:rPr>
              <a:t>nput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and</a:t>
            </a:r>
            <a:r>
              <a:rPr lang="en-US">
                <a:solidFill>
                  <a:srgbClr val="FFFFFF"/>
                </a:solidFill>
              </a:rPr>
              <a:t> O</a:t>
            </a:r>
            <a:r>
              <a:rPr lang="en-US" cap="small">
                <a:solidFill>
                  <a:srgbClr val="FFFFFF"/>
                </a:solidFill>
              </a:rPr>
              <a:t>utput</a:t>
            </a:r>
            <a:endParaRPr/>
          </a:p>
        </p:txBody>
      </p:sp>
      <p:sp>
        <p:nvSpPr>
          <p:cNvPr id="1571" name="Google Shape;1571;p70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r>
              <a:rPr lang="en-US"/>
              <a:t> / 153</a:t>
            </a:r>
            <a:endParaRPr/>
          </a:p>
        </p:txBody>
      </p:sp>
      <p:pic>
        <p:nvPicPr>
          <p:cNvPr id="1572" name="Google Shape;1572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50235"/>
            <a:ext cx="4436847" cy="2435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p71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M</a:t>
            </a:r>
            <a:r>
              <a:rPr lang="en-US" cap="small">
                <a:solidFill>
                  <a:srgbClr val="FFFFFF"/>
                </a:solidFill>
              </a:rPr>
              <a:t>ulti</a:t>
            </a:r>
            <a:r>
              <a:rPr lang="en-US">
                <a:solidFill>
                  <a:srgbClr val="FFFFFF"/>
                </a:solidFill>
              </a:rPr>
              <a:t>-C</a:t>
            </a:r>
            <a:r>
              <a:rPr lang="en-US" cap="small">
                <a:solidFill>
                  <a:srgbClr val="FFFFFF"/>
                </a:solidFill>
              </a:rPr>
              <a:t>hannel</a:t>
            </a:r>
            <a:r>
              <a:rPr lang="en-US">
                <a:solidFill>
                  <a:srgbClr val="FFFFFF"/>
                </a:solidFill>
              </a:rPr>
              <a:t> E</a:t>
            </a:r>
            <a:r>
              <a:rPr lang="en-US" cap="small">
                <a:solidFill>
                  <a:srgbClr val="FFFFFF"/>
                </a:solidFill>
              </a:rPr>
              <a:t>xample</a:t>
            </a:r>
            <a:r>
              <a:rPr lang="en-US">
                <a:solidFill>
                  <a:srgbClr val="FFFFFF"/>
                </a:solidFill>
              </a:rPr>
              <a:t>: N</a:t>
            </a:r>
            <a:r>
              <a:rPr lang="en-US" cap="small">
                <a:solidFill>
                  <a:srgbClr val="FFFFFF"/>
                </a:solidFill>
              </a:rPr>
              <a:t>umerical</a:t>
            </a:r>
            <a:endParaRPr/>
          </a:p>
        </p:txBody>
      </p:sp>
      <p:sp>
        <p:nvSpPr>
          <p:cNvPr id="1578" name="Google Shape;1578;p71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2000" cy="1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8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r>
              <a:rPr lang="en-US"/>
              <a:t> / 153</a:t>
            </a:r>
            <a:endParaRPr/>
          </a:p>
        </p:txBody>
      </p:sp>
      <p:pic>
        <p:nvPicPr>
          <p:cNvPr id="1579" name="Google Shape;1579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50235"/>
            <a:ext cx="5238533" cy="243503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429AFCF-0956-C5F1-5B53-9BDC8470407E}"/>
                  </a:ext>
                </a:extLst>
              </p14:cNvPr>
              <p14:cNvContentPartPr/>
              <p14:nvPr/>
            </p14:nvContentPartPr>
            <p14:xfrm>
              <a:off x="977040" y="600480"/>
              <a:ext cx="4233960" cy="2470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429AFCF-0956-C5F1-5B53-9BDC8470407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7680" y="591120"/>
                <a:ext cx="4252680" cy="248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4273194-DB1A-9B5A-4DE0-E574003488D3}"/>
                  </a:ext>
                </a:extLst>
              </p14:cNvPr>
              <p14:cNvContentPartPr/>
              <p14:nvPr/>
            </p14:nvContentPartPr>
            <p14:xfrm>
              <a:off x="183960" y="1140840"/>
              <a:ext cx="5396040" cy="1503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4273194-DB1A-9B5A-4DE0-E574003488D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4600" y="1131480"/>
                <a:ext cx="5414760" cy="1521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Google Shape;1584;p72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C</a:t>
            </a:r>
            <a:r>
              <a:rPr lang="en-US" cap="small">
                <a:solidFill>
                  <a:srgbClr val="FFFFFF"/>
                </a:solidFill>
              </a:rPr>
              <a:t>hannel</a:t>
            </a:r>
            <a:r>
              <a:rPr lang="en-US">
                <a:solidFill>
                  <a:srgbClr val="FFFFFF"/>
                </a:solidFill>
              </a:rPr>
              <a:t> E</a:t>
            </a:r>
            <a:r>
              <a:rPr lang="en-US" cap="small">
                <a:solidFill>
                  <a:srgbClr val="FFFFFF"/>
                </a:solidFill>
              </a:rPr>
              <a:t>volution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in</a:t>
            </a:r>
            <a:r>
              <a:rPr lang="en-US">
                <a:solidFill>
                  <a:srgbClr val="FFFFFF"/>
                </a:solidFill>
              </a:rPr>
              <a:t> D</a:t>
            </a:r>
            <a:r>
              <a:rPr lang="en-US" cap="small">
                <a:solidFill>
                  <a:srgbClr val="FFFFFF"/>
                </a:solidFill>
              </a:rPr>
              <a:t>eep</a:t>
            </a:r>
            <a:r>
              <a:rPr lang="en-US">
                <a:solidFill>
                  <a:srgbClr val="FFFFFF"/>
                </a:solidFill>
              </a:rPr>
              <a:t> CNN</a:t>
            </a:r>
            <a:r>
              <a:rPr lang="en-US" cap="small">
                <a:solidFill>
                  <a:srgbClr val="FFFFFF"/>
                </a:solidFill>
              </a:rPr>
              <a:t>s</a:t>
            </a:r>
            <a:endParaRPr/>
          </a:p>
        </p:txBody>
      </p:sp>
      <p:sp>
        <p:nvSpPr>
          <p:cNvPr id="1585" name="Google Shape;1585;p72"/>
          <p:cNvSpPr txBox="1"/>
          <p:nvPr/>
        </p:nvSpPr>
        <p:spPr>
          <a:xfrm>
            <a:off x="347294" y="470527"/>
            <a:ext cx="432054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Typical pattern: Increase channels while decreasing spatial dimensions</a:t>
            </a:r>
            <a:endParaRPr sz="105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6" name="Google Shape;1586;p72"/>
          <p:cNvSpPr txBox="1"/>
          <p:nvPr/>
        </p:nvSpPr>
        <p:spPr>
          <a:xfrm>
            <a:off x="1075664" y="855930"/>
            <a:ext cx="648335" cy="648335"/>
          </a:xfrm>
          <a:prstGeom prst="rect">
            <a:avLst/>
          </a:prstGeom>
          <a:solidFill>
            <a:srgbClr val="CCCC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003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224 </a:t>
            </a:r>
            <a:r>
              <a:rPr lang="en-US" sz="10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00">
                <a:latin typeface="Arial"/>
                <a:ea typeface="Arial"/>
                <a:cs typeface="Arial"/>
                <a:sym typeface="Arial"/>
              </a:rPr>
              <a:t>224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Lucida Sans"/>
                <a:ea typeface="Lucida Sans"/>
                <a:cs typeface="Lucida Sans"/>
                <a:sym typeface="Lucida Sans"/>
              </a:rPr>
              <a:t>×</a:t>
            </a:r>
            <a:r>
              <a:rPr lang="en-US" sz="900">
                <a:latin typeface="Arial"/>
                <a:ea typeface="Arial"/>
                <a:cs typeface="Arial"/>
                <a:sym typeface="Arial"/>
              </a:rPr>
              <a:t>3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7" name="Google Shape;1587;p72"/>
          <p:cNvSpPr txBox="1"/>
          <p:nvPr/>
        </p:nvSpPr>
        <p:spPr>
          <a:xfrm>
            <a:off x="1235011" y="1551703"/>
            <a:ext cx="32956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Input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88" name="Google Shape;1588;p72"/>
          <p:cNvGrpSpPr/>
          <p:nvPr/>
        </p:nvGrpSpPr>
        <p:grpSpPr>
          <a:xfrm>
            <a:off x="2047670" y="920729"/>
            <a:ext cx="551180" cy="518795"/>
            <a:chOff x="2047670" y="920729"/>
            <a:chExt cx="551180" cy="518795"/>
          </a:xfrm>
        </p:grpSpPr>
        <p:sp>
          <p:nvSpPr>
            <p:cNvPr id="1589" name="Google Shape;1589;p72"/>
            <p:cNvSpPr/>
            <p:nvPr/>
          </p:nvSpPr>
          <p:spPr>
            <a:xfrm>
              <a:off x="2047670" y="920729"/>
              <a:ext cx="551180" cy="518795"/>
            </a:xfrm>
            <a:custGeom>
              <a:avLst/>
              <a:gdLst/>
              <a:ahLst/>
              <a:cxnLst/>
              <a:rect l="l" t="t" r="r" b="b"/>
              <a:pathLst>
                <a:path w="551180" h="518794" extrusionOk="0">
                  <a:moveTo>
                    <a:pt x="0" y="518404"/>
                  </a:moveTo>
                  <a:lnTo>
                    <a:pt x="0" y="0"/>
                  </a:lnTo>
                  <a:lnTo>
                    <a:pt x="550802" y="0"/>
                  </a:lnTo>
                  <a:lnTo>
                    <a:pt x="550802" y="518404"/>
                  </a:lnTo>
                  <a:lnTo>
                    <a:pt x="0" y="518404"/>
                  </a:lnTo>
                  <a:close/>
                </a:path>
              </a:pathLst>
            </a:custGeom>
            <a:solidFill>
              <a:srgbClr val="B2B2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72"/>
            <p:cNvSpPr/>
            <p:nvPr/>
          </p:nvSpPr>
          <p:spPr>
            <a:xfrm>
              <a:off x="2047670" y="920729"/>
              <a:ext cx="551180" cy="518795"/>
            </a:xfrm>
            <a:custGeom>
              <a:avLst/>
              <a:gdLst/>
              <a:ahLst/>
              <a:cxnLst/>
              <a:rect l="l" t="t" r="r" b="b"/>
              <a:pathLst>
                <a:path w="551180" h="518794" extrusionOk="0">
                  <a:moveTo>
                    <a:pt x="0" y="518404"/>
                  </a:moveTo>
                  <a:lnTo>
                    <a:pt x="0" y="0"/>
                  </a:lnTo>
                  <a:lnTo>
                    <a:pt x="550802" y="0"/>
                  </a:lnTo>
                  <a:lnTo>
                    <a:pt x="550802" y="518404"/>
                  </a:lnTo>
                  <a:lnTo>
                    <a:pt x="0" y="518404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91" name="Google Shape;1591;p72"/>
          <p:cNvSpPr txBox="1"/>
          <p:nvPr/>
        </p:nvSpPr>
        <p:spPr>
          <a:xfrm>
            <a:off x="2055799" y="1075555"/>
            <a:ext cx="54737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112 </a:t>
            </a:r>
            <a:r>
              <a:rPr lang="en-US" sz="10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00">
                <a:latin typeface="Arial"/>
                <a:ea typeface="Arial"/>
                <a:cs typeface="Arial"/>
                <a:sym typeface="Arial"/>
              </a:rPr>
              <a:t>112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2" name="Google Shape;1592;p72"/>
          <p:cNvSpPr txBox="1"/>
          <p:nvPr/>
        </p:nvSpPr>
        <p:spPr>
          <a:xfrm>
            <a:off x="2210536" y="1172761"/>
            <a:ext cx="23812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Lucida Sans"/>
                <a:ea typeface="Lucida Sans"/>
                <a:cs typeface="Lucida Sans"/>
                <a:sym typeface="Lucida Sans"/>
              </a:rPr>
              <a:t>×</a:t>
            </a:r>
            <a:r>
              <a:rPr lang="en-US" sz="900">
                <a:latin typeface="Arial"/>
                <a:ea typeface="Arial"/>
                <a:cs typeface="Arial"/>
                <a:sym typeface="Arial"/>
              </a:rPr>
              <a:t>64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93" name="Google Shape;1593;p72"/>
          <p:cNvGrpSpPr/>
          <p:nvPr/>
        </p:nvGrpSpPr>
        <p:grpSpPr>
          <a:xfrm>
            <a:off x="2922473" y="985529"/>
            <a:ext cx="454025" cy="389255"/>
            <a:chOff x="2922473" y="985529"/>
            <a:chExt cx="454025" cy="389255"/>
          </a:xfrm>
        </p:grpSpPr>
        <p:sp>
          <p:nvSpPr>
            <p:cNvPr id="1594" name="Google Shape;1594;p72"/>
            <p:cNvSpPr/>
            <p:nvPr/>
          </p:nvSpPr>
          <p:spPr>
            <a:xfrm>
              <a:off x="2922473" y="985529"/>
              <a:ext cx="454025" cy="389255"/>
            </a:xfrm>
            <a:custGeom>
              <a:avLst/>
              <a:gdLst/>
              <a:ahLst/>
              <a:cxnLst/>
              <a:rect l="l" t="t" r="r" b="b"/>
              <a:pathLst>
                <a:path w="454025" h="389255" extrusionOk="0">
                  <a:moveTo>
                    <a:pt x="0" y="388806"/>
                  </a:moveTo>
                  <a:lnTo>
                    <a:pt x="0" y="0"/>
                  </a:lnTo>
                  <a:lnTo>
                    <a:pt x="453605" y="0"/>
                  </a:lnTo>
                  <a:lnTo>
                    <a:pt x="453605" y="388806"/>
                  </a:lnTo>
                  <a:lnTo>
                    <a:pt x="0" y="388806"/>
                  </a:lnTo>
                  <a:close/>
                </a:path>
              </a:pathLst>
            </a:custGeom>
            <a:solidFill>
              <a:srgbClr val="9999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72"/>
            <p:cNvSpPr/>
            <p:nvPr/>
          </p:nvSpPr>
          <p:spPr>
            <a:xfrm>
              <a:off x="2922473" y="985529"/>
              <a:ext cx="454025" cy="389255"/>
            </a:xfrm>
            <a:custGeom>
              <a:avLst/>
              <a:gdLst/>
              <a:ahLst/>
              <a:cxnLst/>
              <a:rect l="l" t="t" r="r" b="b"/>
              <a:pathLst>
                <a:path w="454025" h="389255" extrusionOk="0">
                  <a:moveTo>
                    <a:pt x="0" y="388806"/>
                  </a:moveTo>
                  <a:lnTo>
                    <a:pt x="0" y="0"/>
                  </a:lnTo>
                  <a:lnTo>
                    <a:pt x="453605" y="0"/>
                  </a:lnTo>
                  <a:lnTo>
                    <a:pt x="453605" y="388806"/>
                  </a:lnTo>
                  <a:lnTo>
                    <a:pt x="0" y="388806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96" name="Google Shape;1596;p72"/>
          <p:cNvSpPr txBox="1"/>
          <p:nvPr/>
        </p:nvSpPr>
        <p:spPr>
          <a:xfrm>
            <a:off x="2945307" y="1075555"/>
            <a:ext cx="42100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56 </a:t>
            </a:r>
            <a:r>
              <a:rPr lang="en-US" sz="10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00">
                <a:latin typeface="Arial"/>
                <a:ea typeface="Arial"/>
                <a:cs typeface="Arial"/>
                <a:sym typeface="Arial"/>
              </a:rPr>
              <a:t>56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7" name="Google Shape;1597;p72"/>
          <p:cNvSpPr txBox="1"/>
          <p:nvPr/>
        </p:nvSpPr>
        <p:spPr>
          <a:xfrm>
            <a:off x="3005073" y="1156555"/>
            <a:ext cx="301625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Lucida Sans"/>
                <a:ea typeface="Lucida Sans"/>
                <a:cs typeface="Lucida Sans"/>
                <a:sym typeface="Lucida Sans"/>
              </a:rPr>
              <a:t>×</a:t>
            </a:r>
            <a:r>
              <a:rPr lang="en-US" sz="900">
                <a:latin typeface="Arial"/>
                <a:ea typeface="Arial"/>
                <a:cs typeface="Arial"/>
                <a:sym typeface="Arial"/>
              </a:rPr>
              <a:t>128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98" name="Google Shape;1598;p72"/>
          <p:cNvGrpSpPr/>
          <p:nvPr/>
        </p:nvGrpSpPr>
        <p:grpSpPr>
          <a:xfrm>
            <a:off x="3667679" y="1050333"/>
            <a:ext cx="356870" cy="259715"/>
            <a:chOff x="3667679" y="1050333"/>
            <a:chExt cx="356870" cy="259715"/>
          </a:xfrm>
        </p:grpSpPr>
        <p:sp>
          <p:nvSpPr>
            <p:cNvPr id="1599" name="Google Shape;1599;p72"/>
            <p:cNvSpPr/>
            <p:nvPr/>
          </p:nvSpPr>
          <p:spPr>
            <a:xfrm>
              <a:off x="3667679" y="1050333"/>
              <a:ext cx="356870" cy="259715"/>
            </a:xfrm>
            <a:custGeom>
              <a:avLst/>
              <a:gdLst/>
              <a:ahLst/>
              <a:cxnLst/>
              <a:rect l="l" t="t" r="r" b="b"/>
              <a:pathLst>
                <a:path w="356870" h="259715" extrusionOk="0">
                  <a:moveTo>
                    <a:pt x="0" y="259197"/>
                  </a:moveTo>
                  <a:lnTo>
                    <a:pt x="0" y="0"/>
                  </a:lnTo>
                  <a:lnTo>
                    <a:pt x="356404" y="0"/>
                  </a:lnTo>
                  <a:lnTo>
                    <a:pt x="356404" y="259197"/>
                  </a:lnTo>
                  <a:lnTo>
                    <a:pt x="0" y="259197"/>
                  </a:lnTo>
                  <a:close/>
                </a:path>
              </a:pathLst>
            </a:custGeom>
            <a:solidFill>
              <a:srgbClr val="7F7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72"/>
            <p:cNvSpPr/>
            <p:nvPr/>
          </p:nvSpPr>
          <p:spPr>
            <a:xfrm>
              <a:off x="3667679" y="1050333"/>
              <a:ext cx="356870" cy="259715"/>
            </a:xfrm>
            <a:custGeom>
              <a:avLst/>
              <a:gdLst/>
              <a:ahLst/>
              <a:cxnLst/>
              <a:rect l="l" t="t" r="r" b="b"/>
              <a:pathLst>
                <a:path w="356870" h="259715" extrusionOk="0">
                  <a:moveTo>
                    <a:pt x="0" y="259197"/>
                  </a:moveTo>
                  <a:lnTo>
                    <a:pt x="0" y="0"/>
                  </a:lnTo>
                  <a:lnTo>
                    <a:pt x="356404" y="0"/>
                  </a:lnTo>
                  <a:lnTo>
                    <a:pt x="356404" y="259197"/>
                  </a:lnTo>
                  <a:lnTo>
                    <a:pt x="0" y="259197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01" name="Google Shape;1601;p72"/>
          <p:cNvSpPr txBox="1"/>
          <p:nvPr/>
        </p:nvSpPr>
        <p:spPr>
          <a:xfrm>
            <a:off x="3667679" y="1050333"/>
            <a:ext cx="356870" cy="126364"/>
          </a:xfrm>
          <a:prstGeom prst="rect">
            <a:avLst/>
          </a:prstGeom>
          <a:solidFill>
            <a:srgbClr val="7F7FFF"/>
          </a:solidFill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0795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latin typeface="Arial"/>
                <a:ea typeface="Arial"/>
                <a:cs typeface="Arial"/>
                <a:sym typeface="Arial"/>
              </a:rPr>
              <a:t>28 </a:t>
            </a:r>
            <a:r>
              <a:rPr lang="en-US" sz="800" i="1">
                <a:latin typeface="Verdana"/>
                <a:ea typeface="Verdana"/>
                <a:cs typeface="Verdana"/>
                <a:sym typeface="Verdana"/>
              </a:rPr>
              <a:t>× </a:t>
            </a:r>
            <a:r>
              <a:rPr lang="en-US" sz="700">
                <a:latin typeface="Arial"/>
                <a:ea typeface="Arial"/>
                <a:cs typeface="Arial"/>
                <a:sym typeface="Arial"/>
              </a:rPr>
              <a:t>28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2" name="Google Shape;1602;p72"/>
          <p:cNvSpPr txBox="1"/>
          <p:nvPr/>
        </p:nvSpPr>
        <p:spPr>
          <a:xfrm>
            <a:off x="3667679" y="1176333"/>
            <a:ext cx="356870" cy="133350"/>
          </a:xfrm>
          <a:prstGeom prst="rect">
            <a:avLst/>
          </a:prstGeom>
          <a:solidFill>
            <a:srgbClr val="7F7FFF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0325" lvl="0" indent="0" algn="l" rtl="0">
              <a:lnSpc>
                <a:spcPct val="9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i="1">
                <a:latin typeface="Verdana"/>
                <a:ea typeface="Verdana"/>
                <a:cs typeface="Verdana"/>
                <a:sym typeface="Verdana"/>
              </a:rPr>
              <a:t>×</a:t>
            </a:r>
            <a:r>
              <a:rPr lang="en-US" sz="700">
                <a:latin typeface="Arial"/>
                <a:ea typeface="Arial"/>
                <a:cs typeface="Arial"/>
                <a:sym typeface="Arial"/>
              </a:rPr>
              <a:t>256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03" name="Google Shape;1603;p72"/>
          <p:cNvGrpSpPr/>
          <p:nvPr/>
        </p:nvGrpSpPr>
        <p:grpSpPr>
          <a:xfrm>
            <a:off x="4315682" y="1115132"/>
            <a:ext cx="259715" cy="130175"/>
            <a:chOff x="4315682" y="1115132"/>
            <a:chExt cx="259715" cy="130175"/>
          </a:xfrm>
        </p:grpSpPr>
        <p:sp>
          <p:nvSpPr>
            <p:cNvPr id="1604" name="Google Shape;1604;p72"/>
            <p:cNvSpPr/>
            <p:nvPr/>
          </p:nvSpPr>
          <p:spPr>
            <a:xfrm>
              <a:off x="4315682" y="1115132"/>
              <a:ext cx="259715" cy="130175"/>
            </a:xfrm>
            <a:custGeom>
              <a:avLst/>
              <a:gdLst/>
              <a:ahLst/>
              <a:cxnLst/>
              <a:rect l="l" t="t" r="r" b="b"/>
              <a:pathLst>
                <a:path w="259714" h="130175" extrusionOk="0">
                  <a:moveTo>
                    <a:pt x="0" y="129598"/>
                  </a:moveTo>
                  <a:lnTo>
                    <a:pt x="0" y="0"/>
                  </a:lnTo>
                  <a:lnTo>
                    <a:pt x="259202" y="0"/>
                  </a:lnTo>
                  <a:lnTo>
                    <a:pt x="259202" y="129598"/>
                  </a:lnTo>
                  <a:lnTo>
                    <a:pt x="0" y="129598"/>
                  </a:lnTo>
                  <a:close/>
                </a:path>
              </a:pathLst>
            </a:custGeom>
            <a:solidFill>
              <a:srgbClr val="6666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72"/>
            <p:cNvSpPr/>
            <p:nvPr/>
          </p:nvSpPr>
          <p:spPr>
            <a:xfrm>
              <a:off x="4315682" y="1115132"/>
              <a:ext cx="259715" cy="130175"/>
            </a:xfrm>
            <a:custGeom>
              <a:avLst/>
              <a:gdLst/>
              <a:ahLst/>
              <a:cxnLst/>
              <a:rect l="l" t="t" r="r" b="b"/>
              <a:pathLst>
                <a:path w="259714" h="130175" extrusionOk="0">
                  <a:moveTo>
                    <a:pt x="0" y="129598"/>
                  </a:moveTo>
                  <a:lnTo>
                    <a:pt x="0" y="0"/>
                  </a:lnTo>
                  <a:lnTo>
                    <a:pt x="259202" y="0"/>
                  </a:lnTo>
                  <a:lnTo>
                    <a:pt x="259202" y="129598"/>
                  </a:lnTo>
                  <a:lnTo>
                    <a:pt x="0" y="129598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06" name="Google Shape;1606;p72"/>
          <p:cNvSpPr txBox="1"/>
          <p:nvPr/>
        </p:nvSpPr>
        <p:spPr>
          <a:xfrm>
            <a:off x="4298454" y="1061712"/>
            <a:ext cx="294005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>
                <a:latin typeface="Arial"/>
                <a:ea typeface="Arial"/>
                <a:cs typeface="Arial"/>
                <a:sym typeface="Arial"/>
              </a:rPr>
              <a:t>14 </a:t>
            </a:r>
            <a:r>
              <a:rPr lang="en-US" sz="600" i="1">
                <a:latin typeface="Verdana"/>
                <a:ea typeface="Verdana"/>
                <a:cs typeface="Verdana"/>
                <a:sym typeface="Verdana"/>
              </a:rPr>
              <a:t>× </a:t>
            </a:r>
            <a:r>
              <a:rPr lang="en-US" sz="500">
                <a:latin typeface="Arial"/>
                <a:ea typeface="Arial"/>
                <a:cs typeface="Arial"/>
                <a:sym typeface="Arial"/>
              </a:rPr>
              <a:t>14</a:t>
            </a:r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7" name="Google Shape;1607;p72"/>
          <p:cNvSpPr txBox="1"/>
          <p:nvPr/>
        </p:nvSpPr>
        <p:spPr>
          <a:xfrm>
            <a:off x="4339005" y="1158905"/>
            <a:ext cx="212725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i="1">
                <a:latin typeface="Verdana"/>
                <a:ea typeface="Verdana"/>
                <a:cs typeface="Verdana"/>
                <a:sym typeface="Verdana"/>
              </a:rPr>
              <a:t>×</a:t>
            </a:r>
            <a:r>
              <a:rPr lang="en-US" sz="500">
                <a:latin typeface="Arial"/>
                <a:ea typeface="Arial"/>
                <a:cs typeface="Arial"/>
                <a:sym typeface="Arial"/>
              </a:rPr>
              <a:t>512</a:t>
            </a:r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8" name="Google Shape;1608;p72"/>
          <p:cNvSpPr txBox="1"/>
          <p:nvPr/>
        </p:nvSpPr>
        <p:spPr>
          <a:xfrm>
            <a:off x="2114276" y="1565825"/>
            <a:ext cx="28737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Conv1	           Conv2	    Conv3</a:t>
            </a:r>
            <a:r>
              <a:rPr lang="en-US" sz="1050"/>
              <a:t>      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Conv4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09" name="Google Shape;1609;p72"/>
          <p:cNvGrpSpPr/>
          <p:nvPr/>
        </p:nvGrpSpPr>
        <p:grpSpPr>
          <a:xfrm>
            <a:off x="513702" y="1140423"/>
            <a:ext cx="3764510" cy="1876360"/>
            <a:chOff x="513702" y="1140423"/>
            <a:chExt cx="3764510" cy="1876360"/>
          </a:xfrm>
        </p:grpSpPr>
        <p:sp>
          <p:nvSpPr>
            <p:cNvPr id="1610" name="Google Shape;1610;p72"/>
            <p:cNvSpPr/>
            <p:nvPr/>
          </p:nvSpPr>
          <p:spPr>
            <a:xfrm>
              <a:off x="1756070" y="1179932"/>
              <a:ext cx="249554" cy="0"/>
            </a:xfrm>
            <a:custGeom>
              <a:avLst/>
              <a:gdLst/>
              <a:ahLst/>
              <a:cxnLst/>
              <a:rect l="l" t="t" r="r" b="b"/>
              <a:pathLst>
                <a:path w="249555" h="120000" extrusionOk="0">
                  <a:moveTo>
                    <a:pt x="0" y="0"/>
                  </a:moveTo>
                  <a:lnTo>
                    <a:pt x="249075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72"/>
            <p:cNvSpPr/>
            <p:nvPr/>
          </p:nvSpPr>
          <p:spPr>
            <a:xfrm>
              <a:off x="1977815" y="1140423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 extrusionOk="0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72"/>
            <p:cNvSpPr/>
            <p:nvPr/>
          </p:nvSpPr>
          <p:spPr>
            <a:xfrm>
              <a:off x="2630874" y="1179932"/>
              <a:ext cx="249554" cy="0"/>
            </a:xfrm>
            <a:custGeom>
              <a:avLst/>
              <a:gdLst/>
              <a:ahLst/>
              <a:cxnLst/>
              <a:rect l="l" t="t" r="r" b="b"/>
              <a:pathLst>
                <a:path w="249555" h="120000" extrusionOk="0">
                  <a:moveTo>
                    <a:pt x="0" y="0"/>
                  </a:moveTo>
                  <a:lnTo>
                    <a:pt x="249080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72"/>
            <p:cNvSpPr/>
            <p:nvPr/>
          </p:nvSpPr>
          <p:spPr>
            <a:xfrm>
              <a:off x="2852624" y="1140423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 extrusionOk="0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72"/>
            <p:cNvSpPr/>
            <p:nvPr/>
          </p:nvSpPr>
          <p:spPr>
            <a:xfrm>
              <a:off x="3408476" y="1179932"/>
              <a:ext cx="217170" cy="0"/>
            </a:xfrm>
            <a:custGeom>
              <a:avLst/>
              <a:gdLst/>
              <a:ahLst/>
              <a:cxnLst/>
              <a:rect l="l" t="t" r="r" b="b"/>
              <a:pathLst>
                <a:path w="217170" h="120000" extrusionOk="0">
                  <a:moveTo>
                    <a:pt x="0" y="0"/>
                  </a:moveTo>
                  <a:lnTo>
                    <a:pt x="216678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72"/>
            <p:cNvSpPr/>
            <p:nvPr/>
          </p:nvSpPr>
          <p:spPr>
            <a:xfrm>
              <a:off x="3597825" y="1140423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 extrusionOk="0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72"/>
            <p:cNvSpPr/>
            <p:nvPr/>
          </p:nvSpPr>
          <p:spPr>
            <a:xfrm>
              <a:off x="4056480" y="1179932"/>
              <a:ext cx="217170" cy="0"/>
            </a:xfrm>
            <a:custGeom>
              <a:avLst/>
              <a:gdLst/>
              <a:ahLst/>
              <a:cxnLst/>
              <a:rect l="l" t="t" r="r" b="b"/>
              <a:pathLst>
                <a:path w="217170" h="120000" extrusionOk="0">
                  <a:moveTo>
                    <a:pt x="0" y="0"/>
                  </a:moveTo>
                  <a:lnTo>
                    <a:pt x="216678" y="0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72"/>
            <p:cNvSpPr/>
            <p:nvPr/>
          </p:nvSpPr>
          <p:spPr>
            <a:xfrm>
              <a:off x="4245828" y="1140423"/>
              <a:ext cx="32384" cy="79375"/>
            </a:xfrm>
            <a:custGeom>
              <a:avLst/>
              <a:gdLst/>
              <a:ahLst/>
              <a:cxnLst/>
              <a:rect l="l" t="t" r="r" b="b"/>
              <a:pathLst>
                <a:path w="32385" h="79375" extrusionOk="0">
                  <a:moveTo>
                    <a:pt x="0" y="0"/>
                  </a:moveTo>
                  <a:lnTo>
                    <a:pt x="5689" y="15525"/>
                  </a:lnTo>
                  <a:lnTo>
                    <a:pt x="13432" y="26915"/>
                  </a:lnTo>
                  <a:lnTo>
                    <a:pt x="22556" y="34724"/>
                  </a:lnTo>
                  <a:lnTo>
                    <a:pt x="32390" y="39509"/>
                  </a:lnTo>
                  <a:lnTo>
                    <a:pt x="22556" y="44293"/>
                  </a:lnTo>
                  <a:lnTo>
                    <a:pt x="13432" y="52102"/>
                  </a:lnTo>
                  <a:lnTo>
                    <a:pt x="5689" y="63492"/>
                  </a:lnTo>
                  <a:lnTo>
                    <a:pt x="0" y="79018"/>
                  </a:lnTo>
                </a:path>
              </a:pathLst>
            </a:custGeom>
            <a:noFill/>
            <a:ln w="10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618" name="Google Shape;1618;p7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229528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9" name="Google Shape;1619;p7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251268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0" name="Google Shape;1620;p7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273009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1" name="Google Shape;1621;p72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294749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22" name="Google Shape;1622;p72"/>
          <p:cNvSpPr txBox="1"/>
          <p:nvPr/>
        </p:nvSpPr>
        <p:spPr>
          <a:xfrm>
            <a:off x="347306" y="1945613"/>
            <a:ext cx="4205605" cy="1116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8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Why this pattern?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Early layers: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High resolution, few channels (local patterns)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5080" lvl="0" indent="0" algn="l" rtl="0">
              <a:lnSpc>
                <a:spcPct val="135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Deep layers: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Low resolution, many channels (semantic features) Maintains roughly constant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computational cost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per layer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Total information capacity: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H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W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C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approximately constant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23" name="Google Shape;1623;p72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624" name="Google Shape;1624;p72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72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72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27" name="Google Shape;1627;p72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8" name="Google Shape;1628;p72"/>
          <p:cNvSpPr txBox="1"/>
          <p:nvPr/>
        </p:nvSpPr>
        <p:spPr>
          <a:xfrm>
            <a:off x="4653436" y="3137672"/>
            <a:ext cx="334645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latin typeface="Calibri"/>
                <a:ea typeface="Calibri"/>
                <a:cs typeface="Calibri"/>
                <a:sym typeface="Calibri"/>
              </a:rPr>
              <a:t>72 / 153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2968F12-C149-9B98-5BE7-41CA3B19543C}"/>
                  </a:ext>
                </a:extLst>
              </p14:cNvPr>
              <p14:cNvContentPartPr/>
              <p14:nvPr/>
            </p14:nvContentPartPr>
            <p14:xfrm>
              <a:off x="2224440" y="649440"/>
              <a:ext cx="3464640" cy="2538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2968F12-C149-9B98-5BE7-41CA3B19543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15080" y="640080"/>
                <a:ext cx="3483360" cy="2557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p73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M</a:t>
            </a:r>
            <a:r>
              <a:rPr lang="en-US" cap="small">
                <a:solidFill>
                  <a:srgbClr val="FFFFFF"/>
                </a:solidFill>
              </a:rPr>
              <a:t>ulti</a:t>
            </a:r>
            <a:r>
              <a:rPr lang="en-US">
                <a:solidFill>
                  <a:srgbClr val="FFFFFF"/>
                </a:solidFill>
              </a:rPr>
              <a:t>-C</a:t>
            </a:r>
            <a:r>
              <a:rPr lang="en-US" cap="small">
                <a:solidFill>
                  <a:srgbClr val="FFFFFF"/>
                </a:solidFill>
              </a:rPr>
              <a:t>hannel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onvolution</a:t>
            </a:r>
            <a:r>
              <a:rPr lang="en-US">
                <a:solidFill>
                  <a:srgbClr val="FFFFFF"/>
                </a:solidFill>
              </a:rPr>
              <a:t>: K</a:t>
            </a:r>
            <a:r>
              <a:rPr lang="en-US" cap="small">
                <a:solidFill>
                  <a:srgbClr val="FFFFFF"/>
                </a:solidFill>
              </a:rPr>
              <a:t>ey</a:t>
            </a:r>
            <a:r>
              <a:rPr lang="en-US">
                <a:solidFill>
                  <a:srgbClr val="FFFFFF"/>
                </a:solidFill>
              </a:rPr>
              <a:t> T</a:t>
            </a:r>
            <a:r>
              <a:rPr lang="en-US" cap="small">
                <a:solidFill>
                  <a:srgbClr val="FFFFFF"/>
                </a:solidFill>
              </a:rPr>
              <a:t>akeaway</a:t>
            </a:r>
            <a:endParaRPr/>
          </a:p>
        </p:txBody>
      </p:sp>
      <p:pic>
        <p:nvPicPr>
          <p:cNvPr id="1634" name="Google Shape;1634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6996" y="535393"/>
            <a:ext cx="121259" cy="12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5" name="Google Shape;1635;p7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6996" y="733640"/>
            <a:ext cx="121259" cy="12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6" name="Google Shape;1636;p7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6996" y="931875"/>
            <a:ext cx="121259" cy="12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7" name="Google Shape;1637;p7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6996" y="1130122"/>
            <a:ext cx="121259" cy="12125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38" name="Google Shape;1638;p73"/>
          <p:cNvGraphicFramePr/>
          <p:nvPr/>
        </p:nvGraphicFramePr>
        <p:xfrm>
          <a:off x="456996" y="535393"/>
          <a:ext cx="121275" cy="715000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121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9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2550" marB="0">
                    <a:lnB w="76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0650" marB="0">
                    <a:lnT w="76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9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0650" marB="0">
                    <a:lnT w="769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9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0650" marB="0">
                    <a:lnT w="769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639" name="Google Shape;1639;p73"/>
          <p:cNvGrpSpPr/>
          <p:nvPr/>
        </p:nvGrpSpPr>
        <p:grpSpPr>
          <a:xfrm>
            <a:off x="513702" y="1601622"/>
            <a:ext cx="69291" cy="649236"/>
            <a:chOff x="513702" y="1601622"/>
            <a:chExt cx="69291" cy="649236"/>
          </a:xfrm>
        </p:grpSpPr>
        <p:pic>
          <p:nvPicPr>
            <p:cNvPr id="1640" name="Google Shape;1640;p73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160162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1" name="Google Shape;1641;p73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179986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2" name="Google Shape;1642;p73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218156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43" name="Google Shape;1643;p73"/>
          <p:cNvSpPr txBox="1"/>
          <p:nvPr/>
        </p:nvSpPr>
        <p:spPr>
          <a:xfrm>
            <a:off x="334594" y="454912"/>
            <a:ext cx="5020200" cy="25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150" rIns="0" bIns="0" anchor="t" anchorCtr="0">
            <a:spAutoFit/>
          </a:bodyPr>
          <a:lstStyle/>
          <a:p>
            <a:pPr marL="3225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Input channels: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Filter depth = Input depth (must match)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22580" marR="810895" lvl="0" indent="0" algn="l" rtl="0">
              <a:lnSpc>
                <a:spcPct val="112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Output channels: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Number of filters = Number of output channels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Parameters: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k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k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1050" i="1" baseline="-25000"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1050" i="1" baseline="-25000">
                <a:latin typeface="Arial"/>
                <a:ea typeface="Arial"/>
                <a:cs typeface="Arial"/>
                <a:sym typeface="Arial"/>
              </a:rPr>
              <a:t>out</a:t>
            </a:r>
            <a:endParaRPr sz="1050" baseline="-25000">
              <a:latin typeface="Arial"/>
              <a:ea typeface="Arial"/>
              <a:cs typeface="Arial"/>
              <a:sym typeface="Arial"/>
            </a:endParaRPr>
          </a:p>
          <a:p>
            <a:pPr marL="322580" lvl="0" indent="0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Computation: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Each filter operates on all input channels simultaneously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25400" lvl="0" indent="0" algn="l" rtl="0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Important Relationships: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22580" lvl="0" indent="0" algn="l" rtl="0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One filter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  →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One output channel (feature map)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22580" marR="320675" lvl="0" indent="0" algn="l" rtl="0">
              <a:lnSpc>
                <a:spcPct val="114700"/>
              </a:lnSpc>
              <a:spcBef>
                <a:spcPts val="114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More filters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 → 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More output channels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Network can learn more diverse features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22580" lvl="0" indent="0" algn="l" rtl="0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Typical progression: Channels increase with depth (3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64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128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256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22580" lvl="0" indent="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512)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25400" lvl="0" indent="0" algn="l" rtl="0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Memory consideration: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Deep networks trade spatial resolution for channel depth.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62230" lvl="0" indent="0" algn="ctr" rtl="0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Memory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∝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H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W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C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44" name="Google Shape;1644;p73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645" name="Google Shape;1645;p7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73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73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48" name="Google Shape;1648;p73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9" name="Google Shape;1649;p73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Google Shape;1654;p74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P</a:t>
            </a:r>
            <a:r>
              <a:rPr lang="en-US" cap="small">
                <a:solidFill>
                  <a:srgbClr val="FFFFFF"/>
                </a:solidFill>
              </a:rPr>
              <a:t>ooling</a:t>
            </a:r>
            <a:r>
              <a:rPr lang="en-US">
                <a:solidFill>
                  <a:srgbClr val="FFFFFF"/>
                </a:solidFill>
              </a:rPr>
              <a:t> O</a:t>
            </a:r>
            <a:r>
              <a:rPr lang="en-US" cap="small">
                <a:solidFill>
                  <a:srgbClr val="FFFFFF"/>
                </a:solidFill>
              </a:rPr>
              <a:t>perations</a:t>
            </a:r>
            <a:endParaRPr/>
          </a:p>
        </p:txBody>
      </p:sp>
      <p:grpSp>
        <p:nvGrpSpPr>
          <p:cNvPr id="1655" name="Google Shape;1655;p74"/>
          <p:cNvGrpSpPr/>
          <p:nvPr/>
        </p:nvGrpSpPr>
        <p:grpSpPr>
          <a:xfrm>
            <a:off x="513702" y="803351"/>
            <a:ext cx="69291" cy="1791296"/>
            <a:chOff x="513702" y="803351"/>
            <a:chExt cx="69291" cy="1791296"/>
          </a:xfrm>
        </p:grpSpPr>
        <p:pic>
          <p:nvPicPr>
            <p:cNvPr id="1656" name="Google Shape;1656;p7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80335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7" name="Google Shape;1657;p7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120822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8" name="Google Shape;1658;p7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142965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9" name="Google Shape;1659;p74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183452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0" name="Google Shape;1660;p7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205595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1" name="Google Shape;1661;p7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227737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2" name="Google Shape;1662;p74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252535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63" name="Google Shape;1663;p74"/>
          <p:cNvSpPr txBox="1"/>
          <p:nvPr/>
        </p:nvSpPr>
        <p:spPr>
          <a:xfrm>
            <a:off x="347300" y="446975"/>
            <a:ext cx="4931400" cy="21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0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What Pooling Layers Do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149860" lvl="0" indent="0" algn="l" rtl="0">
              <a:lnSpc>
                <a:spcPct val="1147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Spatial Downsampling: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Reduce height and width dimensions but preserve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channel depth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Translation Invariance: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Make features less sensitive to small shifts.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162560" lvl="0" indent="0" algn="l" rtl="0">
              <a:lnSpc>
                <a:spcPct val="114700"/>
              </a:lnSpc>
              <a:spcBef>
                <a:spcPts val="29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Computational Efficiency: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Reduce number of computations in subsequent layers.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Overfitting Reduction: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Act as a form of regularization.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5080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Pooling layers are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parameter-free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but still important for network performance Global Average Pooling (GAP) is used to replace fully connected layers.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Two types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4" name="Google Shape;1664;p7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0044" y="2695168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5" name="Google Shape;1665;p74"/>
          <p:cNvSpPr txBox="1"/>
          <p:nvPr/>
        </p:nvSpPr>
        <p:spPr>
          <a:xfrm>
            <a:off x="786993" y="2685305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6" name="Google Shape;1666;p7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60044" y="2867240"/>
            <a:ext cx="121259" cy="1212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7" name="Google Shape;1667;p74"/>
          <p:cNvSpPr txBox="1"/>
          <p:nvPr/>
        </p:nvSpPr>
        <p:spPr>
          <a:xfrm>
            <a:off x="786993" y="2857390"/>
            <a:ext cx="67310" cy="11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8" name="Google Shape;1668;p74"/>
          <p:cNvSpPr txBox="1"/>
          <p:nvPr/>
        </p:nvSpPr>
        <p:spPr>
          <a:xfrm>
            <a:off x="941958" y="2634711"/>
            <a:ext cx="917575" cy="369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5080" lvl="0" indent="0" algn="l" rtl="0">
              <a:lnSpc>
                <a:spcPct val="118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Max pooling Average pooling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9" name="Google Shape;1669;p74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670" name="Google Shape;1670;p74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74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74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73" name="Google Shape;1673;p74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4" name="Google Shape;1674;p74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4B5D61D-AEA1-6C91-FA2B-6BF5BCDBE3DB}"/>
                  </a:ext>
                </a:extLst>
              </p14:cNvPr>
              <p14:cNvContentPartPr/>
              <p14:nvPr/>
            </p14:nvContentPartPr>
            <p14:xfrm>
              <a:off x="1852560" y="932040"/>
              <a:ext cx="3224160" cy="2013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4B5D61D-AEA1-6C91-FA2B-6BF5BCDBE3D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843200" y="922680"/>
                <a:ext cx="3242880" cy="2032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Google Shape;1679;p75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M</a:t>
            </a:r>
            <a:r>
              <a:rPr lang="en-US" cap="small">
                <a:solidFill>
                  <a:srgbClr val="FFFFFF"/>
                </a:solidFill>
              </a:rPr>
              <a:t>ax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ooling</a:t>
            </a:r>
            <a:endParaRPr/>
          </a:p>
        </p:txBody>
      </p:sp>
      <p:grpSp>
        <p:nvGrpSpPr>
          <p:cNvPr id="1680" name="Google Shape;1680;p75"/>
          <p:cNvGrpSpPr/>
          <p:nvPr/>
        </p:nvGrpSpPr>
        <p:grpSpPr>
          <a:xfrm>
            <a:off x="0" y="608469"/>
            <a:ext cx="5760261" cy="2625542"/>
            <a:chOff x="0" y="608469"/>
            <a:chExt cx="5760261" cy="2625542"/>
          </a:xfrm>
        </p:grpSpPr>
        <p:pic>
          <p:nvPicPr>
            <p:cNvPr id="1681" name="Google Shape;1681;p7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60846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2" name="Google Shape;1682;p7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82988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3" name="Google Shape;1683;p7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105130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4" name="Google Shape;1684;p75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75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75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87" name="Google Shape;1687;p75"/>
          <p:cNvSpPr txBox="1"/>
          <p:nvPr/>
        </p:nvSpPr>
        <p:spPr>
          <a:xfrm>
            <a:off x="644626" y="473505"/>
            <a:ext cx="32308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970914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Takes maximum value in each region Most common pooling operation Preserves strongest activations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52855" lvl="0" indent="0" algn="l" rtl="0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output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max(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inputs in window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88" name="Google Shape;1688;p75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9" name="Google Shape;1689;p75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r>
              <a:rPr lang="en-US"/>
              <a:t> / 153</a:t>
            </a:r>
            <a:endParaRPr/>
          </a:p>
        </p:txBody>
      </p:sp>
      <p:sp>
        <p:nvSpPr>
          <p:cNvPr id="1690" name="Google Shape;1690;p75"/>
          <p:cNvSpPr txBox="1"/>
          <p:nvPr/>
        </p:nvSpPr>
        <p:spPr>
          <a:xfrm>
            <a:off x="1536547" y="1549778"/>
            <a:ext cx="704850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Input 4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4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91" name="Google Shape;1691;p75"/>
          <p:cNvGraphicFramePr/>
          <p:nvPr/>
        </p:nvGraphicFramePr>
        <p:xfrm>
          <a:off x="1344714" y="1796872"/>
          <a:ext cx="1084600" cy="1120100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271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0025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92" name="Google Shape;1692;p75"/>
          <p:cNvSpPr txBox="1"/>
          <p:nvPr/>
        </p:nvSpPr>
        <p:spPr>
          <a:xfrm>
            <a:off x="2458466" y="2095738"/>
            <a:ext cx="177165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→</a:t>
            </a:r>
            <a:endParaRPr sz="12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693" name="Google Shape;1693;p75"/>
          <p:cNvSpPr txBox="1"/>
          <p:nvPr/>
        </p:nvSpPr>
        <p:spPr>
          <a:xfrm>
            <a:off x="2762186" y="1926201"/>
            <a:ext cx="762635" cy="559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Max pooling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k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2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s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2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4" name="Google Shape;1694;p75"/>
          <p:cNvSpPr txBox="1"/>
          <p:nvPr/>
        </p:nvSpPr>
        <p:spPr>
          <a:xfrm>
            <a:off x="3612743" y="2095738"/>
            <a:ext cx="177165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→</a:t>
            </a:r>
            <a:endParaRPr sz="12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695" name="Google Shape;1695;p75"/>
          <p:cNvSpPr txBox="1"/>
          <p:nvPr/>
        </p:nvSpPr>
        <p:spPr>
          <a:xfrm>
            <a:off x="3916464" y="1621189"/>
            <a:ext cx="435609" cy="554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48895" marR="5080" lvl="0" indent="-36830" algn="l" rtl="0">
              <a:lnSpc>
                <a:spcPct val="160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Output 2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2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96" name="Google Shape;1696;p75"/>
          <p:cNvGraphicFramePr/>
          <p:nvPr/>
        </p:nvGraphicFramePr>
        <p:xfrm>
          <a:off x="3853256" y="2214727"/>
          <a:ext cx="557525" cy="560050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271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0025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89499C6-7DA1-913C-2E1B-10011E17F38D}"/>
                  </a:ext>
                </a:extLst>
              </p14:cNvPr>
              <p14:cNvContentPartPr/>
              <p14:nvPr/>
            </p14:nvContentPartPr>
            <p14:xfrm>
              <a:off x="231120" y="441000"/>
              <a:ext cx="5451480" cy="2497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89499C6-7DA1-913C-2E1B-10011E17F38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1760" y="431640"/>
                <a:ext cx="5470200" cy="2516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" name="Google Shape;1701;p76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A</a:t>
            </a:r>
            <a:r>
              <a:rPr lang="en-US" cap="small">
                <a:solidFill>
                  <a:srgbClr val="FFFFFF"/>
                </a:solidFill>
              </a:rPr>
              <a:t>verage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ooling</a:t>
            </a:r>
            <a:endParaRPr/>
          </a:p>
        </p:txBody>
      </p:sp>
      <p:grpSp>
        <p:nvGrpSpPr>
          <p:cNvPr id="1702" name="Google Shape;1702;p76"/>
          <p:cNvGrpSpPr/>
          <p:nvPr/>
        </p:nvGrpSpPr>
        <p:grpSpPr>
          <a:xfrm>
            <a:off x="513702" y="578675"/>
            <a:ext cx="2173948" cy="730606"/>
            <a:chOff x="513702" y="578675"/>
            <a:chExt cx="2173948" cy="730606"/>
          </a:xfrm>
        </p:grpSpPr>
        <p:pic>
          <p:nvPicPr>
            <p:cNvPr id="1703" name="Google Shape;1703;p7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57867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4" name="Google Shape;1704;p7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79129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5" name="Google Shape;1705;p7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100390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6" name="Google Shape;1706;p76"/>
            <p:cNvSpPr/>
            <p:nvPr/>
          </p:nvSpPr>
          <p:spPr>
            <a:xfrm>
              <a:off x="2548585" y="1309281"/>
              <a:ext cx="139065" cy="0"/>
            </a:xfrm>
            <a:custGeom>
              <a:avLst/>
              <a:gdLst/>
              <a:ahLst/>
              <a:cxnLst/>
              <a:rect l="l" t="t" r="r" b="b"/>
              <a:pathLst>
                <a:path w="139064" h="120000" extrusionOk="0">
                  <a:moveTo>
                    <a:pt x="0" y="0"/>
                  </a:moveTo>
                  <a:lnTo>
                    <a:pt x="138963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07" name="Google Shape;1707;p76"/>
          <p:cNvSpPr txBox="1"/>
          <p:nvPr/>
        </p:nvSpPr>
        <p:spPr>
          <a:xfrm>
            <a:off x="644626" y="452500"/>
            <a:ext cx="2046605" cy="66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0" algn="l" rtl="0">
              <a:lnSpc>
                <a:spcPct val="13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Takes average of values in region Smoother downsampling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Used in final layers sometimes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8" name="Google Shape;1708;p76"/>
          <p:cNvSpPr txBox="1"/>
          <p:nvPr/>
        </p:nvSpPr>
        <p:spPr>
          <a:xfrm>
            <a:off x="2510485" y="1258181"/>
            <a:ext cx="20891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i="1" baseline="-25000">
                <a:latin typeface="Arial"/>
                <a:ea typeface="Arial"/>
                <a:cs typeface="Arial"/>
                <a:sym typeface="Arial"/>
              </a:rPr>
              <a:t>k </a:t>
            </a:r>
            <a:r>
              <a:rPr lang="en-US" sz="700">
                <a:latin typeface="Arial"/>
                <a:ea typeface="Arial"/>
                <a:cs typeface="Arial"/>
                <a:sym typeface="Arial"/>
              </a:rPr>
              <a:t>2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9" name="Google Shape;1709;p76"/>
          <p:cNvSpPr txBox="1"/>
          <p:nvPr/>
        </p:nvSpPr>
        <p:spPr>
          <a:xfrm>
            <a:off x="1903150" y="1182700"/>
            <a:ext cx="2569200" cy="2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output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  </a:t>
            </a:r>
            <a:r>
              <a:rPr lang="en-US" sz="1575" baseline="30000">
                <a:latin typeface="Arial"/>
                <a:ea typeface="Arial"/>
                <a:cs typeface="Arial"/>
                <a:sym typeface="Arial"/>
              </a:rPr>
              <a:t>1     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inputs in window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10" name="Google Shape;1710;p76"/>
          <p:cNvSpPr txBox="1"/>
          <p:nvPr/>
        </p:nvSpPr>
        <p:spPr>
          <a:xfrm>
            <a:off x="1328966" y="1601073"/>
            <a:ext cx="704850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Input 4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4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11" name="Google Shape;1711;p76"/>
          <p:cNvGraphicFramePr/>
          <p:nvPr/>
        </p:nvGraphicFramePr>
        <p:xfrm>
          <a:off x="1137132" y="1848154"/>
          <a:ext cx="1084600" cy="1120100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271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0025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12" name="Google Shape;1712;p76"/>
          <p:cNvSpPr txBox="1"/>
          <p:nvPr/>
        </p:nvSpPr>
        <p:spPr>
          <a:xfrm>
            <a:off x="2250897" y="2147021"/>
            <a:ext cx="177165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→</a:t>
            </a:r>
            <a:endParaRPr sz="12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713" name="Google Shape;1713;p76"/>
          <p:cNvSpPr txBox="1"/>
          <p:nvPr/>
        </p:nvSpPr>
        <p:spPr>
          <a:xfrm>
            <a:off x="2554604" y="1977483"/>
            <a:ext cx="1002665" cy="559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Average pooling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k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2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s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2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4" name="Google Shape;1714;p76"/>
          <p:cNvSpPr txBox="1"/>
          <p:nvPr/>
        </p:nvSpPr>
        <p:spPr>
          <a:xfrm>
            <a:off x="3645661" y="2147021"/>
            <a:ext cx="177165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→</a:t>
            </a:r>
            <a:endParaRPr sz="12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715" name="Google Shape;1715;p76"/>
          <p:cNvSpPr txBox="1"/>
          <p:nvPr/>
        </p:nvSpPr>
        <p:spPr>
          <a:xfrm>
            <a:off x="4036707" y="1672472"/>
            <a:ext cx="435609" cy="554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48895" marR="5080" lvl="0" indent="-36830" algn="l" rtl="0">
              <a:lnSpc>
                <a:spcPct val="160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Output 2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2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16" name="Google Shape;1716;p76"/>
          <p:cNvGraphicFramePr/>
          <p:nvPr/>
        </p:nvGraphicFramePr>
        <p:xfrm>
          <a:off x="3886162" y="2266010"/>
          <a:ext cx="732150" cy="560050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46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0025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4.5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025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4.75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FB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6160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F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717" name="Google Shape;1717;p76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718" name="Google Shape;1718;p76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76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76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21" name="Google Shape;1721;p76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2" name="Google Shape;1722;p76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82F264D-6C51-B92C-1A40-F73277D39296}"/>
                  </a:ext>
                </a:extLst>
              </p14:cNvPr>
              <p14:cNvContentPartPr/>
              <p14:nvPr/>
            </p14:nvContentPartPr>
            <p14:xfrm>
              <a:off x="323640" y="552600"/>
              <a:ext cx="5010480" cy="2601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82F264D-6C51-B92C-1A40-F73277D3929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14280" y="543240"/>
                <a:ext cx="5029200" cy="2620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p77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1</a:t>
            </a:r>
            <a:r>
              <a:rPr lang="en-US" sz="7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>
                <a:solidFill>
                  <a:srgbClr val="FFFFFF"/>
                </a:solidFill>
              </a:rPr>
              <a:t>1 C</a:t>
            </a:r>
            <a:r>
              <a:rPr lang="en-US" cap="small">
                <a:solidFill>
                  <a:srgbClr val="FFFFFF"/>
                </a:solidFill>
              </a:rPr>
              <a:t>onvolution</a:t>
            </a:r>
            <a:r>
              <a:rPr lang="en-US">
                <a:solidFill>
                  <a:srgbClr val="FFFFFF"/>
                </a:solidFill>
              </a:rPr>
              <a:t>: I</a:t>
            </a:r>
            <a:r>
              <a:rPr lang="en-US" cap="small">
                <a:solidFill>
                  <a:srgbClr val="FFFFFF"/>
                </a:solidFill>
              </a:rPr>
              <a:t>ntroduction</a:t>
            </a:r>
            <a:endParaRPr sz="7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728" name="Google Shape;1728;p77"/>
          <p:cNvGrpSpPr/>
          <p:nvPr/>
        </p:nvGrpSpPr>
        <p:grpSpPr>
          <a:xfrm>
            <a:off x="309193" y="532027"/>
            <a:ext cx="5192466" cy="2488477"/>
            <a:chOff x="309193" y="532027"/>
            <a:chExt cx="5192466" cy="2488477"/>
          </a:xfrm>
        </p:grpSpPr>
        <p:sp>
          <p:nvSpPr>
            <p:cNvPr id="1729" name="Google Shape;1729;p77"/>
            <p:cNvSpPr/>
            <p:nvPr/>
          </p:nvSpPr>
          <p:spPr>
            <a:xfrm>
              <a:off x="309193" y="532027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6887"/>
                  </a:lnTo>
                  <a:lnTo>
                    <a:pt x="5141666" y="20688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730" name="Google Shape;1730;p7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9193" y="726249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1" name="Google Shape;1731;p7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9994" y="1102131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2" name="Google Shape;1732;p7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1089431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3" name="Google Shape;1733;p77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576262"/>
              <a:ext cx="50800" cy="5258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4" name="Google Shape;1734;p77"/>
            <p:cNvSpPr/>
            <p:nvPr/>
          </p:nvSpPr>
          <p:spPr>
            <a:xfrm>
              <a:off x="309193" y="770534"/>
              <a:ext cx="5142230" cy="382905"/>
            </a:xfrm>
            <a:custGeom>
              <a:avLst/>
              <a:gdLst/>
              <a:ahLst/>
              <a:cxnLst/>
              <a:rect l="l" t="t" r="r" b="b"/>
              <a:pathLst>
                <a:path w="5142230" h="382905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331596"/>
                  </a:lnTo>
                  <a:lnTo>
                    <a:pt x="4008" y="351321"/>
                  </a:lnTo>
                  <a:lnTo>
                    <a:pt x="14922" y="367474"/>
                  </a:lnTo>
                  <a:lnTo>
                    <a:pt x="31075" y="378388"/>
                  </a:lnTo>
                  <a:lnTo>
                    <a:pt x="50800" y="382397"/>
                  </a:lnTo>
                  <a:lnTo>
                    <a:pt x="5090865" y="382397"/>
                  </a:lnTo>
                  <a:lnTo>
                    <a:pt x="5110590" y="378388"/>
                  </a:lnTo>
                  <a:lnTo>
                    <a:pt x="5126743" y="367474"/>
                  </a:lnTo>
                  <a:lnTo>
                    <a:pt x="5137657" y="351321"/>
                  </a:lnTo>
                  <a:lnTo>
                    <a:pt x="5141666" y="331596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77"/>
            <p:cNvSpPr/>
            <p:nvPr/>
          </p:nvSpPr>
          <p:spPr>
            <a:xfrm>
              <a:off x="5450859" y="614353"/>
              <a:ext cx="0" cy="507365"/>
            </a:xfrm>
            <a:custGeom>
              <a:avLst/>
              <a:gdLst/>
              <a:ahLst/>
              <a:cxnLst/>
              <a:rect l="l" t="t" r="r" b="b"/>
              <a:pathLst>
                <a:path w="120000" h="507365" extrusionOk="0">
                  <a:moveTo>
                    <a:pt x="0" y="506827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77"/>
            <p:cNvSpPr/>
            <p:nvPr/>
          </p:nvSpPr>
          <p:spPr>
            <a:xfrm>
              <a:off x="5450859" y="60165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77"/>
            <p:cNvSpPr/>
            <p:nvPr/>
          </p:nvSpPr>
          <p:spPr>
            <a:xfrm>
              <a:off x="5450859" y="58895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77"/>
            <p:cNvSpPr/>
            <p:nvPr/>
          </p:nvSpPr>
          <p:spPr>
            <a:xfrm>
              <a:off x="5450859" y="57625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77"/>
            <p:cNvSpPr/>
            <p:nvPr/>
          </p:nvSpPr>
          <p:spPr>
            <a:xfrm>
              <a:off x="5450859" y="557202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740" name="Google Shape;1740;p77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159875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1" name="Google Shape;1741;p77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181169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2" name="Google Shape;1742;p77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231239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3" name="Google Shape;1743;p77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13702" y="252533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4" name="Google Shape;1744;p77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13702" y="273827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5" name="Google Shape;1745;p77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513702" y="295121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46" name="Google Shape;1746;p77"/>
          <p:cNvSpPr txBox="1"/>
          <p:nvPr/>
        </p:nvSpPr>
        <p:spPr>
          <a:xfrm>
            <a:off x="296494" y="483338"/>
            <a:ext cx="4885055" cy="2580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000" rIns="0" bIns="0" anchor="t" anchorCtr="0">
            <a:spAutoFit/>
          </a:bodyPr>
          <a:lstStyle/>
          <a:p>
            <a:pPr marL="635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efinition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63500" marR="55880" lvl="0" indent="0" algn="l" rtl="0">
              <a:lnSpc>
                <a:spcPct val="12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1×1 convolution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uses a kernel of size 1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1050" i="1" baseline="-25000"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to perform a weighted sum across channels at each spatial location.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None/>
            </a:pP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635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At First Glance: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60680" marR="957580" lvl="0" indent="0" algn="l" rtl="0">
              <a:lnSpc>
                <a:spcPct val="1331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Seems pointless: No spatial information, just a single pixel! But actually very powerful: ”Network in Network”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63500" lvl="0" indent="0" algn="l" rtl="0">
              <a:lnSpc>
                <a:spcPct val="100000"/>
              </a:lnSpc>
              <a:spcBef>
                <a:spcPts val="994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What it does: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60680" marR="2162810" lvl="0" indent="0" algn="l" rtl="0">
              <a:lnSpc>
                <a:spcPct val="1331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Combines information across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channels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Acts as a learned linear combination Does NOT look at neighboring pixels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60680" lvl="0" indent="0" algn="l" rtl="0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Applied independently at each spatial position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47" name="Google Shape;1747;p77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748" name="Google Shape;1748;p77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77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77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51" name="Google Shape;1751;p77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2" name="Google Shape;1752;p77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899A5D1-40EF-0034-476B-9F957C5E70F5}"/>
                  </a:ext>
                </a:extLst>
              </p14:cNvPr>
              <p14:cNvContentPartPr/>
              <p14:nvPr/>
            </p14:nvContentPartPr>
            <p14:xfrm>
              <a:off x="2761200" y="696600"/>
              <a:ext cx="3005640" cy="2590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899A5D1-40EF-0034-476B-9F957C5E70F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751840" y="687240"/>
                <a:ext cx="3024360" cy="2609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7" name="Google Shape;1757;p78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1</a:t>
            </a:r>
            <a:r>
              <a:rPr lang="en-US" sz="7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>
                <a:solidFill>
                  <a:srgbClr val="FFFFFF"/>
                </a:solidFill>
              </a:rPr>
              <a:t>1 C</a:t>
            </a:r>
            <a:r>
              <a:rPr lang="en-US" cap="small">
                <a:solidFill>
                  <a:srgbClr val="FFFFFF"/>
                </a:solidFill>
              </a:rPr>
              <a:t>onvolution</a:t>
            </a:r>
            <a:r>
              <a:rPr lang="en-US">
                <a:solidFill>
                  <a:srgbClr val="FFFFFF"/>
                </a:solidFill>
              </a:rPr>
              <a:t>: H</a:t>
            </a:r>
            <a:r>
              <a:rPr lang="en-US" cap="small">
                <a:solidFill>
                  <a:srgbClr val="FFFFFF"/>
                </a:solidFill>
              </a:rPr>
              <a:t>ow</a:t>
            </a:r>
            <a:r>
              <a:rPr lang="en-US">
                <a:solidFill>
                  <a:srgbClr val="FFFFFF"/>
                </a:solidFill>
              </a:rPr>
              <a:t> I</a:t>
            </a:r>
            <a:r>
              <a:rPr lang="en-US" cap="small">
                <a:solidFill>
                  <a:srgbClr val="FFFFFF"/>
                </a:solidFill>
              </a:rPr>
              <a:t>t</a:t>
            </a:r>
            <a:r>
              <a:rPr lang="en-US">
                <a:solidFill>
                  <a:srgbClr val="FFFFFF"/>
                </a:solidFill>
              </a:rPr>
              <a:t> W</a:t>
            </a:r>
            <a:r>
              <a:rPr lang="en-US" cap="small">
                <a:solidFill>
                  <a:srgbClr val="FFFFFF"/>
                </a:solidFill>
              </a:rPr>
              <a:t>orks</a:t>
            </a:r>
            <a:endParaRPr sz="7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758" name="Google Shape;1758;p78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759" name="Google Shape;1759;p78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78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78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62" name="Google Shape;1762;p78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3" name="Google Shape;1763;p78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r>
              <a:rPr lang="en-US"/>
              <a:t> / 153</a:t>
            </a:r>
            <a:endParaRPr/>
          </a:p>
        </p:txBody>
      </p:sp>
      <p:pic>
        <p:nvPicPr>
          <p:cNvPr id="1764" name="Google Shape;1764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35"/>
            <a:ext cx="4378307" cy="243503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96F4CCA-ACE6-375B-AEBA-8826ED8E2BD3}"/>
                  </a:ext>
                </a:extLst>
              </p14:cNvPr>
              <p14:cNvContentPartPr/>
              <p14:nvPr/>
            </p14:nvContentPartPr>
            <p14:xfrm>
              <a:off x="1516680" y="1337040"/>
              <a:ext cx="3644280" cy="955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96F4CCA-ACE6-375B-AEBA-8826ED8E2BD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07320" y="1327680"/>
                <a:ext cx="3663000" cy="973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9" name="Google Shape;1769;p79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80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1</a:t>
            </a:r>
            <a:r>
              <a:rPr lang="en-US" sz="7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7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7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>
                <a:solidFill>
                  <a:srgbClr val="FFFFFF"/>
                </a:solidFill>
              </a:rPr>
              <a:t>1 C</a:t>
            </a:r>
            <a:r>
              <a:rPr lang="en-US" cap="small">
                <a:solidFill>
                  <a:srgbClr val="FFFFFF"/>
                </a:solidFill>
              </a:rPr>
              <a:t>onvolution</a:t>
            </a:r>
            <a:r>
              <a:rPr lang="en-US">
                <a:solidFill>
                  <a:srgbClr val="FFFFFF"/>
                </a:solidFill>
              </a:rPr>
              <a:t>: K</a:t>
            </a:r>
            <a:r>
              <a:rPr lang="en-US" cap="small">
                <a:solidFill>
                  <a:srgbClr val="FFFFFF"/>
                </a:solidFill>
              </a:rPr>
              <a:t>ey</a:t>
            </a:r>
            <a:r>
              <a:rPr lang="en-US">
                <a:solidFill>
                  <a:srgbClr val="FFFFFF"/>
                </a:solidFill>
              </a:rPr>
              <a:t> A</a:t>
            </a:r>
            <a:r>
              <a:rPr lang="en-US" cap="small">
                <a:solidFill>
                  <a:srgbClr val="FFFFFF"/>
                </a:solidFill>
              </a:rPr>
              <a:t>pplications</a:t>
            </a:r>
            <a:endParaRPr sz="7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770" name="Google Shape;1770;p79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771" name="Google Shape;1771;p79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79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79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74" name="Google Shape;1774;p79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5" name="Google Shape;1775;p79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r>
              <a:rPr lang="en-US"/>
              <a:t> / 153</a:t>
            </a:r>
            <a:endParaRPr/>
          </a:p>
        </p:txBody>
      </p:sp>
      <p:pic>
        <p:nvPicPr>
          <p:cNvPr id="1776" name="Google Shape;1776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464050"/>
            <a:ext cx="5131126" cy="267362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E387746-7D60-A8EC-A631-AD91B5DD9BEB}"/>
                  </a:ext>
                </a:extLst>
              </p14:cNvPr>
              <p14:cNvContentPartPr/>
              <p14:nvPr/>
            </p14:nvContentPartPr>
            <p14:xfrm>
              <a:off x="1381320" y="1307160"/>
              <a:ext cx="3974760" cy="1869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E387746-7D60-A8EC-A631-AD91B5DD9BE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71960" y="1297800"/>
                <a:ext cx="3993480" cy="1887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Google Shape;1781;p80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8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1</a:t>
            </a:r>
            <a:r>
              <a:rPr lang="en-US" sz="7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5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7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>
                <a:solidFill>
                  <a:srgbClr val="FFFFFF"/>
                </a:solidFill>
              </a:rPr>
              <a:t>1 C</a:t>
            </a:r>
            <a:r>
              <a:rPr lang="en-US" cap="small">
                <a:solidFill>
                  <a:srgbClr val="FFFFFF"/>
                </a:solidFill>
              </a:rPr>
              <a:t>onvolution</a:t>
            </a:r>
            <a:r>
              <a:rPr lang="en-US">
                <a:solidFill>
                  <a:srgbClr val="FFFFFF"/>
                </a:solidFill>
              </a:rPr>
              <a:t>: B</a:t>
            </a:r>
            <a:r>
              <a:rPr lang="en-US" cap="small">
                <a:solidFill>
                  <a:srgbClr val="FFFFFF"/>
                </a:solidFill>
              </a:rPr>
              <a:t>ottleneck</a:t>
            </a:r>
            <a:r>
              <a:rPr lang="en-US">
                <a:solidFill>
                  <a:srgbClr val="FFFFFF"/>
                </a:solidFill>
              </a:rPr>
              <a:t> A</a:t>
            </a:r>
            <a:r>
              <a:rPr lang="en-US" cap="small">
                <a:solidFill>
                  <a:srgbClr val="FFFFFF"/>
                </a:solidFill>
              </a:rPr>
              <a:t>rchitecture</a:t>
            </a:r>
            <a:endParaRPr sz="7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782" name="Google Shape;1782;p80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783" name="Google Shape;1783;p80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80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80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86" name="Google Shape;1786;p80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7" name="Google Shape;1787;p80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r>
              <a:rPr lang="en-US"/>
              <a:t> / 153</a:t>
            </a:r>
            <a:endParaRPr/>
          </a:p>
        </p:txBody>
      </p:sp>
      <p:pic>
        <p:nvPicPr>
          <p:cNvPr id="1788" name="Google Shape;1788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38845"/>
            <a:ext cx="5124272" cy="244642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EBC774E-71FF-53BD-1595-D946BC5411BE}"/>
                  </a:ext>
                </a:extLst>
              </p14:cNvPr>
              <p14:cNvContentPartPr/>
              <p14:nvPr/>
            </p14:nvContentPartPr>
            <p14:xfrm>
              <a:off x="608400" y="336960"/>
              <a:ext cx="4709520" cy="2528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EBC774E-71FF-53BD-1595-D946BC5411B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9040" y="327600"/>
                <a:ext cx="4728240" cy="2547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3" name="Google Shape;1793;p81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R</a:t>
            </a:r>
            <a:r>
              <a:rPr lang="en-US" cap="small">
                <a:solidFill>
                  <a:srgbClr val="FFFFFF"/>
                </a:solidFill>
              </a:rPr>
              <a:t>e</a:t>
            </a:r>
            <a:r>
              <a:rPr lang="en-US">
                <a:solidFill>
                  <a:srgbClr val="FFFFFF"/>
                </a:solidFill>
              </a:rPr>
              <a:t>LU A</a:t>
            </a:r>
            <a:r>
              <a:rPr lang="en-US" cap="small">
                <a:solidFill>
                  <a:srgbClr val="FFFFFF"/>
                </a:solidFill>
              </a:rPr>
              <a:t>ctivation</a:t>
            </a:r>
            <a:r>
              <a:rPr lang="en-US">
                <a:solidFill>
                  <a:srgbClr val="FFFFFF"/>
                </a:solidFill>
              </a:rPr>
              <a:t> F</a:t>
            </a:r>
            <a:r>
              <a:rPr lang="en-US" cap="small">
                <a:solidFill>
                  <a:srgbClr val="FFFFFF"/>
                </a:solidFill>
              </a:rPr>
              <a:t>unction</a:t>
            </a:r>
            <a:endParaRPr/>
          </a:p>
        </p:txBody>
      </p:sp>
      <p:grpSp>
        <p:nvGrpSpPr>
          <p:cNvPr id="1794" name="Google Shape;1794;p81"/>
          <p:cNvGrpSpPr/>
          <p:nvPr/>
        </p:nvGrpSpPr>
        <p:grpSpPr>
          <a:xfrm>
            <a:off x="309193" y="520877"/>
            <a:ext cx="5192466" cy="1705064"/>
            <a:chOff x="309193" y="520877"/>
            <a:chExt cx="5192466" cy="1705064"/>
          </a:xfrm>
        </p:grpSpPr>
        <p:sp>
          <p:nvSpPr>
            <p:cNvPr id="1795" name="Google Shape;1795;p81"/>
            <p:cNvSpPr/>
            <p:nvPr/>
          </p:nvSpPr>
          <p:spPr>
            <a:xfrm>
              <a:off x="309193" y="520877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6887"/>
                  </a:lnTo>
                  <a:lnTo>
                    <a:pt x="5141666" y="20688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796" name="Google Shape;1796;p8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9193" y="715111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97" name="Google Shape;1797;p8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9994" y="1090853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98" name="Google Shape;1798;p8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1078153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99" name="Google Shape;1799;p8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565124"/>
              <a:ext cx="50800" cy="5257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0" name="Google Shape;1800;p81"/>
            <p:cNvSpPr/>
            <p:nvPr/>
          </p:nvSpPr>
          <p:spPr>
            <a:xfrm>
              <a:off x="309193" y="759395"/>
              <a:ext cx="5142230" cy="382270"/>
            </a:xfrm>
            <a:custGeom>
              <a:avLst/>
              <a:gdLst/>
              <a:ahLst/>
              <a:cxnLst/>
              <a:rect l="l" t="t" r="r" b="b"/>
              <a:pathLst>
                <a:path w="5142230" h="382269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331457"/>
                  </a:lnTo>
                  <a:lnTo>
                    <a:pt x="4008" y="351182"/>
                  </a:lnTo>
                  <a:lnTo>
                    <a:pt x="14922" y="367335"/>
                  </a:lnTo>
                  <a:lnTo>
                    <a:pt x="31075" y="378249"/>
                  </a:lnTo>
                  <a:lnTo>
                    <a:pt x="50800" y="382258"/>
                  </a:lnTo>
                  <a:lnTo>
                    <a:pt x="5090865" y="382258"/>
                  </a:lnTo>
                  <a:lnTo>
                    <a:pt x="5110590" y="378249"/>
                  </a:lnTo>
                  <a:lnTo>
                    <a:pt x="5126743" y="367335"/>
                  </a:lnTo>
                  <a:lnTo>
                    <a:pt x="5137657" y="351182"/>
                  </a:lnTo>
                  <a:lnTo>
                    <a:pt x="5141666" y="331457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81"/>
            <p:cNvSpPr/>
            <p:nvPr/>
          </p:nvSpPr>
          <p:spPr>
            <a:xfrm>
              <a:off x="5450859" y="603214"/>
              <a:ext cx="0" cy="506730"/>
            </a:xfrm>
            <a:custGeom>
              <a:avLst/>
              <a:gdLst/>
              <a:ahLst/>
              <a:cxnLst/>
              <a:rect l="l" t="t" r="r" b="b"/>
              <a:pathLst>
                <a:path w="120000" h="506730" extrusionOk="0">
                  <a:moveTo>
                    <a:pt x="0" y="50668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81"/>
            <p:cNvSpPr/>
            <p:nvPr/>
          </p:nvSpPr>
          <p:spPr>
            <a:xfrm>
              <a:off x="5450859" y="59051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81"/>
            <p:cNvSpPr/>
            <p:nvPr/>
          </p:nvSpPr>
          <p:spPr>
            <a:xfrm>
              <a:off x="5450859" y="57781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81"/>
            <p:cNvSpPr/>
            <p:nvPr/>
          </p:nvSpPr>
          <p:spPr>
            <a:xfrm>
              <a:off x="5450859" y="56511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81"/>
            <p:cNvSpPr/>
            <p:nvPr/>
          </p:nvSpPr>
          <p:spPr>
            <a:xfrm>
              <a:off x="5450859" y="546064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806" name="Google Shape;1806;p81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156798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7" name="Google Shape;1807;p81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176420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8" name="Google Shape;1808;p81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196043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9" name="Google Shape;1809;p81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13702" y="215665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10" name="Google Shape;1810;p81"/>
          <p:cNvSpPr txBox="1"/>
          <p:nvPr/>
        </p:nvSpPr>
        <p:spPr>
          <a:xfrm>
            <a:off x="347294" y="451335"/>
            <a:ext cx="5065395" cy="25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9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efinition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441959" lvl="0" indent="0" algn="l" rtl="0">
              <a:lnSpc>
                <a:spcPct val="1147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ReLU (Rectified Linear Unit)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is a simple and powerful activation function that outputs the input directly if positive, otherwise outputs zero.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None/>
            </a:pP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Key Properties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1670685" lvl="0" indent="0" algn="l" rtl="0">
              <a:lnSpc>
                <a:spcPct val="1226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Non-linear: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Enables learning complex patterns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Sparse: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Many outputs are exactly zero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Computationally efficient: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Simple max operation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Non-saturating: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No upper bound on positive values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l" rtl="0">
              <a:lnSpc>
                <a:spcPct val="1147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Usage in CNNs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ReLU is the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default choice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for activation functions in CNNs and is typically applied after each convolutional layer: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Conv Layer Output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ReLU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Next Layer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11" name="Google Shape;1811;p81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812" name="Google Shape;1812;p81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81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81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15" name="Google Shape;1815;p81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6" name="Google Shape;1816;p81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3C90CB2-979D-70C9-4182-D2B57AA33364}"/>
                  </a:ext>
                </a:extLst>
              </p14:cNvPr>
              <p14:cNvContentPartPr/>
              <p14:nvPr/>
            </p14:nvContentPartPr>
            <p14:xfrm>
              <a:off x="219960" y="355680"/>
              <a:ext cx="5313240" cy="2229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3C90CB2-979D-70C9-4182-D2B57AA3336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10600" y="346320"/>
                <a:ext cx="5331960" cy="2247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Google Shape;1821;p82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R</a:t>
            </a:r>
            <a:r>
              <a:rPr lang="en-US" cap="small">
                <a:solidFill>
                  <a:srgbClr val="FFFFFF"/>
                </a:solidFill>
              </a:rPr>
              <a:t>e</a:t>
            </a:r>
            <a:r>
              <a:rPr lang="en-US">
                <a:solidFill>
                  <a:srgbClr val="FFFFFF"/>
                </a:solidFill>
              </a:rPr>
              <a:t>LU A</a:t>
            </a:r>
            <a:r>
              <a:rPr lang="en-US" cap="small">
                <a:solidFill>
                  <a:srgbClr val="FFFFFF"/>
                </a:solidFill>
              </a:rPr>
              <a:t>ctivation</a:t>
            </a:r>
            <a:r>
              <a:rPr lang="en-US">
                <a:solidFill>
                  <a:srgbClr val="FFFFFF"/>
                </a:solidFill>
              </a:rPr>
              <a:t> F</a:t>
            </a:r>
            <a:r>
              <a:rPr lang="en-US" cap="small">
                <a:solidFill>
                  <a:srgbClr val="FFFFFF"/>
                </a:solidFill>
              </a:rPr>
              <a:t>unction</a:t>
            </a:r>
            <a:endParaRPr/>
          </a:p>
        </p:txBody>
      </p:sp>
      <p:grpSp>
        <p:nvGrpSpPr>
          <p:cNvPr id="1822" name="Google Shape;1822;p82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823" name="Google Shape;1823;p82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82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82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26" name="Google Shape;1826;p82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7" name="Google Shape;1827;p82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r>
              <a:rPr lang="en-US"/>
              <a:t> / 153</a:t>
            </a:r>
            <a:endParaRPr/>
          </a:p>
        </p:txBody>
      </p:sp>
      <p:pic>
        <p:nvPicPr>
          <p:cNvPr id="1828" name="Google Shape;1828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35"/>
            <a:ext cx="5329204" cy="2435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" name="Google Shape;1833;p83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R</a:t>
            </a:r>
            <a:r>
              <a:rPr lang="en-US" cap="small">
                <a:solidFill>
                  <a:srgbClr val="FFFFFF"/>
                </a:solidFill>
              </a:rPr>
              <a:t>e</a:t>
            </a:r>
            <a:r>
              <a:rPr lang="en-US">
                <a:solidFill>
                  <a:srgbClr val="FFFFFF"/>
                </a:solidFill>
              </a:rPr>
              <a:t>LU A</a:t>
            </a:r>
            <a:r>
              <a:rPr lang="en-US" cap="small">
                <a:solidFill>
                  <a:srgbClr val="FFFFFF"/>
                </a:solidFill>
              </a:rPr>
              <a:t>ctivation</a:t>
            </a:r>
            <a:r>
              <a:rPr lang="en-US">
                <a:solidFill>
                  <a:srgbClr val="FFFFFF"/>
                </a:solidFill>
              </a:rPr>
              <a:t> F</a:t>
            </a:r>
            <a:r>
              <a:rPr lang="en-US" cap="small">
                <a:solidFill>
                  <a:srgbClr val="FFFFFF"/>
                </a:solidFill>
              </a:rPr>
              <a:t>unction</a:t>
            </a:r>
            <a:endParaRPr/>
          </a:p>
        </p:txBody>
      </p:sp>
      <p:grpSp>
        <p:nvGrpSpPr>
          <p:cNvPr id="1834" name="Google Shape;1834;p83"/>
          <p:cNvGrpSpPr/>
          <p:nvPr/>
        </p:nvGrpSpPr>
        <p:grpSpPr>
          <a:xfrm>
            <a:off x="513702" y="763143"/>
            <a:ext cx="69291" cy="2257361"/>
            <a:chOff x="513702" y="763143"/>
            <a:chExt cx="69291" cy="2257361"/>
          </a:xfrm>
        </p:grpSpPr>
        <p:pic>
          <p:nvPicPr>
            <p:cNvPr id="1835" name="Google Shape;1835;p8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76314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6" name="Google Shape;1836;p8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116043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7" name="Google Shape;1837;p8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137425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8" name="Google Shape;1838;p8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158808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9" name="Google Shape;1839;p83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180191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0" name="Google Shape;1840;p83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234010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1" name="Google Shape;1841;p83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273739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2" name="Google Shape;1842;p83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13702" y="295121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43" name="Google Shape;1843;p83"/>
          <p:cNvSpPr txBox="1"/>
          <p:nvPr/>
        </p:nvSpPr>
        <p:spPr>
          <a:xfrm>
            <a:off x="347294" y="419416"/>
            <a:ext cx="5039995" cy="2644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66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Advantages of ReLU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5080" lvl="0" indent="0" algn="l" rtl="0">
              <a:lnSpc>
                <a:spcPct val="1147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Solves Vanishing Gradient Problem: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Gradient is either 0 or 1 (no saturation for positive values)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742950" lvl="0" indent="0" algn="l" rtl="0">
              <a:lnSpc>
                <a:spcPct val="13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Computational Efficiency: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No expensive operations (exp, log, etc.)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Sparse Representation: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Naturally produces sparse networks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Biological Plausibility: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Similar to neuron firing patterns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Scale Invariant: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ReLU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α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 = 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α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·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ReLU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for 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α &gt;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0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None/>
            </a:pP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Disadvantages of ReLU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302895" lvl="0" indent="0" algn="l" rtl="0">
              <a:lnSpc>
                <a:spcPct val="1147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Dying ReLU Problem: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Neurons can become permanently inactive (output always 0)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Not Zero-Centered: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Output is always non-negative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Non-Differentiable at Zero: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Can cause issues in some optimization scenarios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44" name="Google Shape;1844;p83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845" name="Google Shape;1845;p8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83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83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48" name="Google Shape;1848;p83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9" name="Google Shape;1849;p83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AD60F74-8E3A-1E6B-6F6C-71C366B3B54A}"/>
                  </a:ext>
                </a:extLst>
              </p14:cNvPr>
              <p14:cNvContentPartPr/>
              <p14:nvPr/>
            </p14:nvContentPartPr>
            <p14:xfrm>
              <a:off x="2067840" y="1001520"/>
              <a:ext cx="3217680" cy="1855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AD60F74-8E3A-1E6B-6F6C-71C366B3B54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058480" y="992160"/>
                <a:ext cx="3236400" cy="1874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Google Shape;1854;p84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C</a:t>
            </a:r>
            <a:r>
              <a:rPr lang="en-US" cap="small">
                <a:solidFill>
                  <a:srgbClr val="FFFFFF"/>
                </a:solidFill>
              </a:rPr>
              <a:t>onvolution</a:t>
            </a:r>
            <a:r>
              <a:rPr lang="en-US">
                <a:solidFill>
                  <a:srgbClr val="FFFFFF"/>
                </a:solidFill>
              </a:rPr>
              <a:t> + R</a:t>
            </a:r>
            <a:r>
              <a:rPr lang="en-US" cap="small">
                <a:solidFill>
                  <a:srgbClr val="FFFFFF"/>
                </a:solidFill>
              </a:rPr>
              <a:t>e</a:t>
            </a:r>
            <a:r>
              <a:rPr lang="en-US">
                <a:solidFill>
                  <a:srgbClr val="FFFFFF"/>
                </a:solidFill>
              </a:rPr>
              <a:t>L</a:t>
            </a:r>
            <a:r>
              <a:rPr lang="en-US" cap="small">
                <a:solidFill>
                  <a:srgbClr val="FFFFFF"/>
                </a:solidFill>
              </a:rPr>
              <a:t>u</a:t>
            </a:r>
            <a:r>
              <a:rPr lang="en-US">
                <a:solidFill>
                  <a:srgbClr val="FFFFFF"/>
                </a:solidFill>
              </a:rPr>
              <a:t> + M</a:t>
            </a:r>
            <a:r>
              <a:rPr lang="en-US" cap="small">
                <a:solidFill>
                  <a:srgbClr val="FFFFFF"/>
                </a:solidFill>
              </a:rPr>
              <a:t>ax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ooling</a:t>
            </a:r>
            <a:endParaRPr/>
          </a:p>
        </p:txBody>
      </p:sp>
      <p:sp>
        <p:nvSpPr>
          <p:cNvPr id="1855" name="Google Shape;1855;p84"/>
          <p:cNvSpPr txBox="1"/>
          <p:nvPr/>
        </p:nvSpPr>
        <p:spPr>
          <a:xfrm>
            <a:off x="806716" y="588832"/>
            <a:ext cx="1122680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Input Image 6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6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56" name="Google Shape;1856;p84"/>
          <p:cNvGraphicFramePr/>
          <p:nvPr/>
        </p:nvGraphicFramePr>
        <p:xfrm>
          <a:off x="666864" y="808405"/>
          <a:ext cx="1398300" cy="1127700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23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30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7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57" name="Google Shape;1857;p84"/>
          <p:cNvSpPr txBox="1"/>
          <p:nvPr/>
        </p:nvSpPr>
        <p:spPr>
          <a:xfrm>
            <a:off x="1203477" y="2044324"/>
            <a:ext cx="32956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Filter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58" name="Google Shape;1858;p84"/>
          <p:cNvGraphicFramePr/>
          <p:nvPr/>
        </p:nvGraphicFramePr>
        <p:xfrm>
          <a:off x="913676" y="2248712"/>
          <a:ext cx="902950" cy="563850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31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795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95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95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59" name="Google Shape;1859;p84"/>
          <p:cNvSpPr txBox="1"/>
          <p:nvPr/>
        </p:nvSpPr>
        <p:spPr>
          <a:xfrm>
            <a:off x="3534308" y="698276"/>
            <a:ext cx="883919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Convolve, s=1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60" name="Google Shape;1860;p84"/>
          <p:cNvGraphicFramePr/>
          <p:nvPr/>
        </p:nvGraphicFramePr>
        <p:xfrm>
          <a:off x="3340773" y="902665"/>
          <a:ext cx="1264900" cy="751800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31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6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795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70485" lvl="0" indent="0" algn="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95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70485" lvl="0" indent="0" algn="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-2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95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70485" lvl="0" indent="0" algn="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-2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95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70485" lvl="0" indent="0" algn="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-4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61" name="Google Shape;1861;p84"/>
          <p:cNvSpPr txBox="1"/>
          <p:nvPr/>
        </p:nvSpPr>
        <p:spPr>
          <a:xfrm>
            <a:off x="3132823" y="1761545"/>
            <a:ext cx="75501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Apply ReLU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62" name="Google Shape;1862;p84"/>
          <p:cNvGraphicFramePr/>
          <p:nvPr/>
        </p:nvGraphicFramePr>
        <p:xfrm>
          <a:off x="2965780" y="1965934"/>
          <a:ext cx="1084600" cy="751800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271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795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95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95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95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63" name="Google Shape;1863;p84"/>
          <p:cNvSpPr txBox="1"/>
          <p:nvPr/>
        </p:nvSpPr>
        <p:spPr>
          <a:xfrm>
            <a:off x="4373448" y="1838844"/>
            <a:ext cx="549910" cy="392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3809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Maxpool k=2, s=2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64" name="Google Shape;1864;p84"/>
          <p:cNvGraphicFramePr/>
          <p:nvPr/>
        </p:nvGraphicFramePr>
        <p:xfrm>
          <a:off x="4310227" y="2246185"/>
          <a:ext cx="671825" cy="375900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271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795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950"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tc>
                  <a:txBody>
                    <a:bodyPr/>
                    <a:lstStyle/>
                    <a:p>
                      <a:pPr marL="37465" marR="0" lvl="0" indent="0" algn="ctr" rtl="0">
                        <a:lnSpc>
                          <a:spcPct val="11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05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865" name="Google Shape;1865;p84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866" name="Google Shape;1866;p84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84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84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69" name="Google Shape;1869;p84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0" name="Google Shape;1870;p84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5B2E08B-238A-ABF4-F580-EB073F22679B}"/>
                  </a:ext>
                </a:extLst>
              </p14:cNvPr>
              <p14:cNvContentPartPr/>
              <p14:nvPr/>
            </p14:nvContentPartPr>
            <p14:xfrm>
              <a:off x="646920" y="235440"/>
              <a:ext cx="5095080" cy="2907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5B2E08B-238A-ABF4-F580-EB073F22679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7560" y="226080"/>
                <a:ext cx="5113800" cy="2926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Google Shape;1875;p85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F</a:t>
            </a:r>
            <a:r>
              <a:rPr lang="en-US" cap="small">
                <a:solidFill>
                  <a:srgbClr val="FFFFFF"/>
                </a:solidFill>
              </a:rPr>
              <a:t>ully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onnected</a:t>
            </a:r>
            <a:r>
              <a:rPr lang="en-US">
                <a:solidFill>
                  <a:srgbClr val="FFFFFF"/>
                </a:solidFill>
              </a:rPr>
              <a:t> (D</a:t>
            </a:r>
            <a:r>
              <a:rPr lang="en-US" cap="small">
                <a:solidFill>
                  <a:srgbClr val="FFFFFF"/>
                </a:solidFill>
              </a:rPr>
              <a:t>ense</a:t>
            </a:r>
            <a:r>
              <a:rPr lang="en-US">
                <a:solidFill>
                  <a:srgbClr val="FFFFFF"/>
                </a:solidFill>
              </a:rPr>
              <a:t>) L</a:t>
            </a:r>
            <a:r>
              <a:rPr lang="en-US" cap="small">
                <a:solidFill>
                  <a:srgbClr val="FFFFFF"/>
                </a:solidFill>
              </a:rPr>
              <a:t>ayer</a:t>
            </a:r>
            <a:endParaRPr/>
          </a:p>
        </p:txBody>
      </p:sp>
      <p:grpSp>
        <p:nvGrpSpPr>
          <p:cNvPr id="1876" name="Google Shape;1876;p85"/>
          <p:cNvGrpSpPr/>
          <p:nvPr/>
        </p:nvGrpSpPr>
        <p:grpSpPr>
          <a:xfrm>
            <a:off x="309193" y="514019"/>
            <a:ext cx="5192466" cy="2215883"/>
            <a:chOff x="309193" y="514019"/>
            <a:chExt cx="5192466" cy="2215883"/>
          </a:xfrm>
        </p:grpSpPr>
        <p:sp>
          <p:nvSpPr>
            <p:cNvPr id="1877" name="Google Shape;1877;p85"/>
            <p:cNvSpPr/>
            <p:nvPr/>
          </p:nvSpPr>
          <p:spPr>
            <a:xfrm>
              <a:off x="309193" y="514019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6887"/>
                  </a:lnTo>
                  <a:lnTo>
                    <a:pt x="5141666" y="20688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878" name="Google Shape;1878;p8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9193" y="708253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9" name="Google Shape;1879;p8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9994" y="1268336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0" name="Google Shape;1880;p8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1255636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1" name="Google Shape;1881;p85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558253"/>
              <a:ext cx="50800" cy="7100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2" name="Google Shape;1882;p85"/>
            <p:cNvSpPr/>
            <p:nvPr/>
          </p:nvSpPr>
          <p:spPr>
            <a:xfrm>
              <a:off x="309193" y="752524"/>
              <a:ext cx="5142230" cy="567055"/>
            </a:xfrm>
            <a:custGeom>
              <a:avLst/>
              <a:gdLst/>
              <a:ahLst/>
              <a:cxnLst/>
              <a:rect l="l" t="t" r="r" b="b"/>
              <a:pathLst>
                <a:path w="5142230" h="567055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515811"/>
                  </a:lnTo>
                  <a:lnTo>
                    <a:pt x="4008" y="535536"/>
                  </a:lnTo>
                  <a:lnTo>
                    <a:pt x="14922" y="551689"/>
                  </a:lnTo>
                  <a:lnTo>
                    <a:pt x="31075" y="562603"/>
                  </a:lnTo>
                  <a:lnTo>
                    <a:pt x="50800" y="566611"/>
                  </a:lnTo>
                  <a:lnTo>
                    <a:pt x="5090865" y="566611"/>
                  </a:lnTo>
                  <a:lnTo>
                    <a:pt x="5110590" y="562603"/>
                  </a:lnTo>
                  <a:lnTo>
                    <a:pt x="5126743" y="551689"/>
                  </a:lnTo>
                  <a:lnTo>
                    <a:pt x="5137657" y="535536"/>
                  </a:lnTo>
                  <a:lnTo>
                    <a:pt x="5141666" y="515811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85"/>
            <p:cNvSpPr/>
            <p:nvPr/>
          </p:nvSpPr>
          <p:spPr>
            <a:xfrm>
              <a:off x="5450859" y="596342"/>
              <a:ext cx="0" cy="691515"/>
            </a:xfrm>
            <a:custGeom>
              <a:avLst/>
              <a:gdLst/>
              <a:ahLst/>
              <a:cxnLst/>
              <a:rect l="l" t="t" r="r" b="b"/>
              <a:pathLst>
                <a:path w="120000" h="691515" extrusionOk="0">
                  <a:moveTo>
                    <a:pt x="0" y="691043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85"/>
            <p:cNvSpPr/>
            <p:nvPr/>
          </p:nvSpPr>
          <p:spPr>
            <a:xfrm>
              <a:off x="5450859" y="58364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85"/>
            <p:cNvSpPr/>
            <p:nvPr/>
          </p:nvSpPr>
          <p:spPr>
            <a:xfrm>
              <a:off x="5450859" y="57094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85"/>
            <p:cNvSpPr/>
            <p:nvPr/>
          </p:nvSpPr>
          <p:spPr>
            <a:xfrm>
              <a:off x="5450859" y="55824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85"/>
            <p:cNvSpPr/>
            <p:nvPr/>
          </p:nvSpPr>
          <p:spPr>
            <a:xfrm>
              <a:off x="5450859" y="539192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49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888" name="Google Shape;1888;p85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173344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9" name="Google Shape;1889;p85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210282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0" name="Google Shape;1890;p85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228875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1" name="Google Shape;1891;p85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13702" y="247468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2" name="Google Shape;1892;p85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13702" y="266061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93" name="Google Shape;1893;p85"/>
          <p:cNvSpPr txBox="1"/>
          <p:nvPr/>
        </p:nvSpPr>
        <p:spPr>
          <a:xfrm>
            <a:off x="347294" y="443262"/>
            <a:ext cx="5006975" cy="258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efinition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14599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Fully Connected (FC) Layer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or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Dense Layer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is a layer where every neuron is connected to every neuron in the previous layer, performing a linear transformation followed by an activation function.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None/>
            </a:pP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C2027"/>
                </a:solidFill>
                <a:latin typeface="Arial"/>
                <a:ea typeface="Arial"/>
                <a:cs typeface="Arial"/>
                <a:sym typeface="Arial"/>
              </a:rPr>
              <a:t>Role in CNN Architecture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Feature Flattening: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Convert spatial features to vector: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H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W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H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·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W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·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  <a:p>
            <a:pPr marL="309880" marR="1699260" lvl="0" indent="0" algn="l" rtl="0">
              <a:lnSpc>
                <a:spcPct val="139047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Classification Head: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Map features to class scores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Dimensionality Control: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Adjust feature vector size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1260475" lvl="0" indent="0" algn="l" rtl="0">
              <a:lnSpc>
                <a:spcPct val="139047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Non-linear Mapping: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Learn complex decision boundaries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Typical CNN Flow: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176655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Conv Layers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Flatten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FC Layer(s)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Output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94" name="Google Shape;1894;p85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895" name="Google Shape;1895;p85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85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85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98" name="Google Shape;1898;p85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9" name="Google Shape;1899;p85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50E92C7-B923-C6FF-55F1-1F9A9D11E6A8}"/>
                  </a:ext>
                </a:extLst>
              </p14:cNvPr>
              <p14:cNvContentPartPr/>
              <p14:nvPr/>
            </p14:nvContentPartPr>
            <p14:xfrm>
              <a:off x="1446480" y="381960"/>
              <a:ext cx="3516840" cy="2907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50E92C7-B923-C6FF-55F1-1F9A9D11E6A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437120" y="372600"/>
                <a:ext cx="3535560" cy="2926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" name="Google Shape;1904;p86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F</a:t>
            </a:r>
            <a:r>
              <a:rPr lang="en-US" cap="small">
                <a:solidFill>
                  <a:srgbClr val="FFFFFF"/>
                </a:solidFill>
              </a:rPr>
              <a:t>ully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onnected</a:t>
            </a:r>
            <a:r>
              <a:rPr lang="en-US">
                <a:solidFill>
                  <a:srgbClr val="FFFFFF"/>
                </a:solidFill>
              </a:rPr>
              <a:t> (D</a:t>
            </a:r>
            <a:r>
              <a:rPr lang="en-US" cap="small">
                <a:solidFill>
                  <a:srgbClr val="FFFFFF"/>
                </a:solidFill>
              </a:rPr>
              <a:t>ense</a:t>
            </a:r>
            <a:r>
              <a:rPr lang="en-US">
                <a:solidFill>
                  <a:srgbClr val="FFFFFF"/>
                </a:solidFill>
              </a:rPr>
              <a:t>) L</a:t>
            </a:r>
            <a:r>
              <a:rPr lang="en-US" cap="small">
                <a:solidFill>
                  <a:srgbClr val="FFFFFF"/>
                </a:solidFill>
              </a:rPr>
              <a:t>ayer</a:t>
            </a:r>
            <a:endParaRPr/>
          </a:p>
        </p:txBody>
      </p:sp>
      <p:sp>
        <p:nvSpPr>
          <p:cNvPr id="1905" name="Google Shape;1905;p86"/>
          <p:cNvSpPr txBox="1"/>
          <p:nvPr/>
        </p:nvSpPr>
        <p:spPr>
          <a:xfrm>
            <a:off x="1027299" y="529675"/>
            <a:ext cx="12441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Wx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906" name="Google Shape;1906;p86"/>
          <p:cNvGrpSpPr/>
          <p:nvPr/>
        </p:nvGrpSpPr>
        <p:grpSpPr>
          <a:xfrm>
            <a:off x="393700" y="1109509"/>
            <a:ext cx="69291" cy="1840649"/>
            <a:chOff x="393700" y="1109509"/>
            <a:chExt cx="69291" cy="1840649"/>
          </a:xfrm>
        </p:grpSpPr>
        <p:pic>
          <p:nvPicPr>
            <p:cNvPr id="1907" name="Google Shape;1907;p8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93700" y="110950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8" name="Google Shape;1908;p8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93700" y="133092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9" name="Google Shape;1909;p8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93700" y="155234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0" name="Google Shape;1910;p86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93700" y="177375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1" name="Google Shape;1911;p86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93700" y="199518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2" name="Google Shape;1912;p86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93700" y="243801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3" name="Google Shape;1913;p86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393700" y="265944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4" name="Google Shape;1914;p86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393700" y="288086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15" name="Google Shape;1915;p86"/>
          <p:cNvSpPr txBox="1"/>
          <p:nvPr/>
        </p:nvSpPr>
        <p:spPr>
          <a:xfrm>
            <a:off x="201904" y="977582"/>
            <a:ext cx="2195195" cy="201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1425" rIns="0" bIns="0" anchor="t" anchorCtr="0">
            <a:spAutoFit/>
          </a:bodyPr>
          <a:lstStyle/>
          <a:p>
            <a:pPr marL="3352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050" i="1" baseline="30000">
                <a:latin typeface="Arial"/>
                <a:ea typeface="Arial"/>
                <a:cs typeface="Arial"/>
                <a:sym typeface="Arial"/>
              </a:rPr>
              <a:t>n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: Input Vector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3528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W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050" i="1" baseline="30000"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1200" i="1" baseline="30000">
                <a:latin typeface="Verdana"/>
                <a:ea typeface="Verdana"/>
                <a:cs typeface="Verdana"/>
                <a:sym typeface="Verdana"/>
              </a:rPr>
              <a:t>×</a:t>
            </a:r>
            <a:r>
              <a:rPr lang="en-US" sz="1050" i="1" baseline="30000">
                <a:latin typeface="Arial"/>
                <a:ea typeface="Arial"/>
                <a:cs typeface="Arial"/>
                <a:sym typeface="Arial"/>
              </a:rPr>
              <a:t>n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: Weight matrix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35280" marR="446405" lvl="0" indent="0" algn="l" rtl="0">
              <a:lnSpc>
                <a:spcPct val="12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b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050" i="1" baseline="30000">
                <a:latin typeface="Arial"/>
                <a:ea typeface="Arial"/>
                <a:cs typeface="Arial"/>
                <a:sym typeface="Arial"/>
              </a:rPr>
              <a:t>m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: Bias vector 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f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·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: Activation function 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∈ 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050" i="1" baseline="30000">
                <a:latin typeface="Arial"/>
                <a:ea typeface="Arial"/>
                <a:cs typeface="Arial"/>
                <a:sym typeface="Arial"/>
              </a:rPr>
              <a:t>m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: Output vector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8100" lvl="0" indent="0" algn="l" rtl="0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Parameter Count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35280" marR="169545" lvl="0" indent="0" algn="l" rtl="0">
              <a:lnSpc>
                <a:spcPct val="144916"/>
              </a:lnSpc>
              <a:spcBef>
                <a:spcPts val="14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Weights: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n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m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parameters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Biases: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m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parameters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3528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Total: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n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m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m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n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916" name="Google Shape;1916;p86"/>
          <p:cNvGrpSpPr/>
          <p:nvPr/>
        </p:nvGrpSpPr>
        <p:grpSpPr>
          <a:xfrm>
            <a:off x="3611693" y="1419998"/>
            <a:ext cx="91458" cy="782672"/>
            <a:chOff x="3611693" y="1419998"/>
            <a:chExt cx="91458" cy="782672"/>
          </a:xfrm>
        </p:grpSpPr>
        <p:pic>
          <p:nvPicPr>
            <p:cNvPr id="1917" name="Google Shape;1917;p86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3611693" y="2111212"/>
              <a:ext cx="91458" cy="914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8" name="Google Shape;1918;p86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3611693" y="1880807"/>
              <a:ext cx="91458" cy="914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9" name="Google Shape;1919;p86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3611693" y="1650403"/>
              <a:ext cx="91458" cy="914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0" name="Google Shape;1920;p86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3611693" y="1419998"/>
              <a:ext cx="91458" cy="9145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21" name="Google Shape;1921;p86"/>
          <p:cNvSpPr txBox="1"/>
          <p:nvPr/>
        </p:nvSpPr>
        <p:spPr>
          <a:xfrm>
            <a:off x="3359543" y="1503043"/>
            <a:ext cx="195580" cy="71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8100" marR="30480" lvl="0" indent="0" algn="just" rtl="0">
              <a:lnSpc>
                <a:spcPct val="144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1</a:t>
            </a:r>
            <a:endParaRPr sz="1050" baseline="-25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2" name="Google Shape;1922;p86"/>
          <p:cNvSpPr txBox="1"/>
          <p:nvPr/>
        </p:nvSpPr>
        <p:spPr>
          <a:xfrm>
            <a:off x="3384943" y="1340566"/>
            <a:ext cx="9398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x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3" name="Google Shape;1923;p86"/>
          <p:cNvSpPr txBox="1"/>
          <p:nvPr/>
        </p:nvSpPr>
        <p:spPr>
          <a:xfrm>
            <a:off x="3453269" y="1408898"/>
            <a:ext cx="76200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latin typeface="Arial"/>
                <a:ea typeface="Arial"/>
                <a:cs typeface="Arial"/>
                <a:sym typeface="Arial"/>
              </a:rPr>
              <a:t>4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4" name="Google Shape;1924;p86"/>
          <p:cNvSpPr txBox="1"/>
          <p:nvPr/>
        </p:nvSpPr>
        <p:spPr>
          <a:xfrm>
            <a:off x="3306317" y="2215151"/>
            <a:ext cx="70231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Input Layer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5" name="Google Shape;1925;p86"/>
          <p:cNvSpPr txBox="1"/>
          <p:nvPr/>
        </p:nvSpPr>
        <p:spPr>
          <a:xfrm>
            <a:off x="3409810" y="2318369"/>
            <a:ext cx="495300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n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926" name="Google Shape;1926;p86"/>
          <p:cNvGrpSpPr/>
          <p:nvPr/>
        </p:nvGrpSpPr>
        <p:grpSpPr>
          <a:xfrm>
            <a:off x="3700620" y="1465727"/>
            <a:ext cx="1154549" cy="691515"/>
            <a:chOff x="3700620" y="1465727"/>
            <a:chExt cx="1154549" cy="691515"/>
          </a:xfrm>
        </p:grpSpPr>
        <p:pic>
          <p:nvPicPr>
            <p:cNvPr id="1927" name="Google Shape;1927;p86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4763711" y="2053612"/>
              <a:ext cx="91458" cy="914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8" name="Google Shape;1928;p86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4763711" y="1765607"/>
              <a:ext cx="91458" cy="914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9" name="Google Shape;1929;p86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4763711" y="1477603"/>
              <a:ext cx="91458" cy="914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0" name="Google Shape;1930;p86"/>
            <p:cNvSpPr/>
            <p:nvPr/>
          </p:nvSpPr>
          <p:spPr>
            <a:xfrm>
              <a:off x="3700620" y="1465727"/>
              <a:ext cx="1066165" cy="691515"/>
            </a:xfrm>
            <a:custGeom>
              <a:avLst/>
              <a:gdLst/>
              <a:ahLst/>
              <a:cxnLst/>
              <a:rect l="l" t="t" r="r" b="b"/>
              <a:pathLst>
                <a:path w="1066164" h="691514" extrusionOk="0">
                  <a:moveTo>
                    <a:pt x="0" y="691214"/>
                  </a:moveTo>
                  <a:lnTo>
                    <a:pt x="1065620" y="633613"/>
                  </a:lnTo>
                </a:path>
                <a:path w="1066164" h="691514" extrusionOk="0">
                  <a:moveTo>
                    <a:pt x="0" y="691214"/>
                  </a:moveTo>
                  <a:lnTo>
                    <a:pt x="1065620" y="345609"/>
                  </a:lnTo>
                </a:path>
                <a:path w="1066164" h="691514" extrusionOk="0">
                  <a:moveTo>
                    <a:pt x="0" y="691214"/>
                  </a:moveTo>
                  <a:lnTo>
                    <a:pt x="1065620" y="57604"/>
                  </a:lnTo>
                </a:path>
                <a:path w="1066164" h="691514" extrusionOk="0">
                  <a:moveTo>
                    <a:pt x="0" y="460809"/>
                  </a:moveTo>
                  <a:lnTo>
                    <a:pt x="1065620" y="633613"/>
                  </a:lnTo>
                </a:path>
                <a:path w="1066164" h="691514" extrusionOk="0">
                  <a:moveTo>
                    <a:pt x="0" y="460809"/>
                  </a:moveTo>
                  <a:lnTo>
                    <a:pt x="1065620" y="345609"/>
                  </a:lnTo>
                </a:path>
                <a:path w="1066164" h="691514" extrusionOk="0">
                  <a:moveTo>
                    <a:pt x="0" y="460809"/>
                  </a:moveTo>
                  <a:lnTo>
                    <a:pt x="1065620" y="57604"/>
                  </a:lnTo>
                </a:path>
                <a:path w="1066164" h="691514" extrusionOk="0">
                  <a:moveTo>
                    <a:pt x="0" y="230404"/>
                  </a:moveTo>
                  <a:lnTo>
                    <a:pt x="1065620" y="633613"/>
                  </a:lnTo>
                </a:path>
                <a:path w="1066164" h="691514" extrusionOk="0">
                  <a:moveTo>
                    <a:pt x="0" y="230404"/>
                  </a:moveTo>
                  <a:lnTo>
                    <a:pt x="1065620" y="345609"/>
                  </a:lnTo>
                </a:path>
                <a:path w="1066164" h="691514" extrusionOk="0">
                  <a:moveTo>
                    <a:pt x="0" y="230404"/>
                  </a:moveTo>
                  <a:lnTo>
                    <a:pt x="1065620" y="57604"/>
                  </a:lnTo>
                </a:path>
                <a:path w="1066164" h="691514" extrusionOk="0">
                  <a:moveTo>
                    <a:pt x="0" y="0"/>
                  </a:moveTo>
                  <a:lnTo>
                    <a:pt x="1065620" y="633613"/>
                  </a:lnTo>
                </a:path>
                <a:path w="1066164" h="691514" extrusionOk="0">
                  <a:moveTo>
                    <a:pt x="0" y="0"/>
                  </a:moveTo>
                  <a:lnTo>
                    <a:pt x="1065620" y="345609"/>
                  </a:lnTo>
                </a:path>
                <a:path w="1066164" h="691514" extrusionOk="0">
                  <a:moveTo>
                    <a:pt x="0" y="0"/>
                  </a:moveTo>
                  <a:lnTo>
                    <a:pt x="1065620" y="57604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31" name="Google Shape;1931;p86"/>
          <p:cNvSpPr txBox="1"/>
          <p:nvPr/>
        </p:nvSpPr>
        <p:spPr>
          <a:xfrm>
            <a:off x="4931193" y="1970943"/>
            <a:ext cx="9398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y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2" name="Google Shape;1932;p86"/>
          <p:cNvSpPr txBox="1"/>
          <p:nvPr/>
        </p:nvSpPr>
        <p:spPr>
          <a:xfrm>
            <a:off x="4999520" y="2039263"/>
            <a:ext cx="76200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latin typeface="Arial"/>
                <a:ea typeface="Arial"/>
                <a:cs typeface="Arial"/>
                <a:sym typeface="Arial"/>
              </a:rPr>
              <a:t>1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3" name="Google Shape;1933;p86"/>
          <p:cNvSpPr txBox="1"/>
          <p:nvPr/>
        </p:nvSpPr>
        <p:spPr>
          <a:xfrm>
            <a:off x="4905793" y="1394947"/>
            <a:ext cx="195580" cy="47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3</a:t>
            </a:r>
            <a:endParaRPr sz="1050" baseline="-25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endParaRPr sz="700">
              <a:latin typeface="Arial"/>
              <a:ea typeface="Arial"/>
              <a:cs typeface="Arial"/>
              <a:sym typeface="Arial"/>
            </a:endParaRPr>
          </a:p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1050" baseline="-25000">
                <a:latin typeface="Arial"/>
                <a:ea typeface="Arial"/>
                <a:cs typeface="Arial"/>
                <a:sym typeface="Arial"/>
              </a:rPr>
              <a:t>2</a:t>
            </a:r>
            <a:endParaRPr sz="1050" baseline="-25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4" name="Google Shape;1934;p86"/>
          <p:cNvSpPr txBox="1"/>
          <p:nvPr/>
        </p:nvSpPr>
        <p:spPr>
          <a:xfrm>
            <a:off x="4542688" y="2318382"/>
            <a:ext cx="533400" cy="20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m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35" name="Google Shape;1935;p86"/>
          <p:cNvSpPr txBox="1"/>
          <p:nvPr/>
        </p:nvSpPr>
        <p:spPr>
          <a:xfrm>
            <a:off x="4117581" y="2117425"/>
            <a:ext cx="12446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w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6" name="Google Shape;1936;p86"/>
          <p:cNvSpPr txBox="1"/>
          <p:nvPr/>
        </p:nvSpPr>
        <p:spPr>
          <a:xfrm>
            <a:off x="4216234" y="2216142"/>
            <a:ext cx="99758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aseline="30000">
                <a:latin typeface="Arial"/>
                <a:ea typeface="Arial"/>
                <a:cs typeface="Arial"/>
                <a:sym typeface="Arial"/>
              </a:rPr>
              <a:t>31 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Output Layer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7" name="Google Shape;1937;p86"/>
          <p:cNvSpPr/>
          <p:nvPr/>
        </p:nvSpPr>
        <p:spPr>
          <a:xfrm>
            <a:off x="4665438" y="2099341"/>
            <a:ext cx="100965" cy="0"/>
          </a:xfrm>
          <a:custGeom>
            <a:avLst/>
            <a:gdLst/>
            <a:ahLst/>
            <a:cxnLst/>
            <a:rect l="l" t="t" r="r" b="b"/>
            <a:pathLst>
              <a:path w="100964" h="120000" extrusionOk="0">
                <a:moveTo>
                  <a:pt x="0" y="0"/>
                </a:moveTo>
                <a:lnTo>
                  <a:pt x="100803" y="0"/>
                </a:lnTo>
              </a:path>
            </a:pathLst>
          </a:custGeom>
          <a:noFill/>
          <a:ln w="9525" cap="flat" cmpd="sng">
            <a:solidFill>
              <a:srgbClr val="00FF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8" name="Google Shape;1938;p86"/>
          <p:cNvSpPr txBox="1"/>
          <p:nvPr/>
        </p:nvSpPr>
        <p:spPr>
          <a:xfrm>
            <a:off x="4499851" y="1987974"/>
            <a:ext cx="101600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1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9" name="Google Shape;1939;p86"/>
          <p:cNvSpPr txBox="1"/>
          <p:nvPr/>
        </p:nvSpPr>
        <p:spPr>
          <a:xfrm>
            <a:off x="4575822" y="2056306"/>
            <a:ext cx="76200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0" name="Google Shape;1940;p86"/>
          <p:cNvSpPr/>
          <p:nvPr/>
        </p:nvSpPr>
        <p:spPr>
          <a:xfrm>
            <a:off x="4665438" y="1811336"/>
            <a:ext cx="100965" cy="0"/>
          </a:xfrm>
          <a:custGeom>
            <a:avLst/>
            <a:gdLst/>
            <a:ahLst/>
            <a:cxnLst/>
            <a:rect l="l" t="t" r="r" b="b"/>
            <a:pathLst>
              <a:path w="100964" h="120000" extrusionOk="0">
                <a:moveTo>
                  <a:pt x="0" y="0"/>
                </a:moveTo>
                <a:lnTo>
                  <a:pt x="100803" y="0"/>
                </a:lnTo>
              </a:path>
            </a:pathLst>
          </a:custGeom>
          <a:noFill/>
          <a:ln w="9525" cap="flat" cmpd="sng">
            <a:solidFill>
              <a:srgbClr val="00FF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1" name="Google Shape;1941;p86"/>
          <p:cNvSpPr txBox="1"/>
          <p:nvPr/>
        </p:nvSpPr>
        <p:spPr>
          <a:xfrm>
            <a:off x="3868229" y="1710923"/>
            <a:ext cx="73342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W	</a:t>
            </a:r>
            <a:r>
              <a:rPr lang="en-US" sz="1575" i="1" baseline="30000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575" baseline="30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2" name="Google Shape;1942;p86"/>
          <p:cNvSpPr txBox="1"/>
          <p:nvPr/>
        </p:nvSpPr>
        <p:spPr>
          <a:xfrm>
            <a:off x="4575822" y="1768295"/>
            <a:ext cx="76200" cy="13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3" name="Google Shape;1943;p86"/>
          <p:cNvSpPr/>
          <p:nvPr/>
        </p:nvSpPr>
        <p:spPr>
          <a:xfrm>
            <a:off x="4665438" y="1523331"/>
            <a:ext cx="100965" cy="0"/>
          </a:xfrm>
          <a:custGeom>
            <a:avLst/>
            <a:gdLst/>
            <a:ahLst/>
            <a:cxnLst/>
            <a:rect l="l" t="t" r="r" b="b"/>
            <a:pathLst>
              <a:path w="100964" h="120000" extrusionOk="0">
                <a:moveTo>
                  <a:pt x="0" y="0"/>
                </a:moveTo>
                <a:lnTo>
                  <a:pt x="100803" y="0"/>
                </a:lnTo>
              </a:path>
            </a:pathLst>
          </a:custGeom>
          <a:noFill/>
          <a:ln w="9525" cap="flat" cmpd="sng">
            <a:solidFill>
              <a:srgbClr val="00FF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4" name="Google Shape;1944;p86"/>
          <p:cNvSpPr txBox="1"/>
          <p:nvPr/>
        </p:nvSpPr>
        <p:spPr>
          <a:xfrm>
            <a:off x="3560876" y="1078241"/>
            <a:ext cx="1398270" cy="522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0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FC Layer Architecture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marR="51435" lvl="0" indent="0" algn="ctr" rtl="0">
              <a:lnSpc>
                <a:spcPct val="73650"/>
              </a:lnSpc>
              <a:spcBef>
                <a:spcPts val="170"/>
              </a:spcBef>
              <a:spcAft>
                <a:spcPts val="0"/>
              </a:spcAft>
              <a:buNone/>
            </a:pPr>
            <a:r>
              <a:rPr lang="en-US" sz="1575" i="1" baseline="30000"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700">
                <a:latin typeface="Arial"/>
                <a:ea typeface="Arial"/>
                <a:cs typeface="Arial"/>
                <a:sym typeface="Arial"/>
              </a:rPr>
              <a:t>11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marL="0" marR="311785" lvl="0" indent="0" algn="r" rtl="0">
              <a:lnSpc>
                <a:spcPct val="1104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1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1050" baseline="-25000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050" baseline="-250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45" name="Google Shape;1945;p86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946" name="Google Shape;1946;p86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86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86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49" name="Google Shape;1949;p86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0" name="Google Shape;1950;p86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3F62033-49C9-D7E4-243D-306DEF6027DC}"/>
                  </a:ext>
                </a:extLst>
              </p14:cNvPr>
              <p14:cNvContentPartPr/>
              <p14:nvPr/>
            </p14:nvContentPartPr>
            <p14:xfrm>
              <a:off x="1587240" y="-32040"/>
              <a:ext cx="3147480" cy="610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3F62033-49C9-D7E4-243D-306DEF6027D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577880" y="-41400"/>
                <a:ext cx="3166200" cy="628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" name="Google Shape;1955;p87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FC L</a:t>
            </a:r>
            <a:r>
              <a:rPr lang="en-US" cap="small">
                <a:solidFill>
                  <a:srgbClr val="FFFFFF"/>
                </a:solidFill>
              </a:rPr>
              <a:t>ayer</a:t>
            </a:r>
            <a:r>
              <a:rPr lang="en-US">
                <a:solidFill>
                  <a:srgbClr val="FFFFFF"/>
                </a:solidFill>
              </a:rPr>
              <a:t> - N</a:t>
            </a:r>
            <a:r>
              <a:rPr lang="en-US" cap="small">
                <a:solidFill>
                  <a:srgbClr val="FFFFFF"/>
                </a:solidFill>
              </a:rPr>
              <a:t>umerical</a:t>
            </a:r>
            <a:r>
              <a:rPr lang="en-US">
                <a:solidFill>
                  <a:srgbClr val="FFFFFF"/>
                </a:solidFill>
              </a:rPr>
              <a:t> E</a:t>
            </a:r>
            <a:r>
              <a:rPr lang="en-US" cap="small">
                <a:solidFill>
                  <a:srgbClr val="FFFFFF"/>
                </a:solidFill>
              </a:rPr>
              <a:t>xample</a:t>
            </a:r>
            <a:endParaRPr/>
          </a:p>
        </p:txBody>
      </p:sp>
      <p:grpSp>
        <p:nvGrpSpPr>
          <p:cNvPr id="1956" name="Google Shape;1956;p87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1957" name="Google Shape;1957;p87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87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87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60" name="Google Shape;1960;p87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1" name="Google Shape;1961;p87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r>
              <a:rPr lang="en-US"/>
              <a:t> / 153</a:t>
            </a:r>
            <a:endParaRPr/>
          </a:p>
        </p:txBody>
      </p:sp>
      <p:pic>
        <p:nvPicPr>
          <p:cNvPr id="1962" name="Google Shape;1962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35"/>
            <a:ext cx="5118384" cy="243503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8CBB5F7-D4A3-C88C-7B36-FE333D30FE89}"/>
                  </a:ext>
                </a:extLst>
              </p14:cNvPr>
              <p14:cNvContentPartPr/>
              <p14:nvPr/>
            </p14:nvContentPartPr>
            <p14:xfrm>
              <a:off x="864720" y="469800"/>
              <a:ext cx="4788360" cy="2862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8CBB5F7-D4A3-C88C-7B36-FE333D30FE8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55360" y="460440"/>
                <a:ext cx="4807080" cy="2880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7" name="Google Shape;1967;p88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FC - A</a:t>
            </a:r>
            <a:r>
              <a:rPr lang="en-US" cap="small">
                <a:solidFill>
                  <a:srgbClr val="FFFFFF"/>
                </a:solidFill>
              </a:rPr>
              <a:t>dvantages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and</a:t>
            </a:r>
            <a:r>
              <a:rPr lang="en-US">
                <a:solidFill>
                  <a:srgbClr val="FFFFFF"/>
                </a:solidFill>
              </a:rPr>
              <a:t> D</a:t>
            </a:r>
            <a:r>
              <a:rPr lang="en-US" cap="small">
                <a:solidFill>
                  <a:srgbClr val="FFFFFF"/>
                </a:solidFill>
              </a:rPr>
              <a:t>isadvantages</a:t>
            </a:r>
            <a:endParaRPr/>
          </a:p>
        </p:txBody>
      </p:sp>
      <p:grpSp>
        <p:nvGrpSpPr>
          <p:cNvPr id="1968" name="Google Shape;1968;p88"/>
          <p:cNvGrpSpPr/>
          <p:nvPr/>
        </p:nvGrpSpPr>
        <p:grpSpPr>
          <a:xfrm>
            <a:off x="393700" y="774496"/>
            <a:ext cx="2829293" cy="1283932"/>
            <a:chOff x="393700" y="774496"/>
            <a:chExt cx="2829293" cy="1283932"/>
          </a:xfrm>
        </p:grpSpPr>
        <p:pic>
          <p:nvPicPr>
            <p:cNvPr id="1969" name="Google Shape;1969;p8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93700" y="77449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0" name="Google Shape;1970;p8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93700" y="117937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1" name="Google Shape;1971;p8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93700" y="158426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2" name="Google Shape;1972;p88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93700" y="198913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3" name="Google Shape;1973;p88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153702" y="77449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4" name="Google Shape;1974;p88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153702" y="117937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5" name="Google Shape;1975;p88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3153702" y="158426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6" name="Google Shape;1976;p88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3153702" y="198913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77" name="Google Shape;1977;p88"/>
          <p:cNvSpPr txBox="1"/>
          <p:nvPr/>
        </p:nvSpPr>
        <p:spPr>
          <a:xfrm>
            <a:off x="2987294" y="418121"/>
            <a:ext cx="2521500" cy="18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0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Disadvantages: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Parameter Heavy: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Many parameters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None/>
            </a:pP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  →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overfitting risk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45085" lvl="0" indent="0" algn="l" rtl="0">
              <a:lnSpc>
                <a:spcPct val="1147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Spatial Information Loss: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No spatial structure preservation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524510" lvl="0" indent="0" algn="l" rtl="0">
              <a:lnSpc>
                <a:spcPct val="114700"/>
              </a:lnSpc>
              <a:spcBef>
                <a:spcPts val="29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Fixed Input Size: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Requires consistent input dimensions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544195" lvl="0" indent="0" algn="l" rtl="0">
              <a:lnSpc>
                <a:spcPct val="114599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Computational Cost: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Matrix multiplication overhead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8" name="Google Shape;1978;p88"/>
          <p:cNvSpPr txBox="1"/>
          <p:nvPr/>
        </p:nvSpPr>
        <p:spPr>
          <a:xfrm>
            <a:off x="227304" y="418121"/>
            <a:ext cx="2477135" cy="2078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0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Advantages: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5080" lvl="0" indent="0" algn="l" rtl="0">
              <a:lnSpc>
                <a:spcPct val="1147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Universal Approximation: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Can learn any function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Flexible Output Size: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Any input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any output dimension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483869" lvl="0" indent="0" algn="l" rtl="0">
              <a:lnSpc>
                <a:spcPct val="114700"/>
              </a:lnSpc>
              <a:spcBef>
                <a:spcPts val="29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Non-linear Transformations: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Complex mappings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136525" lvl="0" indent="0" algn="l" rtl="0">
              <a:lnSpc>
                <a:spcPct val="114599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Feature Integration: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Combines all spatial information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32080" lvl="0" indent="0" algn="l" rtl="0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Modern Alternatives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79" name="Google Shape;1979;p88"/>
          <p:cNvGrpSpPr/>
          <p:nvPr/>
        </p:nvGrpSpPr>
        <p:grpSpPr>
          <a:xfrm>
            <a:off x="0" y="2605887"/>
            <a:ext cx="5760261" cy="628124"/>
            <a:chOff x="0" y="2605887"/>
            <a:chExt cx="5760261" cy="628124"/>
          </a:xfrm>
        </p:grpSpPr>
        <p:pic>
          <p:nvPicPr>
            <p:cNvPr id="1980" name="Google Shape;1980;p88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513702" y="260588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1" name="Google Shape;1981;p88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513702" y="282731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82" name="Google Shape;1982;p88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88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88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85" name="Google Shape;1985;p88"/>
          <p:cNvSpPr txBox="1"/>
          <p:nvPr/>
        </p:nvSpPr>
        <p:spPr>
          <a:xfrm>
            <a:off x="644626" y="2470936"/>
            <a:ext cx="4180800" cy="3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Global Average Pooling (GAP):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Replace FC with average pooling 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1×1 Convolutions: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Maintain spatial structure while reducing channels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6" name="Google Shape;1986;p88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7" name="Google Shape;1987;p88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1DEE982-A636-97AA-E12F-386EC517B224}"/>
                  </a:ext>
                </a:extLst>
              </p14:cNvPr>
              <p14:cNvContentPartPr/>
              <p14:nvPr/>
            </p14:nvContentPartPr>
            <p14:xfrm>
              <a:off x="897480" y="424440"/>
              <a:ext cx="4593600" cy="2550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1DEE982-A636-97AA-E12F-386EC517B22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88120" y="415080"/>
                <a:ext cx="4612320" cy="2569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Google Shape;1992;p89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S</a:t>
            </a:r>
            <a:r>
              <a:rPr lang="en-US" cap="small">
                <a:solidFill>
                  <a:srgbClr val="FFFFFF"/>
                </a:solidFill>
              </a:rPr>
              <a:t>oftmax</a:t>
            </a:r>
            <a:r>
              <a:rPr lang="en-US">
                <a:solidFill>
                  <a:srgbClr val="FFFFFF"/>
                </a:solidFill>
              </a:rPr>
              <a:t> A</a:t>
            </a:r>
            <a:r>
              <a:rPr lang="en-US" cap="small">
                <a:solidFill>
                  <a:srgbClr val="FFFFFF"/>
                </a:solidFill>
              </a:rPr>
              <a:t>ctivation</a:t>
            </a:r>
            <a:r>
              <a:rPr lang="en-US">
                <a:solidFill>
                  <a:srgbClr val="FFFFFF"/>
                </a:solidFill>
              </a:rPr>
              <a:t> F</a:t>
            </a:r>
            <a:r>
              <a:rPr lang="en-US" cap="small">
                <a:solidFill>
                  <a:srgbClr val="FFFFFF"/>
                </a:solidFill>
              </a:rPr>
              <a:t>unction</a:t>
            </a:r>
            <a:endParaRPr/>
          </a:p>
        </p:txBody>
      </p:sp>
      <p:grpSp>
        <p:nvGrpSpPr>
          <p:cNvPr id="1993" name="Google Shape;1993;p89"/>
          <p:cNvGrpSpPr/>
          <p:nvPr/>
        </p:nvGrpSpPr>
        <p:grpSpPr>
          <a:xfrm>
            <a:off x="309193" y="916406"/>
            <a:ext cx="5192466" cy="828930"/>
            <a:chOff x="309193" y="916406"/>
            <a:chExt cx="5192466" cy="828930"/>
          </a:xfrm>
        </p:grpSpPr>
        <p:sp>
          <p:nvSpPr>
            <p:cNvPr id="1994" name="Google Shape;1994;p89"/>
            <p:cNvSpPr/>
            <p:nvPr/>
          </p:nvSpPr>
          <p:spPr>
            <a:xfrm>
              <a:off x="309193" y="916406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6887"/>
                  </a:lnTo>
                  <a:lnTo>
                    <a:pt x="5141666" y="20688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995" name="Google Shape;1995;p8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9193" y="1110640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6" name="Google Shape;1996;p8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9994" y="1643735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7" name="Google Shape;1997;p8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1631035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8" name="Google Shape;1998;p8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960640"/>
              <a:ext cx="50800" cy="6830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9" name="Google Shape;1999;p89"/>
            <p:cNvSpPr/>
            <p:nvPr/>
          </p:nvSpPr>
          <p:spPr>
            <a:xfrm>
              <a:off x="309193" y="1154911"/>
              <a:ext cx="5142230" cy="539750"/>
            </a:xfrm>
            <a:custGeom>
              <a:avLst/>
              <a:gdLst/>
              <a:ahLst/>
              <a:cxnLst/>
              <a:rect l="l" t="t" r="r" b="b"/>
              <a:pathLst>
                <a:path w="5142230" h="539750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488823"/>
                  </a:lnTo>
                  <a:lnTo>
                    <a:pt x="4008" y="508548"/>
                  </a:lnTo>
                  <a:lnTo>
                    <a:pt x="14922" y="524701"/>
                  </a:lnTo>
                  <a:lnTo>
                    <a:pt x="31075" y="535615"/>
                  </a:lnTo>
                  <a:lnTo>
                    <a:pt x="50800" y="539624"/>
                  </a:lnTo>
                  <a:lnTo>
                    <a:pt x="5090865" y="539624"/>
                  </a:lnTo>
                  <a:lnTo>
                    <a:pt x="5110590" y="535615"/>
                  </a:lnTo>
                  <a:lnTo>
                    <a:pt x="5126743" y="524701"/>
                  </a:lnTo>
                  <a:lnTo>
                    <a:pt x="5137657" y="508548"/>
                  </a:lnTo>
                  <a:lnTo>
                    <a:pt x="5141666" y="488823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89"/>
            <p:cNvSpPr/>
            <p:nvPr/>
          </p:nvSpPr>
          <p:spPr>
            <a:xfrm>
              <a:off x="5450859" y="998730"/>
              <a:ext cx="0" cy="664210"/>
            </a:xfrm>
            <a:custGeom>
              <a:avLst/>
              <a:gdLst/>
              <a:ahLst/>
              <a:cxnLst/>
              <a:rect l="l" t="t" r="r" b="b"/>
              <a:pathLst>
                <a:path w="120000" h="664210" extrusionOk="0">
                  <a:moveTo>
                    <a:pt x="0" y="66405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89"/>
            <p:cNvSpPr/>
            <p:nvPr/>
          </p:nvSpPr>
          <p:spPr>
            <a:xfrm>
              <a:off x="5450859" y="98603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89"/>
            <p:cNvSpPr/>
            <p:nvPr/>
          </p:nvSpPr>
          <p:spPr>
            <a:xfrm>
              <a:off x="5450859" y="97333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89"/>
            <p:cNvSpPr/>
            <p:nvPr/>
          </p:nvSpPr>
          <p:spPr>
            <a:xfrm>
              <a:off x="5450859" y="96063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89"/>
            <p:cNvSpPr/>
            <p:nvPr/>
          </p:nvSpPr>
          <p:spPr>
            <a:xfrm>
              <a:off x="5450859" y="941579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05" name="Google Shape;2005;p89"/>
          <p:cNvSpPr txBox="1"/>
          <p:nvPr/>
        </p:nvSpPr>
        <p:spPr>
          <a:xfrm>
            <a:off x="347294" y="845649"/>
            <a:ext cx="5065395" cy="1601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efinition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390525" lvl="0" indent="0" algn="l" rtl="0">
              <a:lnSpc>
                <a:spcPct val="114700"/>
              </a:lnSpc>
              <a:spcBef>
                <a:spcPts val="7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Softmax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is an activation function that converts a vector of real numbers into a probability distribution, commonly used in the output layer for multi-class classification.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None/>
            </a:pP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l" rtl="0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Usage in CNNs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Softmax is typically used in the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final layer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for multi-class classifica- tion: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862330" lvl="0" indent="0" algn="l" rtl="0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Final Conv/FC Layer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Softmax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Class Probabilities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06" name="Google Shape;2006;p89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2007" name="Google Shape;2007;p89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89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89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10" name="Google Shape;2010;p89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1" name="Google Shape;2011;p89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592A4BE-246D-20E8-1743-A696225B5172}"/>
                  </a:ext>
                </a:extLst>
              </p14:cNvPr>
              <p14:cNvContentPartPr/>
              <p14:nvPr/>
            </p14:nvContentPartPr>
            <p14:xfrm>
              <a:off x="2981160" y="425880"/>
              <a:ext cx="1604880" cy="748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592A4BE-246D-20E8-1743-A696225B517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971800" y="416520"/>
                <a:ext cx="1623600" cy="767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6" name="Google Shape;2016;p90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336169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S</a:t>
            </a:r>
            <a:r>
              <a:rPr lang="en-US" cap="small">
                <a:solidFill>
                  <a:srgbClr val="FFFFFF"/>
                </a:solidFill>
              </a:rPr>
              <a:t>oftmax</a:t>
            </a:r>
            <a:r>
              <a:rPr lang="en-US">
                <a:solidFill>
                  <a:srgbClr val="FFFFFF"/>
                </a:solidFill>
              </a:rPr>
              <a:t> A</a:t>
            </a:r>
            <a:r>
              <a:rPr lang="en-US" cap="small">
                <a:solidFill>
                  <a:srgbClr val="FFFFFF"/>
                </a:solidFill>
              </a:rPr>
              <a:t>ctivation</a:t>
            </a:r>
            <a:r>
              <a:rPr lang="en-US">
                <a:solidFill>
                  <a:srgbClr val="FFFFFF"/>
                </a:solidFill>
              </a:rPr>
              <a:t> F</a:t>
            </a:r>
            <a:r>
              <a:rPr lang="en-US" cap="small">
                <a:solidFill>
                  <a:srgbClr val="FFFFFF"/>
                </a:solidFill>
              </a:rPr>
              <a:t>unction</a:t>
            </a:r>
            <a:endParaRPr/>
          </a:p>
        </p:txBody>
      </p:sp>
      <p:grpSp>
        <p:nvGrpSpPr>
          <p:cNvPr id="2017" name="Google Shape;2017;p90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2018" name="Google Shape;2018;p90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90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90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21" name="Google Shape;2021;p90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2" name="Google Shape;2022;p90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r>
              <a:rPr lang="en-US"/>
              <a:t> / 153</a:t>
            </a:r>
            <a:endParaRPr/>
          </a:p>
        </p:txBody>
      </p:sp>
      <p:pic>
        <p:nvPicPr>
          <p:cNvPr id="2023" name="Google Shape;2023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235"/>
            <a:ext cx="4901596" cy="243503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F51AD2D-C83C-257F-3980-F5CA1FD194EC}"/>
                  </a:ext>
                </a:extLst>
              </p14:cNvPr>
              <p14:cNvContentPartPr/>
              <p14:nvPr/>
            </p14:nvContentPartPr>
            <p14:xfrm>
              <a:off x="2291760" y="975600"/>
              <a:ext cx="200160" cy="304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F51AD2D-C83C-257F-3980-F5CA1FD194E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82400" y="966240"/>
                <a:ext cx="218880" cy="322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8" name="Google Shape;2028;p91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S</a:t>
            </a:r>
            <a:r>
              <a:rPr lang="en-US" cap="small">
                <a:solidFill>
                  <a:srgbClr val="FFFFFF"/>
                </a:solidFill>
              </a:rPr>
              <a:t>oftmax</a:t>
            </a:r>
            <a:r>
              <a:rPr lang="en-US">
                <a:solidFill>
                  <a:srgbClr val="FFFFFF"/>
                </a:solidFill>
              </a:rPr>
              <a:t> - N</a:t>
            </a:r>
            <a:r>
              <a:rPr lang="en-US" cap="small">
                <a:solidFill>
                  <a:srgbClr val="FFFFFF"/>
                </a:solidFill>
              </a:rPr>
              <a:t>umerical</a:t>
            </a:r>
            <a:r>
              <a:rPr lang="en-US">
                <a:solidFill>
                  <a:srgbClr val="FFFFFF"/>
                </a:solidFill>
              </a:rPr>
              <a:t> E</a:t>
            </a:r>
            <a:r>
              <a:rPr lang="en-US" cap="small">
                <a:solidFill>
                  <a:srgbClr val="FFFFFF"/>
                </a:solidFill>
              </a:rPr>
              <a:t>xample</a:t>
            </a:r>
            <a:endParaRPr/>
          </a:p>
        </p:txBody>
      </p:sp>
      <p:sp>
        <p:nvSpPr>
          <p:cNvPr id="2029" name="Google Shape;2029;p91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0" name="Google Shape;2030;p91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r>
              <a:rPr lang="en-US"/>
              <a:t> / 153</a:t>
            </a:r>
            <a:endParaRPr/>
          </a:p>
        </p:txBody>
      </p:sp>
      <p:pic>
        <p:nvPicPr>
          <p:cNvPr id="2031" name="Google Shape;2031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72050"/>
            <a:ext cx="5197025" cy="266562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BF4CDA8-DEFB-3E3C-1BBF-B6E49C469557}"/>
                  </a:ext>
                </a:extLst>
              </p14:cNvPr>
              <p14:cNvContentPartPr/>
              <p14:nvPr/>
            </p14:nvContentPartPr>
            <p14:xfrm>
              <a:off x="3277440" y="557280"/>
              <a:ext cx="1916280" cy="2482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BF4CDA8-DEFB-3E3C-1BBF-B6E49C46955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68080" y="547920"/>
                <a:ext cx="1935000" cy="2501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6" name="Google Shape;2036;p92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able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C</a:t>
            </a:r>
            <a:r>
              <a:rPr lang="en-US" cap="small">
                <a:solidFill>
                  <a:srgbClr val="FFFFFF"/>
                </a:solidFill>
              </a:rPr>
              <a:t>ontents</a:t>
            </a:r>
            <a:endParaRPr/>
          </a:p>
        </p:txBody>
      </p:sp>
      <p:pic>
        <p:nvPicPr>
          <p:cNvPr id="2037" name="Google Shape;2037;p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2" y="551243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8" name="Google Shape;2038;p9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2" y="79992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9" name="Google Shape;2039;p9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3662" y="104860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0" name="Google Shape;2040;p9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3662" y="1297292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1" name="Google Shape;2041;p9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3662" y="1545970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2" name="Google Shape;2042;p9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3649" y="1794649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3" name="Google Shape;2043;p9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43649" y="2043328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4" name="Google Shape;2044;p9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3649" y="2292006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5" name="Google Shape;2045;p92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43649" y="2540685"/>
            <a:ext cx="169964" cy="16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6" name="Google Shape;2046;p92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43649" y="2789377"/>
            <a:ext cx="169964" cy="16996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47" name="Google Shape;2047;p92"/>
          <p:cNvGraphicFramePr/>
          <p:nvPr/>
        </p:nvGraphicFramePr>
        <p:xfrm>
          <a:off x="343649" y="551243"/>
          <a:ext cx="170175" cy="2404050"/>
        </p:xfrm>
        <a:graphic>
          <a:graphicData uri="http://schemas.openxmlformats.org/drawingml/2006/table">
            <a:tbl>
              <a:tblPr firstRow="1" bandRow="1">
                <a:noFill/>
                <a:tableStyleId>{ECA3B58F-6099-475F-BB80-25D51F5F37B9}</a:tableStyleId>
              </a:tblPr>
              <a:tblGrid>
                <a:gridCol w="170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8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15875" marB="0"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EAEA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8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8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u="none" strike="noStrike" cap="none">
                          <a:solidFill>
                            <a:srgbClr val="FAFAF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55250" marB="0">
                    <a:lnT w="787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048" name="Google Shape;2048;p92"/>
          <p:cNvSpPr txBox="1"/>
          <p:nvPr/>
        </p:nvSpPr>
        <p:spPr>
          <a:xfrm>
            <a:off x="563029" y="457050"/>
            <a:ext cx="4751100" cy="24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9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omputer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V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asks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mage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B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asics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mage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lassification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hallenges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5080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ntroduction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onvolutional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N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etworks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CNN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rId1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omponents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201358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CNN A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rchitecture</a:t>
            </a:r>
            <a:r>
              <a:rPr lang="en-US" sz="1400" u="sng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</a:t>
            </a:r>
            <a:r>
              <a:rPr lang="en-US" sz="1400" u="sng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  <a:hlinkClick r:id="rId1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esign</a:t>
            </a: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3333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201358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opular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rchitectures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201358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ransfer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L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earning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marR="181292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CNN A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pplications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81292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mplementation</a:t>
            </a: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onsiderations</a:t>
            </a:r>
            <a:r>
              <a:rPr lang="en-US" sz="1400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>
              <a:solidFill>
                <a:srgbClr val="D6D6E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812925" lvl="0" indent="0" algn="l" rtl="0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</a:t>
            </a:r>
            <a:r>
              <a:rPr lang="en-US" sz="1400" u="sng" cap="small">
                <a:solidFill>
                  <a:srgbClr val="D6D6EF"/>
                </a:solidFill>
                <a:latin typeface="Calibri"/>
                <a:ea typeface="Calibri"/>
                <a:cs typeface="Calibri"/>
                <a:sym typeface="Calibr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ummary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49" name="Google Shape;2049;p92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2050" name="Google Shape;2050;p92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92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92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53" name="Google Shape;2053;p92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8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4" name="Google Shape;2054;p92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" name="Google Shape;2059;p93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T</a:t>
            </a:r>
            <a:r>
              <a:rPr lang="en-US" cap="small">
                <a:solidFill>
                  <a:srgbClr val="FFFFFF"/>
                </a:solidFill>
              </a:rPr>
              <a:t>ypical</a:t>
            </a:r>
            <a:r>
              <a:rPr lang="en-US">
                <a:solidFill>
                  <a:srgbClr val="FFFFFF"/>
                </a:solidFill>
              </a:rPr>
              <a:t> CNN A</a:t>
            </a:r>
            <a:r>
              <a:rPr lang="en-US" cap="small">
                <a:solidFill>
                  <a:srgbClr val="FFFFFF"/>
                </a:solidFill>
              </a:rPr>
              <a:t>rchitecture</a:t>
            </a:r>
            <a:endParaRPr/>
          </a:p>
        </p:txBody>
      </p:sp>
      <p:grpSp>
        <p:nvGrpSpPr>
          <p:cNvPr id="2060" name="Google Shape;2060;p93"/>
          <p:cNvGrpSpPr/>
          <p:nvPr/>
        </p:nvGrpSpPr>
        <p:grpSpPr>
          <a:xfrm>
            <a:off x="1017828" y="880051"/>
            <a:ext cx="288290" cy="576580"/>
            <a:chOff x="1017828" y="880051"/>
            <a:chExt cx="288290" cy="576580"/>
          </a:xfrm>
        </p:grpSpPr>
        <p:sp>
          <p:nvSpPr>
            <p:cNvPr id="2061" name="Google Shape;2061;p93"/>
            <p:cNvSpPr/>
            <p:nvPr/>
          </p:nvSpPr>
          <p:spPr>
            <a:xfrm>
              <a:off x="1017828" y="880051"/>
              <a:ext cx="288290" cy="576580"/>
            </a:xfrm>
            <a:custGeom>
              <a:avLst/>
              <a:gdLst/>
              <a:ahLst/>
              <a:cxnLst/>
              <a:rect l="l" t="t" r="r" b="b"/>
              <a:pathLst>
                <a:path w="288290" h="576580" extrusionOk="0">
                  <a:moveTo>
                    <a:pt x="0" y="576009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576009"/>
                  </a:lnTo>
                  <a:lnTo>
                    <a:pt x="0" y="576009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93"/>
            <p:cNvSpPr/>
            <p:nvPr/>
          </p:nvSpPr>
          <p:spPr>
            <a:xfrm>
              <a:off x="1017828" y="880051"/>
              <a:ext cx="288290" cy="576580"/>
            </a:xfrm>
            <a:custGeom>
              <a:avLst/>
              <a:gdLst/>
              <a:ahLst/>
              <a:cxnLst/>
              <a:rect l="l" t="t" r="r" b="b"/>
              <a:pathLst>
                <a:path w="288290" h="576580" extrusionOk="0">
                  <a:moveTo>
                    <a:pt x="0" y="576009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576009"/>
                  </a:lnTo>
                  <a:lnTo>
                    <a:pt x="0" y="576009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63" name="Google Shape;2063;p93"/>
          <p:cNvSpPr txBox="1"/>
          <p:nvPr/>
        </p:nvSpPr>
        <p:spPr>
          <a:xfrm>
            <a:off x="997178" y="1485841"/>
            <a:ext cx="329565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Input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4" name="Google Shape;2064;p93"/>
          <p:cNvSpPr txBox="1"/>
          <p:nvPr/>
        </p:nvSpPr>
        <p:spPr>
          <a:xfrm>
            <a:off x="924356" y="648674"/>
            <a:ext cx="474980" cy="16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32×32×3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65" name="Google Shape;2065;p93"/>
          <p:cNvGrpSpPr/>
          <p:nvPr/>
        </p:nvGrpSpPr>
        <p:grpSpPr>
          <a:xfrm>
            <a:off x="513702" y="937652"/>
            <a:ext cx="4248472" cy="1965694"/>
            <a:chOff x="513702" y="937652"/>
            <a:chExt cx="4248472" cy="1965694"/>
          </a:xfrm>
        </p:grpSpPr>
        <p:sp>
          <p:nvSpPr>
            <p:cNvPr id="2066" name="Google Shape;2066;p93"/>
            <p:cNvSpPr/>
            <p:nvPr/>
          </p:nvSpPr>
          <p:spPr>
            <a:xfrm>
              <a:off x="1593838" y="937652"/>
              <a:ext cx="288290" cy="461009"/>
            </a:xfrm>
            <a:custGeom>
              <a:avLst/>
              <a:gdLst/>
              <a:ahLst/>
              <a:cxnLst/>
              <a:rect l="l" t="t" r="r" b="b"/>
              <a:pathLst>
                <a:path w="288289" h="461009" extrusionOk="0">
                  <a:moveTo>
                    <a:pt x="0" y="460808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460808"/>
                  </a:lnTo>
                  <a:lnTo>
                    <a:pt x="0" y="460808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93"/>
            <p:cNvSpPr/>
            <p:nvPr/>
          </p:nvSpPr>
          <p:spPr>
            <a:xfrm>
              <a:off x="1593838" y="937652"/>
              <a:ext cx="288290" cy="461009"/>
            </a:xfrm>
            <a:custGeom>
              <a:avLst/>
              <a:gdLst/>
              <a:ahLst/>
              <a:cxnLst/>
              <a:rect l="l" t="t" r="r" b="b"/>
              <a:pathLst>
                <a:path w="288289" h="461009" extrusionOk="0">
                  <a:moveTo>
                    <a:pt x="0" y="460808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460808"/>
                  </a:lnTo>
                  <a:lnTo>
                    <a:pt x="0" y="460808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93"/>
            <p:cNvSpPr/>
            <p:nvPr/>
          </p:nvSpPr>
          <p:spPr>
            <a:xfrm>
              <a:off x="2169847" y="995251"/>
              <a:ext cx="288290" cy="346075"/>
            </a:xfrm>
            <a:custGeom>
              <a:avLst/>
              <a:gdLst/>
              <a:ahLst/>
              <a:cxnLst/>
              <a:rect l="l" t="t" r="r" b="b"/>
              <a:pathLst>
                <a:path w="288289" h="346075" extrusionOk="0">
                  <a:moveTo>
                    <a:pt x="0" y="345608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345608"/>
                  </a:lnTo>
                  <a:lnTo>
                    <a:pt x="0" y="345608"/>
                  </a:ln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93"/>
            <p:cNvSpPr/>
            <p:nvPr/>
          </p:nvSpPr>
          <p:spPr>
            <a:xfrm>
              <a:off x="2169847" y="995251"/>
              <a:ext cx="288290" cy="346075"/>
            </a:xfrm>
            <a:custGeom>
              <a:avLst/>
              <a:gdLst/>
              <a:ahLst/>
              <a:cxnLst/>
              <a:rect l="l" t="t" r="r" b="b"/>
              <a:pathLst>
                <a:path w="288289" h="346075" extrusionOk="0">
                  <a:moveTo>
                    <a:pt x="0" y="345608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345608"/>
                  </a:lnTo>
                  <a:lnTo>
                    <a:pt x="0" y="345608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93"/>
            <p:cNvSpPr/>
            <p:nvPr/>
          </p:nvSpPr>
          <p:spPr>
            <a:xfrm>
              <a:off x="2745856" y="102405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0" y="288004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288004"/>
                  </a:lnTo>
                  <a:lnTo>
                    <a:pt x="0" y="288004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93"/>
            <p:cNvSpPr/>
            <p:nvPr/>
          </p:nvSpPr>
          <p:spPr>
            <a:xfrm>
              <a:off x="2745856" y="1024054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 extrusionOk="0">
                  <a:moveTo>
                    <a:pt x="0" y="288004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288004"/>
                  </a:lnTo>
                  <a:lnTo>
                    <a:pt x="0" y="288004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93"/>
            <p:cNvSpPr/>
            <p:nvPr/>
          </p:nvSpPr>
          <p:spPr>
            <a:xfrm>
              <a:off x="3321866" y="1052856"/>
              <a:ext cx="288290" cy="230504"/>
            </a:xfrm>
            <a:custGeom>
              <a:avLst/>
              <a:gdLst/>
              <a:ahLst/>
              <a:cxnLst/>
              <a:rect l="l" t="t" r="r" b="b"/>
              <a:pathLst>
                <a:path w="288289" h="230505" extrusionOk="0">
                  <a:moveTo>
                    <a:pt x="0" y="230400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230400"/>
                  </a:lnTo>
                  <a:lnTo>
                    <a:pt x="0" y="230400"/>
                  </a:ln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93"/>
            <p:cNvSpPr/>
            <p:nvPr/>
          </p:nvSpPr>
          <p:spPr>
            <a:xfrm>
              <a:off x="3321866" y="1052856"/>
              <a:ext cx="288290" cy="230504"/>
            </a:xfrm>
            <a:custGeom>
              <a:avLst/>
              <a:gdLst/>
              <a:ahLst/>
              <a:cxnLst/>
              <a:rect l="l" t="t" r="r" b="b"/>
              <a:pathLst>
                <a:path w="288289" h="230505" extrusionOk="0">
                  <a:moveTo>
                    <a:pt x="0" y="230400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230400"/>
                  </a:lnTo>
                  <a:lnTo>
                    <a:pt x="0" y="23040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93"/>
            <p:cNvSpPr/>
            <p:nvPr/>
          </p:nvSpPr>
          <p:spPr>
            <a:xfrm>
              <a:off x="3897875" y="1081654"/>
              <a:ext cx="288290" cy="173355"/>
            </a:xfrm>
            <a:custGeom>
              <a:avLst/>
              <a:gdLst/>
              <a:ahLst/>
              <a:cxnLst/>
              <a:rect l="l" t="t" r="r" b="b"/>
              <a:pathLst>
                <a:path w="288289" h="173355" extrusionOk="0">
                  <a:moveTo>
                    <a:pt x="0" y="172804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172804"/>
                  </a:lnTo>
                  <a:lnTo>
                    <a:pt x="0" y="172804"/>
                  </a:lnTo>
                  <a:close/>
                </a:path>
              </a:pathLst>
            </a:custGeom>
            <a:solidFill>
              <a:srgbClr val="FFFCD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93"/>
            <p:cNvSpPr/>
            <p:nvPr/>
          </p:nvSpPr>
          <p:spPr>
            <a:xfrm>
              <a:off x="3897875" y="1081654"/>
              <a:ext cx="288290" cy="173355"/>
            </a:xfrm>
            <a:custGeom>
              <a:avLst/>
              <a:gdLst/>
              <a:ahLst/>
              <a:cxnLst/>
              <a:rect l="l" t="t" r="r" b="b"/>
              <a:pathLst>
                <a:path w="288289" h="173355" extrusionOk="0">
                  <a:moveTo>
                    <a:pt x="0" y="172804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172804"/>
                  </a:lnTo>
                  <a:lnTo>
                    <a:pt x="0" y="172804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93"/>
            <p:cNvSpPr/>
            <p:nvPr/>
          </p:nvSpPr>
          <p:spPr>
            <a:xfrm>
              <a:off x="4473884" y="1110456"/>
              <a:ext cx="288290" cy="115570"/>
            </a:xfrm>
            <a:custGeom>
              <a:avLst/>
              <a:gdLst/>
              <a:ahLst/>
              <a:cxnLst/>
              <a:rect l="l" t="t" r="r" b="b"/>
              <a:pathLst>
                <a:path w="288289" h="115569" extrusionOk="0">
                  <a:moveTo>
                    <a:pt x="0" y="115200"/>
                  </a:moveTo>
                  <a:lnTo>
                    <a:pt x="0" y="0"/>
                  </a:lnTo>
                  <a:lnTo>
                    <a:pt x="288004" y="0"/>
                  </a:lnTo>
                  <a:lnTo>
                    <a:pt x="288004" y="115200"/>
                  </a:lnTo>
                  <a:lnTo>
                    <a:pt x="0" y="115200"/>
                  </a:lnTo>
                  <a:close/>
                </a:path>
              </a:pathLst>
            </a:custGeom>
            <a:solidFill>
              <a:srgbClr val="F2CCD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93"/>
            <p:cNvSpPr/>
            <p:nvPr/>
          </p:nvSpPr>
          <p:spPr>
            <a:xfrm>
              <a:off x="1305833" y="1110456"/>
              <a:ext cx="3456304" cy="115570"/>
            </a:xfrm>
            <a:custGeom>
              <a:avLst/>
              <a:gdLst/>
              <a:ahLst/>
              <a:cxnLst/>
              <a:rect l="l" t="t" r="r" b="b"/>
              <a:pathLst>
                <a:path w="3456304" h="115569" extrusionOk="0">
                  <a:moveTo>
                    <a:pt x="3168051" y="115200"/>
                  </a:moveTo>
                  <a:lnTo>
                    <a:pt x="3168051" y="0"/>
                  </a:lnTo>
                  <a:lnTo>
                    <a:pt x="3456056" y="0"/>
                  </a:lnTo>
                  <a:lnTo>
                    <a:pt x="3456056" y="115200"/>
                  </a:lnTo>
                  <a:lnTo>
                    <a:pt x="3168051" y="115200"/>
                  </a:lnTo>
                  <a:close/>
                </a:path>
                <a:path w="3456304" h="115569" extrusionOk="0">
                  <a:moveTo>
                    <a:pt x="0" y="57599"/>
                  </a:moveTo>
                  <a:lnTo>
                    <a:pt x="225343" y="57599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93"/>
            <p:cNvSpPr/>
            <p:nvPr/>
          </p:nvSpPr>
          <p:spPr>
            <a:xfrm>
              <a:off x="1507389" y="1137690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69" h="60959" extrusionOk="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93"/>
            <p:cNvSpPr/>
            <p:nvPr/>
          </p:nvSpPr>
          <p:spPr>
            <a:xfrm>
              <a:off x="1881842" y="1168056"/>
              <a:ext cx="225425" cy="0"/>
            </a:xfrm>
            <a:custGeom>
              <a:avLst/>
              <a:gdLst/>
              <a:ahLst/>
              <a:cxnLst/>
              <a:rect l="l" t="t" r="r" b="b"/>
              <a:pathLst>
                <a:path w="225425" h="120000" extrusionOk="0">
                  <a:moveTo>
                    <a:pt x="0" y="0"/>
                  </a:moveTo>
                  <a:lnTo>
                    <a:pt x="225343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93"/>
            <p:cNvSpPr/>
            <p:nvPr/>
          </p:nvSpPr>
          <p:spPr>
            <a:xfrm>
              <a:off x="2083399" y="1137690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69" h="60959" extrusionOk="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93"/>
            <p:cNvSpPr/>
            <p:nvPr/>
          </p:nvSpPr>
          <p:spPr>
            <a:xfrm>
              <a:off x="2457852" y="1168056"/>
              <a:ext cx="225425" cy="0"/>
            </a:xfrm>
            <a:custGeom>
              <a:avLst/>
              <a:gdLst/>
              <a:ahLst/>
              <a:cxnLst/>
              <a:rect l="l" t="t" r="r" b="b"/>
              <a:pathLst>
                <a:path w="225425" h="120000" extrusionOk="0">
                  <a:moveTo>
                    <a:pt x="0" y="0"/>
                  </a:moveTo>
                  <a:lnTo>
                    <a:pt x="225343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93"/>
            <p:cNvSpPr/>
            <p:nvPr/>
          </p:nvSpPr>
          <p:spPr>
            <a:xfrm>
              <a:off x="2659408" y="1137690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69" h="60959" extrusionOk="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93"/>
            <p:cNvSpPr/>
            <p:nvPr/>
          </p:nvSpPr>
          <p:spPr>
            <a:xfrm>
              <a:off x="3033861" y="1168056"/>
              <a:ext cx="225425" cy="0"/>
            </a:xfrm>
            <a:custGeom>
              <a:avLst/>
              <a:gdLst/>
              <a:ahLst/>
              <a:cxnLst/>
              <a:rect l="l" t="t" r="r" b="b"/>
              <a:pathLst>
                <a:path w="225425" h="120000" extrusionOk="0">
                  <a:moveTo>
                    <a:pt x="0" y="0"/>
                  </a:moveTo>
                  <a:lnTo>
                    <a:pt x="225343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93"/>
            <p:cNvSpPr/>
            <p:nvPr/>
          </p:nvSpPr>
          <p:spPr>
            <a:xfrm>
              <a:off x="3235417" y="1137690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70" h="60959" extrusionOk="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93"/>
            <p:cNvSpPr/>
            <p:nvPr/>
          </p:nvSpPr>
          <p:spPr>
            <a:xfrm>
              <a:off x="3609871" y="1168056"/>
              <a:ext cx="225425" cy="0"/>
            </a:xfrm>
            <a:custGeom>
              <a:avLst/>
              <a:gdLst/>
              <a:ahLst/>
              <a:cxnLst/>
              <a:rect l="l" t="t" r="r" b="b"/>
              <a:pathLst>
                <a:path w="225425" h="120000" extrusionOk="0">
                  <a:moveTo>
                    <a:pt x="0" y="0"/>
                  </a:moveTo>
                  <a:lnTo>
                    <a:pt x="225343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93"/>
            <p:cNvSpPr/>
            <p:nvPr/>
          </p:nvSpPr>
          <p:spPr>
            <a:xfrm>
              <a:off x="3811427" y="1137690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70" h="60959" extrusionOk="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93"/>
            <p:cNvSpPr/>
            <p:nvPr/>
          </p:nvSpPr>
          <p:spPr>
            <a:xfrm>
              <a:off x="4185880" y="1168056"/>
              <a:ext cx="225425" cy="0"/>
            </a:xfrm>
            <a:custGeom>
              <a:avLst/>
              <a:gdLst/>
              <a:ahLst/>
              <a:cxnLst/>
              <a:rect l="l" t="t" r="r" b="b"/>
              <a:pathLst>
                <a:path w="225425" h="120000" extrusionOk="0">
                  <a:moveTo>
                    <a:pt x="0" y="0"/>
                  </a:moveTo>
                  <a:lnTo>
                    <a:pt x="225343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93"/>
            <p:cNvSpPr/>
            <p:nvPr/>
          </p:nvSpPr>
          <p:spPr>
            <a:xfrm>
              <a:off x="4387436" y="1137690"/>
              <a:ext cx="26670" cy="60960"/>
            </a:xfrm>
            <a:custGeom>
              <a:avLst/>
              <a:gdLst/>
              <a:ahLst/>
              <a:cxnLst/>
              <a:rect l="l" t="t" r="r" b="b"/>
              <a:pathLst>
                <a:path w="26670" h="60959" extrusionOk="0">
                  <a:moveTo>
                    <a:pt x="0" y="0"/>
                  </a:moveTo>
                  <a:lnTo>
                    <a:pt x="4622" y="11933"/>
                  </a:lnTo>
                  <a:lnTo>
                    <a:pt x="10913" y="20687"/>
                  </a:lnTo>
                  <a:lnTo>
                    <a:pt x="18327" y="26689"/>
                  </a:lnTo>
                  <a:lnTo>
                    <a:pt x="26317" y="30366"/>
                  </a:lnTo>
                  <a:lnTo>
                    <a:pt x="18327" y="34043"/>
                  </a:lnTo>
                  <a:lnTo>
                    <a:pt x="10913" y="40045"/>
                  </a:lnTo>
                  <a:lnTo>
                    <a:pt x="4622" y="48799"/>
                  </a:lnTo>
                  <a:lnTo>
                    <a:pt x="0" y="607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089" name="Google Shape;2089;p9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216979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0" name="Google Shape;2090;p9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239121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1" name="Google Shape;2091;p9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261264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2" name="Google Shape;2092;p9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283405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93" name="Google Shape;2093;p93"/>
          <p:cNvSpPr txBox="1"/>
          <p:nvPr/>
        </p:nvSpPr>
        <p:spPr>
          <a:xfrm>
            <a:off x="1500352" y="648674"/>
            <a:ext cx="474980" cy="16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28×28×6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4" name="Google Shape;2094;p93"/>
          <p:cNvSpPr txBox="1"/>
          <p:nvPr/>
        </p:nvSpPr>
        <p:spPr>
          <a:xfrm>
            <a:off x="2076361" y="648674"/>
            <a:ext cx="474980" cy="16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14×14×6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5" name="Google Shape;2095;p93"/>
          <p:cNvSpPr txBox="1"/>
          <p:nvPr/>
        </p:nvSpPr>
        <p:spPr>
          <a:xfrm>
            <a:off x="2620695" y="648674"/>
            <a:ext cx="538480" cy="16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10×10×16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6" name="Google Shape;2096;p93"/>
          <p:cNvSpPr txBox="1"/>
          <p:nvPr/>
        </p:nvSpPr>
        <p:spPr>
          <a:xfrm>
            <a:off x="3260013" y="648674"/>
            <a:ext cx="412115" cy="16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5×5×16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7" name="Google Shape;2097;p93"/>
          <p:cNvSpPr txBox="1"/>
          <p:nvPr/>
        </p:nvSpPr>
        <p:spPr>
          <a:xfrm>
            <a:off x="1529054" y="1499951"/>
            <a:ext cx="26169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Conv1	    Pool1</a:t>
            </a:r>
            <a:r>
              <a:rPr lang="en-US" sz="1050"/>
              <a:t>     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Conv2	Pool2	    FC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8" name="Google Shape;2098;p93"/>
          <p:cNvSpPr txBox="1"/>
          <p:nvPr/>
        </p:nvSpPr>
        <p:spPr>
          <a:xfrm>
            <a:off x="3934168" y="648674"/>
            <a:ext cx="215900" cy="16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120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9" name="Google Shape;2099;p93"/>
          <p:cNvSpPr txBox="1"/>
          <p:nvPr/>
        </p:nvSpPr>
        <p:spPr>
          <a:xfrm>
            <a:off x="4400041" y="1486832"/>
            <a:ext cx="435609" cy="18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Output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0" name="Google Shape;2100;p93"/>
          <p:cNvSpPr txBox="1"/>
          <p:nvPr/>
        </p:nvSpPr>
        <p:spPr>
          <a:xfrm>
            <a:off x="4541837" y="648674"/>
            <a:ext cx="152400" cy="16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10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1" name="Google Shape;2101;p93"/>
          <p:cNvSpPr txBox="1"/>
          <p:nvPr/>
        </p:nvSpPr>
        <p:spPr>
          <a:xfrm>
            <a:off x="347294" y="1878534"/>
            <a:ext cx="3964800" cy="10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0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Pattern: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CONV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  →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POOL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 →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CONV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 →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POOL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 →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FC</a:t>
            </a:r>
            <a:r>
              <a:rPr lang="en-US" sz="900">
                <a:latin typeface="Times New Roman"/>
                <a:ea typeface="Times New Roman"/>
                <a:cs typeface="Times New Roman"/>
                <a:sym typeface="Times New Roman"/>
              </a:rPr>
              <a:t> →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OUTPUT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marR="336550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Early layers: Detect low-level features (edges, corners) Middle layers: Combine features (shapes, textures) Later layers: High-level concepts (objects, faces) Spatial size decreases, depth increases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02" name="Google Shape;2102;p93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2103" name="Google Shape;2103;p9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93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93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06" name="Google Shape;2106;p93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7" name="Google Shape;2107;p93"/>
          <p:cNvSpPr txBox="1"/>
          <p:nvPr/>
        </p:nvSpPr>
        <p:spPr>
          <a:xfrm>
            <a:off x="4653436" y="3137672"/>
            <a:ext cx="334645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latin typeface="Calibri"/>
                <a:ea typeface="Calibri"/>
                <a:cs typeface="Calibri"/>
                <a:sym typeface="Calibri"/>
              </a:rPr>
              <a:t>93 / 153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BA60EDE-3D28-C6C1-CB49-F847F364C30E}"/>
                  </a:ext>
                </a:extLst>
              </p14:cNvPr>
              <p14:cNvContentPartPr/>
              <p14:nvPr/>
            </p14:nvContentPartPr>
            <p14:xfrm>
              <a:off x="979920" y="493200"/>
              <a:ext cx="3599640" cy="2374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BA60EDE-3D28-C6C1-CB49-F847F364C30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70560" y="483840"/>
                <a:ext cx="3618360" cy="2392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2" name="Google Shape;2112;p94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</a:rPr>
              <a:t>N</a:t>
            </a:r>
            <a:r>
              <a:rPr lang="en-US" sz="1400" cap="small">
                <a:solidFill>
                  <a:srgbClr val="FFFFFF"/>
                </a:solidFill>
              </a:rPr>
              <a:t>umber</a:t>
            </a:r>
            <a:r>
              <a:rPr lang="en-US" sz="1400">
                <a:solidFill>
                  <a:srgbClr val="FFFFFF"/>
                </a:solidFill>
              </a:rPr>
              <a:t> </a:t>
            </a:r>
            <a:r>
              <a:rPr lang="en-US" sz="1400" cap="small">
                <a:solidFill>
                  <a:srgbClr val="FFFFFF"/>
                </a:solidFill>
              </a:rPr>
              <a:t>of</a:t>
            </a:r>
            <a:r>
              <a:rPr lang="en-US" sz="1400">
                <a:solidFill>
                  <a:srgbClr val="FFFFFF"/>
                </a:solidFill>
              </a:rPr>
              <a:t> P</a:t>
            </a:r>
            <a:r>
              <a:rPr lang="en-US" sz="1400" cap="small">
                <a:solidFill>
                  <a:srgbClr val="FFFFFF"/>
                </a:solidFill>
              </a:rPr>
              <a:t>arameters</a:t>
            </a:r>
            <a:r>
              <a:rPr lang="en-US" sz="1400">
                <a:solidFill>
                  <a:srgbClr val="FFFFFF"/>
                </a:solidFill>
              </a:rPr>
              <a:t> </a:t>
            </a:r>
            <a:r>
              <a:rPr lang="en-US" sz="1400" cap="small">
                <a:solidFill>
                  <a:srgbClr val="FFFFFF"/>
                </a:solidFill>
              </a:rPr>
              <a:t>in</a:t>
            </a:r>
            <a:r>
              <a:rPr lang="en-US" sz="1400">
                <a:solidFill>
                  <a:srgbClr val="FFFFFF"/>
                </a:solidFill>
              </a:rPr>
              <a:t> C</a:t>
            </a:r>
            <a:r>
              <a:rPr lang="en-US" sz="1400" cap="small">
                <a:solidFill>
                  <a:srgbClr val="FFFFFF"/>
                </a:solidFill>
              </a:rPr>
              <a:t>onvolutional</a:t>
            </a:r>
            <a:r>
              <a:rPr lang="en-US" sz="1400">
                <a:solidFill>
                  <a:srgbClr val="FFFFFF"/>
                </a:solidFill>
              </a:rPr>
              <a:t> L</a:t>
            </a:r>
            <a:r>
              <a:rPr lang="en-US" sz="1400" cap="small">
                <a:solidFill>
                  <a:srgbClr val="FFFFFF"/>
                </a:solidFill>
              </a:rPr>
              <a:t>ayer</a:t>
            </a:r>
            <a:endParaRPr sz="1400"/>
          </a:p>
        </p:txBody>
      </p:sp>
      <p:grpSp>
        <p:nvGrpSpPr>
          <p:cNvPr id="2113" name="Google Shape;2113;p94"/>
          <p:cNvGrpSpPr/>
          <p:nvPr/>
        </p:nvGrpSpPr>
        <p:grpSpPr>
          <a:xfrm>
            <a:off x="513702" y="824052"/>
            <a:ext cx="69291" cy="2106345"/>
            <a:chOff x="513702" y="824052"/>
            <a:chExt cx="69291" cy="2106345"/>
          </a:xfrm>
        </p:grpSpPr>
        <p:pic>
          <p:nvPicPr>
            <p:cNvPr id="2114" name="Google Shape;2114;p9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3702" y="82405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5" name="Google Shape;2115;p9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1045463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6" name="Google Shape;2116;p9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126688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7" name="Google Shape;2117;p94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148831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8" name="Google Shape;2118;p94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219684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9" name="Google Shape;2119;p94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241827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20" name="Google Shape;2120;p94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263969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21" name="Google Shape;2121;p94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13702" y="286110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22" name="Google Shape;2122;p94"/>
          <p:cNvSpPr txBox="1"/>
          <p:nvPr/>
        </p:nvSpPr>
        <p:spPr>
          <a:xfrm>
            <a:off x="309194" y="487061"/>
            <a:ext cx="4668520" cy="248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347980" marR="2818765" lvl="0" indent="-297815" algn="l" rtl="0">
              <a:lnSpc>
                <a:spcPct val="126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For a convolutional layer with: Kernel size: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K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K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47980" lvl="0" indent="0" algn="l" rtl="0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Input channels: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1050" i="1" baseline="-25000">
                <a:latin typeface="Arial"/>
                <a:ea typeface="Arial"/>
                <a:cs typeface="Arial"/>
                <a:sym typeface="Arial"/>
              </a:rPr>
              <a:t>in</a:t>
            </a:r>
            <a:endParaRPr sz="1050" baseline="-25000">
              <a:latin typeface="Arial"/>
              <a:ea typeface="Arial"/>
              <a:cs typeface="Arial"/>
              <a:sym typeface="Arial"/>
            </a:endParaRPr>
          </a:p>
          <a:p>
            <a:pPr marL="34798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Output channels (number of filters):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1050" i="1" baseline="-25000">
                <a:latin typeface="Arial"/>
                <a:ea typeface="Arial"/>
                <a:cs typeface="Arial"/>
                <a:sym typeface="Arial"/>
              </a:rPr>
              <a:t>out</a:t>
            </a:r>
            <a:endParaRPr sz="1050" baseline="-25000">
              <a:latin typeface="Arial"/>
              <a:ea typeface="Arial"/>
              <a:cs typeface="Arial"/>
              <a:sym typeface="Arial"/>
            </a:endParaRPr>
          </a:p>
          <a:p>
            <a:pPr marL="347980" lvl="0" indent="0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Bias: Yes/No, Where bias = 1 if bias is used, 0 otherwise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70"/>
              </a:spcBef>
              <a:spcAft>
                <a:spcPts val="0"/>
              </a:spcAft>
              <a:buNone/>
            </a:pP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0858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Total Parameters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= (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K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K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1050" i="1" baseline="-25000"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bias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 i="1"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1050" i="1" baseline="-25000">
                <a:latin typeface="Arial"/>
                <a:ea typeface="Arial"/>
                <a:cs typeface="Arial"/>
                <a:sym typeface="Arial"/>
              </a:rPr>
              <a:t>out</a:t>
            </a:r>
            <a:endParaRPr sz="1050" baseline="-25000">
              <a:latin typeface="Arial"/>
              <a:ea typeface="Arial"/>
              <a:cs typeface="Arial"/>
              <a:sym typeface="Arial"/>
            </a:endParaRPr>
          </a:p>
          <a:p>
            <a:pPr marL="347980" marR="43180" lvl="0" indent="0" algn="l" rtl="0">
              <a:lnSpc>
                <a:spcPct val="138400"/>
              </a:lnSpc>
              <a:spcBef>
                <a:spcPts val="62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Parameters are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independent of input spatial dimensions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(height, width) Each filter has the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same depth as input channels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47980" marR="773430" lvl="0" indent="0" algn="l" rtl="0">
              <a:lnSpc>
                <a:spcPct val="138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Number of parameters grows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quadratically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with kernel size Adding more filters increases parameters </a:t>
            </a: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linearly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23" name="Google Shape;2123;p94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2124" name="Google Shape;2124;p94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94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94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27" name="Google Shape;2127;p94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8" name="Google Shape;2128;p94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36F5339-A7A3-9762-877E-125C251DE7EA}"/>
                  </a:ext>
                </a:extLst>
              </p14:cNvPr>
              <p14:cNvContentPartPr/>
              <p14:nvPr/>
            </p14:nvContentPartPr>
            <p14:xfrm>
              <a:off x="1412280" y="343800"/>
              <a:ext cx="4158720" cy="2660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36F5339-A7A3-9762-877E-125C251DE7E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402920" y="334440"/>
                <a:ext cx="4177440" cy="2679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3" name="Google Shape;2133;p95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</a:rPr>
              <a:t>N</a:t>
            </a:r>
            <a:r>
              <a:rPr lang="en-US" sz="1400" cap="small">
                <a:solidFill>
                  <a:srgbClr val="FFFFFF"/>
                </a:solidFill>
              </a:rPr>
              <a:t>umber</a:t>
            </a:r>
            <a:r>
              <a:rPr lang="en-US" sz="1400">
                <a:solidFill>
                  <a:srgbClr val="FFFFFF"/>
                </a:solidFill>
              </a:rPr>
              <a:t> </a:t>
            </a:r>
            <a:r>
              <a:rPr lang="en-US" sz="1400" cap="small">
                <a:solidFill>
                  <a:srgbClr val="FFFFFF"/>
                </a:solidFill>
              </a:rPr>
              <a:t>of</a:t>
            </a:r>
            <a:r>
              <a:rPr lang="en-US" sz="1400">
                <a:solidFill>
                  <a:srgbClr val="FFFFFF"/>
                </a:solidFill>
              </a:rPr>
              <a:t> P</a:t>
            </a:r>
            <a:r>
              <a:rPr lang="en-US" sz="1400" cap="small">
                <a:solidFill>
                  <a:srgbClr val="FFFFFF"/>
                </a:solidFill>
              </a:rPr>
              <a:t>arameters</a:t>
            </a:r>
            <a:r>
              <a:rPr lang="en-US" sz="1400">
                <a:solidFill>
                  <a:srgbClr val="FFFFFF"/>
                </a:solidFill>
              </a:rPr>
              <a:t> </a:t>
            </a:r>
            <a:r>
              <a:rPr lang="en-US" sz="1400" cap="small">
                <a:solidFill>
                  <a:srgbClr val="FFFFFF"/>
                </a:solidFill>
              </a:rPr>
              <a:t>in</a:t>
            </a:r>
            <a:r>
              <a:rPr lang="en-US" sz="1400">
                <a:solidFill>
                  <a:srgbClr val="FFFFFF"/>
                </a:solidFill>
              </a:rPr>
              <a:t> C</a:t>
            </a:r>
            <a:r>
              <a:rPr lang="en-US" sz="1400" cap="small">
                <a:solidFill>
                  <a:srgbClr val="FFFFFF"/>
                </a:solidFill>
              </a:rPr>
              <a:t>onvolutional</a:t>
            </a:r>
            <a:r>
              <a:rPr lang="en-US" sz="1400">
                <a:solidFill>
                  <a:srgbClr val="FFFFFF"/>
                </a:solidFill>
              </a:rPr>
              <a:t> L</a:t>
            </a:r>
            <a:r>
              <a:rPr lang="en-US" sz="1400" cap="small">
                <a:solidFill>
                  <a:srgbClr val="FFFFFF"/>
                </a:solidFill>
              </a:rPr>
              <a:t>ayer</a:t>
            </a:r>
            <a:endParaRPr sz="1400"/>
          </a:p>
        </p:txBody>
      </p:sp>
      <p:grpSp>
        <p:nvGrpSpPr>
          <p:cNvPr id="2134" name="Google Shape;2134;p95"/>
          <p:cNvGrpSpPr/>
          <p:nvPr/>
        </p:nvGrpSpPr>
        <p:grpSpPr>
          <a:xfrm>
            <a:off x="460921" y="770356"/>
            <a:ext cx="69291" cy="1337069"/>
            <a:chOff x="460921" y="770356"/>
            <a:chExt cx="69291" cy="1337069"/>
          </a:xfrm>
        </p:grpSpPr>
        <p:pic>
          <p:nvPicPr>
            <p:cNvPr id="2135" name="Google Shape;2135;p9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60921" y="77035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36" name="Google Shape;2136;p9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60921" y="203813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37" name="Google Shape;2137;p95"/>
          <p:cNvSpPr txBox="1"/>
          <p:nvPr/>
        </p:nvSpPr>
        <p:spPr>
          <a:xfrm>
            <a:off x="566445" y="692828"/>
            <a:ext cx="1932305" cy="21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38100" marR="30480" lvl="0" indent="0" algn="l" rtl="0">
              <a:lnSpc>
                <a:spcPct val="10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Example 1: First Convolutional Layer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Input: RGB image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35280" lvl="0" indent="0" algn="l" rtl="0">
              <a:lnSpc>
                <a:spcPct val="100000"/>
              </a:lnSpc>
              <a:spcBef>
                <a:spcPts val="65"/>
              </a:spcBef>
              <a:spcAft>
                <a:spcPts val="0"/>
              </a:spcAft>
              <a:buNone/>
            </a:pP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224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224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)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Kernel size: 5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5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Number of filters: 64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Bias: Yes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8100" lvl="0" indent="0" algn="l" rtl="0">
              <a:lnSpc>
                <a:spcPct val="100000"/>
              </a:lnSpc>
              <a:spcBef>
                <a:spcPts val="414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Calculation: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Parameters per filter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35280" lvl="0" indent="0" algn="l" rtl="0">
              <a:lnSpc>
                <a:spcPct val="100000"/>
              </a:lnSpc>
              <a:spcBef>
                <a:spcPts val="65"/>
              </a:spcBef>
              <a:spcAft>
                <a:spcPts val="0"/>
              </a:spcAft>
              <a:buNone/>
            </a:pP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5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5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76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Total parameters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35280" lvl="0" indent="0" algn="l" rtl="0">
              <a:lnSpc>
                <a:spcPct val="100000"/>
              </a:lnSpc>
              <a:spcBef>
                <a:spcPts val="65"/>
              </a:spcBef>
              <a:spcAft>
                <a:spcPts val="0"/>
              </a:spcAft>
              <a:buNone/>
            </a:pP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76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64 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950" b="1"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US" sz="1100" i="1"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-US" sz="950" b="1">
                <a:latin typeface="Arial"/>
                <a:ea typeface="Arial"/>
                <a:cs typeface="Arial"/>
                <a:sym typeface="Arial"/>
              </a:rPr>
              <a:t>864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38" name="Google Shape;2138;p95"/>
          <p:cNvGrpSpPr/>
          <p:nvPr/>
        </p:nvGrpSpPr>
        <p:grpSpPr>
          <a:xfrm>
            <a:off x="3187319" y="770356"/>
            <a:ext cx="69291" cy="1337069"/>
            <a:chOff x="3187319" y="770356"/>
            <a:chExt cx="69291" cy="1337069"/>
          </a:xfrm>
        </p:grpSpPr>
        <p:pic>
          <p:nvPicPr>
            <p:cNvPr id="2139" name="Google Shape;2139;p9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187319" y="77035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40" name="Google Shape;2140;p95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187319" y="203813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41" name="Google Shape;2141;p95"/>
          <p:cNvSpPr txBox="1"/>
          <p:nvPr/>
        </p:nvSpPr>
        <p:spPr>
          <a:xfrm>
            <a:off x="3292843" y="692828"/>
            <a:ext cx="2114700" cy="21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38100" marR="30480" lvl="0" indent="0" algn="l" rtl="0">
              <a:lnSpc>
                <a:spcPct val="10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Example 2: Deeper Convolutional Layer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0" marR="520065" lvl="0" indent="0" algn="ctr" rtl="0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Input: Feature map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0" marR="504190" lvl="0" indent="0" algn="ctr" rtl="0">
              <a:lnSpc>
                <a:spcPct val="100000"/>
              </a:lnSpc>
              <a:spcBef>
                <a:spcPts val="65"/>
              </a:spcBef>
              <a:spcAft>
                <a:spcPts val="0"/>
              </a:spcAft>
              <a:buNone/>
            </a:pP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56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56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128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)</a:t>
            </a:r>
            <a:endParaRPr sz="1100">
              <a:latin typeface="Tahoma"/>
              <a:ea typeface="Tahoma"/>
              <a:cs typeface="Tahoma"/>
              <a:sym typeface="Tahoma"/>
            </a:endParaRPr>
          </a:p>
          <a:p>
            <a:pPr marL="0" marR="579120" lvl="0" indent="0" algn="ctr" rtl="0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Kernel size: 3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3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Number of filters: 256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Bias: Yes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8100" lvl="0" indent="0" algn="l" rtl="0">
              <a:lnSpc>
                <a:spcPct val="100000"/>
              </a:lnSpc>
              <a:spcBef>
                <a:spcPts val="414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Calculation: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Parameters per filter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35280" lvl="0" indent="0" algn="l" rtl="0">
              <a:lnSpc>
                <a:spcPct val="100000"/>
              </a:lnSpc>
              <a:spcBef>
                <a:spcPts val="65"/>
              </a:spcBef>
              <a:spcAft>
                <a:spcPts val="0"/>
              </a:spcAft>
              <a:buNone/>
            </a:pP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128 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100" i="1">
                <a:latin typeface="Verdana"/>
                <a:ea typeface="Verdana"/>
                <a:cs typeface="Verdana"/>
                <a:sym typeface="Verdana"/>
              </a:rPr>
              <a:t>,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153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93040" lvl="0" indent="0" algn="l" rtl="0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None/>
            </a:pPr>
            <a:r>
              <a:rPr lang="en-US" sz="900" baseline="30000">
                <a:solidFill>
                  <a:srgbClr val="3333B2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Total parameters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335280" lvl="0" indent="0" algn="l" rtl="0">
              <a:lnSpc>
                <a:spcPct val="100000"/>
              </a:lnSpc>
              <a:spcBef>
                <a:spcPts val="65"/>
              </a:spcBef>
              <a:spcAft>
                <a:spcPts val="0"/>
              </a:spcAft>
              <a:buNone/>
            </a:pP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100" i="1"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153 </a:t>
            </a:r>
            <a:r>
              <a:rPr lang="en-US" sz="11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256 </a:t>
            </a:r>
            <a:r>
              <a:rPr lang="en-US" sz="1100">
                <a:latin typeface="Tahoma"/>
                <a:ea typeface="Tahoma"/>
                <a:cs typeface="Tahoma"/>
                <a:sym typeface="Tahoma"/>
              </a:rPr>
              <a:t>= </a:t>
            </a:r>
            <a:r>
              <a:rPr lang="en-US" sz="950" b="1">
                <a:latin typeface="Arial"/>
                <a:ea typeface="Arial"/>
                <a:cs typeface="Arial"/>
                <a:sym typeface="Arial"/>
              </a:rPr>
              <a:t>295</a:t>
            </a:r>
            <a:r>
              <a:rPr lang="en-US" sz="1100" i="1">
                <a:latin typeface="Verdana"/>
                <a:ea typeface="Verdana"/>
                <a:cs typeface="Verdana"/>
                <a:sym typeface="Verdana"/>
              </a:rPr>
              <a:t>,</a:t>
            </a:r>
            <a:r>
              <a:rPr lang="en-US" sz="950" b="1">
                <a:latin typeface="Arial"/>
                <a:ea typeface="Arial"/>
                <a:cs typeface="Arial"/>
                <a:sym typeface="Arial"/>
              </a:rPr>
              <a:t>168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42" name="Google Shape;2142;p95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2143" name="Google Shape;2143;p95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95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95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46" name="Google Shape;2146;p95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7" name="Google Shape;2147;p95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48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CB2249D-613E-E4B0-7487-62BBBDAA4679}"/>
                  </a:ext>
                </a:extLst>
              </p14:cNvPr>
              <p14:cNvContentPartPr/>
              <p14:nvPr/>
            </p14:nvContentPartPr>
            <p14:xfrm>
              <a:off x="1351440" y="914040"/>
              <a:ext cx="3967200" cy="2084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CB2249D-613E-E4B0-7487-62BBBDAA467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42080" y="904680"/>
                <a:ext cx="3985920" cy="2103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p96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N</a:t>
            </a:r>
            <a:r>
              <a:rPr lang="en-US" cap="small">
                <a:solidFill>
                  <a:srgbClr val="FFFFFF"/>
                </a:solidFill>
              </a:rPr>
              <a:t>umber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arameters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in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ooling</a:t>
            </a:r>
            <a:r>
              <a:rPr lang="en-US">
                <a:solidFill>
                  <a:srgbClr val="FFFFFF"/>
                </a:solidFill>
              </a:rPr>
              <a:t> L</a:t>
            </a:r>
            <a:r>
              <a:rPr lang="en-US" cap="small">
                <a:solidFill>
                  <a:srgbClr val="FFFFFF"/>
                </a:solidFill>
              </a:rPr>
              <a:t>ayers</a:t>
            </a:r>
            <a:endParaRPr/>
          </a:p>
        </p:txBody>
      </p:sp>
      <p:grpSp>
        <p:nvGrpSpPr>
          <p:cNvPr id="2153" name="Google Shape;2153;p96"/>
          <p:cNvGrpSpPr/>
          <p:nvPr/>
        </p:nvGrpSpPr>
        <p:grpSpPr>
          <a:xfrm>
            <a:off x="309193" y="1009078"/>
            <a:ext cx="5192466" cy="1297254"/>
            <a:chOff x="309193" y="1009078"/>
            <a:chExt cx="5192466" cy="1297254"/>
          </a:xfrm>
        </p:grpSpPr>
        <p:sp>
          <p:nvSpPr>
            <p:cNvPr id="2154" name="Google Shape;2154;p96"/>
            <p:cNvSpPr/>
            <p:nvPr/>
          </p:nvSpPr>
          <p:spPr>
            <a:xfrm>
              <a:off x="309193" y="1009078"/>
              <a:ext cx="5142230" cy="207010"/>
            </a:xfrm>
            <a:custGeom>
              <a:avLst/>
              <a:gdLst/>
              <a:ahLst/>
              <a:cxnLst/>
              <a:rect l="l" t="t" r="r" b="b"/>
              <a:pathLst>
                <a:path w="5142230" h="207009" extrusionOk="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6887"/>
                  </a:lnTo>
                  <a:lnTo>
                    <a:pt x="5141666" y="20688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155" name="Google Shape;2155;p9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9193" y="1203312"/>
              <a:ext cx="5141666" cy="506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56" name="Google Shape;2156;p9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59994" y="1397634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57" name="Google Shape;2157;p9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0794" y="1384934"/>
              <a:ext cx="5090865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58" name="Google Shape;2158;p96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50859" y="1053312"/>
              <a:ext cx="50800" cy="3443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59" name="Google Shape;2159;p96"/>
            <p:cNvSpPr/>
            <p:nvPr/>
          </p:nvSpPr>
          <p:spPr>
            <a:xfrm>
              <a:off x="309193" y="1247589"/>
              <a:ext cx="5142230" cy="201295"/>
            </a:xfrm>
            <a:custGeom>
              <a:avLst/>
              <a:gdLst/>
              <a:ahLst/>
              <a:cxnLst/>
              <a:rect l="l" t="t" r="r" b="b"/>
              <a:pathLst>
                <a:path w="5142230" h="201294" extrusionOk="0">
                  <a:moveTo>
                    <a:pt x="5141666" y="0"/>
                  </a:moveTo>
                  <a:lnTo>
                    <a:pt x="0" y="0"/>
                  </a:lnTo>
                  <a:lnTo>
                    <a:pt x="0" y="150045"/>
                  </a:lnTo>
                  <a:lnTo>
                    <a:pt x="4008" y="169770"/>
                  </a:lnTo>
                  <a:lnTo>
                    <a:pt x="14922" y="185923"/>
                  </a:lnTo>
                  <a:lnTo>
                    <a:pt x="31075" y="196837"/>
                  </a:lnTo>
                  <a:lnTo>
                    <a:pt x="50800" y="200845"/>
                  </a:lnTo>
                  <a:lnTo>
                    <a:pt x="5090865" y="200845"/>
                  </a:lnTo>
                  <a:lnTo>
                    <a:pt x="5110590" y="196837"/>
                  </a:lnTo>
                  <a:lnTo>
                    <a:pt x="5126743" y="185923"/>
                  </a:lnTo>
                  <a:lnTo>
                    <a:pt x="5137657" y="169770"/>
                  </a:lnTo>
                  <a:lnTo>
                    <a:pt x="5141666" y="150045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AEAF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96"/>
            <p:cNvSpPr/>
            <p:nvPr/>
          </p:nvSpPr>
          <p:spPr>
            <a:xfrm>
              <a:off x="5450859" y="1091407"/>
              <a:ext cx="0" cy="325755"/>
            </a:xfrm>
            <a:custGeom>
              <a:avLst/>
              <a:gdLst/>
              <a:ahLst/>
              <a:cxnLst/>
              <a:rect l="l" t="t" r="r" b="b"/>
              <a:pathLst>
                <a:path w="120000" h="325755" extrusionOk="0">
                  <a:moveTo>
                    <a:pt x="0" y="325276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96"/>
            <p:cNvSpPr/>
            <p:nvPr/>
          </p:nvSpPr>
          <p:spPr>
            <a:xfrm>
              <a:off x="5450859" y="107870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96"/>
            <p:cNvSpPr/>
            <p:nvPr/>
          </p:nvSpPr>
          <p:spPr>
            <a:xfrm>
              <a:off x="5450859" y="106600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96"/>
            <p:cNvSpPr/>
            <p:nvPr/>
          </p:nvSpPr>
          <p:spPr>
            <a:xfrm>
              <a:off x="5450859" y="105330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96"/>
            <p:cNvSpPr/>
            <p:nvPr/>
          </p:nvSpPr>
          <p:spPr>
            <a:xfrm>
              <a:off x="5450859" y="1034257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120000" h="19050" extrusionOk="0">
                  <a:moveTo>
                    <a:pt x="0" y="1905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165" name="Google Shape;2165;p96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201561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6" name="Google Shape;2166;p96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223704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67" name="Google Shape;2167;p96"/>
          <p:cNvSpPr txBox="1">
            <a:spLocks noGrp="1"/>
          </p:cNvSpPr>
          <p:nvPr>
            <p:ph type="body" idx="1"/>
          </p:nvPr>
        </p:nvSpPr>
        <p:spPr>
          <a:xfrm>
            <a:off x="347294" y="649667"/>
            <a:ext cx="5024120" cy="205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3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ey</a:t>
            </a:r>
            <a:r>
              <a:rPr lang="en-US" sz="1400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 I</a:t>
            </a:r>
            <a:r>
              <a:rPr lang="en-US" sz="1400" cap="small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nsight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None/>
            </a:pPr>
            <a:r>
              <a:rPr lang="en-US"/>
              <a:t>Pooling layers have ZERO learnable parameters!</a:t>
            </a:r>
            <a:endParaRPr/>
          </a:p>
          <a:p>
            <a:pPr marL="12700" lvl="0" indent="0" algn="l" rtl="0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None/>
            </a:pPr>
            <a:r>
              <a:rPr lang="en-US"/>
              <a:t>Why Zero Parameters?</a:t>
            </a:r>
            <a:endParaRPr/>
          </a:p>
          <a:p>
            <a:pPr marL="12700" lvl="0" indent="0" algn="l" rtl="0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Pooling operations are </a:t>
            </a:r>
            <a:r>
              <a:rPr lang="en-US"/>
              <a:t>fixed mathematical functions</a:t>
            </a:r>
            <a:r>
              <a:rPr lang="en-US">
                <a:solidFill>
                  <a:srgbClr val="000000"/>
                </a:solidFill>
              </a:rPr>
              <a:t>: </a:t>
            </a: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max </a:t>
            </a:r>
            <a:r>
              <a:rPr lang="en-US">
                <a:solidFill>
                  <a:srgbClr val="000000"/>
                </a:solidFill>
              </a:rPr>
              <a:t>or average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No weights or biases to learn</a:t>
            </a:r>
            <a:endParaRPr/>
          </a:p>
          <a:p>
            <a:pPr marL="309880" lvl="0" indent="0" algn="l" rtl="0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Only hyperparameters: pool size </a:t>
            </a:r>
            <a:r>
              <a:rPr lang="en-US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 </a:t>
            </a:r>
            <a:r>
              <a:rPr lang="en-US">
                <a:solidFill>
                  <a:srgbClr val="000000"/>
                </a:solidFill>
              </a:rPr>
              <a:t>and stride </a:t>
            </a:r>
            <a:r>
              <a:rPr lang="en-US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grpSp>
        <p:nvGrpSpPr>
          <p:cNvPr id="2168" name="Google Shape;2168;p96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2169" name="Google Shape;2169;p96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96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96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72" name="Google Shape;2172;p96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3" name="Google Shape;2173;p96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49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376DE0E-419F-C689-3397-23B845EB7F9C}"/>
                  </a:ext>
                </a:extLst>
              </p14:cNvPr>
              <p14:cNvContentPartPr/>
              <p14:nvPr/>
            </p14:nvContentPartPr>
            <p14:xfrm>
              <a:off x="1658160" y="1069200"/>
              <a:ext cx="2011320" cy="945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376DE0E-419F-C689-3397-23B845EB7F9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648800" y="1059840"/>
                <a:ext cx="2030040" cy="964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8" name="Google Shape;2178;p97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N</a:t>
            </a:r>
            <a:r>
              <a:rPr lang="en-US" cap="small">
                <a:solidFill>
                  <a:srgbClr val="FFFFFF"/>
                </a:solidFill>
              </a:rPr>
              <a:t>umber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of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arameters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cap="small">
                <a:solidFill>
                  <a:srgbClr val="FFFFFF"/>
                </a:solidFill>
              </a:rPr>
              <a:t>in</a:t>
            </a:r>
            <a:r>
              <a:rPr lang="en-US">
                <a:solidFill>
                  <a:srgbClr val="FFFFFF"/>
                </a:solidFill>
              </a:rPr>
              <a:t> P</a:t>
            </a:r>
            <a:r>
              <a:rPr lang="en-US" cap="small">
                <a:solidFill>
                  <a:srgbClr val="FFFFFF"/>
                </a:solidFill>
              </a:rPr>
              <a:t>ooling</a:t>
            </a:r>
            <a:r>
              <a:rPr lang="en-US">
                <a:solidFill>
                  <a:srgbClr val="FFFFFF"/>
                </a:solidFill>
              </a:rPr>
              <a:t> L</a:t>
            </a:r>
            <a:r>
              <a:rPr lang="en-US" cap="small">
                <a:solidFill>
                  <a:srgbClr val="FFFFFF"/>
                </a:solidFill>
              </a:rPr>
              <a:t>ayers</a:t>
            </a:r>
            <a:endParaRPr/>
          </a:p>
        </p:txBody>
      </p:sp>
      <p:grpSp>
        <p:nvGrpSpPr>
          <p:cNvPr id="2179" name="Google Shape;2179;p97"/>
          <p:cNvGrpSpPr/>
          <p:nvPr/>
        </p:nvGrpSpPr>
        <p:grpSpPr>
          <a:xfrm>
            <a:off x="561720" y="1267688"/>
            <a:ext cx="69291" cy="733552"/>
            <a:chOff x="561720" y="1267688"/>
            <a:chExt cx="69291" cy="733552"/>
          </a:xfrm>
        </p:grpSpPr>
        <p:pic>
          <p:nvPicPr>
            <p:cNvPr id="2180" name="Google Shape;2180;p9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61720" y="126768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1" name="Google Shape;2181;p9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61720" y="148910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2" name="Google Shape;2182;p9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61720" y="171052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3" name="Google Shape;2183;p97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61720" y="193194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4" name="Google Shape;2184;p97"/>
          <p:cNvSpPr txBox="1"/>
          <p:nvPr/>
        </p:nvSpPr>
        <p:spPr>
          <a:xfrm>
            <a:off x="395312" y="930698"/>
            <a:ext cx="1836420" cy="133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9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Max Pooling Example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Input: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56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56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128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Pool size: 2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2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Stride: 2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334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Output: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28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28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128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Parameters: 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0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85" name="Google Shape;2185;p97"/>
          <p:cNvGrpSpPr/>
          <p:nvPr/>
        </p:nvGrpSpPr>
        <p:grpSpPr>
          <a:xfrm>
            <a:off x="3237712" y="1267688"/>
            <a:ext cx="69291" cy="733552"/>
            <a:chOff x="3237712" y="1267688"/>
            <a:chExt cx="69291" cy="733552"/>
          </a:xfrm>
        </p:grpSpPr>
        <p:pic>
          <p:nvPicPr>
            <p:cNvPr id="2186" name="Google Shape;2186;p97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237712" y="126768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7" name="Google Shape;2187;p97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237712" y="1489100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8" name="Google Shape;2188;p97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3237712" y="1710524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9" name="Google Shape;2189;p97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3237712" y="193194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90" name="Google Shape;2190;p97"/>
          <p:cNvSpPr txBox="1"/>
          <p:nvPr/>
        </p:nvSpPr>
        <p:spPr>
          <a:xfrm>
            <a:off x="3071304" y="930698"/>
            <a:ext cx="1836420" cy="133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309880" marR="111125" lvl="0" indent="-297815" algn="l" rtl="0">
              <a:lnSpc>
                <a:spcPct val="126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Average Pooling Example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Input: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56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56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128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Pool size: 2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2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Stride: 2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marL="309880" lvl="0" indent="0" algn="l" rtl="0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en-US" sz="1050">
                <a:latin typeface="Arial"/>
                <a:ea typeface="Arial"/>
                <a:cs typeface="Arial"/>
                <a:sym typeface="Arial"/>
              </a:rPr>
              <a:t>Output: 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28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28 </a:t>
            </a:r>
            <a:r>
              <a:rPr lang="en-US" sz="12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50">
                <a:latin typeface="Arial"/>
                <a:ea typeface="Arial"/>
                <a:cs typeface="Arial"/>
                <a:sym typeface="Arial"/>
              </a:rPr>
              <a:t>128</a:t>
            </a:r>
            <a:r>
              <a:rPr lang="en-US" sz="1200">
                <a:latin typeface="Tahoma"/>
                <a:ea typeface="Tahoma"/>
                <a:cs typeface="Tahoma"/>
                <a:sym typeface="Tahoma"/>
              </a:rPr>
              <a:t>)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B1472"/>
                </a:solidFill>
                <a:latin typeface="Arial"/>
                <a:ea typeface="Arial"/>
                <a:cs typeface="Arial"/>
                <a:sym typeface="Arial"/>
              </a:rPr>
              <a:t>Parameters: </a:t>
            </a:r>
            <a:r>
              <a:rPr lang="en-US" sz="1050" b="1">
                <a:latin typeface="Arial"/>
                <a:ea typeface="Arial"/>
                <a:cs typeface="Arial"/>
                <a:sym typeface="Arial"/>
              </a:rPr>
              <a:t>0</a:t>
            </a:r>
            <a:endParaRPr sz="1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91" name="Google Shape;2191;p97"/>
          <p:cNvGrpSpPr/>
          <p:nvPr/>
        </p:nvGrpSpPr>
        <p:grpSpPr>
          <a:xfrm>
            <a:off x="0" y="3141936"/>
            <a:ext cx="5760261" cy="92075"/>
            <a:chOff x="0" y="3141936"/>
            <a:chExt cx="5760261" cy="92075"/>
          </a:xfrm>
        </p:grpSpPr>
        <p:sp>
          <p:nvSpPr>
            <p:cNvPr id="2192" name="Google Shape;2192;p97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97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97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95" name="Google Shape;2195;p97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6" name="Google Shape;2196;p97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8419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50</a:t>
            </a:fld>
            <a:r>
              <a:rPr lang="en-US"/>
              <a:t> / 153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BBF5952-F8F4-7AAB-3780-348D493EB308}"/>
                  </a:ext>
                </a:extLst>
              </p14:cNvPr>
              <p14:cNvContentPartPr/>
              <p14:nvPr/>
            </p14:nvContentPartPr>
            <p14:xfrm>
              <a:off x="1192320" y="1518120"/>
              <a:ext cx="3322080" cy="935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BBF5952-F8F4-7AAB-3780-348D493EB30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82960" y="1508760"/>
                <a:ext cx="3340800" cy="954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2" name="Google Shape;3622;p1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7"/>
            <a:ext cx="5759866" cy="3239902"/>
          </a:xfrm>
          <a:prstGeom prst="rect">
            <a:avLst/>
          </a:prstGeom>
          <a:noFill/>
          <a:ln>
            <a:noFill/>
          </a:ln>
        </p:spPr>
      </p:pic>
      <p:sp>
        <p:nvSpPr>
          <p:cNvPr id="3623" name="Google Shape;3623;p153"/>
          <p:cNvSpPr txBox="1">
            <a:spLocks noGrp="1"/>
          </p:cNvSpPr>
          <p:nvPr>
            <p:ph type="title"/>
          </p:nvPr>
        </p:nvSpPr>
        <p:spPr>
          <a:xfrm>
            <a:off x="95300" y="109545"/>
            <a:ext cx="5267960" cy="28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</a:t>
            </a:r>
            <a:r>
              <a:rPr lang="en-US" cap="small"/>
              <a:t>eferences</a:t>
            </a:r>
            <a:endParaRPr/>
          </a:p>
        </p:txBody>
      </p:sp>
      <p:grpSp>
        <p:nvGrpSpPr>
          <p:cNvPr id="3624" name="Google Shape;3624;p153"/>
          <p:cNvGrpSpPr/>
          <p:nvPr/>
        </p:nvGrpSpPr>
        <p:grpSpPr>
          <a:xfrm>
            <a:off x="0" y="662012"/>
            <a:ext cx="5760261" cy="2571999"/>
            <a:chOff x="0" y="662012"/>
            <a:chExt cx="5760261" cy="2571999"/>
          </a:xfrm>
        </p:grpSpPr>
        <p:pic>
          <p:nvPicPr>
            <p:cNvPr id="3625" name="Google Shape;3625;p15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3702" y="662012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26" name="Google Shape;3626;p15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13702" y="1027087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27" name="Google Shape;3627;p15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13702" y="1220101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28" name="Google Shape;3628;p153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13702" y="1585188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29" name="Google Shape;3629;p153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13702" y="1950275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30" name="Google Shape;3630;p153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13702" y="2315349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31" name="Google Shape;3631;p153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13702" y="2680436"/>
              <a:ext cx="69291" cy="692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32" name="Google Shape;3632;p153"/>
            <p:cNvSpPr/>
            <p:nvPr/>
          </p:nvSpPr>
          <p:spPr>
            <a:xfrm>
              <a:off x="0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FACA2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3" name="Google Shape;3633;p153"/>
            <p:cNvSpPr/>
            <p:nvPr/>
          </p:nvSpPr>
          <p:spPr>
            <a:xfrm>
              <a:off x="1923862" y="3141936"/>
              <a:ext cx="1912620" cy="92075"/>
            </a:xfrm>
            <a:custGeom>
              <a:avLst/>
              <a:gdLst/>
              <a:ahLst/>
              <a:cxnLst/>
              <a:rect l="l" t="t" r="r" b="b"/>
              <a:pathLst>
                <a:path w="191262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12348" y="0"/>
                  </a:lnTo>
                  <a:lnTo>
                    <a:pt x="1912348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76C3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4" name="Google Shape;3634;p153"/>
            <p:cNvSpPr/>
            <p:nvPr/>
          </p:nvSpPr>
          <p:spPr>
            <a:xfrm>
              <a:off x="3836211" y="3141936"/>
              <a:ext cx="1924050" cy="92075"/>
            </a:xfrm>
            <a:custGeom>
              <a:avLst/>
              <a:gdLst/>
              <a:ahLst/>
              <a:cxnLst/>
              <a:rect l="l" t="t" r="r" b="b"/>
              <a:pathLst>
                <a:path w="1924050" h="92075" extrusionOk="0">
                  <a:moveTo>
                    <a:pt x="0" y="91521"/>
                  </a:moveTo>
                  <a:lnTo>
                    <a:pt x="0" y="0"/>
                  </a:lnTo>
                  <a:lnTo>
                    <a:pt x="1923862" y="0"/>
                  </a:lnTo>
                  <a:lnTo>
                    <a:pt x="1923862" y="91521"/>
                  </a:lnTo>
                  <a:lnTo>
                    <a:pt x="0" y="91521"/>
                  </a:lnTo>
                  <a:close/>
                </a:path>
              </a:pathLst>
            </a:custGeom>
            <a:solidFill>
              <a:srgbClr val="EC202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35" name="Google Shape;3635;p153"/>
          <p:cNvSpPr txBox="1"/>
          <p:nvPr/>
        </p:nvSpPr>
        <p:spPr>
          <a:xfrm>
            <a:off x="644626" y="573997"/>
            <a:ext cx="4768215" cy="2388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449580" lvl="0" indent="0" algn="l" rtl="0">
              <a:lnSpc>
                <a:spcPct val="118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Zhang, A., Lipton, Z. C., Li, M., &amp; Smola, A. J. (2023). 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Dive into deep learning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. Cambridge University Press. Chapters 6 and 7.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marR="414019" lvl="0" indent="0" algn="l" rtl="0">
              <a:lnSpc>
                <a:spcPct val="126099"/>
              </a:lnSpc>
              <a:spcBef>
                <a:spcPts val="85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Goodfellow, I., Bengio, Y., Courville, A. (2016). 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Deep Learning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. MIT Press. LeCun, Y., Bottou, L., Bengio, Y., &amp; Haffner, P. (1998). Gradient-based learning applied to document recognition. 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Proceedings of the IEEE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, 86(11), 2278-2324.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l" rtl="0">
              <a:lnSpc>
                <a:spcPct val="118900"/>
              </a:lnSpc>
              <a:spcBef>
                <a:spcPts val="165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Krizhevsky, A., Sutskever, I., &amp; Hinton, G. E. (2012). ImageNet classification with deep convolutional neural networks. 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Advances in NIPS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.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marR="548640" lvl="0" indent="0" algn="l" rtl="0">
              <a:lnSpc>
                <a:spcPct val="118900"/>
              </a:lnSpc>
              <a:spcBef>
                <a:spcPts val="165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Simonyan, K., &amp; Zisserman, A. (2014). Very deep convolutional networks for large-scale image recognition. 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arXiv preprint arXiv:1409.1556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.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marR="97790" lvl="0" indent="0" algn="l" rtl="0">
              <a:lnSpc>
                <a:spcPct val="1189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Szegedy, C., et al. (2015). Going deeper with convolutions. 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Proceedings of the IEEE CVPR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.</a:t>
            </a:r>
            <a:endParaRPr sz="950">
              <a:latin typeface="Arial"/>
              <a:ea typeface="Arial"/>
              <a:cs typeface="Arial"/>
              <a:sym typeface="Arial"/>
            </a:endParaRPr>
          </a:p>
          <a:p>
            <a:pPr marL="12700" marR="464819" lvl="0" indent="0" algn="l" rtl="0">
              <a:lnSpc>
                <a:spcPct val="118900"/>
              </a:lnSpc>
              <a:spcBef>
                <a:spcPts val="165"/>
              </a:spcBef>
              <a:spcAft>
                <a:spcPts val="0"/>
              </a:spcAft>
              <a:buNone/>
            </a:pPr>
            <a:r>
              <a:rPr lang="en-US" sz="950">
                <a:latin typeface="Arial"/>
                <a:ea typeface="Arial"/>
                <a:cs typeface="Arial"/>
                <a:sym typeface="Arial"/>
              </a:rPr>
              <a:t>He, K., Zhang, X., Ren, S., &amp; Sun, J. (2016). Deep residual learning for image recognition. </a:t>
            </a:r>
            <a:r>
              <a:rPr lang="en-US" sz="950" i="1">
                <a:latin typeface="Arial"/>
                <a:ea typeface="Arial"/>
                <a:cs typeface="Arial"/>
                <a:sym typeface="Arial"/>
              </a:rPr>
              <a:t>Proceedings of the IEEE CVPR</a:t>
            </a:r>
            <a:r>
              <a:rPr lang="en-US" sz="950">
                <a:latin typeface="Arial"/>
                <a:ea typeface="Arial"/>
                <a:cs typeface="Arial"/>
                <a:sym typeface="Arial"/>
              </a:rPr>
              <a:t>.</a:t>
            </a:r>
            <a:endParaRPr sz="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6" name="Google Shape;3636;p153"/>
          <p:cNvSpPr txBox="1"/>
          <p:nvPr/>
        </p:nvSpPr>
        <p:spPr>
          <a:xfrm>
            <a:off x="2448864" y="3137672"/>
            <a:ext cx="908050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D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eep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eural</a:t>
            </a:r>
            <a:r>
              <a:rPr lang="en-US" sz="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 N</a:t>
            </a:r>
            <a:r>
              <a:rPr lang="en-US" sz="600" u="sng" cap="small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 action="ppaction://hlinksldjump"/>
              </a:rPr>
              <a:t>etwork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7" name="Google Shape;3637;p153"/>
          <p:cNvSpPr txBox="1">
            <a:spLocks noGrp="1"/>
          </p:cNvSpPr>
          <p:nvPr>
            <p:ph type="sldNum" idx="12"/>
          </p:nvPr>
        </p:nvSpPr>
        <p:spPr>
          <a:xfrm>
            <a:off x="4607083" y="3137672"/>
            <a:ext cx="401954" cy="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51</a:t>
            </a:fld>
            <a:r>
              <a:rPr lang="en-US"/>
              <a:t> / 153</a:t>
            </a:r>
            <a:endParaRPr/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83247868A9EF043AAFD763B509A33CB" ma:contentTypeVersion="32" ma:contentTypeDescription="Create a new document." ma:contentTypeScope="" ma:versionID="49e29cc773250fb22efa7541fc8a4712">
  <xsd:schema xmlns:xsd="http://www.w3.org/2001/XMLSchema" xmlns:xs="http://www.w3.org/2001/XMLSchema" xmlns:p="http://schemas.microsoft.com/office/2006/metadata/properties" xmlns:ns2="921d7e3d-ccf6-4c0a-83b2-6e8132303dda" xmlns:ns3="9e209dda-a78e-49a0-9b2f-f7ca81c34b7c" targetNamespace="http://schemas.microsoft.com/office/2006/metadata/properties" ma:root="true" ma:fieldsID="8e323d0c1f05f1d80d7a271d7d64525c" ns2:_="" ns3:_="">
    <xsd:import namespace="921d7e3d-ccf6-4c0a-83b2-6e8132303dda"/>
    <xsd:import namespace="9e209dda-a78e-49a0-9b2f-f7ca81c34b7c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1d7e3d-ccf6-4c0a-83b2-6e8132303dda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37" nillable="true" ma:taxonomy="true" ma:internalName="lcf76f155ced4ddcb4097134ff3c332f" ma:taxonomyFieldName="MediaServiceImageTags" ma:displayName="Image Tags" ma:readOnly="false" ma:fieldId="{5cf76f15-5ced-4ddc-b409-7134ff3c332f}" ma:taxonomyMulti="true" ma:sspId="eb8cb680-6a83-4177-80f4-b15e2230c4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3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209dda-a78e-49a0-9b2f-f7ca81c34b7c" elementFormDefault="qualified">
    <xsd:import namespace="http://schemas.microsoft.com/office/2006/documentManagement/types"/>
    <xsd:import namespace="http://schemas.microsoft.com/office/infopath/2007/PartnerControls"/>
    <xsd:element name="TaxCatchAll" ma:index="38" nillable="true" ma:displayName="Taxonomy Catch All Column" ma:hidden="true" ma:list="{a0018add-e23d-4441-b071-bb6fc52e56ca}" ma:internalName="TaxCatchAll" ma:showField="CatchAllData" ma:web="9e209dda-a78e-49a0-9b2f-f7ca81c34b7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elf_Registration_Enabled xmlns="921d7e3d-ccf6-4c0a-83b2-6e8132303dda" xsi:nil="true"/>
    <DefaultSectionNames xmlns="921d7e3d-ccf6-4c0a-83b2-6e8132303dda" xsi:nil="true"/>
    <Is_Collaboration_Space_Locked xmlns="921d7e3d-ccf6-4c0a-83b2-6e8132303dda" xsi:nil="true"/>
    <Teams_Channel_Section_Location xmlns="921d7e3d-ccf6-4c0a-83b2-6e8132303dda" xsi:nil="true"/>
    <AppVersion xmlns="921d7e3d-ccf6-4c0a-83b2-6e8132303dda" xsi:nil="true"/>
    <LMS_Mappings xmlns="921d7e3d-ccf6-4c0a-83b2-6e8132303dda" xsi:nil="true"/>
    <Invited_Students xmlns="921d7e3d-ccf6-4c0a-83b2-6e8132303dda" xsi:nil="true"/>
    <Math_Settings xmlns="921d7e3d-ccf6-4c0a-83b2-6e8132303dda" xsi:nil="true"/>
    <Templates xmlns="921d7e3d-ccf6-4c0a-83b2-6e8132303dda" xsi:nil="true"/>
    <FolderType xmlns="921d7e3d-ccf6-4c0a-83b2-6e8132303dda" xsi:nil="true"/>
    <Owner xmlns="921d7e3d-ccf6-4c0a-83b2-6e8132303dda">
      <UserInfo>
        <DisplayName/>
        <AccountId xsi:nil="true"/>
        <AccountType/>
      </UserInfo>
    </Owner>
    <Teachers xmlns="921d7e3d-ccf6-4c0a-83b2-6e8132303dda">
      <UserInfo>
        <DisplayName/>
        <AccountId xsi:nil="true"/>
        <AccountType/>
      </UserInfo>
    </Teachers>
    <Students xmlns="921d7e3d-ccf6-4c0a-83b2-6e8132303dda">
      <UserInfo>
        <DisplayName/>
        <AccountId xsi:nil="true"/>
        <AccountType/>
      </UserInfo>
    </Students>
    <Student_Groups xmlns="921d7e3d-ccf6-4c0a-83b2-6e8132303dda">
      <UserInfo>
        <DisplayName/>
        <AccountId xsi:nil="true"/>
        <AccountType/>
      </UserInfo>
    </Student_Groups>
    <Distribution_Groups xmlns="921d7e3d-ccf6-4c0a-83b2-6e8132303dda" xsi:nil="true"/>
    <TeamsChannelId xmlns="921d7e3d-ccf6-4c0a-83b2-6e8132303dda" xsi:nil="true"/>
    <IsNotebookLocked xmlns="921d7e3d-ccf6-4c0a-83b2-6e8132303dda" xsi:nil="true"/>
    <NotebookType xmlns="921d7e3d-ccf6-4c0a-83b2-6e8132303dda" xsi:nil="true"/>
    <CultureName xmlns="921d7e3d-ccf6-4c0a-83b2-6e8132303dda" xsi:nil="true"/>
    <Invited_Teachers xmlns="921d7e3d-ccf6-4c0a-83b2-6e8132303dda" xsi:nil="true"/>
    <Has_Teacher_Only_SectionGroup xmlns="921d7e3d-ccf6-4c0a-83b2-6e8132303dda" xsi:nil="true"/>
    <lcf76f155ced4ddcb4097134ff3c332f xmlns="921d7e3d-ccf6-4c0a-83b2-6e8132303dda">
      <Terms xmlns="http://schemas.microsoft.com/office/infopath/2007/PartnerControls"/>
    </lcf76f155ced4ddcb4097134ff3c332f>
    <TaxCatchAll xmlns="9e209dda-a78e-49a0-9b2f-f7ca81c34b7c" xsi:nil="true"/>
  </documentManagement>
</p:properties>
</file>

<file path=customXml/itemProps1.xml><?xml version="1.0" encoding="utf-8"?>
<ds:datastoreItem xmlns:ds="http://schemas.openxmlformats.org/officeDocument/2006/customXml" ds:itemID="{149425F0-903D-4B2E-B6DE-48A4E2FF9D63}"/>
</file>

<file path=customXml/itemProps2.xml><?xml version="1.0" encoding="utf-8"?>
<ds:datastoreItem xmlns:ds="http://schemas.openxmlformats.org/officeDocument/2006/customXml" ds:itemID="{630C0C34-83B4-4165-9556-9656C62BE970}"/>
</file>

<file path=customXml/itemProps3.xml><?xml version="1.0" encoding="utf-8"?>
<ds:datastoreItem xmlns:ds="http://schemas.openxmlformats.org/officeDocument/2006/customXml" ds:itemID="{9674E785-093F-4D56-ABB8-F3335065B929}"/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3413</Words>
  <Application>Microsoft Office PowerPoint</Application>
  <PresentationFormat>Custom</PresentationFormat>
  <Paragraphs>819</Paragraphs>
  <Slides>51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9" baseType="lpstr">
      <vt:lpstr>Tahoma</vt:lpstr>
      <vt:lpstr>Times New Roman</vt:lpstr>
      <vt:lpstr>Calibri</vt:lpstr>
      <vt:lpstr>Cambria</vt:lpstr>
      <vt:lpstr>Verdana</vt:lpstr>
      <vt:lpstr>Lucida Sans</vt:lpstr>
      <vt:lpstr>Arial</vt:lpstr>
      <vt:lpstr>Office Theme</vt:lpstr>
      <vt:lpstr>PowerPoint Presentation</vt:lpstr>
      <vt:lpstr>PowerPoint Presentation</vt:lpstr>
      <vt:lpstr>Table of Contents</vt:lpstr>
      <vt:lpstr>Receptive Field: Definition</vt:lpstr>
      <vt:lpstr>Receptive Field: Visual Example</vt:lpstr>
      <vt:lpstr>Receptive Field: Calculation</vt:lpstr>
      <vt:lpstr>What Do Learned Kernels Look Like?</vt:lpstr>
      <vt:lpstr>Padding</vt:lpstr>
      <vt:lpstr>PowerPoint Presentation</vt:lpstr>
      <vt:lpstr>Stride</vt:lpstr>
      <vt:lpstr>PowerPoint Presentation</vt:lpstr>
      <vt:lpstr>Strided Convolution</vt:lpstr>
      <vt:lpstr>Strided Convolution: Example</vt:lpstr>
      <vt:lpstr>Dilated (Atrous) Convolution</vt:lpstr>
      <vt:lpstr>Dilated Convolution: Visual Example</vt:lpstr>
      <vt:lpstr>PowerPoint Presentation</vt:lpstr>
      <vt:lpstr>Dilated Convolution: Applications and Benefits</vt:lpstr>
      <vt:lpstr>Strided vs. Dilated Convolution: Comparison</vt:lpstr>
      <vt:lpstr>Multiple Channels:  Introduction</vt:lpstr>
      <vt:lpstr>Multi-Channel Input: Single Filter</vt:lpstr>
      <vt:lpstr>PowerPoint Presentation</vt:lpstr>
      <vt:lpstr>Multi-Channel Convolution:  Mathematical</vt:lpstr>
      <vt:lpstr>Multi-Channel Input and Output</vt:lpstr>
      <vt:lpstr>Multi-Channel Example: Numerical</vt:lpstr>
      <vt:lpstr>Channel Evolution in Deep CNNs</vt:lpstr>
      <vt:lpstr>Multi-Channel Convolution: Key Takeaway</vt:lpstr>
      <vt:lpstr>Pooling Operations</vt:lpstr>
      <vt:lpstr>Max Pooling</vt:lpstr>
      <vt:lpstr>Average Pooling</vt:lpstr>
      <vt:lpstr>1  1 Convolution: Introduction</vt:lpstr>
      <vt:lpstr>1  1 Convolution: How It Works</vt:lpstr>
      <vt:lpstr>1 x 1 Convolution: Key Applications</vt:lpstr>
      <vt:lpstr>1  x 1 Convolution: Bottleneck Architecture</vt:lpstr>
      <vt:lpstr>ReLU Activation Function</vt:lpstr>
      <vt:lpstr>ReLU Activation Function</vt:lpstr>
      <vt:lpstr>ReLU Activation Function</vt:lpstr>
      <vt:lpstr>Convolution + ReLu + Max Pooling</vt:lpstr>
      <vt:lpstr>Fully Connected (Dense) Layer</vt:lpstr>
      <vt:lpstr>Fully Connected (Dense) Layer</vt:lpstr>
      <vt:lpstr>FC Layer - Numerical Example</vt:lpstr>
      <vt:lpstr>FC - Advantages and Disadvantages</vt:lpstr>
      <vt:lpstr>Softmax Activation Function</vt:lpstr>
      <vt:lpstr>Softmax Activation Function</vt:lpstr>
      <vt:lpstr>Softmax - Numerical Example</vt:lpstr>
      <vt:lpstr>Table of Contents</vt:lpstr>
      <vt:lpstr>Typical CNN Architecture</vt:lpstr>
      <vt:lpstr>Number of Parameters in Convolutional Layer</vt:lpstr>
      <vt:lpstr>Number of Parameters in Convolutional Layer</vt:lpstr>
      <vt:lpstr>Number of Parameters in Pooling Layers</vt:lpstr>
      <vt:lpstr>Number of Parameters in Pooling Layers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Aakash Goel (DSAI)</cp:lastModifiedBy>
  <cp:revision>7</cp:revision>
  <dcterms:created xsi:type="dcterms:W3CDTF">2025-12-09T13:51:45Z</dcterms:created>
  <dcterms:modified xsi:type="dcterms:W3CDTF">2026-04-05T12:13:58Z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2025-12-04T00:00:00Z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2025-12-09T00:00:00Z</vt:filetime>
  </property>
  <property fmtid="{D5CDD505-2E9C-101B-9397-08002B2CF9AE}" pid="5" name="PTEX.Fullbanner">
    <vt:lpwstr>This is pdfTeX, Version 3.14159265-2.6-1.40.20 (TeX Live 2019/Debian) kpathsea version 6.3.1</vt:lpwstr>
  </property>
  <property fmtid="{D5CDD505-2E9C-101B-9397-08002B2CF9AE}" pid="6" name="Producer">
    <vt:lpwstr>pdfTeX-1.40.20</vt:lpwstr>
  </property>
  <property fmtid="{D5CDD505-2E9C-101B-9397-08002B2CF9AE}" pid="7" name="ContentTypeId">
    <vt:lpwstr>0x010100483247868A9EF043AAFD763B509A33CB</vt:lpwstr>
  </property>
</Properties>
</file>