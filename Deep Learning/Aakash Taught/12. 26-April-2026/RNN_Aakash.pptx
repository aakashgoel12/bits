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90" d="100"/>
          <a:sy n="90" d="100"/>
        </p:scale>
        <p:origin x="37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0:50.2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0:53.4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673 1 24575,'-2'9'0,"-171"686"0,-53-14 0,-11-29-1365,202-559-5461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0:54.0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293 541 24575,'14'-14'0,"-3"0"0,29-25 0,2 2 0,2 1 0,95-57 0,-59 48 0,144-58 0,-130 68 0,1 5 0,1 3 0,2 5 0,101-10 0,-119 24 0,0 3 0,0 4 0,0 4 0,-1 3 0,120 24 0,-177-26 0,-1 1 0,-1 1 0,1 1 0,-1 1 0,0 0 0,21 13 0,-38-19 0,0 0 0,1 1 0,-1-1 0,0 1 0,0 0 0,0-1 0,-1 1 0,1 0 0,-1 1 0,0-1 0,0 0 0,0 1 0,0-1 0,0 1 0,-1 0 0,1-1 0,-1 1 0,0 0 0,0 0 0,-1 0 0,1 0 0,-1 0 0,0 0 0,0 0 0,0 0 0,-1 5 0,-2 3 0,-1 1 0,0-1 0,-1 1 0,0-1 0,-1 0 0,0-1 0,-9 13 0,-22 31 5,-2-2-1,-83 88 1,-117 82-219,32-50-35,-7-8-1,-8-10 0,-440 230 0,573-341 250,-1-3 0,-161 49 0,240-87 17,7-1 9,-1-1 0,0 0 0,1 0 0,-1 0 1,0-1-1,-8 0 0,9-2 783,10-2-619,17-1-190,0 2 0,0 0 0,0 1 0,1 1 0,37 4 0,-39-2 0,96 8 0,0 5 0,-1 5 0,164 48 0,-98-9 0,241 111 0,-270-95 60,216 139 0,-267-143-555,-3 5 0,159 153 0,-215-182-6331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0:54.7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403 926 24575,'-4'18'0,"-133"541"0,84-395 0,-99 213 0,146-364 0,-18 31 0,24-43 0,0-1 0,0 0 0,0 1 0,0-1 0,0 0 0,-1 0 0,1 1 0,0-1 0,0 0 0,0 0 0,0 0 0,-1 1 0,1-1 0,0 0 0,0 0 0,0 0 0,-1 0 0,1 1 0,0-1 0,0 0 0,-1 0 0,1 0 0,0 0 0,0 0 0,-1 0 0,1 0 0,0 0 0,0 0 0,-1 1 0,1-1 0,0 0 0,-1-1 0,1 1 0,0 0 0,0 0 0,-1 0 0,1 0 0,0 0 0,0 0 0,-1 0 0,1 0 0,0 0 0,0 0 0,-1-1 0,1 1 0,0 0 0,0 0 0,0 0 0,-1 0 0,1-1 0,0 1 0,-1-1 0,-5-19 0,1-23 0,3 0 0,1-1 0,1 1 0,11-64 0,-7 66 0,18-158 0,68-275 0,-56 347 0,5 2 0,5 1 0,74-142 0,-88 207 0,52-76 0,-71 120 0,1-1 0,0 2 0,1 0 0,0 0 0,1 1 0,1 1 0,0 0 0,1 1 0,23-13 0,-30 20 0,-1 1 0,1 0 0,-1 0 0,1 1 0,0 0 0,0 0 0,0 1 0,0 1 0,0-1 0,0 1 0,10 2 0,-6 0 0,0 0 0,0 2 0,-1-1 0,1 2 0,-1 0 0,23 12 0,-7 0 0,-1 2 0,-1 1 0,-1 1 0,-1 2 0,28 31 0,10 20 0,-4 2 0,-3 3 0,53 100 0,113 268 0,-141-264 0,36 72 0,-110-242 0,-1-1 0,1 0 0,0-1 0,14 19 0,-18-28 0,-1 0 0,1 0 0,0 0 0,0 0 0,-1 0 0,1-1 0,1 1 0,-1 0 0,0-1 0,0 0 0,0 0 0,1 1 0,-1-1 0,1-1 0,-1 1 0,1 0 0,-1-1 0,1 1 0,-1-1 0,1 0 0,0 1 0,-1-1 0,1-1 0,4 1 0,-1-2 0,0 0 0,-1-1 0,1 1 0,0-1 0,-1 0 0,0-1 0,1 1 0,-2-1 0,1 0 0,0 0 0,4-5 0,10-12 0,19-29 0,10-21 3,-2-2 0,58-130 0,44-173-116,-23-21-301,-99 295-270,24-206 0,-48 274-5621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0:55.4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6 892 24575,'9'50'0,"18"91"0,12 193 0,-35-138 0,-9-1 0,-8 0 0,-49 246 0,58-426 0,6-37 0,98-675 0,29 4 0,-116 624 0,52-233 0,-65 301 0,0 1 0,0-1 0,0 1 0,0 0 0,0-1 0,0 1 0,0 0 0,0-1 0,0 1 0,0 0 0,1-1 0,-1 1 0,0 0 0,0-1 0,0 1 0,1 0 0,-1 0 0,0-1 0,0 1 0,0 0 0,1 0 0,-1-1 0,0 1 0,1 0 0,-1 0 0,0 0 0,1 0 0,-1-1 0,0 1 0,1 0 0,-1 0 0,0 0 0,1 0 0,-1 0 0,0 0 0,1 0 0,-1 0 0,0 0 0,1 0 0,-1 0 0,0 0 0,1 0 0,-1 0 0,0 0 0,1 0 0,-1 0 0,0 1 0,1-1 0,-1 0 0,0 0 0,1 0 0,-1 1 0,18 17 0,-15-15 0,43 58 0,-3 3 0,65 125 0,-79-135 0,44 83 0,139 242 0,-164-303 0,4-1 0,107 117 0,-138-169 0,0-2 0,2-1 0,0-1 0,1-1 0,1 0 0,36 17 0,-53-30 0,1-1 0,0-1 0,0 0 0,0 0 0,1-1 0,-1 0 0,0 0 0,1-1 0,0 0 0,-1-1 0,1 0 0,-1-1 0,1 0 0,0 0 0,-1-1 0,0 0 0,1-1 0,-1 0 0,0 0 0,0-1 0,-1 0 0,1-1 0,14-10 0,-5 0 0,1 0 0,-2-2 0,0 0 0,-2-1 0,1 0 0,-2-1 0,15-26 0,-1-7 0,40-100 0,-29 44 0,-4-1 0,-6-2 0,20-142 0,-33 115 0,-5 0 0,-9-188 0,-3 268 0,-3 1 0,-3 0 0,-2 0 0,-21-72 0,27 119-114,0 0 1,-1 1-1,-1-1 0,1 1 0,-2 0 1,1 0-1,-1 0 0,0 1 0,-1 0 1,0 0-1,-9-7 0,-26-15-6712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0:55.9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1068 24575,'1'-3'0,"0"0"0,0 0 0,1 1 0,-1-1 0,1 1 0,0-1 0,-1 1 0,1 0 0,0 0 0,1-1 0,-1 1 0,0 1 0,1-1 0,-1 0 0,1 1 0,-1-1 0,1 1 0,3-2 0,3-2 0,68-41 7,2 4 0,94-35 0,186-53-303,54 4-1326,523-88 0,449 8 850,1305 27-1282,-1063 203 3473,-71 0 568,-1521-25-508,-41 1-8210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1:01.6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54 24575,'0'-1'0,"0"1"0,0-1 0,0 1 0,1-1 0,-1 0 0,0 1 0,0-1 0,1 1 0,-1-1 0,0 1 0,1-1 0,-1 1 0,1 0 0,-1-1 0,1 1 0,-1 0 0,1-1 0,-1 1 0,1 0 0,-1-1 0,1 1 0,0 0 0,21-9 0,-1 2 0,1 0 0,0 2 0,0 0 0,37-2 0,-18 4 0,1 2 0,49 6 0,-77-4 0,-1 1 0,1 0 0,-1 1 0,0 1 0,0 0 0,0 1 0,0 0 0,-1 1 0,15 8 0,-20-9 0,-1 0 0,0 0 0,0 1 0,0-1 0,0 2 0,-1-1 0,0 0 0,0 1 0,-1 0 0,0 0 0,0 0 0,0 1 0,-1-1 0,0 1 0,-1 0 0,3 14 0,-2-1 0,-1 1 0,-2 0 0,0-1 0,-1 1 0,-1 0 0,-1-1 0,-1 1 0,0-1 0,-10 23 0,-7 16 0,-54 105 0,25-72 0,-3-3 0,-5-2 0,-3-3 0,-130 139 0,182-216 0,1 1 0,-1 0 0,0 0 0,-17 10 0,101-14 0,44-8 0,175-26 0,115-53 0,-302 55-682,148-59-1,-211 67-6143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1:02.1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44 144 24575,'-10'24'0,"2"2"0,0 0 0,2 1 0,2 0 0,0 0 0,2 0 0,0 0 0,2 1 0,1-1 0,2 0 0,0 0 0,2 0 0,12 40 0,-11-48 0,0-1 0,1-1 0,1 1 0,1-1 0,0-1 0,2 1 0,-1-2 0,2 1 0,0-1 0,1-1 0,0-1 0,1 0 0,1 0 0,0-1 0,1-1 0,0-1 0,0 0 0,28 11 0,-23-13 0,0-2 0,0 0 0,1-2 0,-1 0 0,1-1 0,0-2 0,0 0 0,26-3 0,-21 0 0,1-2 0,-1-1 0,0-1 0,-1-2 0,1 0 0,34-17 0,-39 14 0,0-1 0,-1-1 0,0 0 0,-1-2 0,-1 0 0,0-1 0,21-25 0,-28 27 0,-1 0 0,0-1 0,-1-1 0,-1 1 0,0-2 0,-1 1 0,-1-1 0,0 0 0,-1-1 0,4-22 0,-8 27 0,0 0 0,0 0 0,-2-1 0,0 1 0,0 0 0,-1 0 0,-1-1 0,0 1 0,0 0 0,-2 1 0,0-1 0,-9-20 0,6 18 0,-2 0 0,0 1 0,-1 0 0,0 0 0,-1 2 0,0-1 0,-1 1 0,-27-20 0,10 12 0,-1 1 0,-1 2 0,0 1 0,-1 2 0,-1 1 0,0 1 0,0 2 0,-69-11 0,81 17 0,0 2 0,0 1 0,0 0 0,0 2 0,0 0 0,0 2 0,0 0 0,0 1 0,1 1 0,-21 8 0,28-8 0,1 1 0,-1 0 0,1 1 0,1 0 0,0 1 0,0 1 0,0-1 0,1 2 0,0-1 0,1 1 0,0 1 0,1 0 0,0 0 0,1 0 0,0 1 0,-7 17 0,9-18-151,1 0-1,1 0 0,0 1 0,1 0 1,0-1-1,0 1 0,2 0 1,0 24-1,7 23-6674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1:02.4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24575,'4'13'0,"19"74"24,-4 0 0,-4 1 0,-4 1 0,0 160 0,-48 355-1509,27-503-5341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1:02.9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1315 211 24575,'0'0'0,"-9"11"0,-27 40 0,2 2 0,2 0 0,-32 78 0,50-98 0,1 0 0,3 1 0,0 0 0,2 1 0,2 0 0,1 0 0,0 49 0,5-72 0,1 1 0,0-1 0,1 0 0,0 0 0,1 0 0,0 0 0,1 0 0,0-1 0,1 0 0,0 1 0,1-2 0,0 1 0,14 17 0,-13-20 0,0 0 0,1-1 0,0 0 0,1-1 0,-1 1 0,1-1 0,0-1 0,1 0 0,-1 0 0,1-1 0,0 0 0,0-1 0,1 0 0,-1-1 0,1 0 0,11 1 0,1-2 0,0-1 0,1-2 0,-1 0 0,-1-1 0,1-1 0,0-1 0,-1-1 0,0-1 0,0-1 0,-1-1 0,0-1 0,-1-1 0,0-1 0,20-15 0,-11 6 0,-2-1 0,0-1 0,-2-1 0,0-2 0,-2 0 0,-1-2 0,-1 0 0,28-51 0,-37 56 0,-1-1 0,-2 0 0,0 0 0,-1-1 0,-1 0 0,-2-1 0,4-39 0,-8 48 0,0 1 0,-2-1 0,0 1 0,0 0 0,-2 0 0,0-1 0,-1 2 0,-1-1 0,0 0 0,-1 1 0,0 0 0,-2 0 0,-9-15 0,3 12 0,0 1 0,0 1 0,-2 1 0,0 0 0,0 0 0,-2 2 0,0 0 0,0 2 0,-1 0 0,0 0 0,-1 2 0,0 0 0,-27-6 0,-3 0 0,-1 3 0,0 2 0,-1 2 0,-77-1 0,47 9-37,1 3-1,0 4 1,0 3-1,1 4 1,-134 42-1,122-25-280,1 5 0,2 3-1,2 4 1,-115 77-1,76-32-6055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1:03.2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1 583 24575,'27'10'0,"16"2"0,79 11 0,65 0-414,329-4 0,191-60-1473,615-133 592,-8-71-966,-673 121 1657,-176 47 1527,-389 69-3162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1:41.3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657 589 24575,'6'-5'0,"-6"5"0,0 0 0,1-1 0,-1 1 0,0 0 0,1 0 0,-1-1 0,0 1 0,1 0 0,-1-1 0,0 1 0,0 0 0,1-1 0,-1 1 0,0-1 0,0 1 0,0 0 0,1-1 0,-1 1 0,0-1 0,0 1 0,0-1 0,0 1 0,0 0 0,0-1 0,0 1 0,0-1 0,0 1 0,0-1 0,0 1 0,0 0 0,0-1 0,0 1 0,-1-1 0,0-4 0,0 0 0,-1 0 0,1 0 0,-1 1 0,0-1 0,-1 1 0,1-1 0,-1 1 0,0 0 0,0 0 0,0 0 0,-1 0 0,1 1 0,-1-1 0,0 1 0,0 0 0,-7-5 0,-4-1 0,-1 0 0,0 1 0,-29-11 0,16 10 0,0 0 0,-1 2 0,0 1 0,0 1 0,0 2 0,0 1 0,-1 1 0,1 2 0,0 1 0,0 1 0,-50 12 0,74-13 0,0 0 0,-1 0 0,2 0 0,-1 1 0,0 0 0,1 0 0,-1 1 0,1-1 0,0 1 0,0 0 0,0 1 0,1-1 0,-1 1 0,1 0 0,0 0 0,-5 9 0,6-7 0,0 0 0,1 0 0,0 1 0,0-1 0,0 0 0,1 1 0,0-1 0,1 0 0,0 1 0,0-1 0,0 1 0,1-1 0,0 1 0,3 8 0,4 12 0,1 1 0,1-2 0,2 1 0,1-2 0,1 1 0,24 33 0,119 139 0,110 80 0,-115-126 0,-128-129 0,-2 0 0,-1 2 0,33 51 0,-48-67 0,-1 1 0,0-1 0,-1 1 0,0-1 0,-1 1 0,0 0 0,0 1 0,-1-1 0,-1 0 0,0 1 0,0-1 0,-1 1 0,-1-1 0,-3 19 0,-1-8 0,-2-1 0,0 0 0,-2 0 0,0 0 0,-1-1 0,-1-1 0,-1 0 0,0 0 0,-28 29 0,18-23 0,-2-2 0,0-1 0,-1 0 0,-2-2 0,0-1 0,-31 16 0,36-24 0,0 0 0,-1-2 0,0 0 0,-41 9 0,57-17 0,-1 1 0,1-1 0,-1 0 0,0 0 0,0-1 0,1 0 0,-1 0 0,0-1 0,1 0 0,-1-1 0,0 1 0,1-1 0,0-1 0,-1 0 0,1 0 0,0 0 0,0-1 0,-11-7 0,14 6 0,0 0 0,-1 0 0,2 0 0,-1 0 0,1 0 0,-1-1 0,2 0 0,-1 0 0,1 0 0,-1 0 0,2 0 0,-1 0 0,1 0 0,0-1 0,0 1 0,0 0 0,1-1 0,0 1 0,2-10 0,1-11 0,1 1 0,1 0 0,14-37 0,8-14 0,4 1 0,66-118 0,104-134 0,-186 306 0,165-248 0,184-310 0,-362 576 0,70-141 0,-63 123 0,-1 0 0,-1 0 0,-1-1 0,5-40 0,-10 57 0,-1-1 0,1 1 0,-1-1 0,-1 1 0,1-1 0,-1 1 0,-1 0 0,1-1 0,-5-11 0,5 15 0,0 1 0,-1-1 0,0 1 0,1-1 0,-1 1 0,0 0 0,0 0 0,0 0 0,0 0 0,0 0 0,-1 0 0,1 0 0,0 1 0,-1-1 0,0 1 0,1 0 0,-1-1 0,0 1 0,1 1 0,-1-1 0,0 0 0,0 1 0,-4-1 0,-2 1 8,0 0-1,0 1 0,0 0 1,0 1-1,0 0 1,1 0-1,-1 0 0,1 2 1,-1-1-1,1 1 0,0 0 1,0 0-1,1 1 1,-1 0-1,-12 12 0,2-1-303,0 1-1,1 1 0,1 1 1,-22 33-1,-7 23-6529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1:41.8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524 1 24575,'-7'22'0,"-170"423"0,-4 13 0,137-329 0,-44 212 0,77-283 0,-3 70 0,13-105 0,1-1 0,1 0 0,1 0 0,0 0 0,2 0 0,8 27 0,-9-41 0,-1-1 0,1 0 0,1 1 0,-1-1 0,1 0 0,0-1 0,1 1 0,-1-1 0,1 0 0,1 0 0,-1 0 0,1-1 0,0 0 0,0 0 0,1 0 0,-1-1 0,1 0 0,0 0 0,0-1 0,0 0 0,1 0 0,-1-1 0,1 0 0,0 0 0,-1 0 0,1-1 0,0 0 0,0-1 0,14-1 0,8-1 0,0-1 0,0-2 0,0-1 0,-1-1 0,1-1 0,52-24 0,159-96 0,-75 20 0,21-13 0,-180 117 0,-1 1 0,2-1 0,-1 1 0,0 0 0,11-2 0,-17 5 0,0-1 0,1 1 0,-1 0 0,0 0 0,1 0 0,-1 0 0,0 0 0,1 0 0,-1 0 0,0 1 0,1-1 0,-1 0 0,0 1 0,1-1 0,-1 1 0,0-1 0,0 1 0,0 0 0,1-1 0,-1 1 0,0 0 0,0 0 0,0 0 0,0 0 0,0 0 0,-1 0 0,1 0 0,0 0 0,0 0 0,-1 0 0,1 1 0,0-1 0,-1 0 0,1 0 0,-1 1 0,0-1 0,1 3 0,0 9 0,0 1 0,-1 0 0,0-1 0,-1 1 0,0 0 0,-2-1 0,1 0 0,-6 16 0,8-29 0,-24 89 1,-43 105-1,-52 84 35,14-34-1436,78-174-5425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1:42.5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424 424 24575,'-8'51'0,"2"-23"0,-90 423 0,57-310 0,-68 158 0,98-276 0,6-13 0,0-1 0,-1 0 0,0-1 0,0 1 0,-1-1 0,0 1 0,0-1 0,-1-1 0,0 1 0,-10 8 0,15-15 0,0 0 0,0-1 0,0 1 0,0 0 0,0-1 0,0 1 0,0-1 0,0 1 0,-1-1 0,1 0 0,0 1 0,0-1 0,0 0 0,-1 0 0,1 0 0,0 0 0,0 0 0,-1 0 0,1 0 0,0 0 0,0-1 0,0 1 0,-1 0 0,-1-2 0,1 1 0,-1-1 0,1 1 0,0-1 0,0 0 0,0 0 0,0 0 0,0 0 0,1-1 0,-1 1 0,-2-5 0,-1-5 0,-1 1 0,2-2 0,0 1 0,-3-13 0,1-11 0,1-1 0,2 1 0,1-1 0,2 0 0,1 0 0,11-60 0,1 27 0,4 1 0,38-102 0,-25 95 0,3 2 0,3 1 0,72-106 0,-79 138 0,2 0 0,1 2 0,3 1 0,1 2 0,1 2 0,78-56 0,-95 78 0,1 0 0,0 1 0,0 1 0,25-8 0,-40 15 0,1 1 0,0 0 0,0 1 0,0-1 0,0 1 0,0 0 0,0 1 0,1 0 0,-1 0 0,0 1 0,0 0 0,0 0 0,0 0 0,0 1 0,0 0 0,0 1 0,7 3 0,-11-4 0,0 0 0,0 0 0,0 1 0,0-1 0,-1 1 0,1 0 0,-1 0 0,0 0 0,0 0 0,0 0 0,0 0 0,-1 1 0,1-1 0,-1 1 0,0-1 0,0 1 0,0-1 0,0 1 0,-1 0 0,1-1 0,-1 1 0,0 0 0,-1 6 0,0 6 0,-1-1 0,-1 1 0,-1-1 0,-7 21 0,-12 24 0,-3-1 0,-3-1 0,-1-2 0,-41 56 0,-167 201 0,205-275 0,23-27 0,0-1 0,1 2 0,0-1 0,0 1 0,2 1 0,-1-1 0,-5 16 0,12-24 0,0-1 0,1 1 0,-1-1 0,1 0 0,0 1 0,0-1 0,0 1 0,1-1 0,-1 1 0,1-1 0,0 0 0,0 1 0,0-1 0,0 0 0,1 0 0,-1 0 0,1 0 0,0 0 0,0 0 0,0 0 0,0-1 0,0 1 0,1-1 0,2 3 0,9 8 0,0-1 0,1-1 0,19 12 0,-26-18 0,80 46 0,123 53 0,-97-51 0,-111-52 0,2 1 0,-1 0 0,1 1 0,-1-1 0,1 1 0,-1 0 0,6 6 0,-9-8 0,0-1 0,-1 1 0,1 0 0,-1 0 0,1 0 0,-1 1 0,1-1 0,-1 0 0,1 0 0,-1 0 0,0 0 0,0 0 0,0 0 0,1 1 0,-1-1 0,0 0 0,0 0 0,-1 0 0,1 0 0,0 1 0,0-1 0,0 0 0,-1 0 0,1 0 0,-1 0 0,1 0 0,-1 0 0,1 0 0,-1 0 0,0 0 0,1 0 0,-1 0 0,0 0 0,-1 1 0,-6 6 0,0 0 0,0-1 0,-1 0 0,1 0 0,-2-1 0,1 0 0,-1 0 0,-13 5 0,-90 29 0,102-36 0,-53 14-227,-1-3-1,0-2 1,-1-3-1,-1-3 1,-133-4-1,92-10-6598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1:54.3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6064 1045 24575,'-153'-168'0,"-33"-32"0,114 136 5,-3 3 0,-2 3-1,-3 4 1,-103-53 0,76 55-95,-1 4 0,-2 5-1,-122-29 1,70 34 23,-1 7 1,-2 8-1,-1 6 0,0 8 1,-204 15-1,190 9-213,1 8 1,1 7-1,1 8 0,-177 64 1,152-29 279,2 8 1,5 9 0,-196 122 0,252-126 1,4 6 1,4 6-1,4 5 0,-219 233 1,275-253-8,4 3 0,4 2 0,-62 117 0,86-129-21,3 2 0,3 1 0,4 1 1,-30 136-1,47-154-23,3 2 0,2-1 0,4 1 0,2 0 0,3 0 1,2-1-1,4 1 0,2-1 0,3-1 0,3 0 0,2-1 0,3-1 0,47 95 1,-16-63-96,3-1 0,5-3 0,3-3 0,4-3 1,127 122-1,-41-67-287,336 233-1,-255-220 319,291 139-1,-321-194-136,413 130 0,-446-179 83,3-7 0,341 32 0,-368-64 111,0-6-1,0-7 0,288-48 0,-295 23 29,-2-5 0,-2-7 0,-2-5 0,-2-6 0,-2-6-1,-3-6 1,-3-5 0,141-107 0,-172 105-7,-3-3 1,-4-5-1,-3-3 0,84-111 0,-109 116 22,-3-3 0,-3-2 0,-4-1 0,-5-3 0,47-132-1,-66 148 14,-4-1 0,-3-1 0,-3-1 0,-3 0 0,-4 0 0,-3-1 0,-3 0 0,-3 0 0,-4 0 0,-3 1 0,-4 0 0,-3 1 0,-3 0 0,-45-113 0,17 82 0,-4 2 0,-5 2 0,-4 3 0,-5 2 0,-3 4 0,-130-136 0,79 110 0,-5 6 0,-5 5 0,-274-173 0,-28 48-53,329 188 142,-1 4 0,-151-37 0,209 67 159,-1 1 0,0 3 0,-86-1-1,102 8-235,-1 2-1,1 0 0,0 2 0,0 2 0,0 0 0,-50 21 0,42-10-168,1 1-1,-42 29 1,-52 48-2205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1:18.7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0 476 24575,'0'0'0,"6"-4"0,47-24 0,1 1 0,1 3 0,96-29 0,-101 37 0,1067-297-1365,-1065 302-5461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1:18.9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24575,'5'26'0,"0"-1"0,-2 1 0,-1 0 0,-2 27 0,1-17 0,-3 407 95,2 84-1555,6-419-5366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1:19.3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0 428 24575,'43'-2'0,"-30"1"0,0 0 0,0 1 0,26 4 0,-13 2 0,-1 1 0,1 1 0,-2 1 0,1 1 0,-1 1 0,-1 2 0,0 0 0,-1 2 0,0 0 0,-2 1 0,1 1 0,33 38 0,-33-31 0,-1 0 0,-1 1 0,-2 1 0,0 1 0,-2 1 0,-1 0 0,-1 1 0,-1 0 0,-2 1 0,11 49 0,-17-49 0,0 0 0,-2 0 0,-2 1 0,0-1 0,-2 0 0,-2 0 0,-11 49 0,9-54 0,-1-1 0,-2-1 0,0 1 0,-2-1 0,0-1 0,-2 0 0,0 0 0,-1-2 0,-26 30 0,33-43 0,1-1 0,-1 0 0,0 0 0,-1 0 0,1-1 0,-1 0 0,-17 7 0,23-11 0,1 0 0,-1-1 0,0 1 0,0-1 0,0 0 0,0 1 0,0-1 0,0 0 0,0 0 0,0 0 0,0 0 0,0-1 0,0 1 0,0 0 0,0-1 0,0 0 0,-2 0 0,2-1 0,0 1 0,0-1 0,0 0 0,1 1 0,-1-1 0,1 0 0,-1 0 0,1 0 0,0 0 0,-1 0 0,1 0 0,0-1 0,0 1 0,1 0 0,-1-1 0,0 1 0,1 0 0,-1-3 0,-1-8 0,1 0 0,0-1 0,1 1 0,0 0 0,4-19 0,17-74 0,10-2 0,4 1 0,68-143 0,136-188 0,-101 226 120,-115 181-417,1 1 0,2 2 0,0 0 0,43-33 0,-22 29-6529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1:21.3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253 1405 24575,'4'-28'0,"0"-2"0,3-10 0,-2 0 0,-1-58 0,-4 98 0,0-1 0,0 0 0,0 0 0,0 0 0,0 1 0,0-1 0,0 0 0,0 0 0,0 0 0,0 1 0,0-1 0,0 0 0,-1 0 0,1 1 0,0-1 0,-1 0 0,1 1 0,-1-1 0,1 0 0,-1 1 0,1-1 0,-1 0 0,1 1 0,-1-1 0,1 1 0,-1-1 0,0 1 0,1-1 0,-1 1 0,0 0 0,1-1 0,-1 1 0,0 0 0,0-1 0,1 1 0,-1 0 0,0 0 0,0 0 0,0 0 0,1 0 0,-1 0 0,0 0 0,0 0 0,0 0 0,1 0 0,-1 0 0,0 1 0,0-1 0,1 0 0,-3 1 0,-2 1 0,-1 1 0,1 0 0,0 0 0,0 0 0,-9 8 0,-4 6 0,0 1 0,2 0 0,0 1 0,1 1 0,0 0 0,-14 31 0,12-19 0,2 1 0,1 1 0,-17 61 0,26-56 0,4-39 0,1 1 0,0-1 0,1 1 0,-1-1 0,0 0 0,0 1 0,0-1 0,0 1 0,0-1 0,0 0 0,0 1 0,1-1 0,-1 1 0,0-1 0,0 0 0,1 1 0,-1-1 0,0 0 0,0 0 0,1 1 0,-1-1 0,0 0 0,1 1 0,-1-1 0,0 0 0,1 0 0,-1 0 0,1 1 0,0-1 0,0 0 0,1-1 0,-1 1 0,0 0 0,0 0 0,0-1 0,0 1 0,1-1 0,-1 1 0,0-1 0,0 1 0,0-1 0,0 0 0,0 1 0,1-2 0,25-21 0,-1-1 0,-1 0 0,-1-2 0,24-35 0,-25 31 0,0 1 0,3 2 0,47-42 0,-68 65 0,1 0 0,0 0 0,0 1 0,0 0 0,0 0 0,0 0 0,1 1 0,-1 0 0,1 0 0,0 1 0,-1 0 0,1 0 0,0 0 0,0 1 0,0 0 0,-1 0 0,1 1 0,10 1 0,5 4 0,-1 1 0,1 1 0,-1 1 0,24 15 0,-28-15 0,0 0 0,0-1 0,1-1 0,0-1 0,0 0 0,32 5 0,-29-10 0,0-2 0,-1 0 0,1-1 0,-1-1 0,0-1 0,0-1 0,39-14 0,-15 0 0,-1-1 0,55-35 0,-97 54 0,0 0 0,1 0 0,-1 0 0,1 0 0,-1 0 0,1 0 0,0 0 0,-1 1 0,1-1 0,0 1 0,-1-1 0,1 1 0,0 0 0,0 0 0,0-1 0,-1 1 0,1 0 0,0 1 0,0-1 0,-1 0 0,1 0 0,0 1 0,0-1 0,1 2 0,0 0 0,-1 0 0,0 0 0,0 1 0,0-1 0,0 1 0,-1-1 0,1 1 0,0 0 0,-1-1 0,0 1 0,0 0 0,0 0 0,1 5 0,8 36 0,-3 0 0,-1 0 0,-2 0 0,-4 86 0,0-129 0,0 0 0,0 0 0,0 0 0,0-1 0,0 1 0,0 0 0,1 0 0,-1 0 0,0 0 0,1 0 0,-1-1 0,0 1 0,1 0 0,-1 0 0,1-1 0,-1 1 0,1 0 0,0 0 0,-1-1 0,1 1 0,0-1 0,-1 1 0,1-1 0,0 1 0,0-1 0,-1 1 0,1-1 0,0 1 0,0-1 0,0 0 0,0 0 0,-1 1 0,1-1 0,0 0 0,0 0 0,0 0 0,0 0 0,0 0 0,0 0 0,0 0 0,0 0 0,-1-1 0,1 1 0,0 0 0,0-1 0,1 1 0,9-3 0,-1 0 0,1-1 0,10-5 0,-9 4 0,50-21 0,-32 13 0,-1 0 0,53-12 0,-71 23 0,-1 0 0,0 1 0,1 0 0,-1 0 0,1 1 0,-1 1 0,1 0 0,-1 0 0,1 1 0,-1 0 0,0 1 0,14 6 0,52 28 0,-53-24 0,0-2 0,42 15 0,-55-24 0,-1 1 0,1-2 0,0 1 0,0-1 0,0-1 0,0 0 0,0 0 0,0-1 0,0 0 0,17-5 0,-5-1 0,-1 0 0,0-2 0,0-1 0,-1 0 0,0-2 0,-1 0 0,35-30 0,-32 23 0,0-2 0,-1-1 0,-1-1 0,-1-1 0,25-40 0,-36 46 0,-1 4 0,-6 30 0,-3 318 0,6-229 0,-15 172 0,7-243 0,-1-1 0,-2 1 0,-2-2 0,-1 1 0,-1-1 0,-2-1 0,-1 0 0,-1-1 0,-25 36 0,32-53 0,-1-1 0,0 0 0,-1 0 0,-1 0 0,0-1 0,0-1 0,-1 0 0,0-1 0,-1 0 0,-16 9 0,27-17 0,0 0 0,0 0 0,-1-1 0,1 1 0,0 0 0,0-1 0,0 0 0,0 1 0,-1-1 0,1 0 0,-4 0 0,6-1 0,-1 1 0,0 0 0,0 0 0,0-1 0,0 1 0,1 0 0,-1-1 0,0 1 0,0-1 0,1 1 0,-1-1 0,0 1 0,1-1 0,-1 0 0,1 1 0,-1-1 0,0 0 0,1 1 0,0-1 0,-1 0 0,0-1 0,0-1 0,1-1 0,-1 0 0,1 1 0,-1-1 0,1 0 0,0 0 0,1 0 0,-1 1 0,1-1 0,-1 0 0,1 1 0,0-1 0,3-5 0,13-31 0,2 1 0,1 1 0,49-67 0,214-264-450,27 15 107,95-115 103,-306 342 269,149-251-1,-148 175-28,-89 177 0,-2 0 0,-1-1 0,-1-1 0,-1 1 0,4-50 0,-10 74 4,0-1 0,0 0 0,0 1 1,0-1-1,0 0 0,-1 1 0,0-1 0,1 1 0,-2-1 0,1 1 0,0-1 0,0 1 0,-1 0 0,-2-4 0,2 5 30,0 0 0,1 1 1,-1-1-1,0 1 0,0 0 0,-1-1 0,1 1 1,0 0-1,0 0 0,0 1 0,-1-1 1,1 0-1,-1 1 0,1-1 0,0 1 0,-1 0 1,1 0-1,-1 0 0,1 0 0,-1 0 0,-3 1 1,-8 1-13,1 1 0,-1 0 0,1 1 0,0 1 0,0 0 0,1 0 0,-23 14 1,7 0-28,0 1 0,-28 25 0,18-8 7,1 1-1,2 2 0,1 2 0,2 0 1,3 3-1,-37 70 0,24-28-38,4 2-1,-45 160 1,56-148-143,5 2 0,-17 189 1,36-233 182,2 1 0,3 0 0,3 0 0,2 0-1,2-1 1,24 78 0,-26-115-3,1 0 0,1-1 0,0-1 0,2 0 0,0 0 0,1-1 0,1 0 0,27 29 0,-30-38 0,0-1 0,0 0 0,1-1 0,0 0 0,1-1 0,0 0 0,0-1 0,1 0 0,-1-1 0,1 0 0,0-1 0,1-1 0,-1 0 0,1 0 0,21 0 0,-6-4 50,0 0-1,-1-2 1,1-1 0,0-2-1,-1-1 1,0 0-1,-1-2 1,0-2-1,0 0 1,40-25-1,-14 4-29,-1-3-1,-1-2 0,85-82 0,-106 90-19,-1-1 0,-1-1 0,-2-1 0,-1-2 0,-2 0 0,20-38 0,-40 65 0,1 0 0,-1-1 0,-1 1 0,1-1 0,-1 1 0,-1-1 0,1 1 0,-1-1 0,-1 0 0,0 0 0,0-8 0,0 13 0,-1 1 0,0-1 0,0 0 0,0 0 0,0 0 0,0 1 0,0-1 0,-1 0 0,1 1 0,-1-1 0,0 1 0,0 0 0,0 0 0,0-1 0,0 1 0,0 1 0,-1-1 0,1 0 0,0 0 0,-1 1 0,0-1 0,1 1 0,-1 0 0,0 0 0,0 0 0,1 0 0,-1 1 0,0-1 0,0 1 0,-6-1 0,-7 0 0,0 1 0,0 1 0,0 1 0,0 0 0,0 1 0,0 0 0,1 1 0,-1 1 0,1 1 0,-18 8 0,-5 5 0,0 2 0,-58 43 0,88-58 0,-70 56 0,72-57 0,1 1 0,-1-1 0,1 1 0,0 0 0,0 1 0,1-1 0,0 1 0,0 0 0,-5 14 0,8-19 0,1 0 0,-1 1 0,1-1 0,0 0 0,0 1 0,0-1 0,1 0 0,-1 0 0,0 1 0,1-1 0,-1 0 0,1 0 0,0 0 0,0 0 0,0 1 0,0-1 0,0 0 0,0-1 0,1 1 0,-1 0 0,1 0 0,2 2 0,4 4 0,1-1 0,-1 0 0,15 8 0,-15-10 0,14 9 0,25 19 0,2-3 0,101 46 0,-133-70 0,-1 0 0,1-1 0,0-1 0,0 0 0,0-2 0,0 0 0,1 0 0,-1-2 0,1 0 0,-1-1 0,0-1 0,1 0 0,-1-2 0,20-5 0,-4-4 0,-1-2 0,0-1 0,-1-1 0,-1-1 0,0-2 0,-2-1 0,0-2 0,33-34 0,0-8 0,-2-3 0,55-84 0,-51 61 0,-4-3 0,89-195 0,-133 258 0,-19 50 0,-4 18 0,-66 323 0,-29-5 0,86-306 0,-33 62 0,42-96 0,0 0 0,-1-1 0,-1 0 0,0 0 0,-1-1 0,-1-1 0,-25 22 0,32-30 0,1-1 0,-1 0 0,0 0 0,0-1 0,0 1 0,-1-1 0,1-1 0,0 1 0,-1-1 0,1 1 0,-1-2 0,0 1 0,1 0 0,-1-1 0,0 0 0,1-1 0,-1 1 0,0-1 0,1 0 0,-1-1 0,1 1 0,-1-1 0,1 0 0,0 0 0,0-1 0,0 1 0,0-1 0,0 0 0,1-1 0,-8-6 0,3 3 0,1-1 0,0 0 0,1-1 0,0 0 0,0 0 0,0 0 0,1-1 0,1 0 0,0 0 0,0-1 0,1 0 0,0 1 0,1-1 0,-3-17 0,5 18 0,1 0 0,0 0 0,1 0 0,0 0 0,1 0 0,0 0 0,0 0 0,1 1 0,0-1 0,1 1 0,0 0 0,0-1 0,1 2 0,0-1 0,1 1 0,0 0 0,0 0 0,1 0 0,12-10 0,3-2 0,2 1 0,0 1 0,1 1 0,1 1 0,35-16 0,25-6 0,163-49 0,102-3 0,-195 53 0,-156 37 0,1 0 0,-1 0 0,1 0 0,-1 0 0,0 1 0,1-1 0,-1 0 0,1 0 0,-1 0 0,1 1 0,-1-1 0,0 0 0,1 1 0,-1-1 0,0 0 0,1 1 0,-1-1 0,0 0 0,1 1 0,-1-1 0,0 1 0,0-1 0,1 1 0,-1-1 0,0 0 0,0 1 0,0-1 0,0 1 0,0-1 0,0 1 0,0-1 0,0 1 0,0-1 0,0 1 0,0-1 0,0 1 0,0-1 0,0 1 0,0-1 0,0 1 0,0-1 0,-1 0 0,1 1 0,-5 31 0,4-29 0,-142 485-298,107-381-769,19-58-5759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1:21.5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24575,'0'0'0,"1"1"0,0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1:22.2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174 243 24575,'-2'0'0,"0"0"0,0 0 0,-1 1 0,1-1 0,0 0 0,0 1 0,0-1 0,-1 1 0,1 0 0,0 0 0,0 0 0,0 0 0,0 0 0,0 0 0,1 1 0,-1-1 0,0 1 0,1-1 0,-1 1 0,1-1 0,-2 3 0,-31 42 0,33-46 0,-13 24 0,0-1 0,2 2 0,1-1 0,1 2 0,-11 40 0,17-53 0,1 0 0,1 0 0,0 0 0,1 0 0,0 0 0,1 1 0,1-1 0,0 0 0,1 0 0,0 0 0,1 0 0,0 0 0,8 19 0,-9-28 0,0 0 0,0 0 0,0 0 0,0 0 0,1 0 0,-1-1 0,1 1 0,0-1 0,0 0 0,0 0 0,1 0 0,-1 0 0,1-1 0,-1 1 0,1-1 0,0 0 0,0 0 0,0 0 0,0 0 0,0-1 0,1 0 0,-1 0 0,0 0 0,1 0 0,-1-1 0,1 0 0,-1 1 0,1-2 0,-1 1 0,0 0 0,1-1 0,-1 0 0,0 0 0,8-3 0,-2 0 0,0-1 0,0 0 0,0 0 0,-1-1 0,0 0 0,0-1 0,0 0 0,-1 0 0,0-1 0,-1 0 0,1 0 0,-2-1 0,7-9 0,-6 6 0,-1-1 0,0 1 0,0-1 0,-1-1 0,-1 1 0,0 0 0,-1-1 0,-1 0 0,0 0 0,-1 0 0,0-23 0,-3 15 0,-1-1 0,-1 1 0,0 0 0,-2 0 0,-1 0 0,-13-29 0,19 48 0,0 0 0,0 0 0,0 0 0,0 0 0,1 0 0,-1 0 0,1 0 0,0 0 0,0 0 0,0 0 0,0 0 0,0 0 0,1 0 0,-1 0 0,1 0 0,2-4 0,-1 2 0,0 1 0,1-1 0,-1 1 0,1 0 0,0 0 0,1 0 0,-1 0 0,1 1 0,5-5 0,8-4 0,1 0 0,0 2 0,38-17 0,-44 22 0,47-21 0,1 3 0,121-29 0,-144 45 0,0 1 0,1 1 0,-1 2 0,1 2 0,0 1 0,54 8 0,-81-6 0,0 0 0,-1 1 0,1 0 0,-1 1 0,1 0 0,-1 0 0,0 1 0,0 0 0,-1 1 0,0 0 0,0 1 0,0 0 0,-1 0 0,0 1 0,0 0 0,-1 0 0,0 0 0,-1 1 0,0 1 0,0-1 0,-1 1 0,0 0 0,0 0 0,-1 0 0,3 14 0,-1 1 0,0 1 0,2 48 0,2 7 0,-10-80 0,1 1 0,-1-1 0,0 1 0,1-1 0,-1 0 0,1 1 0,0-1 0,0 0 0,-1 0 0,1 1 0,0-1 0,0 0 0,0 0 0,0 0 0,0 0 0,0 0 0,0 0 0,1 0 0,-1-1 0,0 1 0,0 0 0,1 0 0,-1-1 0,0 1 0,1-1 0,-1 0 0,3 1 0,3 0 0,0 0 0,0-1 0,0 0 0,11-1 0,-15 0 0,71-8 0,132-36 0,-127 25 0,105-14 0,-166 33 0,-1 0 0,0 1 0,1 0 0,-1 2 0,0 0 0,1 1 0,-1 0 0,-1 2 0,1 0 0,-1 1 0,1 0 0,-2 1 0,1 1 0,-1 1 0,0 0 0,-1 1 0,0 0 0,21 22 0,-12-10 0,2-2 0,0 0 0,40 24 0,-51-37 0,1 0 0,0 0 0,0-2 0,1 0 0,-1 0 0,1-2 0,0 0 0,32 2 0,-7-5 19,-1-2 0,1-1 0,-1-2 0,68-18 0,148-62-1479,-67 8-5366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1:58.6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72 24575,'0'0'0,"0"0"0,0 0 0,6-1 0,427-53 0,6 38 0,668 27-317,1 46-153,-525-24 601,-46-5-822,1974 126-121,-326 34-589,-1294-138 1847,1076-77 0,-1919 24-5969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2:55.3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268 742 24575,'0'0'0,"-10"9"0,-58 49 0,36-33 0,2 1 0,0 1 0,2 1 0,-42 56 0,72-81 0,7-4 0,11-5 0,-4-1 0,-2 0 0,1-1 0,-1-1 0,0-1 0,-1 0 0,13-12 0,-19 15 0,0 0 0,0 0 0,-1 0 0,0-1 0,0 0 0,-1-1 0,0 1 0,0-1 0,-1 0 0,0 0 0,4-16 0,-6 1 0,-2 22 0,-1 1 0,1-1 0,1 0 0,-1 0 0,0 1 0,0-1 0,0 0 0,1 0 0,-1 1 0,1-1 0,0 0 0,-1 1 0,1-1 0,0 1 0,0-1 0,0 1 0,0-1 0,0 1 0,0 0 0,1-1 0,-1 1 0,0 0 0,1 0 0,-1 0 0,3-1 0,230-151 0,-34 26 0,-145 86 0,95-91 0,-130 112 0,-1-2 0,-1 0 0,0-1 0,-2-1 0,-1 0 0,-1-1 0,14-35 0,-26 57 0,-1 0 0,1 0 0,-1-1 0,0 1 0,1 0 0,-2-1 0,1 1 0,0 0 0,-1-1 0,1 1 0,-1-1 0,0 1 0,0-1 0,0 1 0,-2-6 0,1 9 0,0-1 0,0 1 0,0 0 0,0 0 0,0 0 0,0-1 0,0 1 0,0 0 0,0 0 0,0 0 0,0 0 0,0 1 0,0-1 0,0 0 0,0 0 0,0 1 0,0-1 0,0 0 0,1 1 0,-1-1 0,0 1 0,0-1 0,0 1 0,0-1 0,1 1 0,-1 0 0,0 0 0,0 0 0,-16 11 0,2 2 0,-1-1 0,2 2 0,0 0 0,-17 24 0,-54 92 0,53-75 0,4 0 0,-41 113 0,59-137 0,1 0 0,2 1 0,1-1 0,1 1 0,2 1 0,1-1 0,4 43 0,0-60 0,0 0 0,1 0 0,1 0 0,1 0 0,0-1 0,1 0 0,1 0 0,0 0 0,1-1 0,1 0 0,0 0 0,0-1 0,2-1 0,22 23 0,-17-21 0,0-1 0,1-1 0,1-1 0,0 0 0,0-1 0,1-1 0,0-1 0,1-1 0,-1 0 0,1-2 0,27 5 0,-12-6 0,-1-2 0,0-1 0,1-2 0,-1-1 0,0-1 0,0-2 0,0-2 0,-1-1 0,0-1 0,0-2 0,49-24 0,-40 14 0,-1-1 0,-1-3 0,0-1 0,-2-2 0,-2-1 0,0-2 0,60-69 0,-87 90 0,0-1 0,-1-1 0,-1 1 0,1-2 0,-2 1 0,7-17 0,-12 27 0,0 0 0,0-1 0,-1 1 0,1-1 0,-1 1 0,0-1 0,0 0 0,0 1 0,0-1 0,0 1 0,0-1 0,-1 1 0,1-1 0,-1 1 0,0-1 0,-1-3 0,0 3 0,0 1 0,0 0 0,0 0 0,0 0 0,0 0 0,-1 0 0,1 0 0,-1 1 0,1-1 0,-1 1 0,1-1 0,-1 1 0,0 0 0,0 0 0,1 0 0,-1 1 0,0-1 0,-4 0 0,-12-1 0,0 1 0,0 1 0,0 0 0,0 1 0,0 2 0,1-1 0,-1 2 0,-26 9 0,9-1 0,0 2 0,0 1 0,-39 25 0,50-26 0,1 2 0,1 1 0,-26 23 0,42-34 0,1 0 0,0 0 0,1 0 0,-1 0 0,1 1 0,0 0 0,1 0 0,0 1 0,0-1 0,0 1 0,1 0 0,0 0 0,1 0 0,0 0 0,-2 12 0,4-17 0,0-1 0,0 0 0,0 0 0,0 0 0,0 0 0,1 1 0,-1-1 0,1 0 0,-1 0 0,1 0 0,0 0 0,0 0 0,0 0 0,0 0 0,0-1 0,0 1 0,1 0 0,-1 0 0,0-1 0,3 2 0,-2-1 0,1 0 0,0-1 0,-1 1 0,1-1 0,0 0 0,0 0 0,0 0 0,0 0 0,0-1 0,0 1 0,0-1 0,6 0 0,3 0 0,0-1 0,1-1 0,-1 0 0,0-1 0,0 0 0,14-6 0,10-7 0,-1-1 0,0-2 0,-2-1 0,-1-1 0,0-2 0,55-53 0,-26 13 0,-2-2 0,52-74 0,59-119 0,-140 205 0,-3-1 0,-2-1 0,19-64 0,-38 93 0,-13 44 0,-36 132 0,-37 235 0,74-349-151,3-1-1,0 1 0,3 0 0,1 0 1,1 0-1,2-1 0,2 1 1,14 49-1,16 8-6674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2:57.8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0 168 24575,'6'21'0,"-3"-8"0,2-1 0,0 0 0,0 0 0,1 0 0,0-1 0,1 0 0,0 0 0,12 13 0,-13-18 0,0-1 0,0 1 0,1-1 0,0 0 0,-1-1 0,2 0 0,-1 0 0,0 0 0,1-1 0,-1 0 0,1 0 0,0-1 0,0 0 0,12 1 0,-2-2 0,0-1 0,0 0 0,0-2 0,0 0 0,0-1 0,0 0 0,0-2 0,-1 0 0,0-1 0,0-1 0,-1 0 0,1-2 0,14-9 0,1-3 0,-2 0 0,0-2 0,-2-1 0,0-2 0,31-37 0,-44 46 0,-1-1 0,-1 0 0,-1-1 0,12-23 0,-20 35 0,-4 12 0,-8 26 0,2-10 0,-133 598 0,47 14 0,91-618 0,1-7 0,-1-1 0,0 1 0,0-1 0,-4 14 0,5-20 0,-1 0 0,1 0 0,-1 1 0,1-1 0,-1 0 0,1 0 0,-1-1 0,0 1 0,0 0 0,1 0 0,-1 0 0,0 0 0,0-1 0,0 1 0,0 0 0,0-1 0,0 1 0,0 0 0,0-1 0,0 1 0,0-1 0,0 0 0,0 1 0,0-1 0,0 0 0,-1 0 0,1 0 0,0 0 0,0 0 0,0 0 0,0 0 0,-1 0 0,1 0 0,0 0 0,0-1 0,-2 0 0,-6-2 0,0-1 0,0 0 0,1 0 0,-1-1 0,1 0 0,0-1 0,0 0 0,1 0 0,0 0 0,0-1 0,0 0 0,1-1 0,-9-12 0,6 6 0,1 1 0,0-2 0,1 1 0,1-1 0,0 0 0,0-1 0,-3-22 0,6 21 0,1 1 0,1-1 0,1 0 0,0 0 0,1 1 0,1-1 0,0 1 0,2-1 0,-1 1 0,2 0 0,0 0 0,1 0 0,1 1 0,1 0 0,0 0 0,0 1 0,1 0 0,22-24 0,-9 14 0,2 0 0,1 2 0,1 0 0,1 2 0,0 1 0,1 1 0,2 2 0,48-21 0,20-1-1365,-7 8-5461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2:52.5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2:52.8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155 0 24575,'0'37'0,"-5"175"0,-9-1 0,-61 306 0,27-275-1365,35-178-5461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2:53.3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0 717 24575,'30'-6'0,"36"-5"0,34-5 0,137-42 0,-208 49 0,-1-1 0,0-2 0,-1-1 0,-1 0 0,0-2 0,-1-1 0,0-2 0,-2 0 0,31-30 0,-44 37 0,0-1 0,-1 0 0,0-1 0,-1 1 0,-1-2 0,0 1 0,-1-1 0,0 0 0,-1 0 0,-1-1 0,0 1 0,-1-1 0,0 0 0,-1 0 0,-1 0 0,-1 0 0,0 0 0,-1 0 0,0 0 0,-1 0 0,-1 0 0,0 0 0,-2 0 0,1 1 0,-2 0 0,1 0 0,-2 0 0,0 1 0,-1 0 0,-9-12 0,17 24 0,0 1 0,0 0 0,-1-1 0,1 1 0,0-1 0,0 1 0,-1-1 0,1 1 0,0 0 0,-1-1 0,1 1 0,-1 0 0,1-1 0,0 1 0,-1 0 0,1-1 0,-1 1 0,1 0 0,-1 0 0,1 0 0,-1-1 0,1 1 0,-1 0 0,1 0 0,-1 0 0,1 0 0,-1 0 0,1 0 0,-1 0 0,1 0 0,-2 0 0,-6 15 0,2 39 0,5-44 0,-5 120 0,10 139 0,29 131 0,-23-308-1365,-2-16-5461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2:53.8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69 24575,'-4'7'0,"0"1"0,0-1 0,0 1 0,1 0 0,0-1 0,0 1 0,1 1 0,-1 10 0,-6 67 0,9-61 0,0 0 0,1 0 0,2 0 0,7 32 0,-8-47 0,0 0 0,1 0 0,1 0 0,0-1 0,0 0 0,1 0 0,0 0 0,0 0 0,1-1 0,0 0 0,0 0 0,1 0 0,12 9 0,-15-14 0,0 0 0,0-1 0,1 1 0,-1-1 0,1 0 0,0-1 0,0 1 0,-1-1 0,1 0 0,0 0 0,0 0 0,0-1 0,0 0 0,0 0 0,0 0 0,0 0 0,0-1 0,0 0 0,0 0 0,0 0 0,0-1 0,0 1 0,-1-1 0,1-1 0,-1 1 0,8-5 0,-1 0 0,-1-1 0,0 1 0,-1-2 0,0 1 0,0-1 0,-1 0 0,0-1 0,0 0 0,10-20 0,-11 16 0,-1 0 0,-1-1 0,0 0 0,-1 0 0,-1 0 0,0 0 0,-1-1 0,-1 1 0,0-1 0,-2 1 0,1-1 0,-4-17 0,2 21 0,0 1 0,0 0 0,-1 0 0,0 0 0,-1 0 0,-1 1 0,0-1 0,0 1 0,-1 0 0,0 0 0,0 1 0,-1 0 0,0 0 0,-1 1 0,0 0 0,-1 0 0,-11-8 0,14 13-52,0-1-1,-1 2 1,0-1-1,1 1 1,-1 0-1,0 0 1,0 1-1,0 0 1,0 0-1,-1 1 1,1-1-1,0 2 1,0-1-1,0 1 1,0 0-1,0 0 1,0 1-1,0 0 1,0 1-1,1-1 1,-1 1-1,1 0 1,0 1-1,-1-1 0,-6 7 1,-23 18-6774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2:54.2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24575,'0'0'0,"2"1"0,0 1 0,0-1 0,0 0 0,0 1 0,-1-1 0,1 1 0,0 0 0,-1-1 0,0 1 0,3 4 0,-2-4 0,7 11 0,-1 1 0,-1 0 0,0 0 0,-1 0 0,0 1 0,-1 0 0,-1 0 0,0 0 0,2 19 0,-1 8 0,-2 0 0,-3 51 0,0-91 0,-1 0 0,1 0 0,0 0 0,0 0 0,0-1 0,0 1 0,0 0 0,1 0 0,-1 0 0,0 0 0,1-1 0,-1 1 0,1 0 0,0 0 0,1 2 0,-1-4 0,1 0 0,0 1 0,0-1 0,-1 0 0,1 0 0,0 0 0,-1 0 0,1 0 0,0-1 0,-1 1 0,1-1 0,0 1 0,-1-1 0,1 1 0,0-1 0,-1 0 0,1 0 0,0 0 0,32-16 0,39-24 0,-46 24 0,1 1 0,52-20 0,-72 33 0,0 1 0,0 0 0,1 1 0,-1 0 0,0 0 0,1 1 0,-1 0 0,1 0 0,-1 1 0,0 0 0,12 3 0,5 4 0,0 1 0,31 15 0,-38-15 0,1-1 0,0-1 0,1 0 0,39 7 0,-44-13 9,-1 0 1,1-2-1,-1 0 0,0 0 0,1-1 1,-1-1-1,0 0 0,0-1 0,-1-1 0,1 0 1,-1-1-1,18-10 0,-24 12-74,1-1 1,-1 0-1,0 0 1,-1 0-1,1-1 1,-1 0-1,0 0 0,-1 0 1,1-1-1,-1 0 1,0 0-1,-1 0 1,0-1-1,0 1 0,-1-1 1,0 0-1,0 0 1,-1 0-1,0-1 1,0 1-1,-1-1 1,1-10-1,-2 11-6761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2:58.8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1 236 24575,'0'0'0,"6"0"0,101 1 0,328-8 0,-330 0 0,0-5 0,114-27 0,-205 35 0,-6 3 0,1-1 0,-1 0 0,0-1 0,-1 0 0,11-5 0,-18 8 0,0 0 0,1 0 0,-1-1 0,0 1 0,0 0 0,1 0 0,-1-1 0,0 1 0,1 0 0,-1-1 0,0 1 0,0 0 0,0-1 0,1 1 0,-1 0 0,0-1 0,0 1 0,0 0 0,0-1 0,0 1 0,0-1 0,1 1 0,-1 0 0,0-1 0,0 1 0,0-1 0,-1 1 0,1 0 0,0-1 0,0 1 0,0-1 0,0 1 0,0 0 0,0-1 0,0 1 0,-1 0 0,1-1 0,0 1 0,0 0 0,0-1 0,-1 1 0,1 0 0,0-1 0,-1 1 0,1 0 0,0 0 0,-1-1 0,1 1 0,-1 0 0,-19-14 0,19 13 0,-44-22 0,-1 2 0,-1 2 0,0 2 0,-83-18 0,129 35 0,0-1 0,0 1 0,0 0 0,0-1 0,0 1 0,0 0 0,0 0 0,0 0 0,0-1 0,0 1 0,0 0 0,0 1 0,0-1 0,0 0 0,0 0 0,0 0 0,0 1 0,0-1 0,0 0 0,0 1 0,0-1 0,0 1 0,0-1 0,-1 2 0,2-1 0,0 0 0,0 0 0,0 0 0,0 0 0,0 0 0,0 0 0,0 0 0,0 0 0,0 0 0,1 0 0,-1 0 0,0 0 0,1 0 0,-1-1 0,1 1 0,-1 0 0,1 0 0,-1 0 0,2 1 0,41 45 0,-42-46 0,59 52 0,3-3 0,75 45 0,17 13 0,-150-104-57,0-1 0,0 1 1,-1 0-1,1 0 0,-1 0 0,0 0 0,0 1 0,0 0 0,0 0 0,-1 0 0,0 0 1,0 1-1,-1-1 0,1 1 0,-1 0 0,0-1 0,-1 1 0,0 0 0,1 0 1,-2 0-1,1 0 0,-1 0 0,0 8 0,-8 40-6769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2:56.6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1 24575,'-1'25'0,"-2"8"0,-6 130 0,9-135 0,1 0 0,2 0 0,10 48 0,-12-72 0,0-1 0,0 0 0,0 0 0,0 0 0,1-1 0,-1 1 0,1 0 0,0 0 0,0-1 0,0 1 0,0-1 0,0 0 0,1 1 0,-1-1 0,1 0 0,-1 0 0,1-1 0,0 1 0,-1-1 0,1 1 0,0-1 0,0 0 0,0 0 0,1 0 0,-1 0 0,0-1 0,0 1 0,4-1 0,9 1 0,1-1 0,-1-1 0,0-1 0,24-5 0,-8 2 0,-13 3 0,39 2 0,14-1 0,-62-1 0,1-1 0,-1 0 0,1 0 0,-1-1 0,0 0 0,-1-1 0,1 0 0,-1-1 0,0 0 0,0 0 0,0-1 0,-1 0 0,0 0 0,10-13 0,-2 1 0,0-2 0,-1 1 0,-2-2 0,0 0 0,11-25 0,-21 41-170,0 0-1,-1 0 0,0 0 1,0-1-1,0 1 0,-1 0 1,2-13-1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2:59.4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1 198 24575,'0'0'0,"1"2"0,1 0 0,0 0 0,0 0 0,0-1 0,0 1 0,0 0 0,0-1 0,0 1 0,4 1 0,-3-1 0,19 11 0,0-2 0,0 0 0,1-1 0,0-2 0,1 0 0,0-1 0,0-2 0,30 3 0,13-1 0,121-3 0,-76-10 0,0-5 0,-1-5 0,0-5 0,193-62 0,-303 82 0,3 0 0,-1 0 0,1 0 0,-1 0 0,0-1 0,0 1 0,0-1 0,1 0 0,3-3 0,-7 4 0,0 1 0,1 0 0,-1-1 0,0 1 0,0-1 0,0 1 0,1 0 0,-1-1 0,0 1 0,0-1 0,0 1 0,0-1 0,0 1 0,0-1 0,0 1 0,0-1 0,0 1 0,0 0 0,0-1 0,0 1 0,0-1 0,0 1 0,0-1 0,-1 1 0,1-1 0,-16-16 0,-2 5 0,1 1 0,-2 1 0,0 0 0,0 1 0,-1 2 0,-31-9 0,-7 2 0,-63-7 0,95 17 0,-77-8 0,92 11 0,0 1 0,0 0 0,1 1 0,-1 0 0,0 1 0,1 0 0,-11 3 0,18-4 0,1 0 0,0 0 0,0 0 0,0 0 0,0 0 0,0 0 0,0 1 0,1-1 0,-1 1 0,0-1 0,1 1 0,-1-1 0,1 1 0,-1 0 0,1 0 0,0 0 0,0 0 0,0 0 0,0 0 0,-1 4 0,1-2 0,0 0 0,1 0 0,-1 0 0,1 0 0,1 0 0,-1 0 0,0 0 0,1 0 0,0 0 0,2 7 0,3 4 0,0-1 0,1 1 0,1-1 0,16 23 0,7 2 16,2-2 0,1-2-1,72 57 1,-1 0-1444,-76-62-5398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1:27.2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176 1994 24575,'-8'0'0,"0"0"0,0 0 0,0-1 0,1 0 0,-1-1 0,0 1 0,1-2 0,-1 1 0,-12-6 0,16 5 0,-1-1 0,0 1 0,1-1 0,0 0 0,0 0 0,0 0 0,1 0 0,-1-1 0,1 1 0,0-1 0,0 0 0,1 0 0,-1 0 0,1 0 0,-2-7 0,-3-12 0,1 0 0,0-1 0,2 0 0,1 0 0,1-50 0,19-132 0,-17 202 0,27-178 0,83-293 0,112-162 0,-211 611 0,5-14 0,37-66 0,-53 106 0,0 0 0,0 0 0,1 0 0,-1 0 0,1 0 0,-1 0 0,1 1 0,-1-1 0,1 0 0,0 0 0,-1 0 0,1 1 0,0-1 0,-1 0 0,1 1 0,0-1 0,0 1 0,0-1 0,0 1 0,0-1 0,0 1 0,0 0 0,0-1 0,-1 1 0,1 0 0,0 0 0,0-1 0,0 1 0,0 0 0,0 0 0,0 0 0,0 0 0,0 1 0,0-1 0,0 0 0,0 0 0,0 0 0,0 1 0,0-1 0,0 1 0,0-1 0,0 1 0,0-1 0,0 1 0,-1-1 0,1 1 0,0 0 0,0-1 0,-1 1 0,1 0 0,1 1 0,3 5 0,0 1 0,0-1 0,-1 1 0,7 16 0,4 13 0,-2 2 0,-2 0 0,-2 0 0,6 54 0,6 169 0,-21-254 0,4 518 0,13 183 0,-11-644-455,3-1 0,30 114 0,-35-166-6371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1:27.7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1 592 24575,'0'-1'0,"-1"1"0,1-1 0,0 1 0,0-1 0,0 0 0,0 1 0,0-1 0,0 1 0,0-1 0,0 1 0,0-1 0,0 1 0,0-1 0,1 1 0,-1-1 0,0 1 0,0-1 0,0 1 0,1-1 0,-1 1 0,0-1 0,1 1 0,-1-1 0,0 1 0,1 0 0,-1-1 0,1 1 0,-1 0 0,0-1 0,1 1 0,-1 0 0,1-1 0,-1 1 0,1 0 0,22-19 0,-21 18 0,300-205 0,-76 57 0,-161 102 0,80-75 0,-134 111 0,-9 8 0,-1 1 0,1 0 0,0 0 0,0 0 0,1 1 0,-1-1 0,0 0 0,1 1 0,3-2 0,-5 3 0,0 0 0,1 0 0,-1 0 0,0 0 0,0 0 0,0 1 0,0-1 0,0 0 0,0 1 0,0-1 0,0 1 0,0-1 0,0 1 0,0 0 0,0-1 0,-1 1 0,1 0 0,0 0 0,0-1 0,-1 1 0,1 0 0,0 0 0,-1 0 0,1 0 0,-1 0 0,1 0 0,-1 0 0,1 0 0,-1 2 0,12 22 0,-1 0 0,-1 2 0,10 40 0,10 89 0,-23-119 0,23 147 0,-30-180 0,1-1 0,0 0 0,0 1 0,0-1 0,0 0 0,0 0 0,1 0 0,-1 0 0,1 0 0,3 5 0,-4-7 0,1 0 0,-1 0 0,0 0 0,1-1 0,-1 1 0,0 0 0,1-1 0,-1 1 0,1-1 0,-1 1 0,1-1 0,0 1 0,-1-1 0,1 0 0,-1 0 0,1 0 0,-1 0 0,1 0 0,0 0 0,-1-1 0,1 1 0,-1 0 0,1-1 0,-1 1 0,2-1 0,13-6 0,0 1 0,-1-2 0,0 0 0,0-1 0,-1 0 0,15-14 0,80-74 0,-86 75 0,-1 0 0,-12 12 0,0 0 0,0 1 0,1 0 0,22-14 0,-29 21 0,-1 0 0,0 1 0,1 0 0,-1-1 0,1 1 0,-1 1 0,1-1 0,0 0 0,-1 1 0,1 0 0,0 0 0,-1 0 0,1 0 0,0 1 0,-1-1 0,1 1 0,-1 0 0,1 0 0,-1 0 0,1 0 0,-1 1 0,0 0 0,5 2 0,16 14 0,-2 0 0,0 1 0,0 2 0,-2 0 0,30 41 0,-20-25 0,36 35 0,-39-48-455,1-2 0,35 23 0,-7-11-6371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1:28.4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448 1179 24575,'-2'-2'0,"0"0"0,0 0 0,0 0 0,0 0 0,-1 0 0,1 1 0,0-1 0,-1 1 0,0-1 0,-4-1 0,-2 0 0,-1-1 0,1 2 0,-1-1 0,0 1 0,0 1 0,0 0 0,0 0 0,0 1 0,0 0 0,0 1 0,0 0 0,0 1 0,1 0 0,-1 0 0,0 1 0,1 0 0,-18 9 0,13-5 0,0 0 0,1 2 0,-1 0 0,1 0 0,1 1 0,0 0 0,1 2 0,0-1 0,0 1 0,-13 21 0,12-14 0,2 0 0,1 1 0,0 0 0,1 1 0,2-1 0,0 1 0,1 1 0,1-1 0,1 1 0,1 0 0,1 0 0,2 35 0,-1-56 0,9 43 0,-9-43 0,0 0 0,0 0 0,1 0 0,-1 0 0,0 0 0,1 0 0,-1 0 0,1 0 0,-1 0 0,1 0 0,0 0 0,-1-1 0,1 1 0,0 0 0,0 0 0,-1-1 0,1 1 0,0-1 0,0 1 0,0 0 0,0-1 0,0 0 0,0 1 0,0-1 0,0 0 0,0 1 0,0-1 0,0 0 0,0 0 0,0 0 0,0 0 0,0 0 0,0 0 0,0 0 0,0 0 0,0 0 0,0 0 0,2-1 0,0-1 0,1 0 0,0 0 0,-1 0 0,0 0 0,1-1 0,-1 0 0,0 1 0,0-1 0,-1 0 0,6-6 0,24-43 0,-27 44 0,36-71 4,61-166 0,7-98-102,-29 60-128,45-298 0,-121 550 203,-3 20 46,-1 14 67,-18 756 362,40-434-452,-13-268 0,1 0 0,3 0 0,33 86 0,-39-125 0,1 0 0,1 0 0,0-1 0,2 0 0,17 22 0,-23-33 0,0 0 0,1 0 0,0 0 0,1-1 0,-1 0 0,1 0 0,0-1 0,0 0 0,0 0 0,1 0 0,-1-1 0,1 0 0,0-1 0,0 0 0,10 2 0,-3-3 0,-1-1 0,0-1 0,1 0 0,-1-1 0,0 0 0,0-2 0,-1 1 0,1-2 0,-1 1 0,1-2 0,-1 0 0,-1 0 0,1-2 0,12-9 0,11-8 0,-2-2 0,-2-2 0,42-44 0,-32 25 0,-1-2 0,48-77 0,-66 88 0,-2-1 0,-1 0 0,-2-1 0,16-56 0,-28 69 0,-7 25 0,-2 7 0,-17 46 0,-101 436-1365,108-419-5461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1:28.6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24575,'0'0'0,"0"0"0,0 0 0,0 1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1:28.9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36 137 24575,'-2'2'0,"0"0"0,0 0 0,0 0 0,1 0 0,-1 1 0,0-1 0,1 0 0,0 1 0,-1 0 0,1-1 0,0 1 0,0 4 0,-4 7 0,2 0 0,0 0 0,1 1 0,0-1 0,2 1 0,-1 0 0,2-1 0,0 1 0,0-1 0,2 1 0,0-1 0,0 0 0,1 0 0,11 26 0,-10-29 0,0 0 0,1 0 0,0-1 0,0 0 0,1 0 0,0 0 0,1-1 0,0 0 0,0-1 0,1 1 0,1-2 0,-1 1 0,1-1 0,0-1 0,0 0 0,1 0 0,0-1 0,17 6 0,-22-10 0,1 1 0,-1-1 0,0 0 0,0-1 0,1 0 0,-1 0 0,0 0 0,0 0 0,1-1 0,-1 0 0,0-1 0,0 1 0,0-1 0,0 0 0,7-4 0,-6 2 0,0-1 0,0 0 0,0 0 0,-1 0 0,0-1 0,0 0 0,0 0 0,0-1 0,-1 1 0,5-11 0,-2 4 0,0-2 0,-2 1 0,1-1 0,-2 0 0,0-1 0,-1 1 0,-1-1 0,0 0 0,-1 0 0,-1 0 0,-1-23 0,-1 25 0,-1 0 0,0 0 0,-1 0 0,-1 0 0,0 0 0,-1 1 0,-1-1 0,0 1 0,-1 1 0,0-1 0,-1 1 0,0 0 0,-1 1 0,0 0 0,-1 0 0,0 1 0,0 0 0,-1 1 0,-1 0 0,0 1 0,0 0 0,0 1 0,-16-6 0,-2 5-1365,6 7-5461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1:29.8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1 465 24575,'18'-4'0,"439"-37"0,-247 28 0,847-114 0,-865 101 0,-179 21 0,-15-2 0,-23-10 0,-21-6 0,-1 2 0,-83-24 0,-105-15 0,115 32 0,-187-19 0,306 47 0,0 0 0,0-1 0,0 1 0,0 0 0,0 0 0,0 0 0,0 0 0,0 0 0,0 1 0,0-1 0,0 0 0,0 0 0,0 1 0,0-1 0,0 0 0,0 1 0,-1 0 0,2-1 0,0 1 0,0-1 0,0 1 0,0-1 0,0 1 0,0-1 0,0 0 0,0 1 0,0-1 0,0 1 0,0-1 0,1 0 0,-1 1 0,0-1 0,0 1 0,0-1 0,0 0 0,1 1 0,-1-1 0,0 0 0,0 1 0,1-1 0,-1 0 0,0 1 0,1-1 0,-1 0 0,1 1 0,33 25 0,-30-24 0,333 181 0,-98-61 0,-229-116 0,1 0 0,-1 1 0,0 0 0,-1 0 0,1 1 0,-1 1 0,8 9 0,-14-14 0,0 0 0,-1 1 0,1-1 0,-1 0 0,0 1 0,0-1 0,-1 1 0,0-1 0,1 1 0,-1 0 0,-1 0 0,1-1 0,-1 1 0,0 0 0,0 0 0,0 0 0,-1 0 0,1-1 0,-1 1 0,-3 7 0,-4 10-273,-1 0 0,-1 0 0,-2-1 0,-24 35 0,-16 18-6553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1:30.5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3 468 24575,'0'0'0,"0"-1"0,-1 0 0,0 0 0,7-6 0,21-11 0,39-16 0,43-14 0,34-6 0,27-4 0,13 2 0,4 5 0,-7 6 0,-15 8 0,-22 10 0,-31 8 0,-34 8-8191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1:30.8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298 1 24575,'0'0'0,"0"0"0,-1 1 0,-5 6 0,-12 16 0,-16 28 0,-15 34 0,-6 30 0,2 18 0,11 10 0,14-2 0,16-6 0,18-10 0,16-12 0,6-26-8191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1:31.4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8 764 24575,'18'0'0,"23"-1"0,-1-2 0,1-1 0,-1-2 0,0-2 0,-1-1 0,0-2 0,0-2 0,-1-2 0,40-21 0,-50 21 0,0-2 0,-2-1 0,0-1 0,-1-1 0,0-1 0,-2-1 0,-1-1 0,-1-1 0,-1-1 0,-1-1 0,-1-1 0,16-30 0,-26 40 0,-1 1 0,0-1 0,-1 0 0,-1 0 0,0 0 0,-1-1 0,-1 0 0,1-33 0,-4 45 0,0 0 0,-1-1 0,1 1 0,-1 0 0,-1 0 0,1 0 0,-1 0 0,0 0 0,0 1 0,0-1 0,-1 0 0,0 1 0,0 0 0,-1 0 0,1 0 0,-1 0 0,0 0 0,-1 1 0,1 0 0,-1-1 0,0 2 0,0-1 0,0 1 0,0-1 0,0 1 0,-1 1 0,0-1 0,1 1 0,-7-2 0,-5 0 0,0 1 0,0 1 0,0 0 0,-1 1 0,1 1 0,0 0 0,0 2 0,0 0 0,0 1 0,0 0 0,0 2 0,1 0 0,-1 0 0,-22 12 0,10-2 0,0 0 0,1 2 0,1 1 0,1 2 0,0 0 0,-41 43 0,44-36 0,1 1 0,1 0 0,1 2 0,2 0 0,1 1 0,1 1 0,2 0 0,1 1 0,2 1 0,1 0 0,2 0 0,-7 62 0,13-73 0,1 1 0,2 0 0,0 0 0,1 0 0,2-1 0,0 1 0,2-1 0,13 37 0,-12-42 0,2-1 0,0 0 0,1 0 0,0-1 0,2 0 0,0-1 0,0 0 0,2-1 0,-1 0 0,2-1 0,24 17 0,-21-18 0,1-1 0,0-1 0,0-1 0,1 0 0,0-1 0,0-1 0,1-2 0,39 7 0,-30-9 0,0-1 0,1-1 0,-1-2 0,0-1 0,51-11 0,-24-1 0,0-3 0,-1-3 0,-1-1 0,-1-4 0,100-60 0,-76 33 0,-2-3 0,94-89 0,116-150 0,-274 280 0,0 1 0,1 1 0,1 0 0,26-18 0,-34 26 0,1 1 0,0 0 0,0 0 0,0 0 0,1 1 0,-1-1 0,0 2 0,1-1 0,0 1 0,-1 1 0,1-1 0,0 1 0,11 1 0,3 4 0,0-1 0,0 2 0,-1 1 0,0 1 0,-1 1 0,0 0 0,0 2 0,25 17 0,140 116 0,-181-140 0,60 51-102,-13-9-319,2-2 0,88 55 0,-116-85-6405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1:31.6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805 0 24575,'0'0'0,"-2"1"0,-6 4 0,-18 11 0,-24 24 0,-23 27 0,-17 26 0,-9 18 0,-2 12 0,7 7 0,11-1 0,15-7 0,16-10 0,16-13 0,14-23-8191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1:31.9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651 1 24575,'-1'1'0,"0"0"0,-1-1 0,1 1 0,0 1 0,0-1 0,0 0 0,0 0 0,0 0 0,1 0 0,-1 1 0,0-1 0,-1 3 0,-3 6 0,-465 635 0,467-641 0,-33 48 0,-35 64 0,63-100 0,0 0 0,1 0 0,1 0 0,1 1 0,0 0 0,1 0 0,1 0 0,0 0 0,1 21 0,1-32 0,2 0 0,-1 1 0,1-1 0,0 0 0,0 0 0,1 0 0,-1-1 0,1 1 0,1 0 0,-1-1 0,1 1 0,0-1 0,0 1 0,1-1 0,-1-1 0,1 1 0,0 0 0,1-1 0,-1 0 0,1 0 0,-1 0 0,1 0 0,1-1 0,-1 0 0,7 4 0,2-2 0,0 0 0,0-1 0,0-1 0,0 0 0,1-1 0,-1 0 0,1-1 0,-1-1 0,26-2 0,-4-3-227,0-2-1,0-1 1,0-1-1,-1-2 1,36-17-1,38-24-6598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1:32.1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156 0 24575,'-1'1'0,"-1"-1"0,-7 1 0,-9 1 0,-7-2 0,-5 1 0,3 0 0,6-1 0,7 0 0,5 0 0,31 2 0,56 2 0,60-2 0,55-7 0,-5-3-8191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2:36.9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1224 570 24575,'-19'-20'0,"-349"-381"0,349 379 0,-2 0 0,-40-33 0,53 49 0,-1 0 0,1 0 0,-1 1 0,0 1 0,0 0 0,0 0 0,-1 1 0,1 0 0,-1 0 0,0 1 0,0 0 0,-11 0 0,4 3 0,0 0 0,0 1 0,0 0 0,0 2 0,1 0 0,-1 1 0,1 0 0,0 1 0,1 1 0,-1 1 0,2 0 0,-29 21 0,16-9 0,1 2 0,1 1 0,1 1 0,0 1 0,-31 45 0,30-32 0,2 2 0,1 0 0,2 1 0,2 1 0,2 0 0,2 1 0,1 1 0,-7 54 0,14-59 0,1 0 0,3 0 0,1 0 0,2 1 0,1-1 0,2 0 0,2 0 0,2-1 0,22 69 0,-21-84 0,2 0 0,0-1 0,1 0 0,1-1 0,1 0 0,1-1 0,0-1 0,2 0 0,0-2 0,1 1 0,1-2 0,31 21 0,-25-22 0,0-1 0,1 0 0,1-3 0,0 0 0,0-1 0,1-2 0,0-1 0,1-1 0,-1-1 0,43 1 0,58-10-1365,-13-9-5461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2:37.7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114 494 24575,'-1'0'0,"1"0"0,0 0 0,0-1 0,0 1 0,0 0 0,-1 0 0,1-1 0,0 1 0,0 0 0,0 0 0,-1 0 0,1 0 0,0 0 0,0-1 0,0 1 0,-1 0 0,1 0 0,0 0 0,-1 0 0,1 0 0,0 0 0,0 0 0,-1 0 0,1 0 0,0 0 0,0 0 0,-1 0 0,1 0 0,0 0 0,0 0 0,-1 0 0,1 0 0,0 0 0,0 0 0,-1 0 0,1 0 0,0 1 0,0-1 0,-1 0 0,1 0 0,0 0 0,0 0 0,0 1 0,-1-1 0,1 0 0,0 0 0,0 0 0,0 1 0,0-1 0,-1 0 0,1 1 0,-13 9 0,9-7 0,-7 6 0,1 0 0,0 1 0,0 0 0,1 1 0,0 0 0,-13 23 0,21-34 0,1 1 0,-1 0 0,1 0 0,0 0 0,0-1 0,-1 1 0,1 0 0,0 0 0,0 0 0,0 0 0,0 0 0,0-1 0,0 1 0,0 0 0,0 0 0,0 0 0,1 0 0,-1-1 0,0 1 0,1 0 0,-1 0 0,0 0 0,1-1 0,-1 1 0,1 0 0,-1 0 0,1 0 0,1 0 0,0 1 0,0-1 0,0 1 0,0-1 0,0 0 0,0 0 0,0 0 0,0 0 0,5 1 0,3 0 0,1 0 0,-1 0 0,16-1 0,-13 0 0,1-2 0,-1 0 0,14-3 0,-26 4 0,0 0 0,0 0 0,-1 0 0,1 0 0,0 0 0,0 1 0,0-1 0,0 0 0,0 1 0,0-1 0,0 0 0,-1 1 0,1-1 0,0 1 0,0 0 0,-1-1 0,1 1 0,0-1 0,-1 1 0,1 0 0,0 0 0,-1-1 0,1 2 0,14 23 0,-12-20 0,10 24 0,-9-18 0,1-1 0,0 0 0,9 12 0,-13-19 0,1-1 0,0 0 0,0 0 0,0 0 0,0 0 0,0 0 0,1 0 0,-1-1 0,0 1 0,1-1 0,-1 1 0,1-1 0,0 0 0,-1 0 0,1 0 0,0 0 0,5 0 0,-1-1 0,1 0 0,-1 0 0,0-1 0,0 0 0,0-1 0,1 0 0,-1 0 0,-1 0 0,1-1 0,0 0 0,-1 0 0,8-5 0,11-8 0,37-32 0,-59 45 0,57-50 0,-3-2 0,98-122 0,-93 93 0,92-163 0,-143 228 0,-7 13 0,-1 1 0,1-1 0,-1 0 0,0 0 0,-1 0 0,1-1 0,-1 1 0,1-8 0,-10 185 0,-47 288 0,46-405 0,1-5 0,-1 0 0,-30 94 0,37-140 0,0 0 0,-1 0 0,1 0 0,-1 0 0,0 0 0,0 0 0,0 0 0,0-1 0,-1 1 0,1-1 0,-1 1 0,1-1 0,-1 0 0,0 0 0,0 0 0,-5 2 0,3-2 0,0 0 0,-1-1 0,1 0 0,0 0 0,-1 0 0,1-1 0,-1 1 0,1-1 0,-10-2 0,-4-1 0,-1-1 0,1-1 0,0-1 0,-29-13 0,41 16 0,-37-18 0,43 20 0,0 1 0,1 0 0,-1-1 0,0 1 0,0-1 0,0 1 0,1-1 0,-1 1 0,0-1 0,0 1 0,1-1 0,-1 0 0,1 1 0,-1-1 0,0 0 0,1 0 0,0 0 0,-1 1 0,1-1 0,-1 0 0,1 0 0,0 0 0,0 0 0,-1 0 0,1 0 0,0 0 0,0 0 0,0 1 0,0-1 0,0 0 0,0 0 0,0 0 0,1 0 0,-1 0 0,0 0 0,0 0 0,1 0 0,-1 1 0,0-1 0,1 0 0,0-1 0,7-5 0,0 1 0,0-1 0,0 1 0,1 1 0,0 0 0,0 0 0,19-6 0,-22 8 0,72-28-227,2 5-1,0 2 1,2 5-1,0 2 1,114-7-1,-85 17-6598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2:38.2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476 1 24575,'-33'64'0,"4"2"0,-25 81 0,25-67 0,24-66 0,-156 436 0,24 8 0,135-448 0,-24 111 0,26-121 0,1 0 0,-1-1 0,0 1 0,0 0 0,0 0 0,1-1 0,-1 1 0,0 0 0,0 0 0,1 0 0,-1-1 0,0 1 0,0 0 0,1 0 0,-1 0 0,0 0 0,1 0 0,-1 0 0,0 0 0,1-1 0,-1 1 0,0 0 0,1 0 0,-1 0 0,0 0 0,1 0 0,-1 0 0,0 0 0,1 1 0,-1-1 0,0 0 0,0 0 0,1 0 0,-1 0 0,0 0 0,1 0 0,-1 1 0,0-1 0,0 0 0,1 0 0,-1 0 0,0 1 0,0-1 0,1 0 0,-1 0 0,0 1 0,0-1 0,0 0 0,0 0 0,1 1 0,-1-1 0,0 0 0,0 1 0,0-1 0,0 0 0,0 1 0,0-1 0,0 0 0,0 0 0,0 1 0,0-1 0,0 0 0,0 1 0,0-1 0,0 0 0,0 1 0,0-1 0,0 1 0,22-21 0,-7 3 0,-1-1 0,-2 0 0,0-1 0,0 0 0,-2-1 0,0 0 0,-2-1 0,0 0 0,-1 0 0,-1-1 0,-1 0 0,-1 0 0,-1 0 0,-1 0 0,-1-1 0,-1 1 0,-4-31 0,3 48 9,1 1 1,-1-1-1,0 1 0,-1 0 0,1-1 1,-1 1-1,0 0 0,0 0 0,0 0 0,0 1 1,-1-1-1,-4-5 0,5 7-77,0 1 1,0-1-1,-1 1 1,1-1-1,0 1 1,-1 0-1,1 0 1,-1 0-1,1 0 1,-1 0-1,1 0 1,-1 1-1,0-1 1,1 1-1,-1 0 1,0 0-1,1 0 1,-1 0-1,0 0 1,1 1-1,-4 0 1,-21 7-6759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2:38.5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24575,'0'0'0,"0"1"0,3 3 0,2 9 0,1 1-8191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2:38.9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343 0 24575,'-50'1054'0,"50"-1047"0,-5 29 0,5-36 0,0 0 0,0 1 0,0-1 0,-1 1 0,1-1 0,0 0 0,0 1 0,0-1 0,0 0 0,0 1 0,0-1 0,-1 1 0,1-1 0,0 0 0,0 1 0,0-1 0,-1 0 0,1 0 0,0 1 0,0-1 0,-1 0 0,1 0 0,0 1 0,-1-1 0,1 0 0,0 0 0,-1 0 0,1 1 0,0-1 0,-1 0 0,1 0 0,-1 0 0,1 0 0,0 0 0,-1 0 0,1 0 0,-1 0 0,1 0 0,0 0 0,-1 0 0,1 0 0,0 0 0,-1 0 0,1 0 0,-1 0 0,1 0 0,0-1 0,-1 1 0,1 0 0,0 0 0,-1 0 0,1-1 0,0 1 0,-1 0 0,1 0 0,0-1 0,0 1 0,-1 0 0,1-1 0,0 1 0,0 0 0,0-1 0,-1 1 0,1 0 0,0-1 0,-22-30 0,1-1 0,-24-52 0,9 18 0,-105-168 0,141 233 0,-1 1 0,1-1 0,0 1 0,-1 0 0,1-1 0,-1 1 0,1-1 0,0 0 0,0 1 0,-1-1 0,1 1 0,0-1 0,0 1 0,-1-1 0,1 0 0,0 1 0,0-1 0,0 0 0,0 1 0,0-1 0,0 1 0,0-1 0,0 0 0,0 1 0,1-1 0,-1 0 0,0 1 0,0-1 0,0 1 0,1-1 0,-1 1 0,0-1 0,1 1 0,-1-1 0,0 1 0,1-2 0,26-6 0,-23 7 0,433-76 0,-56 12 0,-310 50-1365,-17 4-5461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2:39.6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800 1013 24575,'-2'-2'0,"-1"-1"0,1 0 0,0 1 0,-1-1 0,1 1 0,-1-1 0,-4-1 0,0-2 0,-13-10 0,-1 0 0,0 2 0,-1 0 0,0 2 0,-1 0 0,-1 2 0,0 0 0,0 2 0,-1 0 0,0 2 0,-51-6 0,56 9 0,1 2 0,-1 0 0,0 1 0,1 1 0,-1 1 0,1 1 0,0 1 0,-1 0 0,2 1 0,-1 2 0,1-1 0,0 2 0,0 1 0,0 0 0,2 1 0,-22 16 0,28-17 0,1 0 0,0 1 0,1 0 0,0 0 0,0 1 0,1 0 0,1 0 0,0 1 0,0 0 0,1 0 0,0 0 0,2 0 0,-1 1 0,1 0 0,1 0 0,0 0 0,1 0 0,1 0 0,0 0 0,0 0 0,1 0 0,5 22 0,-3-21 0,0-1 0,1 0 0,1 1 0,0-1 0,1-1 0,0 1 0,1-1 0,0 0 0,1-1 0,0 0 0,1 0 0,0 0 0,1-1 0,0-1 0,1 0 0,0 0 0,0-1 0,1 0 0,0-1 0,0 0 0,17 6 0,-17-10 0,0 1 0,1-1 0,0-1 0,-1-1 0,1 1 0,0-2 0,0 0 0,0-1 0,0 0 0,0 0 0,-1-2 0,1 0 0,-1 0 0,1-1 0,21-10 0,-7 1 0,-1-2 0,-1 0 0,0-2 0,-1 0 0,42-42 0,-25 16 0,-1-3 0,-3-1 0,-1-1 0,-3-2 0,-2-2 0,47-106 0,-44 72 0,-3-1 0,-5-2 0,29-165 0,-35 83 0,-18 143 0,-2 0 0,-1 0 0,-8-54 0,9 82 0,-6-19 0,0 17 0,-2 14 0,0 9 0,0 1 0,2 1 0,1-1 0,-5 40 0,9-54 0,-15 118-195,5 1 0,7 0 0,4 0 0,6 0 0,6 0 0,47 210 0,-20-191-6631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2:40.2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9 719 24575,'-4'36'0,"1"-3"0,1 0 0,3 35 0,0-59 0,-1 0 0,2 1 0,-1-1 0,1 0 0,1 0 0,-1 0 0,2 0 0,-1-1 0,1 1 0,0-1 0,1 0 0,7 10 0,-9-15 0,-1-1 0,0 1 0,1-1 0,0 0 0,-1 0 0,1 0 0,0 0 0,0-1 0,0 1 0,0-1 0,0 1 0,0-1 0,1 0 0,-1 0 0,0-1 0,1 1 0,-1-1 0,4 1 0,-1-2 0,0 1 0,0-1 0,-1 0 0,1-1 0,0 1 0,-1-1 0,1 0 0,-1-1 0,9-4 0,1-2 0,-1-1 0,0-1 0,0 0 0,-1-1 0,-1 0 0,12-16 0,-9 9 0,-1-1 0,0 0 0,-2-1 0,0-1 0,-2 0 0,0 0 0,-2-1 0,0 0 0,-2-1 0,0 1 0,-2-1 0,-1-1 0,0 1 0,-2-25 0,-1 41 0,-1 0 0,0 0 0,0 0 0,-1 0 0,0 0 0,-1 0 0,-3-8 0,6 15 0,-1-1 0,0 0 0,0 1 0,0-1 0,0 1 0,0-1 0,0 1 0,0 0 0,0-1 0,0 1 0,-1 0 0,1 0 0,-1 0 0,1 0 0,-1 0 0,1 0 0,-1 0 0,1 0 0,-1 1 0,0-1 0,1 0 0,-1 1 0,0 0 0,0-1 0,1 1 0,-1 0 0,0 0 0,0 0 0,1 0 0,-1 0 0,0 0 0,0 1 0,1-1 0,-1 1 0,0-1 0,-3 2 0,2 0 0,0-1 0,0 1 0,0 0 0,0 0 0,0 0 0,1 0 0,-1 1 0,0-1 0,1 1 0,0 0 0,0-1 0,0 1 0,0 0 0,0 0 0,0 1 0,1-1 0,-1 0 0,1 0 0,0 1 0,0-1 0,0 1 0,1-1 0,-1 1 0,1 3 0,-1-1 0,1 0 0,1 0 0,-1 0 0,1 0 0,0-1 0,0 1 0,1 0 0,-1 0 0,1-1 0,1 0 0,-1 1 0,1-1 0,0 0 0,5 7 0,-1-4 0,0-1 0,0 0 0,1 0 0,0 0 0,1-1 0,-1 0 0,1-1 0,1 0 0,-1-1 0,0 1 0,1-2 0,0 1 0,12 1 0,3 1 0,1-3 0,-1 0 0,1-1 0,35-2 0,-8-5 0,-1-2 0,0-2 0,-1-3 0,0-2 0,-1-2 0,-1-2 0,0-2 0,54-32 0,-22 6 0,-2-5 0,-2-2 0,121-110 0,-77 45 0,-100 95 0,-2-1 0,0 0 0,19-36 0,-31 46 0,-13 27 0,-102 307 0,25 9 0,77-303 0,-124 596 0,105-494 0,17-84 0,-2 1 0,-2-1 0,-35 83 0,41-115 0,0 0 0,-1 0 0,0 0 0,-1-1 0,0-1 0,-1 1 0,0-1 0,0-1 0,-1 1 0,-1-2 0,1 1 0,-2-2 0,1 1 0,-1-2 0,0 1 0,0-2 0,-22 8 0,17-9 0,1-1 0,-1 0 0,1-1 0,-1-1 0,0-1 0,0-1 0,1 0 0,-1-1 0,1 0 0,-1-2 0,1 0 0,0 0 0,-25-12 0,31 12 0,1 0 0,0-1 0,0 0 0,0-1 0,0 0 0,1 0 0,0-1 0,0 0 0,1 0 0,-1-1 0,2 0 0,-1 0 0,1-1 0,1 0 0,-1 0 0,1 0 0,1 0 0,0-1 0,0 0 0,1 0 0,0 0 0,-2-19 0,4 16 9,1-1 0,1 1-1,0-1 1,1 1 0,0 0-1,1-1 1,1 1 0,0 1-1,0-1 1,12-21 0,0 6-375,1 0 1,1 1 0,28-31 0,41-40-6461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2:40.4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0 24575,'0'0'0,"0"0"0,0 0 0,0 0 0,-2 1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2:41.4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1072 1112 24575,'-9'-15'0,"-36"-63"0,-51-81 0,76 130 0,0 1 0,-2 1 0,-32-29 0,46 48 0,-1 1 0,0 0 0,0 0 0,0 1 0,-1 1 0,0 0 0,0 0 0,-1 0 0,1 2 0,-1-1 0,0 1 0,0 1 0,0 0 0,-16-1 0,10 3 0,1 1 0,-1 0 0,1 1 0,-1 1 0,1 1 0,0 0 0,0 1 0,0 1 0,-17 9 0,2 1 0,0 2 0,2 1 0,0 2 0,1 1 0,2 1 0,0 1 0,1 1 0,1 1 0,2 1 0,1 1 0,1 1 0,1 1 0,2 1 0,-20 47 0,23-44 0,1 1 0,1 1 0,2 0 0,2 0 0,2 1 0,0 0 0,3 0 0,1 0 0,2 0 0,1 0 0,2 0 0,2 0 0,15 59 0,-14-76 0,1 0 0,1-1 0,0 0 0,2 0 0,0 0 0,1-2 0,1 1 0,20 22 0,-24-32 0,0 1 0,1-1 0,0-1 0,0 0 0,1 0 0,0 0 0,0-2 0,0 1 0,1-1 0,0-1 0,0 0 0,0 0 0,1-1 0,-1 0 0,1-1 0,17 0 0,-10-2 0,0-2 0,0 0 0,-1-1 0,1-1 0,-1-1 0,0 0 0,0-2 0,0 0 0,-1-1 0,0 0 0,-1-2 0,0 0 0,20-16 0,4-6 0,-2-2 0,-2-1 0,60-74 0,-40 35 0,-4-3 0,-3-2 0,-4-3 0,-3-1 0,42-118 0,-48 94 0,-4-2 0,-5 0 0,-5-2 0,8-120 0,-25 177 0,-2 0 0,-3 0 0,-2 0 0,-14-87 0,16 138 0,-1 1 0,0-1 0,1 0 0,-1 1 0,0-1 0,0 0 0,0 1 0,-1-1 0,-1-1 0,3 4 0,0-1 0,0 1 0,0 0 0,-1 0 0,1 0 0,0 0 0,0 0 0,-1 0 0,1 0 0,0 0 0,0 0 0,-1 0 0,1 0 0,0 0 0,-1 0 0,1 0 0,0 0 0,0 0 0,-1 0 0,1 0 0,0 0 0,0 0 0,-1 0 0,1 0 0,0 0 0,0 0 0,-1 1 0,1-1 0,0 0 0,0 0 0,0 0 0,-1 0 0,1 1 0,0-1 0,0 0 0,0 0 0,0 0 0,-1 1 0,1-1 0,0 0 0,0 0 0,0 1 0,0-1 0,0 0 0,0 0 0,0 1 0,0-1 0,-4 9 0,2 0 0,-1 0 0,1 0 0,-1 13 0,-7 70 0,5-1 0,10 153 0,53 182 0,47-13-1365,-49-244-5461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2:41.9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110 285 24575,'1'47'0,"2"-1"0,2 1 0,2-1 0,15 56 0,-14-75 0,1 1 0,1-1 0,2-1 0,1 0 0,0-1 0,2 0 0,36 45 0,-46-64 0,0 0 0,1-1 0,0 1 0,0-1 0,1 0 0,-1 0 0,1-1 0,0 0 0,0 0 0,1-1 0,10 4 0,-14-6 0,1 0 0,0 0 0,-1-1 0,1 1 0,0-1 0,-1 0 0,1-1 0,0 1 0,-1-1 0,1 0 0,-1 0 0,1 0 0,-1-1 0,1 1 0,-1-1 0,0 0 0,0-1 0,0 1 0,0-1 0,7-6 0,0-1 0,-1 0 0,0-1 0,-1-1 0,0 0 0,-1 0 0,0 0 0,-1-1 0,0-1 0,-1 1 0,7-26 0,-4 10 0,-2-1 0,-1 0 0,-2 0 0,2-39 0,-5 43 0,-2 0 0,-1 0 0,0 0 0,-2 0 0,-1 1 0,-2-1 0,0 1 0,-1 0 0,-23-46 0,23 56 0,-1 0 0,-1 1 0,0 0 0,0 1 0,-2 0 0,1 0 0,-2 1 0,0 1 0,0 0 0,-1 1 0,0 0 0,0 1 0,-1 1 0,-1 0 0,1 1 0,-20-5 0,17 7 0,1 0 0,-1 2 0,0 0 0,-1 1 0,-35 1 0,46 1 0,0 1 0,0 0 0,0 0 0,0 1 0,0 0 0,0 0 0,1 1 0,-1-1 0,1 2 0,0-1 0,0 1 0,0 0 0,0 1 0,1 0 0,-12 10 0,15-11-62,0 0 0,1 0 0,-1 0 0,1 0 0,0 1 0,0-1 0,1 1 0,-1-1 0,1 1 0,0 0 0,0-1 0,0 1-1,1 0 1,0 0 0,0 0 0,0-1 0,0 1 0,1 0 0,0 0 0,0 0 0,2 5 0,16 48-6764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2:42.5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198 20 24575,'-6'-9'0,"7"9"0,-1-1 0,0 1 0,0-1 0,0 1 0,0 0 0,0-1 0,-1 1 0,1-1 0,0 1 0,0 0 0,0-1 0,0 1 0,0-1 0,0 1 0,-1 0 0,1-1 0,0 1 0,0 0 0,-1-1 0,1 1 0,0 0 0,0 0 0,-1-1 0,1 1 0,0 0 0,-1 0 0,1-1 0,0 1 0,-1 0 0,1 0 0,-1 0 0,1-1 0,0 1 0,-1 0 0,1 0 0,0 0 0,-1 0 0,1 0 0,-1 0 0,1 0 0,-1 0 0,1 0 0,0 0 0,-1 0 0,1 0 0,-1 0 0,1 1 0,0-1 0,-1 0 0,-2 3 0,0 1 0,0-1 0,0 1 0,1 0 0,-1 0 0,1-1 0,0 2 0,0-1 0,0 0 0,1 0 0,-2 8 0,-2 4 0,-23 74 0,5 1 0,-15 114 0,-4 190 0,36-336 0,2-31 0,1 0 0,2 0 0,3 40 0,-2-68 0,0 0 0,0 0 0,0 0 0,1-1 0,-1 1 0,0 0 0,0 0 0,0 0 0,0 0 0,1 0 0,-1-1 0,0 1 0,0 0 0,0 0 0,0 0 0,1 0 0,-1 0 0,0 0 0,0 0 0,0 0 0,1 0 0,-1 0 0,0 0 0,0 0 0,1 0 0,-1 0 0,0 0 0,0 0 0,0 0 0,1 0 0,-1 0 0,0 0 0,0 0 0,0 0 0,0 0 0,1 1 0,-1-1 0,0 0 0,0 0 0,0 0 0,0 0 0,1 0 0,-1 1 0,0-1 0,0 0 0,0 0 0,0 0 0,0 0 0,0 1 0,0-1 0,1 0 0,-1 0 0,0 0 0,0 1 0,0-1 0,0 0 0,0 0 0,0 0 0,0 1 0,0-1 0,0 0 0,0 0 0,0 0 0,0 1 0,0-1 0,0 0 0,-1 0 0,9-10 0,0 0 0,-1-1 0,10-21 0,2-3 0,6-7 0,2 1 0,1 2 0,3 0 0,0 2 0,39-33 0,-52 54 0,1 0 0,1 2 0,0 1 0,1 0 0,24-10 0,-30 16 0,1 2 0,-1-1 0,1 2 0,0 0 0,1 1 0,-1 1 0,0 0 0,23 1 0,-31 1 0,0 1 0,1 0 0,-1 0 0,0 1 0,-1 0 0,1 0 0,0 1 0,0 0 0,-1 0 0,0 0 0,0 1 0,0 1 0,0-1 0,0 1 0,-1 0 0,0 1 0,6 5 0,-8-5 0,0 0 0,0-1 0,0 1 0,-1 0 0,0 1 0,0-1 0,0 0 0,-1 1 0,0 0 0,-1 0 0,1-1 0,-1 1 0,0 0 0,-1 0 0,0 0 0,0 0 0,-1 0 0,1 0 0,-1 0 0,-3 8 0,-1 2 0,-1 0 0,-1-1 0,-1 1 0,0-2 0,-1 1 0,-1-1 0,0 0 0,-1-1 0,-1 0 0,0-1 0,0 0 0,-2-1 0,1 0 0,-18 10 0,-2 0 0,-2-1 0,0-1 0,-1-2 0,-1-2 0,-48 15 0,-106 16-1365,167-42-5461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2:42.8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4 24575,'0'0'0,"0"-1"0,-1 1 0,0-1 0,1 0 0,0 0 0,4 6 0,10 13 0,12 18 0,1 4-8191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2:43.8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890 155 24575,'-2'-6'0,"2"5"0,-1-1 0,1 0 0,-1 0 0,0 1 0,1-1 0,-1 0 0,0 1 0,0-1 0,0 1 0,0-1 0,0 1 0,0-1 0,-1 1 0,1 0 0,0 0 0,-1-1 0,1 1 0,-1 0 0,1 0 0,-1 0 0,1 1 0,-1-1 0,0 0 0,1 1 0,-1-1 0,0 1 0,0-1 0,0 1 0,1 0 0,-1 0 0,-3 0 0,-36-2 0,1 2 0,-1 2 0,1 2 0,-1 1 0,1 3 0,-59 18 0,50-11 0,0 3 0,1 1 0,-53 31 0,75-35 0,0 1 0,1 1 0,1 1 0,0 2 0,2 0 0,-36 42 0,52-55 0,0 1 0,1-1 0,1 1 0,-1 0 0,1 0 0,0 1 0,1-1 0,0 1 0,0 0 0,1 0 0,0 0 0,0 14 0,2-16 0,0 0 0,0 0 0,1 0 0,1 0 0,-1 0 0,1 0 0,0 0 0,1-1 0,-1 1 0,1-1 0,0 0 0,1 0 0,0 0 0,0 0 0,0 0 0,1-1 0,5 6 0,8 4 0,0 0 0,1-1 0,0-1 0,2 0 0,-1-2 0,1 0 0,1-2 0,0 0 0,29 7 0,13 1 0,1-4 0,73 7 0,-38-12 0,0-4 0,-1-4 0,180-23 0,-203 10 0,0-2 0,0-4 0,-2-3 0,-1-4 0,102-50 0,-170 74 0,22-12 0,30-21 0,-50 31 0,0-1 0,-1-1 0,0 1 0,0-1 0,-1 0 0,1 0 0,-1 0 0,-1-1 0,6-10 0,-8 15 0,-1 0 0,0 0 0,0 0 0,-1 0 0,1-1 0,0 1 0,-1 0 0,1-1 0,-1 1 0,0 0 0,1-1 0,-1 1 0,0 0 0,-1-1 0,1 1 0,0 0 0,-1-1 0,1 1 0,-1 0 0,0-1 0,0 1 0,0 0 0,0 0 0,0 0 0,0 0 0,-1 0 0,1 0 0,0 0 0,-1 0 0,0 1 0,1-1 0,-1 1 0,0-1 0,-4-2 0,0 1 0,0-1 0,-1 1 0,0 1 0,1-1 0,-1 1 0,0 0 0,0 0 0,-1 1 0,1 0 0,-11 0 0,-2 2 0,-1 1 0,1 1 0,0 0 0,0 2 0,0 0 0,1 1 0,0 1 0,-25 13 0,16-6 0,0 2 0,2 1 0,0 1 0,-42 38 0,63-52 0,1 0 0,0 0 0,0 1 0,0-1 0,0 1 0,1 0 0,-4 6 0,7-10 0,0-1 0,0 1 0,-1 0 0,1-1 0,0 1 0,0-1 0,0 1 0,0 0 0,0-1 0,0 1 0,0-1 0,0 1 0,0 0 0,0-1 0,0 1 0,0-1 0,1 1 0,-1 0 0,0-1 0,0 1 0,0-1 0,1 1 0,-1-1 0,0 1 0,1-1 0,-1 1 0,1 0 0,1 0 0,0 0 0,0 0 0,0 0 0,0 0 0,0-1 0,0 1 0,0-1 0,1 1 0,-1-1 0,0 0 0,0 0 0,4 0 0,52-3 0,1-3 0,-1-3 0,91-25 0,-26 6 0,-87 20 0,0 2 0,1 1 0,0 3 0,0 0 0,0 3 0,0 1 0,0 1 0,0 2 0,-1 2 0,0 2 0,44 15 0,-4 7 0,-38-14 0,61 17 0,-86-31 0,-1 0 0,1-1 0,0 0 0,0-1 0,1-1 0,-1 0 0,0 0 0,0-2 0,13-2 0,-6-2 0,0 0 0,-1-1 0,-1-2 0,1 0 0,-1 0 0,-1-2 0,0 0 0,0-1 0,15-15 0,9-11 0,-1-3 0,34-45 0,-27 28 0,-3-3 0,-3-2 0,-3-1 0,41-93 0,-64 122 0,-8 25 0,-2 11 0,4 22 0,4 33 0,-3 1 0,5 81 0,-9 120 0,-12-80 0,3-149 0,0-1 0,-2 0 0,-2 0 0,-10 31 0,15-54 0,0 0 0,0 0 0,-1 0 0,1-1 0,-1 1 0,0-1 0,0 1 0,-1-1 0,1 0 0,-1 0 0,0-1 0,0 1 0,0-1 0,0 0 0,-1 0 0,0 0 0,1-1 0,-1 1 0,-9 2 0,3-2 0,-1-1 0,1 0 0,-1-1 0,1 0 0,-1-1 0,0-1 0,1 1 0,-14-4 0,-20-3 0,-52-16 0,75 17 0,0-2 0,1 0 0,0-1 0,-27-17 0,46 25 0,1 1 0,-1-1 0,1 0 0,-1 0 0,1 0 0,0 0 0,-1 0 0,1 0 0,0 0 0,0-1 0,0 1 0,-1 0 0,2-1 0,-1 1 0,0-1 0,0 1 0,0-1 0,1 1 0,-1-1 0,1 0 0,-1 1 0,1-1 0,-1 0 0,1 1 0,0-1 0,0 0 0,0 1 0,0-1 0,0 0 0,1 0 0,-1 1 0,0-1 0,1 0 0,-1 1 0,1-1 0,1-2 0,1-2 0,2 0 0,-1 1 0,1-1 0,0 1 0,0 0 0,0 0 0,13-8 0,16-10 24,1 1 0,63-29 0,81-22-847,-143 59 209,124-46-6212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2:45.1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16097 1514 24575,'-8'-18'0,"-2"1"0,-1 0 0,0 1 0,-1 0 0,0 1 0,-29-27 0,0 6 0,-61-39 0,-1 8-227,-3 5-1,-188-80 0,-255-55-760,-518-60-1177,-24 79 1335,-998-79-1994,-12 155 691,398 168 1679,4 84 1,684-15 462,9 90-29,733-142 33,-414 187-1,492-175 37,4 8-1,-302 219 0,379-235 162,4 5-1,4 4 0,5 5 1,4 5-1,4 4 0,-104 162 0,144-187-67,4 2 0,4 2 0,4 2 0,4 1 0,5 2-1,3 2 1,4 0 0,5 2 0,-15 196 0,32-183-103,6-1-1,5 1 1,4-1 0,45 183 0,-20-160 70,6-2-1,6-2 1,89 169-1,-44-131 8,8-4-1,6-4 1,8-6 0,6-5-1,247 232 1,-208-237-121,6-8 0,6-7 0,5-8 1,5-7-1,220 98 0,-195-120-132,4-9-1,3-9 1,3-10-1,395 62 0,-322-91 10,437-4 0,292-101-928,-7-93-393,-11-52 14,518-148 477,399-89 35,-1022 261 912,53-11-403,290-138 1319,-651 96-198,-431 164-544,232-161 0,-298 176 262,-3-4 0,-3-4-1,-4-3 1,117-142-1,-158 166-143,-2-1 0,-3-2 0,-2-2 0,-3-1-1,-2-2 1,-3-1 0,-3 0 0,-2-2 0,13-72 0,-21 50-223,-4-1 0,-4 1 0,-4-1 1,-3 0-1,-4 0 0,-25-124 1,-3 57 387,-6 2 1,-102-247-1,64 218-284,-203-341-1,209 411-177,-6 3 0,-4 4-1,-184-182 1,210 236 204,-3 1 1,-1 3-1,-2 3 0,-2 3 0,-98-46 0,117 67-50,0 1 0,-2 3 0,0 1 0,0 2 0,-1 3-1,0 2 1,-1 2 0,0 1 0,-70 6 0,-51 22-1031,20 12-4404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2:45.9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358 1 24575,'0'7'0,"0"1"0,-1-1 0,0 0 0,-1 0 0,-3 10 0,-4 19 0,-109 654-786,-32 764 0,85 716-787,60-1288 26,4-650-1952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2:46.3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733 0 24575,'-24'90'0,"6"-28"0,-291 1255-2240,104 26 0,141-492 1726,29 0-367,19-406 606,-21 8-535,12-293-421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2:46.9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1 274 24575,'0'0'0,"0"0"0,0-1 0,0 1 0,0 0 0,0 0 0,0-1 0,0 1 0,0 0 0,0 0 0,1 0 0,-1-1 0,0 1 0,0 0 0,0 0 0,0-1 0,1 1 0,-1 0 0,0 0 0,0 0 0,0 0 0,1-1 0,-1 1 0,0 0 0,0 0 0,0 0 0,1 0 0,-1 0 0,0 0 0,0 0 0,1 0 0,-1-1 0,0 1 0,0 0 0,1 0 0,-1 0 0,0 0 0,1 0 0,-1 0 0,0 1 0,0-1 0,1 0 0,-1 0 0,0 0 0,0 0 0,1 0 0,2 0 0,393-5 17,-118 4-244,705-45-955,3-34-899,686-37-206,-76 97 931,1 50 1,1371 98 506,-1635-61 597,1108-33 5204,-2355-37-3693,-72 2-6089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4:48.7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1 323 24575,'11'-2'0,"69"-1"0,137 12 0,-110-2 0,128 7 0,528 10 0,-747-24 0,-7 1 0,-1-1 0,1-1 0,0 1 0,-1-1 0,1-1 0,-1 0 0,1 0 0,12-5 0,-21 6 0,0 0 0,0 0 0,-1 0 0,1 0 0,0-1 0,0 1 0,0 0 0,-1 0 0,1 0 0,-1 1 0,1-1 0,-1 0 0,1 0 0,-1 0 0,1 0 0,-1 0 0,0 0 0,0 1 0,1-1 0,-2-1 0,1 1 0,-26-29 0,-1 1 0,-1 2 0,-2 0 0,-50-32 0,-144-77 0,182 113 0,36 19 0,27 15 0,193 99 0,178 106 0,-387-214 0,7 5 0,-1 1 0,1-1 0,-2 2 0,18 17 0,-25-24 0,0 0 0,-1 0 0,1 0 0,-1 0 0,0 0 0,0 1 0,0-1 0,0 0 0,0 1 0,0-1 0,0 1 0,-1-1 0,1 1 0,-1-1 0,0 1 0,0-1 0,0 1 0,0-1 0,0 1 0,0-1 0,-1 1 0,0-1 0,1 1 0,-1-1 0,0 1 0,0-1 0,0 0 0,0 0 0,0 1 0,-1-1 0,-1 2 0,-5 6 0,0-2 0,0 1 0,-1-1 0,0 0 0,0-1 0,-1 0 0,-14 7 0,-79 35 0,90-43 0,-97 37-341,-2-5 0,-2-5-1,-158 25 1,247-54-6485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4:49.6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1 161 24575,'14'30'0,"14"27"0,-4 0 0,-2 2 0,20 81 0,24 186 0,-41-182 0,-24-143 0,-1 0 0,0 0 0,0 0 0,0 0 0,1 0 0,-1 0 0,0 0 0,1 0 0,-1 0 0,1-1 0,-1 1 0,1 0 0,-1 0 0,1 0 0,0 0 0,-1-1 0,1 1 0,0 0 0,0-1 0,0 1 0,-1 0 0,1-1 0,0 1 0,2 0 0,-2-1 0,1 0 0,0 0 0,0 0 0,-1 0 0,1 0 0,0 0 0,0 0 0,-1-1 0,1 1 0,0 0 0,-1-1 0,1 0 0,2-1 0,6-3 0,-1-1 0,0 0 0,14-12 0,-23 18 0,34-30 0,-2-1 0,-2-2 0,-1-1 0,28-43 0,86-161 0,-30 5 0,-96 189 0,-1 0 0,-2-1 0,11-71 0,-24 86-1365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4:49.9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 1 24575,'-3'18'0,"-41"390"134,16-97-1633,22-271-5327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4:50.7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0 225 24575,'1'2'0,"-1"1"0,1-1 0,0 0 0,0 0 0,0 1 0,0-1 0,0 0 0,0 0 0,1 0 0,-1 0 0,1 0 0,-1 0 0,1 0 0,0-1 0,-1 1 0,1-1 0,0 1 0,0-1 0,0 0 0,1 1 0,-1-1 0,3 1 0,6 2 0,1 0 0,0 0 0,15 1 0,-15-2 0,50 7 0,1-2 0,124 0 0,131-25 0,-272 13 0,462-42 0,-109 8 0,-399 38 0,1 0 0,-1 0 0,0 0 0,0 0 0,0 0 0,0 0 0,0 0 0,0 0 0,0 0 0,0 0 0,0 0 0,1 0 0,-1-1 0,0 1 0,0 0 0,0 0 0,0 0 0,0 0 0,0 0 0,0 0 0,0 0 0,0 0 0,0-1 0,0 1 0,0 0 0,0 0 0,0 0 0,0 0 0,0 0 0,0 0 0,0 0 0,0-1 0,0 1 0,0 0 0,0 0 0,0 0 0,0 0 0,0 0 0,0 0 0,0 0 0,0-1 0,0 1 0,0 0 0,-1 0 0,1 0 0,0 0 0,0 0 0,0 0 0,0 0 0,0 0 0,0 0 0,0 0 0,0 0 0,0 0 0,-1-1 0,1 1 0,0 0 0,0 0 0,-11-10 0,-15-10 0,-22-9 0,-1 2 0,-1 2 0,-1 3 0,-1 2 0,-1 2 0,-66-13 0,97 30 0,22 1 0,-1 0 0,1 0 0,-1 0 0,1 0 0,0 0 0,-1 1 0,1-1 0,-1 0 0,1 0 0,0 0 0,-1 1 0,1-1 0,0 0 0,-1 0 0,1 1 0,0-1 0,-1 0 0,1 1 0,0-1 0,-1 1 0,1-1 0,0 0 0,0 1 0,-1 0 0,1 1 0,1 0 0,-1 0 0,0 0 0,1 0 0,-1 0 0,1 0 0,0 0 0,0 0 0,0 0 0,0 0 0,0 0 0,0 0 0,0-1 0,0 1 0,3 2 0,11 13 0,0-1 0,1-1 0,0 0 0,30 20 0,84 45 0,-66-41 0,-35-22 0,71 49 0,-87-57 0,-1 0 0,-1 1 0,0 1 0,-1 0 0,15 20 0,-23-29 0,0 1 0,0 0 0,-1-1 0,1 1 0,-1 0 0,0 0 0,0 0 0,0 0 0,0 0 0,0 0 0,-1 0 0,1 1 0,-1-1 0,0 0 0,0 0 0,0 0 0,-1 0 0,1 0 0,-1 1 0,1-1 0,-1 0 0,0 0 0,0 0 0,0 0 0,-1-1 0,1 1 0,-1 0 0,0 0 0,1-1 0,-1 1 0,0-1 0,-1 0 0,1 1 0,-5 2 0,-5 5 0,0-1 0,-1-1 0,0-1 0,-1 0 0,-27 11 0,1-4-682,-71 15-1,42-16-6143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4:51.1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24575,'16'18'0,"9"16"0,-2 0 0,-1 2 0,-1 0 0,-3 2 0,0 0 0,-3 1 0,14 52 0,-1 18 0,18 163 0,-30-115 0,-16-156 0,0-1 0,0 0 0,0 1 0,0-1 0,0 0 0,0 1 0,0-1 0,0 0 0,0 1 0,0-1 0,0 1 0,0-1 0,0 0 0,0 1 0,0-1 0,0 0 0,0 1 0,0-1 0,1 0 0,-1 1 0,0-1 0,0 0 0,0 0 0,1 1 0,-1-1 0,0 0 0,0 0 0,1 1 0,-1-1 0,0 0 0,1 0 0,-1 0 0,0 1 0,1-1 0,-1 0 0,0 0 0,1 0 0,-1 0 0,0 0 0,1 0 0,-1 0 0,0 0 0,1 0 0,-1 0 0,0 0 0,1 0 0,-1 0 0,0 0 0,1 0 0,18-12 0,-17 11 0,30-26 0,0-1 0,-2-1 0,42-53 0,66-111 0,-129 180-98,7-10-156,-1 0 1,-1-1 0,-1-1-1,15-40 1,-25 55-6573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4:51.5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10 24575,'21'-3'0,"-3"0"0,1 1 0,0 1 0,0 0 0,0 1 0,0 1 0,-1 1 0,1 1 0,0 1 0,24 7 0,-35-8 0,0 0 0,0 1 0,0 0 0,-1 0 0,0 1 0,1 0 0,-2 0 0,1 0 0,0 1 0,5 7 0,-8-8 0,0 0 0,-1 0 0,0 1 0,0-1 0,0 1 0,0 0 0,-1 0 0,0 0 0,0 0 0,-1 1 0,1-1 0,-2 0 0,1 1 0,-1 11 0,-1-3 0,-1 0 0,0 0 0,-2-1 0,0 0 0,0 1 0,-1-1 0,-1-1 0,0 1 0,-15 22 0,-7 6 0,-49 58 0,20-35 0,-75 65 0,131-129 0,0 0 0,0 0 0,0 0 0,0 0 0,0 0 0,0 1 0,0-1 0,0 0 0,1 0 0,-1 1 0,0-1 0,1 1 0,-1-1 0,0 2 0,1-2 0,0-1 0,0 1 0,0-1 0,1 1 0,-1 0 0,0-1 0,0 1 0,0 0 0,0-1 0,1 1 0,-1-1 0,0 1 0,1 0 0,-1-1 0,0 1 0,1-1 0,-1 1 0,1-1 0,-1 1 0,1-1 0,-1 0 0,1 2 0,4 0 0,0 1 0,0-1 0,0 0 0,1-1 0,-1 1 0,9 1 0,28 4 0,1-2 0,-1-2 0,1-2 0,44-4 0,170-27 0,-185 17-1365,-14 2-5461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3:45.3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277 303 24575,'-2'56'0,"-19"108"0,10-96 0,-116 668 0,22-146 0,104-581 0,-3 15 0,2-19 0,0-12 0,1-19 0,0 0 0,2 0 0,4-31 0,-4 46 0,19-148-138,66-252 0,83-147-810,17 40 948,-177 496 0,-5 9 0,0 1 0,2 0 0,-1 0 0,1 0 0,1 1 0,0-1 0,14-15 0,-18 25-1,-1-1 1,1 1-1,0 0 1,0 0-1,0 1 1,0-1-1,0 1 1,0-1-1,0 1 1,0 0-1,1 0 1,-1 0-1,1 0 1,-1 1-1,0 0 1,1-1-1,-1 1 1,1 0-1,-1 1 1,1-1-1,-1 1 1,0-1-1,5 2 1,4 2 36,-1 1 0,1 0 0,-1 1 0,0 0 0,12 8 0,18 16 184,-1 2 1,-1 1-1,-2 2 1,60 74-1,111 177-302,-61-52 82,-4-6 0,-140-224 0,-1 0 0,1 0 0,0 0 0,-1 0 0,2-1 0,-1 0 0,0 1 0,1-1 0,0 0 0,4 2 0,-6-4 0,1 0 0,-1-1 0,0 0 0,0 1 0,1-1 0,-1 0 0,0 0 0,0 0 0,1-1 0,-1 1 0,0 0 0,0-1 0,0 1 0,1-1 0,-1 0 0,0 0 0,0 0 0,0 0 0,0 0 0,0 0 0,0-1 0,-1 1 0,4-4 0,14-10 0,-1-2 0,0 0 0,-1-1 0,18-27 0,53-87 0,-74 110 0,42-68 0,-4-2 0,73-178 0,-122 261 0,6-17 0,-4 19 0,0 9 0,2 12 0,-1 0 0,0 1 0,7 28 0,-9-28 0,31 119 0,33 275 0,-32 145 0,-34-9-1365,-5-426-5461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3:45.5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24575,'0'0'0,"0"0"0,0 0 0,1 5 0,3 14 0,4 36 0,1 52 0,-2 58 0,-5 55 0,-4 42 0,-5 27-1234,3 10 1234,0-45-6957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3:46.4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479 724 24575,'-4'17'0,"-146"561"0,-51-19 0,194-543 0,4-7 0,0-1 0,-1 1 0,0-1 0,0 0 0,-1 0 0,0-1 0,0 0 0,-1 0 0,-9 9 0,15-15 0,-1-1 0,0 1 0,1-1 0,-1 1 0,0-1 0,0 1 0,0-1 0,1 1 0,-1-1 0,0 0 0,0 1 0,0-1 0,0 0 0,0 0 0,0 0 0,0 0 0,0 0 0,0 0 0,0 0 0,1 0 0,-1 0 0,0 0 0,0 0 0,0-1 0,0 1 0,0 0 0,0-1 0,0 1 0,1-1 0,-1 1 0,0-1 0,0 1 0,1-1 0,-1 1 0,0-1 0,1 0 0,-1 1 0,-1-3 0,0-1 0,-1 0 0,1-1 0,-1 0 0,1 0 0,1 1 0,-1-1 0,-1-7 0,-1-12 0,0 0 0,2 0 0,0-45 0,14-88 0,14-27-382,74-266 0,100-168-467,-88 344 849,-109 269 0,3-8 0,0 1 0,1 0 0,0 0 0,15-17 0,-20 27 0,0-1 0,0 1 0,0 0 0,0 0 0,1 0 0,-1 1 0,1-1 0,0 1 0,-1-1 0,1 1 0,0 0 0,0 0 0,0 0 0,0 0 0,0 0 0,0 1 0,0-1 0,0 1 0,0 0 0,0 0 0,0 0 0,0 0 0,0 1 0,0-1 0,0 1 0,3 1 0,7 4 134,-1 1 1,0 0-1,0 0 1,-1 1-1,0 1 1,0 0-1,-1 0 1,-1 1-1,15 19 0,23 28-38,-2 3-1,50 90 0,59 143-118,-15-27 29,-135-259-6,0 0 0,0 0 0,0-1 0,1 1 0,0-1 0,1 0 0,7 7 0,-11-12 0,0 0 0,0 0 0,0 0 0,0 0 0,1 0 0,-1 0 0,0 0 0,0-1 0,1 1 0,-1-1 0,0 0 0,1 1 0,-1-1 0,1 0 0,-1 0 0,0-1 0,1 1 0,-1-1 0,0 1 0,1-1 0,-1 1 0,0-1 0,0 0 0,0 0 0,1 0 0,-1-1 0,0 1 0,2-2 0,12-9 0,0-1 0,-1 0 0,0-1 0,-1-1 0,0-1 0,17-26 0,63-111 0,-63 97 0,-1-2 0,-3 0 0,-3-2 0,26-98 0,-49 148 0,2 2 0,6 15 0,18 26 0,-2 1 0,-1 1 0,27 53 0,47 124 0,111 402 109,-52 16-1268,-145-576 844,16 62-6511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3:46.8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40 24575,'16'-13'0,"-4"8"0,1 0 0,0 1 0,-1 0 0,1 1 0,1 1 0,-1 0 0,0 1 0,0 1 0,1-1 0,-1 2 0,1 0 0,-1 1 0,0 0 0,15 5 0,-6-1 0,0 1 0,0 1 0,-1 1 0,-1 1 0,0 1 0,0 1 0,28 21 0,-29-17 0,-1 1 0,0 0 0,-2 1 0,0 1 0,-1 1 0,-1 0 0,0 1 0,-2 0 0,17 40 0,-17-28 0,-1 1 0,-2 0 0,-1 1 0,-2 0 0,-1 0 0,0 40 0,-5-12 0,-3 1 0,-18 105 0,-44 109 0,28-167 0,20-65 0,3 0 0,-16 88 0,29-129 0,0 1 0,1-1 0,-1 1 0,1 0 0,1-1 0,-1 1 0,1-1 0,0 1 0,0-1 0,0 1 0,1-1 0,0 0 0,0 1 0,0-1 0,1 0 0,0 0 0,0-1 0,0 1 0,0-1 0,1 1 0,0-1 0,-1 0 0,6 3 0,1 0 0,1-1 0,0 0 0,0 0 0,0-2 0,1 1 0,0-1 0,0-1 0,0 0 0,0-1 0,13 1 0,23 1 0,-1-2 0,54-4 0,55-12-397,-1-7-1,158-43 0,293-105-1145,-317 79-3912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3:57.9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24575,'0'0'0,"7"1"0,1327 95-207,8-62-307,1198 14-945,-59-34-407,-1147-75 1866,-188 6 0,-2 33 0,103 44-567,-189 0-213,-2-35 4345,-955 8-3102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3:58.5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0 198 24575,'279'-17'0,"-179"8"0,1034-148-1365,-1059 143-5461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3:58.7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125 1 24575,'0'25'0,"0"5"0,-9 349 0,3-302 0,-3-1 0,-39 147 0,21-141-1365,2-10-5461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3:59.0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0 383 24575,'0'0'0,"0"0"0,0 0 0,0 0 0,4 0 0,10-2 0,24-3 0,32-5 0,29-7 0,24-9 0,15-7 0,7-7 0,0-3 0,-6-3 0,-8-4 0,-9-8 0,-25 6-8191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3:59.2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120 0 24575,'0'0'0,"0"1"0,-1 3 0,-2 11 0,-3 22 0,-4 31 0,-4 33 0,-2 27 0,-2 23 0,-1 14 0,2 5 0,2-28-8191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3:59.5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0 299 24575,'0'0'0,"0"0"0,6-1 0,21-4 0,42-9 0,45-12 0,36-9 0,22-8 0,8-3 0,-5 0 0,-13 1 0,-34 8-8191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3:59.7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292 0 24575,'0'0'0,"0"0"0,0 1 0,-1 4 0,-4 17 0,-7 34 0,-9 41 0,-8 35 0,-7 27 0,-2 14 0,1 4 0,4-4 0,4-11 0,7-19 0,5-22 0,6-32-8191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3:59.8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1 251 24575,'0'0'0,"0"0"0,0 0 0,0 0 0,3 0 0,14-2 0,31-6 0,44-12 0,44-15 0,36-17 0,23-17 0,-22 4-8191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4:00.2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211 0 24575,'17'4'0,"-10"-2"0,7 2 0,1 1 0,-1 0 0,0 1 0,0 0 0,-1 1 0,1 1 0,-2 0 0,1 1 0,-1 0 0,0 1 0,-1 0 0,0 1 0,-1 0 0,0 1 0,-1 0 0,0 0 0,-1 1 0,-1 0 0,0 1 0,0-1 0,-1 1 0,-1 1 0,-1-1 0,6 31 0,-7-16 0,-2 1 0,-1 0 0,-1-1 0,-2 1 0,-1 0 0,-1-1 0,-2 0 0,-14 42 0,-7 3 0,-74 138 0,31-91 0,-174 219 0,244-339 0,-1 1 0,1-1 0,0 1 0,0-1 0,0 1 0,0 0 0,1-1 0,-1 1 0,0 0 0,1-1 0,-1 1 0,1 0 0,-1 3 0,1-4 0,0 0 0,0 0 0,1-1 0,-1 1 0,0 0 0,0 0 0,1-1 0,-1 1 0,0 0 0,1-1 0,-1 1 0,1 0 0,-1-1 0,1 1 0,-1-1 0,1 1 0,-1-1 0,1 1 0,0-1 0,-1 1 0,1-1 0,1 1 0,4 1 0,1 0 0,0 0 0,-1-1 0,1 0 0,0 0 0,10 0 0,67 0 34,85-9 0,89-21-512,-168 18-477,74-9-5871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4:13.4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2594 0 24575,'-80'493'16,"33"-192"-223,-175 1204-1995,27 12 63,157-1210 1286,-330 2005-1155,-92-12 548,430-2152 1453,-481 2436-1658,82 13 126,280-1294 2007,86 2-125,62-1077 168,1-33 2040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4:16.8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1360 1 24575,'-46'-1'0,"1"2"0,0 2 0,0 2 0,-69 17 0,-167 61 0,-35 35 0,263-93 0,0 2 0,1 2 0,-79 60 0,112-74 0,0 1 0,2 1 0,0 1 0,1 0 0,1 1 0,0 0 0,-19 35 0,30-46 0,0 0 0,1 0 0,0 0 0,0 0 0,0 0 0,1 0 0,0 1 0,1-1 0,0 1 0,0 0 0,1-1 0,0 1 0,1 0 0,0-1 0,0 1 0,1-1 0,0 1 0,0-1 0,1 0 0,0 0 0,0 0 0,1 0 0,0 0 0,7 9 0,0-4 0,0-1 0,1 0 0,1-1 0,-1 0 0,2-1 0,-1 0 0,1-1 0,1-1 0,0 0 0,0-1 0,0-1 0,1 0 0,20 4 0,8 1 0,0-3 0,0-1 0,78 1 0,-74-7 0,-1-3 0,0-1 0,0-3 0,69-17 0,-116 23 0,0 0 0,0 0 0,1 0 0,-1 0 0,0-1 0,0 1 0,0 0 0,0 0 0,0 0 0,0 0 0,1 0 0,-1 0 0,0 0 0,0-1 0,0 1 0,0 0 0,1 0 0,-1 0 0,0 0 0,0 0 0,0 0 0,1 0 0,-1 0 0,0 0 0,0 0 0,0 0 0,0 0 0,1 0 0,-1 0 0,0 0 0,0 0 0,0 1 0,0-1 0,1 0 0,-1 0 0,0 0 0,0 0 0,0 0 0,0 0 0,1 0 0,-1 0 0,0 1 0,0-1 0,0 0 0,0 0 0,0 0 0,0 0 0,0 0 0,1 1 0,-1-1 0,0 0 0,0 0 0,0 0 0,0 0 0,0 1 0,0-1 0,0 0 0,0 0 0,0 0 0,0 1 0,0-1 0,0 0 0,0 0 0,0 0 0,0 1 0,-11 15 0,10-14 0,-215 257 0,142-177 0,3 3 0,-75 118 0,137-188 0,1 0 0,0 0 0,1 1 0,1 0 0,0 0 0,-3 20 0,8-30 0,0-1 0,0 1 0,1 0 0,-1 0 0,1 0 0,1 0 0,-1 0 0,1 0 0,0 0 0,1 0 0,-1-1 0,1 1 0,0 0 0,1-1 0,-1 0 0,1 1 0,0-1 0,0 0 0,1 0 0,7 7 0,-2-4 8,1 0-1,-1-1 1,2-1-1,-1 1 1,1-2-1,0 1 1,0-2-1,1 1 1,-1-2 0,1 1-1,0-2 1,0 0-1,0 0 1,14 0-1,16 0-500,0-3 1,71-8-1,8-9-6333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4:17.9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132 1122 24575,'-11'70'0,"-4"0"0,-23 67 0,18-68 0,10-31 0,-28 88 0,39-122 0,8-9 0,-5 3 0,232-154 0,72-42 0,-300 194 0,0-1 0,0 1 0,0 1 0,1-1 0,0 2 0,-1-1 0,1 1 0,10-1 0,-15 3 0,0 0 0,0 0 0,0 1 0,0-1 0,0 1 0,0 0 0,0 0 0,-1 0 0,1 1 0,0-1 0,-1 1 0,1 0 0,-1 0 0,1 0 0,-1 1 0,0-1 0,0 1 0,0 0 0,0-1 0,2 5 0,10 13 0,0 0 0,-2 2 0,21 45 0,-22-42 0,1 0 0,1 0 0,18 22 0,-27-40 0,1 0 0,0 0 0,1-1 0,-1 0 0,1 0 0,0-1 0,1 0 0,-1 0 0,1-1 0,0 0 0,1 0 0,-1-1 0,15 4 0,-4-4 0,0 0 0,0-2 0,1 0 0,-1-1 0,0-1 0,1-1 0,-1-1 0,0 0 0,0-1 0,-1-2 0,24-9 0,4-3 0,-2-3 0,-1-1 0,54-37 0,26-30 0,-106 75 0,-1 0 0,-1-1 0,0-1 0,24-35 0,-68 121 0,-71 204 0,-63 158 0,88-264 0,-8-3 0,-6-3 0,-169 229 0,228-353 0,21-31 0,18-28 0,87-130 0,131-160 0,-179 249 0,509-615-830,31 29-98,-506 560 925,249-279 9,-252 272-25,127-205 1,-194 281 17,-1 0 0,-1-1 0,-1 0 0,0 0 0,-1-1 0,8-38 0,-15 56 10,-1 1 0,0 0 0,1-1 0,-1 1 0,0 0 0,0-1 0,0 1 0,0-1 0,0 1 0,-1 0 1,1-1-1,-1 1 0,0 0 0,1 0 0,-1-1 0,0 1 0,0 0 0,-1 0 0,1 0 0,0 0 0,-1 0 0,1 0 0,-1 1 0,0-1 0,1 0 0,-1 1 0,0-1 0,0 1 0,0 0 0,0-1 0,0 1 0,0 0 0,-1 0 0,1 0 0,0 1 0,0-1 0,-1 1 0,-2-1 0,-6 0 40,0 0 0,0 2-1,0-1 1,0 1 0,0 1-1,0 0 1,-14 4 0,-18 8 61,0 2-1,2 2 1,0 1 0,1 3 0,-69 48-1,35-14 69,-127 126-1,120-96-177,3 3 0,4 3 0,5 4 0,4 2 0,4 3 0,5 3 0,-58 147 0,91-188 7,2 0 1,-15 84-1,31-123-5,1 1 1,2 0-1,0 1 0,2-1 0,1 0 0,1 0 1,1 0-1,1 0 0,8 26 0,-10-42-2,2 0 0,-1 0 0,2 0 0,-1-1 0,1 1 0,0-1 0,1 0 0,0 0 0,0-1 0,0 0 0,1 0 0,0 0 0,1-1 0,-1 0 0,1-1 0,0 1 0,16 6 0,-10-7 0,0 0 0,1 0 0,0-2 0,0 0 0,0 0 0,0-2 0,1 0 0,-1 0 0,0-1 0,25-4 0,3-4 0,0 0 0,-1-3 0,0-2 0,-1-1 0,0-3 0,-2-1 0,0-1 0,44-31 0,28-28 0,130-117 0,-72 54 0,-161 135 0,45-32 0,-49 35 0,0 1 0,0 0 0,0 0 0,0 0 0,0 1 0,1-1 0,-1 1 0,1 0 0,-1 0 0,8 0 0,-10 1 0,0 0 0,0 1 0,-1-1 0,1 0 0,0 1 0,-1-1 0,1 1 0,0-1 0,-1 1 0,1 0 0,-1 0 0,1 0 0,-1 0 0,1 0 0,-1 0 0,0 0 0,0 0 0,1 1 0,-1-1 0,0 0 0,0 1 0,0-1 0,1 2 0,0 3 0,1 0 0,-1 0 0,0 0 0,0 0 0,1 9 0,2 19 28,-1 1-1,-2 0 1,-2 46 0,-16 106-1224,14-174 916,-8 73-6546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4:18.1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24575,'0'0'0,"0"3"0,3 5 0,7 4 0,1-2-8191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4:18.9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1693 24575,'9'-10'0,"244"-217"0,23-22 0,-218 191 0,-3-3 0,71-101 0,-109 136 0,0-1 0,13-31 0,-25 47 0,0-1 0,-1 0 0,-1 0 0,0 0 0,0-1 0,-1 1 0,1-24 0,-8 21 0,-5 17 0,-13 25 0,1 9 0,2 1 0,1 0 0,-16 47 0,-34 127 0,-14 108 0,-50 148 0,122-437 0,-1-1 0,-1-1 0,-18 30 0,21-47 0,8-13 0,4-9 0,3-5 0,2 0 0,0 0 0,0 0 0,2 1 0,19-27 0,-19 29 0,244-315-15,30 12-660,-226 254 378,106-114 157,270-300 73,-24-20 77,-394 474-1,6-6-33,-15 23 81,-5 12 98,-26 145 114,-7 0-1,-7-2 0,-63 159 1,-222 410-356,318-708 87,4-7 0,-1 0 0,1 0 0,0 0 0,1 1 0,-1-1 0,1 0 0,-2 7 0,3-10 0,0 0 0,0-1 0,0 1 0,0 0 0,0-1 0,1 1 0,-1-1 0,0 1 0,0 0 0,0-1 0,1 1 0,-1 0 0,0-1 0,1 1 0,-1-1 0,0 1 0,1-1 0,-1 1 0,1-1 0,-1 1 0,2 0 0,-1 0 0,1 0 0,0-1 0,0 1 0,-1 0 0,1-1 0,0 1 0,0-1 0,0 0 0,0 1 0,-1-1 0,4 0 0,31-3 0,-1 0 0,0-3 0,0 0 0,40-15 0,-17 6 0,21-5 0,8-3 0,0 3 0,91-7 0,-151 25 0,1 1 0,-1 1 0,1 1 0,-1 1 0,0 2 0,1 1 0,-2 1 0,1 1 0,-1 1 0,49 23 0,-21 1-1365,-12-4-5461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4:19.3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0 239 24575,'55'5'0,"-9"1"0,455 19-129,19-27-1489,-507 2 1548,2866-88-2988,-679-67 799,-2187 154 2230,200-16-269,-47 5-432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4:25.8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0 198 24575,'153'-33'0,"211"-19"0,157 17 0,-490 33 0,1055-29-568,1 26 440,-24 0 140,-246-27 464,-769 30-268,-43 2-1573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4:27.5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95 369 24575,'0'0'0,"-1"1"0,0-1 0,-1 1 0,1 0 0,0 0 0,0 0 0,0 0 0,0 0 0,1 0 0,-1 0 0,0 0 0,0 0 0,1 0 0,-1 0 0,0 0 0,1 1 0,-1 1 0,-2 3 0,-10 20 0,1 0 0,2 1 0,0 1 0,2-1 0,1 2 0,2-1 0,0 1 0,-1 56 0,6-65 0,0 1 0,2-1 0,0 1 0,1-1 0,2 1 0,0-1 0,0-1 0,2 1 0,1-1 0,0 0 0,1-1 0,1 0 0,17 23 0,-22-35 0,0 0 0,0 0 0,1-1 0,-1 1 0,1-1 0,0 0 0,1-1 0,-1 0 0,1 0 0,0 0 0,0-1 0,0 0 0,1 0 0,-1-1 0,1 0 0,-1 0 0,1-1 0,0 0 0,0 0 0,-1-1 0,1 0 0,0 0 0,0-1 0,-1 0 0,1 0 0,0-1 0,-1 0 0,1 0 0,-1-1 0,0 0 0,0 0 0,10-6 0,2-3 0,-2 0 0,0-1 0,0-1 0,-1 0 0,-1-1 0,0-1 0,-1-1 0,-1 0 0,0 0 0,-2-1 0,0-1 0,-1 0 0,0 0 0,-2-1 0,9-31 0,-8 19 0,-1 0 0,-2 0 0,-1 0 0,-2-1 0,-1 0 0,-2 0 0,0 0 0,-3 1 0,-9-51 0,4 50 0,-2-1 0,0 2 0,-3-1 0,-16-31 0,20 46 0,-1 1 0,0 1 0,-2 0 0,0 0 0,0 1 0,-1 1 0,-1 0 0,-25-20 0,8 18-1365,24 15-5461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4:27.9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24575,'41'0'0,"0"2"0,0 2 0,0 1 0,0 2 0,52 16 0,-71-15 0,-2 0 0,1 1 0,-1 1 0,0 1 0,-1 0 0,-1 2 0,0 0 0,0 1 0,-1 1 0,-1 1 0,19 23 0,-17-14 0,-1 0 0,-1 1 0,-1 1 0,-1 1 0,-2 0 0,-1 0 0,-1 1 0,-1 1 0,-2-1 0,-1 1 0,-1 1 0,-2-1 0,-1 1 0,-1-1 0,-2 1 0,-4 33 0,1-30 0,-2 0 0,-1-1 0,-2 0 0,-1 0 0,-2 0 0,-1-2 0,-1 1 0,-2-2 0,-1 0 0,-1-1 0,-2-1 0,0 0 0,-2-2 0,-28 26 0,38-40 0,-1-2 0,0 1 0,-1-2 0,0 0 0,-1 0 0,0-2 0,0 1 0,-20 5 0,31-11 0,-1-1 0,0 0 0,1 0 0,-1 0 0,0 0 0,0-1 0,0 0 0,0 0 0,1 0 0,-1 0 0,0-1 0,0 0 0,1 0 0,-1 0 0,0-1 0,1 1 0,-1-1 0,1 0 0,0-1 0,-1 1 0,1-1 0,0 0 0,1 1 0,-1-2 0,0 1 0,1 0 0,0-1 0,0 0 0,0 0 0,0 1 0,0-2 0,-3-7 0,1 1 0,0-1 0,1 1 0,1-1 0,0 0 0,0-1 0,2 1 0,-1 0 0,1-1 0,1 1 0,2-25 0,3 0 0,2 0 0,16-52 0,-3 28 0,3 0 0,3 1 0,2 2 0,2 1 0,63-87 0,-57 96 0,2 1 0,1 2 0,3 2 0,2 2 0,1 1 0,64-41 0,-75 60-273,1 1 0,1 2 0,0 1 0,52-15 0,9 6-6553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4:29.1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652 1277 24575,'1'-1'0,"-1"1"0,1 0 0,-1-1 0,1 1 0,-1 0 0,1-1 0,-1 1 0,1-1 0,-1 1 0,0-1 0,1 1 0,-1-1 0,1 1 0,-1-1 0,0 1 0,0-1 0,1 0 0,-1 1 0,0-1 0,0 1 0,0-1 0,0 0 0,0 1 0,0-1 0,1 0 0,-2 1 0,1-1 0,0 1 0,0-1 0,0 0 0,0 1 0,0-1 0,0 0 0,-1 0 0,-2-28 0,1 19 0,0 1 0,-1 0 0,0 0 0,0 0 0,-1 1 0,0-1 0,-1 1 0,0 0 0,0 0 0,0 0 0,-14-13 0,15 17 0,-1 0 0,1 0 0,-1 1 0,0 0 0,0 0 0,-1 0 0,1 0 0,-1 1 0,1-1 0,-1 2 0,0-1 0,0 1 0,0-1 0,0 2 0,0-1 0,0 1 0,0-1 0,0 2 0,-12 1 0,2 2 0,1 0 0,-1 2 0,1 0 0,0 0 0,0 1 0,0 1 0,1 1 0,1 0 0,-1 1 0,1 0 0,1 1 0,0 0 0,-14 18 0,-4 7 0,2 1 0,1 2 0,-31 59 0,35-54 0,3 0 0,1 1 0,-20 69 0,34-95 0,1 0 0,0 0 0,1 1 0,2-1 0,0 0 0,0 1 0,2-1 0,0 1 0,2-1 0,0 0 0,9 30 0,-10-43 0,0-1 0,0 1 0,1-1 0,0 0 0,0 0 0,0 0 0,1 0 0,-1 0 0,1-1 0,0 1 0,1-1 0,-1 0 0,1-1 0,5 5 0,-5-6 0,0 0 0,-1 0 0,1 0 0,0-1 0,0 1 0,0-1 0,0 0 0,0-1 0,0 1 0,1-1 0,-1 0 0,0-1 0,0 1 0,0-1 0,0 0 0,0 0 0,5-2 0,12-6 0,-1 0 0,0-2 0,0 0 0,-2-2 0,1 0 0,-1-1 0,-1-1 0,21-23 0,20-22-40,-3-2 0,-3-3 0,-3-3-1,68-120 1,-31 25-332,67-180 1,1-84 371,-126 330 0,-5-1 0,17-148 0,-40 241 31,1-35-91,-6 30 244,4 10-156,-1 0-1,0 1 1,1-1-1,-1 0 1,1 0-1,-1 1 1,1-1-1,-1 0 1,0 1-1,1-1 0,-1 0 1,1 1-1,0-1 1,-1 1-1,1-1 1,-1 1-1,1-1 1,0 1-1,-1-1 1,1 1-1,0-1 0,-1 2 1,-12 21 9,1 0 0,1 1 0,-9 31 0,16-45-28,-45 135-9,7 3 0,6 1 0,6 1 0,7 2 0,-3 175 0,23-236 0,11 92 0,-5-151 0,1 0 0,2 0 0,2-1 0,0 0 0,2 0 0,19 39 0,-25-63 0,0 1 0,0 0 0,1-1 0,0 0 0,0 0 0,1-1 0,0 1 0,0-1 0,1 0 0,9 6 0,-11-9 0,1 0 0,-1 0 0,1-1 0,-1 0 0,1 0 0,0 0 0,0-1 0,0 0 0,0 0 0,0-1 0,0 1 0,0-1 0,0-1 0,0 1 0,11-3 0,2-2 0,1-1 0,-1 0 0,0-1 0,0-2 0,-1 1 0,31-21 0,-2-5 0,49-43 0,-33 21 0,-3-2 0,-2-3 0,-3-2 0,-3-3 0,-2-2 0,73-136 0,-116 191 0,-4 8 0,0 0 0,-1 0 0,1-1 0,-1 1 0,0-1 0,0 1 0,-1-1 0,1-5 0,-2 10 0,0 1 0,0 0 0,0-1 0,0 1 0,0 0 0,0 0 0,0-1 0,0 1 0,0 0 0,0 0 0,-1-1 0,1 1 0,0 0 0,0 0 0,0-1 0,0 1 0,-1 0 0,1 0 0,0-1 0,0 1 0,0 0 0,-1 0 0,1 0 0,0 0 0,0-1 0,-1 1 0,1 0 0,0 0 0,0 0 0,-1 0 0,1 0 0,0 0 0,-1 0 0,1 0 0,0 0 0,0 0 0,-1 0 0,1 0 0,0 0 0,-1 0 0,1 0 0,0 0 0,0 0 0,-1 0 0,1 0 0,0 0 0,0 0 0,-1 0 0,1 1 0,-10 3 0,1 1 0,0 1 0,0 0 0,1 0 0,-1 0 0,1 1 0,-13 16 0,18-20 0,-38 42 0,1 1 0,3 2 0,2 2 0,2 2 0,3 0 0,2 2 0,-39 104 0,57-128 0,0 1 0,2 0 0,-5 35 0,12-58 0,0 0 0,0-1 0,1 1 0,0 0 0,0 0 0,0-1 0,1 1 0,1 0 0,-1-1 0,1 1 0,1-1 0,-1 1 0,1-1 0,0 0 0,1 0 0,0 0 0,0-1 0,7 9 0,-7-11 0,1 0 0,-1-1 0,1 0 0,-1 0 0,1 0 0,0 0 0,0-1 0,1 0 0,-1 0 0,0 0 0,1-1 0,-1 0 0,1 0 0,-1 0 0,1-1 0,0 1 0,-1-1 0,1-1 0,9-1 0,4-1 0,0-1 0,-1-1 0,0-1 0,30-14 0,-3-4 0,-2-1 0,0-2 0,-2-2 0,-1-1 0,-2-2 0,66-71 0,-8-8 0,87-132 0,-75 83 0,56-73 0,-151 216 0,0 0 0,1 2 0,1 0 0,1 0 0,0 2 0,20-13 0,-28 21 0,1 0 0,-1 1 0,1 0 0,0 0 0,-1 1 0,2 0 0,-1 1 0,0 0 0,0 1 0,1 0 0,-1 0 0,1 1 0,-1 0 0,1 0 0,15 4 0,-11 0 0,0 0 0,0 1 0,0 1 0,-1 0 0,0 1 0,0 0 0,0 1 0,-1 0 0,0 1 0,-1 1 0,0 0 0,0 0 0,-1 1 0,-1 1 0,0-1 0,11 20 0,-2-2 0,-1 2 0,-2 0 0,-1 1 0,-2 1 0,16 64 0,-19-57 0,-3-1 0,-1 1 0,-1 0 0,-3 1 0,-1-1 0,-2 0 0,-12 72 0,8-86 0,0-1 0,-2 1 0,-1-1 0,-1 0 0,-1-1 0,-1 0 0,-1-1 0,-1-1 0,-1 0 0,-1-1 0,-1 0 0,-34 32 0,30-35 0,0-2 0,-1 0 0,-1-1 0,-46 22 0,55-31 0,-1 0 0,1-1 0,-1 0 0,0-1 0,0-1 0,-1 0 0,1-1 0,0-1 0,-31-1 0,42-1 0,0 1 0,0 0 0,0-1 0,1 0 0,-1 0 0,0 0 0,0 0 0,0 0 0,1-1 0,-1 0 0,0 0 0,1 0 0,0 0 0,-1 0 0,1-1 0,0 1 0,0-1 0,1 0 0,-1 0 0,0 0 0,1 0 0,0-1 0,0 1 0,0-1 0,0 1 0,0-1 0,1 0 0,0 1 0,0-1 0,0 0 0,0 0 0,0-7 0,0-2 0,2 0 0,-1-1 0,2 1 0,0 0 0,0 0 0,2 0 0,-1 0 0,11-24 0,6-4 0,1 1 0,1 1 0,3 1 0,1 1 0,1 1 0,52-51 0,-37 46 0,2 2 0,1 2 0,2 2 0,87-49 0,-94 63 0,2 3 0,-1 1 0,2 1 0,59-12 0,-68 21 0,0 1 0,0 2 0,0 2 0,0 1 0,1 1 0,45 7 0,-72-6 0,0 1 0,0-1 0,0 1 0,0 1 0,0 0 0,0 0 0,-1 0 0,0 1 0,1 0 0,7 6 0,-11-6 0,-1-1 0,1 0 0,-1 1 0,-1 0 0,1-1 0,0 1 0,-1 0 0,0 1 0,0-1 0,0 0 0,0 1 0,-1-1 0,1 1 0,-1-1 0,0 1 0,-1 0 0,1-1 0,-1 1 0,0 6 0,-2 9 17,0 0 0,-1-1 0,0 1 0,-2-1 0,-10 29 0,-1-9-751,-31 57 1,-6-7-6093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4:29.3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 24575,'0'0'0,"0"0"0,1-1 0,2 0 0,5-1 0,3 1-8191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4:29.9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342 0 24575,'-29'589'0,"29"-589"0,-1 1 0,1-1 0,0 1 0,0-1 0,0 0 0,0 1 0,-1-1 0,1 1 0,0-1 0,0 1 0,0-1 0,0 1 0,0-1 0,0 1 0,0-1 0,0 1 0,0-1 0,1 1 0,-1-1 0,0 1 0,0-1 0,0 0 0,0 1 0,1-1 0,-1 1 0,0-1 0,0 1 0,1-1 0,-1 0 0,0 1 0,1-1 0,-1 0 0,0 1 0,1-1 0,-1 0 0,1 1 0,18-13 0,46-48 0,65-79 0,-84 86 0,2 3 0,3 1 0,67-50 0,-111 94 0,0 0 0,0 1 0,0 0 0,0 0 0,1 1 0,-1 0 0,1 0 0,12-2 0,-17 5 0,1 0 0,-1 0 0,1 0 0,-1 0 0,1 0 0,-1 0 0,1 1 0,-1 0 0,1 0 0,-1 0 0,1 0 0,-1 0 0,0 1 0,0-1 0,0 1 0,0 0 0,0 0 0,0 0 0,0 1 0,0-1 0,3 5 0,2 3 0,0 1 0,0 1 0,-1-1 0,0 1 0,-1 0 0,0 1 0,-1 0 0,6 25 0,-3-2 0,-1 0 0,2 43 0,-7-25 0,-2 1 0,-3-1 0,-2 0 0,-2 0 0,-3 0 0,-2-1 0,-2 0 0,-40 95 0,25-83 0,-4-1 0,-2-1 0,-3-2 0,-2-2 0,-3-2 0,-63 66 0,65-81 0,-79 63 0,101-91 0,-1 0 0,0-1 0,-1-2 0,0 0 0,-1-1 0,0-1 0,-23 6 0,36-13 0,-1 0 0,1-1 0,0 0 0,-1 0 0,1 0 0,-1-2 0,1 1 0,0-1 0,-1 0 0,1-1 0,0 0 0,0-1 0,0 0 0,0 0 0,-14-8 0,16 7 0,0-1 0,0 0 0,1 0 0,-1-1 0,1 1 0,1-1 0,-1-1 0,1 1 0,0-1 0,1 0 0,-1 0 0,1 0 0,1-1 0,-1 0 0,1 1 0,1-1 0,-4-15 0,4 9 0,1 0 0,0-1 0,1 1 0,0-1 0,1 1 0,1 0 0,1-1 0,0 1 0,0 0 0,2 0 0,-1 1 0,2-1 0,0 1 0,15-24 0,1 3 0,1 2 0,2 0 0,1 2 0,39-36 0,14-3-85,3 2-1,2 5 1,108-60-1,293-127-213,199-19-959,-620 248-5034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4:30.1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24575,'0'0'0,"0"0"0,0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5:01.4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 1 24557,'-44'1771'0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5:06.3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1228 26 24575,'-13'-10'0,"2"6"0,1 1 0,-1 0 0,1 1 0,-1 1 0,0 0 0,0 0 0,-21 2 0,-29 1 0,0 3 0,-120 25 0,84-5 0,-102 40 0,149-46 0,1 1 0,1 3 0,0 2 0,2 2 0,-58 45 0,87-58 0,1 1 0,1 0 0,1 1 0,0 0 0,1 1 0,0 0 0,-9 20 0,15-23 0,1-1 0,1 1 0,0 0 0,0 0 0,2 0 0,0 1 0,0-1 0,2 1 0,0 0 0,0 0 0,2 17 0,3-4 0,2 0 0,0 0 0,2-1 0,0 0 0,2 0 0,1-1 0,2 0 0,0-1 0,21 29 0,14 13 0,107 117 0,233 182 0,29-30 0,-252-207 0,-156-122 0,24 20 0,-32-26 0,-1-1 0,1 1 0,0 0 0,-1-1 0,1 1 0,-1 0 0,1 0 0,-1-1 0,1 1 0,-1 0 0,1 0 0,-1 0 0,0 0 0,1 0 0,-1 0 0,0-1 0,0 1 0,0 0 0,0 0 0,0 0 0,0 0 0,0 0 0,0 0 0,0 0 0,0 0 0,0 0 0,-1 0 0,1-1 0,0 1 0,-1 0 0,1 0 0,-1 0 0,1 0 0,-1-1 0,1 1 0,-1 1 0,-10 6 0,0 0 0,0-1 0,0 0 0,0-1 0,-1-1 0,0 1 0,-15 3 0,0 1 0,-705 216-1365,620-198-5461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5:07.8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572 1969 24575,'-6'-12'0,"2"10"0,0 1 0,0 0 0,0 0 0,0 0 0,0 0 0,0 1 0,0-1 0,0 1 0,-1 0 0,1 0 0,0 1 0,-5 0 0,-51 14 0,56-14 0,-25 8 0,1 2 0,0 1 0,1 1 0,0 2 0,1 0 0,0 2 0,2 1 0,-24 21 0,29-22 0,0 1 0,2 1 0,0 1 0,1 0 0,1 1 0,1 1 0,1 0 0,1 0 0,-18 48 0,29-64 0,-1-1 0,0 0 0,1 1 0,0-1 0,0 1 0,1-1 0,0 1 0,0-1 0,0 1 0,0 0 0,1-1 0,2 9 0,-2-12 0,0 0 0,0 0 0,1 1 0,-1-1 0,0 0 0,1 0 0,0-1 0,-1 1 0,1 0 0,0 0 0,0-1 0,0 1 0,0-1 0,0 0 0,1 0 0,-1 0 0,0 0 0,1 0 0,-1 0 0,0 0 0,1-1 0,-1 1 0,1-1 0,-1 0 0,1 1 0,-1-1 0,1-1 0,-1 1 0,5-1 0,12-1 0,0-2 0,0 0 0,0-1 0,-1 0 0,0-2 0,0 0 0,28-16 0,-3-3 0,70-53 0,-71 45 0,52-52 0,-81 73 0,0-2 0,0 0 0,-2-1 0,0 0 0,-1 0 0,0-1 0,9-23 0,-18 25 0,-1 14 0,0 1 0,0-1 0,0 1 0,0 0 0,0-1 0,0 1 0,0-1 0,0 1 0,0-1 0,0 1 0,0-1 0,0 1 0,0-1 0,0 1 0,0-1 0,0 1 0,0-1 0,0 1 0,1-1 0,-1 1 0,0-1 0,0 1 0,1 0 0,-1-1 0,0 1 0,1 0 0,-1-1 0,0 1 0,1 0 0,-1-1 0,0 1 0,1 0 0,-1-1 0,1 1 0,-1 0 0,1 0 0,-1 0 0,1-1 0,-1 1 0,0 0 0,1 0 0,0 0 0,73 6 0,-35-2 0,0-2 0,47-3 0,-37-6 4,0-1-1,-1-3 1,-1-1-1,0-3 1,-1-2 0,0-2-1,-2-1 1,0-3-1,69-48 1,-38 16-148,-1-3 1,-4-4 0,-2-2-1,70-88 1,-75 75 110,-4-3 0,-3-2 0,63-125 0,-87 142-3,-3-2 0,-2-2 0,-4 0 0,-3-1 0,14-95 0,-27 120 24,-3 1 1,-2-1-1,-3-46 1,0 75 11,-1 0 0,0 0 1,-1 0-1,0 1 0,-2-1 0,0 1 1,0 0-1,-2 0 0,0 0 1,0 1-1,-16-21 0,19 30 29,0 0-1,0 1 1,0 0-1,-1 0 1,0 0-1,0 0 1,0 1-1,0-1 1,0 1-1,-1 1 1,1-1-1,-1 1 1,0 0 0,0 0-1,0 1 1,0-1-1,0 1 1,0 1-1,0-1 1,0 1-1,0 0 1,-11 2-1,5 0 6,0 1 0,1 0 0,-1 1-1,1 0 1,0 1 0,0 1 0,0-1 0,1 2-1,0-1 1,-18 16 0,5 1-29,1 0 1,0 1-1,2 1 0,1 1 1,1 1-1,1 1 0,1 0 1,-20 53-1,11-13-6,3 1 0,-25 136-1,31-97-205,5 0 1,4 1-1,5 0 0,25 212 0,-9-223 192,5-2-1,4 0 0,4-1 0,4-2 1,74 152-1,-79-196-5,1-1 0,3-1 0,2-1 1,2-2-1,2-2 0,56 52 0,-65-69 17,1-2 0,2-2 1,0 0-1,1-2 0,1-2 0,1 0 1,0-2-1,1-2 0,1-1 0,58 12 1,-53-18 33,0-1 0,0-2 0,1-2 0,-1-2 1,0-1-1,1-2 0,59-14 0,-73 11 57,0 0 0,0-2-1,-1-1 1,-1-1 0,0-2 0,0 0-1,-1-1 1,-1-2 0,0 0 0,-1-1-1,33-35 1,-47 43-84,0-1 0,0-1 0,-1 1 0,0-1 0,-1 0 0,0-1 0,-1 0 0,-1 0 0,0 0 0,0 0 0,2-16 0,-5 23-3,0-1 0,-1 0 0,0 1 0,0-1 0,0 0-1,-1 1 1,0-1 0,0 0 0,0 1 0,0-1 0,-1 1 0,0 0 0,-1-1 0,1 1 0,-1 0-1,0 0 1,0 0 0,0 1 0,-1-1 0,1 1 0,-1 0 0,0 0 0,-1 0 0,1 1-1,-1-1 1,-9-5 0,7 5 0,-1 1 0,1-1 0,-1 1 0,0 1 0,0 0 0,0 0 0,0 0 0,0 1 0,0 0 0,0 0 0,-1 1 0,1 0 0,0 1 0,0 0 0,-1 0 0,1 1 0,0 0 0,0 0 0,1 1 0,-12 5 0,10-4 0,1 1 0,0 0 0,0 0 0,1 1 0,-1 0 0,1 0 0,0 1 0,1 0 0,0 0 0,0 0 0,0 1 0,1 0 0,0 0 0,1 0 0,0 1 0,0 0 0,-4 15 0,4-5 0,1-1 0,1 1 0,0 0 0,2 0 0,0 0 0,1 1 0,1-2 0,1 1 0,1 0 0,0 0 0,1-1 0,1 0 0,1 0 0,15 28 0,-8-19 0,2 0 0,1-2 0,1 1 0,2-2 0,0-1 0,1 0 0,1-1 0,34 24 0,-18-20 0,0-2 0,2-2 0,0-2 0,2-1 0,0-3 0,0-1 0,2-2 0,0-2 0,0-2 0,51 4 0,-12-6 0,0-4 0,-1-4 0,1-3 0,135-26 0,-118 11 0,-1-6 0,-1-3 0,98-44 0,-138 47 0,-2-3 0,-1-2 0,-1-2 0,-1-3 0,-2-1 0,52-51 0,-77 61 0,-1 0 0,-2-1 0,0-2 0,-2 0 0,21-41 0,-34 57 0,-1-1 0,-1 0 0,0 0 0,-1 0 0,-1-1 0,0 0 0,-1 0 0,0 0 0,-1 0 0,-1 0 0,0 0 0,-2-1 0,1 1 0,-6-29 0,3 37 0,1-1 0,-1 1 0,0 0 0,0 0 0,-1 1 0,0-1 0,0 1 0,0 0 0,-1 0 0,0 0 0,0 1 0,-1-1 0,1 1 0,-1 0 0,0 1 0,-1 0 0,1 0 0,-1 0 0,1 1 0,-1-1 0,-1 2 0,1-1 0,-9-1 0,-4 0 0,0 0 0,0 2 0,0 0 0,-1 1 0,1 2 0,0 0 0,-36 6 0,13 2 0,0 3 0,0 1 0,1 2 0,1 1 0,0 3 0,2 1 0,0 2 0,1 2 0,-35 29 0,37-25 0,2 2 0,1 1 0,2 2 0,1 1 0,1 1 0,2 2 0,2 0 0,-38 77 0,52-89 0,1 0 0,1 0 0,1 1 0,2 0 0,1 0 0,0 1 0,2-1 0,1 51 0,2-64 0,1 0 0,1-1 0,0 1 0,1-1 0,0 1 0,1-1 0,0 0 0,1 0 0,0-1 0,1 0 0,0 0 0,0 0 0,2 0 0,-1-1 0,1 0 0,1-1 0,0 0 0,0 0 0,1-1 0,18 12 0,-15-12 0,1-1 0,0-1 0,1 0 0,-1-1 0,1-1 0,0 0 0,1-1 0,-1-1 0,0 0 0,1-1 0,-1-1 0,1 0 0,-1-1 0,1-1 0,22-5 0,-4-1 0,0-2 0,-1-2 0,-1 0 0,0-3 0,60-35 0,-28 6-88,-1-2 0,-2-3-1,-3-3 1,-2-2 0,-2-3 0,50-69 0,-24 16-118,-5-2 0,102-208 0,-109 174 184,-7-2 0,73-275 0,-105 298-9,-5-1 0,-6-1 0,3-250 0,-34 162-16,9 183 49,-1 1 0,-2 0 0,-1 1 0,-19-47 0,27 75 8,-1 0 1,0-1-1,0 1 1,0 0-1,0 0 1,-1 0-1,1 0 1,-1 0 0,1 1-1,-1-1 1,1 0-1,-1 1 1,0-1-1,0 1 1,0 0-1,0-1 1,0 1-1,0 0 1,-3-1 0,3 2 16,-1-1 1,1 1-1,0 0 1,0 0 0,0 1-1,-1-1 1,1 0 0,0 1-1,0-1 1,0 1 0,0 0-1,0 0 1,0 0 0,0 0-1,0 0 1,-3 2 0,-6 6 95,0 0 1,1 1-1,1 0 1,0 1-1,-11 16 1,-5 11-119,3 1 1,0 1-1,3 0 1,2 2-1,1 0 1,2 1-1,-15 83 1,16-46-7,4 0 0,3 1 0,7 123 0,5-121 1,4-1 0,3-1 0,3 0 0,5-1 0,2-1 0,4-1 0,4-1 0,41 75 0,-41-97 0,2 0 0,3-2 0,2-2 0,2-1 0,2-2 0,3-3 0,1-1 0,2-2 0,2-2 0,108 65 0,7-24-1365,-14-21-5461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5:08.3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1302 18 24575,'-4'-2'0,"12"-2"0,15-2 0,6 3 0,1 1 0,0 2 0,0 1 0,0 1 0,-1 1 0,1 2 0,-1 1 0,0 1 0,54 22 0,-73-25 0,-1 0 0,-1 1 0,1 0 0,0 1 0,-1 0 0,0 0 0,-1 0 0,1 1 0,-1 1 0,10 12 0,-14-15 0,0 0 0,0 0 0,-1 0 0,0 1 0,0-1 0,0 0 0,0 1 0,-1 0 0,0-1 0,0 1 0,-1 0 0,1-1 0,-1 1 0,-1 0 0,1 0 0,-1-1 0,0 1 0,0 0 0,0-1 0,-4 8 0,-5 10 0,-2-1 0,0 0 0,-1-1 0,-2 0 0,0-1 0,-1-1 0,-29 28 0,-47 44 1,-136 101-1,-121 64-631,312-231 477,-149 105 10,-115 82 128,18 16 20,256-205-4,1 1 0,2 1 0,0 1 0,-35 52 0,56-74 24,1 0 1,0 0 0,0 0-1,1 0 1,-1 0-1,1 1 1,0-1 0,0 1-1,0-1 1,1 0 0,0 1-1,0-1 1,0 1 0,0-1-1,0 1 1,1-1 0,0 1-1,0-1 1,0 0 0,1 1-1,-1-1 1,1 0-1,0 0 1,0 0 0,1 0-1,-1-1 1,1 1 0,6 6-1,6 6 40,1 0 0,1-2 0,1 0-1,29 18 1,-27-18-157,143 93-1272,-89-60-5461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5:08.5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0 24575,'0'0'0,"-2"2"0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5:02.6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 24575,'15'-5'0,"-2"7"0,0 0 0,0 0 0,0 1 0,0 1 0,-1 0 0,0 1 0,0 1 0,20 11 0,89 66 0,-38-15 0,-3 4 0,-3 4 0,123 156 0,165 289 0,-350-498 0,31 46-114,132 211 362,-140-215-748,-4 1 1,35 97-1,-52-111-6326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5:02.8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87 654 24575,'0'0'0,"-2"0"0,-1 0 0,-8-5 0,-8-7 0,-4-7 0,3-8 0,11-11 0,23-17 0,28-17 0,29-9 0,28-1 0,18 8 0,13 11 0,6 12 0,-2 9 0,-23 10-8191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5:03.2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0 448 24575,'8'28'0,"16"71"0,81 278 0,-82-309 0,3 0 0,3-2 0,50 83 0,-76-143 0,0 0 0,1-1 0,0 1 0,0-1 0,0 0 0,1-1 0,0 1 0,0-1 0,0 0 0,0 0 0,7 4 0,-9-7 0,0 0 0,0-1 0,-1 1 0,1 0 0,0-1 0,0 0 0,0 0 0,0 0 0,0 0 0,-1 0 0,1-1 0,0 1 0,0-1 0,0 0 0,0 0 0,-1 0 0,1 0 0,-1 0 0,1 0 0,-1-1 0,1 1 0,-1-1 0,1 0 0,-1 0 0,0 0 0,0 0 0,3-4 0,8-8 0,-1-1 0,0-1 0,-1 1 0,0-2 0,-2 0 0,9-18 0,38-115 0,-20 34 0,-6-1 0,-4-2 0,-6 0 0,-5-2 0,-1-193 0,-19 224-1365,-3 23-5461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5:03.5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1 105 24575,'1'33'0,"1"-8"0,22 269 0,-17-248 0,2-1 0,2 0 0,1 0 0,26 57 0,-32-88 0,0-1 0,1-1 0,1 1 0,0-1 0,1 0 0,0-1 0,0 0 0,23 19 0,-27-25 0,1-1 0,0 0 0,0-1 0,0 1 0,1-1 0,-1 0 0,1-1 0,0 0 0,0 0 0,0 0 0,0-1 0,0 0 0,0 0 0,0-1 0,0 0 0,0 0 0,0-1 0,0 0 0,0 0 0,9-3 0,-2 0 0,-1-2 0,1 1 0,-1-2 0,-1 0 0,1-1 0,-1 0 0,0 0 0,-1-1 0,0-1 0,0 0 0,-1-1 0,-1 0 0,1 0 0,-2-1 0,0 0 0,0 0 0,-1-1 0,10-25 0,-8 14 0,0-1 0,-2 1 0,-1-2 0,-1 1 0,-1 0 0,-1-1 0,-1 0 0,-1 0 0,-5-48 0,0 50 12,0 0 0,-2 0 0,-1 0 0,0 1 0,-2 0 0,-1 0 0,0 1 0,-2 1 0,-17-26 0,21 36-95,0 0 1,-1 1-1,-1 0 1,0 0-1,0 0 1,-1 2-1,0-1 1,0 1-1,-1 1 1,0 0-1,0 1 1,-1 0-1,0 1 1,0 0-1,0 1 1,-1 1-1,-21-4 1,-17 5-6744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5:12.2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0 652 24575,'4'-5'0,"8"-1"0,49-10 0,2 3 0,-1 3 0,70-3 0,195 7 0,-256 7 0,1014-19 13,1-26-419,-267 10 255,274-21 548,-779 37-250,-252 14-147,-3-1 0,87 6 0,-151-3 0,-1 1 0,2-1 0,-1 0 0,0-1 0,0 1 0,1-1 0,-7-4 0,-10-6 0,-217-114 0,-232-118 0,593 298 0,-29-3 0,-3 4 0,-3 4 0,153 131 0,-225-175 0,-1 0 0,0 1 0,-1 1 0,0 0 0,-2 0 0,0 2 0,12 21 0,-23-35 0,1 0 0,-1 0 0,0 0 0,-1 0 0,1 0 0,0-1 0,-1 1 0,0 0 0,0 0 0,-1 0 0,1 0 0,-1 0 0,1 0 0,-1 0 0,0 0 0,-1 0 0,1 0 0,-4 5 0,-3 5 0,-1 0 0,0-1 0,-16 17 0,-21 21 24,-3-1 0,-2-4 0,-3-1 0,-73 47 0,-247 127-1509,281-171-5341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5:14.6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583 1 24575,'-3'0'0,"-1"1"0,1 1 0,0-1 0,-1 0 0,1 1 0,0 0 0,0-1 0,0 1 0,-3 3 0,-6 3 0,-70 40 0,-83 64 0,129-84 0,0 2 0,2 1 0,2 2 0,-40 51 0,62-71 0,1 1 0,0 0 0,1 0 0,1 1 0,0 0 0,1 0 0,1 1 0,0 0 0,1 0 0,-3 29 0,6-31 0,1-1 0,0 1 0,1 0 0,1 0 0,0-1 0,1 1 0,0-1 0,1 1 0,1-1 0,0 0 0,1-1 0,0 1 0,9 12 0,0-4 0,0-1 0,1-1 0,0-1 0,2 0 0,0-1 0,26 19 0,129 74 0,-55-39 0,-110-66 0,-1 0 0,1 1 0,-1 0 0,0 1 0,0 0 0,-1 0 0,0 0 0,0 0 0,-1 1 0,0 0 0,0 1 0,-1-1 0,0 1 0,3 9 0,-4-4 0,0-1 0,0 1 0,-2 0 0,0-1 0,0 1 0,-1 0 0,-1 0 0,0 0 0,-4 13 0,-4 15 0,-1 0 0,-3-1 0,-25 57 0,-67 114 0,46-98 0,51-97 0,0 1 0,0 0 0,2 0 0,0 0 0,2 1 0,0 0 0,-2 25 0,5-31 0,1 0 0,1 0 0,0-1 0,1 1 0,0 0 0,1-1 0,1 1 0,0-1 0,0 0 0,2 0 0,10 20 0,-1-9 0,0-1 0,2 0 0,37 38 0,68 47 0,-18-17 0,-96-82 0,-1 0 0,1 1 0,-1-1 0,-1 1 0,0 0 0,0 1 0,0 0 0,-2 0 0,1 0 0,5 19 0,-7-13 0,0-1 0,-1 1 0,0-1 0,-2 1 0,1 0 0,-2 0 0,-3 18 0,-6 22 0,-2-1 0,-2-1 0,-43 103 0,-91 151 0,130-272 0,-144 310 0,136-281 0,4 2 0,2 0 0,-15 101 0,27-101-170,4 0-1,2 0 0,3 0 1,3 0-1,3 0 0,3 0 1,27 96-1,6-24-6655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5:15.8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1311 34 24575,'-7'-16'0,"-1"12"0,-2 1 0,1 1 0,0-1 0,-1 1 0,1 1 0,-1 0 0,1 0 0,-1 1 0,-10 1 0,0-1 0,-47-1 0,0 4 0,1 3 0,-1 2 0,1 4 0,1 2 0,0 4 0,-104 41 0,151-51 0,1 1 0,0 0 0,1 1 0,0 0 0,1 1 0,0 1 0,-17 18 0,27-24 0,0 0 0,0 0 0,1 0 0,-1 0 0,2 1 0,-1 0 0,1 0 0,0 0 0,0 0 0,1 0 0,0 1 0,0-1 0,1 1 0,0-1 0,0 1 0,1-1 0,0 1 0,0 0 0,0-1 0,4 16 0,1-6 0,2 1 0,-1 0 0,2-1 0,0-1 0,2 1 0,-1-1 0,2-1 0,0 0 0,16 17 0,16 13 0,67 55 0,17-2 0,-82-66 0,-1 2 0,76 77 0,-112-102 0,-1 0 0,0 1 0,-1 0 0,0 0 0,0 1 0,-1-1 0,0 1 0,-1 0 0,0 1 0,-1-1 0,0 1 0,1 19 0,-3-14 0,-1 0 0,0 0 0,-2 0 0,0 0 0,-1 0 0,0 0 0,-2-1 0,-7 21 0,-4 1 0,-1 0 0,-2-2 0,-36 54 0,-83 93 0,32-45 0,101-133 0,0 1 0,1 1 0,0-1 0,0 1 0,1 0 0,-1 0 0,1 0 0,1 0 0,0 0 0,0 1 0,0-1 0,1 0 0,0 1 0,0 0 0,1-1 0,0 1 0,1 0 0,-1-1 0,1 1 0,1-1 0,-1 1 0,2-1 0,-1 0 0,1 0 0,0 0 0,0 0 0,8 12 0,13 16 0,1-2 0,2 0 0,2-2 0,52 45 0,-39-38 0,61 72 0,-98-103 0,1 1 0,-1 0 0,-1 0 0,1 0 0,-1 0 0,-1 1 0,0 0 0,0 0 0,0 0 0,-1 0 0,1 16 0,-2-11 0,-2-1 0,1 1 0,-1 0 0,-1 0 0,-1 0 0,0-1 0,-5 15 0,-8 12 0,-2-1 0,-1-1 0,-2 0 0,-27 35 0,-151 185 0,-22-15 0,-53 62 0,250-275 0,1 1 0,2 0 0,-35 69 0,47-80 0,2-1 0,0 1 0,1 1 0,1-1 0,0 1 0,2 0 0,1 0 0,0 37 0,4-26 0,2 0 0,1 0 0,19 61 0,43 88 0,-42-121 0,-3 1 0,22 96 0,-37-112 0,-2 0 0,-2 0 0,-2 1 0,-10 86 0,-48 177 0,56-302 0,-6 19 0,2 1 0,1-1 0,1 1 0,1 0 0,3 36 0,-1-55 0,1 0 0,1 0 0,0-1 0,0 1 0,0-1 0,1 0 0,0 0 0,0 0 0,1 0 0,0 0 0,0 0 0,0-1 0,1 0 0,0 0 0,0 0 0,1-1 0,0 0 0,0 0 0,0 0 0,0-1 0,1 0 0,0 0 0,9 4 0,2-1 0,1 0 0,-1-2 0,1 0 0,1-1 0,-1 0 0,21-1 0,7-1 0,74-7 0,-15-8-455,0-6 0,151-46 0,-29-7-6371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5:16.5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1 550 24575,'-1'-5'0,"11"1"0,-6 3 0,33-8 0,44-6 0,-53 10 0,1095-141-934,-421 60 403,-4-24 627,-300 27-480,6-2 2085,-413 87-1649,9-2-52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5:18.1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 1068 24575,'0'0'0,"-4"8"0,-8 39 0,2 1 0,2 1 0,2 0 0,1 97 0,4-144 0,1 0 0,0 0 0,0 0 0,0 0 0,0 1 0,0-1 0,1 0 0,-1 0 0,1 0 0,-1 0 0,1 0 0,0 0 0,0 0 0,0 0 0,0 0 0,0 0 0,0 0 0,2 1 0,0-1 0,0-1 0,-1 0 0,1 0 0,0 0 0,0-1 0,0 1 0,0-1 0,0 0 0,0 1 0,0-1 0,0-1 0,0 1 0,0 0 0,0-1 0,3 0 0,44-9 0,-1-2 0,80-32 0,500-225-726,-15-47 0,63-54 484,49-27 336,-702 384 505,-13 6-349,1 1 0,-1 1 1,14-5-1,-25 10-253,1 0 0,-1 0-1,1-1 1,-1 1-1,1 0 1,-1 0 0,1 0-1,-1 0 1,1 0 0,-1 0-1,1 0 1,-1 0 0,1 0-1,-1 1 1,1-1 0,-1 0-1,1 0 1,-1 0-1,0 1 1,1-1 0,-1 0-1,1 0 1,-1 1 0,0-1-1,1 0 1,-1 1 0,0-1-1,1 0 1,-1 1 0,1 0-1,5 19 175,-6 33-625,-1-40-524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5:19.7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1786 24575,'0'35'0,"1"102"0,7 1 0,29 164 0,-36-292 0,1 1 0,1 0 0,0-1 0,0 0 0,1 0 0,10 18 0,-12-25 0,0 0 0,0 0 0,1-1 0,-1 1 0,1-1 0,0 0 0,-1 0 0,1 0 0,0 0 0,0 0 0,0 0 0,1-1 0,-1 1 0,0-1 0,1 0 0,-1 0 0,0-1 0,1 1 0,-1-1 0,1 1 0,-1-1 0,1 0 0,-1 0 0,1-1 0,5 0 0,11-3 0,-1 0 0,0-1 0,-1-1 0,23-10 0,81-44 0,370-245-483,-16-42-465,-430 313 977,730-564-1960,221-164 390,-666 531 1839,-102 94 2917,-199 125-2079,-25 11-873,-17 7-301,12-6 38,1 0 0,0 0 0,0 0 0,0 0 0,-1 0 0,1 1 0,0-1 0,-1 0 0,1 0 0,0 1 0,-1-1 0,1 0 0,0 1 0,-1-1 0,1 1 0,0-1 0,-1 1 0,1-1 0,-1 1 0,1-1 0,-1 1 0,1 0 0,-1-1 0,0 1 0,1 0 0,0 1 0,6 19 0,-7 37 0,0-69-1365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5:47.9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1 569 24575,'30'-11'0,"405"-32"0,-289 32 0,2709-182-763,-1300 180 763,-1368 21 0,550 19 0,0-38 0,381-80-59,-217 14-21,2 40 40,-429 36 175,1037-24 672,-732-44-2172,-633 47-5461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6:40.8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2106 166 24575,'-10'-20'0,"5"13"0,-5-9 0,1 0 0,-2 1 0,-12-14 0,18 24 0,-1 0 0,1 0 0,-1 0 0,0 0 0,0 1 0,-1 0 0,1 1 0,-1-1 0,0 1 0,-12-4 0,-1 3 0,0 1 0,0 0 0,-1 2 0,1 0 0,-1 1 0,1 1 0,0 1 0,-1 1 0,1 0 0,0 2 0,-21 7 0,-22 10 0,1 3 0,-68 38 0,15 1-129,3 5 0,3 4 0,4 5-1,3 5 1,3 4 0,5 5 0,4 3-1,4 4 1,-140 212 0,180-234 108,4 1 0,3 2 1,3 1-1,4 2 0,-22 93 1,38-108 7,3 1 1,3 0-1,3 0 0,3 1 1,3-1-1,15 137 1,-8-167 10,2-1-1,1 0 1,1 0 0,3-1-1,1 0 1,1-1 0,34 55-1,-37-72 19,1-1-1,0 0 1,2-1-1,0 0 0,1-1 1,0-1-1,1-1 1,1 0-1,0-2 1,1 0-1,1 0 1,-1-2-1,2-1 0,37 13 1,-28-15 89,1-1 0,0-1 0,0-2 0,0-1 0,0-2 0,0-1 0,1-1 0,-1-2 0,-1-1 0,1-1 0,58-20 0,-24 1-409,0-3-1,-2-2 1,-2-3-1,70-49 0,9-18-6332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6:41.4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342 0 24575,'-5'19'0,"-136"711"-20,115-569-55,-138 965-403,159-1064 478,6-44 0,3-14 0,-2-6 0,0 1 0,-1-1 0,1 1 0,-1-1 0,1 0 0,-1 0 0,0 1 0,0-1 0,0 0 0,1-2 0,23-45 96,-3 0-1,18-57 1,24-112 190,-56 186-286,-5 16 0,0 1 0,2 0 0,0 0 0,0 1 0,1-1 0,11-16 0,29-33 0,4 3 0,65-64 0,-42 47 0,51-61 0,121-174 0,-197 242 0,-3-2 0,-3-2 0,-3-1 0,51-148 0,-84 205 0,-3 13 0,0 0 0,-1-1 0,0 1 0,0-1 0,-1 0 0,0 1 0,0-1 0,0 0 0,-1-13 0,-2 19 0,-3 8 0,-8 19 0,-15 49 0,14-35 0,-139 408-501,-133 652 0,219-699-697,49-246-4793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6:42.0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286 1044 24575,'1'10'0,"3"77"0,-4 0 0,-12 87 0,6-122 0,-3 0 0,-2 0 0,-2-2 0,-33 81 0,40-118 0,0 0 0,-1 0 0,0-1 0,-15 20 0,19-29 0,1 0 0,-1 0 0,0-1 0,0 1 0,0-1 0,0 0 0,0 0 0,-1 0 0,-6 3 0,8-4 0,0-1 0,0 1 0,-1-1 0,1 0 0,0 1 0,0-1 0,0 0 0,0 0 0,-1-1 0,1 1 0,0 0 0,0-1 0,0 1 0,0-1 0,0 0 0,0 0 0,0 0 0,-4-2 0,3 1 0,-1-1 0,0 0 0,1 0 0,0 0 0,-1-1 0,1 1 0,1-1 0,-1 0 0,0 0 0,1 0 0,0 0 0,-3-8 0,0-2 0,1 0 0,0 0 0,-2-21 0,3-17 0,2 1 0,2 0 0,2 0 0,17-86 0,13-30-368,74-219-1,96-147 192,-106 324 177,-92 200 0,-1 0 0,1 0 0,0 0 0,13-15 0,-17 23 0,0-1 0,0 1 0,0 0 0,0 0 0,0 0 0,0 0 0,1 0 0,-1 0 0,0 0 0,1 1 0,-1-1 0,0 0 0,1 1 0,-1-1 0,1 1 0,-1-1 0,1 1 0,-1 0 0,1-1 0,-1 1 0,1 0 0,0 0 0,-1 0 0,1 1 0,-1-1 0,1 0 0,-1 0 0,1 1 0,-1-1 0,1 1 0,-1-1 0,2 2 0,5 5 69,0 0 1,0 0-1,-1 1 0,-1 0 0,1 0 1,-1 1-1,-1 0 0,1 0 0,-1 0 1,4 12-1,18 40-41,-2 1-1,-2 2 1,-4 0-1,-2 1 1,10 81 0,-11-5-35,-1 203 0,-16-209 7,-5-1 0,-34 187 0,39-314 0,0-1 0,0 0 0,0-1 0,-1 1 0,0 0 0,-4 7 0,6-12 0,0 0 0,-1 0 0,0 0 0,1-1 0,-1 1 0,1 0 0,-1-1 0,0 1 0,0 0 0,1-1 0,-1 1 0,0-1 0,0 1 0,0-1 0,0 1 0,0-1 0,1 0 0,-1 1 0,0-1 0,0 0 0,0 0 0,0 0 0,0 1 0,0-1 0,0 0 0,0 0 0,0-1 0,0 1 0,0 0 0,0 0 0,0 0 0,0-1 0,0 1 0,0 0 0,0-1 0,1 1 0,-1-1 0,0 1 0,-1-2 0,-19-13 0,1-1 0,0-1 0,1 0 0,1-2 0,-31-40 0,16 19 0,-1 3 0,19 22 0,1-1 0,0 0 0,1-1 0,-14-25 0,26 41 0,1 0 0,-1 0 0,1 0 0,0-1 0,-1 1 0,1 0 0,0 0 0,-1 0 0,1-1 0,0 1 0,0 0 0,0 0 0,0-1 0,0 1 0,1 0 0,-1 0 0,0 0 0,0-1 0,1 1 0,-1 0 0,1-2 0,1 1 0,1-1 0,-1 0 0,0 0 0,1 1 0,-1-1 0,1 1 0,4-3 0,35-22-65,1 2 1,0 2-1,72-27 0,-46 21-1041,68-31-5720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6:42.4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45 24575,'8'0'0,"431"-22"0,-97 1 0,-235 20 0,128 13 0,-235-12 0,1 0 0,0 0 0,0 0 0,0 0 0,0 0 0,0 0 0,-1 0 0,1 0 0,0 1 0,0-1 0,0 0 0,0 0 0,-1 1 0,1-1 0,0 0 0,0 1 0,-1-1 0,1 1 0,0-1 0,-1 1 0,1-1 0,0 1 0,-1 0 0,1-1 0,-1 1 0,1 0 0,0 1 0,-1-1 0,-1 0 0,1 0 0,-1 0 0,1 0 0,-1 0 0,1 0 0,-1 0 0,0 0 0,1 0 0,-1 0 0,0-1 0,0 1 0,0 0 0,0 0 0,0-1 0,0 1 0,-1 0 0,-55 30 0,52-29 0,-35 16 0,26-12 0,0-1 0,0 2 0,1 0 0,0 0 0,0 1 0,0 1 0,2 0 0,-1 1 0,-17 19 0,5 4 0,2 1 0,1 1 0,1 1 0,-23 62 0,-42 166 0,7 91-1365,51-197-5461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6:43.2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1915 24575,'47'-2'0,"0"-3"0,0-2 0,-1-2 0,56-18 0,-80 21 0,77-23-69,-1-5-1,-1-5 0,-3-3 1,-1-5-1,-2-3 1,-3-5-1,-2-3 0,89-79 1,-36 10 69,-5-5 0,-7-7 0,180-251 0,-285 360 0,-9 12 0,0 0 0,-1-1 0,-1 0 0,9-24 0,-21 125 104,-71 518 464,-38-4-614,96-526 46,-34 146 0,47-210 0,-1 0 0,0 0 0,-1 0 0,1 0 0,-8 10 0,10-16 0,-1 1 0,1 0 0,-1 0 0,1-1 0,-1 1 0,0 0 0,1-1 0,-1 1 0,0-1 0,0 1 0,0-1 0,1 1 0,-1-1 0,0 0 0,0 1 0,0-1 0,0 0 0,0 0 0,0 1 0,0-1 0,1 0 0,-1 0 0,0 0 0,0 0 0,0 0 0,0 0 0,0-1 0,0 1 0,0 0 0,0 0 0,0-1 0,0 1 0,1 0 0,-1-1 0,0 1 0,0-1 0,0 1 0,1-1 0,-1 0 0,0 1 0,1-1 0,-1 0 0,0 1 0,1-1 0,-1 0 0,1 0 0,-1-1 0,-4-4 0,1 0 0,0 0 0,0-1 0,1 1 0,0-1 0,0 0 0,0 0 0,-1-8 0,-12-69 0,9 7-2,3 0-1,3-1 1,13-103-1,52-234-461,-15 172 432,11 3 0,99-257 1,-155 488 31,-2 0 0,2 1 0,-1 0 0,1 1 0,9-14 0,-12 19 0,0 1 0,0 0 0,0-1 0,1 1 0,-1 0 0,0 0 0,1 0 0,-1 0 0,1 0 0,-1 0 0,1 0 0,-1 0 0,1 1 0,0-1 0,-1 0 0,1 1 0,0 0 0,0-1 0,-1 1 0,1 0 0,0 0 0,0 0 0,0 0 0,-1 0 0,1 0 0,0 1 0,0-1 0,2 2 0,5 2 43,0 1 0,1 1 0,-2-1 0,1 2 0,-1-1 0,0 1 1,0 0-1,-1 1 0,0 0 0,9 14 0,21 28-22,-2 2 0,-2 2-1,-3 1 1,24 61 0,80 243-30,-7 32 9,-122-376 0,-1-4 0,-1 1 0,1-1 0,1 0 0,0 0 0,1 0 0,0-1 0,1 0 0,11 14 0,-17-22 0,1-1 0,-1 0 0,1 1 0,-1-1 0,1 0 0,0 0 0,0 0 0,-1 0 0,1-1 0,0 1 0,0 0 0,0-1 0,0 1 0,0-1 0,0 0 0,0 0 0,0 1 0,0-1 0,0-1 0,0 1 0,0 0 0,3-1 0,1-1 0,-1 0 0,0-1 0,0 1 0,0-1 0,0 0 0,-1 0 0,7-6 0,11-11 0,-1 0 0,-2-1 0,0-1 0,25-39 0,55-107 0,-94 159 0,153-318 120,-134 267-491,-3-1-1,-3 0 1,18-105 0,-28 87-6455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6:43.8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1742 24575,'13'-4'0,"743"-157"-234,-712 153 141,1468-231-2440,-460 79 387,2230-483 1847,-2373 429-1888,-310 71 3754,-564 135-923,-12 3 34,-1-1-1,38-14 1,-59 19-610,0 1-1,0-1 1,0 1 0,1-1-1,-1 1 1,0-1 0,0 1 0,0-1-1,0 0 1,0 0 0,0 0-1,-1 1 1,1-1 0,0 0 0,0 0-1,0 0 1,-1 0 0,1 0 0,-1 0-1,1-2 1,-1 2-41,0 0 1,-1-1-1,1 1 1,0 0-1,-1 0 1,1 0-1,-1 0 1,0 0-1,1 0 1,-1 0-1,0 0 1,0 0-1,0 0 1,1 1-1,-1-1 0,0 0 1,0 0-1,0 1 1,0-1-1,0 1 1,0-1-1,-2 0 1,-20-9 154,0 1 0,-1 1 0,0 1 1,0 1-1,-34-4 0,-74-9-127,-261-3 0,-136 51-64,525-29 9,-62 6 0,1 2 0,1 3 0,-64 20 0,119-28 0,0 0 0,1 0 0,0 1 0,0 0 0,0 1 0,0-1 0,1 1 0,-1 1 0,1 0 0,-6 6 0,9-7 0,0 0 0,0 1 0,1-1 0,-1 1 0,1 0 0,1 0 0,-1 0 0,1 0 0,0 0 0,0 1 0,1-1 0,0 1 0,0-1 0,0 8 0,1 15 0,1-1 0,1 0 0,1 0 0,2 0 0,8 27 0,50 137 0,-33-109 0,-23-58-1365,-2-4-5461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6:23.4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263 0 24575,'0'0'0,"0"0"0,-2 1 0,-1-1 0,1 1 0,-4 5 0,-4 11 0,-6 16 0,-6 23 0,-6 22 0,-2 17 0,0 9 0,1 6 0,3-3 0,2-6 0,5-11 0,4-21-8191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6:23.9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280 190 24575,'4'-22'0,"-1"16"0,1 0 0,-1 0 0,2 0 0,-1 0 0,1 1 0,-1 0 0,1 0 0,1 0 0,-1 1 0,1 0 0,0 0 0,7-4 0,10-5 0,47-18 0,-38 19 0,1 2 0,-1 1 0,2 1 0,35-3 0,-52 10 0,0-1 0,0 2 0,0 0 0,1 1 0,-1 1 0,0 1 0,-1 0 0,1 1 0,0 1 0,15 7 0,-28-11 0,0 0 0,-1 1 0,1 0 0,-1-1 0,0 1 0,0 0 0,1 1 0,-1-1 0,-1 1 0,1-1 0,0 1 0,0 0 0,-1 0 0,0 0 0,0 0 0,0 0 0,0 1 0,0-1 0,0 1 0,-1-1 0,0 1 0,0 0 0,0-1 0,0 1 0,0 0 0,-1 0 0,0-1 0,1 1 0,-1 0 0,-1 0 0,1 0 0,-1 0 0,1-1 0,-1 1 0,0 0 0,0 0 0,-1-1 0,1 1 0,-1-1 0,-2 4 0,-8 16 0,-2-1 0,0 0 0,-1-1 0,-1-1 0,-28 27 0,-102 85 0,127-116 0,-274 208 0,291-223 0,1-1 0,-1 1 0,1 0 0,0 0 0,-1 0 0,1 0 0,0 0 0,0 0 0,0 1 0,0-1 0,0 0 0,0 1 0,0-1 0,0 0 0,0 1 0,1-1 0,-1 1 0,0 0 0,1-1 0,-1 1 0,1-1 0,0 1 0,0 0 0,-1 2 0,2-1 0,1 0 0,-1 0 0,0 0 0,1 0 0,0-1 0,-1 1 0,1-1 0,0 1 0,1-1 0,-1 0 0,0 1 0,5 2 0,21 18 0,0-3 0,2 0 0,40 20 0,102 39 0,-11-5 0,-151-69 0,-1 1 0,0-1 0,0 2 0,0-1 0,-1 1 0,0 1 0,0-1 0,13 18 0,-19-22 0,1 0 0,-2 0 0,1 1 0,0-1 0,0 0 0,-1 1 0,0 0 0,0-1 0,0 1 0,0 0 0,-1-1 0,1 1 0,-1 0 0,0 0 0,0-1 0,0 1 0,0 0 0,-1 0 0,0 0 0,0-1 0,0 1 0,0-1 0,0 1 0,-1-1 0,1 1 0,-1-1 0,0 0 0,-5 7 0,-2 0 0,-1 0 0,0-1 0,-1 0 0,0 0 0,0-1 0,-1 0 0,0-1 0,0-1 0,-23 10 0,-17 3 0,-57 13 0,100-30 0,-56 15 60,-134 16 0,161-30-308,1-1 1,-1-3-1,0 0 1,1-3-1,-40-8 1,3-8-6579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6:24.5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3157 178 24575,'-10'-10'0,"-7"-5"0,0 1 0,0 0 0,-1 2 0,-1 0 0,0 1 0,-1 1 0,0 1 0,0 1 0,-40-11 0,5 6 0,0 3 0,-101-7 0,42 14-114,0 4-1,1 6 1,-214 41-1,149-8-114,-294 110 0,336-96 229,-152 84 0,199-88 0,3 5 0,-126 101 0,159-109 0,1 1 0,3 3 0,2 2 0,-59 87 0,75-91 0,2 0 0,3 2 0,2 1 0,2 1 0,2 0 0,-15 68 0,24-69 0,3 1 0,2 1 0,2-1 0,2 1 0,3 0 0,2-1 0,3 0 0,1 1 0,3-2 0,3 0 0,1 0 0,42 94 0,-28-86 0,3-1 0,3-2 0,2-1 0,3-1 0,1-3 0,4-1 0,1-3 0,2-1 0,2-2 0,59 39 0,-48-42-34,1-4 0,3-2 0,0-3 1,3-3-1,0-2 0,74 18 0,-54-24-70,1-3 0,1-5 0,0-3 0,134-2 0,-99-14 9,0-5 0,-1-6 1,-1-5-1,0-6 0,-2-4 1,-1-6-1,160-74 0,-174 61 87,-2-4-1,-3-5 0,-2-4 0,-3-4 0,-4-5 0,-2-3 0,-4-4 0,-3-4 0,-4-3 0,70-102 0,-111 134-37,-2-1 1,-2-2-1,-3-2 0,-3 0 1,-2-2-1,20-76 0,-35 97 31,-2 0-1,-1 0 0,-2-1 1,-2 0-1,-2 0 0,-1 0 1,-3 0-1,-1 0 0,-2 0 1,-22-79-1,15 82-7,-2 1 0,-1 0 0,-2 0 0,-2 2 0,-1 0 0,-43-52 0,29 46-57,-2 2-1,-2 2 1,-1 1-1,-67-45 1,28 31-94,-3 3-1,-1 4 1,-2 4 0,-2 3 0,-139-36-1,89 37-166,-155-18-1,-210 16-1105,-47 51 906,31 26-349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6:12.5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1 314 24575,'1'-2'0,"0"1"0,0-1 0,0 1 0,0-1 0,1 1 0,-1 0 0,0 0 0,1 0 0,-1-1 0,1 1 0,-1 0 0,3-1 0,0 0 0,11-7 0,-1 1 0,1 1 0,1 0 0,-1 1 0,1 1 0,0 0 0,1 2 0,-1-1 0,0 2 0,1 0 0,0 1 0,-1 1 0,29 3 0,-36-3 0,1 2 0,-1-1 0,1 2 0,-1-1 0,0 1 0,0 0 0,0 1 0,0 0 0,-1 1 0,0 0 0,1 0 0,-2 0 0,1 1 0,-1 0 0,0 1 0,0 0 0,0 0 0,-1 0 0,0 1 0,-1 0 0,0 0 0,0 0 0,-1 1 0,0-1 0,4 12 0,-3 1 0,-1 1 0,0 0 0,-2 0 0,-1 0 0,0 0 0,-2 0 0,0 0 0,-2 0 0,-5 27 0,-11 29 0,-32 87 0,-31 53 0,-121 226 0,195-430 0,6-10 0,0-1 0,0 1 0,0-1 0,0 1 0,1 0 0,0 0 0,-1 0 0,2 0 0,-2 7 0,2-11 0,0 0 0,0 1 0,0-1 0,0 1 0,0-1 0,0 0 0,0 1 0,1-1 0,-1 0 0,0 1 0,0-1 0,0 0 0,0 0 0,1 1 0,-1-1 0,0 0 0,0 1 0,1-1 0,-1 0 0,0 0 0,1 0 0,-1 1 0,0-1 0,1 0 0,-1 0 0,0 0 0,1 0 0,-1 0 0,0 1 0,1-1 0,-1 0 0,0 0 0,1 0 0,-1 0 0,0 0 0,1 0 0,-1 0 0,1 0 0,-1-1 0,1 1 0,7-2 0,1 0 0,-1-1 0,0 0 0,0-1 0,0 0 0,0 0 0,-1-1 0,0 1 0,10-10 0,0 2 0,69-53 0,-3-3 0,94-100 0,131-177 0,-113 106 0,198-316 0,-384 542 0,8-15 0,16-34 0,-33 62 0,0 0 0,1 0 0,-1 0 0,0 0 0,0 0 0,0 0 0,0-1 0,0 1 0,0 0 0,0 0 0,0 0 0,1 0 0,-1 0 0,0 0 0,0 0 0,0 0 0,0-1 0,0 1 0,0 0 0,0 0 0,0 0 0,0 0 0,0 0 0,0 0 0,0 0 0,0-1 0,0 1 0,0 0 0,0 0 0,0 0 0,0 0 0,0 0 0,0 0 0,0-1 0,0 1 0,0 0 0,0 0 0,0 0 0,0 0 0,0 0 0,0 0 0,-1 0 0,1-1 0,0 1 0,0 0 0,0 0 0,0 0 0,0 0 0,0 0 0,0 0 0,0 0 0,0 0 0,-1 0 0,1 0 0,0 0 0,0 0 0,0 0 0,0 0 0,-10 5 0,-16 17 0,-41 43 0,3 3 0,2 3 0,4 3 0,-92 155 0,124-181 0,2 0 0,-34 102 0,51-127 0,1 0 0,1 1 0,1 0 0,1 0 0,1 1 0,1-1 0,1 0 0,7 47 0,-4-58 0,0-1 0,1 0 0,0 0 0,1 0 0,1-1 0,0 1 0,0-1 0,1-1 0,1 1 0,0-1 0,0-1 0,1 1 0,0-1 0,0-1 0,1 0 0,0 0 0,1-1 0,0 0 0,0-1 0,17 7 0,1-1 0,2-1 0,-1-1 0,1-2 0,0-2 0,1 0 0,-1-2 0,35-1 0,-20-2-170,0-3-1,0-2 0,0-2 1,0-2-1,-1-2 0,0-1 1,54-23-1,11-15-6655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6:13.1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2646 256 24575,'-11'-12'0,"-1"1"0,0 0 0,0 1 0,-2 0 0,1 1 0,-1 0 0,-25-11 0,11 8 0,0 2 0,-1 0 0,-38-6 0,21 8 1,0 3 0,1 2 0,-1 2 1,0 2-1,0 2 0,0 2 0,1 2 0,-67 18 0,21 3-178,2 3 0,1 4 0,-95 53 0,59-20 148,3 6-1,3 5 1,3 5 0,4 5 0,-139 145 0,176-153 35,3 3 0,-107 168 0,134-176-2,3 1 0,3 3 1,-53 163-1,74-183-4,2 1 0,4 0 0,2 1 0,3 0 0,2 1 0,9 117 0,1-126 0,3-1 0,2 1 0,2-2 0,3 0 0,2 0 0,2-2 0,2 0 0,35 56 0,-20-48 0,2-2 0,2-2 0,3-2 0,2-2 0,2-1 0,99 75 0,-79-76 0,2-2 0,2-4 0,2-3 0,2-3 0,93 31 0,-69-36 0,1-4 0,1-4 0,0-5 0,2-5 0,0-4 0,0-4 0,0-5 0,1-5 0,162-28 0,-152 9 0,-1-5 0,-1-6 0,-2-4 0,-2-5 0,-1-4 0,-3-6 0,-3-3 0,-2-6 0,-2-3 0,-4-5 0,-3-4 0,90-96 0,-119 103 0,-3-2 0,-3-4 0,-4-1 0,-3-3 0,-3-2 0,-4-2 0,-4-2 0,-3-1 0,-4-1 0,33-149 0,-49 157 0,-4-1 0,-3 0 0,-4 0 0,-2-1 0,-13-101 0,2 115 0,-2 1 0,-3 1 0,-3 0 0,-3 1 0,-3 0 0,-53-102 0,46 113-36,-1 2 1,-3 1-1,-2 1 1,-2 3-1,-2 1 1,-64-55-1,50 55-55,-2 2-1,-2 2 1,-2 3 0,-1 3 0,-70-28-1,47 29 13,-2 4-1,-2 4 0,0 3 1,-1 4-1,-1 5 0,-1 3 1,1 4-1,-1 4 0,-95 10 1,-174 45-881,24 23-3840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6:14.2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0 314 24575,'0'0'0,"0"-1"0,1 1 0,-1-1 0,0 1 0,0-1 0,0 1 0,1 0 0,-1-1 0,0 1 0,1 0 0,-1-1 0,0 1 0,1 0 0,-1-1 0,0 1 0,1 0 0,-1 0 0,0-1 0,1 1 0,-1 0 0,1 0 0,-1 0 0,1 0 0,-1-1 0,0 1 0,1 0 0,-1 0 0,1 0 0,-1 0 0,1 0 0,0 0 0,24-3 0,-1 0 0,1 2 0,0 1 0,33 4 0,-15-2 0,381 27 13,269 10-774,477-86-98,-2-77-235,75-5 1172,127 62-1045,-780 62 3311,-541 6-2463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6:14.8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924 1 24575,'-37'64'0,"19"-19"0,3 0 0,1 2 0,2-1 0,2 2 0,-3 48 0,-2 244 0,2-16 0,8-281 0,-2-1 0,-2 0 0,-2-1 0,-1 0 0,-2-1 0,-3 0 0,0-1 0,-39 60 0,40-74 0,-2-1 0,0-1 0,-2-1 0,-1 0 0,-37 30 0,40-39 0,-1 0 0,0-1 0,-1-1 0,0-1 0,0-1 0,-1 0 0,-1-2 0,-22 5 0,31-9 14,0 0-1,-1-2 0,1 1 0,-1-2 1,0 0-1,1 0 0,-1-2 1,-22-4-1,29 4-96,-1 0 1,1 0-1,1-1 1,-1 0-1,0 0 1,1-1-1,0 0 1,-1 0-1,1 0 1,1-1-1,-1 0 1,1 0-1,0 0 1,0-1-1,0 1 1,1-1-1,-5-8 1,-10-30-6744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6:15.1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49 24575,'0'0'0,"2"0"0,4 0 0,13-1 0,20-2 0,21-1 0,20-2 0,13 0 0,7-1 0,0 1 0,-5 0 0,-8 0 0,-18 2-8191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6:15.3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0 193 24575,'0'0'0,"1"0"0,6 0 0,16 0 0,32-1 0,39-4 0,34-6 0,25-6 0,12-5 0,6-6 0,-5-1 0,-10-1 0,-16 3 0,-32 5-8191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6:17.1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235 0 24575,'60'21'0,"1017"405"0,-1068-421 0,7 2 0,0 0 0,0 1 0,-1 1 0,19 15 0,-30-21 0,-1 0 0,1 0 0,-1 0 0,0 1 0,-1-1 0,1 1 0,0 0 0,-1-1 0,0 1 0,0 1 0,0-1 0,-1 0 0,1 0 0,-1 0 0,0 1 0,0-1 0,0 1 0,-1-1 0,1 1 0,-1-1 0,0 1 0,-2 6 0,0 0 0,-1 1 0,0 0 0,-1-1 0,0 0 0,-1 0 0,-10 18 0,-5 3 0,-24 29 0,-22 20 0,-144 135 0,-101 50 0,90-92-682,-345 207-1,523-356-6143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6:17.7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376 1083 24575,'-17'21'0,"-27"45"0,2 1 0,-44 96 0,-44 156 0,125-304 0,-9 22 0,2 1 0,-12 61 0,24-99 0,0 0 0,-1 0 0,1 1 0,0-1 0,0 0 0,0 0 0,0 0 0,0 0 0,0 1 0,0-1 0,0 0 0,0 0 0,0 0 0,0 0 0,0 1 0,0-1 0,0 0 0,0 0 0,0 0 0,0 0 0,0 1 0,0-1 0,0 0 0,0 0 0,0 0 0,0 0 0,0 1 0,0-1 0,0 0 0,0 0 0,0 0 0,0 0 0,0 1 0,1-1 0,-1 0 0,0 0 0,0 0 0,0 0 0,0 0 0,0 0 0,1 0 0,-1 1 0,0-1 0,0 0 0,0 0 0,0 0 0,1 0 0,-1 0 0,0 0 0,0 0 0,0 0 0,0 0 0,1 0 0,-1 0 0,0 0 0,0 0 0,0 0 0,1 0 0,12-11 0,16-25 0,160-270 0,-23-18 0,-126 242 0,103-213 0,244-447 0,-372 716 0,-10 17 0,0 0 0,0 0 0,1 0 0,0 1 0,1 0 0,0 0 0,0 0 0,13-9 0,-17 16 0,-1-1 0,1 1 0,0 0 0,-1 1 0,1-1 0,0 1 0,0-1 0,0 1 0,0 0 0,-1 0 0,1 0 0,0 0 0,0 0 0,0 1 0,0-1 0,-1 1 0,1 0 0,0 0 0,0 0 0,-1 0 0,1 0 0,-1 1 0,5 2 0,6 5 0,0 0 0,-1 0 0,11 13 0,-22-22 0,33 35 0,-2 1 0,-1 1 0,-2 1 0,-2 2 0,36 70 0,-13-7 0,45 134 0,4 82 0,-87-267 0,-2 0 0,-2 1 0,-3 1 0,-2 64 0,-3-101-114,-2 1 1,0 0-1,-1-1 0,-1 1 0,0-1 1,-2 0-1,0 0 0,0-1 0,-2 0 1,0 0-1,-18 26 0,-17 11-6712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6:17.9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0 420 24575,'0'0'0,"1"-1"0,0-1 0,9-10 0,20-12 0,28-15 0,36-13 0,32-7 0,28-3 0,18 0 0,9 3 0,-26 12-8191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6:18.5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3040 439 24575,'-15'-8'0,"6"2"0,-68-33 0,-2 3 0,-1 4 0,-1 4 0,-1 3 0,-145-25 0,109 35 0,-1 4 0,0 6 0,-188 15 0,168 2 0,2 6 0,-224 60 0,300-61 0,1 4 0,2 2 0,0 3 0,1 2 0,1 2 0,2 3 0,2 3 0,-58 50 0,65-44-20,2 2 0,1 3 0,3 1-1,2 1 1,3 2 0,-29 57 0,28-38-43,2 2 1,5 1 0,2 2-1,-21 101 1,27-70 6,5 2-1,5 0 0,4 0 1,5 0-1,5 0 0,5 0 1,26 127-1,-18-150 39,4-1 1,4-1-1,3-1 1,4-1-1,3-2 0,77 126 1,-85-163 7,2-1 1,2-1-1,2-2 1,1-2-1,2 0 1,1-3-1,2-1 1,1-2-1,1-1 1,2-3-1,0-1 1,92 37-1,-81-44 27,1-2 0,0-3 0,1-2-1,0-2 1,1-3 0,68-2-1,-53-6-75,-1-4 1,0-2-1,0-4 0,104-31 0,-82 11-16,-1-3 1,-1-4-1,-3-5 0,-1-3 0,-3-3 1,-2-5-1,114-98 0,-122 87 75,-4-3 0,-2-4 0,-4-2 0,-3-3 0,-4-3 0,-3-2 0,-4-2 0,-4-2 0,52-136 0,-70 143 0,-3 0 0,-4-2 0,-4 0 0,-3-1 0,-3 0 0,-5-1 0,-3 0 0,-3 0 0,-5 0 0,-3 0 0,-27-120 0,19 139 0,-3 0 0,-3 2 0,-3 1 0,-2 1 0,-3 1 0,-2 1 0,-72-95 0,71 112 0,-2 2 0,-2 1 0,-1 2 0,-2 2 0,-2 2 0,-1 1 0,-1 2 0,-1 2 0,-2 3 0,-68-28 0,30 23-522,-151-33 0,-47 13-3927,243 44 3678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6:20.5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0 712 24575,'17'-6'0,"48"-12"0,98-11 0,73 4 0,-173 19 0,1272-79-898,-289 25 886,-437 10 12,185-14 0,0 29 0,-173 36 36,-402 0 838,-226-8-874,0 0 0,-1 0 0,-14-9 0,-38-19 0,-1 2 0,-116-44 0,-140-28 0,304 102 0,-27-10 0,13 3 0,-1 2 0,-42-7 0,87 36 0,47 35 0,3-3 0,146 87 0,43 34 0,-238-161 0,-2 1 0,0 1 0,-1 1 0,24 31 0,-34-41 0,-1 1 0,0-1 0,0 1 0,-1 0 0,0 0 0,0 1 0,-1-1 0,0 1 0,0-1 0,-1 1 0,0-1 0,0 1 0,0 0 0,-1 0 0,-1-1 0,-1 16 0,-2-10 0,0 1 0,-1-1 0,0 1 0,-1-2 0,0 1 0,-1-1 0,-1 0 0,0 0 0,-12 13 0,-7 5 0,-62 53 0,29-35-341,-3-3 0,-1-2-1,-122 58 1,67-46-6485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6:21.5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810 412 24575,'21'-32'0,"43"-41"0,-43 51 0,-1-1 0,30-44 0,-48 64 0,0 0 0,-1 0 0,0 0 0,1 0 0,-1 0 0,0 0 0,0 0 0,-1 0 0,1-1 0,-1 1 0,0 0 0,1 0 0,-2-1 0,1 1 0,0 0 0,0 0 0,-3-6 0,2 4 0,-1 0 0,-1 0 0,1 1 0,-1-1 0,0 1 0,0 0 0,0-1 0,0 1 0,-1 1 0,-5-6 0,-1 1 0,-1 0 0,0 0 0,0 1 0,-1 1 0,0 0 0,0 0 0,-25-7 0,10 8 0,0 0 0,-1 1 0,1 2 0,-1 1 0,1 1 0,-1 1 0,0 2 0,1 0 0,0 2 0,-43 13 0,37-7 0,1 1 0,1 1 0,0 2 0,0 1 0,2 1 0,0 1 0,1 2 0,-32 29 0,41-30 0,0 1 0,1 1 0,1 1 0,1 0 0,1 1 0,1 1 0,1 1 0,1 0 0,1 0 0,1 1 0,-11 51 0,17-59 0,2 0 0,0 1 0,1-1 0,1 0 0,0 0 0,2 1 0,0-1 0,6 23 0,-4-27 0,0 0 0,2-1 0,-1 1 0,2-1 0,0 0 0,0 0 0,1-1 0,1 0 0,0-1 0,1 0 0,12 12 0,-8-11 0,0-1 0,0-1 0,0 0 0,2-1 0,-1 0 0,1-2 0,0 1 0,26 6 0,-17-7 0,1-2 0,0 0 0,0-2 0,0-1 0,31-1 0,-8-4 0,0-2 0,0-3 0,0-1 0,-1-3 0,74-28 0,-64 17 0,86-48 0,-119 57 0,0-2 0,-1-1 0,0-1 0,-2-1 0,32-34 0,-41 35 0,-13 17 0,0 1 0,1 0 0,-1-1 0,0 1 0,1 0 0,-1-1 0,0 1 0,1 0 0,-1-1 0,0 1 0,0-1 0,1 1 0,-1 0 0,0-1 0,0 1 0,0-1 0,0 1 0,0-1 0,0 1 0,1-1 0,-1 1 0,0 0 0,0-1 0,0 1 0,-1-1 0,1 1 0,0-1 0,0 1 0,0-1 0,0 1 0,-1-1 0,0 2 0,-1 0 0,1 1 0,0-1 0,-1 1 0,1-1 0,0 1 0,0 0 0,0 0 0,0-1 0,0 1 0,0 0 0,0 0 0,1 0 0,-2 3 0,0 3 0,-20 54 0,4 0 0,-14 84 0,-8 135 0,40-280 0,-25 271 0,11-99 0,11-142 0,-1 0 0,-2 0 0,-1-1 0,-18 51 0,18-65 0,0-1 0,-1 1 0,-1-2 0,0 1 0,-1-1 0,-1-1 0,0 0 0,0 0 0,-1-1 0,-16 12 0,8-10 0,0 0 0,-1-2 0,0 0 0,0-2 0,-1 0 0,-1-1 0,-31 7 0,38-12 0,0-1 0,0 0 0,0-1 0,0-1 0,0 0 0,0-1 0,-1-1 0,1-1 0,0 0 0,0-1 0,-28-9 0,39 10 0,0 0 0,0 0 0,0 0 0,1-1 0,-1 1 0,1-1 0,-1 0 0,1-1 0,0 1 0,0-1 0,1 1 0,-1-1 0,1 0 0,0-1 0,0 1 0,0 0 0,0-1 0,1 0 0,0 1 0,0-1 0,0 0 0,1 0 0,-1 0 0,1-1 0,0 1 0,1 0 0,-1 0 0,1-1 0,0 1 0,0 0 0,1 0 0,0 0 0,2-10 0,3-6 0,1 1 0,0 0 0,2 0 0,0 1 0,1 0 0,1 1 0,17-23 0,23-24 4,2 3 0,3 3 1,83-69-1,210-139-210,533-277-1918,-707 447-3754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6:33.3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1764 24575,'-1'-2'0,"1"0"0,0 0 0,0 0 0,0 0 0,0 0 0,1 0 0,-1 0 0,0 1 0,1-1 0,0 0 0,-1 0 0,1 0 0,0 0 0,2-3 0,19-44 0,47-74 0,58-77-257,160-189-1,187-158-257,-127 190-679,-277 290-4773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6:33.6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1346 24575,'3'-3'0,"9"-11"0,14-15 0,29-33 0,29-32 0,27-27 0,20-19 0,11-9 0,0 1 0,-8 12 0,-15 14 0,-18 19 0,-19 15 0,-20 10 0,-21 19-8191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6:33.8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24575,'2'47'0,"1"0"0,3 0 0,2-1 0,23 78 0,-4-46 0,65 136 0,-48-132 30,4-1 0,4-3 0,70 83 0,-31-56-773,151 135 1,-179-185-6084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6:34.1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24575,'0'0'0,"0"1"0,2 6 0,2 16 0,6 26 0,10 30 0,13 27 0,13 18 0,14 9 0,15 2 0,16-3 0,15-3 0,15-1 0,-15-23-8191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6:50.9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6:51.5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24575,'0'0'0,"0"0"0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7:16.5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24575,'0'0'0,"0"1"0,0 1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6:46.1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247 0 24575,'12'9'0,"80"59"0,-2 3 0,108 113 0,-163-147 0,-2 2 0,-2 1 0,-2 1 0,-1 2 0,-2 1 0,-3 0 0,34 89 0,-45-96 0,-2 1 0,-2 0 0,-1 0 0,-2 1 0,-2 0 0,-3 68 0,-4-55 0,-2-1 0,-3 0 0,-2 0 0,-27 75 0,4-39 0,-5-1 0,-4-2 0,-3-2 0,-3-2 0,-75 91 0,-10-10 0,117-143 0,0-1 0,-2-1 0,0-1 0,0-1 0,-1 0 0,-33 16 0,47-27 0,0-1 0,-1 1 0,1-1 0,-1 0 0,0-1 0,0 1 0,1-1 0,-1-1 0,0 1 0,0-1 0,0-1 0,0 1 0,0-1 0,0 0 0,0-1 0,1 1 0,-1-1 0,1-1 0,-13-5 0,12 4 0,1-1 0,-1 0 0,1 0 0,0 0 0,0-1 0,0 0 0,1 0 0,0-1 0,0 1 0,1-1 0,-1 0 0,2 0 0,-1-1 0,1 1 0,0-1 0,-3-13 0,2 0 0,0-1 0,2 0 0,1 0 0,0 0 0,2 0 0,0 1 0,2-1 0,0 0 0,9-28 0,5-9 0,2 2 0,33-65 0,-1 17 0,5 2 0,4 4 0,4 1 0,5 4 0,155-164 0,-156 194-1365,-13 16-5461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6:46.8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173 0 24575,'-4'11'0,"-73"451"0,61-337 0,-47 348-1365,51-386-5461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6:47.4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1 603 24575,'-1'-10'0,"1"1"0,0 0 0,1-1 0,0 1 0,1 0 0,0 0 0,5-17 0,-5 18 0,7-16 0,0 0 0,2 0 0,0 0 0,2 2 0,0-1 0,2 2 0,0 0 0,2 1 0,0 0 0,1 1 0,1 1 0,22-16 0,-6 7 0,0 3 0,2 1 0,0 2 0,1 1 0,2 2 0,63-20 0,-70 28 0,1 1 0,1 2 0,41-4 0,-65 10 0,0 0 0,1 1 0,-1 0 0,0 1 0,0 0 0,0 1 0,0 0 0,0 1 0,0 0 0,0 1 0,-1 0 0,0 0 0,0 1 0,11 7 0,-17-8 0,0-1 0,-1 1 0,1 0 0,-1 0 0,1 0 0,-1 0 0,0 1 0,-1-1 0,1 1 0,-1 0 0,0 0 0,0 0 0,0 0 0,-1 0 0,0 0 0,0 0 0,0 0 0,-1 1 0,1-1 0,-2 10 0,0 3 0,-2-1 0,0 0 0,-1 0 0,0 0 0,-9 20 0,-11 20 0,-1-2 0,-4 0 0,-47 68 0,-122 144 0,137-188 0,51-67 0,3-3 0,0 0 0,0 1 0,1 0 0,-7 13 0,12-21 0,0 0 0,0 0 0,0 0 0,1 1 0,-1-1 0,1 0 0,-1 0 0,1 1 0,0-1 0,0 0 0,0 0 0,0 1 0,0-1 0,1 0 0,-1 0 0,1 1 0,-1-1 0,1 0 0,0 0 0,0 0 0,0 0 0,0 0 0,0 0 0,0 0 0,1 0 0,-1 0 0,3 2 0,4 3 0,1-1 0,-1 0 0,1 0 0,0-1 0,1 0 0,0-1 0,-1 0 0,1-1 0,14 4 0,100 16 0,-100-20 0,136 13 0,-99-11 0,-1 1 0,93 23 0,-147-27 0,0-1 0,-1 1 0,0 0 0,1 1 0,-1-1 0,0 1 0,7 5 0,-12-8 0,1 1 0,0 0 0,0-1 0,-1 1 0,1 0 0,0 0 0,-1 0 0,1 0 0,-1 0 0,1 0 0,-1 0 0,0 0 0,1 0 0,-1 0 0,0 0 0,0 0 0,0 0 0,1 2 0,-2-1 0,1-1 0,-1 1 0,1 0 0,-1 0 0,1-1 0,-1 1 0,0 0 0,0-1 0,0 1 0,0 0 0,0-1 0,0 1 0,-1-1 0,-1 2 0,-8 8 0,-1-1 0,0-1 0,-1 0 0,1 0 0,-2-1 0,-17 8 0,-92 32 0,53-27-195,-1-2 0,0-4 0,-2-3 0,1-3 0,-1-3 0,-114-5 0,90-7-6631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6:48.1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1 868 24575,'0'-1'0,"0"0"0,0-1 0,0 1 0,0 0 0,0 0 0,0-1 0,1 1 0,-1 0 0,0 0 0,1-1 0,-1 1 0,1 0 0,-1 0 0,1 0 0,0 0 0,1-2 0,5-4 0,1 1 0,0 0 0,0 0 0,1 1 0,-1 0 0,1 1 0,18-7 0,-18 7 0,79-29 8,1 3-1,102-19 1,199-23-293,-375 70 253,1652-213-2366,-393 60 1117,-717 70 786,136-19-196,-265 63 65,-280 36-1780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6:49.1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234 237 24575,'3'-18'0,"2"6"0,-1 0 0,2 0 0,-1 0 0,2 1 0,-1 0 0,1 0 0,1 1 0,0-1 0,1 2 0,0-1 0,0 1 0,1 1 0,0 0 0,0 0 0,1 1 0,0 0 0,1 1 0,-1 0 0,1 1 0,16-5 0,-10 4 0,1 1 0,-1 1 0,1 1 0,0 0 0,0 2 0,0 0 0,0 1 0,0 1 0,0 0 0,0 2 0,0 0 0,-1 1 0,24 9 0,-24-6 0,0 1 0,0 1 0,-1 0 0,-1 1 0,0 1 0,0 0 0,-1 2 0,0-1 0,-1 2 0,-1 0 0,0 1 0,-1 0 0,19 31 0,-20-27 0,-1 2 0,-1 0 0,-1 0 0,-1 0 0,0 1 0,-2 0 0,-1 1 0,0-1 0,-2 1 0,0-1 0,-4 40 0,-3-13 0,-3 0 0,-1 0 0,-3-1 0,-2 0 0,-2-1 0,-44 87 0,18-55 0,-4-2 0,-109 140 0,106-157 0,-93 86 0,115-123 0,0 0 0,-2-2 0,0-1 0,-1-1 0,-59 26 0,78-40 0,0-1 0,-1-1 0,1 0 0,-1 0 0,0-1 0,-20 1 0,27-3 0,0 0 0,0 0 0,0-1 0,0 1 0,1-1 0,-1-1 0,0 1 0,1-1 0,-1 1 0,1-1 0,-1-1 0,1 1 0,0 0 0,0-1 0,0 0 0,0 0 0,0 0 0,-5-7 0,4 4 0,1 0 0,0 0 0,1-1 0,0 1 0,-1-1 0,2 0 0,-1 1 0,1-1 0,-2-13 0,1 2 0,2 0 0,0 0 0,2-20 0,3-9 0,2 1 0,2 0 0,2 1 0,2 0 0,20-47 0,3 7 0,74-130 0,-68 145-195,4 3 0,2 1 0,3 2 0,3 3 0,2 2 0,66-53 0,-27 37-6631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6:49.7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1 348 24575,'17'11'0,"53"29"0,105 66 0,-145-85 0,-2 0 0,0 2 0,40 43 0,-56-52 0,-1 1 0,-1 0 0,0 1 0,-1 0 0,0 0 0,-2 0 0,0 1 0,-1 1 0,0-1 0,-2 1 0,0 0 0,-1 0 0,0 0 0,-2 0 0,0 1 0,-1-1 0,-3 24 0,-1-14 0,-1-1 0,-1 0 0,-2 0 0,0 0 0,-2-1 0,-1 0 0,-1-1 0,-1 0 0,-1-1 0,-29 38 0,39-57 0,1-1 0,0 1 0,-1-1 0,0 0 0,0 0 0,0 0 0,-6 4 0,10-8 0,0 0 0,-1 1 0,1-1 0,0 0 0,0 0 0,0 0 0,0 0 0,0 0 0,-1 0 0,1 0 0,0 0 0,0 0 0,0 0 0,0 0 0,0 0 0,-1 0 0,1 0 0,0 0 0,0 0 0,0 0 0,0 0 0,-1 0 0,1 0 0,0 0 0,0 0 0,0-1 0,0 1 0,0 0 0,0 0 0,-1 0 0,1 0 0,0 0 0,0 0 0,0 0 0,0 0 0,0-1 0,0 1 0,0 0 0,0 0 0,-1 0 0,1 0 0,0 0 0,0-1 0,0 1 0,0 0 0,0 0 0,0 0 0,0 0 0,0 0 0,0-1 0,0 1 0,0 0 0,0 0 0,0 0 0,0 0 0,0-1 0,0 1 0,0 0 0,0 0 0,1 0 0,-1 0 0,0 0 0,0-1 0,0 1 0,0 0 0,0 0 0,0 0 0,0 0 0,3-11 0,0 1 0,1-1 0,0 1 0,0 0 0,1 0 0,10-14 0,-2 1 0,286-436 0,37 23 0,-299 390 0,178-222 0,-209 264 0,-5 13 0,-8 22 0,5-25 0,-96 313 0,2-4 0,89-289 0,1 0 0,1 0 0,1 1 0,2-1 0,0 42 0,3-61 0,-1 0 0,1 0 0,0 0 0,1 1 0,-1-2 0,1 1 0,1 0 0,-1 0 0,1-1 0,0 1 0,1-1 0,0 0 0,0 0 0,0 0 0,0-1 0,1 1 0,0-1 0,0 0 0,1 0 0,-1-1 0,1 0 0,0 0 0,0 0 0,1-1 0,10 5 0,-2-3 11,0-1-1,0-1 1,0 0-1,1-1 0,0-1 1,-1 0-1,1-1 1,21-2-1,11-5-739,63-16-1,8-9-6096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6:58.3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308 1628 24575,'-25'36'0,"1"1"0,2 1 0,-31 77 0,27-57 0,-102 242 0,128-300 0,0 1 0,0 0 0,0-1 0,0 1 0,0 0 0,0-1 0,-1 1 0,1-1 0,0 1 0,0-1 0,-1 1 0,1 0 0,0-1 0,-1 1 0,1-1 0,-1 1 0,1-1 0,-1 0 0,1 1 0,-1-1 0,1 1 0,-1-1 0,1 0 0,-1 1 0,1-1 0,-1 0 0,1 0 0,-1 1 0,-1-1 0,1-1 0,0 0 0,0 0 0,0 0 0,1 0 0,-1-1 0,0 1 0,1 0 0,-1 0 0,0-1 0,1 1 0,0 0 0,-1-1 0,1 1 0,0 0 0,-1-3 0,-2-22 0,0-1 0,1 0 0,5-50 0,7-42 8,4 0-1,45-169 0,100-223-900,1 115 676,-114 301 231,3 2 1,64-89-1,-86 143-14,53-56 0,-68 82 0,0 1 0,2 1 0,-1 0 0,1 0 0,1 2 0,0 0 0,25-11 0,-34 17 11,0 1 0,1 0 0,-1 0 0,1 0-1,-1 1 1,1 0 0,-1 1 0,1-1 0,0 1 0,0 0 0,-1 1 0,1 0 0,0 0-1,11 4 1,-10-2 22,0 0 0,-1 1-1,1 0 1,-1 1 0,0 0-1,0 0 1,-1 0 0,1 1-1,-1 0 1,7 9 0,2 6 41,-1 0 1,0 1 0,-2 0-1,-1 1 1,-1 1 0,13 42-1,-2 13-74,-3 0 0,-4 1 0,-3 0 0,0 99 0,-27 330 0,0-109 0,17-320-1365,2-21-5461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6:58.5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17 24575,'0'0'0,"0"0"0,-2 0 0,1 0 0,-1 0 0,0 0 0,13 2 0,30 3 0,41-2 0,42-5 0,38-9 0,-9-2-8191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6:58.7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24575,'0'0'0,"1"2"0,-1-1 0,8 5 0,12 4 0,17 3 0,19 3 0,18 2 0,14 0 0,6-1 0,1-1 0,-6-2 0,-13-1 0,-19-4 0,-19-2-8191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6:58.9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9 24575,'0'0'0,"-1"1"0,-1 0 0,2 4 0,4 3 0,13 6 0,20 3 0,26-1 0,28-6 0,24-11 0,20-15 0,11-14 0,-19-3-8191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6:59.3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1135 33 24575,'-2'-2'0,"1"-1"0,-1 1 0,1-1 0,-1 1 0,0 0 0,0 0 0,0 0 0,0 0 0,0 0 0,-1 0 0,-3-2 0,5 3 0,-1 1 0,1-1 0,0 1 0,0-1 0,0 1 0,-1-1 0,1 1 0,0 0 0,0 0 0,-1 0 0,1 0 0,0 0 0,-1 0 0,1 0 0,0 0 0,0 0 0,-1 1 0,1-1 0,0 0 0,0 1 0,-1-1 0,1 1 0,0 0 0,0-1 0,0 1 0,0 0 0,0 0 0,-2 1 0,-6 9 0,-1 1 0,2 1 0,0-1 0,0 1 0,1 0 0,-9 28 0,-16 41 0,4 2 0,-30 158 0,-2 183 0,38-132 0,13-136 0,-50 264 0,49-382 0,-1-1 0,-2 0 0,-1-1 0,-2 0 0,-2-1 0,-1-1 0,-2-1 0,-33 42 0,39-57 0,-1-1 0,-1-1 0,-1 0 0,0-1 0,-1-1 0,-1-1 0,0 0 0,-1-2 0,-1 0 0,1-2 0,-2 0 0,1-1 0,-2-2 0,-41 10 0,54-16-97,0 1-1,0-2 1,1 1-1,-1-1 1,0-1-1,1 0 1,-1-1-1,0 0 1,1 0-1,-1-1 1,1 0-1,0-1 0,-12-6 1,-37-28-6729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6:59.5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 24575,'0'0'0,"0"0"0,0 0 0,4-1 0,14-1 0,24-2 0,24-2 0,22 1 0,14 3 0,6 7 0,1 8 0,-7 6 0,-13 6 0,-17 7 0,-22-3-8191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6:59.8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0 414 24575,'0'0'0,"1"0"0,1 0 0,20-8 0,37-13 0,42-14 0,38-14 0,27-9 0,15-5 0,5-2 0,-7 2 0,-32 11-8191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7:00.1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894 0 24575,'-19'34'0,"-31"44"0,19-32 0,-77 115 51,-326 547-565,382-604 379,-57 173 0,85-201 147,4 1-1,3 1 1,-7 92-1,20-122 5,2 0 0,2 0-1,3 0 1,1 0 0,3-1-1,18 69 1,-18-90-121,2 0 1,0-1-1,2 0 0,1-1 1,1 0-1,1-1 0,1-1 1,0 0-1,2-1 0,1 0 1,1-2-1,36 31 0,21 2-6148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7:00.7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1 729 24575,'4'-6'0,"0"0"0,0 0 0,1 0 0,0 0 0,0 1 0,1-1 0,0 1 0,0 1 0,0-1 0,11-6 0,7-1 0,41-17 0,-42 20 0,1 1 0,1 1 0,-1 1 0,1 1 0,0 2 0,0 0 0,0 2 0,1 0 0,48 6 0,-63-3 0,1 0 0,0 1 0,-1 0 0,1 1 0,-1 0 0,0 0 0,0 2 0,-1-1 0,0 1 0,0 1 0,0 0 0,-1 0 0,1 1 0,-2 0 0,1 0 0,-1 1 0,-1 0 0,0 1 0,0 0 0,0 0 0,-2 0 0,1 1 0,4 12 0,-3 1 0,0 0 0,-2 1 0,-1 0 0,-1-1 0,-1 1 0,-1 0 0,-1 0 0,-1 0 0,-2 0 0,-6 32 0,-7 13 0,-2-1 0,-37 88 0,24-79 0,-2-1 0,-4-2 0,-58 88 0,94-161 0,0 0 0,-1 0 0,1 0 0,-1 0 0,1 0 0,-1-1 0,1 1 0,-1 0 0,0-1 0,0 1 0,-3 1 0,1-10 0,9-19 0,13-38 0,3 1 0,35-74 0,73-124 0,-115 235 0,304-535 0,-218 407 0,181-211 0,-260 341 0,-13 13 0,1 0 0,0 1 0,1 0 0,0 1 0,0 0 0,1 0 0,14-7 0,-24 15 0,0 1 0,-1 0 0,1-1 0,0 1 0,0 0 0,-1 0 0,1 0 0,0 0 0,0 0 0,-1 0 0,1 0 0,0 0 0,0 0 0,0 0 0,-1 0 0,1 0 0,0 0 0,0 1 0,-1-1 0,1 0 0,0 1 0,-1-1 0,1 0 0,0 1 0,-1-1 0,1 1 0,-1-1 0,1 1 0,0-1 0,-1 1 0,1 0 0,-1-1 0,0 1 0,1 0 0,-1-1 0,1 1 0,-1 0 0,0-1 0,0 1 0,1 0 0,-1 0 0,0-1 0,0 1 0,0 0 0,0 1 0,6 42 0,-6-40 0,-8 241 0,-1-33 0,9-178 0,3 0 0,0 0 0,2 0 0,11 37 0,-12-57 0,0 0 0,1 0 0,1 0 0,0-1 0,1 0 0,0 0 0,1-1 0,1 0 0,0 0 0,0-1 0,1 0 0,0 0 0,1-1 0,0-1 0,1 0 0,0 0 0,1-1 0,-1-1 0,1 0 0,1-1 0,19 7 0,-16-9-455,1 0 0,33 2 0,32-6-6371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7:01.0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509 0 24575,'4'8'0,"47"92"10,-4 3-1,-5 1 1,47 181-1,-53-128-629,28 312-1,-57-353 579,-6 0 0,-4-1-1,-6 0 1,-44 212-1,20-196-107,-5-1-1,-7-2 0,-113 228 1,-93 75-2698,-8-47-478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7:02.3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199 1 24575,'0'0'0,"0"0"0,0 0 0,0 2 0,-5 15 0,-7 32 0,-9 35 0,-6 28 0,-2 17 0,-1 8 0,4 1 0,5-6 0,5-14 0,5-26-8191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7:02.8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1199 24575,'0'-13'0,"-2"0"0,-4-22 0,-2-23 0,8 1 0,1 0 0,4 0 0,1 0 0,4 0 0,1 1 0,3 1 0,3 0 0,2 1 0,2 0 0,3 2 0,1 1 0,37-52 0,-41 72 0,3 1 0,0 1 0,2 1 0,1 1 0,37-29 0,-46 42 0,1 1 0,1 0 0,0 1 0,0 2 0,1 0 0,1 1 0,0 1 0,0 1 0,40-8 0,-54 14 0,0 0 0,0 1 0,0-1 0,0 1 0,0 1 0,0 0 0,0 0 0,0 0 0,0 1 0,0 0 0,0 1 0,-1 0 0,13 6 0,-14-5 0,-1 0 0,0 0 0,1 1 0,-2-1 0,1 1 0,0 0 0,-1 0 0,0 1 0,0-1 0,-1 1 0,0 0 0,0 0 0,0 0 0,0 1 0,-1-1 0,3 13 0,-1 6 0,-1 1 0,-1-1 0,-1 1 0,-1-1 0,-1 1 0,-2-1 0,-10 50 0,-7 0 0,-37 96 0,-114 203 0,65-155 0,97-201 0,2 1 0,0-1 0,1 1 0,-6 32 0,11-44 0,1 1 0,-1 0 0,1 0 0,0-1 0,1 1 0,0 0 0,0-1 0,1 1 0,0-1 0,0 1 0,1-1 0,-1 0 0,2 0 0,6 12 0,1-4 0,1-1 0,1 1 0,0-2 0,1 0 0,1 0 0,0-2 0,0 0 0,1 0 0,23 10 0,25 10 0,73 24 0,-131-53 0,66 25 0,110 26 0,-182-53 0,0 0 0,1 0 0,-1 0 0,0 0 0,0 0 0,0 0 0,0 0 0,1 0 0,-1 0 0,0 0 0,0 0 0,0 0 0,0 0 0,0 0 0,1 0 0,-1 0 0,0 0 0,0 0 0,0 1 0,0-1 0,0 0 0,1 0 0,-1 0 0,0 0 0,0 0 0,0 0 0,0 0 0,0 0 0,0 1 0,0-1 0,1 0 0,-1 0 0,0 0 0,0 0 0,0 0 0,0 1 0,0-1 0,0 0 0,0 0 0,0 0 0,0 0 0,0 1 0,0-1 0,0 0 0,0 0 0,0 0 0,0 0 0,0 0 0,0 1 0,-9 5 0,-20 5 0,-32 6 40,0-2 0,-111 12 0,-129-15-1525,238-13-5341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7:03.0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24575,'0'0'0,"4"0"0,9 1 0,21-1 0,25 0 0,26 0 0,21 1 0,11 2 0,4 4 0,-1 4 0,-8 4 0,-24-1-8191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7:03.2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0 339 24575,'0'0'0,"2"-1"0,5-1 0,16-3 0,28-9 0,33-10 0,31-11 0,28-9 0,20-7 0,15-5 0,3-2 0,-28 10-8191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7:04.0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1324 138 24575,'-22'-24'0,"10"10"0,-2 1 0,0 0 0,0 1 0,-29-18 0,35 25 0,-1 0 0,1 2 0,-1-1 0,0 1 0,0 0 0,-1 0 0,1 1 0,0 1 0,-1 0 0,1 0 0,-17 1 0,5 2 0,-1 2 0,1 0 0,0 1 0,1 2 0,-1 0 0,1 1 0,1 0 0,-1 2 0,2 0 0,-1 2 0,-26 21 0,13-7 0,2 1 0,1 1 0,1 2 0,1 1 0,-28 44 0,29-36 0,3 1 0,1 1 0,2 1 0,-15 47 0,27-66 0,1 1 0,1 1 0,1-1 0,1 1 0,1 0 0,1 0 0,2 0 0,0 0 0,5 28 0,-4-46 0,0 0 0,1-1 0,-1 1 0,1-1 0,1 0 0,-1 0 0,1 1 0,0-2 0,1 1 0,0 0 0,-1-1 0,2 1 0,-1-1 0,1 0 0,-1-1 0,7 6 0,-6-7 0,0-1 0,0 1 0,-1-1 0,2 0 0,-1 0 0,0-1 0,0 0 0,0 0 0,1 0 0,-1 0 0,0-1 0,1 0 0,-1 0 0,0 0 0,1-1 0,-1 1 0,0-1 0,1-1 0,-1 1 0,8-4 0,5-3 0,0 0 0,-1-1 0,0-1 0,0-1 0,-1 0 0,28-27 0,77-93 0,-25 7 0,126-219 0,-215 333 0,-3 1 0,2 0 0,-1 0 0,1 1 0,13-14 0,-18 21 0,0 0 0,0 0 0,0 0 0,0 0 0,1 0 0,-1 0 0,0 1 0,0-1 0,1 0 0,-1 1 0,0-1 0,1 1 0,-1-1 0,1 1 0,-1 0 0,0-1 0,1 1 0,-1 0 0,1 0 0,-1 0 0,1 0 0,-1 1 0,1-1 0,-1 0 0,1 0 0,-1 1 0,0-1 0,1 1 0,-1-1 0,0 1 0,1 0 0,-1 0 0,0-1 0,0 1 0,0 0 0,0 0 0,0 0 0,0 0 0,0 0 0,2 2 0,2 5 0,0 0 0,-1 1 0,0-1 0,0 1 0,0 0 0,-1 0 0,-1 0 0,0 0 0,0 0 0,0 1 0,-1-1 0,-1 10 0,4 55 0,-3 0 0,-12 91 0,-17 97 0,-20 71 0,-274 1170-3009,176-1085 2415,123-365 541,-3-2-1,-2 0 1,-2-2 0,-2-1-1,-57 64 1,72-93 242,-1-2-1,-1 0 1,0-1-1,-1-1 1,-1 0-1,-1-2 1,0-1-1,-34 15 1,45-23-98,1 0 1,-1-1-1,1 0 1,-1-1 0,0 0-1,0 0 1,0-2-1,0 1 1,-1-1-1,1-1 1,0 0 0,0 0-1,0-1 1,1-1-1,-1 0 1,0 0-1,1-1 1,0 0 0,0-1-1,0 0 1,-13-9-1,14 7-71,1 0 0,0 0 0,0-1 0,0 0 0,1-1 0,0 0 0,1 0 0,0 0 0,-9-19 0,9 13-15,0-1 0,1 0 0,1-1 0,0 1 1,-3-32-1,6 9-8,1 0 0,2 0 0,2 1-1,1-1 1,11-38 0,8-12-112,4 0-1,4 2 0,4 1 1,86-148-1,-23 76-105,169-208-1,-110 178-103,8 6 1,8 9-1,259-202 0,-346 309-5546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7:04.3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843 1 24575,'-5'14'0,"-174"397"13,69-167-209,-243 702-798,298-752 1014,9 1 0,9 2 0,-13 208 0,43-132-43,9-234 16,2-1-1,1 0 1,2 0 0,23 70-1,-27-97-61,1-1 1,1 0-1,-1 0 0,1-1 0,1 1 0,0-1 0,1 0 0,-1 0 0,1-1 0,1 0 0,0-1 0,0 1 0,0-1 0,1-1 0,0 0 0,18 10 0,-8-9-1885,0 0 0,22 5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7:04.9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367 1394 24575,'-19'26'0,"-289"453"0,307-478 0,-17 23 0,18-24 0,0 0 0,0 0 0,-1 1 0,1-1 0,0 0 0,0 0 0,-1 0 0,1 0 0,0 0 0,-1 1 0,1-1 0,0 0 0,0 0 0,-1 0 0,1 0 0,0 0 0,-1 0 0,1 0 0,0 0 0,-1 0 0,1 0 0,0 0 0,-1 0 0,1-1 0,0 1 0,0 0 0,-1 0 0,1 0 0,0 0 0,-1-1 0,-6-16 0,4-3 0,2-1 0,0 1 0,1-1 0,2 0 0,5-31 0,-6 46 0,20-129-67,65-221-1,82-124-436,-23 132 504,-105 263 0,103-158 0,-135 230-5,1 1 0,1 1 0,-1-1 1,2 2-1,12-11 0,-21 18 25,1 1 0,0 0 0,0 1 0,-1-1 0,1 0 0,0 1 0,1 0 1,-1-1-1,0 1 0,0 1 0,0-1 0,1 0 0,-1 1 0,0-1 0,1 1 0,-1 0 0,0 0 0,1 1 0,-1-1 0,0 1 0,1-1 0,-1 1 0,0 0 0,0 0 1,0 1-1,0-1 0,6 4 0,-1 1-10,0 0 1,0 1-1,-1 0 1,0 0-1,0 1 1,0-1 0,-1 1-1,0 1 1,-1 0-1,5 9 1,6 16-17,16 50 0,-31-80 8,30 95-2,-4 1 0,16 127 0,7 213 0,0 315-1365,-45-627-5461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7:05.1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6 270 24575,'0'0'0,"-1"0"0,-1 0 0,1 0 0,-1 0 0,8-8 0,17-11 0,26-13 0,30-12 0,27-10 0,19-6 0,-11 8-8191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7:05.4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521 0 24575,'22'30'0,"26"43"0,-2 1 0,-5 2 0,39 97 0,-32-48 0,43 180 0,-67-204 0,-4 0 0,-5 1 0,-4 0 0,-5 178 0,-8-225 0,-4 0 0,-2 0 0,-2 0 0,-2-1 0,-3 0 0,-2-1 0,-3-1 0,-1-1 0,-3-1 0,-45 70 0,29-65 24,-3-1 0,-1-2 0,-3-2 0,-55 44 0,17-24-767,-159 98 1,80-71-6084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7:24.8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1 342 24575,'0'0'0,"12"0"0,374-50 0,-243 27 0,300-42-132,563-92-324,-965 151 446,-17 2 37,1-1 0,-1 0 0,30-12 0,-50 12 456,-12 4-1150,6 0-24,-11-1-6135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7:25.6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71 303 24575,'-27'-8'0,"-2"-5"0,16 5 0,13 8 0,0 0 0,0 0 0,0 0 0,0 0 0,0 0 0,0 0 0,-1 0 0,1 0 0,0 0 0,0-1 0,0 1 0,0 0 0,0 0 0,0 0 0,0 0 0,0 0 0,0 0 0,0 0 0,0 0 0,0 0 0,-1-1 0,1 1 0,0 0 0,0 0 0,0 0 0,0 0 0,0 0 0,0 0 0,0 0 0,0-1 0,0 1 0,0 0 0,0 0 0,0 0 0,0 0 0,0 0 0,0 0 0,1-1 0,-1 1 0,0 0 0,0 0 0,0 0 0,0 0 0,0 0 0,0 0 0,0 0 0,0 0 0,0 0 0,0-1 0,0 1 0,0 0 0,1 0 0,-1 0 0,0 0 0,0 0 0,0 0 0,0 0 0,0 0 0,0 0 0,0 0 0,0 0 0,1 0 0,-1 0 0,0 0 0,0 0 0,16-3 0,1 0 0,-1 1 0,19 1 0,-1-1 0,131-6-31,328-21-273,-2-28 86,-152-5 218,-8-29 0,-313 83 162,-19 5-13,-14 3 1,-65 11-122,1 3 1,-93 29-1,92-22-21,-305 84-1372,293-78-5461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7:26.3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1025 78 24575,'14'2'0,"639"110"0,-440-87 0,232-2 0,-427-23 0,0 1 0,-1-2 0,24-3 0,-40 4 0,-1 0 0,1 0 0,-1 0 0,1 0 0,0 0 0,-1 0 0,1 0 0,-1 0 0,1 0 0,-1 0 0,1-1 0,-1 1 0,1 0 0,-1 0 0,1-1 0,-1 1 0,1 0 0,-1-1 0,1 1 0,-1-1 0,1 1 0,-1-1 0,0 1 0,1-1 0,-1 1 0,0-1 0,1 1 0,-1-2 0,0 1 0,-1 0 0,0 0 0,1 1 0,-1-1 0,0 0 0,0 0 0,1 0 0,-1 0 0,0 1 0,0-1 0,0 0 0,0 1 0,0-1 0,0 1 0,0-1 0,0 1 0,0-1 0,-2 1 0,-21-8 0,0 2 0,-1 0 0,0 2 0,0 1 0,-46 0 0,61 2 0,-190-2-285,-226 26 0,-204 51-122,-325 71 407,951-144 0,-16 4 0,19-1 0,14 2 0,18 2 150,1-2 0,-1-1 1,1-1-1,43-1 0,-53-2-87,198 1-520,325-36 0,222-87-273,311-143-631,-918 217-3662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7:15.3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 24575,'0'0'0,"0"0"0,0-1 0,0 0 0,0 0 0,0 1 0,13 2 0,24 6 0,33 4 0,33 0 0,25-2 0,19-7 0,10-6 0,0-6 0,-9-6 0,-29 0-8191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7:15.6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1 332 24575,'0'0'0,"0"0"0,3-1 0,11-3 0,23-6 0,31-8 0,31-8 0,24-7 0,18-3 0,13-4 0,4 1 0,-1 3 0,-5 4 0,-9 7 0,-10 6 0,-29 7-8191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7:20.7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616 1 24575,'0'0'0,"4"0"0,-1 1 0,0-1 0,0 1 0,0 0 0,1 0 0,-1 0 0,0 1 0,-1-1 0,1 1 0,3 2 0,7 3 0,17 11 0,-1 2 0,0 0 0,-2 2 0,0 1 0,-2 2 0,0 0 0,-2 1 0,-1 2 0,-1 0 0,-1 1 0,17 34 0,-14-17 0,-1 1 0,-2 1 0,-2 0 0,-3 2 0,-2 0 0,-2 0 0,5 53 0,-12-45 0,-2 0 0,-3 0 0,-3 0 0,-2 0 0,-2 0 0,-4-1 0,-1-1 0,-3 0 0,-3 0 0,-1-2 0,-4-1 0,-29 51 0,14-38 0,-2-2 0,-3-2 0,-3-1 0,-3-3 0,-2-2 0,-3-3 0,-1-1 0,-104 70 0,128-99 0,-1-3 0,-1 0 0,-1-2 0,-64 23 0,91-38 0,-1-1 0,1 0 0,-1 0 0,0-1 0,0 0 0,0 0 0,0-1 0,0 0 0,0-1 0,-11-2 0,17 2 0,0 0 0,-1 0 0,1-1 0,0 1 0,-1-1 0,1 0 0,0 0 0,0 0 0,0 0 0,1 0 0,-1-1 0,0 0 0,1 1 0,0-1 0,0 0 0,0 0 0,0 0 0,0 0 0,0-1 0,1 1 0,-1 0 0,1-1 0,0 1 0,0-1 0,1 1 0,-1-1 0,0-4 0,0-6 0,1 0 0,0 1 0,0-1 0,2 0 0,0 1 0,7-27 0,3 2 0,22-49 0,9-5-107,5 3-1,3 2 1,89-115-1,-34 70-83,155-150-1,21 31-1038,-168 161-4918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7:21.5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523 395 24575,'4'19'0,"-1"2"0,-2 2 0,0-1 0,-1 0 0,-5 31 0,-21 92 0,21-121 0,-148 543 0,2-6 0,113-327 0,35-196 0,1 1 0,2 0 0,2 0 0,7 40 0,-5-59 0,-3-14 0,-8-20 0,4 7 0,-25-54 0,3-1 0,3-1 0,2-2 0,3 0 0,3 0 0,-9-121 0,18 91 0,5 0 0,3 1 0,5-1 0,24-116 0,-16 136 0,4 1 0,2 1 0,4 1 0,3 1 0,4 1 0,2 2 0,3 2 0,54-72 0,-57 93 0,1 2 0,3 2 0,1 1 0,83-62 0,-84 76 0,0 1 0,1 2 0,2 2 0,0 1 0,1 2 0,62-16 0,-78 27 0,0 2 0,0 0 0,0 2 0,1 1 0,0 1 0,-1 1 0,1 2 0,-1 1 0,46 10 0,-61-10 0,0 1 0,0 1 0,-1 0 0,1 0 0,-1 1 0,0 0 0,-1 1 0,1 1 0,-1-1 0,9 11 0,-12-10 0,0 0 0,-1 1 0,0-1 0,0 1 0,-1 0 0,0 1 0,-1-1 0,0 1 0,0 0 0,-1 0 0,0 1 0,-1-1 0,1 16 0,-1-4 0,-2-1 0,0 1 0,-2-1 0,0 1 0,-2-1 0,0 0 0,-1 0 0,-16 39 0,-2-7 0,-3 0 0,-36 55 0,-13 6 0,-5-5 0,-4-3 0,-101 97 0,-321 257 0,404-377 0,100-82 0,1 0 0,-1 0 0,1 0 0,0 1 0,-1-1 0,1 1 0,0-1 0,0 1 0,0-1 0,0 1 0,-1 2 0,2-4 0,0 1 0,0-1 0,-1 1 0,1 0 0,0-1 0,0 1 0,0-1 0,0 1 0,0-1 0,1 1 0,-1-1 0,0 1 0,0-1 0,0 1 0,0-1 0,1 1 0,-1-1 0,0 1 0,0-1 0,1 0 0,-1 1 0,0-1 0,1 1 0,-1-1 0,0 0 0,1 1 0,4 2 0,0-1 0,-1 1 0,1-1 0,0-1 0,0 1 0,0-1 0,6 1 0,84 16 0,168 8 0,-35-6 0,-177-13 0,-1 3 0,70 21 0,-104-25 0,-1-1 0,0 2 0,0 0 0,-1 1 0,0 0 0,0 1 0,13 11 0,-23-16 0,1 0 0,-1 0 0,0 1 0,0 0 0,0 0 0,0 0 0,-1 0 0,0 1 0,0-1 0,0 1 0,-1-1 0,0 1 0,0 0 0,0 0 0,-1 0 0,0 0 0,0 1 0,-1-1 0,1 0 0,-1 0 0,-1 8 0,-1-3 0,-1 0 0,0 0 0,0 0 0,-1-1 0,0 1 0,-1-1 0,0 0 0,-1-1 0,0 1 0,0-1 0,-15 16 0,0-4 0,-1-1 0,-1 0 0,-34 22 0,2-7 20,-2-3 0,-1-2 0,-1-2 0,-2-4 0,-82 23 0,27-17-763,-235 29 1,172-43-6084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7:21.7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24575,'60'23'0,"28"0"7,163 19 0,106-12-198,722-5-1902,5-56 605,-901 24 1123,-104 4-3703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7:22.1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698 0 24575,'0'21'0,"35"372"0,0-36 0,-34-300 0,-2 1 0,-2 0 0,-3 0 0,-17 68 0,11-78 0,-3-1 0,-2 0 0,-1-1 0,-49 84 0,47-97 0,-2-2 0,0 0 0,-3-1 0,0-1 0,-2-2 0,-57 47 0,71-65 0,0 0 0,-1 0 0,0-2 0,-1 1 0,1-2 0,-1 0 0,0-1 0,-1 0 0,-30 5 0,39-10 0,0 1 0,0-1 0,0 0 0,0 0 0,0-1 0,1 0 0,-1 0 0,0-1 0,1 0 0,-1 0 0,1-1 0,-1 1 0,1-1 0,0-1 0,0 1 0,0-1 0,1 0 0,-1 0 0,1-1 0,0 1 0,0-1 0,1 0 0,-1-1 0,1 1 0,-5-10 0,1-1 0,1 0 0,0 0 0,2 0 0,0-1 0,0 0 0,2 0 0,0-1 0,1 1 0,1 0 0,0-1 0,4-29 0,2-5 0,3 0 0,23-83 0,-14 75-170,3 1-1,3 1 0,2 1 1,2 1-1,3 1 0,2 2 1,58-72-1,-16 40-6655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7:22.6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596 319 24575,'-20'102'0,"-5"0"0,-4-2 0,-59 135 0,-168 263 0,255-496 0,-40 68 0,-64 83 0,105-152 0,0-1 0,0 1 0,0-1 0,0 0 0,-1 1 0,1-1 0,0 1 0,0-1 0,0 0 0,-1 1 0,1-1 0,0 1 0,-1-1 0,1 0 0,0 1 0,-1-1 0,1 0 0,-1 0 0,1 1 0,0-1 0,-1 0 0,1 0 0,-1 0 0,1 0 0,-1 1 0,1-1 0,-1 0 0,1 0 0,0 0 0,-1 0 0,1 0 0,-1 0 0,1 0 0,-1 0 0,1 0 0,-1 0 0,1-1 0,-1 1 0,1 0 0,-1 0 0,1 0 0,0 0 0,-1-1 0,1 1 0,-1 0 0,1-1 0,0 1 0,-1 0 0,1 0 0,0-1 0,-1 1 0,1-1 0,0 1 0,0 0 0,-1-1 0,1 1 0,0-1 0,-8-32 0,6 2 0,2 1 0,1-1 0,1 1 0,1 0 0,2-1 0,10-32 0,65-180 0,-21 92 0,6 2 0,7 4 0,7 3 0,133-183 0,-198 305 0,4-4 0,24-26 0,-36 44 0,-1 0 0,1 1 0,0 0 0,1 0 0,-1 1 0,1 0 0,0 0 0,0 0 0,11-3 0,-14 6 0,-1 0 0,1 0 0,-1 1 0,1-1 0,-1 1 0,1 0 0,-1 0 0,1 0 0,-1 1 0,1-1 0,-1 1 0,1 0 0,-1 0 0,7 2 0,-4 0 0,0 1 0,-1-1 0,1 1 0,-1 0 0,0 0 0,0 1 0,7 7 0,2 5 0,-1 2 0,-1-1 0,18 38 0,0 9 0,-3 2 0,-3 0 0,15 74 0,32 216 0,-13 45-1365,-47-307-5461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7:22.8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85 24575,'0'0'0,"2"0"0,7 0 0,20-1 0,30-5 0,33-10 0,22-14 0,-8-2-8191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7:23.8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24575,'0'0'0,"0"0"0,0 1 0,0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7:27.2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852 1 24575,'9'8'0,"22"24"0,-2 1 0,-2 2 0,0 1 0,36 68 0,-60-99 0,40 68 0,-4 1 0,-3 3 0,-3 1 0,-3 1 0,-4 1 0,20 113 0,-38-143 0,-2 0 0,-3 1 0,-2-1 0,-10 96 0,3-106 0,-2-1 0,-1 0 0,-3 0 0,0-2 0,-3 1 0,-35 65 0,21-56 0,-2-1 0,-2-2 0,-2-1 0,-2-2 0,-2-1 0,-1-2 0,-70 51 0,66-59 0,0-1 0,-2-2 0,-2-2 0,0-2 0,-1-2 0,-1-2 0,-98 22 0,123-37 0,1 0 0,-1-1 0,0-2 0,0 0 0,-42-5 0,59 3 0,0 0 0,0-1 0,1 0 0,-1 0 0,1 0 0,-1-1 0,1 0 0,0 0 0,0-1 0,0 0 0,1 0 0,-1-1 0,1 0 0,0 0 0,1 0 0,-1-1 0,1 0 0,0 0 0,0 0 0,1-1 0,-7-12 0,6 7 0,2 0 0,-1-1 0,1 1 0,1-1 0,1 1 0,-1-1 0,2 0 0,0 0 0,0 0 0,1 1 0,5-23 0,4-5 0,1 0 0,22-51 0,-1 19-170,2 2-1,4 2 0,2 1 1,4 2-1,2 2 0,3 2 1,90-86-1,-66 79-6655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7:27.6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570 673 24575,'5'11'0,"-1"6"0,-1 0 0,0 0 0,-1 0 0,0 1 0,-2-1 0,-1 19 0,-17 106 0,-3-43 0,-5-1 0,-3-1 0,-5-2 0,-4-1 0,-4-2 0,-4-2 0,-4-1 0,-71 95 0,118-181 0,-8 13 0,-1 0 0,0-1 0,-28 26 0,39-40 0,0 0 0,0 0 0,0 0 0,0 0 0,0 0 0,0-1 0,0 1 0,0 0 0,-1 0 0,1-1 0,0 1 0,0-1 0,-1 1 0,1-1 0,0 0 0,-1 0 0,1 1 0,-1-1 0,1 0 0,0 0 0,-1 0 0,1 0 0,-1 0 0,1-1 0,0 1 0,-1 0 0,1-1 0,0 1 0,-1-1 0,1 1 0,0-1 0,0 0 0,-2 0 0,0-2 0,1-1 0,-1 1 0,1 0 0,0-1 0,0 1 0,0-1 0,0 0 0,1 0 0,-1 0 0,1 0 0,-1-4 0,-4-21 0,1-1 0,2 0 0,1 0 0,1-1 0,2 1 0,7-52 0,4 9 0,37-120 0,-14 88-132,4 2-1,5 2 1,81-136 0,-56 125-26,5 4 0,138-155 0,-158 204 123,3 2-1,90-70 1,-122 107 23,2 2 1,-1 1-1,2 1 0,0 2 0,1 0 1,1 2-1,0 2 0,62-15 0,-76 23 25,1 0 0,0 1 0,0 1 0,-1 0 0,1 1 0,0 1 0,-1 0 0,1 2 0,-1 0-1,0 0 1,19 9 0,-16-4 30,0 1 0,-1 1-1,0 1 1,-1 0 0,0 1-1,-1 1 1,29 31 0,-16-8 19,-1 2 0,-2 0 0,-1 2 0,-3 1 0,-1 1 0,-2 1 0,17 57 0,-11-17-39,-4 1 0,-3 1 1,-4 0-1,4 129 0,-17-155-203,-3 1-1,-2 0 1,-2-1-1,-4 0 0,-2 0 1,-2-1-1,-28 70 1,-15-3-6461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7:27.9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0 116 24575,'2'-1'0,"4"-3"0,13-4 0,34-7 0,48-7 0,50-1 0,39 2 0,24 7 0,6 7 0,-12 7 0,-23 5 0,-31 5 0,-38 3 0,-37-2-8191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7:28.2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0 442 24575,'89'-17'0,"-30"7"0,1650-232-2276,19 97-221,-1663 140 2526,306-17 275,-349 21-4055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7:28.5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873 0 24575,'1'2'0,"1"-1"0,0 0 0,-1 1 0,1 0 0,-1-1 0,1 1 0,-1 0 0,0 0 0,0-1 0,1 4 0,4 4 0,34 43 0,-3 1 0,40 78 0,-68-113 0,0 1 0,-2 0 0,0 1 0,-1 0 0,-1 0 0,-1 0 0,0 1 0,-2-1 0,-1 1 0,0 0 0,-4 34 0,-1-33 0,0 0 0,-2 0 0,0-1 0,-2 1 0,0-2 0,-1 1 0,-15 23 0,7-18 0,-1 0 0,-2-1 0,0-1 0,-39 37 0,24-31 0,-1-2 0,-1-1 0,-2-2 0,0-2 0,-2-1 0,0-2 0,-50 16 0,55-24 0,0-2 0,-1-1 0,0-2 0,-71 5 0,89-12 0,0-1 0,0 0 0,0-1 0,-35-9 0,43 7 0,0 1 0,1-1 0,0-1 0,-1 0 0,2-1 0,-1 0 0,0 0 0,1-1 0,-8-7 0,12 9 0,1 1 0,0-1 0,0 0 0,0 0 0,1 0 0,0 0 0,0 0 0,0-1 0,1 0 0,-1 1 0,1-1 0,1 0 0,-1 0 0,1 0 0,0 0 0,0 0 0,1-1 0,0 1 0,0 0 0,0 0 0,1 0 0,0 0 0,0 0 0,1 0 0,2-9 0,3-2 0,0 1 0,1-1 0,1 1 0,1 1 0,0 0 0,1 0 0,21-21 0,5-2 17,2 3 0,2 1 1,1 2-1,1 2 0,2 1 0,85-39 0,-51 34-388,1 3-1,2 4 1,117-23 0,-77 27-6455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7:29.1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372 231 24575,'7'21'0,"-2"-6"0,-1 0 0,0 1 0,-1 0 0,-1-1 0,-1 1 0,0 0 0,-1 0 0,0 0 0,-2 0 0,0 0 0,-1 0 0,0-1 0,-1 1 0,-1-1 0,0 0 0,-1 0 0,-1-1 0,0 1 0,-1-2 0,-1 1 0,0-1 0,0 0 0,-2-1 0,1 0 0,-16 12 0,9-7 0,-1-2 0,0 0 0,-1-2 0,-1 0 0,0-1 0,0 0 0,-1-2 0,-35 12 0,53-21 0,0 0 0,0 0 0,0-1 0,0 1 0,0-1 0,0 0 0,0 0 0,0 0 0,0 0 0,0-1 0,1 1 0,-1-1 0,0 1 0,-3-3 0,4 3 0,1-1 0,0 0 0,0 0 0,0 0 0,0 0 0,0-1 0,0 1 0,0 0 0,0 0 0,0-1 0,0 1 0,1 0 0,-1-1 0,1 1 0,-1 0 0,1-1 0,-1 1 0,1-1 0,0 1 0,0-1 0,0 1 0,0-1 0,0 1 0,0-1 0,0 1 0,0-1 0,0 1 0,1-1 0,-1 1 0,2-3 0,3-12 0,1 0 0,1 1 0,1 0 0,0 0 0,1 0 0,1 1 0,22-25 0,14-14 0,2 2 0,3 2 0,1 3 0,85-58 0,-62 54 0,3 4 0,2 3 0,86-33 0,-134 62 0,0 1 0,0 2 0,1 2 0,1 1 0,33-4 0,-64 11 0,1 1 0,-1 0 0,0 0 0,0 0 0,0 0 0,0 1 0,0-1 0,0 1 0,0 0 0,0-1 0,0 1 0,0 1 0,3 1 0,-5-2 0,0 0 0,0 0 0,1 0 0,-2 0 0,1 1 0,0-1 0,0 0 0,0 1 0,-1-1 0,1 0 0,0 1 0,-1-1 0,1 1 0,-1-1 0,0 1 0,0 0 0,1-1 0,-1 1 0,0-1 0,0 1 0,0-1 0,-1 1 0,1-1 0,0 1 0,-1-1 0,1 1 0,-2 2 0,-2 9 0,0-1 0,-1 0 0,-1 0 0,0 0 0,-1-1 0,-9 12 0,-54 62 0,52-65 0,-202 204 0,40-45 0,177-175 0,-6 5 0,0 0 0,1 1 0,0 0 0,-10 19 0,17-27 0,0 1 0,0-1 0,0 0 0,0 0 0,0 1 0,1-1 0,-1 0 0,1 1 0,-1-1 0,1 1 0,0-1 0,0 1 0,0-1 0,0 1 0,0-1 0,1 1 0,-1-1 0,1 0 0,0 1 0,0-1 0,0 0 0,0 0 0,0 1 0,0-1 0,0 0 0,1 0 0,-1 0 0,1 0 0,-1 0 0,4 2 0,2 2 3,0-2-1,0 1 0,1-1 1,-1 0-1,1 0 0,0-1 1,0 0-1,10 2 1,72 12-1000,-77-15 607,111 14-6436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7:47.0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787 3100 24575,'-8'-18'0,"0"-1"0,1-1 0,1 0 0,-4-28 0,-7-85 0,13 98 0,-29-681 0,5 47 0,15 538 0,-6 0 0,-5 1 0,-43-129 0,46 195 0,-35-72 0,46 114 0,-2 0 0,0 1 0,-1 1 0,-1 0 0,-1 1 0,-30-30 0,41 45 0,0 0 0,0 1 0,0 0 0,-1 0 0,1 0 0,-1 0 0,0 1 0,-7-3 0,9 4 0,1 1 0,0 0 0,-1-1 0,1 1 0,0 0 0,-1 0 0,1 1 0,0-1 0,-1 0 0,1 1 0,0-1 0,0 1 0,0 0 0,-1 0 0,1 0 0,0 0 0,0 0 0,0 0 0,0 1 0,0-1 0,-3 3 0,-14 15 0,1 0 0,0 1 0,1 1 0,1 1 0,-22 40 0,16-19 0,1 1 0,-19 58 0,32-80 0,1 0 0,1 0 0,1 0 0,1 0 0,1 1 0,1 0 0,1 36 0,1-59 0,0 1 0,0-1 0,0 1 0,0-1 0,0 1 0,0-1 0,0 0 0,0 1 0,0-1 0,0 1 0,0-1 0,0 1 0,1-1 0,-1 0 0,0 1 0,0-1 0,0 1 0,1-1 0,-1 0 0,0 1 0,0-1 0,1 0 0,-1 1 0,0-1 0,1 0 0,-1 1 0,0-1 0,1 0 0,-1 0 0,0 0 0,1 1 0,-1-1 0,1 0 0,-1 0 0,0 0 0,1 0 0,-1 0 0,1 0 0,-1 1 0,1-1 0,-1 0 0,1 0 0,-1 0 0,0-1 0,1 1 0,-1 0 0,1 0 0,22-15 0,6-12 0,-1-1 0,32-42 0,47-74 0,-77 103 0,113-169 0,55-74 0,-187 270 0,1 0 0,0 0 0,1 1 0,0 1 0,1 0 0,0 1 0,20-12 0,-26 18 0,1 1 0,-1 1 0,1-1 0,0 1 0,0 1 0,0 0 0,1 0 0,-1 0 0,0 2 0,1-1 0,-1 1 0,1 0 0,-1 1 0,1 0 0,14 4 0,1 2 0,0 2 0,-1 0 0,0 2 0,-1 1 0,0 0 0,-1 2 0,24 19 0,5 7 0,76 81 0,-20 3-1365,-64-66-5461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8:09.4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24575,'0'0'0,"0"0"0,0 0 0,0 0 0,3 0 0,7 3 0,24 3 0,43 10 0,53 7 0,4 1-8191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8:09.9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1 114 24575,'0'0'0,"0"0"0,2 0 0,8 0 0,28 0 0,48 0 0,59-1 0,56-3 0,42-4 0,25-4-1023,6-4 1023,-10-1 0,-19-2 0,-27-1 0,-50 3-7168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8:21.0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0 568 24575,'0'0'0,"5"-1"0,479-104-391,584-50-1,-771 125 341,461-59 158,-578 58-320,-1-7 1,202-72-1,-358 101-6613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8:21.7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1 286 24575,'1'0'0,"0"-1"0,-1 0 0,1 0 0,0 0 0,0 1 0,0-1 0,0 0 0,0 1 0,0-1 0,0 1 0,1-1 0,-1 1 0,0-1 0,0 1 0,0 0 0,0 0 0,2-1 0,144-28 0,-125 26 0,1368-139-1981,11 96 906,-1333 45 1087,806-43-1255,-776 34-2661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8:22.6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1 225 24177,'3839'-224'0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8:29.9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1071 0 24575,'0'0'0,"0"0"0,-16 1 0,-104 12 0,0 6 0,-215 61 0,329-78 0,1-1 0,0 1 0,0 1 0,0-1 0,1 1 0,-1 0 0,0 0 0,1 0 0,0 1 0,0-1 0,0 1 0,0 0 0,1 0 0,-1 1 0,1-1 0,0 1 0,0-1 0,-2 8 0,2-5 0,1 0 0,1 0 0,-1 0 0,1 0 0,0 0 0,1 1 0,0-1 0,0 0 0,0 0 0,1 0 0,0 1 0,1-1 0,2 9 0,1-3 0,0-1 0,1 0 0,0-1 0,0 1 0,1-1 0,1-1 0,0 1 0,0-1 0,1-1 0,1 1 0,-1-1 0,1-1 0,1 0 0,0-1 0,21 12 0,2-2 0,1-1 0,0-2 0,0-2 0,46 10 0,-73-20 0,10 3 0,0 0 0,0-2 0,0 0 0,1-1 0,36-1 0,-52 0 0,-9 4 0,4-3 0,-395 266 0,9-6 0,374-252 0,-9 8 0,-23 23 0,40-36 0,1 0 0,1 1 0,-1 0 0,1 0 0,0 0 0,0 0 0,1 1 0,-1-1 0,-2 12 0,5-16 0,0 0 0,1 0 0,0 0 0,-1 0 0,1 0 0,0 0 0,0 0 0,0 0 0,0 0 0,0 0 0,1 0 0,-1 0 0,1 0 0,-1 0 0,1 0 0,0 0 0,-1 0 0,1 0 0,0 0 0,0-1 0,1 1 0,-1 0 0,0-1 0,0 1 0,1-1 0,-1 1 0,1-1 0,-1 0 0,1 0 0,0 1 0,3 0 0,1 1 0,1 0 0,0-1 0,-1 1 0,1-1 0,1-1 0,-1 0 0,0 0 0,10 0 0,12-1 13,1-1-1,0-2 1,-1-1-1,0-1 1,51-16-1,135-62-1127,-195 75 790,172-77-6501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8:33.7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101 60 24575,'0'13'0,"1"78"0,-7 264 0,1-264 0,-34 168 0,37-245 0,1-10 0,1 0 0,-1 0 0,1 0 0,-1 0 0,-1-1 0,1 1 0,0 0 0,-1 0 0,0-1 0,-3 7 0,4-10 0,1 0 0,0 0 0,-1 0 0,1 0 0,0 0 0,-1 0 0,1 0 0,0 0 0,0 0 0,-1 0 0,1 0 0,0 0 0,-1 0 0,1 0 0,0-1 0,-1 1 0,1 0 0,0 0 0,0 0 0,-1 0 0,1-1 0,0 1 0,0 0 0,0 0 0,-1-1 0,1 1 0,0 0 0,0 0 0,0-1 0,-1 1 0,1 0 0,0 0 0,0-1 0,0 1 0,0-1 0,-6-13 0,1-6 0,0 0 0,2-1 0,0 0 0,1 1 0,2-33 0,12-104 0,-11 153 0,4-47 0,3 0 0,2 0 0,32-91 0,-42 140 0,1 1 0,-1-1 0,1 0 0,-1 1 0,1-1 0,0 0 0,0 1 0,0-1 0,0 1 0,0 0 0,0-1 0,0 1 0,1 0 0,-1-1 0,0 1 0,1 0 0,-1 0 0,1 0 0,-1 0 0,1 1 0,-1-1 0,1 0 0,0 1 0,-1-1 0,1 1 0,0-1 0,0 1 0,-1 0 0,1 0 0,0-1 0,0 1 0,-1 1 0,1-1 0,2 0 0,4 3 0,0 0 0,0 0 0,0 1 0,0 0 0,-1 0 0,8 6 0,-11-7 0,197 153 0,-147-109 0,2-2 0,104 63 0,-141-98 0,0 0 0,1-1 0,0-1 0,1-1 0,-1-1 0,1-1 0,0 0 0,1-2 0,-1 0 0,1-2 0,-1 0 0,1-2 0,28-3 0,-34 1 0,-1 0 0,1-1 0,-1-1 0,0 0 0,0-1 0,-1-1 0,1 0 0,-2-1 0,1-1 0,-1 0 0,15-13 0,-12 6 0,0 0 0,-1-1 0,-1 0 0,0-1 0,-2-1 0,0 0 0,12-27 0,-8 6 0,-1 0 0,-2 0 0,-1-2 0,-3 1 0,-1-1 0,-2-1 0,0-83 0,-6 121-109,0 0-48,0 0 0,0-1 0,0 1 0,-1 1 0,0-1 0,0 0 0,-2-5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8:34.1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24575,'4'1'0,"0"0"0,-1 0 0,1 0 0,0 0 0,0 1 0,-1-1 0,1 1 0,0 0 0,-1 0 0,0 1 0,1-1 0,2 4 0,34 36 0,-27-25 0,-1 1 0,0 1 0,-2 0 0,0 1 0,-1 0 0,-1 0 0,-1 1 0,0 0 0,-2 1 0,3 21 0,-3-2 0,-1 0 0,-2 0 0,-2 0 0,-8 60 0,7-87 0,-1 0 0,-1 1 0,0-1 0,-1 0 0,-8 20 0,12-34 0,0 0 0,0 1 0,0-1 0,0 0 0,0 1 0,0-1 0,0 0 0,0 1 0,0-1 0,0 0 0,0 1 0,0-1 0,0 0 0,1 1 0,-1-1 0,0 0 0,0 1 0,0-1 0,0 0 0,1 0 0,-1 1 0,0-1 0,0 0 0,0 0 0,1 1 0,-1-1 0,0 0 0,1 0 0,-1 0 0,0 0 0,0 1 0,1-1 0,-1 0 0,0 0 0,1 0 0,-1 0 0,0 0 0,1 0 0,-1 0 0,0 0 0,1 0 0,-1 0 0,1 0 0,19 6 0,1-2 0,0 0 0,0-1 0,0-1 0,1-1 0,31-3 0,-32 1 0,75-3-455,-1-5 0,143-32 0,-103 9-6371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8:34.6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424 96 24575,'-3'19'0,"-193"919"0,192-927 0,-1-12 0,-4-20 0,5 10 0,-45-117 0,-34-144 0,60 177 0,5-1 0,-8-129 0,25 210 0,-1-3 0,2 0 0,0 0 0,4-31 0,-4 45 0,1-1 0,0 1 0,0 0 0,1 0 0,-1 0 0,1 0 0,0 1 0,0-1 0,0 0 0,0 1 0,1-1 0,-1 1 0,1 0 0,0-1 0,0 1 0,0 1 0,0-1 0,1 0 0,-1 1 0,1 0 0,4-3 0,5 1 0,0 0 0,1 0 0,-1 2 0,1-1 0,-1 2 0,1 0 0,0 0 0,0 2 0,26 3 0,7 3 0,70 22 0,-56-11 0,79 36 0,-111-41 0,0 2 0,0 1 0,-2 2 0,40 31 0,-65-48 0,-1 1 0,1-1 0,0 1 0,-1 0 0,1-1 0,-1 1 0,1 0 0,-1 0 0,0 0 0,0 0 0,1 0 0,-2 0 0,1 0 0,1 4 0,-2-3 0,0-1 0,0 0 0,-1 1 0,1-1 0,-1 0 0,1 1 0,-1-1 0,0 0 0,0 0 0,0 0 0,0 0 0,0 0 0,0 0 0,0 0 0,-1 0 0,-2 2 0,-16 18-163,-1-1 0,-1-2 0,-1 0 0,-25 16 0,31-23-387,-94 67-6276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8:34.9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2 615 24575,'-1'-1'0,"1"0"0,0 0 0,-1-1 0,1 1 0,0 0 0,0-1 0,0 1 0,0 0 0,0 0 0,1-1 0,-1 1 0,0 0 0,0 0 0,1-1 0,-1 1 0,1 0 0,-1 0 0,1 0 0,0 0 0,-1 0 0,1 0 0,0 0 0,0 0 0,1-1 0,1 0 0,1 0 0,0 0 0,0 1 0,0 0 0,0-1 0,0 2 0,7-2 0,151-18 0,-101 14 0,2368-342-1524,-2115 285 1455,261-44-107,-343 80-894,-161 26-4282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8:46.4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0 24575,'0'0'0,"-2"4"0,-3 7 0,1 0 0,1 0 0,0 1 0,0 0 0,0 15 0,-1-4 0,-31 261 0,30-209 0,10 140 0,-5-213 0,0 0 0,0 0 0,0 0 0,0 1 0,1-1 0,-1 0 0,1 0 0,0 0 0,-1 0 0,1 0 0,0 0 0,0 0 0,0 0 0,1 0 0,1 1 0,-2-2 0,0-1 0,0 1 0,0-1 0,1 0 0,-1 1 0,0-1 0,1 0 0,-1 0 0,0 0 0,1 0 0,-1 0 0,0 0 0,0 0 0,1 0 0,-1-1 0,0 1 0,1-1 0,-1 1 0,0-1 0,0 1 0,0-1 0,0 1 0,1-1 0,-1 0 0,1-1 0,33-20 0,-23 14 0,1 0 0,-1 1 0,18-7 0,-25 12 0,0 0 0,0 1 0,0 0 0,1 0 0,-1 0 0,0 0 0,1 1 0,-1 0 0,0 0 0,1 1 0,-1-1 0,11 4 0,-3 1 0,1 0 0,-1 1 0,0 0 0,0 1 0,-1 1 0,21 16 0,66 66 0,-64-57 0,-26-23 0,9 7 0,0 0 0,1-1 0,0-1 0,39 22 0,-53-34 0,0-1 0,0 0 0,1 0 0,-1 0 0,0 0 0,1-1 0,-1 0 0,1 0 0,-1 0 0,1-1 0,-1 0 0,1 0 0,0 0 0,-1-1 0,1 1 0,-1-2 0,0 1 0,1 0 0,-1-1 0,0 0 0,0 0 0,1-1 0,-2 0 0,1 1 0,0-1 0,-1-1 0,6-4 0,5-7 0,0-1 0,-2 0 0,0-1 0,0-1 0,-2 0 0,0-1 0,15-38 0,43-147 0,-46 123-455,-4-1 0,11-112 0,-28 171-6371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8:46.6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57 24575,'25'-7'0,"-11"1"0,21-5 0,0 2 0,0 1 0,0 2 0,41-2 0,-52 7 0,1 1 0,-1 1 0,1 1 0,-1 1 0,0 1 0,46 15 0,-61-16 0,-1 0 0,1 0 0,-1 1 0,0 1 0,-1-1 0,1 1 0,-1 1 0,0-1 0,0 1 0,0 1 0,-1-1 0,0 1 0,0 0 0,-1 0 0,0 1 0,0 0 0,-1 0 0,0 0 0,0 0 0,-1 0 0,0 1 0,0 0 0,-1-1 0,0 1 0,-1 0 0,0 0 0,0 14 0,-2 3 0,-2 0 0,0-1 0,-1 0 0,-2 0 0,-1 0 0,0 0 0,-2-1 0,-23 44 0,32-68 0,-1 1 0,0 0 0,1 0 0,-1 0 0,1 0 0,-1 0 0,1-1 0,-1 1 0,1 0 0,0 0 0,-1 1 0,1-1 0,0 0 0,0 0 0,0 0 0,-1 0 0,1 0 0,0 0 0,1 0 0,-1 0 0,0 0 0,0 0 0,0 0 0,1 0 0,-1 0 0,0 0 0,1 0 0,-1 0 0,1 0 0,-1 0 0,1 0 0,0 0 0,-1-1 0,2 2 0,2 0 0,-1-1 0,1 1 0,0-1 0,0 0 0,0 0 0,0-1 0,0 1 0,0-1 0,6 0 0,68-2 0,0-3 0,144-29 0,-160 22 0,164-30-1365,-8-2-5461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8:56.9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177 1425 24575,'0'0'0,"4"10"0,17 39 0,2-1 0,2-1 0,2-1 0,40 53 0,-63-95 0,0 0 0,0 0 0,0-1 0,0 1 0,0-1 0,1 0 0,-1 0 0,1 0 0,0-1 0,0 0 0,0 0 0,0 0 0,0-1 0,1 1 0,-1-1 0,0 0 0,1-1 0,-1 1 0,1-1 0,-1 0 0,1-1 0,-1 1 0,0-1 0,8-2 0,11-4 0,-1 0 0,0-2 0,-1-1 0,27-15 0,39-24 0,144-108 0,66-86 0,605-612 0,-898 846 0,-22 20 0,12-8 0,-535 409 0,450-338 0,-697 592-627,294-244 635,403-349-8,89-72 14,1-1 1,-1 1-1,1-1 1,-1 0-1,1 1 1,0-1-1,-1 0 1,1 0-1,-1 1 0,1-1 1,-1 0-1,0 0 1,1 0-1,-1 0 1,1 0-1,-1 0 1,1 0-1,-1 0 1,1 0-1,-1 0 0,1 0 1,-1 0-1,1 0 1,-1 0-1,0 0 1,1 0-1,-1-1 1,1 1-1,-1 0 1,1 0-1,0-1 1,-1 1-1,1 0 0,-1-1 1,1 1-1,-1 0 1,1-1-1,0 1 1,-1-1-1,1 1 1,0 0-1,-1-1 1,1 1-1,0-1 0,0 1 1,-1-2-1,-7-28-126,7 24 164,-13-82-52,-4-131 0,13 124 0,-19-102 0,17 169 0,7 28 0,0 0 0,-1 0 0,1 0 0,0 0 0,0 0 0,0-1 0,0 1 0,0 0 0,0 0 0,0 0 0,0 0 0,0 0 0,0 0 0,0 0 0,0-1 0,0 1 0,-1 0 0,1 0 0,0 0 0,0 0 0,0 0 0,0 0 0,0 0 0,0 0 0,-1 0 0,1 0 0,0 0 0,0 0 0,0 0 0,0 0 0,0 0 0,0 0 0,-1 0 0,1 0 0,0 0 0,0 0 0,0 0 0,0 0 0,0 0 0,0 0 0,-1 0 0,1 0 0,0 0 0,0 0 0,0 0 0,0 0 0,0 0 0,-1 0 0,-5 16 0,3 2 0,1 0 0,0-1 0,2 2 0,0-1 0,0 0 0,2 0 0,5 24 0,0-8 0,2-1 0,25 62 0,-28-80 0,1-1 0,1 1 0,0-2 0,1 1 0,0-1 0,1-1 0,1 1 0,0-2 0,0 0 0,1 0 0,17 12 0,-18-16 0,0-1 0,0 0 0,1-1 0,0 0 0,0-1 0,0 0 0,0-1 0,0 0 0,1-1 0,-1-1 0,1 0 0,0 0 0,-1-1 0,26-4 0,-9-2 0,1-1 0,-2-1 0,1-1 0,-1-2 0,-1-1 0,0-1 0,29-19 0,15-15 0,83-70 0,215-229 0,-27-28 0,-42 43 0,19 20 0,-296 290 0,0 0 0,0 1 0,1 1 0,1 1 0,36-20 0,-61 38 0,1 0 0,-1 0 0,0-1 0,1 1 0,-1 0 0,0 0 0,1 0 0,-1 0 0,1 0 0,-1 0 0,0 0 0,1 0 0,-1 0 0,0 0 0,1 0 0,-1 0 0,1 0 0,-1 0 0,0 0 0,1 0 0,-1 0 0,0 0 0,1 1 0,-1-1 0,1 0 0,-1 0 0,0 0 0,0 1 0,1-1 0,-1 0 0,0 0 0,1 1 0,-1-1 0,0 0 0,0 1 0,1-1 0,-1 0 0,0 1 0,0-1 0,0 0 0,0 1 0,0-1 0,1 1 0,-1-1 0,0 0 0,0 1 0,0-1 0,0 1 0,0-1 0,0 0 0,0 1 0,0-1 0,0 3 0,0 0 0,-1 0 0,1 0 0,0-1 0,-1 1 0,1 0 0,-1-1 0,-2 6 0,-7 10 0,0 1 0,-2-2 0,0 1 0,-27 29 0,20-25 0,-141 158-179,-201 174 1,-224 124-162,417-354 340,-200 112 0,354-228-2,8-3 65,0-1 1,-1-1-1,0 1 1,1-1 0,-1 0-1,0-1 1,0 0-1,-1 0 1,1 0 0,-15 1-1,20-4-63,0 1 0,0-1 0,0 0 0,0 0 0,0 0 0,0 0 0,0 0 0,0 0 0,0 0 0,1 0 0,-1-1 0,0 1 0,1-1 0,-2-2 0,-22-28 0,17 21 0,-128-195 0,8 11 0,128 195 0,0 0 0,0 0 0,0 0 0,0 0 0,0 0 0,0-1 0,0 1 0,-1 0 0,1 0 0,0 0 0,0 0 0,0 0 0,0 0 0,0-1 0,-1 1 0,1 0 0,0 0 0,0 0 0,0 0 0,0 0 0,-1 0 0,1 0 0,0 0 0,0 0 0,0 0 0,0 0 0,-1 0 0,1 0 0,0 0 0,0 0 0,0 0 0,-1 0 0,1 0 0,0 0 0,0 0 0,0 0 0,0 0 0,-1 0 0,1 0 0,0 1 0,0-1 0,0 0 0,0 0 0,0 0 0,-1 0 0,1 0 0,0 1 0,-6 11 0,-2 19 0,-2 50 0,3 2 0,4-1 0,4 1 0,13 101 0,-7-129 0,15 58 0,-18-95 0,1-1 0,1 0 0,0-1 0,1 0 0,1 0 0,1 0 0,15 22 0,-22-36 0,-1 0 0,0-1 0,1 1 0,-1 0 0,1-1 0,0 1 0,-1-1 0,1 0 0,0 1 0,0-1 0,0 0 0,0 0 0,0 0 0,0 0 0,0 0 0,0-1 0,0 1 0,1-1 0,-1 1 0,0-1 0,0 0 0,0 0 0,1 0 0,-1 0 0,0 0 0,0-1 0,4 0 0,1-2 0,0 0 0,0 0 0,0-1 0,0-1 0,-1 1 0,1-1 0,6-6 0,42-38 0,67-77 0,45-72 0,-118 137 0,237-291-633,151-182 463,22 22 183,-408 458-1,236-223 108,-277 270 613,-17 15-2173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7:53.7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1484 113 24575,'-19'-15'0,"1"3"0,1 0 0,-2 1 0,1 1 0,-1 1 0,-1 1 0,0 0 0,0 1 0,0 2 0,-1 0 0,-32-4 0,28 8 0,0 0 0,-1 2 0,1 0 0,0 2 0,0 1 0,1 1 0,-1 1 0,-40 15 0,15 1 0,1 2 0,1 1 0,1 3 0,2 2 0,1 2 0,-60 56 0,42-28 0,2 3 0,3 2 0,-66 100 0,79-98 0,-65 138 0,86-152 0,2 1 0,3 1 0,-17 88 0,29-108 0,1 1 0,2-1 0,2 1 0,1 0 0,1 0 0,11 58 0,-6-68 0,1 0 0,1 0 0,1 0 0,2-1 0,0-1 0,2 0 0,0 0 0,2-1 0,28 34 0,-21-33 10,0-1 0,2-2 0,0 0 0,2-2 0,0 0 0,1-2 0,0-1 0,2-1 0,0-2 0,0 0 0,57 14 0,-31-14-258,-1-2 1,1-3-1,1-2 1,-1-3-1,106-7 1,-18-10-6579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7:54.4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544 295 24575,'-2'-3'0,"1"0"0,-1 0 0,0 0 0,0 1 0,0-1 0,0 1 0,-1-1 0,1 1 0,-1 0 0,0 0 0,1 0 0,-1 0 0,0 0 0,0 1 0,0-1 0,0 1 0,-1 0 0,1 0 0,0 0 0,0 0 0,-1 0 0,1 1 0,0 0 0,-1 0 0,1 0 0,-6 0 0,-2 2 0,0 0 0,0 0 0,0 1 0,1 0 0,-1 1 0,1 0 0,-10 6 0,-9 6 0,2 2 0,0 1 0,1 1 0,0 1 0,2 1 0,1 1 0,1 1 0,1 2 0,0 0 0,3 1 0,0 0 0,1 2 0,2 0 0,-21 58 0,31-74 0,2 1 0,-1-1 0,2 1 0,-2 24 0,4-35 0,0-1 0,0 1 0,0 0 0,0 0 0,1-1 0,0 1 0,-1 0 0,1 0 0,0-1 0,0 1 0,1-1 0,-1 1 0,2 2 0,-1-4 0,-1 1 0,0-1 0,1 0 0,0 0 0,-1 1 0,1-1 0,0 0 0,-1-1 0,1 1 0,0 0 0,0 0 0,0-1 0,0 1 0,0-1 0,0 0 0,0 0 0,0 1 0,0-1 0,-1 0 0,1-1 0,3 1 0,7-2 0,0 0 0,1-1 0,-1 0 0,-1-1 0,1 0 0,0-1 0,14-8 0,75-53 0,-84 55 0,88-68 0,-4-5 0,104-109 0,-204 191 0,1 0 0,-1 1 0,1 0 0,-1-1 0,1 1 0,0 0 0,0 0 0,-1 0 0,1 0 0,0 0 0,0 1 0,3-2 0,-4 2 0,0 0 0,0 0 0,0 0 0,0 0 0,0 0 0,0 0 0,0 0 0,0 1 0,0-1 0,0 0 0,0 1 0,0-1 0,0 1 0,0-1 0,0 1 0,-1-1 0,1 1 0,0-1 0,1 2 0,2 3 0,0 1 0,-1-1 0,1 1 0,-1 0 0,0 0 0,4 11 0,25 75 0,30 140 0,-7-20 0,-40-164 0,3-1 0,29 59 0,-41-94 0,1 1 0,1-1 0,0-1 0,1 1 0,0-1 0,0-1 0,1 0 0,0 0 0,23 15 0,-26-20 0,1-1 0,-1-1 0,1 1 0,0-1 0,0 0 0,0-1 0,0 0 0,0-1 0,0 1 0,0-1 0,1-1 0,-1 0 0,0 0 0,1 0 0,-1-1 0,0-1 0,0 1 0,10-4 0,3-3 0,0-1 0,0 0 0,-1-2 0,0-1 0,-1 0 0,0-1 0,-1-1 0,0-1 0,30-33 0,-5-1 0,-3-2 0,44-71 0,-32 37 0,-3-2 0,-4-2 0,-3-3 0,-5 0 0,-4-3 0,33-158 0,-63 241 0,1-6 0,-1 0 0,-1 0 0,0 0 0,-2-26 0,0 44 0,0 0 0,0 0 0,0 0 0,1 0 0,-1-1 0,0 1 0,0 0 0,0 0 0,0 0 0,0 0 0,0 0 0,0 0 0,0-1 0,0 1 0,0 0 0,0 0 0,0 0 0,0 0 0,0 0 0,0-1 0,0 1 0,0 0 0,-1 0 0,1 0 0,0 0 0,0 0 0,0 0 0,0 0 0,0-1 0,0 1 0,0 0 0,0 0 0,0 0 0,0 0 0,-1 0 0,1 0 0,0 0 0,0 0 0,0 0 0,0 0 0,0-1 0,0 1 0,-1 0 0,1 0 0,0 0 0,0 0 0,0 0 0,0 0 0,0 0 0,-1 0 0,1 0 0,0 0 0,0 0 0,0 0 0,0 0 0,0 0 0,0 0 0,-1 1 0,1-1 0,0 0 0,0 0 0,0 0 0,0 0 0,-9 12 0,-8 24 0,-7 34 0,3 1 0,2 1 0,-13 112 0,22-84 0,5 0 0,7 110 0,3-134 0,18 87 0,-16-127 0,3 1 0,0-1 0,3 0 0,20 43 0,-27-68-151,0 0-1,1 0 0,-1-1 0,2 0 1,0 0-1,0-1 0,0 0 1,13 9-1,14 5-6674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7:54.6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5 252 24575,'0'0'0,"0"0"0,-2 0 0,1-1 0,0 0 0,19-11 0,36-16 0,44-16 0,38-11 0,29-4 0,-15 8-8191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8:43.9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24575,'0'0'0,"0"1"0,1 0 0,0 0 0,1 3 0,1 1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8:45.6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160 1 24575,'-2'1'0,"0"0"0,1 1 0,-1 0 0,0-1 0,1 1 0,-1 0 0,1 0 0,0 0 0,-1 0 0,0 3 0,-12 24 0,2 2 0,2-1 0,-9 40 0,-14 102 0,28-139 0,-36 274 0,36-237 0,2-1 0,11 102 0,-8-164 0,1-1 0,1 1 0,-1 0 0,1-1 0,0 1 0,0-1 0,4 7 0,-6-12 0,1 0 0,0 1 0,0-1 0,-1 0 0,1 0 0,0 0 0,0 0 0,0-1 0,0 1 0,0 0 0,1 0 0,-1-1 0,0 1 0,0 0 0,0-1 0,1 1 0,-1-1 0,0 0 0,0 1 0,1-1 0,-1 0 0,0 0 0,1 0 0,-1 0 0,0 0 0,1 0 0,-1 0 0,0 0 0,1 0 0,-1-1 0,0 1 0,1-1 0,-1 1 0,0-1 0,0 1 0,1-1 0,-1 0 0,0 1 0,0-1 0,0 0 0,1-1 0,9-6 0,0 0 0,-1-1 0,0 0 0,0-1 0,14-19 0,38-61 0,-46 65 0,112-192 0,-126 214 0,3-6 0,0 1 0,0 0 0,1 0 0,8-8 0,-12 14 0,-1 1 0,1-1 0,0 1 0,0-1 0,0 1 0,1-1 0,-1 1 0,0 0 0,0 0 0,1 0 0,-1 1 0,1-1 0,-1 0 0,1 1 0,-1 0 0,1-1 0,-1 1 0,1 0 0,-1 0 0,5 1 0,2 1 0,-1 1 0,1 0 0,-1 0 0,0 1 0,0 0 0,-1 0 0,1 1 0,9 8 0,58 52 0,-47-38 0,-14-15 0,0 2 0,2 0 0,-1-1 0,2-1 0,28 16 0,-40-26 0,-1 1 0,1-1 0,-1-1 0,1 1 0,0-1 0,0 0 0,0 0 0,0 0 0,0-1 0,0 0 0,0 0 0,0 0 0,0 0 0,0-1 0,0 0 0,0 0 0,0 0 0,0-1 0,-1 1 0,1-1 0,0 0 0,-1-1 0,1 1 0,4-4 0,6-7 0,-1 0 0,0-1 0,0 0 0,-2-1 0,1 0 0,-2-1 0,0 0 0,9-21 0,61-146 0,-52 104-682,28-124-1,-43 136-6143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8:45.8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24575,'0'0'0,"0"0"0,1 2 0,1 9 0,3 25 0,4 35 0,3 40 0,0 35 0,0 24 0,1 18 0,3 7 0,-2-29-8191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8:59.7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1018 24575,'0'0'0,"0"0"0,0 0 0,-1 0 0,1 0 0,0 0 0,0 0 0,0 0 0,0 0 0,0-1 0,0 1 0,0 0 0,-1 0 0,1 0 0,0 0 0,0 0 0,0 0 0,0 0 0,0-1 0,0 1 0,0 0 0,0 0 0,0 0 0,0 0 0,0 0 0,0-1 0,0 1 0,0 0 0,0 0 0,0 0 0,0 0 0,0-1 0,0 1 0,0 0 0,0 0 0,0 0 0,0 0 0,0 0 0,0-1 0,0 1 0,0 0 0,0 0 0,0 0 0,0 0 0,0 0 0,1 0 0,-1 0 0,0-1 0,0 1 0,0 0 0,0 0 0,0 0 0,0 0 0,1 0 0,12-5 0,-6 2 0,163-47 0,-161 48 0,962-233-1469,27-7 181,-181 6 653,-259 72 295,-499 147 599,92-24 680,-124 36-420,-1 0 0,1 2 0,43 0 0,-46 9-196,-17-1-203,-17-2-105,9-3-21,0 1-1,-1 0 0,1 0 0,-1 0 1,1 0-1,0 0 0,0 0 0,-1 0 1,1 0-1,0 1 0,0-1 0,0 0 1,0 1-1,1-1 0,-1 0 0,0 1 1,1-1-1,-1 1 0,0 0 1,1-1-1,-1 3 0,-3 6-1210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9:00.3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34 24575,'-1'-1'0,"1"0"0,-1 0 0,-3-4 0,-1-2 0,1 1 0,0 1 0,2 2 0,0 0 0,2 2 0,-1 1 0,1 0 0,1 0 0,-1 0 0,0 1 0,0-1 0,0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7:56.6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746 4828 24575,'0'-26'0,"54"-951"0,-1 113 0,-87-406-545,-1 78 49,44 713 1464,-8 479-966,-1-1 0,0 0-1,0 1 1,0-1 0,0 1 0,0-1 0,0 0-1,0 1 1,0-1 0,0 0 0,0 1 0,0-1-1,0 1 1,0-1 0,0 0 0,0 1 0,-1-1 0,1 1-1,0-1 1,0 1 0,-1-1 0,1 1 0,0-1-1,-1 1 1,1-1 0,-1 1 0,1-1 0,-1 1 0,1-1-1,-1 1 1,1 0 0,-1-1 0,1 1 0,-1 0-1,1 0 1,-1-1 0,1 1 0,-1 0 0,-1 0 0,-28 11-2,30-11 0,-81 43 0,1 4 0,3 4 0,-110 93 0,150-113 0,1 1 0,2 2 0,1 2 0,2 1 0,2 1 0,1 1 0,2 2 0,-31 66 0,56-104 0,-2 3 0,0 1 0,1-1 0,0 1 0,-2 9 0,4-15 0,0 0 0,-1 0 0,1 0 0,0 0 0,0 0 0,0 0 0,0 0 0,0 0 0,0-1 0,0 1 0,1 0 0,-1 0 0,0 0 0,1 0 0,-1 0 0,0 0 0,1 0 0,-1-1 0,1 1 0,-1 0 0,1 0 0,-1-1 0,1 1 0,0 0 0,-1-1 0,1 1 0,0 0 0,0-1 0,-1 1 0,1-1 0,0 1 0,0-1 0,0 0 0,0 1 0,0-1 0,-1 0 0,1 0 0,0 1 0,0-1 0,0 0 0,1 0 0,8-1 0,0 0 0,0-1 0,0 0 0,0-1 0,0 0 0,0-1 0,-1 0 0,0 0 0,0-1 0,9-6 0,-5 5 0,74-44 0,129-96 0,70-85 0,-189 151 0,-94 78 0,21-19 0,2 2 0,54-33 0,-73 48 0,1 1 0,0-1 0,0 1 0,1 0 0,-1 1 0,1 0 0,-1 0 0,1 1 0,0 0 0,-1 1 0,1-1 0,0 2 0,0-1 0,-1 1 0,16 4 0,-10 0 0,0 1 0,-1 1 0,0 0 0,0 0 0,0 1 0,-1 1 0,-1 0 0,1 1 0,-1 0 0,-1 1 0,0 0 0,10 15 0,9 14 0,-2 2 0,29 62 0,7 32-1365,-8-6-5461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7:57.4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197 0 24575,'-14'51'0,"3"0"0,-7 66 0,8-43 0,-102 886 0,109-948 0,-1-20 0,-3-23 0,4 12 0,2 0 0,0 0 0,1-1 0,1 1 0,1 0 0,1 0 0,0 0 0,2 0 0,0 0 0,1 1 0,0 0 0,2 0 0,0 1 0,1 0 0,19-27 0,-15 26 0,1 0 0,0 0 0,1 1 0,1 1 0,1 1 0,0 0 0,1 2 0,1-1 0,0 2 0,0 1 0,1 0 0,1 2 0,24-9 0,-23 12 0,1 1 0,0 1 0,0 1 0,1 1 0,-1 2 0,0 0 0,1 1 0,-1 1 0,0 1 0,0 1 0,0 2 0,43 15 0,-47-14 0,-1 1 0,0 1 0,0 0 0,0 1 0,-2 2 0,1-1 0,-1 2 0,-1 0 0,-1 1 0,1 0 0,-2 1 0,0 1 0,-1 0 0,-1 1 0,12 23 0,-20-33 0,0-1 0,0 1 0,-1 0 0,0 0 0,-1 0 0,0 0 0,0 0 0,0 1 0,-1-1 0,0 0 0,0 0 0,-1 0 0,0 1 0,0-1 0,-1 0 0,1 0 0,-2 0 0,1-1 0,-1 1 0,0 0 0,0-1 0,-6 8 0,-5 6 0,-1-1 0,-1 0 0,-1-2 0,0 0 0,-27 20 0,-28 18 40,-2-3 0,-150 78 0,-178 50-1525,347-158-5341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7:57.6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124 1 24575,'0'0'0,"1"2"0,1 5 0,4 14 0,3 20 0,-1 27 0,-8 26 0,-8 17 0,-8 7 0,-8-4 0,-4-12 0,-1-19 0,3-23 0,7-22-8191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7:57.7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24575,'0'0'0,"0"0"0,0 0 0,2 2 0,6 9 0,11 11 0,2 3-8191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7:58.0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511 0 24575,'0'0'0,"-1"41"0,-2-1 0,-2 0 0,-12 45 0,-39 116 0,39-144 0,-199 584 133,29-96-1631,179-518-5328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7:58.4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1 521 24575,'25'0'0,"417"16"0,18 0 0,-317-17 0,170-24 0,-243 15 0,127-36 0,-169 38 0,-1-2 0,0-1 0,-1-1 0,-1-1 0,0-1 0,0-2 0,31-25 0,-48 33 0,0 0 0,0 0 0,-1 0 0,0-1 0,0 0 0,-1-1 0,0 0 0,-1 1 0,0-2 0,0 1 0,3-15 0,-6 18 0,-1 1 0,0-1 0,0 1 0,0-1 0,-1 1 0,0-1 0,0 0 0,-1 1 0,0-1 0,0 1 0,0-1 0,-1 1 0,0 0 0,0 0 0,-1 0 0,0 0 0,0 0 0,0 0 0,-1 1 0,-6-9 0,3 6 0,-1 1 0,0 0 0,-1 0 0,1 1 0,-1 0 0,0 1 0,-1 0 0,1 0 0,-1 1 0,0 0 0,0 1 0,0 0 0,-1 1 0,1 0 0,-14-1 0,-2 1 0,-1 0 0,1 3 0,-1 0 0,0 1 0,-26 7 0,25-3 0,-1 2 0,1 1 0,1 1 0,0 1 0,0 1 0,1 2 0,1 1 0,0 0 0,1 2 0,0 1 0,2 1 0,-33 35 0,42-39 0,0 0 0,1 1 0,1 0 0,0 1 0,1 0 0,1 1 0,1 0 0,0 0 0,1 1 0,1 0 0,1 0 0,1 0 0,1 1 0,0 0 0,2 0 0,0-1 0,1 1 0,1 0 0,5 31 0,-1-31 0,0 0 0,1 0 0,1-1 0,1 0 0,1 0 0,0-1 0,1 0 0,1 0 0,27 31 0,-19-28 0,2-1 0,0 0 0,2-2 0,0 0 0,1-2 0,38 21 0,-11-13 0,1-2 0,0-3 0,2-2 0,0-2 0,0-3 0,109 11 0,-63-18-455,-1-5 0,126-14 0,-36-10-6371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9:01.8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3225 24575,'0'-1'0,"1"1"0,-1-1 0,0 0 0,0 1 0,1-1 0,-1 1 0,0-1 0,1 1 0,-1-1 0,1 1 0,-1-1 0,1 1 0,-1-1 0,1 1 0,-1-1 0,1 1 0,-1 0 0,1-1 0,0 1 0,-1 0 0,1 0 0,-1-1 0,1 1 0,0 0 0,24-7 0,-14 5 0,623-117 0,-452 91 0,2532-359-1286,-2602 372 1280,794-126 6,-676 93 0,420-145 0,-339 54-106,-248 105 38,-2-3 1,106-84-1,-136 94 50,0-2 1,-2 0-1,-1-2 0,-2-2 1,-1 0-1,22-40 0,-32 46 31,-1-1 0,-2 0 0,-1-1 0,-1 0 0,-1-1 0,-2 0 0,-1-1 0,-1 1 0,0-35 0,-5 35 108,0-1 1,-3 1 0,0 0-1,-2 0 1,-1 0 0,-1 0-1,-21-51 1,12 46-91,-1 0 0,-2 1 0,-1 1 0,-2 1 0,-39-45 0,11 25-106,-2 2 0,-2 3 1,-2 2-1,-2 2 1,-2 3-1,-85-42 1,10 16 69,-2 6 0,-3 7 0,-162-40 0,60 35-699,-271-28 0,247 57 592,-2 10 0,-394 25 0,493 7 123,0 9 1,2 6-1,0 8 0,3 7 0,-165 67 0,173-44-108,3 6-1,3 7 0,-236 167 0,273-161 20,3 4 0,5 6-1,3 4 1,-157 201 0,211-237 70,4 2 1,2 3-1,4 1 1,2 1-1,4 2 1,-26 84-1,46-113 47,1 1 0,3 0-1,2 0 1,1 1 0,2 45 0,5-54 84,1-1 0,1 0 1,2 0-1,2 0 0,1-1 1,1 0-1,16 33 0,-9-31 59,1 0 0,2-2 0,2 0 0,1-1-1,1-2 1,43 44 0,-28-38-142,2-2 0,1-2 0,1-1 0,65 34-1,-30-26-58,2-3-1,1-4 0,2-4 0,1-3 1,155 26-1,-129-37 134,0-4 0,1-5 1,0-5-1,0-5 0,0-4 0,-1-5 1,183-47-1,-266 53-112,-15 5-2,-1-1 1,1 0-1,-1-1 0,1 0 0,-1-1 0,-1 0 0,1-1 0,15-10 0,-24 14 0,-1 0 0,0 0 0,1 0 0,-1 0 0,0 0 0,0 0 0,0-1 0,-1 1 0,1 0 0,0 0 0,-1-1 0,0 1 0,1-1 0,-1 1 0,0 0 0,0-1 0,0 1 0,-1 0 0,1-1 0,-1 1 0,1 0 0,-1-1 0,0 1 0,0 0 0,1 0 0,-2 0 0,-1-4 0,-4-7 0,-1 0 0,-17-23 0,25 36 0,-13-16-151,0 0-1,-1 1 0,-1 1 0,0 0 1,-1 1-1,0 1 0,-1 0 1,-25-12-1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8:05.9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 24575,'0'0'0,"0"-1"0,0 0 0,0 0 0,0 1 0,0-1 0,0 1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8:06.1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24575,'0'0'0,"0"0"0,0 0 0,0 1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8:06.2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8:18.5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0 24575,'12'180'0,"-2"-47"0,-1 123 0,-45 455 0,18-596-1365,9-75-5461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8:19.1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899 22 24575,'0'0'0,"0"0"0,9 3 0,29 5 0,0-3 0,0 0 0,43-2 0,-41-1 0,523-1-169,5-28-343,-254 10 540,-81 12 4,-177 7-59,0 3 0,69 13 1,-97-11 37,0 0 1,-1 1-1,0 2 1,0 1-1,-1 1 1,25 16-1,-34-17 40,-1 1 0,0 1 1,0 0-1,-1 1 0,-1 1 0,0 0 1,-1 1-1,-1 0 0,15 26 0,-11-10-36,-1 0 0,-2 1 0,-1 0 0,-2 1 0,-1 0 0,-2 1 0,3 37 0,4 250-32,-14-285 23,3 131-6,-1 75 0,-2-235 0,-1 1 0,0-1 0,-1 0 0,0 0 0,0 0 0,-1-1 0,1 1 0,-2 0 0,1-1 0,-1 0 0,0 0 0,-1 0 0,0 0 0,0-1 0,0 0 0,-1 0 0,0 0 0,0-1 0,-7 5 0,-12 8 0,0-2 0,-2-1 0,-53 22 0,-15 1 6,-2-5 1,-109 23-1,-212 24-243,-116-5-509,-2-23 0,-684-22 1,1020-37-4991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9:03.1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 24575,'0'-1'0,"1"1"0,-1 0 0,1 0 0,0 0 0,-1 0 0,1 0 0,-1 0 0,1 0 0,-1 0 0,1 0 0,0 0 0,-1 0 0,1 0 0,-1 1 0,1-1 0,-1 0 0,1 0 0,-1 1 0,1-1 0,-1 0 0,1 0 0,-1 1 0,1-1 0,-1 1 0,0-1 0,1 0 0,-1 1 0,0-1 0,1 1 0,-1-1 0,0 1 0,1-1 0,-1 1 0,0-1 0,1 2 0,14 22 0,3-46-1365,-14 15-5461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7:59.1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331 1 24575,'29'131'8,"17"198"0,-22 131-208,-26 2-299,-82 604 1,-154 447 512,151-1023-1440,69-388-4172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7:59.6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975 6 24575,'-16'21'0,"-924"1308"0,922-1296 0,46-65 0,-11 14 0,540-544-789,48 44 233,-547 470 556,-14 10 0,1 2 0,2 3 0,83-46 0,-121 74-2,-1 2 1,0-1-1,1 1 0,0 1 0,-1-1 0,1 2 0,0-1 1,0 1-1,16 0 0,-18 2 21,0 0-1,0 0 1,0 1 0,0-1-1,0 2 1,-1-1-1,1 1 1,-1 0 0,0 0-1,0 1 1,0 0 0,11 8-1,-1 3 144,-1 0 0,0 1 0,-1 0-1,-1 1 1,0 1 0,13 24 0,53 125-186,-76-158 36,135 358-1377,-75-180-5461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8:00.0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150 1 24575,'0'0'0,"0"2"0,-1 9 0,-5 26 0,-8 47 0,-8 44 0,-5 30 0,-3 10 0,3-5 0,5-30-8191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8:00.3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125 84 24575,'10'-12'0,"11"-8"0,-8 12 0,1 2 0,0-1 0,1 1 0,-1 1 0,1 1 0,0 0 0,0 1 0,21-2 0,-4 3 0,0 1 0,0 1 0,36 5 0,-30 1 0,0 2 0,0 1 0,-1 2 0,0 1 0,-1 2 0,0 2 0,-1 1 0,-1 1 0,37 28 0,-47-29 0,-1 0 0,-1 2 0,-1 0 0,-1 2 0,0 0 0,-2 1 0,-1 1 0,0 0 0,-2 1 0,0 1 0,-2 1 0,-1 0 0,10 31 0,-18-43 0,-1 0 0,0 0 0,-1 0 0,0 0 0,-1 0 0,-1 1 0,-1-1 0,0 0 0,0 0 0,-1 0 0,-1 0 0,-7 22 0,3-19 0,-1 0 0,0 0 0,-1-1 0,-1 0 0,-1 0 0,0-1 0,0-1 0,-2 0 0,-16 15 0,-12 5 0,-1-1 0,-1-3 0,-2-1 0,-1-2 0,-60 25 0,-254 86 0,120-62-1365,153-50-5461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8:00.7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688 46 24575,'0'-1'0,"-1"0"0,1 1 0,0-1 0,-1 1 0,1-1 0,0 1 0,-1-1 0,1 1 0,-1-1 0,1 1 0,-1-1 0,1 1 0,-1-1 0,1 1 0,-1 0 0,0-1 0,1 1 0,-1 0 0,1-1 0,-1 1 0,0 0 0,1 0 0,-1 0 0,0 0 0,1 0 0,-1 0 0,0 0 0,1 0 0,-1 0 0,0 0 0,1 0 0,-1 0 0,0 0 0,1 0 0,-2 1 0,-28 6 0,4 3 0,0 1 0,1 1 0,1 2 0,-45 32 0,-83 81 0,-7 33 0,134-131 0,1 2 0,2 0 0,-35 64 0,53-86 0,-1 1 0,2-1 0,-1 1 0,1 0 0,1 0 0,-1 1 0,2-1 0,0 0 0,-1 17 0,3-23 0,-1 1 0,1-1 0,0 0 0,0 1 0,0-1 0,0 0 0,1 0 0,-1 0 0,1 0 0,0 0 0,1-1 0,-1 1 0,0-1 0,1 1 0,0-1 0,0 0 0,0 0 0,0 0 0,1 0 0,-1-1 0,1 1 0,-1-1 0,1 0 0,0 0 0,5 2 0,3 0 0,0-1 0,0 0 0,1-1 0,-1 0 0,1-1 0,-1 0 0,1-1 0,-1 0 0,1-1 0,-1-1 0,1 0 0,-1-1 0,15-4 0,3-3 0,1-1 0,-2-2 0,1-1 0,27-18 0,-23 10 0,-1-1 0,-1-1 0,-2-2 0,0-1 0,-2-1 0,31-40 0,-43 48 0,-1-1 0,-1 0 0,-1-1 0,-1-1 0,-1 0 0,-1 0 0,-1-1 0,-1 0 0,-2 0 0,8-50 0,-12 65-57,-2 0 0,1 0 1,-1 1-1,0-1 0,-1 0 0,0 0 0,-1 1 0,0-1 0,0 1 0,0-1 0,-1 1 1,-1 0-1,1 0 0,-1 0 0,-1 0 0,1 1 0,-1 0 0,-1 0 0,1 0 1,-1 0-1,0 1 0,-1 0 0,-13-10 0,-18-5-6769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8:01.5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1123 91 24575,'3'-4'0,"-1"-1"0,1 1 0,-1 0 0,1-1 0,-1 1 0,-1-1 0,1 0 0,-1 0 0,1 1 0,-1-7 0,-1 10 0,0 0 0,0 0 0,0-1 0,0 1 0,0 0 0,0 0 0,-1 0 0,1-1 0,-1 1 0,1 0 0,-1 0 0,1 0 0,-1 0 0,0 0 0,1 0 0,-1 0 0,-1-2 0,0 2 0,0-1 0,0 1 0,-1 0 0,1 0 0,0 0 0,0 0 0,0 0 0,-1 1 0,1-1 0,0 0 0,-1 1 0,-2-1 0,-15 1 0,0-1 0,1 2 0,-1 1 0,0 0 0,1 2 0,0 0 0,-29 10 0,3 3 0,-85 43 0,93-40 0,1 2 0,1 1 0,-33 31 0,49-39 0,2 2 0,0 1 0,1 0 0,1 1 0,0 0 0,-19 37 0,29-47 0,1 0 0,0 0 0,1 0 0,0 0 0,1 1 0,-1-1 0,0 14 0,3-19 0,0-1 0,0 1 0,0 0 0,0-1 0,1 1 0,-1 0 0,1-1 0,0 1 0,0 0 0,1-1 0,-1 0 0,1 1 0,-1-1 0,1 0 0,0 0 0,0 0 0,1 0 0,-1 0 0,1 0 0,-1 0 0,6 3 0,-3-2 0,0-1 0,1 0 0,-1-1 0,1 1 0,-1-1 0,1 0 0,0-1 0,0 1 0,-1-1 0,10 0 0,1 0 0,-1-1 0,1 0 0,17-4 0,13-4 0,0-3 0,-1-1 0,0-2 0,82-40 0,161-105 0,-88 30 0,-196 126 0,-1 0 0,1 1 0,-1-1 0,1 1 0,0 0 0,0 0 0,0 0 0,8-2 0,-12 4 0,1 0 0,0 0 0,-1 0 0,1 0 0,0 0 0,-1 0 0,1 1 0,0-1 0,-1 0 0,1 0 0,0 0 0,-1 1 0,1-1 0,-1 0 0,1 0 0,0 1 0,-1-1 0,1 1 0,-1-1 0,1 0 0,-1 1 0,1 0 0,0 1 0,0 0 0,0-1 0,0 1 0,0 0 0,-1 0 0,1 0 0,-1 0 0,1 0 0,-1 0 0,1 4 0,-1 21 0,-1 0 0,-1 0 0,-1 0 0,-8 30 0,8-41 0,-178 736 0,137-590 0,-34 138-402,-227 782-1711,178-741 1516,98-277 517,-3-1 0,-2-2 0,-45 60-1,61-97 68,0-1 0,-2-1 0,-1 0 0,0-1 0,-1-2 0,-28 19 0,42-32 35,-1 0 0,0-1-1,0 0 1,-1-1 0,1 0 0,-1 0-1,0-1 1,0 0 0,0-1-1,0 0 1,0-1 0,-1 0 0,1 0-1,-1-1 1,1-1 0,0 0 0,-1 0-1,1-1 1,0 0 0,-13-4 0,16 2 87,-1 1 1,0-1 0,1 0 0,0-1 0,0 1-1,0-2 1,1 1 0,-1-1 0,1 0 0,0 0-1,1 0 1,0-1 0,0 0 0,0 0 0,1 0-1,0-1 1,-6-15 0,5 7-12,1 0 1,0-1-1,1 0 0,1 0 0,0 0 1,1 0-1,1 0 0,3-23 0,2 3-52,1 1-1,2-1 0,2 2 0,14-36 1,4 3-189,43-77 1,1 22-145,6 3-1,179-211 1,241-174-178,-148 198 294,725-486 0,-1031 766-872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8:47.2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135 0 24575,'0'0'0,"0"0"0,-6 6 0,-9 23 0,1 1 0,2 0 0,1 1 0,-13 56 0,15-56 0,8-26 0,-10 32 0,2 0 0,1 0 0,2 1 0,-2 50 0,8-87 0,0 0 0,0-1 0,0 1 0,0 0 0,0-1 0,0 1 0,0 0 0,0-1 0,0 1 0,0 0 0,0-1 0,1 1 0,-1 0 0,0-1 0,0 1 0,1-1 0,-1 1 0,0 0 0,1-1 0,-1 1 0,1-1 0,-1 1 0,1-1 0,-1 1 0,1-1 0,-1 0 0,1 1 0,-1-1 0,1 1 0,-1-1 0,1 0 0,0 0 0,-1 1 0,1-1 0,0 0 0,-1 0 0,1 0 0,0 0 0,-1 0 0,1 0 0,0 0 0,-1 0 0,2 0 0,36-13 0,-35 11 0,-1 1 0,1-1 0,1 1 0,-1-1 0,0 1 0,0 0 0,0 1 0,1-1 0,-1 0 0,0 1 0,6 0 0,-6 1 0,0 1 0,0 0 0,0 0 0,0 0 0,0 0 0,-1 1 0,1-1 0,0 1 0,-1-1 0,0 1 0,0 0 0,0 0 0,0 0 0,0 0 0,1 5 0,21 56 0,-20-52 0,33 149 0,-8-32 0,-29-125 0,1-1 0,0 1 0,0-1 0,1 0 0,-1 1 0,1-1 0,-1 0 0,1 0 0,0 0 0,0 0 0,1 0 0,-1-1 0,5 5 0,-6-6 0,1 0 0,0-1 0,0 1 0,-1-1 0,1 1 0,0-1 0,0 1 0,0-1 0,0 0 0,-1 0 0,1 0 0,0 0 0,0 0 0,0-1 0,0 1 0,0-1 0,-1 1 0,1-1 0,0 1 0,-1-1 0,1 0 0,0 0 0,-1 0 0,1 0 0,-1 0 0,1 0 0,2-3 0,10-7 0,-1-2 0,0 0 0,-1 0 0,0-1 0,-1-1 0,15-26 0,48-103 0,-70 135 0,26-56-682,28-97-1,-54 149-6143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8:47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552 9 24575,'16'-1'0,"20"-3"0,-1 1 0,1 3 0,65 6 0,-88-4 0,0 0 0,-1 0 0,1 1 0,-1 1 0,0 0 0,0 1 0,0 0 0,-1 1 0,1 0 0,-1 1 0,-1 0 0,1 1 0,-1 0 0,10 11 0,-17-15 0,0 0 0,0 0 0,0 0 0,-1 0 0,1 1 0,-1-1 0,0 1 0,0-1 0,-1 1 0,0 0 0,1 0 0,-1 0 0,-1 0 0,1 0 0,-1 6 0,0-3 0,-1 1 0,-1-1 0,1 1 0,-2-1 0,1 1 0,-1-1 0,0 0 0,-5 9 0,-6 7 0,-1 0 0,-1-1 0,-1-1 0,-26 26 0,-57 46 0,99-94 0,1 0 0,-1 1 0,0-1 0,1 1 0,-1-1 0,1 1 0,0-1 0,-1 1 0,1 0 0,-1-1 0,1 1 0,0-1 0,-1 1 0,1 0 0,0-1 0,0 1 0,-1 0 0,1-1 0,0 1 0,0 0 0,0 0 0,0-1 0,0 1 0,0 0 0,0-1 0,0 1 0,0 0 0,1 0 0,-1-1 0,0 1 0,0 0 0,1 0 0,17 20 0,20 10 0,1-1 0,1-2 0,79 40 0,21 14 0,-134-78 0,1 1 0,0-1 0,-1 1 0,0 1 0,0-1 0,-1 1 0,1 0 0,6 11 0,-11-14 0,1 0 0,-1 1 0,1-1 0,-1 1 0,0-1 0,-1 1 0,1-1 0,0 1 0,-1 0 0,0-1 0,0 1 0,0 0 0,-1-1 0,1 1 0,-1 0 0,1-1 0,-1 1 0,0-1 0,-1 1 0,1-1 0,-4 6 0,-2 3 0,0 0 0,-1 0 0,-1 0 0,0-1 0,0-1 0,-22 19 0,-4-1 0,-43 27 0,4-10-37,-2-3 0,-132 53-1,-172 31-2635,103-50-2733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9:02.5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212 317 24575,'0'0'0,"0"-2"0,-1 0 0,0-6 0,0-4 0,-1-3 0,-1-2 0,0-2 0,0 3 0,-3-2 0,-2 0 0,-3-3 0,-8-4 0,-8-4 0,-9-7 0,-11-5 0,4 4-8191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9:04.5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5716 667 24575,'-1'-14'0,"-1"1"0,-1 0 0,0-1 0,-1 1 0,0 0 0,-1 1 0,0-1 0,-1 1 0,-1 0 0,0 0 0,-8-10 0,-5-5 2,0 2 0,-2 1-1,-1 0 1,-1 1-1,0 2 1,-2 1 0,-1 0-1,0 2 1,-1 2 0,-45-21-1,-6 4-76,-1 3 0,-155-36 0,49 28-466,-252-19 1,-195 32 583,363 28-681,0 11-1,-530 99 1,638-76 450,1 8-1,3 6 0,2 7 1,2 7-1,4 7 1,-153 98-1,199-101 148,3 3 0,3 5 0,4 4-1,4 5 1,3 3 0,-93 124 0,132-146 1,2 3 0,4 1 1,3 2-1,-34 89 0,51-101 25,2 1 0,3 0 0,3 2 0,2 0 0,-5 120 0,16-134 15,3 1 0,3 0 0,1-1 0,3 0 0,2 0 0,1-1 0,4 0 0,1-1 0,2-1 0,2-1 0,3-1 0,1-1 0,2-1 0,2-1 0,2-2 0,1 0 0,2-3 0,2-1 0,52 41 0,-29-32-11,2-2-1,1-4 1,111 53-1,-81-52-25,2-4-1,121 29 0,-62-31-33,1-8-1,1-5 0,226-1 1,-151-24-43,0-10-1,-1-10 1,422-101 0,-395 54 122,-3-11 1,-3-11-1,256-136 1,-308 124-5,320-225 0,-418 256 16,-4-5 0,-4-4 0,-3-3 1,132-169-1,-187 210-4,-3-2 0,-1-1 1,-3-1-1,-2-2 0,-2 0 1,17-57-1,-32 82 86,-1 0 0,-2-1-1,0 0 1,-2 0 0,-1-1 0,-1 1 0,-1 0 0,-2-1-1,0 1 1,-2 0 0,-1 0 0,-2 0 0,0 1 0,-15-35-1,7 29 158,-2 1-1,0 1 0,-2 1 1,-2 1-1,-27-31 0,12 21 46,-1 2 0,-81-59 0,31 37 19,-2 3 1,-180-77-1,131 73-272,-3 7-1,-2 6 0,-262-48 1,385 90-10,15 3-4,-1-1 0,1 1 1,-1 0-1,1 0 0,-1 1 1,1 0-1,-1 0 0,1 0 0,-1 1 1,-9 1-1,15-2-35,-1 1 0,0-1 1,1 0-1,-1 1 0,1-1 0,-1 0 0,1 1 0,-1-1 1,1 1-1,-1-1 0,1 1 0,-1-1 0,1 1 1,-1-1-1,1 1 0,0 0 0,0-1 0,-1 1 0,1-1 1,0 1-1,0 0 0,-1-1 0,1 1 0,0 0 1,0-1-1,0 1 0,0 0 0,0-1 0,0 1 0,0 0 1,0-1-1,0 1 0,1 0 0,-1-1 0,0 1 1,0 0-1,0-1 0,1 1 0,-1-1 0,0 1 0,1-1 1,-1 1-1,1 0 0,0 0 0,1 1-3,0 1 0,0 0 1,0-1-1,0 0 0,1 0 0,-1 0 0,1 0 0,4 3 0,-2-4-1364,1 0-5461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8:16.9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142 0 24575,'-5'37'0,"-15"306"0,4-35 0,8-247-341,-3 0 0,-3-1-1,-36 99 1,32-114-6485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8:17.6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957 452 24575,'9'-28'0,"-2"11"0,4-14 0,2 0 0,0 2 0,2-1 0,1 2 0,25-34 0,-32 53 0,1 0 0,0 0 0,0 1 0,0 0 0,1 1 0,0 0 0,1 1 0,23-9 0,6 0 0,57-13 0,10 6 0,0 3 0,124-3 0,225 11 0,-392 10 0,1669 6 0,-1733-5 0,-1 0 0,1 0 0,-1 0 0,1 0 0,-1 0 0,0 0 0,1 1 0,-1-1 0,1 0 0,-1 0 0,1 1 0,-1-1 0,0 0 0,1 1 0,-1-1 0,1 0 0,-1 1 0,0-1 0,1 0 0,-1 1 0,0-1 0,0 1 0,1-1 0,-1 1 0,0-1 0,0 1 0,0-1 0,0 0 0,1 1 0,-1-1 0,0 1 0,0-1 0,0 1 0,0-1 0,0 1 0,0-1 0,0 1 0,0-1 0,-1 1 0,1-1 0,0 2 0,-8 27 0,5-19 0,-16 71 0,2 2 0,5 0 0,-4 157 0,17-183 0,3-1 0,2 0 0,3 0 0,2 0 0,2-2 0,35 91 0,-24-96 0,-16-35 0,-2 0 0,1 0 0,4 19 0,-11-32 0,0 1 0,0-1 0,0 0 0,-1 0 0,1 0 0,0 0 0,-1 0 0,1 0 0,-1 0 0,1 0 0,-1 0 0,0 0 0,1-1 0,-1 1 0,0 0 0,0 0 0,0 0 0,1-1 0,-1 1 0,0 0 0,0-1 0,0 1 0,0-1 0,0 1 0,0-1 0,0 0 0,0 1 0,-1-1 0,-1 0 0,-1 2 0,-36 14 0,-1-2 0,-64 14 0,-480 79-144,-13-35-625,582-70 746,-2053 216-1166,1609-175-181,275-31-3326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9:10.0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24575,'0'1'0,"0"0"0,2 6 0,1 6 0,2 7 0,0 3 0,0-2 0,-1-5-8191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9:10.3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24575,'0'0'0,"1"1"0,-1 1 0,2 5 0,2 5 0,1 0-8191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9:10.9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24575,'9'64'0,"-4"-29"0,-5-30 0,-4-14 0,3 7-1365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9:12.4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24575,'3'22'0,"4"18"0,9 75 0,-15-122-1365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8:13.8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1 644 24575,'20'0'0,"345"-13"-117,479-78 0,345-156-548,-904 174 673,166-41-46,1 26 16,-433 85-26,15-3 246,0 2 0,0 1 0,0 1 0,41 4 0,-65 2-1554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8:14.3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250 0 24575,'-37'74'0,"-4"21"0,5 2 0,3 1 0,5 2 0,5 1 0,4 1 0,4 0 0,5 1 0,4 1 0,5-1 0,4 1 0,31 188 0,-26-250-1365,-1-13-5461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8:15.1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185 1865 24575,'-18'-26'0,"2"0"0,0-1 0,2-1 0,1-1 0,-17-55 0,9 6 0,-10-81 0,20 98 0,3-1 0,3 0 0,3 0 0,10-108 0,-4 141 0,1 0 0,2 1 0,1-1 0,1 2 0,14-30 0,-13 38 0,0 1 0,1-1 0,1 2 0,0 0 0,1 0 0,1 1 0,30-26 0,-12 18 0,1 1 0,1 2 0,0 1 0,2 2 0,0 1 0,68-21 0,-4 9 0,143-21 0,312-10-376,6 39-167,-186 9 655,347-38-112,735-148 0,-1373 182 5,-23 4 60,72-5 0,-132 17-44,0 0 1,-1 0 0,1 1-1,0-1 1,0 1-1,-1-1 1,1 0-1,0 1 1,-1-1 0,1 1-1,-1 0 1,1-1-1,-1 1 1,1-1 0,-1 1-1,1 0 1,-1-1-1,0 1 1,1 0 0,-1 0-1,0-1 1,1 1-1,-1 0 1,0 0-1,0-1 1,0 1 0,0 0-1,0 0 1,0 0-1,0-1 1,0 1 0,0 0-1,0 1 1,-3 42-136,2-27 166,-81 739-52,26-329 0,53-403 0,-4 33 0,3 1 0,3 87 0,-2-143 0,0 0 0,0 1 0,-1-2 0,1 1 0,-1 0 0,1-1 0,-1 0 0,0 0 0,1 0 0,-1 0 0,-6 0 0,-2 2 0,-618 127-578,546-114-209,-148 27-6039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9:13.6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24575,'0'0'0,"2"11"0,5 26 0,-5-18 0,2 0 0,0-1 0,0 0 0,2 1 0,0-2 0,2 1 0,10 19 0,-12-18 0,-6-19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9:16.9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203 218 24575,'6'5'0,"11"5"0,1 0 0,0-2 0,1 0 0,24 7 0,83 16 0,-115-28 0,120 21 0,1-5 0,165 3 0,271-28 0,674-62-739,-267 12 777,-431 34-70,383-21 765,-912 42-733,4 0 0,-15 0 0,-5 0 0,-27-15 0,-24-10 0,-19 3 0,0 4 0,-80-12 0,-150-7 0,7 17 0,-509 31 0,-290 98 0,899-86 0,-406 28 0,406-45 0,-214-23 0,-539-101 0,921 116 0,17 2 0,0 0 0,0 0 0,0-1 0,0 0 0,1 0 0,-1-1 0,-9-5 0,57 27 0,2-2 0,0-1 0,69 15 0,-106-30 0,148 34 0,0-7 0,243 15 0,318-28 0,-696-15 0,1342-26 0,65-1 0,-1283 28 0,-230-7 0,0 5 0,-103 10 0,102-3 0,-995 92-272,2 40-103,751-94 342,332-44 33,-663 72 184,533-66-95,-1-5-1,0-6 0,-138-23 0,247 25-29,-71-15 22,83 15-80,0 0-1,1 0 0,-1-1 1,1 0-1,0-1 1,-16-11-1,24 16 0,-1-1 0,1 0 0,0 0 0,0 0 0,0 0 0,0 0 0,0 0 0,0 0 0,0 0 0,0 0 0,0-1 0,1 1 0,-1 0 0,0-1 0,1 1 0,-1 0 0,0-2 0,2 2 0,-1 0 0,0 0 0,0 1 0,0-1 0,1 0 0,-1 1 0,0-1 0,0 0 0,1 1 0,-1-1 0,1 1 0,-1-1 0,1 1 0,-1-1 0,1 1 0,-1-1 0,1 1 0,-1-1 0,1 1 0,-1-1 0,1 1 0,0 0 0,-1-1 0,2 1 0,7-3 0,0 0 0,1 0 0,-1 1 0,13 0 0,-10 0 0,625-50 0,-493 45 0,781-39-440,797-47-331,-1611 85 823,68-5 339,221 12 0,-384 2-286,42 5 118,-56-5-221,1-1 1,-1 1-1,0-1 1,0 1-1,1 0 0,-1 0 1,0 0-1,0 0 1,0 0-1,0 0 1,0 1-1,0-1 1,0 1-1,0-1 1,-1 1-1,1 0 1,-1 0-1,1 0 1,1 3-1,23 2-1367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0:15.9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258 505 24575,'3'-1'0,"-1"0"0,1 0 0,0 0 0,0 0 0,0 1 0,0-1 0,0 1 0,-1 0 0,1 0 0,0 0 0,0 0 0,4 2 0,8-2 0,909-43 0,1-54 0,533 3 0,-370 22 0,-1040 65 0,100-17 0,-585 104 0,-539 28 0,-454-56 0,-309-33 0,1732-19 0,-18 1 0,21 0 0,12 3 0,25 3 0,0-2 0,0-1 0,62 0 0,-58-4 0,561-6-270,5-26-592,-319 15 905,257-14 32,1264-56-460,-1797 87 497,28-3 793,-36 3-900,0 0 0,0 0 1,0 0-1,0 1 0,0-1 0,-1 0 0,1 0 0,0 0 0,0 0 0,0 0 1,0 0-1,0 0 0,0 0 0,0 0 0,-1 0 0,1-1 0,0 1 0,0 0 1,0 0-1,0 0 0,0 0 0,0 0 0,0 0 0,0 0 0,0 0 0,-1 0 1,1 0-1,0 0 0,0 0 0,0 0 0,0 0 0,0-1 0,0 1 0,0 0 1,0 0-1,0 0 0,0 0 0,0 0 0,0 0 0,0 0 0,0 0 0,0-1 1,0 1-1,0 0 0,0 0 0,0 0 0,0 0 0,0 0 0,0 0 0,0 0 1,0 0-1,0-1 0,0 1 0,0 0 0,0 0 0,0 0 0,0 0 0,0 0 1,0 0-1,0 0 0,0 0 0,0 0 0,0-1 0,0 1 0,1 0 0,-29-7 39,-276-40-44,-16 23 0,282 22 0,-1276-25-1435,-6 66 1583,690-16-549,492-20 429,-165 10 1030,300-9-609,10 3-306,16 6-133,11 1-10,1-2 0,0-2 0,47 8 0,63 6-21,195 9 0,157-24-1268,1171-57 1066,-781 13-512,-184 24 737,-421 8 2285,-2165-2-4302,1327 0 2293,70-2-398,-389 0 1569,975 19-1041,416-3-673,1-40-387,1381-214 652,-1867 238-448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0:17.1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1 326 24459,'4245'-325'0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0:23.1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0 341 24575,'0'0'0,"0"0"0,0 0 0,9 13 0,118 211 0,53 86 0,-175-301 0,-4-6 0,1-1 0,-1 0 0,0 1 0,1-1 0,0 0 0,0 0 0,0 0 0,0 0 0,2 2 0,-3-4 0,0 0 0,0 0 0,0-1 0,0 1 0,0 0 0,0 0 0,0-1 0,0 1 0,0-1 0,0 1 0,0 0 0,-1-1 0,1 0 0,0 1 0,0-1 0,0 0 0,-1 1 0,1-1 0,0 0 0,-1 0 0,2-1 0,14-19 0,-2-2 0,-1 0 0,-1-1 0,0 0 0,-3-1 0,0-1 0,-1 1 0,5-29 0,-1-17 0,5-101 0,-15 151 0,-1 8 0,0-1 0,-1 1 0,0 0 0,-3-14 0,6 32 0,-1 1 0,1-1 0,1 0 0,-1 0 0,1 0 0,0-1 0,8 8 0,6 8 0,118 171 0,53 62 0,-188-252 0,-1-1 0,1 1 0,-1-1 0,1 1 0,-1-1 0,1 0 0,-1 1 0,1-1 0,-1 1 0,1-1 0,0 0 0,-1 0 0,1 1 0,-1-1 0,1 0 0,0 0 0,-1 0 0,1 0 0,0 0 0,0 0 0,-1 0 0,1 0 0,0 0 0,-1 0 0,1 0 0,1 0 0,15-14 0,10-27 0,-26 40 0,14-32 0,0 0 0,-3-1 0,0-1 0,10-55 0,12-146 0,-31 212 0,5-41 0,-2 1 0,-5-101 0,-1 165 0,0 0 0,0 0 0,0-1 0,1 1 0,-1 0 0,0 0 0,1 0 0,-1 0 0,0 0 0,0 0 0,1-1 0,-1 1 0,0 0 0,1 0 0,-1 0 0,0 0 0,0 0 0,1 0 0,-1 0 0,0 0 0,1 0 0,-1 0 0,0 1 0,0-1 0,1 0 0,-1 0 0,0 0 0,1 0 0,-1 0 0,0 0 0,0 1 0,1-1 0,-1 0 0,0 0 0,0 0 0,0 1 0,1-1 0,-1 0 0,0 0 0,0 1 0,0-1 0,17 12 0,9 11-1365,1 5-5461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0:24.1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0 24575,'-1'29'0,"-3"126"0,30 268 0,-25-417 0,2 14 0,-1-16 0,2-10 0,15-44 0,60-147 0,-59 156 0,1 1 0,44-64 0,-65 103 0,1 1 0,0-1 0,-1 0 0,1 1 0,0-1 0,0 0 0,-1 1 0,1-1 0,0 1 0,0 0 0,0-1 0,0 1 0,-1-1 0,1 1 0,0 0 0,0 0 0,0 0 0,0 0 0,0-1 0,0 1 0,0 0 0,0 0 0,0 1 0,0-1 0,-1 0 0,1 0 0,0 0 0,0 1 0,0-1 0,0 0 0,0 1 0,0-1 0,-1 1 0,1-1 0,0 1 0,0-1 0,-1 1 0,1 0 0,0-1 0,0 2 0,28 31 0,-18-14 0,0-1 0,-2 1 0,0 1 0,0 0 0,-2 0 0,-1 0 0,0 1 0,-2 0 0,0 0 0,-2 1 0,0-1 0,-1 1 0,-1-1 0,-1 0 0,-5 24 0,5-30-1365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0:24.8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24575,'1'15'0,"17"234"0,-27 448 0,5-645 0,2-32 0,7-56 0,4-19 0,3 1 0,2 0 0,2 1 0,3 0 0,2 1 0,2 2 0,39-65 0,-57 107 0,0 1 0,0 0 0,0 0 0,1 1 0,0 0 0,1 0 0,-1 0 0,9-5 0,-12 9 0,0 0 0,0 1 0,0-1 0,0 1 0,1 0 0,-1 0 0,0 0 0,1 1 0,-1-1 0,1 1 0,-1 0 0,0-1 0,1 1 0,-1 1 0,1-1 0,-1 1 0,1-1 0,-1 1 0,0 0 0,0 0 0,1 0 0,5 4 0,0 0 0,-1 1 0,1 1 0,-1-1 0,0 1 0,-1 1 0,0 0 0,0 0 0,-1 0 0,1 0 0,-2 1 0,1 0 0,5 15 0,2 5 0,-2 1 0,14 56 0,-16-46 20,-3 0 0,-1 0 0,-1 0 0,-3 1 0,-5 58 0,-2-45-391,-3 0-1,-2 0 1,-27 78 0,33-116-6455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0:26.3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0:26.7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24575,'0'0'0,"0"0"0,0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0:34.1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24575,'0'0'0,"0"0"0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0:39.0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725 2972 24575,'-10'-131'0,"0"21"0,22-377 0,33 1 0,9-140 0,-49 465 0,-28-305 0,15 398 0,-2-25 0,-4 0 0,-30-103 0,41 183 0,2 10 0,0-1 0,0 1 0,0-1 0,0 1 0,-1 0 0,1 0 0,-1 0 0,0 0 0,-3-5 0,4 8 0,1-1 0,-1 1 0,1-1 0,-1 1 0,0 0 0,1-1 0,-1 1 0,0 0 0,0-1 0,1 1 0,-1 0 0,0 0 0,0 0 0,1 0 0,-1 0 0,0 0 0,0 0 0,1 0 0,-2 0 0,-22 11 0,-38 36 0,-96 95 0,95-82 0,11-13 0,-107 104 0,122-112 0,2 1 0,-32 49 0,64-85 0,-16 27 0,18-29 0,0 0 0,0 0 0,0 0 0,0-1 0,1 1 0,-1 0 0,1 0 0,-1 0 0,1 0 0,0 0 0,0 0 0,0 0 0,0 0 0,1 3 0,11-9 0,16-10 0,-1-2 0,-1-1 0,43-37 0,67-73 0,-110 101 0,56-53 0,-4-4 0,83-113 0,-158 192 0,-3 3 0,1 1 0,-1-1 0,0 0 0,1 0 0,-1 1 0,1-1 0,-1 1 0,1-1 0,0 0 0,-1 1 0,1-1 0,-1 1 0,1-1 0,0 1 0,0 0 0,-1-1 0,1 1 0,0 0 0,0-1 0,-1 1 0,1 0 0,0 0 0,0 0 0,0 0 0,-1 0 0,1 0 0,0 0 0,0 0 0,0 0 0,0 0 0,-1 0 0,1 0 0,0 0 0,0 1 0,-1-1 0,1 0 0,0 1 0,0-1 0,-1 1 0,2 0 0,14 4 0,-1 1 0,1 1 0,-1 1 0,-1 0 0,27 20 0,64 60 0,-79-65 0,82 76 0,-40-35 0,116 84 0,-158-130 0,0-2 0,1-1 0,0-1 0,1-2 0,1 0 0,0-2 0,0-1 0,54 8 0,-9-11-1365,-62-6-5461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0:44.2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250 880 24575,'-1'0'0,"1"0"0,0-1 0,-1 1 0,1 0 0,0-1 0,-1 1 0,1 0 0,0-1 0,0 1 0,0-1 0,-1 1 0,1 0 0,0-1 0,0 1 0,0-1 0,0 1 0,0-1 0,0 1 0,0 0 0,0-1 0,0 1 0,0-1 0,0 1 0,0-1 0,0 1 0,0-1 0,0 1 0,0-1 0,0 1 0,0 0 0,1-1 0,-1 1 0,0-1 0,0 1 0,1 0 0,-1-1 0,0 1 0,0 0 0,1-1 0,-1 1 0,0 0 0,1-1 0,-1 1 0,1 0 0,-1 0 0,0-1 0,2 1 0,16-9 0,0 2 0,1 0 0,0 1 0,26-5 0,-9 2 0,492-122 0,70-19 0,-447 109 0,640-167 0,13 51 0,-492 121 0,493 7 0,391 68 0,-1 26 0,-863-46 0,882 0-19,1-60-562,-538 14 497,-562 23 105,1126-33-998,3 34 716,83 39 277,-45 0-182,-1-29-1324,1908-64 1490,-711-22-1065,-2284 69 1104,370-14 388,-2 33 113,-499-5 7,0 2 0,0 2 0,98 28 0,-142-30-459,-1 0 0,1 1 1,-1 1-1,-1 1 0,0 1 0,0 0 1,-1 1-1,0 1 0,0 0 1,-2 2-1,0-1 0,0 2 0,-1 0 1,-1 0-1,18 30 0,-14-12-88,-1 0 0,-2 1 0,-2 1 0,0 0 0,-3 1 0,-1-1 0,-1 2 0,0 36 0,-3 50 0,-13 123 0,9-230 0,-32 406 0,-2 25 0,26 1 0,87 365 0,-21-332 0,-47-378 0,-5 123 0,-6-194 0,-2 0 0,-1 0 0,-1-1 0,-2 0 0,-1 0 0,-1 0 0,-2-1 0,-18 36 0,21-53 0,-1-1 0,0 1 0,-1-2 0,0 0 0,0 0 0,-2-1 0,1 0 0,-1-1 0,0 0 0,-1-1 0,0 0 0,0-1 0,-27 10 0,-10 0 0,-1-1 0,-79 13 0,-391 35 8,-9-43-70,390-18-10,-96 4-18,-1644 28-454,417-88 311,4-62-253,282 19 123,-1 33 205,89 42-6,-49-1-161,2-42 148,511-4 177,-765-184 0,1314 234 0,-574-128 0,-6 32 0,-490 18 0,-5 85 0,-550 117 0,10 103 0,845-64 640,7 30 408,477-98-797,326-69-39,-14 3-80,-1-1 1,0-3-1,-61 1 0,99-8-133,0 0 0,0-1 1,0 0-1,0-1 0,0-1 0,1 0 1,-1-1-1,1 0 0,-1 0 0,1-2 1,1 1-1,-1-2 0,1 0 0,0 0 1,1-1-1,-1 0 0,-15-17 0,11 7 1,1-2 0,1 0 0,1-1 0,1 0 0,0-1 0,2 0 0,-10-32 0,-31-169 0,-31-542 0,48 348 0,-2 97 0,-18-186 0,31-2 0,34 45 0,1 39 0,-13 408-1365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0:50.0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 0 24575,'0'0'0,"-1"1"0,1 0 0,-1 0 0,-3 4 0,0 1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0:50.6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385 187 24575,'-23'-18'0,"5"11"0,0 2 0,-1 0 0,1 1 0,-1 1 0,0 1 0,0 0 0,0 1 0,0 2 0,0 0 0,0 1 0,0 0 0,0 2 0,0 0 0,-34 14 0,50-17 0,0 0 0,0 0 0,1 1 0,-1-1 0,1 1 0,-1-1 0,1 1 0,0 0 0,0 0 0,-1 0 0,1 0 0,1 1 0,-1-1 0,0 1 0,1-1 0,-1 1 0,1-1 0,-1 1 0,0 5 0,1-3 0,0 0 0,0 0 0,1 0 0,0 0 0,0 0 0,1 0 0,-1 0 0,1 0 0,0 0 0,3 9 0,3 3 0,0-1 0,1 1 0,1-1 0,0-1 0,16 22 0,-5-14 0,0 0 0,1-1 0,1-1 0,1-1 0,1-1 0,1-1 0,37 21 0,-27-21 0,0-1 0,1-2 0,0-2 0,1-1 0,56 9 0,-46-13 0,1-3 0,-1-1 0,1-3 0,0-2 0,0-2 0,0-2 0,-1-2 0,0-2 0,0-2 0,49-19 0,-75 22 0,0 0 0,0-2 0,0-1 0,-1-1 0,-1 0 0,0-1 0,-1-1 0,18-18 0,-28 24 0,-2 1 0,1-1 0,-1 0 0,0-1 0,-1 1 0,0-1 0,0 0 0,-1 0 0,0-1 0,0 1 0,-1-1 0,-1 0 0,0 0 0,0 0 0,-1 0 0,0 0 0,-1 0 0,0-1 0,0 1 0,-3-15 0,0 13 0,-1 1 0,1-1 0,-2 1 0,0 0 0,0 0 0,-1 1 0,0 0 0,-1 0 0,0 0 0,0 1 0,-1 0 0,0 0 0,-1 1 0,0 0 0,0 0 0,-13-7 0,-3-1 0,0 2 0,-2 0 0,1 2 0,-2 0 0,-41-11 0,25 12 17,0 2 0,-1 2 1,1 2-1,-1 1 0,-1 3 0,-77 7 0,83-1-203,0 2 1,1 1-1,0 2 0,0 2 1,1 1-1,1 2 1,-62 34-1,34-8-6640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0:54.0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59 0 24575,'0'0'0,"-5"14"0,-11 44 0,-13 80 0,25-110 0,1-1 0,2 1 0,0 0 0,2 0 0,6 35 0,-5-55 0,-1 0 0,2 1 0,-1-2 0,1 1 0,1 0 0,-1 0 0,1-1 0,1 0 0,-1 0 0,1 0 0,0 0 0,1-1 0,0 0 0,0 0 0,0 0 0,1-1 0,-1 0 0,1 0 0,0-1 0,1 0 0,-1 0 0,1-1 0,0 0 0,0 0 0,16 3 0,-1-1 0,1-2 0,0 0 0,0-2 0,0 0 0,0-2 0,0-1 0,0-1 0,24-5 0,-2-4 0,1-1 0,-2-2 0,0-2 0,-1-2 0,62-37 0,-70 34 0,-1-2 0,-1-1 0,-1-2 0,-1-1 0,-2-1 0,41-51 0,-67 75 0,38-54 0,-40 55 0,1-1 0,-1 1 0,0-1 0,0 0 0,0 1 0,0-1 0,-1 0 0,0 0 0,0 0 0,-1 0 0,1-6 0,-1 11 0,0 0 0,0 0 0,0 0 0,-1 0 0,1 0 0,0 0 0,0 0 0,0 0 0,0 0 0,0 0 0,-1 0 0,1 0 0,0 0 0,0 0 0,0 0 0,0 0 0,0 0 0,-1 0 0,1 0 0,0 0 0,0 0 0,0 0 0,0 0 0,0 0 0,-1 0 0,1 0 0,0 0 0,0 0 0,0 0 0,0 0 0,0 0 0,0 0 0,-1-1 0,1 1 0,0 0 0,0 0 0,0 0 0,0 0 0,0 0 0,0 0 0,0-1 0,0 1 0,0 0 0,0 0 0,0 0 0,0 0 0,0 0 0,0-1 0,-1 1 0,1 0 0,0 0 0,0 0 0,0 0 0,1 0 0,-1-1 0,0 1 0,0 0 0,-6 13 0,-13 81 0,4 1 0,-3 134 0,15-184 0,-36 835 0,33-789 0,-4 1 0,-33 135 0,33-190 0,-1-1 0,-2 0 0,-1-1 0,-2 0 0,-1-2 0,-2 0 0,-1-1 0,-46 56 0,53-75 0,0-1 0,-1-1 0,0 0 0,-1-1 0,0 0 0,-1-1 0,0-1 0,0 0 0,-1-2 0,0 0 0,0 0 0,0-2 0,-1 0 0,1-1 0,-1-1 0,0 0 0,0-1 0,0-1 0,-21-3 0,23 1 0,1 0 0,-1-1 0,1 0 0,0-1 0,-1-1 0,2 0 0,-1-1 0,1-1 0,0 0 0,0-1 0,1-1 0,0 0 0,0 0 0,1-2 0,1 1 0,0-1 0,0-1 0,1 0 0,0-1 0,1 0 0,1 0 0,-7-15 0,9 15 0,1 1 0,1-2 0,0 1 0,1 0 0,0-1 0,1 1 0,1-1 0,0 0 0,1 0 0,2-20 0,1 13 0,1 0 0,1 1 0,1 0 0,1 0 0,0 0 0,13-23 0,5 0 0,2 1 0,1 1 0,2 2 0,2 1 0,39-37 0,14-4 0,3 4 0,163-107 0,221-86 0,-344 204-682,193-66-1,-279 116-6143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0:54.8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240 32 24575,'-60'104'0,"8"-10"0,-75 100 0,138-225 0,6 3 0,1 1 0,2 1 0,39-40 0,81-60 0,-120 110 0,0 1 0,1 1 0,0 1 0,2 0 0,-1 2 0,33-12 0,-43 20 0,0-1 0,0 2 0,0 0 0,0 0 0,0 1 0,0 1 0,0 0 0,0 0 0,1 1 0,-1 1 0,0 0 0,0 1 0,-1 0 0,1 1 0,13 6 0,-2 1 9,-1 1 0,-1 1-1,0 1 1,-1 1 0,32 31 0,82 101-313,-74-78-810,-11-16-5712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1:07.9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1 256 24575,'0'-1'0,"0"1"0,1-1 0,-1 0 0,0 1 0,1-1 0,-1 1 0,1-1 0,-1 1 0,0-1 0,1 1 0,-1-1 0,1 1 0,0 0 0,-1-1 0,1 1 0,-1 0 0,1-1 0,0 1 0,-1 0 0,1 0 0,-1-1 0,1 1 0,0 0 0,-1 0 0,1 0 0,0 0 0,-1 0 0,2 0 0,33-7 0,-26 6 0,998-124 0,8 57 0,-967 66 0,251-23 0,-299 25 1,0 0-1,0 0 0,0 0 1,0 0-1,0 1 0,0-1 1,0 0-1,-1 0 1,1 0-1,0 0 0,0 0 1,0 0-1,0 0 0,0 0 1,0 0-1,-1 0 0,1 0 1,0 0-1,0 0 1,0 0-1,0 0 0,0 0 1,-1 0-1,1 0 0,0 0 1,0 0-1,0 0 1,0 0-1,0 0 0,0 0 1,-1 0-1,1 0 0,0 0 1,0 0-1,0 0 0,0 0 1,0-1-1,0 1 1,0 0-1,-1 0 0,1 0 1,0 0-1,0 0 0,0 0 1,0 0-1,0-1 0,0 1 1,0 0-1,0 0 1,0 0-1,0 0 0,0 0 1,0 0-1,0-1 0,0 1 1,0 0-1,0 0 1,0 0-1,0 0 0,0 0 1,0-1-1,0 1 0,0 0 1,0 0-1,0 0 0,0 0 1,8-10-93,-3 5-1206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1:59.8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56 24 24575,'-3'-17'0,"0"11"0,1 8 0,-10 295 0,11-177 0,-1 93-80,-22 428-1205,15-559-5541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2:00.2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60 8 24575,'10'-7'0,"-7"7"0,0-1 0,1 2 0,-1-1 0,0 0 0,1 1 0,-1-1 0,0 1 0,0 0 0,1 0 0,-1 0 0,0 1 0,0-1 0,0 1 0,0-1 0,3 4 0,43 36 0,-49-40 0,33 32 0,-2 2 0,-2 1 0,-1 1 0,-2 2 0,-2 0 0,19 44 0,-5-2 0,-5 1 0,29 105 0,-42-114 0,-3 1 0,-4 0 0,-2 0 0,-4 1 0,-3 93 0,-6-124 0,-2 1 0,-2-1 0,-2 0 0,-2 0 0,-2-1 0,-1-1 0,-3 0 0,-1-1 0,-2-1 0,-30 47 0,7-26-341,-4-3 0,-2-1-1,-97 87 1,-10-8-6485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2:00.8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962 11 24575,'-25'-4'0,"4"-1"0,-26 3 0,1 3 0,-1 2 0,1 1 0,0 3 0,0 2 0,1 1 0,0 3 0,-45 19 0,66-23 0,1 2 0,0 0 0,1 1 0,0 2 0,1 0 0,0 1 0,-24 24 0,34-28 0,1 0 0,1 1 0,-1 0 0,2 1 0,0-1 0,0 2 0,1-1 0,1 1 0,0 0 0,1 0 0,0 1 0,2 0 0,-4 24 0,5-7 0,1-1 0,2 0 0,2 0 0,0 0 0,2 0 0,2-1 0,0 0 0,17 41 0,11 15 0,68 123 0,84 86 0,-96-159 0,-88-132 0,0 0 0,-1 1 0,1-1 0,-1 1 0,0-1 0,0 1 0,-1 0 0,1 0 0,1 10 0,-3-12 0,-1-1 0,1 1 0,0 0 0,-1-1 0,0 1 0,1-1 0,-1 1 0,0-1 0,0 1 0,-1-1 0,1 0 0,0 1 0,-1-1 0,1 0 0,-1 0 0,0 0 0,0 0 0,0 0 0,0-1 0,0 1 0,-3 1 0,-20 14 0,-2-2 0,0-1 0,-1-2 0,0 0 0,-60 15 0,48-15 0,-201 51-1365,135-43-5461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2:01.2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128 177 24575,'2'1'0,"0"0"0,0 1 0,0-1 0,0 1 0,0-1 0,0 1 0,-1 0 0,1 0 0,0 0 0,1 2 0,1 2 0,12 14 0,-2 0 0,-1 1 0,0 1 0,-1 0 0,-2 1 0,0 0 0,-2 1 0,0 0 0,-2 0 0,5 30 0,-2 8 0,-3 1 0,-3 118 0,-6-115 0,-2 0 0,-3-1 0,-3 0 0,-3-1 0,-23 66 0,34-121 0,0-1 0,-1 0 0,0 0 0,-1 0 0,1-1 0,-1 0 0,-12 14 0,15-20 0,1 1 0,-1-1 0,0 1 0,0-1 0,0 0 0,0 1 0,0-1 0,0 0 0,0 0 0,0-1 0,0 1 0,0 0 0,0-1 0,-1 1 0,1-1 0,0 0 0,0 0 0,-1 0 0,1 0 0,0 0 0,0 0 0,-1 0 0,1-1 0,0 1 0,0-1 0,-1 0 0,1 0 0,0 0 0,0 0 0,0 0 0,0 0 0,0 0 0,1-1 0,-1 1 0,-2-2 0,-2-3 0,-1-1 0,1 0 0,0 0 0,0 0 0,1-1 0,0 0 0,1 0 0,-1 0 0,1 0 0,1-1 0,-5-16 0,0-5 0,2 0 0,-3-40 0,5 1 0,2-1 0,4 1 0,2 0 0,17-81 0,-1 47 0,5 0 0,42-105 0,-64 199 0,7-20 0,1 1 0,1 1 0,25-41 0,-33 62 0,-1 1 0,1-1 0,0 1 0,1 0 0,-1 0 0,1 0 0,0 1 0,0 0 0,0 0 0,1 0 0,0 0 0,-1 1 0,1 0 0,1 0 0,-1 1 0,0 0 0,0 0 0,1 0 0,-1 1 0,1-1 0,0 2 0,7-1 0,-2 2 0,0 1 0,-1 1 0,1 0 0,-1 0 0,0 1 0,0 0 0,0 1 0,0 0 0,-1 1 0,0 0 0,0 1 0,14 12 0,6 7 0,-2 2 0,38 46 0,-2 8-11,69 116 0,39 102 131,19 31-1583,-172-300-5363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2:02.6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0 377 24575,'0'0'0,"0"0"0,0 0 0,4 0 0,14-3 0,28-7 0,36-10 0,32-9 0,22-6 0,17-5 0,3-3 0,-3-1 0,-12 1 0,-15 2 0,-18 3 0,-28 7-8191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2:05.2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9 448 24575,'-8'-27'0,"8"24"0,0 0 0,0 1 0,0-1 0,0 0 0,0 0 0,1 0 0,-1 0 0,1 1 0,0-1 0,0 0 0,0 0 0,0 1 0,0-1 0,3-3 0,30-35 0,-6 16 0,2 0 0,0 2 0,2 1 0,66-34 0,-27 22 0,109-35 0,-112 47 0,137-24 0,-168 40 0,1 3 0,-1 0 0,1 3 0,0 1 0,53 9 0,-76-7 0,0 0 0,-1 1 0,1 1 0,-1 0 0,0 1 0,21 11 0,-28-12 0,0 0 0,0 1 0,0-1 0,0 1 0,-1 0 0,0 1 0,0 0 0,-1 0 0,0 0 0,0 0 0,-1 1 0,6 11 0,-5-3 0,-1-1 0,0 1 0,-1-1 0,0 1 0,-1 0 0,-1 0 0,-1 0 0,0 0 0,-1 0 0,-1 0 0,-1 0 0,-5 22 0,-4 4 0,-2-2 0,-1 1 0,-30 54 0,13-35 0,-2-1 0,-3-2 0,-3-2 0,-1-1 0,-3-2 0,-66 59 0,95-99 0,-2 0 0,17-12 0,0 0 0,1 0 0,-1 0 0,0 0 0,0 0 0,0 0 0,0 1 0,0-1 0,0 0 0,1 0 0,-1 0 0,0 0 0,0 0 0,0 0 0,0 0 0,0 0 0,0 0 0,0 0 0,0 0 0,0 1 0,0-1 0,1 0 0,-1 0 0,0 0 0,0 0 0,0 0 0,0 0 0,0 0 0,0 1 0,0-1 0,0 0 0,0 0 0,0 0 0,0 0 0,0 0 0,0 0 0,0 0 0,0 1 0,0-1 0,0 0 0,0 0 0,0 0 0,0 0 0,0 0 0,0 0 0,0 1 0,-1-1 0,1 0 0,0 0 0,0 0 0,0 0 0,0 0 0,0 0 0,0 0 0,0 0 0,141-16 0,269-67 0,-163 5-1365,-146 38-5461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2:05.5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24575,'113'249'0,"62"153"0,-150-335 0,-4 2 0,-3 0 0,-3 2 0,7 76 0,-19-106 17,-3-1 0,-1 1 1,-2 0-1,-1-1 0,-3 1 0,-13 45 0,3-30-388,-3 0-1,-2-2 1,-44 80 0,-11-6-6455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2:06.0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1057 14 24575,'0'-1'0,"0"1"0,0 0 0,0-1 0,-1 1 0,1-1 0,0 1 0,0 0 0,0 0 0,0-1 0,-1 1 0,1 0 0,0-1 0,0 1 0,-1 0 0,1 0 0,0-1 0,-1 1 0,1 0 0,0 0 0,-1 0 0,1-1 0,0 1 0,-1 0 0,1 0 0,0 0 0,-1 0 0,1 0 0,0 0 0,-1 0 0,1 0 0,-1 0 0,0 0 0,-20-3 0,0 1 0,-1 0 0,1 2 0,0 1 0,-1 0 0,-36 9 0,36-7 0,-55 9 0,0 4 0,1 3 0,-77 30 0,115-34 0,1 1 0,0 2 0,1 1 0,1 2 0,1 2 0,1 1 0,-52 49 0,71-58 0,1 0 0,0 1 0,1 0 0,1 1 0,0 1 0,1-1 0,-12 35 0,19-45 0,0 0 0,1 0 0,0 1 0,1-1 0,-1 1 0,1-1 0,1 1 0,0-1 0,0 1 0,0 0 0,1-1 0,0 1 0,0-1 0,1 1 0,0-1 0,1 0 0,-1 0 0,1 0 0,1 0 0,-1 0 0,1-1 0,0 1 0,9 9 0,-4-8 0,0 0 0,0 0 0,1-1 0,0 0 0,1-1 0,0 0 0,0-1 0,0 0 0,0 0 0,1-1 0,0-1 0,-1 0 0,15 1 0,9 1 0,0-2 0,1-2 0,44-3 0,-32-2 0,0-2 0,-1-2 0,1-2 0,81-28 0,-129 38 0,-1 0 0,1 0 0,0 0 0,0 0 0,0 0 0,0 0 0,0 0 0,0 1 0,0-1 0,0 0 0,0 0 0,0 0 0,0 0 0,0 0 0,0 0 0,0 0 0,-1 0 0,1 0 0,0 0 0,0 0 0,0 0 0,0 1 0,0-1 0,0 0 0,0 0 0,0 0 0,0 0 0,0 0 0,0 0 0,0 0 0,0 0 0,0 0 0,0 1 0,0-1 0,0 0 0,0 0 0,0 0 0,0 0 0,1 0 0,-1 0 0,0 0 0,0 0 0,0 0 0,0 0 0,0 1 0,0-1 0,0 0 0,0 0 0,0 0 0,0 0 0,0 0 0,0 0 0,0 0 0,1 0 0,-13 14 0,-20 16 0,-183 154 0,209-179 0,1 1 0,-1-1 0,1 1 0,0 0 0,0 0 0,-6 10 0,11-14 0,-1 0 0,0-1 0,1 1 0,-1 0 0,1 0 0,0-1 0,0 1 0,-1 0 0,1 0 0,0 0 0,0 0 0,1-1 0,-1 1 0,0 0 0,1 0 0,-1-1 0,1 1 0,-1 0 0,1 0 0,0-1 0,0 1 0,-1-1 0,1 1 0,1-1 0,-1 1 0,0-1 0,0 0 0,0 1 0,1-1 0,-1 0 0,1 0 0,-1 0 0,1 0 0,2 1 0,6 4 0,-1-1 0,1 0 0,1 0 0,-1-1 0,1-1 0,0 0 0,-1 0 0,17 1 0,17 0 0,45-1 0,-17-5 0,91-13 0,137-43-1365,4-18-5461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2:07.3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95 24575,'18'-1'0,"0"0"0,28-7 0,0-1 0,-6 4 0,637-65 0,-667 70 0,2-1 0,0 1 0,0 1 0,0 0 0,17 3 0,-27-4 0,0 1 0,0-1 0,0 1 0,-1-1 0,1 1 0,0 0 0,0 0 0,0 0 0,-1 0 0,1 0 0,0 0 0,-1 0 0,1 0 0,-1 1 0,0-1 0,1 1 0,-1-1 0,0 1 0,0-1 0,0 1 0,0 0 0,0 0 0,0-1 0,0 1 0,-1 0 0,1 0 0,-1 0 0,1 0 0,-1 0 0,0 0 0,0 0 0,0 0 0,0 2 0,-1 4 0,0 0 0,-1 1 0,0-2 0,0 1 0,-1 0 0,0 0 0,-1-1 0,-4 9 0,-40 55 0,38-57 0,-118 140 0,70-88 0,57-64 0,-1-1 0,1 1 0,-1 0 0,1 1 0,-1-1 0,1 0 0,0 0 0,0 1 0,0-1 0,1 0 0,-1 1 0,0-1 0,1 1 0,0-1 0,-1 1 0,1-1 0,0 1 0,0-1 0,1 4 0,0-2 0,0 0 0,1 0 0,-1 0 0,1-1 0,0 1 0,0-1 0,0 1 0,0-1 0,1 0 0,-1 0 0,4 3 0,7 6 0,1-1 0,0-1 0,0 0 0,22 11 0,31 11 0,0-3 0,2-3 0,88 22 0,-208-40 0,-251 5-1365,224-13-5461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2:07.6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254 0 24575,'3'1'0,"-1"0"0,1 1 0,0-1 0,0 1 0,0-1 0,-1 1 0,1 0 0,-1 0 0,0 0 0,1 0 0,1 2 0,5 5 0,17 13 0,-2 2 0,0 0 0,-2 2 0,-1 1 0,-1 0 0,18 33 0,-14-15 0,-1 0 0,-2 2 0,20 69 0,-34-95 0,-1 0 0,-1 1 0,-2 0 0,0 0 0,-1 0 0,-1 0 0,-1 0 0,0 1 0,-2-1 0,-1 0 0,-1 0 0,-1-1 0,-1 1 0,0-1 0,-2 0 0,0-1 0,-1 1 0,-2-2 0,0 1 0,-19 24 0,-14 12-273,-4-2 0,-1-2 0,-3-2 0,-66 49 0,-74 48-6553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2:38.3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24575,'0'8'0,"0"0"0,0 0 0,1 1 0,0-1 0,1 0 0,-1-1 0,1 1 0,6 13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9:31.6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 0 24575,'-2'6'-136,"0"0"-1,1 0 1,0 0-1,0 1 1,1-1-1,0 0 1,0 0-1,0 0 0,2 8 1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9:32.2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 24575,'0'0'0,"0"-1"0,0 0 0,0 0 0,0 0 0,0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9:40.6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 2 24575,'0'0'0,"0"0"0,-1 0 0,1-1 0,-1 1 0,1 0 0,0 0 0,-1 0 0,1 0 0,0 0 0,-1 0 0,1 0 0,-1 0 0,1 0 0,-1 0 0,1 0 0,0 0 0,-1 0 0,1 0 0,-1 0 0,1 0 0,0 0 0,-1 1 0,1-1 0,0 0 0,-1 0 0,1 0 0,0 1 0,-1-1 0,1 0 0,0 0 0,-1 1 0,1-1 0,0 0 0,0 1 0,-1 0 0,-8 19 0,3 24 0,6-40-117,1 2 368,1-13-1750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9:42.1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 1 24575,'-2'11'0,"0"-1"0,-1 1 0,0 0 0,0-1 0,-1 0 0,0 1 0,-1-2 0,-8 14 0,13-21 0,0-1 0,0 1 0,1 0 0,-1-1 0,1 1 0,0-1 0,-1 0 0,1 1 0,0-1 0,0 1 0,0-1 0,1 2 0,-1-2 0,-1 0 0,1 0 0,-1 0 0,1 0 0,0 0 0,0-1 0,-1 1 0,1 0 0,0 0 0,0-1 0,0 1 0,-1 0 0,1-1 0,0 1 0,0-1 0,0 1 0,0-1 0,0 0 0,0 1 0,2-1 0,-3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9:51.1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1197 24575,'0'0'0,"2"-2"0,141-80 0,-67 40 0,613-401 0,-530 321 0,-5-7 0,149-163 0,-286 274 0,-7 9 0,-1-1 0,0-1 0,-1 0 0,8-12 0,-16 20-1365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9:51.9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0 572 24575,'6'-10'0,"0"-1"0,1 2 0,0-1 0,0 1 0,1 0 0,14-13 0,-2 2 0,59-58 0,110-86 0,-128 117 0,2 4 0,121-63 0,-170 99 0,-8 3 0,0 0 0,1 1 0,0 0 0,0 0 0,0 1 0,0 0 0,0 0 0,1 1 0,-1 0 0,8-1 0,-13 2-42,-1 1-1,0-1 0,0 0 1,1 1-1,-1-1 0,0 0 1,0 1-1,0 0 0,0-1 1,1 1-1,-1-1 0,0 1 1,0 0-1,0 0 0,0 0 1,-1 0-1,1 0 0,0 0 1,0 0-1,0 0 0,-1 0 1,1 0-1,-1 0 0,1 0 1,-1 1-1,1-1 0,-1 0 1,0 0-1,1 0 0,-1 1 1,0 1-1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0:20.3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1213 24575,'10'-1'0,"58"-10"0,0-2 0,112-39 0,122-71 0,-116 33 0,-4-9 0,201-144 0,310-280 0,-672 505-53,-15 13-111,-1 0 0,1 0 0,0 0 0,0 1 0,0 0 0,1 0 0,9-4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0:21.8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1701 24575,'0'0'0,"0"0"0,4 2 0,0 0 0,0 0 0,0-1 0,0 1 0,0-1 0,0 0 0,7 1 0,10 2 0,0-2 0,1-1 0,-1 0 0,1-2 0,-1 0 0,40-8 0,-5-4 0,78-28 0,-24-2-63,-2-5-1,-1-4 0,143-97 0,279-232-314,-213 131 378,63-46 0,15 25 0,-364 253 49,123-71-160,-129 77 250,0 1 0,2 1 0,-1 1 0,38-8 0,-56 16-19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1:08.7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212 0 24575,'0'0'0,"-1"1"0,0-1 0,-8 6 0,-11 8 0,-9 7 0,-7 8 0,-4 3 0,-1 4 0,6-4-8191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1:10.1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1 223 24575,'0'0'0,"4"14"0,19 59 0,261 746 0,-284-819 0,0 0 0,0 0 0,0 1 0,0-1 0,1 0 0,-1 0 0,0 0 0,0 1 0,0-1 0,0 0 0,0 0 0,1 0 0,-1 0 0,0 0 0,0 1 0,0-1 0,0 0 0,1 0 0,-1 0 0,0 0 0,0 0 0,1 0 0,-1 0 0,0 0 0,0 0 0,0 0 0,1 0 0,-1 0 0,0 0 0,0 0 0,1 0 0,-1 0 0,0 0 0,0 0 0,0 0 0,1 0 0,-1 0 0,0 0 0,0 0 0,0 0 0,1 0 0,-1 0 0,0-1 0,0 1 0,0 0 0,1 0 0,-1 0 0,0 0 0,0-1 0,0 1 0,0 0 0,0 0 0,1-1 0,9-12 0,-9 12 0,14-24 0,-1-1 0,-1 0 0,-1-1 0,-1-1 0,7-32 0,27-148 0,-10-159 0,-32 315 0,-3 51 0,0 0 0,0-1 0,0 1 0,0 0 0,0 0 0,0 0 0,1 0 0,-1 0 0,0 0 0,0 0 0,1 0 0,-1 0 0,1 0 0,-1 0 0,1 0 0,-1 0 0,1 0 0,0 0 0,-1 0 0,1 0 0,0 0 0,0 1 0,-1-1 0,1 0 0,0 1 0,0-1 0,0 1 0,0-1 0,0 1 0,0-1 0,0 1 0,0-1 0,0 1 0,0 0 0,0 0 0,1 0 0,-1-1 0,0 1 0,0 0 0,0 0 0,0 1 0,0-1 0,0 0 0,0 0 0,0 0 0,0 1 0,2 0 0,5 1 0,-1 1 0,1 1 0,-1-1 0,0 1 0,9 7 0,11 10 0,0 1 0,-2 2 0,-1 0 0,-1 1 0,-1 2 0,28 43 0,94 186 0,-5 49 0,-139-304 0,0-1 0,0 0 0,0 0 0,0 0 0,0 0 0,0 0 0,0 0 0,0 0 0,0 0 0,0 0 0,1 0 0,-1 1 0,0-1 0,0 0 0,0 0 0,0 0 0,0 0 0,0 0 0,0 0 0,0 0 0,0 0 0,0 0 0,0 0 0,0 0 0,0 0 0,1 0 0,-1 0 0,0 0 0,0 0 0,0 0 0,0 0 0,0 0 0,0 0 0,0 0 0,0 0 0,0 0 0,0 0 0,1 0 0,-1 0 0,0 0 0,0 0 0,0 0 0,0 0 0,0 0 0,0 0 0,0 0 0,0 0 0,0 0 0,0 0 0,1 0 0,-1 0 0,0 0 0,0 0 0,0 0 0,0 0 0,0 0 0,0 0 0,0 0 0,0-1 0,0 1 0,0 0 0,0 0 0,0 0 0,0 0 0,0 0 0,0 0 0,0 0 0,0 0 0,5-11 0,8-22 0,-2-1 0,-1 0 0,6-47 0,7-109 0,-21 171 0,9-105-341,-6 0 0,-5 0-1,-19-155 1,16 261-6485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1:11.7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2 298 24575,'0'0'0,"0"-1"0,-1 1 0,1 0 0,0-1 0,0 1 0,0 0 0,0-1 0,0 1 0,0 0 0,0-1 0,0 1 0,0 0 0,0-1 0,0 1 0,0 0 0,0 0 0,0-1 0,0 1 0,0 0 0,1-1 0,-1 1 0,0 0 0,0-1 0,0 1 0,0 0 0,1 0 0,-1-1 0,0 1 0,0 0 0,1 0 0,-1 0 0,0-1 0,0 1 0,1 0 0,-1 0 0,85-48 0,2 4 0,177-61 0,-250 106 0,-12 0 0,0 0 0,0-1 0,1 1 0,-1-1 0,0 0 0,0 0 0,0 0 0,0 0 0,5-1 0,110-40 0,40-12 0,-156 53-1365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1:12.0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24575,'0'0'0,"1"10"0,32 153-41,-17-96-290,-3 1 0,-3 0 0,3 115 0,-14-161-6495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1:12.4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0 392 24575,'0'0'0,"0"0"0,5 0 0,54-3 17,0-2 0,-1-2 1,1-3-1,-2-3 0,0-2 0,109-45 0,-46 5-512,-2-5 0,111-77 0,-188 111-6331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1:12.9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24575,'0'0'0,"2"15"0,18 146 0,36 365 0,-55-517 0,4 129 0,-6-119 0,0-1 0,-1 1 0,-1 0 0,-1-1 0,-6 22 0,5-32 0,2-10 0,-1-16 0,4 0 0,1 0 0,1 0 0,0 0 0,2 0 0,0 0 0,0 0 0,9-17 0,2-3 0,2 1 0,24-37 0,-21 40 0,2 2 0,1 1 0,1 1 0,37-36 0,-49 54 0,0 1 0,1 1 0,1 0 0,-1 0 0,1 1 0,1 1 0,0 1 0,0 0 0,0 1 0,1 0 0,0 1 0,26-4 0,-31 8 0,0 0 0,-1 1 0,1 0 0,-1 1 0,1 1 0,-1-1 0,1 1 0,-1 1 0,0 0 0,0 1 0,17 8 0,-13-4 0,0 1 0,-1 0 0,0 1 0,-1 0 0,0 1 0,0 0 0,9 14 0,6 12 0,-1 1 0,-2 1 0,-2 0 0,25 65 0,3 21-1365,-31-75-5461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2:37.7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4597 1122 24575,'-19'-25'0,"-36"-49"0,-2 2 0,-4 4 0,-3 2 0,-2 2 0,-3 4 0,-115-77 0,80 74 0,-221-96 0,-127-11 0,316 123 0,-188-38 0,259 73 0,-1 2 0,1 4 0,-2 3 0,1 2 0,-80 10 0,58 4 0,1 5 0,1 3 0,1 3 0,1 5 0,-88 42 0,75-23 0,2 3 0,2 5 0,-154 124 0,152-97 0,3 4 0,5 4 0,-145 194 0,129-133 0,7 5 0,-82 178 0,143-257 0,3 1 0,3 2 0,-32 147 0,48-156 0,4 0 0,2 1 0,4-1 0,11 130 0,2-119 0,4-1 0,4-1 0,51 145 0,-30-128 0,4-2 0,91 147 0,-51-119 0,5-3 0,6-4 0,4-5 0,173 154 0,-161-173-26,4-4 0,4-6 0,3-5-1,4-5 1,210 90 0,-211-114-36,1-6-1,2-5 0,1-6 1,2-6-1,1-5 1,167 6-1,-134-26 63,1-6 0,-2-8 0,308-64 0,-327 42 0,-2-7 0,-2-6 0,-2-7 0,202-110 0,-260 119 0,-3-5 0,-1-2 0,-3-4 0,-3-3 0,-2-3 0,-3-3 0,90-118 0,-111 124 0,-4-3 0,-2 0 0,-3-3 0,-3 0 0,-2-3 0,-4 0 0,-3-1 0,-3-2 0,21-143 0,-34 142 0,-4 0 0,-3 0 0,-2 0 0,-16-86 0,2 67 0,-5 0 0,-59-160 0,24 117 0,-7 3 0,-5 2 0,-6 3 0,-107-138 0,88 143 0,-6 3 0,-5 5 0,-211-179 0,237 230 0,-4 4 0,-1 3 0,-3 4 0,-3 4 0,-1 4 0,-178-60 0,210 87-8,-1 2 0,-1 4-1,1 1 1,-110-2 0,135 13 61,-1 0 1,1 3 0,0 0 0,0 3-1,0 0 1,1 3 0,0 0 0,1 2-1,-56 30 1,55-22-687,-36 28 0,-14 22-6193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2:39.0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 1 24575,'0'4'0,"-1"1"0,0 0 0,-1-1 0,1 1 0,-1 0 0,0-1 0,0 0 0,0 1 0,-5 6 0,6 8-1365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9:30.9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1 375 24575,'0'15'0,"22"501"0,-10-303 0,-9-158 0,15 175 0,-14-203 0,2 0 0,0-1 0,2 0 0,0 0 0,2-1 0,18 33 0,-26-54 0,0-1 0,0 1 0,0-1 0,0 0 0,1 0 0,0 0 0,-1 0 0,1 0 0,0 0 0,1-1 0,-1 0 0,0 1 0,1-1 0,-1 0 0,1-1 0,5 3 0,-5-3 0,0-1 0,-1 0 0,1 0 0,-1 0 0,1 0 0,0 0 0,-1-1 0,1 1 0,-1-1 0,1 0 0,-1 0 0,0 0 0,1-1 0,-1 1 0,0-1 0,0 0 0,0 0 0,5-4 0,8-7 0,0-1 0,-1-1 0,-1 0 0,0-2 0,-1 1 0,-1-2 0,13-22 0,61-137 0,-34 38 0,-5-1 0,51-266 0,-98 406 0,0 0 0,0-1 0,0 1 0,0 0 0,0 0 0,0 0 0,0 0 0,0 0 0,0 0 0,0-1 0,0 1 0,0 0 0,0 0 0,1 0 0,-1 0 0,0 0 0,0 0 0,0 0 0,0 0 0,0-1 0,0 1 0,0 0 0,0 0 0,0 0 0,1 0 0,-1 0 0,0 0 0,0 0 0,0 0 0,0 0 0,0 0 0,0 0 0,0 0 0,1 0 0,-1 0 0,0 0 0,0 0 0,0 0 0,0 0 0,0 0 0,1 0 0,-1 0 0,0 0 0,0 0 0,0 0 0,0 0 0,0 0 0,0 0 0,0 0 0,1 0 0,-1 0 0,0 0 0,0 0 0,0 0 0,0 0 0,0 1 0,0-1 0,10 10 0,5 17 0,2 11 0,-3 1 0,16 65 0,7 88 0,-17-82 0,-14-75 0,22 89 0,-24-109 0,1 0 0,1 0 0,0 0 0,1-1 0,15 24 0,-21-37 0,0 1 0,0-1 0,0 1 0,1-1 0,-1 0 0,0 1 0,1-1 0,-1 0 0,1 0 0,-1 0 0,1 0 0,-1 0 0,1-1 0,0 1 0,-1 0 0,1-1 0,0 1 0,0-1 0,-1 1 0,1-1 0,3 0 0,-2 0 0,0-1 0,0 1 0,0-1 0,0 0 0,0 0 0,0 0 0,-1 0 0,1-1 0,0 1 0,0-1 0,4-3 0,3-5 0,1 0 0,-1 0 0,-1-1 0,13-18 0,5-13 0,-2-2 0,-1 0 0,-3-1 0,19-59 0,46-198 0,-48 131 0,-6-2 0,10-208 0,-41 336-1365,-2 36-5461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9:33.8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24575,'0'0'0,"0"9"0,0 64 0,6 450 0,35-2 0,-36-480 0,-2-11 0,1 0 0,2-1 0,11 36 0,-12-121 0,-3-6 0,4 1 0,2 0 0,20-77 0,-20 106 0,2 2 0,1-1 0,1 1 0,2 1 0,1 0 0,2 1 0,0 0 0,22-24 0,-34 45 0,1 1 0,-1 0 0,2 0 0,-1 1 0,1 0 0,-1 0 0,1 0 0,1 1 0,-1 0 0,0 1 0,11-4 0,-15 6 0,0 0 0,1 1 0,-1-1 0,0 1 0,1 0 0,-1 0 0,0 0 0,0 0 0,1 1 0,-1-1 0,0 1 0,0 0 0,0 0 0,1 0 0,-1 0 0,0 1 0,0-1 0,-1 1 0,1 0 0,0-1 0,0 1 0,-1 1 0,0-1 0,1 0 0,-1 1 0,0-1 0,0 1 0,0-1 0,0 1 0,2 5 0,2 3 0,-1 1 0,0 0 0,-1 0 0,-1 0 0,0 0 0,0 1 0,-1-1 0,-1 1 0,1 17 0,-3 12 0,-8 61 0,-50 174 0,11-69 0,46-197-341,0 1 0,1-1-1,1 18 1,0-18-6485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9:34.6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76 1 24575,'0'24'0,"3"210"0,-2 213 0,-32-1 0,10-308 0,-6 60 0,33-246 0,3-1 0,2 2 0,2 0 0,2 0 0,24-50 0,-3 21 0,3 3 0,58-85 0,-70 119 0,2 0 0,64-65 0,-84 95 0,1-1 0,1 1 0,-1 1 0,2 0 0,-1 1 0,1 0 0,0 0 0,0 1 0,1 1 0,0 0 0,0 1 0,0 0 0,0 1 0,26-2 0,-32 5 0,0 0 0,0 1 0,0-1 0,0 2 0,0-1 0,-1 1 0,1 0 0,0 0 0,-1 1 0,0 0 0,1 0 0,-1 0 0,6 5 0,-4-2 0,-1 1 0,0 0 0,0 0 0,0 1 0,-1-1 0,0 1 0,0 1 0,5 10 0,1 8 0,-1 1 0,-1 0 0,-1 0 0,-2 1 0,5 33 0,-4-5 30,-2 0 0,-3 1 0,-8 104 0,-5-72-773,-36 149 1,36-201-6084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2:41.1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3331 660 24575,'-3'-1'0,"0"-1"0,0 1 0,0-1 0,0 0 0,0 1 0,0-1 0,1-1 0,-6-4 0,-4-4 0,-81-50 0,-2 4 0,-109-48 0,-215-73 0,351 151 0,-339-114 0,338 124 0,-2 2 0,1 4 0,-2 3 0,-71 1 0,55 9 0,0 4 0,1 4 0,0 3 0,1 4 0,-90 31 0,112-26 0,1 2 0,2 3 0,0 3 0,2 2 0,2 3 0,0 2 0,-62 56 0,82-59 0,1 2 0,2 1 0,1 2 0,3 1 0,1 1 0,2 2 0,-23 48 0,25-37 0,3 1 0,2 0 0,2 2 0,3 0 0,-13 101 0,14-9 0,8 220 0,43 150 0,55 100 0,-57-467 0,6-1 0,61 145 0,-76-233 0,3-2 0,2 0 0,3-3 0,2-1 0,3-1 0,2-2 0,3-2 0,2-2 0,2-2 0,2-3 0,2-1 0,1-3 0,3-2 0,115 60 0,-93-62 0,2-4 0,2-3 0,1-3 0,0-5 0,2-3 0,102 10 0,-108-23 0,1-3 0,-1-3 0,1-4 0,-1-3 0,0-3 0,147-41 0,-134 22 0,-2-5 0,-1-3 0,-2-4 0,-1-4 0,-3-4 0,-2-3 0,-2-4 0,-3-3 0,-3-3 0,92-100 0,-129 120 0,-2-2 0,-2-1 0,-1-2 0,-3-1 0,-2-1 0,-3-1 0,-1-1 0,-3-1 0,-2-1 0,-2-1 0,14-101 0,-13 14 0,-6-280 0,-57-142 0,26 414 0,-6 2 0,-62-197 0,59 254 0,-5 3 0,-3 0 0,-3 3 0,-103-153 0,89 162 0,-3 4 0,-4 2 0,-115-102 0,121 125 0,-1 2 0,-3 3 0,-1 3 0,-2 2 0,-83-34 0,115 58-341,-1 2 0,-1 0-1,-41-5 1,-4 5-6485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9:48.6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24575,'1'16'0,"1"0"0,1 0 0,5 21 0,3 9 0,0-93 0,2 67-1365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29:50.4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0 834 24575,'0'0'0,"1"24"0,2 3 0,0 0 0,2 0 0,1 0 0,1-1 0,11 26 0,-13-38 0,1-1 0,0 0 0,1 0 0,1 0 0,0-1 0,0-1 0,1 1 0,1-1 0,0-1 0,0 0 0,16 12 0,-19-18 0,1 1 0,0-1 0,0-1 0,0 0 0,1 0 0,-1 0 0,0-1 0,1 0 0,0-1 0,0 0 0,-1 0 0,1-1 0,0 0 0,16-3 0,0-1 0,-1-1 0,0-2 0,0 0 0,27-13 0,29-17 0,-1-4 0,132-91 0,133-128 0,-332 251 0,681-561 0,-540 441 0,-146 123-1365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1:02.2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 1 24575,'-4'20'0,"0"1"0,1-1 0,0 32 0,1-11 0,-6 44 0,0-10 0,3 0 0,10 141 0,-5-215 0,0 0 0,0 0 0,0-1 0,0 1 0,0 0 0,0-1 0,0 1 0,0 0 0,1-1 0,-1 1 0,0 0 0,1-1 0,-1 1 0,0-1 0,1 1 0,-1-1 0,1 1 0,-1-1 0,1 1 0,-1-1 0,1 1 0,-1-1 0,1 1 0,-1-1 0,1 0 0,-1 1 0,1-1 0,1 1 0,-1-1 0,1 0 0,-1 0 0,1 0 0,-1-1 0,1 1 0,-1 0 0,1-1 0,-1 1 0,1-1 0,-1 1 0,0-1 0,3-1 0,38-30 0,-40 30 0,19-18 0,0-2 0,-2 0 0,-1-1 0,23-37 0,-12 11 0,30-73 0,-59 120 0,1 1 0,-1-1 0,1 1 0,0 0 0,-1-1 0,1 1 0,0 0 0,0-1 0,0 1 0,0 0 0,0 0 0,0 0 0,0 0 0,0 0 0,0 0 0,1 0 0,-1 0 0,0 1 0,1-1 0,-1 0 0,0 1 0,1-1 0,-1 1 0,1-1 0,-1 1 0,3 0 0,-1 0 0,0 1 0,0-1 0,0 1 0,0 0 0,0 0 0,0 0 0,0 1 0,-1-1 0,1 1 0,-1-1 0,1 1 0,3 3 0,6 7 0,0 0 0,-1 0 0,17 25 0,-7-6 0,-2 1 0,-2 1 0,21 53 0,-37-85 0,-1-1 0,0 1 0,1 0 0,-1 0 0,1 0 0,-1-1 0,1 1 0,0 0 0,-1 0 0,1-1 0,0 1 0,-1-1 0,1 1 0,0-1 0,0 1 0,-1-1 0,1 1 0,0-1 0,0 1 0,0-1 0,0 0 0,-1 0 0,1 0 0,0 1 0,0-1 0,0 0 0,0 0 0,0 0 0,0 0 0,0 0 0,0 0 0,0-1 0,-1 1 0,1 0 0,0 0 0,0-1 0,0 1 0,0 0 0,0-1 0,-1 1 0,2-2 0,35-23 0,-36 24 0,20-18 0,0-1 0,-2-1 0,0-1 0,-2-1 0,0 0 0,20-40 0,-15 21 0,-3-1 0,-1-1 0,14-55 0,-28 86-109,-2 8-48,0-1 0,-1 1 0,1-1 0,-1 1 0,-1-1 0,1 1 0,-1-11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1:03.0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316 0 24575,'-14'33'0,"-80"211"0,-74 161 0,163-396 0,-19 31 0,24-40 0,0 0 0,-1 0 0,1 0 0,0 0 0,0 0 0,-1 0 0,1 0 0,0 0 0,0 0 0,-1 0 0,1 0 0,0 0 0,0 0 0,0 0 0,-1-1 0,1 1 0,0 0 0,0 0 0,0 0 0,-1 0 0,1 0 0,0-1 0,0 1 0,0 0 0,0 0 0,-1 0 0,1-1 0,0 1 0,0 0 0,0 0 0,0 0 0,0-1 0,0 1 0,0 0 0,0 0 0,0-1 0,0 1 0,0 0 0,0 0 0,0-1 0,-4-12 0,3 5 0,1 0 0,0 0 0,1 0 0,0 0 0,0 0 0,1 0 0,0 0 0,0 0 0,1 1 0,0-1 0,0 1 0,6-9 0,3-5 0,2 1 0,27-33 0,-20 28 0,1 1 0,2 1 0,0 2 0,1 0 0,1 1 0,1 2 0,0 1 0,2 1 0,0 1 0,0 1 0,47-13 0,-71 25 0,0 1 0,0 0 0,0 0 0,1 0 0,-1 1 0,0-1 0,1 2 0,-1-1 0,0 0 0,1 1 0,-1 0 0,0 0 0,0 0 0,1 1 0,-1 0 0,8 4 0,-9-3 0,0 1 0,0-1 0,0 1 0,0-1 0,-1 1 0,1 0 0,-1 1 0,0-1 0,-1 1 0,1-1 0,-1 1 0,0 0 0,0 0 0,0-1 0,0 2 0,1 9 0,0 5 24,-1 1 0,0 0 0,-2-1 0,-2 31 0,-16 81-1509,10-87-5341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1:03.8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416 124 24575,'-32'-5'0,"2"-1"0,-2-1 0,1 2 0,-1 0 0,0 3 0,0 0 0,-45 4 0,72-1 0,0 0 0,0 0 0,0 1 0,0-1 0,0 1 0,0 0 0,0 1 0,1-1 0,-1 1 0,1 0 0,0 0 0,0 0 0,0 0 0,0 1 0,-5 6 0,4-4 0,1 1 0,0-1 0,0 1 0,1 0 0,-1 1 0,2-1 0,-1 0 0,1 1 0,-2 11 0,2-3 0,0-1 0,1 1 0,1 0 0,1-1 0,0 1 0,1-1 0,0 1 0,2-1 0,9 29 0,-8-32 0,1-1 0,0 0 0,0 0 0,1-1 0,0 1 0,1-2 0,0 1 0,1-1 0,0 0 0,0-1 0,1 0 0,0-1 0,0 0 0,17 9 0,-13-9 0,1-1 0,0 0 0,1-1 0,-1-1 0,1 0 0,0-1 0,0-1 0,0 0 0,0-2 0,26-1 0,-27 0 0,0-1 0,0 0 0,-1-1 0,1-1 0,-1-1 0,0 0 0,0-1 0,0 0 0,-1-1 0,0 0 0,17-13 0,-21 12 0,0 0 0,0 0 0,-1-1 0,-1 0 0,1 0 0,-1 0 0,-1-1 0,0 0 0,0-1 0,-1 1 0,0-1 0,-1 0 0,0 0 0,-1-1 0,3-17 0,-5 18 8,1 0 0,-2 0-1,1 0 1,-2-1 0,1 1-1,-2 0 1,1 1 0,-2-1-1,1 0 1,-1 0 0,-1 1 0,0 0-1,-1 0 1,-10-19 0,6 16-143,0 1 0,-1 1 1,0 0-1,-1 0 1,0 1-1,-1 0 0,0 1 1,-1 0-1,1 1 1,-18-8-1,-78-32-6691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1:23.9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276 399 24575,'3'0'0,"-1"1"0,1-1 0,0 1 0,-1-1 0,1 0 0,0 0 0,0-1 0,-1 1 0,6-2 0,16-1 0,180-15-56,1191-80-1106,-959 85 1107,125-4-93,-9-31 62,-529 45 86,8-1 0,39-10 0,-70 14 10,1 0 0,0 0 0,0 0 0,-1 0-1,1 0 1,0 0 0,0-1 0,-1 1 0,1 0-1,0 0 1,-1-1 0,1 1 0,0 0 0,-1-1-1,1 1 1,0-1 0,-1 1 0,1-1 0,-1 1-1,1-1 1,-1 1 0,1-1 0,-1 0 0,0 1-1,1-1 1,0-1 0,-2 1 36,-1 0 0,1-1 0,0 1 0,-1 0 0,1 0 0,0 0 0,-1 0 0,1 0-1,-1 0 1,0 1 0,1-1 0,-1 0 0,1 1 0,-1-1 0,-2 1 0,-43-13 64,-1 3 0,0 2 0,-61-3 0,98 10-94,-814-20-811,-9 74-77,-707 147 763,1499-193 109,24-5 0,0 1 0,0 1 0,-17 6 0,80-2 1424,337 12-982,14-24-772,898-60-963,2-48 436,-1249 105 1347,-30 4-35,-14 0 0,-56-6-61,-72-4-1,81 10-266,-196-12 0,-2335 68-3244,2482-47 3117,36-3 0,0 2 0,-59 15 0,135-15 2045,29 1-1799,657-2 373,3-55-1885,289-92 1266,-890 117 0,-93 19 14,-18 1 339,-32-2 508,-250-15-594,-6 21-294,281 2 32,-137 2-687,-153 22-1,202-8-6143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1:26.2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 1732 24575,'-17'-12'0,"6"5"0,10 8 0,1-1 0,-1 1 0,1 0 0,0 0 0,-1 0 0,1 0 0,0-1 0,0 1 0,0 0 0,0 0 0,0 0 0,-1 0 0,2 0 0,-1 0 0,0-1 0,0 1 0,0 0 0,0 0 0,0 0 0,1 1 0,-1-1 0,1 1 0,-1-1 0,0 0 0,1 0 0,-1 0 0,0 0 0,1 0 0,-1 0 0,1 0 0,0 0 0,-1 0 0,1 0 0,0 0 0,-1 0 0,1 0 0,0-1 0,0 1 0,0 0 0,0 0 0,0-1 0,0 1 0,0-1 0,0 1 0,0-1 0,1 1 0,35 3 0,-6-6 0,1-2 0,-1-2 0,0 0 0,54-20 0,113-45 0,61-41-319,710-398-2862,-29-59 2359,-877 530 890,330-206-1125,-127 76 4912,-291 200-2399,-22 18-1404,-92 74-1,-63 28-1519,54-46-5358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1:27.0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305 2241 24575,'477'-239'17,"-225"110"-483,-62 34-401,1381-707-2576,-23-60 4294,-1539 856-722,8-3 788,-14 6 146,-9 5 580,-262 83-1480,76-26-170,-67 27 7,-81 32 0,-86 38 0,-2106 953-6171,2254-960 6027,250-134 35,24-13 192,0 0 0,-1 0 0,1 1 0,0 0 0,0-1 0,0 1 0,0 1 1,-5 5-1,9-7 1193,6-3 1,23-9-319,31-16-1,-16 7-368,1710-795-1520,-1263 580 704,987-478-98,-1421 684 638,-28 13 185,2 0-1,56-17 1,-87 32-487,1 1 1,-1-1-1,1 1 0,0-1 0,-1 1 0,1-1 0,-1 1 0,1-1 0,-1 1 0,0 0 0,1-1 1,-1 1-1,1 0 0,-1-1 0,0 1 0,0 0 0,1-1 0,-1 1 0,0 0 0,0 0 0,0-1 1,0 1-1,0 0 0,0 0 0,0-1 0,0 1 0,0 0 0,-1 0 0,1 26-37,-1-24-65,0-1 0,1 1 0,-1-1 0,0 0 0,-1 1 0,1-1 0,0 0 0,-1 0 0,1 0 0,-1 0 0,0 0 0,0 0 0,0-1 0,-2 3 0,-2 1-6735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1:38.2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24575,'0'0'0,"3"7"0,219 865 0,-174-600 0,16 346 0,-54-320-1365,-8-184-5461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1:38.6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453 259 24575,'0'-12'0,"1"0"0,0 1 0,1-1 0,0 0 0,1 1 0,0-1 0,0 1 0,2 0 0,6-15 0,-6 18 0,-1 1 0,1 0 0,1 0 0,-1 0 0,1 0 0,0 1 0,1 0 0,-1 0 0,1 1 0,1 0 0,-1 0 0,1 0 0,10-4 0,5 1 0,1 0 0,-1 2 0,1 0 0,1 2 0,-1 1 0,1 1 0,-1 1 0,33 2 0,8 4 0,127 28 0,-104-11 0,-2 3 0,0 4 0,-2 3 0,-2 5 0,-1 2 0,79 54 0,-111-61 0,-2 2 0,-1 2 0,-1 2 0,-2 2 0,-2 2 0,-2 2 0,-2 1 0,-2 2 0,-2 1 0,36 70 0,-57-91 0,0 0 0,-2 0 0,-1 1 0,-2 0 0,0 0 0,-2 1 0,-1 0 0,-2 0 0,-1 56 0,-4-51 0,-2 0 0,-1 0 0,-2-1 0,-1 0 0,-1 0 0,-2-1 0,-1-1 0,-20 35 0,-3-6-103,-2-3-1,-2-1 1,-3-2 0,-2-2-1,-81 73 1,23-37-207,-214 139 0,154-128 285,-217 97 1,240-136-6,-1-6 0,-158 37 0,249-78-259,0-3-1,-1-2 0,-55 1 1,25-11-5365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1:39.1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369 138 24575,'-8'26'0,"-126"346"0,-25 84 0,158-454 0,-37 161 0,35-146 0,1-1 0,0 1 0,2 0 0,0 0 0,1 0 0,0 0 0,7 26 0,-8-41 0,1 1 0,-1 0 0,1-1 0,0 1 0,0 0 0,1-1 0,-1 0 0,0 1 0,1-1 0,-1 0 0,1 1 0,0-1 0,0 0 0,0 0 0,0 0 0,0-1 0,0 1 0,0 0 0,1-1 0,-1 0 0,1 1 0,-1-1 0,1 0 0,-1 0 0,1-1 0,0 1 0,-1 0 0,1-1 0,0 1 0,0-1 0,-1 0 0,1 0 0,0 0 0,0-1 0,-1 1 0,6-2 0,5-1 0,0-1 0,-1-1 0,1 0 0,-1-1 0,-1 0 0,20-13 0,5-7 0,-2-2 0,0-1 0,-2-2 0,-1-1 0,-1-1 0,27-41 0,-22 22 0,-2-1 0,-2-1 0,42-107 0,-57 118 0,-2 0 0,-2-1 0,-2-1 0,9-86 0,-18 109 0,0 0 0,-1 0 0,-2 0 0,0 0 0,-1 0 0,-1 0 0,-1 0 0,-1 1 0,-1 0 0,-1 0 0,-1 0 0,-11-19 0,12 29 5,1 0 0,-1 1 0,-1 0 0,0 1 0,0 0 0,-1 0 0,0 1 0,-1 0 0,0 1 0,0 0 0,0 0 0,-1 2 0,0-1 0,0 1 0,-1 1 0,1 0 0,-1 1 0,0 1 0,0 0 0,0 0 0,0 1 0,0 1 0,-21 2 0,12 0-111,0 1 0,0 1 0,0 0 0,1 2 0,0 1 0,0 1-1,1 0 1,-1 2 0,2 0 0,0 1 0,0 1 0,1 1 0,-17 15 0,-25 33-6720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1:40.4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 1 24575,'14'30'0,"-5"-4"0,0 0 0,-3 0 0,0 1 0,-1 0 0,0 31 0,-3 138 0,-12-26 0,-46 246 0,55-415 0,1 0 0,0 0 0,-1 1 0,1-1 0,0 0 0,0 0 0,0 0 0,0 0 0,0 0 0,0 0 0,0 0 0,0 0 0,0 1 0,0-1 0,1 0 0,-1 0 0,0 0 0,1 0 0,-1 0 0,1 0 0,0 1 0,0-2 0,1 0 0,-1 0 0,0 0 0,0 0 0,1 0 0,-1 0 0,0-1 0,1 1 0,-1 0 0,0-1 0,0 1 0,0-1 0,1 1 0,-1-1 0,0 1 0,0-1 0,0 0 0,0 0 0,1-1 0,23-17 0,-2 0 0,0-2 0,-1 0 0,31-40 0,66-106 0,-106 148 0,5-7 0,0 0 0,-2-2 0,-1 0 0,17-47 0,-33 96 0,1-1 0,0 0 0,4 22 0,4 35 0,29 124 0,-27-159 0,3-2 0,1 0 0,2-1 0,35 64 0,-44-91 0,1-1 0,0 0 0,0 0 0,1-1 0,0 0 0,1-1 0,11 9 0,-19-16 0,1 1 0,0-2 0,0 1 0,0 0 0,0 0 0,0-1 0,1 0 0,-1 0 0,0 0 0,0 0 0,1 0 0,-1 0 0,1-1 0,-1 0 0,1 0 0,-1 0 0,1 0 0,-1 0 0,0-1 0,1 1 0,-1-1 0,1 0 0,-1 0 0,0 0 0,0-1 0,0 1 0,1-1 0,-2 0 0,1 0 0,0 0 0,0 0 0,3-3 0,0-2 0,0 1 0,-1-1 0,1 0 0,-1 0 0,-1 0 0,1-1 0,-2 1 0,1-1 0,-1 0 0,0 0 0,0-1 0,-1 1 0,0 0 0,-1-1 0,0 0 0,0 1 0,-1-1 0,0 0 0,-2-14 0,0 5 0,-1 0 0,-1 0 0,-1 0 0,-1 0 0,0 1 0,-1-1 0,-1 2 0,-12-21 0,-5 1 0,-1 1 0,-2 1 0,-2 2 0,-1 0 0,-1 3 0,-1 0 0,-2 2 0,-38-23 0,64 45 0,6 3 0,-1 0 0,1 0 0,-1 0 0,1-1 0,0 0 0,0 1 0,0-1 0,0 0 0,-3-5 0,6 8 0,-1-1 0,1 0 0,0 0 0,-1 0 0,1 0 0,0 0 0,0 0 0,0 0 0,0 0 0,0 0 0,0 0 0,0 0 0,0 0 0,0 0 0,0 0 0,1 0 0,-1-1 0,2-1 0,-1 1 0,1-1 0,-1 1 0,1-1 0,0 1 0,0 0 0,0 0 0,3-3 0,21-15 0,2 0 0,0 3 0,1 0 0,47-19 0,45-19 0,3 5 0,1 5 0,3 6 0,253-43 0,-345 77 0,0 2 0,0 1 0,1 2 0,-1 2 0,56 9 0,-78-9 0,-1 1 0,0 1 0,0 0 0,-1 1 0,1 0 0,-1 1 0,0 1 0,0 0 0,-1 0 0,0 1 0,0 0 0,-1 1 0,0 1 0,0-1 0,-1 1 0,-1 1 0,0 0 0,7 12 0,-3 1 0,-1 1 0,-1 0 0,-1 1 0,-2 0 0,0 1 0,-2-1 0,-1 1 0,-1 0 0,-1 0 0,-3 37 0,-3 0 0,-3-1 0,-2 0 0,-23 79 0,21-99 0,-1-1 0,-3-1 0,-1 0 0,-32 58 0,47-97 0,0 0 0,0 0 0,0 0 0,-1-1 0,1 1 0,0-1 0,-1 1 0,1-1 0,-1 1 0,1-1 0,-1 0 0,0 0 0,0 0 0,1 0 0,-5 2 0,5-3 0,0 0 0,0 0 0,0 0 0,0 0 0,0 0 0,-1 0 0,1-1 0,0 1 0,0 0 0,0 0 0,0-1 0,0 1 0,0-1 0,0 1 0,0-1 0,0 1 0,0-1 0,1 0 0,-1 1 0,0-1 0,-1-1 0,-2-3 0,1 0 0,-1 0 0,1 0 0,0 0 0,1-1 0,-1 1 0,1-1 0,0 1 0,-2-12 0,1-7 0,0 0 0,1-1 0,2 1 0,0 0 0,2-1 0,8-44 0,3 11 0,35-95 0,-27 96 0,40-74 0,-50 110 0,2-1 0,0 2 0,2 0 0,0 1 0,1 0 0,24-20 0,-35 35 0,0-1 0,1 1 0,-1 0 0,1 1 0,0 0 0,0-1 0,1 2 0,-1-1 0,1 1 0,-1 0 0,1 0 0,0 1 0,-1 0 0,1 0 0,0 1 0,9 0 0,-8 1 0,0 0 0,0 1 0,0 0 0,0 1 0,0 0 0,0 0 0,-1 0 0,0 1 0,0 0 0,0 0 0,0 1 0,-1 0 0,9 9 0,4 5 0,-1 1 0,-1 2 0,-1 0 0,-1 0 0,-1 1 0,-1 1 0,-1 0 0,12 37 0,3 19 0,23 114 0,29 308 0,-77-491 0,-2-4 0,1-1 0,0 0 0,0 1 0,1-1 0,3 10 0,-5-15 0,1 0 0,-1 0 0,1 0 0,0 0 0,0 1 0,0-1 0,-1 0 0,1 0 0,0-1 0,0 1 0,0 0 0,1 0 0,-1 0 0,0-1 0,0 1 0,0 0 0,0-1 0,1 1 0,-1-1 0,0 0 0,1 1 0,-1-1 0,0 0 0,1 0 0,-1 0 0,0 0 0,1 0 0,-1 0 0,0 0 0,1 0 0,1-1 0,10-3 0,-1-1 0,0 0 0,0-1 0,-1-1 0,0 1 0,0-2 0,-1 0 0,15-13 0,18-18 0,-1-1 0,-2-2 0,-2-2 0,-2-2 0,-2-1 0,-2-2 0,-2-1 0,-2-1 0,-3-1 0,-2-2 0,-2 0 0,-3-1 0,19-96 0,-34 135 0,-1 6 0,0 1 0,0-1 0,-1 1 0,-1-1 0,1 0 0,-2 1 0,1-1 0,-4-14 0,4 24 0,0 0 0,0 0 0,0-1 0,0 1 0,0 0 0,0 0 0,0-1 0,0 1 0,0 0 0,0 0 0,0-1 0,-1 1 0,1 0 0,0 0 0,0-1 0,0 1 0,0 0 0,-1 0 0,1 0 0,0-1 0,0 1 0,-1 0 0,1 0 0,0 0 0,0 0 0,0 0 0,-1-1 0,1 1 0,0 0 0,-1 0 0,1 0 0,0 0 0,0 0 0,-1 0 0,1 0 0,0 0 0,0 0 0,-1 0 0,1 0 0,0 0 0,-1 0 0,1 0 0,0 0 0,0 1 0,-1-1 0,1 0 0,0 0 0,0 0 0,-1 0 0,1 0 0,0 1 0,-1-1 0,-11 15 0,3 1 0,0 1 0,1 0 0,1 0 0,-8 29 0,-12 78 0,24-107 0,-17 113 0,6 1 0,2 137 0,28 265 0,-15-521 14,0 0-1,-1 0 0,0 0 1,-1 0-1,-1 0 0,0 0 1,-5 17-1,4-24-99,1 0-1,-1 0 0,0 0 1,0 0-1,0 0 1,-1-1-1,0 0 0,0 0 1,0 0-1,0 0 1,-1 0-1,1-1 0,-1 0 1,0 0-1,0 0 1,-10 3-1,-64 22-6739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1:40.9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0 315 24575,'0'0'0,"1"0"0,-1 0 0,0 0 0,0 1 0,0-1 0,0 0 0,0 0 0,0 0 0,1 0 0,-1 0 0,0 0 0,0 0 0,0 0 0,0 0 0,0 1 0,0-1 0,0 0 0,0 0 0,0 0 0,1 0 0,-1 0 0,0 0 0,0 1 0,0-1 0,0 0 0,0 0 0,0 0 0,0 0 0,0 0 0,0 1 0,0-1 0,0 0 0,0 0 0,0 0 0,0 0 0,0 0 0,0 1 0,0-1 0,0 0 0,-1 0 0,1 0 0,0 0 0,0 0 0,0 0 0,0 1 0,0-1 0,0 0 0,0 0 0,0 0 0,-1 0 0,26 5 0,32 0 0,89-6 0,-105 0 0,198-9 0,1601-100-3667,-1316 77 2551,963-86-50,-1183 93 1481,-255 20 499,-35 3-304,0 1 0,0 1 0,0 1-1,0 0 1,0 0 0,17 4 0,-30-1-371,-1 1 0,1-1 0,-1 1 0,1-1 0,-1 1 0,0-1 0,0 1 0,-1 4 0,-2-10-139,0 1 0,1-1 0,-1 1 0,1-1 0,0 0 0,0 0 0,-4-4 0,-6-13-1365,0-2-5461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2:43.4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3117 1076 24575,'-19'-20'0,"-121"-108"0,-238-205 0,292 266 0,-3 3 0,-156-83 0,131 92 0,-2 4 0,-2 6 0,-3 5 0,-1 5 0,-1 6 0,-1 5 0,-135-8 0,205 28 0,-1 3 0,1 2 0,0 3 0,0 2 0,0 2 0,1 3 0,0 2 0,-66 26 0,88-27 0,2 1 0,0 2 0,0 0 0,2 2 0,0 2 0,1 0 0,1 2 0,0 0 0,2 2 0,1 0 0,0 2 0,2 1 0,1 0 0,1 1 0,-16 35 0,14-16 0,1 1 0,3 1 0,2 1 0,3 0 0,1 1 0,3 0 0,-3 89 0,12-27 0,4-1 0,29 158 0,-18-177 0,4 0 0,4-2 0,4 0 0,4-2 0,4-2 0,63 108 0,-59-127 0,3-2 0,2-2 0,3-2 0,3-2 0,3-2 0,1-3 0,125 91 0,-108-98 0,1-4 0,2-2 0,2-4 0,1-4 0,2-3 0,1-3 0,1-4 0,1-4 0,132 14 0,-81-24 0,0-5 0,0-6 0,0-6 0,0-6 0,180-42 0,-152 18 0,231-86 0,-318 94 0,-1-3 0,-2-4 0,-1-2 0,-3-4 0,70-55 0,-103 69 0,-2-3 0,0 0 0,-3-2 0,0-1 0,-3-2 0,-1-1 0,-1-1 0,26-56 0,-39 67 0,-1-1 0,-1 0 0,-2-1 0,-1 0 0,-2 0 0,0-1 0,-3 0 0,0 0 0,-2 0 0,-1 0 0,-1 0 0,-2 0 0,-10-42 0,3 32 0,-2 0 0,-2 1 0,-2 0 0,-1 1 0,-2 1 0,-38-54 0,23 44 0,-2 3 0,-2 1 0,-2 1 0,-54-44 0,21 29 0,-155-96 0,-92-11 0,10 32 0,212 97 0,-125-28 0,195 59-273,0 0 0,0 2 0,0 1 0,-52 3 0,-8 8-6553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2:43.7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24575,'0'0'0,"4"1"0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4:39.40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0 24575,'0'0'0,"0"1"0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4:42.98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1146 965 24575,'0'-29'0,"-1"1"0,-1 0 0,-2 0 0,-1 0 0,-1 1 0,-1-1 0,-12-27 0,13 41 0,0 0 0,-2 1 0,1-1 0,-2 2 0,0-1 0,0 1 0,-1 1 0,0-1 0,-1 2 0,-1-1 0,1 2 0,-2 0 0,1 0 0,-23-11 0,15 10 0,1 2 0,-2 0 0,1 2 0,-1 0 0,0 1 0,0 1 0,0 1 0,0 1 0,-1 1 0,-25 2 0,21 1 0,1 2 0,0 0 0,0 2 0,0 1 0,0 1 0,1 1 0,-42 22 0,34-12 0,0 2 0,2 1 0,0 1 0,2 1 0,0 2 0,2 0 0,1 2 0,1 1 0,2 1 0,1 1 0,-33 63 0,39-60 0,0 1 0,3 0 0,1 1 0,1 1 0,2 0 0,2 0 0,1 0 0,1 55 0,4-69 0,2 0 0,1 0 0,0 0 0,2-1 0,1 1 0,12 31 0,-12-40 0,1 1 0,1-1 0,0 0 0,1-1 0,0 1 0,1-2 0,0 0 0,2 0 0,-1-1 0,14 10 0,-16-13 0,2-2 0,-1 1 0,1-2 0,0 1 0,0-1 0,0-1 0,1 0 0,0-1 0,-1 0 0,1-1 0,0 0 0,1-1 0,-1 0 0,0-1 0,0 0 0,0-1 0,0 0 0,0-1 0,0-1 0,0 0 0,13-5 0,3-3 0,0-1 0,0-1 0,-2-1 0,0-2 0,0 0 0,-2-2 0,34-30 0,-13 3 0,-1-2 0,-2-1 0,-3-3 0,-1-1 0,-3-2 0,47-97 0,-33 42 0,-5-3 0,50-190 0,-40 43 0,-49 220 0,-1 1 0,-2-1 0,-2 0 0,-9-67 0,9 102 0,-1 1 0,1-1 0,-1 0 0,0 1 0,0 0 0,-1-1 0,1 1 0,-1 0 0,1 0 0,-3-4 0,3 7 0,1-1 0,-1 1 0,1-1 0,-1 1 0,1 0 0,-1-1 0,1 1 0,-1 0 0,1-1 0,-1 1 0,0 0 0,1 0 0,-1 0 0,1 0 0,-1-1 0,0 1 0,1 0 0,-1 0 0,1 0 0,-1 0 0,0 0 0,1 0 0,-2 1 0,1-1 0,-1 1 0,0 0 0,1-1 0,-1 1 0,1 0 0,-1 0 0,1 0 0,-1 1 0,1-1 0,0 0 0,-3 3 0,-10 14 0,0 1 0,1 0 0,1 1 0,-18 38 0,-28 95 0,34-78 0,4 0 0,3 1 0,4 1 0,-7 128 0,19-154 0,1 0 0,4 0 0,1 0 0,2-1 0,3 0 0,2 0 0,2-1 0,23 54 0,-26-79 12,1-1 0,1 0 0,1 0 0,0-2 0,2 0 0,1 0 0,0-2 0,2 0 0,21 17 0,-23-22-136,1-2 0,0 0 1,1-1-1,0-1 0,1-1 0,0-1 1,0-1-1,1 0 0,0-1 0,0-2 1,27 3-1,18-2-6702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4:43.59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427 6 24575,'98'-6'0,"102"22"0,-168-11 0,0 2 0,0 0 0,-1 3 0,36 15 0,-59-22 0,-1 0 0,0 1 0,-1-1 0,1 2 0,-1-1 0,0 1 0,0 0 0,0 0 0,0 1 0,-1-1 0,0 1 0,8 13 0,-11-14 0,1 0 0,-1 0 0,-1 1 0,1 0 0,-1-1 0,0 1 0,0 0 0,0-1 0,-1 1 0,0 0 0,0 0 0,0-1 0,-1 1 0,0 0 0,0 0 0,-1-1 0,-3 11 0,-4 6 0,-1-1 0,-1-1 0,-1 1 0,-1-2 0,0 0 0,-1 0 0,-30 28 0,3-7 0,-2-3 0,-50 34 0,88-68 0,-11 10 0,-2-1 0,0-1 0,-33 15 0,51-26 0,0 0 0,0 0 0,0 0 0,-1 0 0,1 0 0,0 0 0,0 0 0,0 0 0,0 0 0,0 0 0,0 0 0,0 1 0,-1-1 0,1 0 0,0 0 0,0 0 0,0 0 0,0 0 0,0 0 0,0 0 0,0 1 0,0-1 0,0 0 0,0 0 0,0 0 0,0 0 0,0 0 0,0 1 0,0-1 0,0 0 0,0 0 0,0 0 0,0 0 0,0 0 0,0 1 0,0-1 0,0 0 0,0 0 0,0 0 0,0 0 0,0 0 0,0 1 0,0-1 0,0 0 0,0 0 0,0 0 0,0 0 0,0 0 0,1 0 0,-1 0 0,0 0 0,0 1 0,0-1 0,0 0 0,12 9 0,17 5 0,140 52 0,-107-45 0,-1 3 0,66 37 0,-119-57 0,0 1 0,-1 0 0,0 1 0,0-1 0,0 1 0,9 11 0,-14-15 0,0 1 0,-1-1 0,1 1 0,-1-1 0,1 1 0,-1 0 0,0 0 0,0 0 0,0-1 0,0 1 0,-1 0 0,1 0 0,-1 1 0,1-1 0,-1 0 0,0 0 0,-1 0 0,1 0 0,0 0 0,-1 0 0,0 0 0,-1 4 0,-2 2 0,0-1 0,-1 1 0,0-1 0,0-1 0,-1 1 0,0-1 0,0 0 0,-1 0 0,0-1 0,0 0 0,0 0 0,-10 6 0,-5 1 0,-1 0 0,-1-1 0,-30 11 0,10-8 0,-1-2 0,0-2 0,0-2 0,-1-2 0,0-2 0,-87-2 0,82-5 0,-1-3 0,1-2 0,0-2 0,1-2 0,-96-36 0,80 17-1365,15 1-5461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4:44.45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3180 548 24575,'-134'-72'0,"-33"-17"0,42 36 0,-2 5 0,-1 6 0,-185-35 0,148 48 0,0 8 0,-230-1 0,319 23 0,0 2 0,1 4 0,-136 30 0,165-25 0,1 3 0,0 1 0,1 2 0,1 2 0,1 2 0,1 2 0,-48 36 0,39-19 0,1 3 0,2 1 0,2 2 0,3 3 0,1 1 0,-41 69 0,38-47 0,4 2 0,3 2 0,4 1 0,-31 108 0,49-132 0,2 0 0,3 1 0,3 0 0,1 1 0,3 0 0,7 90 0,2-100 0,1 0 0,2-1 0,2 0 0,2-1 0,2 0 0,2-1 0,1 0 0,35 55 0,-23-51 0,3-1 0,2-2 0,1-1 0,3-2 0,1-1 0,2-2 0,1-3 0,2-1 0,2-2 0,0-2 0,2-2 0,76 31 0,-48-30 0,2-2 0,0-4 0,2-4 0,0-3 0,1-4 0,0-3 0,156-4 0,-79-15-81,-1-7-1,-1-6 1,-1-8-1,-1-6 1,-2-7-1,-3-7 1,-1-6-1,199-108 1,-253 111 81,113-84 0,-150 93 0,-2-2 0,96-105 0,-121 115 0,-2-1 0,-1-1 0,-2-1 0,-2-2 0,25-60 0,-35 67 0,-2-1 0,-1 0 0,-2-1 0,-1 0 0,-3 0 0,0-1 0,-2-58 0,-5 55-3,-2 0 1,-1 0-1,-2 1 1,-2 0-1,-2 0 0,-1 1 1,-18-38-1,8 31-5,-2 0-1,-2 2 1,-2 1-1,-1 2 1,-41-45-1,18 32-8,-3 1 1,-1 4-1,-3 1 0,-2 4 1,-2 2-1,-1 3 0,-126-56 1,91 56 26,-1 4 0,-1 5 0,-2 4 0,0 5 0,-167-13 1,137 27-337,0 5 0,-1 7 0,-258 43 0,204-9-5684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4:45.44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3470 567 24575,'-5'-19'0,"0"1"0,-1 0 0,-1 0 0,0 1 0,-2 0 0,0 0 0,-1 1 0,0 0 0,-2 0 0,-19-20 0,5 9 0,-1 2 0,-2 0 0,0 2 0,-1 2 0,-2 0 0,0 2 0,-1 2 0,-50-20 0,7 10 0,-2 2 0,-145-26 0,90 32 0,-1 5 0,0 6 0,-213 15 0,181 9 0,1 7 0,-243 66 0,309-61 0,1 5 0,2 4 0,1 4 0,-120 72 0,167-83 0,1 2 0,1 1 0,1 3 0,3 2 0,1 1 0,1 2 0,3 2 0,1 2 0,-43 71 0,62-85 0,1 1 0,2 1 0,1 1 0,1 0 0,2 0 0,2 1 0,1 0 0,1 1 0,2-1 0,1 44 0,5-32 0,2 0 0,2-1 0,2 0 0,2 0 0,2 0 0,2-2 0,26 59 0,4-11 0,4-2 0,4-2 0,4-3 0,3-2 0,4-3 0,4-3 0,3-3 0,118 99 0,-133-130 0,1-3 0,2-1 0,2-4 0,1-2 0,2-3 0,131 44 0,-120-54 0,1-2 0,0-4 0,1-3 0,0-4 0,0-3 0,91-7 0,-48-7-99,-2-6-1,0-5 1,-2-6-1,191-68 1,-142 30 47,-3-8 0,226-138 0,-268 136 52,118-97 0,-188 131 0,-2-1 0,-2-3 0,-2-1 0,66-92 0,-95 116-3,-1 1 1,-1-2-1,0 0 1,-2 0-1,-1-1 0,-1 0 1,-1-1-1,-1 0 1,4-37-1,-9 39 55,0-1 0,-2 0 0,0 1 0,-2-1-1,-1 0 1,-1 1 0,0 0 0,-2 0 0,-1 1 0,-13-29-1,-5 2-35,-2 1-1,-2 1 1,-3 2-1,-1 1 0,-2 1 1,-1 2-1,-50-40 0,5 12-227,-2 5-1,-169-98 0,148 105-104,-3 6 1,-1 4-1,-3 5 0,-149-36 1,122 47-356,-2 7 0,0 5 0,-193 0 0,-177 42-284,68 24-1120,398-41 1811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5:44.65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617 223 24575,'0'2'0,"0"-1"0,0 0 0,0 0 0,1 0 0,-1 0 0,0 0 0,0 0 0,1 0 0,-1 0 0,0 0 0,1 0 0,-1 0 0,1 0 0,-1 0 0,1 0 0,0 0 0,-1 0 0,1 0 0,1 1 0,10 4 0,0-1 0,1 0 0,-1 0 0,1-2 0,0 1 0,0-2 0,0 1 0,25 0 0,-16-1 0,80 6 0,0-4 0,146-14 0,204-50 0,187-81 0,-666 139 0,-888 73 0,521-32 0,305-31 0,-94 10 0,-249-9 0,427-9 0,-9-2 0,27-4 0,74-18 0,97-13 0,94 1 0,-201 27 0,1340-103 0,-1381 111 0,-25 1 0,-18 1 0,-1031 78 0,327-18 0,646-56 0,-7 1 0,0-2 0,-129-11 0,182 2 0,37 4 0,283 28 0,314-13 0,298-72 0,-797 45 0,-153 7 0,-563 4-56,516 4-24,-1230 60-602,1288-60 682,-64 9 0,90-11 5,0 0-1,0 0 0,0 0 0,0 0 1,0 0-1,0 0 0,1 0 0,-1 0 1,0 0-1,0 0 0,0 0 0,0 0 1,0 0-1,0 0 0,0 0 1,0 0-1,0 0 0,1 0 0,-1 0 1,0 0-1,0 0 0,0 1 0,0-1 1,0 0-1,0 0 0,0 0 0,0 0 1,0 0-1,0 0 0,0 0 0,0 0 1,0 1-1,0-1 0,0 0 0,0 0 1,0 0-1,0 0 0,0 0 1,0 0-1,0 0 0,0 0 0,0 1 1,0-1-1,0 0 0,0 0 0,0 0 1,0 0-1,0 0 0,0 0 0,0 0 1,0 0-1,0 0 0,0 1 0,0-1 1,-1 0-1,18 5 439,33 6-394,0-3 1,101 4-1,109-15-61,34-15 12,-2-12 0,486-115 0,-717 129 0,-60 14 0,-5 0 0,-14 0 0,-74 0 0,-134 14 0,-92 32 0,241-31-341,1 3 0,0 4-1,-85 33 1,124-36-6485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5:45.39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422 93 24575,'19'3'0,"249"41"0,227 34 0,2-31 0,-423-44 0,0-2 0,113-15 0,-186 14 0,1 0 0,-1 0 0,1 0 0,-1 0 0,1-1 0,-1 1 0,1-1 0,-1 1 0,0-1 0,1 1 0,-1-1 0,0 1 0,1-1 0,-1 0 0,0 0 0,2-2 0,-4 2 0,0 0 0,0 0 0,0 0 0,0 0 0,0 0 0,0 0 0,0 1 0,-1-1 0,1 0 0,0 0 0,-1 1 0,1-1 0,0 1 0,-1 0 0,1-1 0,0 1 0,-1 0 0,1 0 0,-1-1 0,-1 1 0,-78-13 0,0 3 0,-117 1 0,142 7 0,-1093 14-669,681 1 500,480-15 348,0 0 0,23-6-1,15-4 124,333-58-267,241-51-1435,-593 114-5426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6:09.24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82 1 24575,'0'0'0,"0"0"0,0 1 0,0 7 0,0 22 0,-4 36 0,-3 38 0,-7 34 0,-3 26 0,-4 14 0,2-22-8191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6:09.73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238 207 24575,'8'-28'0,"-3"13"0,-1 1 0,2-1 0,0 1 0,1 1 0,0-1 0,1 1 0,14-18 0,-19 27 0,1 0 0,1 0 0,-1 0 0,0 0 0,1 0 0,0 1 0,0 0 0,0 0 0,0 0 0,0 1 0,1-1 0,-1 1 0,1 1 0,-1-1 0,1 1 0,0 0 0,0 0 0,0 1 0,-1-1 0,1 1 0,0 1 0,9 0 0,-7 1 0,0 0 0,-1 0 0,1 1 0,-1-1 0,1 2 0,-1-1 0,0 1 0,-1 0 0,1 0 0,-1 1 0,1 0 0,-1 0 0,-1 0 0,1 1 0,-1 0 0,0 0 0,0 1 0,-1-1 0,0 1 0,0 0 0,0 0 0,-1 0 0,0 0 0,-1 1 0,4 12 0,-2 0 0,-1-1 0,0 1 0,-1 0 0,-1 0 0,-1 0 0,-1 0 0,-1 0 0,0 0 0,-7 22 0,-1-6 0,-2 1 0,-2-2 0,-2 0 0,-1-1 0,-1 0 0,-2-2 0,-1 0 0,-2-1 0,-37 39 0,9-17 0,-2-3 0,-3-2 0,-1-3 0,-64 38 0,118-81 0,-1 0 0,1 0 0,-1 1 0,1-1 0,0 1 0,0 0 0,0 0 0,-4 6 0,6-8 0,1 1 0,-1 0 0,1-1 0,-1 1 0,1 0 0,0 0 0,0-1 0,-1 1 0,1 0 0,0 0 0,1 0 0,-1-1 0,0 1 0,0 0 0,1 0 0,-1-1 0,1 1 0,0 0 0,-1-1 0,1 1 0,0-1 0,1 3 0,7 10 0,1 0 0,0-1 0,1 0 0,0-1 0,0 0 0,24 17 0,85 54 0,29 3 99,20 14-1563,-112-62-5362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6:10.70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180 1154 24575,'-5'7'0,"-1"0"0,1 0 0,0 0 0,0 1 0,1 0 0,0 0 0,-6 14 0,-15 67 0,17-56 0,-27 124 0,7 1 0,-12 228 0,52-512 0,23-59-143,8 1 1,8 2-1,103-242 0,-98 292 72,97-166-1,-120 244 77,3 0 0,1 3 0,3 1-1,2 2 1,69-62 0,-84 88-12,1 1 0,0 1-1,51-26 1,-65 39 22,1 0-1,0 1 0,1 1 0,0 0 1,0 1-1,0 1 0,0 0 1,0 1-1,27 1 0,-37 1 22,0 1 0,0-1 0,0 1 0,-1 1-1,1-1 1,0 1 0,0 0 0,-1 0 0,1 1 0,-1-1 0,0 1 0,0 1-1,0-1 1,0 1 0,7 6 0,-9-7-36,0 1 0,0 0 0,-1 0 0,1 0-1,-1 0 1,0 1 0,0-1 0,0 1 0,-1-1 0,0 1 0,1 0-1,-2-1 1,1 1 0,0 0 0,-1 0 0,0 0 0,0-1 0,-1 1 0,1 0-1,-2 5 1,-2 6 0,0 0 0,-2 0 0,1 0 0,-2 0 0,0-1 0,-1 0 0,-18 25 0,-6 1 0,-46 48 0,13-25-227,-3-3-1,-2-3 1,-3-3-1,-2-3 1,-153 78-1,139-87-6598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6:11.28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1182 39 24575,'-2'-4'0,"0"0"0,0 1 0,0-1 0,0 1 0,-1-1 0,0 1 0,-5-5 0,7 7 0,0 1 0,1-1 0,-1 1 0,0-1 0,0 1 0,0-1 0,0 1 0,0 0 0,0-1 0,0 1 0,0 0 0,0 0 0,0 0 0,0-1 0,0 1 0,0 0 0,0 1 0,0-1 0,0 0 0,0 0 0,0 0 0,0 1 0,0-1 0,0 0 0,0 1 0,0-1 0,0 1 0,0-1 0,0 1 0,1-1 0,-1 1 0,0 0 0,0-1 0,0 1 0,1 0 0,-1 0 0,0 1 0,-8 8 0,1 1 0,1 0 0,0 1 0,0 0 0,-8 22 0,-20 70 0,25-73 0,-111 477 0,39-142 0,52-256 0,-55 135 0,68-206 0,-1-1 0,-2-1 0,-1 0 0,-2-1 0,-2-2 0,-36 40 0,44-56 0,0-2 0,-1 0 0,0-1 0,-2 0 0,1-2 0,-2 0 0,0-2 0,0 0 0,-1-1 0,0-1 0,-1-2 0,-34 8 0,43-12-136,0-1-1,-1-1 1,0 0-1,1-1 1,-1-1-1,1 0 1,-1-1-1,1-1 0,-18-5 1,-32-16-6690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6:11.51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1 24575,'0'0'0,"0"0"0,6 0 0,14 0 0,21 1 0,27 3 0,24 7 0,16 7 0,5 4 0,-4 4 0,-12 0 0,-17-2 0,-21-5 0,-16 1 0,-17 2 0,-13-1-8191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6:11.71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1 163 24575,'0'0'0,"0"1"0,2 0 0,16 2 0,33-3 0,41-7 0,38-8 0,31-8 0,18-6 0,9-3 0,-3-1 0,-32 4-8191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6:12.68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605 54 24575,'-3'21'0,"-214"990"0,202-949 0,-16 70 0,-79 215 0,105-334 0,-1 0 0,-1-1 0,0 0 0,0 0 0,-1 0 0,-15 16 0,21-26 0,0 0 0,0 0 0,0 0 0,0-1 0,0 1 0,0-1 0,-1 0 0,1 0 0,-1 1 0,1-1 0,-1-1 0,1 1 0,-1 0 0,1-1 0,-1 1 0,-5-1 0,5 0 0,0-1 0,0 0 0,0 0 0,0 0 0,0 0 0,0-1 0,1 1 0,-1-1 0,0 1 0,1-1 0,-1 0 0,1 0 0,0 0 0,0 0 0,0-1 0,0 1 0,0-1 0,-2-2 0,-4-8 0,0 1 0,1-1 0,1 0 0,0 0 0,1-1 0,0 1 0,-5-28 0,4 2 0,-3-69 0,9 30 0,3 1 0,3 0 0,4 0 0,38-143 0,-20 125 0,4 2 0,4 1 0,69-124 0,-78 169 0,1 1 0,3 2 0,53-61 0,-68 88 0,0 0 0,2 1 0,0 1 0,0 1 0,1 0 0,1 1 0,1 2 0,-1 0 0,2 1 0,32-11 0,-46 19 0,1-1 0,0 2 0,0-1 0,0 1 0,0 1 0,0 0 0,0 0 0,0 0 0,0 1 0,0 1 0,0 0 0,12 3 0,-16-2 0,0-1 0,0 0 0,0 1 0,0 0 0,0 1 0,0-1 0,-1 1 0,0-1 0,0 1 0,0 1 0,0-1 0,0 1 0,-1-1 0,0 1 0,0 0 0,0 0 0,-1 0 0,1 0 0,-1 1 0,2 8 0,-1 0 0,-1 1 0,0 1 0,0-1 0,-2 0 0,0 0 0,-1 0 0,0 0 0,-5 23 0,-4 4 0,-28 72 0,8-40 0,-65 113 0,-57 59 0,147-239 0,0 1 0,-1 1 0,2-1 0,-1 1 0,-6 17 0,11-24 0,-1 1 0,0-1 0,1 1 0,0 0 0,0-1 0,0 1 0,0 0 0,0-1 0,0 1 0,0-1 0,1 1 0,-1 0 0,1-1 0,0 1 0,0-1 0,0 0 0,0 1 0,0-1 0,1 0 0,-1 1 0,1-1 0,3 4 0,3 2 0,1 0 0,0-1 0,0 0 0,1 0 0,0-1 0,0-1 0,13 6 0,82 28 0,-74-29 0,476 124 0,-482-126 0,-26-3 0,-16 3 0,-54 11 0,-1-3 0,-86 7 0,105-15 0,-452 47-1365,483-53-5461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6:13.90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365 130 24575,'2'0'0,"-1"1"0,1-1 0,-1 1 0,1-1 0,-1 0 0,1 0 0,0 0 0,-1 0 0,1 0 0,-1 0 0,1 0 0,1-1 0,12 0 0,644-11 0,-1-38 0,-641 48 0,-12 2 0,0 0 0,0-1 0,-1 1 0,1-1 0,0 0 0,0 0 0,-1-1 0,1 1 0,0-1 0,-1 0 0,7-4 0,-11 6 0,0-1 0,0 1 0,0 0 0,0-1 0,0 1 0,0-1 0,0 1 0,0 0 0,0-1 0,0 1 0,0-1 0,0 1 0,0 0 0,0-1 0,0 1 0,0-1 0,0 1 0,0 0 0,0-1 0,-1 1 0,1-1 0,0 1 0,0 0 0,0-1 0,-1 1 0,1 0 0,0-1 0,0 1 0,-1 0 0,1 0 0,0-1 0,-1 1 0,1 0 0,0 0 0,-1 0 0,1-1 0,-1 1 0,1 0 0,0 0 0,-1 0 0,1 0 0,-1 0 0,1 0 0,-1 0 0,-12-6 0,0 1 0,0 1 0,-1 0 0,1 1 0,-27-3 0,-75 1 0,89 4 0,-26 0 0,-1 2 0,-80 12 0,118-11 0,0 1 0,-1 1 0,2 0 0,-1 1 0,0 0 0,1 2 0,0 0 0,1 0 0,-1 1 0,1 1 0,1 0 0,0 0 0,-16 17 0,13-7 0,0 1 0,2 1 0,0 0 0,2 1 0,0 0 0,-15 46 0,-29 149 0,50-197 0,-50 294 0,22-113 0,32-195 0,-1 6 0,-1 1 0,0-1 0,-7 18 0,8-27 0,1 1 0,-1-1 0,1 0 0,-1-1 0,0 1 0,0 0 0,0 0 0,-1-1 0,1 0 0,-1 1 0,1-1 0,-1 0 0,0 0 0,0 0 0,0-1 0,0 1 0,-6 2 0,1-2 0,0 0 0,0-1 0,0 0 0,0 0 0,0-1 0,0 0 0,0 0 0,-11-3 0,-67-17 0,61 13 0,-21-5 0,-158-36 0,179 44 0,0 2 0,0 0 0,-1 1 0,1 2 0,0 0 0,-29 6 0,41-4 0,1 0 0,0 1 0,0 0 0,-15 8 0,23-10 0,1-1 0,0 1 0,-1 0 0,1 0 0,0 1 0,0-1 0,0 1 0,1-1 0,-1 1 0,1 0 0,-1 0 0,1 0 0,0 0 0,0 0 0,0 1 0,1-1 0,-1 1 0,0 3 0,1-6 0,1 1 0,0-1 0,0 1 0,0-1 0,0 1 0,0-1 0,0 1 0,1-1 0,-1 0 0,0 1 0,1-1 0,-1 1 0,1-1 0,-1 0 0,1 1 0,0-1 0,-1 0 0,1 0 0,0 1 0,0-1 0,0 0 0,0 0 0,0 0 0,0 0 0,0 0 0,0-1 0,3 3 0,3 0 0,-1 0 0,1 0 0,0 0 0,0-1 0,7 2 0,26 4 0,0-2 0,0-1 0,0-2 0,1-2 0,64-7 0,208-44 0,-195 21 0,-2-4 0,-1-5 0,-2-6 0,-2-4 0,-2-5 0,-2-5 0,-3-4 0,-3-5 0,-3-4 0,123-116 0,-200 167 0,-1 0 0,27-36 0,-40 50 0,-6 13 0,-9 24 0,7-27 0,-218 557 0,190-494 0,-249 527 0,278-594 0,0 0 0,0 0 0,0 1 0,0-1 0,0 0 0,0 0 0,0 0 0,0 0 0,0 1 0,0-1 0,0 0 0,0 0 0,0 0 0,0 0 0,0 1 0,0-1 0,0 0 0,0 0 0,0 0 0,0 0 0,-1 1 0,1-1 0,0 0 0,0 0 0,0 0 0,0 0 0,0 0 0,0 0 0,-1 0 0,1 1 0,0-1 0,0 0 0,0 0 0,0 0 0,-1 0 0,1 0 0,0 0 0,0 0 0,0 0 0,0 0 0,-1 0 0,1 0 0,0 0 0,0 0 0,0 0 0,0 0 0,-1 0 0,1 0 0,0 0 0,0 0 0,0 0 0,0 0 0,-1-1 0,1 1 0,0 0 0,-2-14 0,3-29 0,11-31 0,38-129 0,41-71 0,-87 263 0,210-523 0,-206 518 0,-4 5 0,1 0 0,1 0 0,0 0 0,0 1 0,8-10 0,-12 18 0,0 0 0,0 1 0,-1-1 0,1 0 0,0 1 0,0-1 0,1 1 0,-1 0 0,0 0 0,0 0 0,1 0 0,-1 0 0,0 0 0,1 0 0,-1 1 0,1-1 0,-1 1 0,1 0 0,-1 0 0,1 0 0,-1 0 0,1 0 0,-1 0 0,1 1 0,-1-1 0,1 1 0,-1 0 0,5 2 0,8 4 0,1 1 0,-2 1 0,1 1 0,-1 0 0,-1 1 0,0 0 0,14 17 0,7 9 0,35 52 0,-7 6 0,81 172 0,-76-137 0,-59-113 0,2 0 0,0-1 0,1-1 0,0 1 0,22 21 0,-27-32 0,0 0 0,0 0 0,0-1 0,0 1 0,1-2 0,-1 1 0,1 0 0,0-1 0,1-1 0,-1 1 0,0-1 0,1 0 0,-1-1 0,1 0 0,-1 0 0,14 0 0,-9-2 0,-1-1 0,1 0 0,-1 0 0,0-1 0,1-1 0,-1 0 0,-1 0 0,1-1 0,-1-1 0,0 0 0,0 0 0,9-8 0,7-7 0,-2-1 0,-1-1 0,24-29 0,4-13 0,-2-3 0,-4-1 0,38-77 0,84-236 0,-104 188-1365,-46 130-5461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6:14.68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264 26 24575,'1'-1'0,"-1"0"0,0 0 0,1 1 0,-1-1 0,1 0 0,-1 0 0,1 0 0,-1 1 0,1-1 0,0 0 0,-1 1 0,1-1 0,0 0 0,0 1 0,-1-1 0,1 1 0,0-1 0,0 1 0,1-1 0,6-1 0,0-1 0,0 1 0,0 1 0,1-1 0,-1 1 0,0 1 0,1 0 0,-1 0 0,1 0 0,12 3 0,6 2 0,51 17 0,-49-11 0,-1 1 0,0 1 0,0 1 0,-2 2 0,1 1 0,-2 1 0,-1 1 0,0 1 0,-1 1 0,-2 1 0,31 39 0,-41-46 0,0 1 0,-1 1 0,-1 0 0,-1 0 0,0 1 0,-1 0 0,-1 1 0,6 31 0,-10-36 0,0 1 0,-2 0 0,1 0 0,-2 0 0,0-1 0,-1 1 0,0 0 0,-1-1 0,-1 1 0,0-1 0,-1 0 0,-9 17 0,-2-2 0,-1-1 0,-1-1 0,-2 0 0,-1-2 0,0 0 0,-2-1 0,-1-2 0,-1 0 0,-30 20 0,-9 1 0,-1-3 0,-126 57 0,145-76 0,-1-1 0,-1-3 0,-101 22 0,148-39 0,0 0 0,0 0 0,0 0 0,0 0 0,0 0 0,-1 1 0,1-1 0,0 0 0,0 1 0,0-1 0,0 1 0,0-1 0,0 1 0,0-1 0,0 1 0,0 0 0,0-1 0,0 1 0,0 0 0,-1 1 0,2 1 0,0-1 0,0 0 0,0 0 0,0 0 0,1 0 0,-1 0 0,1 0 0,-1 0 0,1 0 0,0 0 0,1 2 0,-2-2 0,17 36-17,1-1 0,1 0 0,2-2 0,28 36 0,-3-4-1263,-11-12-5546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6:14.87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19 1 24575,'0'0'0,"0"0"0,0 0 0,0 0 0,-8 1 0,-2 1-8191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6:17.80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31 303 24575,'2'1'0,"0"0"0,-1-1 0,1 1 0,-1 0 0,1-1 0,0 1 0,0-1 0,-1 1 0,1-1 0,0 0 0,0 0 0,-1 0 0,1 0 0,0 0 0,3-1 0,4 1 0,97-4 0,166-30 0,-189 22 0,396-61 0,324-45 0,4 52 0,-706 65 0,-234 3 0,80-2 9,-976 11-448,-5 51 292,1027-61 172,-24 3-62,22-2 186,15 1 291,75 10-440,1-4 0,149-3 0,-155-5 0,1057-33-881,-633 10 956,-666 23 731,-953 26-1626,-2 78 718,1081-100 102,27-4 0,-1 1 0,0 0 0,0 1 0,-20 7 0,35-10 5,-1 0 0,0 0 0,0 0 0,0 0 0,0 0 0,0 0 0,1 0 0,-1 0 0,0 0 0,0 0 0,0 0 0,0 0 0,0 0 0,1 1 0,-1-1 0,0 0 0,0 0 1,0 0-1,0 0 0,0 0 0,0 0 0,0 0 0,0 0 0,1 1 0,-1-1 0,0 0 0,0 0 0,0 0 0,0 0 0,0 0 0,0 1 0,0-1 0,0 0 0,0 0 0,0 0 1,0 0-1,0 0 0,0 1 0,0-1 0,0 0 0,0 0 0,0 0 0,0 0 0,0 0 0,0 1 0,0-1 0,0 0 0,0 0 0,0 0 0,-1 0 0,1 0 0,0 1 1,0-1-1,0 0 0,0 0 0,0 0 0,0 0 0,0 0 0,-1 0 0,1 0 0,0 0 0,0 0 0,0 0 0,0 1 0,0-1 0,0 0 0,-1 0 0,1 0 0,0 0 0,18 6 410,18 2-366,2-2 0,71 3 0,-99-9-42,630 3-745,5-38 206,-588 31 535,762-72-40,-809 74-13,12-2 266,-52-1 675,-372-1-705,-13 25-937,359-16 584,-1312 117-22,1357-117 270,15-2 125,23 1 366,-21-1-457,312-7 108,9-23-387,-316 28 153,1228-170-1938,-1187 162-4147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6:18.99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5 97 24575,'0'0'0,"0"0"0,0-1 0,0-1 0,0-5 0,-1-9 0,-1-17 0,0-4-8191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6:19.53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790 81 24575,'0'0'0,"-11"-8"0,2 0 0,0 1 0,0 0 0,-1 0 0,1 1 0,-2 0 0,1 1 0,-1 0 0,1 1 0,-1 0 0,-1 1 0,1 0 0,0 0 0,-1 1 0,-19 0 0,11 3 0,-1 1 0,1 1 0,0 1 0,1 1 0,-1 0 0,1 2 0,0 0 0,0 1 0,1 1 0,0 1 0,0 1 0,1 0 0,1 1 0,-19 17 0,4 0 0,2 1 0,0 1 0,2 1 0,2 2 0,-40 68 0,45-65 0,-26 66 0,39-84 0,1 0 0,1 1 0,0 0 0,2 0 0,-2 30 0,5-46 0,0 0 0,0 1 0,0-1 0,1 1 0,0-1 0,-1 0 0,2 1 0,-1-1 0,0 0 0,1 0 0,0 0 0,0 0 0,0 0 0,0-1 0,1 1 0,-1 0 0,1-1 0,3 4 0,-1-3 0,0-1 0,1 1 0,-1-1 0,1 0 0,-1 0 0,1 0 0,0-1 0,0 0 0,0 0 0,0-1 0,1 0 0,5 1 0,12 0 0,0-2 0,0 0 0,0-1 0,0-2 0,0 0 0,0-2 0,-1 0 0,31-12 0,11-8 0,100-53 0,-162 76 0,1 0 0,-1 0 0,0 1 0,1 0 0,-1-1 0,1 1 0,0 0 0,-1 1 0,6-2 0,-8 3 0,1-1 0,-1 0 0,0 1 0,1-1 0,-1 1 0,0-1 0,0 1 0,1 0 0,-1 0 0,0-1 0,0 1 0,0 0 0,0 0 0,0 0 0,0 0 0,0 0 0,0 1 0,0-1 0,-1 0 0,1 0 0,0 0 0,-1 1 0,1-1 0,-1 0 0,1 1 0,-1-1 0,0 0 0,1 2 0,6 32 0,-1 0 0,-2-1 0,-1 1 0,-2 44 0,-1-34 0,5 194-1365,-2-176-5461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6:20.97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0 137 24575,'5'21'0,"17"48"0,52 108 0,-34-88 0,-26-58 0,120 313 0,-130-328 0,-4-16 0,0 0 0,0 0 0,-1 0 0,1 0 0,0 0 0,0 0 0,0 0 0,0 0 0,0 0 0,0 0 0,0 0 0,0 0 0,0 0 0,0 0 0,0 0 0,0 0 0,0 0 0,0 0 0,0 0 0,0 0 0,0 0 0,0-1 0,0 1 0,-1 0 0,1 0 0,0 0 0,0 0 0,0 0 0,0 0 0,0 1 0,0-1 0,0 0 0,0 0 0,0 0 0,0 0 0,0 0 0,0 0 0,0 0 0,0 0 0,0 0 0,0 0 0,0 0 0,-1 0 0,1 0 0,0 0 0,0 0 0,0 0 0,0 0 0,0 0 0,0 0 0,0 0 0,0 0 0,0 0 0,0 0 0,-13-25 0,5 3 0,2 0 0,0 0 0,1 0 0,2-1 0,0 0 0,1 0 0,1 1 0,2-1 0,0 0 0,5-27 0,1 15 0,0-1 0,3 2 0,0-1 0,3 1 0,28-57 0,-30 72 0,0 0 0,1 0 0,28-32 0,-36 46 0,1 0 0,0 0 0,1 0 0,0 1 0,-1-1 0,1 2 0,0-1 0,1 0 0,-1 1 0,1 1 0,-1-1 0,1 1 0,0 0 0,0 0 0,0 1 0,9-1 0,1 3 0,0 0 0,0 1 0,0 1 0,-1 0 0,1 1 0,-1 1 0,0 1 0,18 8 0,120 70 0,-152-83 0,8 5 0,17 10 0,33 26 0,-59-42 0,-1 1 0,1 0 0,0 0 0,-1-1 0,1 1 0,-1 0 0,0 0 0,1-1 0,-1 1 0,1 0 0,-1 0 0,0 0 0,0 0 0,0-1 0,1 1 0,-1 0 0,0 0 0,0 0 0,0 0 0,0 0 0,-1 0 0,1 0 0,0-1 0,-1 3 0,-9 22 0,7-19 0,-90 162 0,67-128 0,2 0 0,2 2 0,2 1 0,-16 48 0,34-86 0,1 0 0,0 1 0,0-1 0,1 0 0,-1 0 0,1 0 0,0 1 0,2 9 0,-2-14 0,0 0 0,0 0 0,1-1 0,-1 1 0,0 0 0,1 0 0,-1 0 0,1-1 0,-1 1 0,1 0 0,-1-1 0,1 1 0,-1 0 0,1-1 0,-1 1 0,1-1 0,0 1 0,0-1 0,-1 1 0,1-1 0,0 1 0,1 0 0,-1-1 0,1 0 0,0 0 0,0 0 0,-1 0 0,1 0 0,0-1 0,-1 1 0,1 0 0,0-1 0,-1 1 0,1-1 0,-1 0 0,1 1 0,-1-1 0,1 0 0,1-1 0,8-7 0,0 1 0,-1-1 0,0-1 0,0 0 0,-1 0 0,0-1 0,-1 0 0,0 0 0,12-25 0,-6 7 0,-2 1 0,-1-1 0,10-42 0,-18 63 0,-1 0 0,0 1 0,-1-1 0,0 0 0,0 0 0,0 0 0,-1-1 0,-1 1 0,1 0 0,-1 0 0,-3-8 0,5 15 0,-1 1 0,0 0 0,0-1 0,1 1 0,-1-1 0,0 1 0,1-1 0,-1 1 0,1 0 0,-1-1 0,0 1 0,1 0 0,-1-1 0,1 1 0,-1 0 0,1 0 0,-1-1 0,1 1 0,-1 0 0,1 0 0,-1 0 0,1 0 0,0 0 0,1-1 0,404-126 0,-387 121 0,1 1 0,0 1 0,0 1 0,0 0 0,28 1 0,-41 3 0,1-1 0,0 1 0,0 1 0,0 0 0,0 0 0,-1 0 0,1 1 0,-1 0 0,0 1 0,0-1 0,0 1 0,0 1 0,-1-1 0,1 1 0,-1 1 0,8 7 0,1 6 0,-1 1 0,0 0 0,-2 1 0,0 0 0,10 25 0,-8-15 0,-12-28 0,-1 1 0,1-1 0,0 0 0,0 0 0,0 0 0,0 0 0,1 0 0,-1 0 0,1-1 0,0 1 0,0-1 0,-1 0 0,2 1 0,-1-1 0,0-1 0,0 1 0,1 0 0,-1-1 0,5 2 0,-2-3 0,0 1 0,0-1 0,0 0 0,0 0 0,0 0 0,0-1 0,0 0 0,0 0 0,-1-1 0,1 1 0,6-4 0,48-20 0,-48 19 0,0 0 0,1 1 0,-1 0 0,1 1 0,0 1 0,1 0 0,-1 0 0,0 1 0,1 1 0,19 1 0,5 6 0,0 2 0,-1 2 0,0 2 0,-1 1 0,37 18 0,74 26 0,-96-42 0,96 15 0,-119-26 0,1-2 0,0-1 0,0-1 0,58-8 0,-85 8 0,0-1 0,0 1 0,0-1 0,0 0 0,-1 0 0,1 0 0,0 0 0,0 0 0,-1 0 0,1 0 0,0-1 0,-1 1 0,0 0 0,1-1 0,-1 0 0,0 1 0,1-1 0,-1 0 0,0 1 0,0-1 0,-1 0 0,1 0 0,0 0 0,0 0 0,-1 0 0,0 0 0,1 0 0,-1 0 0,0 0 0,0 0 0,0 0 0,0 0 0,0 0 0,0 0 0,-1 0 0,0-2 0,1 0 0,-1 1 0,1-1 0,-1 1 0,0-1 0,0 1 0,-1-1 0,1 1 0,-1 0 0,0 0 0,0-1 0,0 1 0,0 1 0,0-1 0,-1 0 0,1 0 0,-1 1 0,0-1 0,0 1 0,-4-3 0,3 3 0,-1 1 0,1 0 0,0-1 0,0 2 0,-1-1 0,1 0 0,-1 1 0,1 0 0,-1 0 0,1 0 0,0 1 0,-1-1 0,1 1 0,-7 2 0,4-1 0,0 1 0,0 1 0,0-1 0,0 1 0,1 0 0,-1 1 0,-9 8 0,4-1 0,1 0 0,0 0 0,1 1 0,0 1 0,1-1 0,0 2 0,-7 17 0,11-19 0,0 0 0,1 0 0,0 0 0,1 1 0,1-1 0,-1 21 0,2-30 0,1 0 0,0 0 0,0 1 0,0-1 0,1 0 0,-1 0 0,1 0 0,0 0 0,0 0 0,0 0 0,1 0 0,-1-1 0,1 1 0,0 0 0,0-1 0,1 1 0,-1-1 0,1 0 0,-1 0 0,1 0 0,0 0 0,0 0 0,0 0 0,1-1 0,5 4 0,-6-5 0,1 0 0,0 0 0,0 0 0,-1 0 0,1-1 0,0 1 0,0-1 0,0 0 0,0 0 0,0 0 0,-1-1 0,1 0 0,0 1 0,0-1 0,0 0 0,-1-1 0,1 1 0,6-4 0,2-2 0,-1 0 0,1-1 0,-1-1 0,11-10 0,6-9 0,-2-1 0,0-1 0,-3-1 0,0-1 0,-2-1 0,17-38 0,0-8 0,44-136 0,-28 34 0,-46 144 0,0 0 0,3-73 0,-12 99 0,-2 11 0,-4 19 0,0 6 0,2-1 0,1 1 0,0-1 0,2 1 0,1 0 0,3 39 0,-1-56 0,0 0 0,0 0 0,1 0 0,0-1 0,0 1 0,1 0 0,0-1 0,0 1 0,1-1 0,0 0 0,0 0 0,1-1 0,0 1 0,0-1 0,0 0 0,1 0 0,0-1 0,0 0 0,0 0 0,1 0 0,0-1 0,-1 0 0,2 0 0,10 4 0,-1-3-341,0 0 0,0-1-1,22 2 1,56 0-6485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5:16.06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15 0 24575,'0'0'0,"-1"0"0,0 1 0,0-1 0,0 1 0,1-1 0,-1 1 0,0-1 0,1 1 0,-1-1 0,0 1 0,1-1 0,-1 1 0,1 0 0,-1 0 0,1-1 0,-1 1 0,1 0 0,-1 0 0,1-1 0,0 1 0,-1 0 0,1 0 0,0 0 0,0 0 0,0-1 0,-1 1 0,1 0 0,0 0 0,0 1 0,-1 25 0,12 53 0,24 92 0,-16-86 0,1 9 0,41 178 0,-45-218 0,2 0 0,46 95 0,-61-143 0,12 16 0,-14-23 0,0 1 0,-1-1 0,1 1 0,0-1 0,0 0 0,-1 0 0,1 1 0,0-1 0,0 0 0,0 0 0,-1 0 0,1 1 0,0-1 0,0 0 0,0 0 0,0-1 0,-1 1 0,1 0 0,0 0 0,0 0 0,0 0 0,-1-1 0,1 1 0,0 0 0,0-1 0,-1 1 0,1 0 0,0-1 0,-1 1 0,2-2 0,9-6 0,-1-1 0,0 0 0,-1-1 0,1 0 0,-2 0 0,0-1 0,11-18 0,41-89 0,-51 99 0,185-481 0,-102 245 0,-82 234-1365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5:17.35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2083 310 24575,'-20'-22'0,"-4"-5"0,-2 1 0,-2 1 0,0 1 0,-1 2 0,-1 1 0,-1 1 0,-1 1 0,0 2 0,-2 1 0,0 2 0,0 1 0,-1 2 0,-45-8 0,33 12 0,0 3 0,-1 2 0,1 2 0,0 1 0,0 3 0,0 2 0,0 2 0,-84 27 0,46-7 0,3 5 0,0 3 0,-137 85 0,163-86 0,1 3 0,3 1 0,1 4 0,1 1 0,-53 64 0,76-75 0,1 1 0,2 1 0,1 1 0,3 0 0,0 2 0,3 1 0,1 0 0,1 1 0,-11 55 0,15-34 0,3 0 0,2 1 0,3 0 0,3 0 0,2 0 0,21 120 0,-9-113 0,3-1 0,3-1 0,3-1 0,3-1 0,66 119 0,-74-153 0,2-2 0,0 0 0,2-1 0,1-1 0,1-1 0,2-1 0,0-2 0,1 0 0,1-2 0,2-1 0,0-1 0,0-2 0,2-1 0,0-1 0,1-2 0,0-1 0,63 13 0,-34-15 0,-1-3 0,1-3 0,-1-2 0,1-3 0,0-3 0,0-2 0,-1-3 0,84-24 0,-41 2 0,-2-4 0,-1-5 0,186-103 0,-213 100 0,-2-3 0,-2-4 0,-2-3 0,74-74 0,-109 94 0,-1-2 0,-3-1 0,0-1 0,-3-2 0,-1 0 0,-2-2 0,-1 0 0,-3-2 0,20-60 0,-31 73 0,-1 0 0,-2-1 0,-1 0 0,-1 1 0,-1-1 0,-2 0 0,-2 0 0,0 0 0,-9-39 0,1 32 0,0 0 0,-3 0 0,-1 1 0,-2 1 0,-1 1 0,-36-55 0,13 35 0,-2 2 0,-3 1 0,-2 3 0,-1 1 0,-3 3 0,-2 2 0,-2 3 0,-72-42 0,68 48 0,-1 3 0,-2 3 0,-1 2 0,0 3 0,-2 3 0,0 3 0,-2 2 0,1 4 0,-77-4 0,-70 19-1365,15 16-5461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5:30.02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1680 347 24575,'-6'-20'0,"-4"-4"0,0 0 0,-2 0 0,-1 1 0,-1 1 0,-1 0 0,-30-34 0,33 43 0,-1 0 0,-1 2 0,0 0 0,0 0 0,-1 1 0,-1 1 0,0 1 0,0 0 0,0 1 0,-33-9 0,32 11 0,1 2 0,-1 0 0,0 1 0,0 1 0,1 1 0,-1 0 0,0 1 0,0 1 0,0 0 0,-24 7 0,21-2 0,1 0 0,0 1 0,0 1 0,0 1 0,1 1 0,0 0 0,-26 23 0,15-7 0,1 2 0,1 1 0,1 1 0,2 1 0,1 1 0,2 1 0,1 1 0,-21 53 0,8-4 0,5 1 0,3 1 0,4 1 0,-13 120 0,-4 362 0,32-426 0,-8 59 0,-9-1 0,-61 246 0,31-213 0,-35 374 0,63 100 0,6-105 0,14-535 0,-3 0 0,-21 89 0,17-113 0,-2 0 0,-2-1 0,-1-1 0,-33 57 0,-36 41 0,85-138 0,0 0 0,0 0 0,0 0 0,0 1 0,1-1 0,-1 0 0,0 1 0,1-1 0,0 0 0,0 1 0,-1-1 0,1 1 0,1-1 0,-1 0 0,0 1 0,0-1 0,1 0 0,0 1 0,-1-1 0,1 0 0,0 1 0,0-1 0,0 0 0,0 0 0,1 0 0,-1 0 0,1 0 0,-1 0 0,1-1 0,0 1 0,-1 0 0,1-1 0,0 1 0,4 2 0,4 2 0,0-1 0,0 1 0,1-1 0,-1-1 0,1 0 0,14 3 0,12 1 24,1-2 0,1-1 0,-1-2 0,72-4 0,-25-6-767,90-19 1,-64 4-6084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5:31.12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336 46 24575,'0'0'0,"5"-1"0,33-11 0,1 2 0,0 2 0,79-6 0,-99 13 0,0 1 0,0 1 0,1 0 0,-1 2 0,0 0 0,0 1 0,0 1 0,-1 0 0,0 2 0,23 10 0,-31-10 0,-1-1 0,1 2 0,-1-1 0,0 1 0,-1 0 0,1 1 0,-2 0 0,1 0 0,-1 1 0,-1 0 0,0 0 0,0 1 0,-1-1 0,-1 1 0,1 0 0,2 15 0,2 9 0,-3-1 0,0 1 0,-2 0 0,-2 44 0,-3 15 0,-24 157 0,-38 93 0,36-207 0,-127 1053 0,27 144 0,74-969 0,-37 348 0,81-245 0,10-207 0,-1-251 0,0-1 0,-1 1 0,0-1 0,-1 0 0,0 1 0,0-1 0,-1 0 0,0 0 0,-6 11 0,5-14 0,0 0 0,0-1 0,-1 1 0,1 0 0,-1-1 0,-1 0 0,1-1 0,-1 1 0,0-1 0,0 0 0,0 0 0,-12 5 0,-2-2-136,-1 0-1,0-1 1,-1-1-1,0-1 1,1-1-1,-1-1 1,0-1-1,0-1 0,-25-3 1,-20-2-6690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5:33.86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170 0 24575,'0'0'0,"0"0"0,0 0 0,-12 24 0,6-14 0,-19 34 0,-6 11 0,2 1 0,-36 102 0,64-157 0,1 0 0,0 0 0,0 0 0,0 0 0,0 0 0,0 0 0,0 0 0,0 0 0,0 0 0,0 0 0,0-1 0,1 1 0,-1 0 0,0 0 0,1 0 0,-1 0 0,0 0 0,1-1 0,-1 1 0,1 0 0,0 0 0,-1-1 0,1 1 0,-1 0 0,1-1 0,0 1 0,0-1 0,-1 1 0,1-1 0,0 1 0,0-1 0,0 1 0,-1-1 0,1 0 0,0 1 0,0-1 0,0 0 0,0 0 0,0 0 0,0 0 0,0 0 0,0 0 0,0 0 0,1 0 0,45-2 0,-29-1 0,0 0 0,-1-2 0,1 0 0,-1 0 0,-1-2 0,1 0 0,-1-1 0,0-1 0,20-14 0,-35 22 0,-1 1 0,1 0 0,-1 0 0,1-1 0,0 1 0,-1 0 0,1 0 0,0 0 0,-1 0 0,1 0 0,0 0 0,-1 0 0,1 0 0,0 1 0,-1-1 0,1 0 0,0 0 0,-1 0 0,1 1 0,-1-1 0,1 0 0,-1 1 0,1-1 0,0 0 0,-1 1 0,1-1 0,-1 1 0,0-1 0,1 1 0,-1-1 0,1 1 0,-1-1 0,1 2 0,16 21 0,-14-19 0,-2-1 0,1 0 0,0 1 0,1-1 0,-1 0 0,1 0 0,-1 0 0,1-1 0,0 1 0,0-1 0,0 0 0,0 1 0,0-1 0,1 0 0,-1-1 0,1 1 0,-1-1 0,1 1 0,-1-1 0,1 0 0,0-1 0,0 1 0,-1 0 0,1-1 0,0 0 0,0 0 0,0 0 0,0-1 0,-1 1 0,1-1 0,0 0 0,0 0 0,-1 0 0,5-2 0,5-3 15,0 1 0,-1-2 0,0 0 0,0 0 0,-1-1 0,0-1 0,15-14 0,-5 2-510,-1-2 0,24-34 0,-32 39-6331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5:34.08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42 1 24575,'0'0'0,"0"0"0,0 1 0,0 0 0,-1 7 0,-2 6 0,0 8 0,-1 4 0,-1 5 0,-1 2 0,-1 1 0,0-1 0,2-7-8191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5:35.04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0 24575,'24'5'0,"-15"-2"0,11 2 0,-1 1 0,0 1 0,-1 1 0,1 0 0,-1 1 0,-1 2 0,25 17 0,-36-24 0,0 1 0,-1 0 0,1 0 0,-1 0 0,0 1 0,-1-1 0,1 1 0,-1 0 0,0 0 0,-1 1 0,0-1 0,0 1 0,0 0 0,-1 0 0,0 0 0,0 0 0,0 0 0,-1 0 0,0 1 0,-1-1 0,0 0 0,0 0 0,-2 15 0,2-19 5,-1 1-1,1-1 0,0 1 0,1-1 1,-1 1-1,1-1 0,-1 1 1,1-1-1,0 1 0,0-1 1,1 1-1,-1-1 0,1 0 1,-1 0-1,1 0 0,0 0 1,0 0-1,1 0 0,-1 0 0,0-1 1,1 1-1,0-1 0,-1 0 1,7 4-1,6 4-285,0-1-1,1-1 1,27 11 0,-36-16-67,19 8-6478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5:35.63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35 0 24575,'-8'32'0,"-2"13"0,-4 53 0,13-79 0,0 0 0,1 1 0,1-1 0,0 0 0,8 30 0,-9-48 0,0 0 0,0-1 0,0 1 0,0 0 0,1-1 0,-1 1 0,0 0 0,1-1 0,-1 1 0,0-1 0,1 1 0,-1-1 0,1 1 0,-1-1 0,0 1 0,1-1 0,-1 1 0,1-1 0,0 1 0,-1-1 0,1 0 0,-1 1 0,1-1 0,0 0 0,-1 0 0,1 1 0,0-1 0,0 0 0,1 0 0,0 0 0,-1 0 0,1-1 0,0 1 0,0 0 0,-1-1 0,1 1 0,-1-1 0,1 0 0,0 0 0,1 0 0,2-3 0,1 0 0,-1 0 0,0 0 0,0 0 0,4-6 0,0 3 0,-6 15 0,3 11 0,-3-15 5,0-1-1,0 1 1,0-1 0,1 1-1,-1-1 1,1 0-1,0-1 1,-1 1 0,1-1-1,1 1 1,-1-1 0,0 0-1,0 0 1,1-1-1,-1 0 1,1 1 0,-1-1-1,1-1 1,0 1-1,-1-1 1,1 0 0,0 0-1,-1 0 1,1 0-1,5-2 1,5-1-217,1 0 0,-1-1 0,0 0-1,0-1 1,-1-1 0,17-8 0,5-7-6614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5:36.02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0 24575,'0'0'0,"2"1"0,1-1 0,0 1 0,-1 0 0,1 0 0,0 0 0,-1 1 0,0-1 0,4 3 0,6 2 0,-8-4 0,50 24 0,0 1 0,-2 3 0,59 44 0,-109-72 0,0 1 0,1-1 0,-1 0 0,0 1 0,0-1 0,-1 1 0,1 0 0,0 0 0,-1-1 0,0 1 0,0 0 0,1 0 0,-2 0 0,1 1 0,0-1 0,-1 0 0,1 0 0,-1 0 0,0 0 0,0 1 0,0-1 0,-1 5 0,-3 7 0,1 0 0,-2 0 0,-10 24 0,-4 16 0,17-44 0,0-1 0,1 1 0,0 0 0,1 0 0,0 0 0,1 0 0,3 19 0,4 1 0,14 39 0,2 3 0,-23-68 5,0 0 1,0 0-1,-1 0 0,1 0 0,-1 0 0,0 0 1,-1 1-1,1-1 0,-1 0 0,0 0 1,0-1-1,-1 1 0,1 0 0,-1 0 0,0 0 1,-1-1-1,1 1 0,-1-1 0,0 0 0,0 0 1,0 0-1,-7 7 0,-5 2-302,0 0 0,-1-1 0,0-1 0,-25 13 0,-8 4-6529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5:36.97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1 24575,'6'33'0,"37"136"0,-32-137 0,1-1 0,1 0 0,20 35 0,-31-64 0,-1 1 0,1 0 0,0-1 0,0 0 0,0 1 0,0-1 0,0 0 0,0 0 0,1 0 0,-1 0 0,1 0 0,-1-1 0,1 1 0,0-1 0,-1 0 0,1 1 0,0-1 0,0 0 0,0-1 0,0 1 0,0-1 0,0 1 0,0-1 0,0 0 0,0 0 0,0 0 0,1 0 0,2-2 0,2 0 0,0 0 0,0-1 0,-1 0 0,1 0 0,-1-1 0,0 0 0,0 0 0,0-1 0,9-8 0,-15 12 0,-1 1 0,1-1 0,0 1 0,0-1 0,0 1 0,0-1 0,0 1 0,0 0 0,0-1 0,0 1 0,0 0 0,0 0 0,0 0 0,0 0 0,0 0 0,0 0 0,0 0 0,0 0 0,0 0 0,0 0 0,0 0 0,0 1 0,0-1 0,0 0 0,0 1 0,0-1 0,0 1 0,0-1 0,0 1 0,0 0 0,0-1 0,0 1 0,-1 0 0,1-1 0,0 1 0,-1 0 0,1 0 0,0 0 0,0 1 0,5 7 0,-1-1 0,0 1 0,6 12 0,-5-7 0,-5-13 0,-1-1 0,1 1 0,0 0 0,-1-1 0,1 1 0,-1-1 0,1 1 0,0-1 0,-1 1 0,1-1 0,0 1 0,0-1 0,-1 0 0,1 1 0,0-1 0,0 0 0,0 0 0,0 0 0,-1 1 0,1-1 0,0 0 0,0 0 0,0 0 0,0 0 0,-1-1 0,1 1 0,0 0 0,0 0 0,0 0 0,0-1 0,-1 1 0,1 0 0,0-1 0,0 1 0,-1-1 0,1 1 0,0-1 0,-1 1 0,1-1 0,-1 1 0,2-2 0,30-29 0,-30 29 0,38-48-244,-3-1 0,41-73 0,-65 101-389,15-22-6193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5:38.46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185 1 24575,'-2'19'0,"-142"701"-441,114-597-483,22-88-5902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5:39.51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322 10 24575,'-4'1'0,"0"1"0,0 0 0,0 0 0,0 1 0,1-1 0,-1 1 0,1 0 0,-1 0 0,-4 5 0,-2 2 0,-20 19 0,2 1 0,0 2 0,2 1 0,-25 41 0,34-45 0,0 1 0,2 0 0,2 1 0,0 1 0,-13 54 0,25-79 0,-1 1 0,1-1 0,0 1 0,1-1 0,0 0 0,0 1 0,0-1 0,1 1 0,0-1 0,1 0 0,3 12 0,-3-15 0,0-1 0,0 1 0,0 0 0,0-1 0,1 0 0,-1 1 0,1-1 0,0 0 0,0-1 0,0 1 0,0 0 0,0-1 0,1 1 0,-1-1 0,1 0 0,0-1 0,-1 1 0,1 0 0,0-1 0,0 0 0,0 0 0,5 1 0,0-1 0,0 0 0,0-1 0,0 0 0,0 0 0,1-1 0,-1 0 0,-1-1 0,1 0 0,0 0 0,0-1 0,-1 0 0,1-1 0,-1 0 0,0 0 0,0 0 0,0-1 0,-1-1 0,0 1 0,0-1 0,0 0 0,-1-1 0,0 1 0,0-1 0,0 0 0,5-11 0,-4 8 0,0-1 0,-1 0 0,-1-1 0,1 0 0,-2 0 0,0 0 0,0 0 0,-1-1 0,-1 1 0,0-1 0,0 0 0,-2 0 0,1 0 0,-2 1 0,0-1 0,0 0 0,-5-18 0,2 18 0,-1 0 0,-1 0 0,1 1 0,-2-1 0,0 1 0,-1 1 0,0-1 0,0 1 0,-11-10 0,2 5 0,-1 0 0,0 1 0,-2 1 0,-29-18 0,49 32 0,0 0 0,0 0 0,0 0 0,0 0 0,-1 0 0,1 0 0,0 0 0,0 0 0,0 0 0,0-1 0,0 1 0,0 0 0,0 0 0,0 0 0,-1 0 0,1 0 0,0 0 0,0-1 0,0 1 0,0 0 0,0 0 0,0 0 0,0 0 0,0-1 0,0 1 0,0 0 0,0 0 0,0 0 0,0 0 0,0 0 0,0-1 0,0 1 0,0 0 0,0 0 0,0 0 0,0 0 0,0 0 0,1-1 0,-1 1 0,0 0 0,0 0 0,0 0 0,0 0 0,0 0 0,0 0 0,0 0 0,0-1 0,1 1 0,10-7 0,14-4 0,11-2 0,1 2 0,0 2 0,0 1 0,1 1 0,-1 3 0,1 1 0,51 2 0,-84 1 0,-1 1 0,1-1 0,-1 1 0,1 0 0,-1 0 0,0 0 0,1 0 0,-1 1 0,0 0 0,0 0 0,0 0 0,0 0 0,0 1 0,-1-1 0,1 1 0,-1 0 0,0 0 0,1 0 0,-1 1 0,-1-1 0,1 1 0,0 0 0,-1-1 0,0 1 0,0 0 0,0 0 0,0 1 0,-1-1 0,0 0 0,0 1 0,0-1 0,0 0 0,0 1 0,-1 4 0,0 13 0,0 1 0,-2-1 0,-1 1 0,0-1 0,-2 0 0,0-1 0,-14 34 0,-2-2 0,-53 90 0,70-136 0,-6 9 0,10-12 0,7-8 0,7-6 0,-1-1 0,-1-1 0,0 0 0,0-1 0,-1 0 0,-1-1 0,0 0 0,-1-1 0,8-16 0,-5 6 0,-1 0 0,-1-1 0,-1-1 0,10-50 0,-17 68 0,-1 0 0,1 0 0,-2 0 0,1 0 0,-1 0 0,-1 0 0,-2-16 0,3 25 0,0-1 0,0 1 0,0-1 0,0 1 0,0-1 0,0 0 0,0 1 0,1-1 0,-1 1 0,0-1 0,0 1 0,0-1 0,1 1 0,-1 0 0,0-1 0,1 1 0,-1-1 0,0 1 0,1-1 0,-1 1 0,0 0 0,1-1 0,-1 1 0,1 0 0,-1-1 0,1 1 0,-1 0 0,1 0 0,-1 0 0,1-1 0,-1 1 0,1 0 0,0 0 0,24-6 0,-20 5 0,60-8 0,1 2 0,0 3 0,0 3 0,90 10 0,-143-8 0,0 1 0,0 0 0,-1 1 0,1 0 0,-1 1 0,23 10 0,-31-11 0,0-1 0,0 1 0,0-1 0,-1 1 0,1 1 0,-1-1 0,1 0 0,-1 1 0,0 0 0,-1-1 0,1 1 0,-1 0 0,1 1 0,-1-1 0,0 0 0,-1 1 0,1-1 0,-1 1 0,0-1 0,0 1 0,0 0 0,0 4 0,-1 11 0,-1 0 0,0 0 0,-1 0 0,-2 0 0,0 0 0,-1-1 0,-10 28 0,-63 127 0,73-165 0,-6 18 0,11-27 0,0 1 0,0-1 0,0 1 0,0-1 0,0 1 0,0-1 0,1 1 0,-1-1 0,0 1 0,0-1 0,1 1 0,-1-1 0,0 1 0,1-1 0,-1 1 0,0-1 0,1 1 0,-1-1 0,1 0 0,-1 1 0,0-1 0,1 0 0,-1 1 0,1-1 0,-1 0 0,1 0 0,-1 1 0,1-1 0,0 0 0,-1 0 0,1 0 0,-1 0 0,1 0 0,-1 0 0,1 0 0,-1 0 0,1 0 0,0 0 0,-1 0 0,1 0 0,-1 0 0,1 0 0,-1 0 0,1-1 0,0 1 0,7-2 0,0 0 0,-1 0 0,1 0 0,-1-1 0,1 0 0,-1-1 0,0 1 0,0-1 0,-1-1 0,1 1 0,-1-1 0,0 0 0,7-9 0,1 0 0,-1-1 0,-1 0 0,-1-1 0,13-23 0,-15 22 0,-1 1 0,-1-2 0,0 1 0,-2-1 0,0 0 0,-1 0 0,0-1 0,1-35 0,-5 47 0,0 0 0,-1 0 0,0 1 0,0-1 0,0 0 0,-1 1 0,0-1 0,0 1 0,-1 0 0,0-1 0,0 1 0,-4-6 0,4 8 0,-1 0 0,0 0 0,0 0 0,0 0 0,0 1 0,-1 0 0,1 0 0,-1 0 0,0 0 0,0 1 0,0 0 0,0-1 0,0 2 0,0-1 0,-1 1 0,-9-2 0,-4 2-195,1 1 0,0 0 0,-1 1 0,1 1 0,0 1 0,-35 10 0,-32 12-6631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5:40.34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17 516 24575,'-6'-2'0,"-4"-2"0,10 4 0,0 0 0,0 0 0,0-1 0,0 1 0,0 0 0,0 0 0,0-1 0,0 1 0,0 0 0,0 0 0,0 0 0,0-1 0,0 1 0,0 0 0,0 0 0,0 0 0,1-1 0,-1 1 0,0 0 0,0 0 0,0 0 0,0-1 0,0 1 0,0 0 0,1 0 0,-1 0 0,0 0 0,0 0 0,0-1 0,1 1 0,-1 0 0,0 0 0,0 0 0,0 0 0,1 0 0,-1 0 0,0 0 0,0 0 0,1 0 0,-1 0 0,0 0 0,0 0 0,0 0 0,1 0 0,-1 0 0,0 0 0,30-11 0,44-10 0,-42 13 0,1331-279-816,-518 121-535,-797 155-4673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5:52.64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41 0 24575,'0'0'0,"-34"10"0,28 8 0,6-18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5:54.67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1577 284 24575,'-33'-7'0,"-434"-93"0,364 86 0,-1 4 0,-165 5 0,13 29 0,219-18 0,-1 2 0,2 1 0,-1 3 0,-59 26 0,87-33 0,0-1 0,0 1 0,1 1 0,0 0 0,0 0 0,0 0 0,1 1 0,-9 10 0,14-14 0,0 0 0,0 0 0,0 0 0,0 0 0,1 1 0,-1-1 0,1 0 0,0 1 0,0-1 0,0 1 0,1-1 0,-1 1 0,1 0 0,0-1 0,0 1 0,0-1 0,0 1 0,1 0 0,-1-1 0,1 1 0,0-1 0,0 1 0,0-1 0,1 0 0,-1 1 0,3 2 0,3 6 0,1-1 0,0 0 0,1-1 0,0 0 0,0-1 0,1 0 0,1 0 0,-1-1 0,1 0 0,1-1 0,18 10 0,6 0 0,1-2 0,63 17 0,-19-12 0,1-4 0,0-3 0,1-4 0,166-4 0,-86-15 0,255-49 0,-117-8 0,-252 53 0,0-2 0,-2-3 0,91-48 0,-132 63 0,0 1 0,0-1 0,-1 0 0,0-1 0,1 1 0,-1-1 0,6-7 0,-10 9 0,0 1 0,1 0 0,-1 0 0,0-1 0,0 1 0,0 0 0,-1-1 0,1 1 0,0-1 0,-1 1 0,0-1 0,0 0 0,1 1 0,-1-1 0,-1 1 0,1-1 0,0 1 0,-1-1 0,1 1 0,-1-1 0,0 1 0,0-1 0,-1-1 0,-3-7 0,-1 2 0,0-1 0,-1 1 0,0 0 0,-1 0 0,0 0 0,0 1 0,0 1 0,-1-1 0,0 2 0,-1-1 0,-10-5 0,-14-6 0,0 1 0,-46-15 0,-7 4 0,0 4 0,-2 4 0,0 4 0,-1 3 0,-176 0 0,45 19 0,-279 45 0,477-48 0,17-4 0,0 2 0,0-1 0,0 1 0,0 0 0,0 0 0,0 1 0,0 0 0,0 0 0,-9 5 0,14-6 0,-1 0 0,1 1 0,0-1 0,0 0 0,1 1 0,-1-1 0,0 1 0,0 0 0,1-1 0,-1 1 0,1-1 0,-1 1 0,1 0 0,0-1 0,0 1 0,0 0 0,0 0 0,0-1 0,0 3 0,6 35 0,-5-36 0,6 22 0,1 0 0,1-1 0,1 0 0,2 0 0,0-1 0,1-1 0,1 0 0,2-1 0,24 28 0,0-7 0,1-2 0,2-1 0,57 39 0,-75-62-1365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5:55.62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1966 250 24575,'-14'-4'0,"-1"-2"0,1 0 0,1 0 0,-15-10 0,-29-14 0,10 13 0,-1 1 0,-1 3 0,-98-13 0,-155 2 0,291 24 0,-115-6 0,0 6 0,-196 24 0,271-17 0,1 3 0,0 2 0,1 2 0,1 2 0,0 2 0,1 3 0,2 1 0,0 2 0,-51 38 0,83-53 0,0 1 0,1 0 0,0 1 0,1 0 0,0 1 0,1 1 0,-9 13 0,17-22 0,-1 0 0,1 0 0,0 0 0,1 0 0,-1 1 0,1-1 0,0 0 0,0 1 0,0-1 0,1 1 0,-1-1 0,1 1 0,0-1 0,1 1 0,-1-1 0,1 1 0,0-1 0,0 1 0,0-1 0,0 0 0,1 0 0,0 1 0,0-1 0,0 0 0,0-1 0,0 1 0,1 0 0,0-1 0,4 5 0,5 4 0,1-1 0,0 0 0,0-1 0,1-1 0,0 0 0,1 0 0,0-2 0,0 0 0,29 9 0,6-2 0,97 16 0,-49-18 0,0-5 0,1-4 0,0-4 0,125-17 0,-82-3 0,0-7 0,178-59 0,-111 13 0,-172 58 0,-1-1 0,-1-1 0,50-35 0,-77 47 0,-1 0 0,1 0 0,-2 0 0,1-1 0,-1 0 0,8-11 0,-12 16 0,-1-1 0,1 0 0,-1 0 0,1 0 0,-1 0 0,0 0 0,0 0 0,0 0 0,-1-1 0,1 1 0,-1 0 0,0 0 0,0 0 0,0-1 0,0 1 0,0 0 0,-1 0 0,1-1 0,-1 1 0,0 0 0,-2-5 0,-2-1 0,0 1 0,-1 0 0,0 0 0,0 0 0,-1 1 0,0 0 0,0 0 0,-1 1 0,0 0 0,0 0 0,0 1 0,-16-8 0,-14-5 0,-63-21 0,32 16 0,-2 4 0,1 3 0,-2 3 0,0 3 0,0 3 0,-1 3 0,0 4 0,-137 17 0,199-16-227,0 1-1,0 1 1,1 0-1,-1 0 1,-15 8-1,2 4-6598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5:56.40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1878 313 24575,'-9'-21'0,"3"11"0,-1 0 0,1 0 0,-2 1 0,1 1 0,-1-1 0,0 1 0,-1 0 0,0 1 0,0 0 0,-13-7 0,-12-5 0,-60-25 0,25 17 0,-1 4 0,0 2 0,-2 3 0,0 4 0,-1 3 0,0 3 0,-119 2 0,129 8 0,1 3 0,-1 3 0,1 2 0,0 3 0,1 3 0,1 2 0,1 4 0,0 1 0,-65 38 0,97-46 0,1 2 0,0 0 0,1 2 0,1 1 0,1 1 0,1 1 0,-26 33 0,41-46 0,0 1 0,1 0 0,1 1 0,-1-1 0,2 1 0,-1 0 0,2 0 0,-1 1 0,-2 19 0,5-22 0,1 1 0,0-1 0,1 0 0,-1 0 0,2 0 0,-1 0 0,1 0 0,1-1 0,0 1 0,0 0 0,0-1 0,1 0 0,1 0 0,5 8 0,1-1 0,0 0 0,2-2 0,0 1 0,0-2 0,1 1 0,1-2 0,0 0 0,0-1 0,1-1 0,0 0 0,1-1 0,21 8 0,7-1 0,0-1 0,1-3 0,76 10 0,-42-14 0,1-2 0,0-5 0,-1-3 0,118-19 0,-104 5 0,-2-4 0,0-4 0,134-57 0,-188 66 0,-1-2 0,0-1 0,-1-2 0,49-39 0,-72 50 0,-1-2 0,0 0 0,-1 0 0,0-1 0,17-27 0,-22 30 0,-2 1 0,1-1 0,-1 0 0,-1 0 0,1 0 0,-2 0 0,1-1 0,-2 1 0,1-1 0,-1-13 0,-1 15 0,-1 0 0,-1 0 0,1 1 0,-1-1 0,-1 0 0,1 1 0,-1-1 0,-1 1 0,0 0 0,0 0 0,-1 0 0,1 1 0,-2 0 0,1-1 0,-1 2 0,0-1 0,0 1 0,-1 0 0,0 0 0,0 1 0,-9-6 0,-6-2 0,-2 0 0,0 1 0,0 1 0,-1 1 0,-48-11 0,24 10 0,-1 2 0,-1 2 0,0 3 0,0 1 0,0 3 0,0 3 0,1 1 0,-1 3 0,-82 21 0,77-8-1365,13-1-5461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5:57.41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1886 191 24575,'-1'-1'0,"0"-1"0,0 1 0,0-1 0,0 0 0,-1 1 0,1 0 0,0-1 0,-1 1 0,1 0 0,-1 0 0,1 0 0,-1 0 0,0 0 0,-1-1 0,-1 0 0,-17-10 0,0 1 0,-1 0 0,-1 2 0,-32-9 0,-102-18 0,125 29 0,-96-17 0,0 5 0,-172-2 0,209 20 0,0 5 0,1 3 0,-1 5 0,-101 26 0,143-25 0,1 3 0,-53 24 0,78-30 0,2 2 0,-1 0 0,1 1 0,1 1 0,1 1 0,-27 26 0,41-36 0,1 0 0,-1 0 0,1 1 0,0-1 0,1 1 0,-1 0 0,1 0 0,0 0 0,1 1 0,-1-1 0,1 1 0,1-1 0,-1 1 0,1 0 0,0-1 0,1 1 0,-1 0 0,1 0 0,1 0 0,0 7 0,2-3 0,0 0 0,0-1 0,1 1 0,1-1 0,0 1 0,0-1 0,1-1 0,0 1 0,0-1 0,1 0 0,13 12 0,4 2 0,2-1 0,0-1 0,2-1 0,0-1 0,1-2 0,62 28 0,-17-16 0,142 36 0,-102-38 0,1-6 0,223 11 0,-254-30 0,0-5 0,-1-3 0,1-3 0,148-38 0,-201 39 0,-1-2 0,0-1 0,0-2 0,48-28 0,-67 34 0,-1 0 0,0-1 0,-1 0 0,0-1 0,0 0 0,11-15 0,-15 17 0,-1 1 0,0-1 0,0 0 0,-1-1 0,0 1 0,0 0 0,-1-1 0,0 0 0,0 0 0,-1 1 0,1-11 0,-2 9 0,-1 0 0,0 0 0,0 1 0,-1-1 0,0 0 0,-1 1 0,0-1 0,0 1 0,-1 0 0,0 0 0,0 0 0,-1 1 0,0-1 0,0 1 0,-12-11 0,-5-6 0,-2 2 0,-50-37 0,15 19 0,-2 3 0,-1 2 0,-2 3 0,-1 3 0,-1 3 0,-2 3 0,0 2 0,-1 4 0,-83-10 0,133 24 0,11 2 0,0-1 0,-1 1 0,1 1 0,-1-1 0,1 1 0,-1 1 0,-14 2 0,21 0-1365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6:23.60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5402 395 24575,'-19'-25'0,"-2"3"0,-1 1 0,-1 1 0,-1 2 0,0 0 0,-47-25 0,32 23 0,-1 2 0,-1 2 0,-59-15 0,14 12 0,1 4 0,-2 4 0,-126-1 0,-159 26 0,0 25 0,-283 15 0,-93-56 0,255-1 0,219 1 0,-392 9 0,598-3 0,-1 2 0,1 4 0,0 2 0,1 3 0,-87 32 0,123-34 0,1 1 0,0 2 0,1 0 0,0 2 0,-34 29 0,43-29 0,1 0 0,0 1 0,2 1 0,0 1 0,1 1 0,1 0 0,-17 36 0,20-33 0,2 0 0,0 0 0,2 1 0,1 0 0,1 1 0,1 0 0,2-1 0,0 1 0,2 1 0,1-1 0,1 0 0,1 0 0,8 33 0,-5-36 0,2 0 0,0 0 0,2 0 0,1-1 0,0 0 0,2-1 0,1 0 0,0-1 0,2-1 0,0 0 0,1-1 0,1 0 0,1-1 0,29 21 0,-4-8 0,2-2 0,1-2 0,97 41 0,-63-38 0,146 34 0,-125-44 0,1-6 0,1-3 0,180-6 0,311-54 0,-516 41 0,275-31 0,763-63 0,-476 117 0,-167 3 0,-381-21 0,0-4 0,0-4 0,94-25 0,261-91 0,-430 122 0,0-2 0,0 0 0,29-16 0,-39 18 0,-1 1 0,1-1 0,-1-1 0,0 1 0,-1-1 0,1 0 0,-1-1 0,-1 1 0,1-1 0,6-13 0,-2 0 0,0-1 0,-2 0 0,0 0 0,-2 0 0,0-1 0,-2 1 0,0-1 0,-1 0 0,-1 0 0,-2 0 0,-4-38 0,1 33 0,-2 1 0,-1 0 0,-1 0 0,-1 1 0,-1 0 0,-2 0 0,0 1 0,-1 1 0,-22-29 0,-2 5 0,-3 1 0,-2 2 0,-2 2 0,-88-66 0,41 45 0,-174-90 0,79 73-1365,105 53-5461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6:46.1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24575,'0'0'0,"0"0"0,0 0 0,3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6:46.4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24575,'0'0'0,"0"0"0,0 1 0,0 0 0,0 0 0,0-1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6:46.7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24575,'0'0'0,"0"0"0,0 0 0,0 0 0,0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6:47.0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 24575,'0'0'0,"0"0"0,2-3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7:04.3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456 341 24333,'5667'-341'0,"-11790"474"0,6579 75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7:05.6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 5 24575,'0'0'0,"0"0"0,-2-1 0,0-1 0,-1 1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6:28.7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357 210 24575,'0'-1'0,"0"-1"0,0 0 0,0 1 0,0-1 0,0 0 0,0 1 0,0-1 0,-1 0 0,1 1 0,0-1 0,-1 0 0,0 1 0,0-3 0,-3-5 0,0 1 0,0-1 0,-1 0 0,-1 1 0,1 0 0,-1 0 0,0 1 0,-1-1 0,0 2 0,-15-13 0,16 15 0,-1 0 0,1 1 0,-1-1 0,0 2 0,1-1 0,-2 1 0,1 0 0,0 0 0,0 1 0,0 0 0,-1 0 0,1 1 0,0 0 0,-1 0 0,-9 2 0,10-1 0,-1 0 0,1 1 0,0 0 0,0 0 0,0 1 0,0 0 0,0 0 0,0 0 0,1 1 0,-1 0 0,1 0 0,0 1 0,1-1 0,-1 1 0,1 1 0,0-1 0,0 1 0,0 0 0,-4 8 0,5-6 0,0 0 0,1 0 0,0 0 0,0 1 0,0-1 0,1 1 0,1-1 0,0 1 0,0 0 0,0 0 0,1 0 0,1 0 0,-1-1 0,1 1 0,5 17 0,-4-16 0,2 1 0,-1-1 0,1 0 0,1-1 0,0 1 0,0-1 0,1 1 0,0-2 0,1 1 0,-1-1 0,2 0 0,15 14 0,-17-18 0,0 1 0,1-1 0,-1-1 0,1 1 0,0-1 0,0 0 0,0-1 0,0 0 0,0 0 0,1 0 0,-1-1 0,0 0 0,1 0 0,-1-1 0,1 0 0,-1-1 0,1 1 0,-1-1 0,11-3 0,-9 2 0,-1-1 0,1 0 0,0 0 0,-1-1 0,0 0 0,0-1 0,0 0 0,0 0 0,-1 0 0,0-1 0,0 0 0,0-1 0,-1 1 0,0-1 0,0-1 0,0 1 0,-1-1 0,-1 0 0,1 0 0,-1 0 0,3-9 0,-3 5 0,-1 0 0,-1 0 0,1 0 0,-2 0 0,0 0 0,0-1 0,-1 1 0,-1 0 0,0 0 0,0 0 0,-2-1 0,1 2 0,-1-1 0,-1 0 0,-7-15 0,4 11 0,-1-1 0,-14-19 0,20 32 0,-1 0 0,0 0 0,0 1 0,0-1 0,0 1 0,0 0 0,-1 0 0,1 0 0,-1 0 0,0 0 0,0 1 0,0 0 0,0 0 0,-8-3 0,10 5-68,0 0 0,0-1-1,1 1 1,-1 0 0,0 1 0,0-1-1,0 0 1,1 0 0,-1 1 0,0-1-1,1 1 1,-1-1 0,0 1 0,1 0-1,-1 0 1,1 0 0,-1 0 0,1 0-1,-2 1 1,-10 11-6758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6:28.9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24575,'0'0'0,"0"0"0,0 0 0,1 3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6:29.6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271 297 24575,'0'-36'0,"2"-12"0,-1-38 0,-2 77 0,0 0 0,0 1 0,0-1 0,-1 1 0,-1-1 0,1 1 0,-6-11 0,6 16 0,1 0 0,-1 0 0,0 0 0,0 0 0,0 0 0,-1 0 0,1 1 0,-1-1 0,1 1 0,-1 0 0,0-1 0,0 1 0,0 1 0,0-1 0,0 0 0,-1 1 0,1 0 0,0-1 0,-1 1 0,1 0 0,0 1 0,-1-1 0,0 1 0,1 0 0,-1-1 0,1 2 0,-1-1 0,1 0 0,-1 1 0,1-1 0,-1 1 0,-3 2 0,-2-1 0,1 2 0,0-1 0,0 1 0,0 0 0,1 1 0,0 0 0,0 0 0,0 0 0,0 1 0,1 0 0,0 0 0,-6 9 0,5-5 0,0 0 0,1 0 0,1 1 0,0 0 0,0 0 0,1 0 0,1 0 0,0 1 0,0 0 0,1 0 0,1-1 0,0 1 0,0 0 0,2 18 0,0-22 0,0 0 0,1 0 0,-1-1 0,1 1 0,1-1 0,-1 1 0,1-1 0,1 0 0,-1 0 0,1 0 0,1 0 0,-1-1 0,1 0 0,0 0 0,0 0 0,1 0 0,0-1 0,0 0 0,0 0 0,1-1 0,-1 1 0,15 5 0,-8-5 0,0-1 0,0-1 0,0 0 0,0-1 0,0 0 0,1-1 0,-1-1 0,0 0 0,1 0 0,-1-2 0,0 0 0,1 0 0,-1-1 0,-1-1 0,21-7 0,-17 4 0,0 0 0,-1 0 0,0-1 0,-1-1 0,0-1 0,0 0 0,-1 0 0,0-2 0,-1 0 0,0 0 0,20-28 0,-23 25 0,-9 15 0,-11 27 0,-69 291-1365,61-219-5461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6:36.2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447 54 24575,'-19'-21'0,"7"16"0,1 0 0,-1 0 0,0 1 0,0 0 0,-1 1 0,1 1 0,-1 0 0,1 0 0,-19 1 0,-4 2 0,-1 1 0,-37 7 0,59-7 0,1 0 0,-1 1 0,1 1 0,0 0 0,-23 11 0,33-14 0,1 1 0,-1-1 0,1 1 0,-1-1 0,1 1 0,0 0 0,0 0 0,0 0 0,0 0 0,0 0 0,0 1 0,0-1 0,1 1 0,-1-1 0,1 1 0,-1-1 0,1 1 0,0 0 0,0 0 0,1-1 0,-1 1 0,0 0 0,1 0 0,0 0 0,0 0 0,0 0 0,0 0 0,0 0 0,0-1 0,1 1 0,-1 0 0,1 0 0,2 4 0,1 4 0,1 0 0,1-1 0,0 0 0,0 1 0,1-2 0,0 1 0,1-1 0,12 11 0,76 63 0,-85-76 0,125 93 0,-134-99 0,-1 0 0,1 0 0,-1 0 0,1 0 0,-1 0 0,0 1 0,1-1 0,-1 0 0,0 0 0,0 1 0,0-1 0,0 1 0,0-1 0,-1 1 0,1-1 0,0 1 0,-1 0 0,1-1 0,-1 1 0,1 0 0,-1-1 0,0 1 0,0 0 0,0 0 0,0-1 0,0 1 0,0 0 0,0 0 0,0-1 0,-2 4 0,0-2 0,0 1 0,-1 0 0,1-1 0,-1 1 0,0-1 0,0 0 0,0 0 0,-1 0 0,1-1 0,-1 1 0,-4 2 0,-14 8 0,-1-2 0,0 0 0,0-1 0,-1-2 0,0 0 0,-1-2 0,-46 7 0,68-13-124,0 1 0,1-1 0,-1 0 0,0 0 0,1 0 0,-1 0-1,1 0 1,-1-1 0,0 1 0,-4-2 0,-1-4-6702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6:36.5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431 1 24575,'-15'3'0,"0"1"0,0 1 0,1 0 0,-1 1 0,-17 10 0,12-6 0,-21 10 0,2 1 0,-44 33 0,68-44 0,0 2 0,1 0 0,1 0 0,0 1 0,0 1 0,2 0 0,-1 1 0,-10 19 0,20-30 0,1-1 0,-1 1 0,0-1 0,1 1 0,0-1 0,0 1 0,0 0 0,0 0 0,1-1 0,-1 1 0,1 0 0,0 0 0,0 0 0,0 0 0,1-1 0,-1 1 0,1 0 0,0 0 0,0-1 0,3 7 0,-1-5 0,0-1 0,0 0 0,0 0 0,0 0 0,1-1 0,0 1 0,0-1 0,0 0 0,0 0 0,0 0 0,1 0 0,-1-1 0,1 1 0,-1-1 0,9 2 0,10 2-227,1-1-1,-1-2 1,1 0-1,0-1 1,28-2-1,42-2-6598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6:40.7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 11 24575,'0'0'0,"-1"11"0,-29 166 0,33-238 0,-3 50 0,-1 0 0,2-1 0,0 1 0,0 0 0,1 0 0,0 0 0,1 0 0,4-11 0,-6 20 0,1 0 0,-1 0 0,1 0 0,-1 0 0,1 1 0,0-1 0,0 0 0,0 1 0,0 0 0,0-1 0,0 1 0,0 0 0,1 0 0,-1 0 0,0 0 0,0 1 0,1-1 0,-1 1 0,1-1 0,-1 1 0,0 0 0,1 0 0,-1 0 0,1 0 0,-1 0 0,4 1 0,7 1 0,0 1 0,0 0 0,18 7 0,0 3 0,-2 1 0,33 20 0,-39-20 0,0-1 0,1-1 0,1-1 0,29 8 0,-46-17 0,-1-1 0,1 0 0,0 0 0,0-1 0,0 0 0,0 0 0,0-1 0,-1 0 0,1 0 0,0-1 0,-1 0 0,1-1 0,-1 1 0,1-1 0,-1-1 0,0 1 0,0-1 0,-1-1 0,1 1 0,-1-1 0,0 0 0,0-1 0,9-11 0,-14 18 0,1-1 0,-1 1 0,0 0 0,0-1 0,0 1 0,0 0 0,0 0 0,0 0 0,0 0 0,0 0 0,0 0 0,0 0 0,-1 0 0,1 0 0,1 2 0,62 112 110,-28-48-1585,-13-27-5351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6:41.0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89 83 24575,'-2'-2'0,"-5"8"0,-4 10 0,0-1 0,2 1 0,0 1 0,1 0 0,1 0 0,1 0 0,0 1 0,-6 34 0,12-51 0,0 0 0,-1 0 0,1 0 0,0-1 0,0 1 0,0 0 0,0 0 0,0 0 0,1 0 0,-1-1 0,0 1 0,0 0 0,0 0 0,1 0 0,-1-1 0,0 1 0,1 0 0,-1-1 0,1 1 0,0 1 0,-1-2 0,1 0 0,-1 1 0,1-1 0,0 0 0,-1 0 0,1 0 0,-1 0 0,1 0 0,-1 1 0,1-1 0,0 0 0,-1 0 0,1 0 0,-1-1 0,1 1 0,0 0 0,-1 0 0,1 0 0,-1 0 0,1-1 0,0 1 0,3-2 0,-1 0 0,1 0 0,-1 0 0,0 0 0,0-1 0,0 0 0,4-3 0,1-4 15,0-2 0,0 1 0,-1-1 0,0 0 0,-1 0 0,-1-1 0,8-25 0,-11 32-89,0 0-1,0 0 1,-1 0 0,0 0 0,0 0-1,-1 0 1,0-1 0,0 1 0,0 0-1,-1 0 1,1 0 0,-2 0 0,1 0-1,-1 0 1,1 0 0,-2 0 0,1 0-1,-1 1 1,-6-10 0,-9-3-6752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6:42.4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431 16 24575,'0'0'0,"-21"-11"0,12 9 0,1 1 0,-1 0 0,0 1 0,0 0 0,1 0 0,-1 1 0,0 0 0,-11 3 0,-71 22 0,87-24 0,-6 1 0,0 1 0,0 0 0,0 1 0,0 0 0,1 1 0,-12 8 0,19-13 0,1 0 0,-1 1 0,0-1 0,1 0 0,0 1 0,-1 0 0,1-1 0,0 1 0,0 0 0,0-1 0,0 1 0,0 0 0,0 0 0,0 0 0,1 0 0,-1 0 0,0 0 0,1 0 0,0 0 0,0 0 0,-1 0 0,1 0 0,1 0 0,-1 0 0,0 0 0,0 0 0,1 0 0,-1 0 0,1 0 0,-1 0 0,1 0 0,0 0 0,0 0 0,0 0 0,0-1 0,0 1 0,1 0 0,-1-1 0,0 1 0,3 1 0,1 3 0,1-1 0,-1 1 0,2-2 0,-1 1 0,0-1 0,1 1 0,0-2 0,0 1 0,0-1 0,1 0 0,9 2 0,8 1 0,0-1 0,29 1 0,-24-3 0,-30-3 0,1 0 0,-1 0 0,0 0 0,1 0 0,-1 0 0,0 0 0,1 0 0,-1 0 0,0 0 0,1 0 0,-1 1 0,0-1 0,1 0 0,-1 0 0,0 0 0,0 0 0,1 1 0,-1-1 0,0 0 0,1 0 0,-1 0 0,0 1 0,0-1 0,0 0 0,1 1 0,-1-1 0,0 0 0,0 0 0,0 1 0,0-1 0,0 0 0,1 1 0,-1-1 0,0 0 0,0 1 0,0 0 0,-7 13 0,-17 12 0,-33 20 0,-2-3 0,-87 48 0,106-67 0,36-22 0,1 0 0,0 0 0,0 0 0,0 0 0,1 0 0,-1 0 0,0 1 0,1 0 0,0-1 0,-1 1 0,1 0 0,-2 3 0,4-5 0,0 0 0,0 0 0,-1 0 0,1 0 0,0 0 0,0-1 0,0 1 0,0 0 0,0 0 0,0 0 0,0 0 0,1 0 0,-1 0 0,0-1 0,0 1 0,1 0 0,-1 0 0,0 0 0,2 1 0,-1 0 0,1 0 0,0 0 0,-1-1 0,1 1 0,0 0 0,0-1 0,1 1 0,-1-1 0,4 2 0,8 3-227,0-1-1,0-1 1,0 0-1,1-1 1,22 3-1,29 0-6598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6:43.2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 0 24575,'0'0'0,"-1"82"0,-1-30 0,10 97 0,-8-145 0,1 0 0,0-1 0,0 1 0,0 0 0,0-1 0,0 1 0,1-1 0,-1 0 0,1 1 0,0-1 0,0 0 0,1 0 0,-1 0 0,1 0 0,-1-1 0,6 5 0,-3-4 0,-1 0 0,1-1 0,0 1 0,0-1 0,0 0 0,0-1 0,0 1 0,0-1 0,0 0 0,9 0 0,8-1 0,-1-1 0,1-1 0,-1-1 0,35-9 0,8-6 0,0-3 0,74-37 0,-37 15 0,-66 31-1365,-10 6-5461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6:44.0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 1 24575,'1'2'0,"-1"1"0,0 0 0,-1 4 0,0 1 0,-1 0 0,-3 3 0,0 0-8191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6:45.2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225 1 24575,'-24'12'0,"-17"26"0,2 2 0,1 1 0,-34 49 0,71-88-124,0-1 0,0 1 0,0 0 0,0-1 0,0 1 0,0 0-1,0 0 1,1 0 0,-1-1 0,0 4 0,0 6-6702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6:49.8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24575,'3'12'0,"3"15"0,1 4 0,1-1 0,-3-5 0,0-7 0,-3-6 0,0-6 0,-8 4 0,-2-1-8191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6:52.6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550 213 24575,'-2'-59'0,"1"56"0,-1 1 0,0 0 0,0 0 0,-1 0 0,1 1 0,0-1 0,-1 0 0,1 1 0,0-1 0,-6-1 0,2 0 0,-3-3 0,-170-100 0,174 104 0,0-1 0,-1 1 0,0 0 0,1 0 0,-1 0 0,0 1 0,0 0 0,0 0 0,0 1 0,0 0 0,0 0 0,0 0 0,0 0 0,-10 3 0,8 0 0,-1 0 0,0 0 0,1 1 0,-1 0 0,1 0 0,0 1 0,1 0 0,-14 11 0,6-2 0,1 1 0,0 0 0,1 1 0,1 0 0,0 1 0,1 1 0,1 0 0,-8 19 0,13-21 0,0 0 0,1 0 0,1 0 0,1 1 0,0-1 0,1 1 0,1-1 0,0 1 0,2 0 0,0-1 0,0 1 0,2-1 0,8 25 0,-10-35 0,0 1 0,0-1 0,1 0 0,0-1 0,0 1 0,1 0 0,0-1 0,0 0 0,0 1 0,0-2 0,1 1 0,0 0 0,0-1 0,6 4 0,-2-2 0,0-2 0,0 1 0,1-1 0,-1 0 0,1-1 0,0 0 0,0-1 0,15 2 0,-2-2 0,0-1 0,1-1 0,-1-1 0,0-1 0,0-1 0,0-2 0,30-8 0,-30 6 0,-1-1 0,0 0 0,0-2 0,30-18 0,-45 24 0,-1 0 0,0-1 0,0 0 0,0 0 0,-1 0 0,0-1 0,0 0 0,0 0 0,-1 0 0,0 0 0,0-1 0,0 0 0,-1 0 0,0 0 0,0 0 0,-1 0 0,3-15 0,-3 5 0,0-1 0,-2 0 0,0 0 0,0 0 0,-2 0 0,-5-26 0,4 33 0,0-1 0,-1 1 0,0 0 0,-1 0 0,0 0 0,-1 0 0,0 1 0,-1 0 0,0 0 0,-14-15 0,13 17 17,1 1 0,-2 0 1,1 0-1,-1 0 0,0 1 0,-13-7 0,18 12-88,0-1 1,0 1-1,1 0 0,-1 0 0,0 0 1,0 1-1,0-1 0,0 1 1,0 0-1,0 0 0,0 0 0,0 1 1,0-1-1,0 1 0,0 0 1,1 0-1,-1 0 0,0 1 0,0-1 1,-4 4-1,-21 14-6755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6:53.1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0 24575,'-1'7'0,"1"-1"0,0 1 0,0-1 0,1 1 0,-1-1 0,4 12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6:54.2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27 215 24575,'1'-31'0,"-1"29"0,0-21 0,-3 22 0,-3 14 0,2-4 0,1 1 0,0-1 0,1 1 0,0 0 0,0 0 0,1 0 0,0 0 0,1 0 0,1 14 0,0-22 0,-1 0 0,1 0 0,1 0 0,-1 0 0,0 0 0,0-1 0,1 1 0,-1 0 0,1-1 0,-1 1 0,1-1 0,0 1 0,0-1 0,-1 0 0,1 1 0,0-1 0,0 0 0,0 0 0,0-1 0,1 1 0,-1 0 0,0-1 0,3 1 0,4 1 0,0-1 0,0 0 0,0 0 0,12-2 0,-16 1 0,1 0 0,-1-1 0,0 1 0,0-1 0,0-1 0,0 1 0,0-1 0,0 0 0,0 0 0,0 0 0,-1-1 0,1 0 0,-1 1 0,1-2 0,-1 1 0,0 0 0,-1-1 0,1 0 0,0 0 0,-1 0 0,0 0 0,0 0 0,0-1 0,3-8 0,-3 6 0,-1 0 0,0-1 0,0 1 0,-1 0 0,0-1 0,-1 1 0,1-1 0,-1 1 0,-1-1 0,1 1 0,-1-1 0,-1 1 0,1-1 0,-1 1 0,-1 0 0,-5-12 0,3 9 0,0 0 0,-1 1 0,0 0 0,-1 0 0,0 1 0,0-1 0,-1 1 0,0 1 0,-1 0 0,-14-10 0,23 17 0,0 0 0,0 0 0,0 0 0,0 0 0,0 0 0,0 0 0,0 0 0,0 0 0,0-1 0,0 1 0,0 0 0,0 0 0,0 0 0,0 0 0,0 0 0,0 0 0,0 0 0,0 0 0,0 0 0,0 0 0,0 0 0,0-1 0,0 1 0,0 0 0,0 0 0,0 0 0,0 0 0,0 0 0,0 0 0,0 0 0,0 0 0,0 0 0,0 0 0,0-1 0,0 1 0,0 0 0,0 0 0,0 0 0,0 0 0,0 0 0,0 0 0,1 0 0,-1 0 0,0 0 0,0 0 0,0 0 0,0 0 0,0 0 0,0 0 0,0 0 0,0 0 0,0 0 0,0 0 0,1 0 0,-1 0 0,0 0 0,0 0 0,0 0 0,0 0 0,0 0 0,0 0 0,0 0 0,0 0 0,0 0 0,0 0 0,0 0 0,1 0 0,-1 0 0,13-2 0,17 2 0,28-1 0,-15 0 0,69 8 0,-109-7 0,0 1 0,1-1 0,-1 1 0,0 0 0,0 0 0,1 0 0,-1 0 0,0 1 0,0-1 0,0 1 0,0 0 0,-1 0 0,1 0 0,0 0 0,-1 0 0,1 0 0,-1 1 0,0 0 0,0-1 0,0 1 0,0 0 0,0 0 0,-1 0 0,1 0 0,-1 0 0,1 3 0,1 7 0,-1-1 0,-1 0 0,0 1 0,0-1 0,-3 23 0,2 28 0,0-61 0,0-1 0,1 0 0,-1 1 0,0-1 0,1 0 0,-1 0 0,1 1 0,0-1 0,-1 0 0,1 0 0,0 0 0,0 0 0,-1 0 0,1 0 0,0 0 0,0 0 0,0 0 0,0 0 0,1 0 0,1 1 0,0-1 0,1 0 0,-1 1 0,0-1 0,1 0 0,-1-1 0,1 1 0,6 0 0,0-1 0,0 0 0,-1-1 0,1 0 0,0-1 0,11-3 0,-19 4 0,1 0 0,0 0 0,0 0 0,-1 0 0,1 0 0,0-1 0,-1 0 0,0 1 0,1-1 0,-1 0 0,0 0 0,0 0 0,0 0 0,0-1 0,0 1 0,0-1 0,-1 1 0,1-1 0,-1 1 0,0-1 0,2-5 0,-3 6 0,0 0 0,1-1 0,-1 1 0,-1 0 0,1 0 0,0 0 0,0 0 0,-1 0 0,1 0 0,-1 0 0,0 0 0,1 0 0,-1 0 0,0 0 0,0 0 0,0 0 0,-1 1 0,1-1 0,0 0 0,-1 1 0,1-1 0,-1 1 0,1 0 0,-1-1 0,0 1 0,1 0 0,-1 0 0,0 0 0,0 0 0,0 0 0,-3-1 0,-6-1-136,1 0-1,-1 1 1,0 0-1,0 0 1,0 1-1,0 0 1,-1 1-1,1 1 0,-16 2 1,-15 3-6690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7:01.3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1639 3 24575,'0'0'0,"0"0"0,-23-2 0,-483 41 0,263-22 0,217-14 0,0 0 0,1 1 0,0 2 0,0 1 0,0 0 0,1 2 0,-45 23 0,51-21 0,-1 0 0,2 2 0,0 0 0,0 1 0,1 1 0,1 0 0,0 1 0,2 1 0,-23 33 0,11-5 0,1 1 0,2 1 0,2 1 0,2 1 0,-14 64 0,17-40 0,3 1 0,3 0 0,1 79 0,8 386 0,-20 485 0,-45-280 0,0-1 0,3 368 0,60-1045 0,2-5 0,-3 0 0,-3 0 0,-19 86 0,25-146 0,-1 1 0,0 0 0,0 0 0,1 0 0,-1 0 0,1 0 0,-1 0 0,1 0 0,0 1 0,0-1 0,0 0 0,0 0 0,0 0 0,0 0 0,1 4 0,2-5 0,-1 1 0,0 0 0,1-1 0,0 1 0,-1-1 0,1 0 0,0 0 0,-1 0 0,1 0 0,0 0 0,5 0 0,194 39-676,-177-36-13,67 10-6137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7:02.5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426 132 24575,'0'0'0,"0"0"0,0 0 0,0 0 0,0 0 0,0 0 0,1 0 0,-1 0 0,0 0 0,0 0 0,0 0 0,0 0 0,0 0 0,0 0 0,0 0 0,0 0 0,0 0 0,0 0 0,0-1 0,0 1 0,0 0 0,0 0 0,1 0 0,-1 0 0,0 0 0,0 0 0,0 0 0,0 0 0,0 0 0,0 0 0,0 0 0,0 0 0,0 0 0,0 0 0,0-1 0,0 1 0,0 0 0,0 0 0,0 0 0,0 0 0,0 0 0,0 0 0,0 0 0,0 0 0,0 0 0,0 0 0,0 0 0,0 0 0,0-1 0,0 1 0,0 0 0,-1 0 0,1 0 0,0 0 0,0 0 0,0 0 0,0 0 0,0 0 0,0 0 0,0 0 0,0 0 0,13-7 0,21-6 0,63-16 0,2 5 0,0 4 0,143-11 0,-220 28 0,1 2 0,-1 0 0,0 2 0,40 6 0,-56-6 0,1 1 0,-1 0 0,0 0 0,1 0 0,-1 1 0,0 0 0,-1 0 0,1 1 0,0 0 0,-1 0 0,0 0 0,0 0 0,0 1 0,-1 0 0,1 0 0,-1 0 0,0 1 0,-1-1 0,1 1 0,3 8 0,2 10 0,0 1 0,-2 0 0,-1 0 0,0 1 0,-2 0 0,-1 0 0,-1 32 0,-16 185 0,-115 454 0,-4 28 0,111-262 0,25 3 0,-13 346 0,-56-217 0,-30-6 0,59-371 0,-25 178 0,-31 175 0,91-558 0,1-6 0,0 0 0,0 0 0,-1 0 0,0 0 0,-6 12 0,6-16 0,1-1 0,-1 0 0,1 0 0,-1 0 0,0-1 0,0 1 0,0 0 0,0-1 0,0 1 0,0-1 0,-1 1 0,1-1 0,0 0 0,-1 0 0,1 0 0,-1 0 0,1-1 0,-1 1 0,1-1 0,-5 1 0,-47 4 44,-106-5 0,-54-19-775,166 14 9,-71-8-6104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7:15.8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722 1559 24575,'-33'-20'0,"24"6"0,13 6 0,27 2 0,-18 4 0,32-2 0,0 1 0,87 7 0,92 25 0,-135-16 0,181 14 0,353-9 0,-493-21 0,0-5 0,-1-6 0,0-5 0,-1-6 0,169-57 0,-275 75 0,49-17 0,0-2 0,66-37 0,-128 58 0,-1 0 0,1-1 0,-1 0 0,0 0 0,-1-1 0,0 0 0,0-1 0,0 1 0,-1-1 0,0 0 0,-1-1 0,5-10 0,-4 6 0,0 0 0,-2 0 0,0-1 0,0 0 0,-1 0 0,-1 0 0,1-27 0,-3 16 0,-2-1 0,0 1 0,-2 0 0,0 0 0,-2 1 0,-1-1 0,-1 1 0,-1 0 0,-16-29 0,3 15 0,-2 1 0,-2 1 0,-1 1 0,-42-42 0,-141-117 0,138 130 0,29 26 0,-51-34 0,73 58 0,-1 1 0,0 1 0,0 1 0,-1 1 0,-26-7 0,-377-94 0,361 100 0,-1 2 0,0 3 0,-1 3 0,-106 8 0,-513 116 0,538-88 0,-186 69 0,270-78 0,1 4 0,1 2 0,1 2 0,2 4 0,-69 52 0,106-69 0,1 1 0,0 1 0,2 0 0,0 2 0,1 0 0,2 1 0,0 1 0,2 0 0,0 1 0,2 0 0,1 1 0,1 1 0,2 0 0,0 0 0,2 0 0,1 1 0,1 0 0,2 0 0,1 0 0,1 0 0,1 1 0,2-1 0,1-1 0,1 1 0,1 0 0,2-1 0,1-1 0,14 30 0,-9-28 0,1-1 0,1 0 0,2-1 0,1-1 0,1-1 0,1-1 0,1-1 0,1-1 0,1 0 0,1-2 0,29 18 0,-19-17 0,1-2 0,1-1 0,1-1 0,0-3 0,1-1 0,1-2 0,0-1 0,49 5 0,9-6 0,-1-3 0,166-13 0,192-57 0,-370 48 0,-1-3 0,135-49 0,-213 65-1365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7:16.6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24575,'0'0'0,"0"0"0,0 0 0,0 0 0,0 2 0,0 0 0,1 7 0,1 3 0,-1 1-8191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7:22.5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 75 24575,'-7'-1'0,"8"-1"0,14-2 0,81-1 0,-9 2 0,0-4 0,169-36 0,-254 41 0,-8 0 0,-25-1 0,-44 0 0,-3 4 0,-95 13 0,220 1 0,-16-9-195,-1-1 0,1-1 0,0-2 0,0-1 0,0-1 0,58-9 0,-75 5-6631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7:24.8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33 117 24575,'-26'-3'0,"20"3"0,22-2 0,346-22 0,185-25 0,-532 46 0,-7 2 0,1 0 0,-1-1 0,0 0 0,1 0 0,13-7 0,-23 6 0,-8 0 0,-39-3 0,1 1 0,-1 3 0,-63 5 0,84-2 0,-506 51 0,543-51-1365,8-1-5461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7:26.0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24575,'12'169'0,"-6"-105"0,44 295 0,-34-283 0,4-2 0,48 123 0,-65-190 0,2 4 0,-1-1 0,1 1 0,1-1 0,8 11 0,-13-19 0,1 0 0,-1 0 0,0-1 0,1 1 0,-1-1 0,1 1 0,0-1 0,-1 0 0,1 0 0,0 0 0,0 0 0,0 0 0,0 0 0,0 0 0,0 0 0,0-1 0,0 1 0,0-1 0,0 0 0,0 1 0,1-1 0,-1 0 0,0 0 0,0-1 0,0 1 0,0 0 0,0-1 0,4 0 0,2-3 0,0 0 0,0-1 0,0 1 0,-1-2 0,0 1 0,0-1 0,0 0 0,-1 0 0,0-1 0,6-8 0,11-16 0,18-33 0,-33 51 0,14-21 0,-2 0 0,-1-1 0,-2-1 0,22-64 0,-36 98 0,1 8 0,3 14 0,-7-19 0,54 218 0,1 6 0,-53-220 0,-1 0 0,1 0 0,0-1 0,0 1 0,1-1 0,-1 1 0,1-1 0,0 0 0,0 0 0,1 0 0,6 6 0,-8-9 0,0 1 0,0-1 0,0 0 0,0 0 0,1 0 0,-1 0 0,1-1 0,-1 1 0,0-1 0,1 1 0,-1-1 0,1 0 0,-1 0 0,1 0 0,-1 0 0,1-1 0,-1 1 0,1 0 0,-1-1 0,0 0 0,1 0 0,-1 0 0,0 0 0,1 0 0,2-2 0,8-5 0,-1 0 0,-1-1 0,1-1 0,-1 0 0,-1 0 0,0-1 0,-1 0 0,0 0 0,0-1 0,10-22 0,-3 5 0,-2-2 0,-1 0 0,15-52 0,-20 50-136,0 0-1,-3-1 1,-1 0-1,-1 0 1,-2-1-1,-1 1 1,-2 0-1,-1-1 0,-13-54 1,11 67-6690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7:26.5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24575,'38'8'0,"-20"-5"0,21 3 0,0-1 0,57-2 0,20 2 0,-112-5 0,-1 0 0,1 1 0,-1 0 0,0 0 0,0 0 0,1 0 0,-1 0 0,0 1 0,0-1 0,0 1 0,0 0 0,-1 0 0,1 0 0,0 0 0,-1 0 0,4 5 0,-2-3 0,-1 1 0,0 0 0,-1 0 0,1 0 0,-1 0 0,0 0 0,0 0 0,-1 1 0,2 7 0,-1 3 0,0 0 0,-2 0 0,0 0 0,0 0 0,-2 0 0,-3 17 0,-4 5 0,-1-2 0,-2 1 0,-2-1 0,-1-1 0,-22 39 0,-113 159 0,118-186 0,32-47 0,-1 1 0,0 0 0,1 0 0,-1 0 0,1 0 0,-1 0 0,1 0 0,0 1 0,-1-1 0,1 0 0,0 0 0,0 0 0,0 0 0,-1 0 0,1 0 0,0 1 0,1-1 0,-1 0 0,0 0 0,0 0 0,0 0 0,1 0 0,-1 0 0,1 0 0,-1 0 0,1 1 0,-1-2 0,1 1 0,-1 0 0,1 0 0,0 0 0,-1 0 0,1 0 0,0 0 0,0-1 0,2 2 0,3 3 0,0-1 0,1-1 0,0 1 0,11 4 0,-8-4 0,189 68 0,33 14 0,-223-83 0,0 2 0,-1-1 0,0 1 0,0 0 0,-1 1 0,1 0 0,-1 0 0,0 1 0,6 7 0,-11-11 0,-1-1 0,1 1 0,-1 0 0,1-1 0,-1 1 0,0 0 0,0 0 0,0 0 0,-1 0 0,1 0 0,-1 0 0,1 0 0,-1 0 0,0 1 0,0-1 0,-1 0 0,1 0 0,-1 0 0,1 0 0,-1 0 0,0 0 0,0 0 0,0 0 0,-1 0 0,1-1 0,-1 1 0,1 0 0,-1-1 0,0 1 0,0-1 0,-2 3 0,-8 8 0,-1 0 0,0-1 0,-1-1 0,0 0 0,-1-1 0,0 0 0,-32 14 0,14-9 0,-1-2 0,0-1 0,-38 7 0,-47-1-1365,5-11-5461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6:57.6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1 368 24575,'42'8'0,"45"-7"0,0-3 0,114-19 0,-169 18 0,743-126 0,-6-50 0,-609 143-1365,-120 30-5461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6:57.9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70 24575,'0'0'0,"8"6"0,4 1 0,1-1 0,-1-1 0,1 0 0,0-1 0,1-1 0,-1 0 0,1 0 0,17 0 0,-12 0 0,120 12 30,1-6 0,0-6 0,205-22 0,416-101-1515,-729 114-5341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7:30.3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56 306 24575,'0'-1'0,"1"-1"0,-1 1 0,1-1 0,0 1 0,0-1 0,-1 1 0,1-1 0,0 1 0,0 0 0,0-1 0,3-1 0,17-8 0,1 1 0,0 1 0,0 1 0,1 1 0,35-6 0,-41 9 0,415-64 0,10 34 0,-275 24 0,236-16 0,571-46 0,-949 69 0,-10 2 0,0 0 0,22-7 0,-67 8 0,4-2 0,-168 9 0,-201 31 0,-190 59 0,556-92 0,-362 70 0,-327 54 0,701-127 0,-161 18 0,153-19 0,0 0 0,0-2 0,-1-1 0,1-1 0,-25-7 0,28 2 0,22 8 0,0 0 0,0 0 0,0 0 0,0 0 0,0 0 0,0-1 0,-1 1 0,1 0 0,0 0 0,0 0 0,0 0 0,0 0 0,0 0 0,0 0 0,0-1 0,0 1 0,0 0 0,0 0 0,0 0 0,0 0 0,0 0 0,-1-1 0,1 1 0,0 0 0,0 0 0,0 0 0,0 0 0,0 0 0,1-1 0,-1 1 0,0 0 0,0 0 0,0 0 0,0 0 0,0 0 0,0-1 0,0 1 0,0 0 0,0 0 0,0 0 0,0 0 0,0 0 0,0 0 0,1-1 0,-1 1 0,0 0 0,0 0 0,0 0 0,0 0 0,0 0 0,0 0 0,1 0 0,-1 0 0,0 0 0,0 0 0,0 0 0,43-10 0,527-35 0,-441 40 0,62-2-72,-48 4-574,249-38-1,-375 37-6179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7:30.9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1 239 24575,'708'-54'0,"-706"54"0,991-173-1365,-942 162-5461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3:41.1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1504 216 24575,'-23'-9'0,"-24"-4"0,-1 2 0,-1 2 0,0 2 0,-58-1 0,31 7 0,-1 3 0,-77 14 0,94-7 0,1 3 0,0 3 0,1 2 0,1 2 0,0 3 0,-67 37 0,93-42 0,1 2 0,0 1 0,1 1 0,1 1 0,1 2 0,1 0 0,2 2 0,0 1 0,2 1 0,1 1 0,-35 62 0,47-71 0,0 1 0,2 1 0,0 0 0,1 0 0,2 0 0,0 1 0,1-1 0,1 1 0,2 0 0,0 0 0,1-1 0,1 1 0,2 0 0,0-1 0,1 0 0,1 0 0,1 0 0,14 29 0,-4-16 0,1-1 0,2-1 0,1-1 0,2-1 0,1 0 0,1-2 0,2-1 0,1-1 0,0-2 0,38 26 0,-12-15 0,2-3 0,1-2 0,2-3 0,1-2 0,0-3 0,2-3 0,0-2 0,2-3 0,-1-3 0,2-3 0,-1-2 0,68-3 0,-55-5 0,0-3 0,0-4 0,0-4 0,-1-3 0,-1-3 0,-1-3 0,0-3 0,-2-4 0,124-66 0,-160 73 0,0-2 0,-1-1 0,-1-1 0,-2-2 0,-1-2 0,-1 0 0,49-63 0,-66 74 0,-1-1 0,-1 0 0,0 0 0,-2-1 0,0 0 0,-1-1 0,-2 0 0,0 0 0,-1 0 0,0-1 0,-2 0 0,-1 0 0,-1 0 0,-1 0 0,0 0 0,-7-38 0,-1 28 0,0 1 0,-2 1 0,-1 0 0,-2 0 0,-1 1 0,-1 1 0,-1 0 0,-2 1 0,0 1 0,-2 0 0,-40-38 0,16 22 0,-1 3 0,-2 2 0,-1 2 0,-2 2 0,-79-39 0,54 38 25,-1 3-1,-2 3 1,-134-30 0,87 34-1100,-205-12 0,99 27-5065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3:56.6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53 24575,'14'-15'0,"-4"10"0,1-1 0,-1 2 0,1-1 0,-1 1 0,1 1 0,0 0 0,1 0 0,-1 1 0,0 1 0,1 0 0,-1 0 0,1 1 0,-1 1 0,1 0 0,18 4 0,-15-2 0,0 1 0,0 0 0,0 1 0,-1 1 0,0 0 0,0 1 0,-1 0 0,1 1 0,-2 1 0,1 0 0,13 14 0,-16-13 0,-1 0 0,0 1 0,-1 0 0,-1 1 0,0-1 0,0 2 0,-1-1 0,9 25 0,-10-17 0,0-1 0,-1 1 0,-1 0 0,-1 0 0,-1 30 0,-4-5 0,-2 1 0,-1-1 0,-3 0 0,-24 71 0,7-38 0,-3-1 0,-64 119 0,86-181 0,9-11 0,22-17 0,51-45 0,110-107 0,50-88 0,-202 217 0,-13 14 0,0 0 0,-1-1 0,-2-1 0,25-44 0,-44 66 0,-6 6 0,-12 11 0,-9 13 0,0 2 0,2 0 0,2 2 0,1 1 0,-20 37 0,19-27 0,2 2 0,3 1 0,-27 84 0,41-108 24,0 0 0,2 0 0,1 1 0,-2 41 0,5-56-102,0-1 0,1 0 0,0 0-1,0 0 1,1 1 0,-1-1 0,1-1 0,1 1 0,-1 0-1,1 0 1,1-1 0,-1 0 0,1 1 0,0-2 0,0 1-1,1 0 1,0-1 0,11 10 0,21 9-6748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3:57.1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245 13 24575,'7'-2'0,"0"0"0,0 0 0,0 0 0,0 1 0,1 0 0,-1 1 0,10 0 0,5-1 0,0 0 0,1 0 0,-1 2 0,0 1 0,0 1 0,1 0 0,-2 2 0,1 1 0,-1 0 0,0 2 0,39 19 0,-50-22 0,0 1 0,-1 1 0,0 0 0,0 0 0,-1 1 0,0 0 0,0 0 0,-1 1 0,0 0 0,7 11 0,-10-12 0,0 1 0,0-1 0,-1 1 0,0 0 0,0 0 0,-1 0 0,0 1 0,-1-1 0,0 1 0,-1-1 0,1 1 0,-2-1 0,-1 15 0,-4 4 0,-1 0 0,-2 0 0,0-1 0,-2 0 0,0-1 0,-2 0 0,-1-1 0,-24 32 0,-20 21 0,-75 77 0,91-111 0,24-27 0,2 0 0,-27 38 0,42-54 0,-1 1 0,1 0 0,0-1 0,1 1 0,-1 0 0,0 0 0,0 0 0,1-1 0,-1 1 0,1 0 0,0 0 0,0 0 0,-1 0 0,1 0 0,0 0 0,1 0 0,-1 0 0,0 0 0,0 0 0,1 0 0,-1-1 0,1 1 0,0 0 0,0 0 0,-1 0 0,1-1 0,0 1 0,0 0 0,1-1 0,-1 1 0,0-1 0,0 1 0,1-1 0,-1 0 0,1 0 0,-1 1 0,4 0 0,5 5 0,1-1 0,0 0 0,1-1 0,19 7 0,-29-12 0,79 24 0,156 25 0,11 1 0,-244-49 0,-1 0 0,0 0 0,0 0 0,0 0 0,0 0 0,0 1 0,0 0 0,0-1 0,-1 1 0,1 0 0,3 3 0,-6-5 0,0 1 0,1-1 0,-1 1 0,0 0 0,1-1 0,-1 1 0,0-1 0,0 1 0,0-1 0,0 1 0,1 0 0,-1-1 0,0 1 0,0-1 0,0 1 0,0 0 0,0-1 0,0 1 0,-1-1 0,1 1 0,0 0 0,0-1 0,0 1 0,-1 0 0,0 1 0,0 0 0,-1 0 0,1-1 0,-1 1 0,1 0 0,-1-1 0,0 1 0,1-1 0,-1 0 0,-2 2 0,-15 7 0,-1-1 0,0 0 0,-1-1 0,0-2 0,0 0 0,-30 4 0,-36 5 47,-120 6 0,-87-16-1506,68-7-5367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3:38.2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924 125 24575,'-17'-8'0,"1"0"0,-1 1 0,-1 1 0,1 0 0,-1 1 0,0 1 0,0 1 0,-22-1 0,11 4 0,0 1 0,0 1 0,0 2 0,0 1 0,0 1 0,1 1 0,0 2 0,1 0 0,-1 2 0,2 2 0,0 0 0,1 1 0,0 2 0,1 0 0,0 2 0,2 1 0,0 0 0,1 2 0,2 0 0,0 1 0,1 1 0,1 1 0,-26 49 0,21-30 0,2 1 0,3 1 0,1 1 0,2 0 0,2 1 0,2 0 0,3 1 0,1 0 0,3 0 0,1 1 0,6 54 0,0-63 0,2 0 0,2 0 0,1 0 0,2-2 0,1 1 0,3-1 0,0-1 0,3-1 0,1 0 0,2-1 0,1-2 0,1 0 0,48 50 0,-32-45 0,1-1 0,2-3 0,1-1 0,2-2 0,1-3 0,93 43 0,-97-53 0,2-2 0,0-2 0,0-2 0,1-2 0,1-2 0,-1-1 0,1-3 0,66-2 0,-50-7 0,0-2 0,0-2 0,-1-4 0,0-2 0,-1-3 0,-1-2 0,0-3 0,-2-2 0,-1-3 0,-2-2 0,74-54 0,-102 63 0,-1-1 0,0-1 0,-2-1 0,-1-1 0,0-1 0,-2-1 0,-2-1 0,0-1 0,-2 0 0,-1-1 0,-1-1 0,-2 0 0,-1-1 0,-1 0 0,-2-1 0,-2 0 0,0 0 0,-3-1 0,0 1 0,-2-1 0,-2 1 0,-1-1 0,-2 1 0,-1-1 0,-1 2 0,-2-1 0,-1 1 0,-16-37 0,6 27 0,-1 1 0,-3 2 0,-1 0 0,-2 1 0,-53-60 0,38 55 0,-1 2 0,-3 2 0,-1 2 0,-54-33 0,33 30 0,-2 2 0,-1 4 0,-2 3 0,-1 3 0,-1 3 0,-1 4 0,-90-14 0,118 27-151,-1 3-1,0 1 0,0 3 0,0 2 1,0 2-1,0 2 0,0 2 1,-54 16-1,3 8-6674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3: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1021 272 24575,'0'0'0,"-15"-10"0,-8 0 0,0 0 0,-1 1 0,0 2 0,0 0 0,-49-6 0,35 9 0,1 2 0,0 1 0,-53 6 0,59 0 0,1 1 0,-1 1 0,1 1 0,1 2 0,-1 0 0,2 3 0,0 0 0,0 2 0,1 1 0,1 1 0,1 1 0,0 1 0,1 1 0,1 1 0,-23 29 0,29-29 0,1 0 0,1 0 0,0 2 0,2 0 0,1 0 0,0 1 0,2 1 0,1 0 0,1 0 0,1 1 0,1 0 0,2 0 0,0 0 0,2 1 0,1-1 0,1 1 0,1-1 0,5 31 0,-1-31 0,1-1 0,1 1 0,2-1 0,0 0 0,2-1 0,0 0 0,2-1 0,27 39 0,-20-36 0,2-1 0,0 0 0,2-2 0,1-1 0,0-1 0,43 26 0,-27-23 0,1-1 0,1-3 0,1-1 0,0-3 0,1-1 0,1-2 0,1-3 0,-1-1 0,96 5 0,-81-14 0,0-3 0,0-2 0,0-3 0,0-3 0,-1-2 0,-1-2 0,77-33 0,-82 26 0,-2-3 0,0-2 0,-2-2 0,-2-2 0,0-2 0,-3-3 0,79-77 0,-104 92 0,-1-1 0,-1-1 0,-1-1 0,-1 0 0,-2-1 0,22-49 0,-30 59 0,-1 0 0,-1 0 0,0-1 0,-1 0 0,-1 0 0,0 0 0,-1 0 0,-1 0 0,0 0 0,-2 0 0,0 0 0,0 0 0,-9-28 0,1 18 0,-1 0 0,-1 0 0,-2 1 0,0 1 0,-2 0 0,0 1 0,-2 1 0,0 1 0,-1 0 0,-28-22 0,1 5 0,-1 3 0,-1 1 0,-102-51 0,69 46 0,-2 4 0,-1 4 0,-125-30 0,140 46 0,-1 3 0,0 3 0,-1 4 0,-132 5 0,156 5-341,0 2 0,1 1-1,-54 19 1,-1 7-6485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3:53.1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341 1 24575,'-3'18'0,"-135"1379"0,116-1115 0,-131 804-1365,128-972-5461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3:53.5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470 1 24575,'-23'13'0,"-84"64"0,2 4 0,-116 118 0,208-185 0,13-14 0,0 0 0,0 0 0,0 0 0,0 0 0,0 0 0,0 0 0,0 0 0,0 0 0,0 0 0,1 0 0,-1 0 0,0 0 0,0 0 0,0 0 0,0 0 0,0 0 0,0 0 0,0 0 0,0 0 0,0 0 0,0 0 0,0 0 0,0 0 0,0 0 0,0 0 0,0 0 0,0 0 0,0 1 0,0-1 0,0 0 0,0 0 0,0 0 0,0 0 0,0 0 0,1 0 0,-1 0 0,0 0 0,0 0 0,0 0 0,0 0 0,0 0 0,0 0 0,0 0 0,0 0 0,0 0 0,0 1 0,0-1 0,25-17 0,-17 12 0,40-28 0,-20 12 0,2 2 0,52-26 0,-72 40 0,1 1 0,-1 1 0,1-1 0,0 2 0,0-1 0,0 2 0,0-1 0,1 2 0,-1-1 0,0 2 0,0-1 0,20 5 0,-7 2 14,0 1-1,0 1 0,-1 1 0,0 1 1,-1 1-1,-1 1 0,0 1 1,36 30-1,-8 0-508,-2 3 0,44 56 0,-12-5-6331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3:54.2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24575,'2'1'0,"-1"0"0,1-1 0,0 1 0,0 0 0,-1 0 0,1 1 0,-1-1 0,1 0 0,-1 0 0,1 1 0,1 2 0,1 0 0,8 8 0,-2 1 0,1 1 0,-2 0 0,1 0 0,-2 1 0,0 0 0,-1 0 0,-1 1 0,0 0 0,-1 0 0,6 32 0,-4-5 0,-2 0 0,-2 1 0,-4 64 0,-2-46 0,-4 0 0,-2 0 0,-2-1 0,-4 0 0,-2-1 0,-35 84 0,28-100 0,23-42 0,1-4 0,6-10 0,13-23 0,77-128 0,7 3 0,178-210 0,-274 362 0,24-25 0,-31 33 0,1-1 0,-1 1 0,1-1 0,-1 0 0,1 1 0,0 0 0,-1-1 0,1 1 0,0-1 0,-1 1 0,1 0 0,0-1 0,-1 1 0,1 0 0,0 0 0,0 0 0,-1-1 0,1 1 0,0 0 0,0 0 0,-1 0 0,1 0 0,0 0 0,0 0 0,-1 1 0,1-1 0,0 0 0,0 0 0,-1 0 0,1 1 0,0-1 0,-1 0 0,1 1 0,0-1 0,-1 1 0,1-1 0,-1 1 0,1-1 0,0 1 0,-1-1 0,1 1 0,-1-1 0,1 2 0,3 8 0,0 1 0,-1 0 0,0-1 0,0 1 0,-1 1 0,-1-1 0,0 0 0,0 0 0,-2 16 0,1-7 0,-5 199 130,-1-26-1625,7-136-5331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3:54.5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24575,'0'0'0,"8"1"0,1 1 0,1 0 0,-1 1 0,0 0 0,-1 1 0,1-1 0,0 2 0,-1-1 0,0 1 0,0 0 0,-1 1 0,1 0 0,-1 0 0,0 1 0,-1 0 0,0 0 0,0 0 0,0 1 0,-1 0 0,0 0 0,-1 0 0,1 1 0,-2 0 0,1-1 0,-1 1 0,-1 1 0,1-1 0,-2 0 0,1 0 0,0 14 0,-2 12 0,-2-1 0,-1 1 0,-1 0 0,-2-1 0,-18 60 0,12-49 0,11-41 0,0 1 0,0-1 0,0 1 0,0 0 0,1-1 0,0 1 0,0 0 0,0-1 0,0 1 0,2 5 0,-1-7 0,0-1 0,0 0 0,0 0 0,0 0 0,0-1 0,1 1 0,-1 0 0,1 0 0,-1-1 0,1 1 0,0-1 0,0 1 0,0-1 0,0 0 0,0 1 0,0-1 0,0 0 0,0-1 0,0 1 0,0 0 0,0 0 0,1-1 0,3 1 0,11 2 9,0-1-1,0-1 1,1-1 0,-1 0-1,0-1 1,24-5-1,104-28-694,-108 24-53,103-29-6087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4:00.3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1 527 24575,'1'-1'0,"0"0"0,1 0 0,-1 0 0,1 0 0,0 0 0,-1 1 0,1-1 0,0 0 0,0 1 0,-1-1 0,1 1 0,3-1 0,110-16 0,119-4 0,-133 15 0,1884-97 0,-1424 80 0,1140-9 0,-1577 36 0,239 40 0,-403-74 0,-22-11 0,-1 3 0,-97-42 0,-144-41 0,270 109 0,4 0 0,-1 1 0,-35-6 0,86 37 0,32 19 0,85 46 0,68 23 0,-123-67 0,22 11 0,-31-17 0,128 82 0,-197-114 0,0 0 0,0 0 0,0 0 0,0 1 0,-1-1 0,0 1 0,0-1 0,5 9 0,-7-10 0,0 1 0,0-1 0,0 0 0,-1 1 0,0-1 0,1 0 0,-1 1 0,0-1 0,0 1 0,0-1 0,0 0 0,0 1 0,-1-1 0,1 0 0,-1 1 0,0-1 0,0 0 0,1 1 0,-2-1 0,-1 4 0,-10 13 0,0 0 0,-1-1 0,-1 0 0,-1-1 0,-32 26 0,-191 150-1365,114-100-5461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4:02.6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24 213 24575,'76'20'0,"0"-2"0,153 12 0,386-2 10,7-43-217,-233 2-255,322 6 462,79-3 0,-3-36 0,402-84 549,-1141 124-453,-19 4-93,0-1 1,0-2 0,52-16-1,-102 14-3,-88-11 0,0 5 0,-112 1 0,212 11 0,-912 15-711,-2 61 465,755-60 314,-406 38-6,-704 60-194,0-53 943,1166-60-663,929 75-506,-402-34-49,-183-19 407,648 51 0,4-71 0,-805-8 0,-68 2 214,-24 0-1156,-11-1-5756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4:04.3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4176 309 24575,'78'-8'0,"1453"-53"0,-1511 62 0,-42-1 0,-1061 12-531,-768-3-174,1004-58 705,833 47-68,7 1 285,1 0 1,-1 0-1,1 0 0,-1-1 1,-11-5-1,18 7-217,0 0 0,0 0 0,0 0 0,0-1 0,0 1 0,0 0 0,0 0 0,0 0 0,0-1 0,0 1 0,0 0 0,0 0 0,0-1 0,0 1 0,0 0 0,0 0 0,0 0 0,0-1 0,1 1 0,-1 0 0,0 0 0,0 0 0,0 0 0,0 0 0,1-1 0,-1 1 0,0 0 0,0 0 0,0 0 0,1 0 0,-1 0 0,0 0 0,0 0 0,0 0 0,1-1 0,-1 1 0,0 0 0,0 0 0,0 0 0,1 0 0,-1 0 0,0 0 0,0 0 0,1 1 0,19-8 0,112-18-20,246-15 0,-265 31-100,1803-92-681,-1842 100 812,1-2 63,76 9 1,-180 0 726,-1100 82-1266,-13-96-640,813 2 575,-359-2 282,-474-12-235,1095 19 579,23 1 471,-1-2 0,1-1 0,-69-16-1,103 13-126,21 2-371,27 1-110,447 24 41,-368-12 0,400 32-1270,1229 67 921,-253-109 349,-920-5 0,-529 5 24,202 6 222,-235-4 696,-13 1-564,-21 1-379,13-1 31,-165 12-92,-232-10-1,391-4 42,-1475-74-1348,169 3 557,473 57 257,484 16 2983,477-3-1974,746-1-771,438-3-840,-3-29 349,-1071 22 729,166-6-487,-5 27 2987,-344-3-3280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4:12.5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24575,'8'47'0,"21"104"0,72 297 0,-99-441 0,2 9 0,0-1 0,2 0 0,-1-1 0,2 1 0,0-1 0,1 0 0,13 17 0,-20-29 0,0-1 0,0 0 0,1 0 0,-1 0 0,0 0 0,1-1 0,-1 1 0,1 0 0,-1-1 0,1 1 0,-1-1 0,1 1 0,0-1 0,-1 1 0,1-1 0,0 0 0,-1 0 0,1 0 0,0 0 0,-1 0 0,1-1 0,-1 1 0,1 0 0,0-1 0,-1 1 0,1-1 0,-1 1 0,1-1 0,-1 0 0,1 0 0,-1 1 0,2-3 0,5-3 0,0 0 0,0 0 0,-1-1 0,7-8 0,4-5 0,-1 0 0,-1-2 0,0 0 0,-2 0 0,-1-1 0,-1-1 0,-1 0 0,14-45 0,-25 69 0,0 0 0,0-1 0,0 1 0,1 0 0,-1 0 0,0 0 0,0 0 0,0 0 0,0 0 0,0 0 0,0 0 0,0 0 0,0-1 0,0 1 0,1 0 0,-1 0 0,0 0 0,0 0 0,0 0 0,0 0 0,0 0 0,0 0 0,1 0 0,-1 0 0,0 0 0,0 0 0,0 0 0,0 0 0,0 0 0,0 0 0,1 0 0,-1 0 0,0 0 0,0 0 0,0 0 0,0 0 0,0 0 0,0 0 0,0 0 0,1 0 0,-1 1 0,0-1 0,0 0 0,0 0 0,0 0 0,0 0 0,0 0 0,0 0 0,0 0 0,0 0 0,1 0 0,-1 1 0,0-1 0,0 0 0,0 0 0,0 0 0,11 14 0,17 29 0,-16-24 0,23 34 0,-6-6 0,2-2 0,40 45 0,-69-87 0,1 1 0,0-1 0,1 0 0,-1 0 0,0 0 0,1 0 0,0-1 0,0 1 0,0-1 0,0 0 0,0 0 0,0 0 0,0-1 0,1 0 0,-1 1 0,0-2 0,1 1 0,-1 0 0,1-1 0,0 0 0,-1 0 0,1 0 0,-1 0 0,1-1 0,-1 0 0,0 0 0,1 0 0,-1-1 0,0 1 0,1-1 0,-1 0 0,0 0 0,0 0 0,-1-1 0,1 0 0,0 1 0,2-4 0,9-8 0,-1-1 0,-1 0 0,0 0 0,-2-1 0,1-1 0,-2 0 0,0 0 0,-2-1 0,10-25 0,4-20 0,20-94 0,-29 105 0,-3-1 0,-2-1 0,2-102 0,-13 135-1365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4:13.0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 0 24575,'-3'29'0,"-6"64"0,3 1 0,4 0 0,21 178 0,-19-272 0,0 0 0,0 1 0,0-1 0,0 0 0,1 0 0,-1 0 0,0 1 0,0-1 0,0 0 0,0 0 0,0 0 0,0 1 0,0-1 0,0 0 0,1 0 0,-1 0 0,0 0 0,0 1 0,0-1 0,0 0 0,1 0 0,-1 0 0,0 0 0,0 0 0,0 0 0,1 0 0,-1 0 0,0 0 0,0 1 0,0-1 0,1 0 0,-1 0 0,0 0 0,0 0 0,1 0 0,-1 0 0,0 0 0,0 0 0,0 0 0,1-1 0,-1 1 0,0 0 0,0 0 0,0 0 0,1 0 0,-1 0 0,0 0 0,0 0 0,0 0 0,1-1 0,-1 1 0,0 0 0,0 0 0,0 0 0,0 0 0,0-1 0,1 1 0,-1 0 0,0 0 0,0 0 0,0-1 0,0 1 0,0 0 0,19-24 0,17-35 0,-36 59 0,31-60 0,-30 60 0,0 0 0,0 0 0,0 1 0,0-1 0,0 0 0,0 1 0,0-1 0,0 1 0,-1-1 0,1 1 0,0-1 0,0 1 0,0 0 0,-1-1 0,1 1 0,0 0 0,-1 0 0,2 1 0,10 13 0,0 1 0,-2 0 0,0 1 0,0 0 0,-2 0 0,13 36 0,-5 0 0,11 63 0,-12-27-682,4 118-1,-18-179-6143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4:13.5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24575,'2'18'0,"24"243"0,30 231 0,-48-451 0,12-63 0,21-42 0,-4-1 0,-2-2 0,41-111 0,-76 178 0,0 0 0,0-1 0,0 1 0,0 0 0,1-1 0,-1 1 0,0 0 0,0 0 0,0-1 0,1 1 0,-1 0 0,0 0 0,0 0 0,1-1 0,-1 1 0,0 0 0,0 0 0,1 0 0,-1 0 0,0 0 0,1-1 0,-1 1 0,0 0 0,1 0 0,-1 0 0,0 0 0,1 0 0,-1 0 0,0 0 0,1 0 0,-1 0 0,0 0 0,1 0 0,-1 1 0,0-1 0,1 0 0,-1 0 0,0 0 0,0 0 0,1 0 0,-1 1 0,0-1 0,0 0 0,1 0 0,-1 0 0,0 1 0,0-1 0,1 0 0,-1 1 0,15 15 0,-13-15 0,18 26 17,-1 0 0,-2 1 1,0 1-1,-2 0 0,-1 1 0,10 34 0,-2 4-760,22 122 1,-30-106-6084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3:55.1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347 1 24575,'0'12'0,"-54"762"0,27-565 0,-91 343 0,17-227-1365,55-190-5461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3:55.6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1082 0 24575,'-2'1'0,"0"0"0,0 0 0,0-1 0,0 1 0,0 1 0,0-1 0,0 0 0,1 0 0,-1 1 0,0-1 0,-2 4 0,-10 7 0,-692 578 0,369-299 0,359-328 0,240-279 0,29 24 0,-263 265 0,10-9 0,1 0 0,1 3 0,50-32 0,-84 62 0,-1-1 0,1 1 0,0 1 0,0-1 0,0 1 0,0 0 0,0 0 0,0 1 0,1-1 0,-1 2 0,1-1 0,-1 1 0,0 0 0,1 0 0,8 1 0,-7 2 0,1-1 0,-2 1 0,1 0 0,0 1 0,-1 0 0,1 0 0,-1 0 0,0 1 0,0 0 0,-1 1 0,8 7 0,16 19 20,-1 2 0,-1 1 0,-2 1 0,-2 0 0,31 64 0,-16-18-763,45 146 1,-51-118-6084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3:56.0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341 0 24575,'-31'632'0,"12"-486"0,-6-2 0,-57 186 0,-58 65-1365,97-283-5461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4:14.7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117 260 24575,'0'0'0,"0"0"0,-4 13 0,-25 82 0,4 1 0,4 1 0,-14 197 0,34-286 0,0-1 0,1 0 0,-1-1 0,1 1 0,1 0 0,-1-1 0,1 1 0,0-1 0,1 1 0,2 8 0,-3-14 0,-1-1 0,0 1 0,1 0 0,-1-1 0,0 1 0,1 0 0,-1-1 0,1 1 0,-1-1 0,1 1 0,0-1 0,-1 1 0,1-1 0,-1 1 0,1-1 0,0 1 0,-1-1 0,1 0 0,0 0 0,0 1 0,-1-1 0,1 0 0,0 0 0,0 0 0,-1 1 0,1-1 0,0 0 0,0 0 0,-1 0 0,1-1 0,0 1 0,0 0 0,1 0 0,26-18 0,-3-5 0,-1 0 0,-1-2 0,26-36 0,55-93 0,-77 113 0,15-25 0,-17 25 0,52-65 0,-73 102 0,0-1 0,0 1 0,0 0 0,1 0 0,-1 0 0,1 0 0,0 1 0,0 0 0,1 0 0,-1 1 0,9-4 0,-10 5 0,-1 1 0,1-1 0,0 1 0,-1 0 0,1 0 0,0 0 0,0 0 0,-1 1 0,1-1 0,-1 1 0,1 0 0,0 0 0,-1 0 0,0 1 0,1-1 0,-1 1 0,0 0 0,0 0 0,4 3 0,13 12 0,-1 1 0,0 1 0,-2 1 0,0 0 0,-2 1 0,24 43 0,-23-37 0,1-1 0,2-1 0,0 0 0,28 27 0,-44-49 0,1 0 0,-1 0 0,1 0 0,-1-1 0,1 1 0,0-1 0,0 0 0,0 0 0,0-1 0,0 1 0,1-1 0,-1 0 0,0 0 0,1 0 0,-1-1 0,0 1 0,1-1 0,7 0 0,-6-2 0,0 1 0,1-1 0,-1 0 0,0-1 0,0 1 0,0-1 0,0-1 0,-1 1 0,1-1 0,-1 1 0,7-8 0,5-6 0,-1 0 0,-1-1 0,0-1 0,-2-1 0,21-38 0,-15 20 0,-1-1 0,-2-1 0,-1 0 0,-3-1 0,-1-1 0,-2 0 0,-2 0 0,-1 0 0,-1-62 0,-5 95 0,0 5 0,0 0 0,0-1 0,0 1 0,0 0 0,-1 0 0,0-1 0,0 1 0,0 0 0,0 0 0,0 0 0,-5-8 0,6 12 0,-1 0-1,1 0 0,0-1 1,-1 1-1,1 0 1,0 0-1,0 0 0,-1 0 1,1 0-1,0 0 0,-1 0 1,1 0-1,0 0 1,-1 1-1,1-1 0,0 0 1,-1 0-1,1 0 0,0 0 1,-1 0-1,1 0 1,0 1-1,0-1 0,-1 0 1,1 0-1,0 0 1,0 1-1,-1-1 0,1 0 1,0 0-1,0 1 0,0-1 1,-1 0-1,1 1 1,0-1-1,-8 14-904,7-13 467,-11 23-6388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4:15.0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59 1 24575,'0'28'-77,"-6"214"284,2-198-581,-1-1 0,-3 0 1,-19 63-1,18-80-6452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4:15.2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 24575,'0'0'0,"0"-1"0,0 0 0,0 0 0,0 0 0,0 1 0,0-1 0,0 1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4:16.1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166 1 24575,'0'0'0,"0"0"0,0 7 0,-2 109 0,-24 168 0,14-215 0,-2-2 0,-3 0 0,-46 116 0,61-180 0,-1 5 0,0-1 0,-1 0 0,1 0 0,-11 13 0,11-20 0,4-7 0,3-12 0,6-4 0,0 0 0,1 0 0,2 1 0,0 0 0,31-38 0,-15 27 0,1 1 0,55-46 0,-72 67 0,1 1 0,0 0 0,1 1 0,0 0 0,0 2 0,18-8 0,-28 13 0,1 1 0,-1-1 0,1 1 0,-1 0 0,1 0 0,0 0 0,-1 1 0,1 0 0,0 0 0,-1 1 0,1-1 0,0 1 0,-1 1 0,1-1 0,-1 1 0,0-1 0,1 2 0,-1-1 0,0 1 0,0-1 0,0 1 0,5 5 0,-2-1 9,-1 0 0,-1 1 0,1-1 0,-1 2-1,-1-1 1,0 0 0,0 1 0,0 0 0,-1 0 0,0 1 0,-1-1-1,3 14 1,0 5-379,-2-1 0,0 1 0,-1 31 0,-3 27-6456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4:18.2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858 2938 24575,'-28'-46'0,"1"0"0,2-2 0,-33-94 0,34 68 0,4-2 0,-11-80 0,8-39 0,3-239 0,18 135 0,-25-482 0,-34 180 0,52 568 0,0 26 0,8 7 0,1 1 0,-1-1 0,0 0 0,0 1 0,1-1 0,-1 0 0,0 1 0,0-1 0,1 1 0,-1-1 0,0 1 0,1-1 0,-1 1 0,1 0 0,-1-1 0,1 1 0,-1 0 0,0 1 0,-1 3 0,0 0 0,0 1 0,1-1 0,0 1 0,0 0 0,0-1 0,1 1 0,-1 0 0,2 7 0,-3 18 0,-8 39 0,-3-1 0,-27 81 0,40-149 0,0 0 0,-1 0 0,1 0 0,0 0 0,-1 0 0,1 0 0,-1 0 0,1 0 0,-1-1 0,1 1 0,-1 0 0,0 0 0,1 0 0,-1 0 0,0-1 0,0 1 0,0 0 0,1-1 0,-1 1 0,0-1 0,0 1 0,0-1 0,0 1 0,0-1 0,0 1 0,0-1 0,0 0 0,0 0 0,0 0 0,0 1 0,0-1 0,0 0 0,-1 0 0,1-1 0,0 1 0,0 0 0,0 0 0,0 0 0,-2-1 0,-5 0 0,4 29 0,1-20 0,1 1 0,-2 0 0,1 0 0,-1-1 0,0 0 0,-1 0 0,-7 11 0,-45 51 0,43-53 0,-18 19 0,-37 33 0,57-58 0,0-1 0,-1 0 0,0-1 0,-1-1 0,0 0 0,0 0 0,-16 5 0,29-13 0,0 0 0,0 0 0,1 0 0,-1 0 0,0 0 0,0 0 0,0 0 0,0 0 0,1 0 0,-1-1 0,0 1 0,0 0 0,1 0 0,-1-1 0,0 1 0,0-1 0,1 1 0,-1-1 0,0 1 0,1-1 0,-1 1 0,1-1 0,-1 1 0,0-1 0,1 0 0,0 1 0,-1-1 0,1 0 0,-1 1 0,1-1 0,0 0 0,-1 0 0,1 1 0,0-1 0,0 0 0,0 0 0,-1-1 0,-5-34 0,6 12 0,1 0 0,1 0 0,1 0 0,1 0 0,1 1 0,11-32 0,5-3 0,37-72 0,-46 104 0,2 1 0,21-30 0,-29 47 0,0 0 0,1 1 0,0-1 0,1 2 0,0-1 0,0 1 0,0 0 0,1 0 0,17-8 0,11 0 0,0 1 0,1 2 0,0 1 0,65-7 0,163-1 0,-156 14 0,-107 5 0,0-1 0,0 1 0,0 1 0,0-1 0,0 0 0,0 1 0,0-1 0,0 1 0,0 0 0,0 0 0,-1 0 0,1 1 0,-1-1 0,3 5 0,5 2 0,229 230 0,38 33 0,-252-252 30,1 0 0,1-2 0,42 21 0,-51-30-242,1-1 0,-1-1 0,1-1-1,0-1 1,1-1 0,34 4 0,-18-6-6614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4:21.8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24575,'15'36'0,"46"140"0,20 49 0,-76-213 0,0-1 0,1 0 0,0 0 0,1 0 0,0-1 0,1 0 0,13 14 0,-16-19 0,0-1 0,0 1 0,1-2 0,0 1 0,0 0 0,0-1 0,1 0 0,-1-1 0,0 1 0,1-1 0,0 0 0,0-1 0,-1 0 0,1 0 0,8 0 0,5-1 0,0-2 0,-1 0 0,1-1 0,-1-1 0,0-1 0,0-1 0,-1 0 0,0-1 0,31-17 0,-16 5 0,-1-1 0,-1-2 0,-1-1 0,32-31 0,-32 25 0,33-42 0,-54 60 0,-1-1 0,1 0 0,-2-1 0,0 0 0,0 0 0,-1 0 0,5-19 0,-34 140 0,-13 164 0,13 128 0,18-174 0,-7 115 0,10-316 0,0 1 0,-2-1 0,-1 1 0,-1-1 0,-1 0 0,-17 38 0,20-53 0,-1-1 0,0 0 0,-1-1 0,0 1 0,0-1 0,-1 0 0,0-1 0,-1 1 0,1-1 0,-1-1 0,-1 0 0,1 0 0,-1 0 0,0-1 0,0 0 0,0-1 0,-1 0 0,0-1 0,-12 3 0,11-3 0,1-2 0,-1 1 0,0-1 0,0-1 0,0 0 0,0-1 0,0 0 0,1 0 0,-1-1 0,0-1 0,1 0 0,-1 0 0,1-1 0,0 0 0,0-1 0,1 0 0,-1 0 0,1-1 0,0-1 0,1 1 0,-12-12 0,11 8 0,-1 0 0,2-1 0,-1 0 0,1-1 0,1 1 0,0-2 0,1 1 0,0-1 0,1 1 0,1-2 0,0 1 0,0 0 0,2-1 0,-1 0 0,2 1 0,-1-22 0,4 8 0,2 0 0,0 0 0,2 1 0,0 0 0,2 0 0,1 1 0,1-1 0,1 2 0,2 0 0,0 0 0,21-28 0,3 3 0,2 1 0,2 2 0,87-76 0,-42 52 60,125-77 0,108-37-1545,-293 171-5341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4:23.5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153 74 24575,'19'-20'0,"-2"11"0,1 1 0,0 0 0,0 2 0,0 0 0,0 1 0,37-5 0,-47 9 0,-1 1 0,0 0 0,1 0 0,-1 1 0,1 0 0,-1 0 0,0 0 0,0 1 0,10 4 0,-13-4 0,0 0 0,0 0 0,0 1 0,-1-1 0,1 1 0,-1 0 0,1 0 0,-1 0 0,0 0 0,0 1 0,0-1 0,-1 1 0,1 0 0,-1 0 0,0 0 0,3 7 0,-3-1 0,1 0 0,-1 1 0,-1-1 0,0 0 0,0 1 0,-1-1 0,-1 1 0,0-1 0,0 1 0,-1-1 0,0 0 0,-7 20 0,-5 10 0,-34 66 0,30-70 0,-2 0 0,-1-1 0,-1 0 0,-32 35 0,52-67 0,-1 0 0,4-4 0,16-9 0,18-2 0,1 1 0,0 1 0,0 3 0,1 0 0,0 3 0,69-1 0,-87 6 0,0 0 0,1 1 0,-1 1 0,0 1 0,0 1 0,-1 0 0,0 1 0,0 1 0,0 1 0,-1 1 0,0 0 0,0 1 0,-1 1 0,0 0 0,14 15 0,-23-19 0,0 0 0,-1 1 0,1 0 0,-2 0 0,1 0 0,-1 1 0,0 0 0,-1 0 0,0 0 0,-1 1 0,1-1 0,-2 1 0,0 0 0,0-1 0,0 1 0,-1 0 0,-1 0 0,0 0 0,-1 15 0,-2-10 0,0 0 0,-1-1 0,0 1 0,-1-1 0,0 0 0,-2 0 0,1 0 0,-2-1 0,0 0 0,0-1 0,-1 0 0,-15 16 0,0-5 11,-1-1 0,-1 0 0,-1-2 0,-1-1 0,0-2 0,-2 0-1,0-2 1,0-2 0,-1 0 0,-40 9 0,4-4-382,0-4-1,-1-2 1,-133 4 0,72-15-6455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4:28.3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69 1 24575,'-3'68'0,"-14"80"0,6-70 0,-3 24 0,4-45 0,3 0 0,1 105 0,6-159 0,0 1 0,0-1 0,1 1 0,-1 0 0,1-1 0,0 0 0,0 1 0,2 4 0,-2-8 0,-1 1 0,0-1 0,1 1 0,-1-1 0,0 0 0,1 1 0,-1-1 0,1 1 0,-1-1 0,1 0 0,-1 0 0,1 1 0,-1-1 0,1 0 0,-1 0 0,1 1 0,-1-1 0,1 0 0,-1 0 0,1 0 0,-1 0 0,2 0 0,17-8 0,-7-2 0,0 0 0,-1-1 0,0 0 0,-1-1 0,0 0 0,-1-1 0,13-23 0,-8 9 0,-1 0 0,-1 0 0,9-33 0,-21 60 0,0-1 0,1 1 0,-1 0 0,0 0 0,0 0 0,0 0 0,0-1 0,0 1 0,0 0 0,0 0 0,0 0 0,0 0 0,1 0 0,-1-1 0,0 1 0,0 0 0,0 0 0,0 0 0,0 0 0,1 0 0,-1 0 0,0 0 0,0 0 0,0-1 0,0 1 0,1 0 0,-1 0 0,0 0 0,0 0 0,0 0 0,1 0 0,-1 0 0,0 0 0,0 0 0,0 0 0,0 0 0,1 0 0,-1 1 0,0-1 0,0 0 0,0 0 0,0 0 0,1 0 0,-1 0 0,0 0 0,0 0 0,0 0 0,0 0 0,0 1 0,1-1 0,-1 0 0,0 0 0,0 0 0,0 0 0,0 0 0,0 1 0,0-1 0,0 0 0,0 0 0,0 0 0,1 0 0,-1 1 0,13 21 0,17 41 0,-24-48 0,21 47 0,-6-13 0,32 54 0,-52-100 0,0-1 0,1 1 0,-1-1 0,1 0 0,0 0 0,-1 0 0,1 0 0,0 0 0,0 0 0,0-1 0,1 1 0,-1 0 0,0-1 0,1 0 0,-1 0 0,1 1 0,-1-1 0,1-1 0,-1 1 0,4 0 0,-2-1 0,-1 0 0,1 0 0,-1-1 0,0 1 0,1-1 0,-1 0 0,0 0 0,1 0 0,-1 0 0,0-1 0,0 1 0,0-1 0,5-4 0,4-4 0,-1 0 0,0-1 0,0 0 0,-1-1 0,16-25 0,-1-5 0,-2-2 0,-2 0 0,-2-1 0,-2-1 0,-2 0 0,-2-1 0,-2-1 0,7-70 0,-18 110-106,0-20-1153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4:28.9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131 1 24575,'0'12'0,"-1"0"0,-1 1 0,-1-1 0,-4 16 0,-3 15 0,2-6 0,-91 580 0,103-648 0,16-57 0,-4 48 0,1 1 0,2 1 0,1 0 0,48-64 0,-49 76 0,2 1 0,1 1 0,0 1 0,2 1 0,1 1 0,0 2 0,31-19 0,-50 35 0,0-1 0,1 1 0,-1 0 0,1 1 0,0-1 0,0 1 0,0 1 0,11-2 0,-15 3 0,0 0 0,0 0 0,0 0 0,0 0 0,0 1 0,0-1 0,-1 1 0,1 0 0,0 0 0,0 0 0,-1 0 0,1 1 0,-1-1 0,1 1 0,-1-1 0,1 1 0,-1 0 0,0 0 0,0 0 0,0 0 0,0 0 0,0 1 0,2 2 0,2 6 0,-1-1 0,0 1 0,-1 0 0,0 0 0,-1 1 0,0-1 0,0 1 0,-1 0 0,-1-1 0,0 15 0,-1 13 0,-8 68 0,-3-41-455,-2 0 0,-35 100 0,41-145-6371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4:29.2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452 0 24575,'-5'1'0,"0"0"0,0 0 0,0 1 0,0-1 0,0 1 0,1 0 0,-1 1 0,1-1 0,-8 6 0,0-1 0,-20 12 0,1 2 0,1 1 0,1 1 0,2 1 0,-47 52 0,53-51 0,2 1 0,0 0 0,2 1 0,1 1 0,1 1 0,1 0 0,-10 33 0,20-49 0,0 0 0,1 0 0,1 1 0,0-1 0,1 1 0,0-1 0,1 1 0,1-1 0,0 1 0,5 22 0,-4-29 0,-1-1 0,2-1 0,-1 1 0,1 0 0,-1 0 0,1-1 0,1 0 0,-1 1 0,1-1 0,0 0 0,0-1 0,1 1 0,-1-1 0,1 0 0,0 0 0,0 0 0,1-1 0,-1 0 0,1 0 0,-1 0 0,1-1 0,0 0 0,0 0 0,0 0 0,7 1 0,-1-2 0,1 0 0,0 0 0,0-1 0,0-1 0,0 0 0,0-1 0,-1 0 0,1-1 0,0 0 0,-1-1 0,0-1 0,0 0 0,0 0 0,-1-1 0,0-1 0,0 0 0,17-14 0,-8 5 0,-1-1 0,-1-1 0,-1-1 0,0 0 0,-2-1 0,0-1 0,-1 0 0,12-27 0,-18 32 17,0-1 0,-2 0 1,0-1-1,-1 1 0,-1-1 0,4-35 0,-7 44-110,-1 0 0,0 0 1,0-1-1,-1 1 0,-1 0 0,0 0 0,0 1 0,0-1 1,-1 0-1,0 1 0,-1-1 0,0 1 0,0 0 1,-1 0-1,-8-11 0,-35-29-6733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7:46.4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2192 100 24575,'-1'2'0,"1"-1"0,0 0 0,0 1 0,-1-1 0,1 0 0,0 0 0,-1 1 0,1-1 0,-1 0 0,0 0 0,1 0 0,-1 1 0,0-1 0,0 0 0,0 0 0,0 0 0,0 0 0,0-1 0,0 1 0,0 0 0,0 0 0,0 0 0,0-1 0,-1 1 0,1-1 0,0 1 0,0-1 0,-1 1 0,1-1 0,0 0 0,-1 0 0,1 0 0,0 1 0,-1-1 0,1 0 0,-3-1 0,-9 1 0,0-1 0,0 0 0,-14-4 0,6 1 0,-45-2 0,0 2 0,0 3 0,-1 3 0,1 3 0,-76 15 0,60-2 0,0 3 0,1 4 0,-128 58 0,107-32 0,3 4 0,2 4 0,3 5 0,3 4 0,3 3 0,-113 118 0,11 33 0,162-184 0,2 1 0,2 1 0,2 2 0,-21 51 0,34-66 0,2 0 0,0 1 0,2-1 0,1 1 0,2 0 0,0 0 0,2 0 0,6 50 0,2-24 0,2 0 0,2-1 0,31 80 0,-15-63 0,4-1 0,3-2 0,2-1 0,3-2 0,75 91 0,-42-72 0,3-2 0,4-4 0,103 78 0,-122-108 0,3-3 0,1-3 0,2-3 0,1-3 0,2-2 0,2-4 0,0-3 0,2-3 0,0-4 0,2-2 0,119 10 0,-92-23 0,-1-3 0,1-5 0,-1-5 0,0-4 0,127-33 0,-110 13 0,-1-5 0,-1-5 0,-3-6 0,109-63 0,109-97 0,-258 153 0,-2-3 0,84-88 0,-116 103 0,-1-2 0,-2-2 0,-3-1 0,44-81 0,-58 89 0,-2 0 0,-2-2 0,-1 0 0,-3 0 0,-1-1 0,8-79 0,-16 82 0,-2-1 0,-2 1 0,-2-1 0,-1 1 0,-2 0 0,-2 0 0,-15-45 0,5 34 0,-2 1 0,-3 1 0,-1 1 0,-57-85 0,22 56 0,-4 2 0,-2 3 0,-4 3 0,-3 3 0,-138-100 0,114 99 0,-3 5 0,-2 3 0,-3 5 0,-182-68 0,246 110 0,0 2 0,-1 2 0,-1 2 0,1 1 0,-1 3 0,-47 1 0,26 5 0,-1 4 0,1 2 0,-80 22 0,14 3-341,1 6 0,3 5-1,-126 65 1,142-53-6485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0:44.8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1580 67 24575,'-15'-14'0,"6"7"0,-1 1 0,0 0 0,0 1 0,0 0 0,-1 0 0,0 1 0,1 0 0,-2 1 0,1 1 0,0 0 0,-1 0 0,1 1 0,0 0 0,-1 1 0,0 0 0,-12 3 0,-13 2 0,1 1 0,0 2 0,-62 22 0,32-4 0,2 3 0,0 2 0,3 4 0,0 2 0,3 2 0,1 3 0,2 2 0,2 3 0,2 2 0,3 2 0,-80 110 0,109-133 0,2 1 0,1 1 0,1 0 0,2 1 0,1 1 0,1 0 0,2 0 0,-7 47 0,12-49 0,2 0 0,1 0 0,1 1 0,2-1 0,1 0 0,1 0 0,2 0 0,1 0 0,16 42 0,0-17 0,3-1 0,2-1 0,3-1 0,1-2 0,3-1 0,2-2 0,55 54 0,31 18 0,173 130 0,-232-200 0,-14-12 0,70 70 0,-114-101 0,0 0 0,0 1 0,-1 0 0,0 0 0,0 0 0,-1 1 0,0-1 0,0 1 0,-1 0 0,0 0 0,3 15 0,-5-16 0,0 0 0,-1-1 0,0 1 0,0 0 0,-1 0 0,0-1 0,0 1 0,-1 0 0,1-1 0,-1 1 0,-1-1 0,1 0 0,-1 1 0,-1-1 0,-4 7 0,-5 6 0,-1-2 0,-1 0 0,0 0 0,-1-2 0,-1 0 0,0 0 0,-1-2 0,-1 0 0,-19 10 0,4-5 0,0-2 0,-1-1 0,-1-2 0,-58 14 0,48-18 0,1-3 0,-1-1 0,0-2 0,0-3 0,0-1 0,-85-14 0,61 1 0,-1-3 0,2-3 0,-110-47 0,132 45-1365,11 3-5461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0:45.4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24575,'4'18'0,"0"-6"0,71 372 0,25 93 0,-93-454 0,-5-11 0,2 0 0,-1 0 0,2 0 0,-1-1 0,2 1 0,-1-1 0,14 18 0,-18-28 0,0 0 0,0 0 0,0 0 0,-1 0 0,1 0 0,0-1 0,0 1 0,0 0 0,0-1 0,0 1 0,1 0 0,-1-1 0,0 0 0,0 1 0,0-1 0,0 0 0,1 1 0,-1-1 0,0 0 0,0 0 0,1 0 0,-1 0 0,0 0 0,0 0 0,0 0 0,1-1 0,-1 1 0,0 0 0,0-1 0,0 1 0,0-1 0,0 1 0,1-1 0,-1 0 0,1-1 0,3-2 0,0 0 0,0 0 0,-1-1 0,0 0 0,7-10 0,9-17 0,-1-2 0,-2 0 0,-2 0 0,22-73 0,26-155 0,-46 178 0,10-149 0,-27 233 0,1 0 0,-1 0 0,0 1 0,0-1 0,0 0 0,1 0 0,-1 1 0,0-1 0,0 0 0,1 0 0,-1 0 0,0 1 0,1-1 0,-1 0 0,0 0 0,0 0 0,1 0 0,-1 0 0,0 0 0,1 1 0,-1-1 0,0 0 0,1 0 0,-1 0 0,0 0 0,1 0 0,-1 0 0,0 0 0,1-1 0,-1 1 0,0 0 0,1 0 0,-1 0 0,0 0 0,1 0 0,-1 0 0,0-1 0,1 1 0,-1 0 0,0 0 0,0 0 0,1-1 0,-1 1 0,0 0 0,0 0 0,0-1 0,1 1 0,-1 0 0,0-1 0,0 1 0,0 0 0,0-1 0,0 1 0,1 0 0,-1-1 0,0 1 0,0 0 0,0-1 0,0 1 0,0 0 0,0-1 0,0 1 0,0 0 0,0-1 0,22 31 0,-21-28 0,34 54 0,52 115 0,11 74 0,-62-151 0,-13-35 0,62 144 0,-74-181 0,2-1 0,0 0 0,0 0 0,2-1 0,1-1 0,29 28 0,-38-41-85,0-1 0,0 1-1,1-1 1,-1-1 0,1 1-1,0-2 1,1 1 0,-1-1-1,1 0 1,-1 0 0,1-1-1,0-1 1,0 1 0,0-1-1,14-1 1,46-7-6741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0:45.9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398 336 24575,'5'21'0,"-4"-4"0,26 179-191,0 206 1,-31 198-192,-12-226 382,-30-7 0,46-366 0,-32 136 0,27-121 0,-1 0 0,-1 0 0,0 0 0,-1-1 0,-18 27 0,24-39 7,0 0-1,0 0 1,0-1-1,-1 1 1,1-1 0,0 0-1,-1 0 1,0 0 0,1 0-1,-1 0 1,0 0-1,0-1 1,0 1 0,0-1-1,-1 0 1,1 0 0,-4 1-1,4-2 10,0 0-1,0 0 0,0 0 1,0-1-1,1 1 1,-1-1-1,0 0 1,0 0-1,1 0 1,-1 0-1,1 0 0,-1-1 1,1 1-1,-1-1 1,1 0-1,-3-2 1,-5-6 31,1 0 1,0-1 0,1 0-1,0-1 1,1 1 0,0-1 0,-7-20-1,-6-18-47,2-1 0,3-1 0,-13-75 0,-6-170 0,22 47-327,11-1-1,11 1 0,50-295 1,-18 313 196,-32 189 127,3 1-1,1 0 0,23-48 1,-30 77 0,-1 1 0,2 0 1,-1 0-1,2 0 0,-1 1 0,2 0 0,-1 1 1,1 0-1,17-12 0,-21 18 62,1-1-1,0 2 1,0-1 0,0 1-1,0 0 1,1 0 0,-1 1-1,1 0 1,-1 0 0,1 1-1,0 0 1,0 1 0,-1-1-1,1 1 1,0 1-1,0-1 1,0 2 0,8 1-1,-4 0-28,-1 1 0,0 0 0,0 0 0,0 1 0,-1 0 0,0 1 0,0 1 0,0-1 0,-1 1 0,1 1 0,12 14 0,-11-9-19,0 1-1,-1 0 1,-1 1-1,0-1 0,-1 2 1,-1-1-1,8 23 1,-5-3-13,-1 0 0,-2 1-1,-1 0 1,-2 0 0,-2 0 0,-4 73 0,-5-43-192,-2-1 0,-4 0 0,-2-1 0,-3-1 0,-3 0 0,-39 80 0,35-92-6631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0:46.3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61 1326 24575,'0'-2'0,"0"-1"0,0 0 0,1 1 0,-1-1 0,1 1 0,0-1 0,0 1 0,0-1 0,0 1 0,2-3 0,1-5 0,37-117 0,-6-3 0,-5-1 0,23-249 0,-45 301 0,-4-1 0,-4 0 0,-14-119 0,13 189 0,1 5 0,-1 0 0,1 0 0,-1 1 0,0-1 0,0 0 0,0 1 0,-1-1 0,0 1 0,0-1 0,0 1 0,0 0 0,-1 0 0,-3-4 0,6 7 0,-1 1 0,0 0 0,1-1 0,-1 1 0,0 0 0,1 0 0,-1-1 0,0 1 0,0 0 0,1 0 0,-1 0 0,0 0 0,1 0 0,-1 0 0,0 0 0,0 0 0,1 1 0,-1-1 0,0 0 0,0 0 0,1 0 0,-1 1 0,0-1 0,1 1 0,-1-1 0,1 0 0,-1 1 0,0-1 0,1 1 0,-1-1 0,1 1 0,-1 0 0,-5 5 0,0 1 0,0 0 0,1 0 0,0 0 0,0 0 0,-6 14 0,-21 58 0,29-72 0,-21 61 0,4 1 0,2 1 0,3 0 0,-9 127 0,21-141 0,3 0 0,2 1 0,2-1 0,3 0 0,2 0 0,27 90 0,-27-122 0,0 1 0,2-1 0,0-1 0,2 0 0,0 0 0,19 22 0,-24-35 0,-1-1 0,1-1 0,1 1 0,0-2 0,0 1 0,0-1 0,1 0 0,0-1 0,0 0 0,1-1 0,0 0 0,-1-1 0,2 0 0,-1-1 0,21 4 0,-20-6 10,1 0-1,0-1 0,0-1 0,0 0 1,0 0-1,-1-2 0,1 1 1,-1-2-1,1 0 0,15-7 0,-5 0-302,-1-1-1,0 0 1,-1-2-1,24-20 1,39-40-6533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0:46.9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85 24575,'0'0'0,"10"9"0,59 46 0,-3 4 0,-3 2 0,-2 2 0,-4 4 0,-2 2 0,55 91 0,-82-112 0,-3 1 0,-2 1 0,-2 1 0,21 78 0,-32-85 0,-1 1 0,-3-1 0,-1 1 0,-3 1 0,-1-1 0,-6 47 0,1-53 0,-2-1 0,-2 0 0,-23 72 0,24-93 0,1-1 0,-2 1 0,0-1 0,-1-1 0,-1 0 0,0 0 0,-1-1 0,0 0 0,-1 0 0,-25 20 0,35-33 0,1 1 0,-1-1 0,1 0 0,-1 1 0,0-1 0,1 0 0,-1 0 0,0 0 0,0-1 0,0 1 0,0 0 0,0-1 0,0 1 0,0-1 0,0 0 0,0 1 0,0-1 0,0 0 0,0 0 0,0 0 0,0-1 0,0 1 0,0 0 0,0-1 0,0 1 0,1-1 0,-4-1 0,2-1 0,0 1 0,1-1 0,-1 0 0,1 0 0,0 0 0,0 0 0,0 0 0,0-1 0,1 1 0,-1-1 0,1 1 0,0-1 0,0 1 0,0-1 0,0-5 0,-4-21 0,1 0 0,2-1 0,2 1 0,3-46 0,27-126 0,-29 202 0,46-222 0,11 2 0,110-274 0,-158 466 0,6-15 0,1-1 0,2 2 0,3 1 0,31-47 0,-49 82 0,0 0 0,1 1 0,0-1 0,0 1 0,0 0 0,0 1 0,1-1 0,6-3 0,-9 7 0,0-1 0,0 1 0,0 0 0,0 0 0,-1 0 0,2 1 0,-1-1 0,0 1 0,0 0 0,0-1 0,0 1 0,0 1 0,0-1 0,0 0 0,0 1 0,0-1 0,0 1 0,0 0 0,0 0 0,4 2 0,3 3 0,0-1 0,-1 2 0,0-1 0,0 1 0,-1 0 0,0 1 0,0 0 0,0 1 0,7 10 0,8 15 0,22 44 0,-2 7 0,56 155 0,9 102 0,40 109 0,-145-443 0,0 1 0,1 0 0,0 0 0,10 15 0,-14-23 0,1 0 0,-1 0 0,1 0 0,-1 0 0,1 0 0,0 0 0,-1-1 0,1 1 0,0 0 0,-1-1 0,1 1 0,0 0 0,0-1 0,0 1 0,0-1 0,0 1 0,0-1 0,0 0 0,0 1 0,0-1 0,0 0 0,0 0 0,0 1 0,0-1 0,0 0 0,0 0 0,0 0 0,0 0 0,0 0 0,0-1 0,0 1 0,0 0 0,0 0 0,0-1 0,0 1 0,0-1 0,0 1 0,0-1 0,0 1 0,-1-1 0,1 1 0,0-1 0,0 0 0,1-1 0,5-8 0,1 0 0,-2-1 0,1 0 0,-2-1 0,1 1 0,-2-1 0,1 0 0,-2 0 0,3-13 0,-3 17 0,30-123 0,18-149 0,-3-139 0,-17 35 0,-31 376-114,0 7 66,-1-1 0,1 1 0,0 0 0,0 0 0,0 0-1,0 0 1,0-1 0,0 1 0,0 0 0,1 0 0,-1 0 0,0 0 0,0 0-1,1 0 1,-1-1 0,1 1 0,-1 0 0,1 0 0,0 0 0,-1 0 0,1 0-1,0 1 1,0-1 0,-1 0 0,3-1 0,7 3-6778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0:47.2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 0 24575,'0'0'0,"-1"1"0,1 0 0,-1 0 0,0 6 0,-1 9 0,2 20 0,5 22 0,5 22 0,5 15 0,3 6 0,2 0 0,-1-7 0,-1-13 0,-4-20 0,-5-21-8191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0:47.3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24575,'0'0'0,"0"0"0,0 0 0,0 0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0:48.5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67 1447 24575,'1'-6'0,"1"0"0,-1 0 0,1 1 0,0-1 0,0 1 0,1-1 0,5-8 0,3-8 0,-7 11 0,1 0 0,-2 0 0,0 0 0,0 0 0,2-18 0,-5 28 0,0-1 0,0 0 0,0 0 0,0 1 0,0-1 0,-1 0 0,1 1 0,0-1 0,-1 1 0,1-1 0,-1 0 0,0 1 0,0-1 0,1 1 0,-1-1 0,0 1 0,0 0 0,0-1 0,-2 0 0,1 1 0,0 0 0,0 0 0,0 0 0,0 0 0,0 1 0,0-1 0,0 1 0,0-1 0,-1 1 0,1 0 0,0 0 0,0 0 0,0 0 0,-1 0 0,1 0 0,0 1 0,0-1 0,-4 2 0,2-1 0,1-1 0,0 1 0,-1 0 0,1 1 0,0-1 0,0 0 0,0 1 0,0 0 0,0 0 0,0 0 0,1 0 0,-1 0 0,1 0 0,-1 1 0,1-1 0,0 1 0,0 0 0,0 0 0,0 0 0,0 0 0,1 0 0,-1 0 0,1 0 0,0 0 0,0 0 0,0 1 0,0-1 0,0 6 0,1 0 0,0 0 0,1 0 0,0 0 0,0 0 0,1 0 0,0 0 0,0-1 0,1 1 0,0-1 0,6 11 0,31 51 0,2-3 0,88 107 0,-83-116 0,-2 2 0,-3 2 0,49 96 0,-82-138 0,0 1 0,-2 0 0,-1 1 0,0-1 0,-2 1 0,3 36 0,-6-50 0,-1 1 0,0-1 0,0 1 0,-1 0 0,0-1 0,0 0 0,-1 1 0,0-1 0,-1 0 0,0 0 0,0 0 0,-1 0 0,0 0 0,0-1 0,-1 0 0,0 0 0,0 0 0,0 0 0,-1-1 0,-7 6 0,10-9 0,-1 0 0,0-1 0,0 1 0,0-1 0,0 0 0,0 0 0,0 0 0,-1 0 0,1-1 0,-1 0 0,1 0 0,-1 0 0,0-1 0,1 1 0,-1-1 0,0 0 0,1 0 0,-1-1 0,1 1 0,-1-1 0,0 0 0,1 0 0,-8-4 0,5 2 0,1 0 0,0-1 0,1 0 0,-1 0 0,1 0 0,-1-1 0,1 1 0,0-1 0,1-1 0,0 1 0,-1-1 0,2 1 0,-1-1 0,1 0 0,-5-11 0,2 1 0,1-1 0,1 0 0,0 0 0,1 0 0,0-1 0,2 1 0,0-1 0,1 1 0,1-1 0,1 1 0,0-1 0,6-22 0,-4 27 0,-1 0 0,2 0 0,0 1 0,0 0 0,1 0 0,0 0 0,1 0 0,1 1 0,0 1 0,0-1 0,1 1 0,0 0 0,1 1 0,0 0 0,1 1 0,20-13 0,4 5 0,1 1 0,0 2 0,45-11 0,37-12 0,-82 22 0,0-2 0,0-1 0,-2-2 0,0-1 0,-1-2 0,-1-2 0,55-51 0,-70 57 0,0 0 0,-2-2 0,0 1 0,-1-2 0,0 0 0,-2 0 0,-1-1 0,0-1 0,-2 0 0,-1 0 0,-1-1 0,0 0 0,4-42 0,-10 52 0,0-1 0,-1 0 0,-1 0 0,-1 1 0,0-1 0,-1 1 0,-6-22 0,7 31 0,0 1 0,0-1 0,0 0 0,-1 1 0,1 0 0,-1 0 0,0 0 0,0 0 0,-1 0 0,1 0 0,-6-3 0,6 5 0,1 0 0,-1 1 0,0-1 0,0 1 0,-1 0 0,1 0 0,0 0 0,0 0 0,0 0 0,-1 1 0,1-1 0,0 1 0,-1 0 0,1 0 0,-1 0 0,1 1 0,0-1 0,-6 2 0,2 1 0,0-1 0,-1 1 0,1 1 0,0-1 0,1 1 0,-1 0 0,1 1 0,-1-1 0,1 1 0,1 1 0,-1-1 0,1 1 0,-6 8 0,-3 5 0,1 1 0,1 0 0,-12 29 0,6-6 0,2 1 0,2 1 0,2 0 0,2 1 0,2 0 0,1 1 0,1 88 0,8-79 0,1 0 0,4-1 0,1 1 0,3-1 0,3-1 0,26 69 0,-26-88 0,2-1 0,1-1 0,1 0 0,2-2 0,1 0 0,2-1 0,0-2 0,2 0 0,2-1 0,42 33 0,-51-46 0,0-2 0,1 0 0,0-1 0,0-1 0,1 0 0,1-2 0,0-1 0,0 0 0,0-1 0,1-2 0,-1 0 0,1-1 0,0-1 0,0-1 0,1-1 0,-1-1 0,0-1 0,41-10 0,-37 4 0,-1-1 0,0-1 0,0-1 0,-1-1 0,0-2 0,-1 0 0,-1-1 0,0-2 0,-1 0 0,34-37 0,-26 22 0,-2 0 0,-1-3 0,-2 0 0,-1-1 0,-2-1 0,19-46 0,-39 80 0,9-22 0,12-38 0,-20 57 0,-1-1 0,0 1 0,0 0 0,0-1 0,-1 1 0,0-1 0,0 1 0,0 0 0,-1-1 0,0 1 0,-3-12 0,3 17 0,0-1 0,1 0 0,-1 1 0,0-1 0,0 0 0,0 1 0,0-1 0,0 1 0,0 0 0,-1-1 0,1 1 0,0 0 0,-1 0 0,1-1 0,-1 1 0,1 0 0,-1 1 0,0-1 0,1 0 0,-1 0 0,0 1 0,-2-2 0,0 2 0,0 0 0,0 0 0,0 0 0,0 0 0,0 1 0,0-1 0,0 1 0,0 0 0,0 0 0,-4 2 0,-6 3 0,1 1 0,-1 0 0,2 1 0,-22 16 0,10-2 0,0 0 0,2 2 0,0 0 0,2 2 0,1 0 0,0 1 0,2 1 0,2 0 0,0 2 0,2 0 0,1 0 0,2 1 0,1 0 0,-5 33 0,12-56 0,0 1 0,1 0 0,1 0 0,-1 0 0,2 0 0,-1-1 0,1 1 0,2 9 0,-3-17 0,0 0 0,0 0 0,1-1 0,-1 1 0,0 0 0,1 0 0,-1 0 0,0-1 0,1 1 0,-1 0 0,1-1 0,-1 1 0,1 0 0,-1-1 0,1 1 0,-1-1 0,1 1 0,0-1 0,-1 1 0,1-1 0,0 1 0,0-1 0,-1 1 0,1-1 0,0 0 0,0 0 0,1 1 0,0-1 0,-1-1 0,1 1 0,0-1 0,-1 1 0,1-1 0,-1 0 0,1 0 0,-1 0 0,1 1 0,-1-1 0,1 0 0,-1-1 0,0 1 0,0 0 0,2-2 0,13-17 0,-1 0 0,-2-1 0,0-1 0,-1 0 0,18-46 0,-26 59 0,170-475-254,-44-20-457,-28-60-499,-87 423 1175,-5-2 0,-9-145-1,-2 266 69,0-4 54,0-1 1,-2 1-1,-1 0 1,-1 0-1,-9-26 1,8 42 119,1 12 156,-5 25 408,-11 63-648,4 1 0,-7 120 1,18-153-112,-25 463-869,32-393 741,5 0-1,25 137 1,-23-216 121,3-1 0,1 0-1,2-1 1,3-1 0,29 60 0,-37-89-79,0-1 0,1 0 0,1-1 0,0 0 0,1-1 0,0 0 1,1-1-1,1 0 0,0-1 0,1-1 0,0 0 0,1-1 1,0-1-1,0 0 0,1-1 0,32 10 0,-14-9-2805,54 5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0:48.9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 1 24575,'0'0'0,"0"0"0,-2 0 0,0 0 0,-2 11 0,-2 28 0,2 37 0,1 35 0,4 27 0,3 17 0,1-17-8191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0:49.2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1 324 24575,'9'-23'0,"-8"18"0,1 0 0,0 0 0,0 1 0,0-1 0,6-7 0,6-6 0,2 0 0,0 1 0,1 1 0,1 0 0,0 1 0,1 1 0,0 1 0,33-15 0,-14 9 0,2 2 0,0 1 0,74-17 0,-73 24 0,-1 2 0,2 2 0,-1 2 0,60 2 0,-79 2 0,0 1 0,0 1 0,-1 1 0,1 1 0,-1 1 0,0 1 0,-1 0 0,0 2 0,0 0 0,20 13 0,-34-18 0,0 1 0,0-1 0,0 1 0,-1 0 0,0 0 0,0 0 0,-1 1 0,1 0 0,-1 0 0,0 0 0,-1 0 0,1 1 0,-1-1 0,-1 1 0,1 0 0,2 14 0,-4-11 0,0 0 0,-1 0 0,0 0 0,0 0 0,-1 0 0,-1 0 0,0 0 0,0 0 0,-1 0 0,0-1 0,-7 16 0,-4 4 17,-2-2 0,0 1 1,-2-2-1,-1-1 0,-1 0 0,-24 23 0,9-14-388,-1-2-1,-2-1 1,-54 33 0,57-44-6455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0:49.6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24575,'19'3'0,"16"3"0,-1 2 0,1 2 0,-1 1 0,-1 2 0,0 0 0,-1 3 0,-1 1 0,0 1 0,-1 1 0,-1 2 0,-1 1 0,47 47 0,-56-49 0,-1 0 0,-1 2 0,-1 0 0,0 1 0,-2 0 0,-1 1 0,-1 0 0,-1 1 0,-1 1 0,-1 0 0,-1 0 0,-2 1 0,0-1 0,-2 1 0,-1 1 0,-1-1 0,-2 33 0,-3-31 0,-1 0 0,-1 0 0,-2 0 0,-18 49 0,20-65 0,0 0 0,-1-1 0,0 0 0,-1 0 0,0 0 0,-1-1 0,-1 0 0,0-1 0,0 0 0,-1 0 0,0-1 0,-14 10 0,21-17 0,1 0 0,-1 0 0,1-1 0,-1 0 0,0 1 0,1-1 0,-1 0 0,0 0 0,0-1 0,0 1 0,0 0 0,0-1 0,0 0 0,0 0 0,0 0 0,0 0 0,0 0 0,0 0 0,1-1 0,-1 0 0,0 1 0,0-1 0,0 0 0,0-1 0,-4-1 0,3-1 0,0 1 0,1 0 0,-1-1 0,1 0 0,0 0 0,0 0 0,1 0 0,-1 0 0,1-1 0,0 1 0,0-1 0,0 1 0,0-1 0,1 0 0,-1-7 0,-2-9 0,2 0 0,0-1 0,2 1 0,0-1 0,1 1 0,8-38 0,1 10 0,33-88 0,-15 69-273,3 1 0,3 2 0,2 1 0,79-102 0,-25 53-6553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0:50.4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72 1441 24575,'4'4'0,"1"1"0,0-1 0,0 0 0,0 0 0,0 0 0,1-1 0,-1 0 0,1 0 0,9 3 0,-12-5 0,1 0 0,0-1 0,-1 1 0,1-1 0,0 0 0,0 0 0,-1 0 0,1-1 0,0 1 0,-1-1 0,1 0 0,0 0 0,-1 0 0,1 0 0,-1-1 0,0 0 0,7-3 0,2-4 0,-1 0 0,0-1 0,0 0 0,-1-1 0,0 0 0,-1 0 0,-1-1 0,1 0 0,-2-1 0,11-23 0,2-10 0,26-89 0,-25 59 0,19-147 0,-35 174 0,-2-1 0,-2 0 0,-2 0 0,-9-54 0,8 93 0,0 0 0,0 1 0,-1 0 0,0-1 0,-9-17 0,11 26 0,0 0 0,0 0 0,0 1 0,0-1 0,-1 0 0,1 1 0,0-1 0,-1 1 0,1-1 0,-1 1 0,0 0 0,1-1 0,-1 1 0,0 0 0,0 0 0,0 0 0,0 0 0,0 1 0,0-1 0,0 1 0,0-1 0,0 1 0,0-1 0,0 1 0,0 0 0,0 0 0,0 0 0,0 0 0,0 1 0,0-1 0,0 1 0,0-1 0,0 1 0,0-1 0,0 1 0,-3 2 0,-4 1 0,0 2 0,0-1 0,1 1 0,0 0 0,0 1 0,1 0 0,-11 13 0,-3 6 0,-22 34 0,12-6 0,2 0 0,2 2 0,3 1 0,2 1 0,3 1 0,2 1 0,3 0 0,3 1 0,2 1 0,3-1 0,3 1 0,2 0 0,3 0 0,3 0 0,21 103 0,-17-131 0,0 0 0,3 0 0,0-2 0,2 1 0,2-2 0,36 57 0,-41-72 0,1-2 0,0 1 0,1-2 0,1 1 0,0-2 0,0 0 0,1 0 0,1-2 0,0 0 0,0-1 0,1 0 0,0-1 0,1-1 0,27 7 0,-19-9 0,1-2 0,0 0 0,0-2 0,0-1 0,-1-1 0,1-1 0,0-1 0,0-2 0,-1 0 0,0-2 0,0-1 0,-1-1 0,40-21 0,-27 11 0,-2-1 0,0-3 0,-2-1 0,0-1 0,-2-2 0,-1-1 0,-1-1 0,29-39 0,-35 38 0,-2-1 0,-2-1 0,0-1 0,-3-1 0,0 0 0,-3-1 0,-1-1 0,-1 0 0,-2-1 0,-2 0 0,6-58 0,-13 80 0,0 0 0,-2 1 0,0-1 0,-2-14 0,2 26 0,1 0 0,0 1 0,-1-1 0,0 1 0,1-1 0,-1 1 0,0-1 0,0 1 0,-1-1 0,1 1 0,0 0 0,-1 0 0,1 0 0,-1-1 0,0 2 0,0-1 0,0 0 0,0 0 0,0 0 0,0 1 0,0-1 0,0 1 0,-1 0 0,1 0 0,-1 0 0,1 0 0,-1 0 0,1 0 0,-4 0 0,1 1 0,0 0 0,1 1 0,-1-1 0,0 1 0,1 0 0,-1 1 0,0-1 0,1 1 0,0 0 0,-1 0 0,1 0 0,-4 3 0,-5 4 0,0 0 0,-18 18 0,5-1 0,1 1 0,2 2 0,1 0 0,1 1 0,1 1 0,-17 38 0,14-18 0,1 0 0,3 2 0,-17 76 0,28-98 0,-4 52 0,11-75 0,1 1 0,0 0 0,0 0 0,1 0 0,0-1 0,1 1 0,0 0 0,0-1 0,1 1 0,6 12 0,-8-18 0,0-1 0,0 0 0,0 0 0,0 0 0,1 0 0,-1-1 0,1 1 0,0 0 0,-1-1 0,1 1 0,0 0 0,0-1 0,0 0 0,0 0 0,0 1 0,0-1 0,0 0 0,0-1 0,1 1 0,-1 0 0,0-1 0,0 1 0,1-1 0,-1 0 0,1 0 0,-1 1 0,0-2 0,1 1 0,-1 0 0,0 0 0,3-1 0,3-2 0,-1 1 0,0-1 0,-1-1 0,1 1 0,0-1 0,-1 0 0,0-1 0,0 1 0,7-8 0,9-10 0,-1-1 0,0-1 0,-2-1 0,-1-1 0,19-35 0,64-152 0,-101 213 0,74-180 0,-9-3 0,-7-2 0,58-336 0,-104 450 0,-3-1 0,-3 0 0,-4 0 0,-7-84 0,5 154 0,-1-5 0,1 1 0,-1-1 0,-1 1 0,1-1 0,-1 1 0,-4-11 0,2 17 0,2 7 0,-1 18 0,35 415 0,-18-316 0,5 73 51,95 666-714,-75-698-600,0-31-5053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0:50.6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305 0 24575,'0'0'0,"0"1"0,0 0 0,1 3 0,1 6 0,1 15 0,-5 27 0,-8 34 0,-12 32 0,-12 24 0,-8 13 0,-4 0 0,-1-9 0,4-17 0,6-21 0,10-29-8191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0:51.1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350 1399 24575,'0'25'0,"-9"110"0,-44 235 0,45-331 0,-1 1 0,-2-2 0,-28 67 0,35-96 0,-1-1 0,1 0 0,-1-1 0,-1 1 0,-10 11 0,15-18 0,-1 1 0,1 0 0,-1-1 0,0 0 0,0 1 0,0-1 0,0 0 0,0 0 0,0 0 0,0 0 0,0 0 0,0-1 0,0 1 0,-1-1 0,1 1 0,0-1 0,0 0 0,0 0 0,-1 0 0,1 0 0,0 0 0,0 0 0,-1-1 0,1 1 0,0-1 0,0 1 0,-3-2 0,0-1 0,0-1 0,1 1 0,-1-1 0,1 1 0,0-1 0,0-1 0,0 1 0,1 0 0,-1-1 0,1 0 0,0 0 0,1 0 0,-3-6 0,-6-13 0,2 0 0,1-1 0,1 0 0,-8-50 0,0-120 0,15 49-281,7 0 1,27-157-1,91-283-561,-94 468 811,67-160 1,-88 254 27,1 0 0,1 0 0,2 2 0,16-24 0,-25 40 3,0 0 0,0 0 1,1 1-1,0-1 0,0 1 0,0 1 0,0-1 0,1 1 1,-1 0-1,1 0 0,0 1 0,1 0 0,-1 0 0,0 1 1,1 0-1,0 0 0,11-1 0,-8 3 33,0 1-1,0-1 1,0 2 0,0 0-1,0 0 1,-1 1 0,1 0-1,-1 0 1,1 2-1,-1-1 1,-1 1 0,1 1-1,-1-1 1,12 10 0,2 4 148,0 1 1,-2 1 0,0 1 0,20 28 0,-3 3-122,-2 1 1,-2 2 0,-3 2 0,34 88 0,-21-26-309,37 165 0,-50-138-202,-6 2-1,6 175 0,-26-162-5838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0:51.3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0 130 24575,'0'0'0,"3"-2"0,8-7 0,25-8 0,33-11 0,35-10 0,-1 2-8191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0:51.8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418 347 24575,'-21'52'0,"-48"83"0,25-56 0,20-32 0,-153 327 0,160-331 0,2 2 0,1-1 0,3 2 0,2-1 0,2 1 0,-2 85 0,9-113 0,2 0 0,-1 0 0,2-1 0,1 1 0,0-1 0,1 0 0,1 0 0,9 19 0,-13-30 0,2 0 0,-1 0 0,0-1 0,1 1 0,0-1 0,1 0 0,-1 0 0,1 0 0,0-1 0,0 0 0,0 0 0,1 0 0,-1 0 0,1-1 0,0 0 0,0 0 0,0-1 0,0 0 0,1 0 0,-1 0 0,1-1 0,-1 1 0,1-2 0,12 1 0,-7-2 0,0 0 0,0-1 0,-1 0 0,1-1 0,-1 0 0,1-1 0,-1 0 0,13-8 0,1-1 0,-1-2 0,37-28 0,-12 0 0,-2-2 0,-1-3 0,-3-1 0,-2-2 0,-2-1 0,57-104 0,-22 14 0,90-244 0,-100 206 0,48-216 0,-102 351 0,-6 41 0,0 14 0,2 25 0,1 76 0,-14 200 0,-42 114 0,-91 289 0,124-657-1365,4-22-5461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0:52.7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 1501 24575,'0'-1'0,"-1"1"0,1-1 0,0 0 0,-1 0 0,1 0 0,0 0 0,0 0 0,0 0 0,-1 0 0,1 0 0,0 0 0,0 0 0,0 0 0,0 0 0,1 0 0,-1 0 0,0 0 0,0 0 0,1 0 0,-1 1 0,0-1 0,1 0 0,-1 0 0,1 0 0,-1 0 0,1 0 0,1-1 0,22-25 0,-18 22 0,51-47 0,122-85 0,80-28 0,-249 159 0,37-23 0,98-57 0,-118 72 0,0 1 0,1 1 0,40-10 0,-63 20 0,1 1 0,0 0 0,-1 0 0,1 0 0,0 1 0,0 0 0,-1 0 0,1 1 0,0-1 0,-1 1 0,1 0 0,0 1 0,-1 0 0,1-1 0,5 5 0,-4-3 0,-1 1 0,-1 0 0,1 1 0,-1 0 0,1 0 0,-1 0 0,-1 0 0,1 1 0,-1-1 0,0 1 0,6 12 0,4 10 0,-2 2 0,0 0 0,-2 0 0,7 40 0,-6-16 0,4 92 0,-15-131 0,-1-10 0,0-8 0,1 3 0,0 0 0,0 0 0,0-1 0,0 1 0,0 0 0,1 0 0,-1-1 0,0 1 0,0 0 0,0 0 0,1 0 0,-1-1 0,0 1 0,0 0 0,0 0 0,1 0 0,-1 0 0,0 0 0,0 0 0,1-1 0,-1 1 0,0 0 0,0 0 0,1 0 0,-1 0 0,0 0 0,1 0 0,-1 0 0,0 0 0,0 0 0,1 0 0,-1 0 0,0 0 0,0 0 0,1 0 0,-1 0 0,0 1 0,1-1 0,13 2 0,6 6 0,-1 0 0,0 1 0,-1 0 0,0 2 0,0 0 0,20 18 0,-12-10 0,48 27 0,-58-38 0,0-1 0,0 0 0,1-2 0,0 0 0,0 0 0,1-2 0,-1 0 0,0-1 0,1-1 0,0-1 0,-1 0 0,1-1 0,0-1 0,-1-1 0,0 0 0,0-1 0,0-1 0,0-1 0,0 0 0,-1-1 0,0-1 0,-1-1 0,0 0 0,19-15 0,-12 8 0,-1-1 0,-1-1 0,-1-1 0,0-1 0,-1-1 0,-2 0 0,0-1 0,-1-1 0,17-36 0,-30 55 0,0 0 0,-1 0 0,1-1 0,-1 1 0,-1 0 0,1-1 0,0 1 0,-1-1 0,0 1 0,0-1 0,0 1 0,-1-6 0,0 9 0,1 0 0,-1 0 0,1 0 0,0-1 0,-1 1 0,0 0 0,1 0 0,-1 0 0,0 0 0,0 0 0,1 0 0,-1 0 0,0 0 0,0 0 0,0 1 0,0-1 0,0 0 0,-2 0 0,2 0 0,-1 0 0,0 1 0,0-1 0,0 1 0,-1 0 0,1 0 0,0 0 0,0 0 0,0 0 0,0 0 0,0 0 0,0 0 0,0 1 0,-3 0 0,-1 2 0,-1 0 0,1 0 0,0 0 0,1 0 0,-1 1 0,1 0 0,0 0 0,-1 1 0,2-1 0,-1 1 0,1 0 0,-1 1 0,1-1 0,1 1 0,-1-1 0,1 1 0,-4 10 0,0-1 0,2 1 0,-1-1 0,2 1 0,0 0 0,1 1 0,-1 16 0,3-24 0,1 0 0,0 0 0,1 0 0,-1-1 0,2 1 0,-1 0 0,1 0 0,0-1 0,1 1 0,0-1 0,1 0 0,-1 0 0,10 14 0,-6-12 0,1-1 0,0-1 0,0 1 0,1-1 0,0-1 0,1 0 0,-1 0 0,1-1 0,1 0 0,10 4 0,7 4 0,1-2 0,0 0 0,1-3 0,51 11 0,-68-18 0,-1 0 0,0-1 0,0-1 0,1 0 0,-1 0 0,0-2 0,1 1 0,-1-1 0,0-1 0,0 0 0,-1-1 0,1-1 0,-1 1 0,0-2 0,13-7 0,-3-2 0,0-1 0,-1-1 0,-1-1 0,-1-1 0,-1 0 0,19-28 0,4-12 0,34-69 0,-17 15 0,-5-3 0,58-192 0,-66 150 0,35-251 0,-62 240 0,-17 165 0,-1-25 0,0 29 0,1 0 0,0 0 0,0 0 0,0-1 0,0 1 0,0 0 0,0 0 0,-1 0 0,1-1 0,0 1 0,0 0 0,0 0 0,0 0 0,-1 0 0,1 0 0,0 0 0,0-1 0,-1 1 0,1 0 0,0 0 0,0 0 0,0 0 0,-1 0 0,1 0 0,0 0 0,0 0 0,-1 0 0,1 0 0,0 0 0,0 0 0,-1 0 0,1 0 0,0 0 0,0 0 0,0 0 0,-1 1 0,-14 11 0,-10 21 0,2 1 0,1 1 0,-30 67 0,-6 21-139,5 3 0,7 1-1,4 3 1,7 1 0,5 2 0,-23 252-1,50-325 140,2 1 0,3 0 0,3 0 0,2-1 0,21 85 0,-20-119 0,1 0 0,1-1 0,0 0 0,2 0 0,2-1 0,18 27 0,-21-37 0,1 0 0,0-1 0,1 0 0,0 0 0,1-2 0,0 0 0,1 0 0,0-1 0,1-1 0,22 9 0,-18-10 50,0-1 0,1-1 1,0-1-1,0-1 0,40 2 0,-20-5-551,-1-1 0,45-7-1,85-21-5511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2:11.001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48 49 24575,'0'0'0,"0"0"0,-4 14 0,-29 140 0,28-125 0,2 0 0,0 1 0,4 40 0,3-71 0,-1-1 0,1 0 0,0 0 0,0 0 0,-1-1 0,7-4 0,10-11 0,28-29 0,-48 46 0,1 1 0,0 0 0,-1 0 0,1 0 0,0 0 0,-1 0 0,1 0 0,0 0 0,-1 0 0,1 0 0,0 1 0,-1-1 0,1 0 0,0 0 0,-1 1 0,1-1 0,-1 0 0,1 1 0,0-1 0,-1 0 0,1 1 0,-1-1 0,1 1 0,-1-1 0,1 1 0,-1-1 0,0 1 0,1-1 0,0 2 0,16 18 0,-15-18 0,15 20 0,-9-10 0,2 0 0,-1-1 0,1 0 0,19 15 0,-26-23 0,-1-1 0,1 0 0,1 0 0,-1-1 0,0 1 0,0-1 0,1 1 0,-1-1 0,1 0 0,-1 0 0,1-1 0,-1 1 0,1-1 0,0 1 0,-1-1 0,1-1 0,-1 1 0,1 0 0,0-1 0,-1 1 0,1-1 0,-1 0 0,1-1 0,3-1 0,4-3 0,-1 0 0,0-1 0,-1-1 0,1 0 0,-1 0 0,-1 0 0,0-1 0,0-1 0,-1 1 0,0-1 0,6-11 0,8-18 0,28-67 0,-36 76-341,-2-1 0,-1 0-1,7-40 1,-16 63-6485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2:35.028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0 118 24575,'0'0'0,"8"-2"0,128-23 0,269-14 0,138 38 0,-538 1 0,354 10 0,142 2 0,-519-12 0,-635-5 0,-6-52 0,603 47 0,124 47 0,8-9 0,1-2 0,135 26 0,165 5 0,107-8 0,1-40 0,-466-11 0,-49 1 0,-1313-1-963,716 4 1009,690 12 871,169 3-2282,-89-14-5461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2:51.456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0 128 24575,'14'-1'0,"469"-26"0,32-3 0,-469 26 0,3 0 0,-1-2 0,0-2 0,-1-2 0,65-22 0,-105 26 120,-18 7-1605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2:53.120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1 128 24575,'0'0'0,"5"0"0,173 19 0,291-8 0,-326-18 0,0-7 0,209-48 0,-323 56 0,-18 4 0,0 0 0,-1 0 0,1-1 0,-1 0 0,0-1 0,0-1 0,15-8 0,-39 8 0,-7 2 0,0 0 0,-1 2 0,-28 1 0,30 0 0,-516 36 0,-3 33 0,521-67 0,-147 22 0,232-18 0,94 4 0,173-14 0,161-39 0,-340 24 0,207-50 0,-344 62 0,-18 7 0,0 0 0,0 0 0,0 0 0,0 0 0,0-1 0,0 1 0,0 0 0,0 0 0,0 0 0,1 0 0,-1 0 0,0 0 0,0 0 0,0 0 0,0 0 0,0-1 0,0 1 0,0 0 0,0 0 0,0 0 0,0 0 0,0 0 0,0 0 0,0 0 0,0-1 0,0 1 0,0 0 0,0 0 0,0 0 0,0 0 0,0 0 0,0 0 0,0 0 0,0-1 0,0 1 0,0 0 0,0 0 0,0 0 0,0 0 0,0 0 0,-1 0 0,1 0 0,0 0 0,0-1 0,0 1 0,0 0 0,0 0 0,0 0 0,0 0 0,0 0 0,0 0 0,-1 0 0,1 0 0,0 0 0,0 0 0,0 0 0,0 0 0,0 0 0,-38-7 0,-158-2 0,-227 19 0,342-7 0,-33 2 0,-278 21 0,481-11 0,344 5 0,3-42 0,-409 20 0,46-3 0,-1-3 0,110-27 0,-166 28 0,-25 3 0,-35 1 0,39 3 0,-854 48 0,809-44 0,-18 3 0,44-5 0,21-1 0,9-2 0,141-1 0,-131 1 0,278-28 0,-289 28-1365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3:44.347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1 382 24527,'3056'-382'0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4:31.667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1 24575,'3'1'0,"0"1"0,5 4 0,1 1-8191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4:33.868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1794 103 24575,'0'4'0,"-2"0"0,-2 0 0,-1 0 0,-1 0 0,-1 0 0,-2 0 0,-1 0 0,-2 0 0,-1 0 0,-1-1 0,-1 1 0,-2 0 0,-1-1 0,-1 1 0,-1-1 0,-1 0 0,-1 0 0,-2 0 0,0 0 0,-2 0 0,0 0 0,-1-1 0,-1 1 0,-1-1 0,-1 0 0,0 0 0,-1 0 0,-1 0 0,0 0 0,-1-1 0,0 0 0,-1 1 0,0-1 0,0-1 0,-1 1 0,0 0 0,0-1 0,0 0 0,0 0 0,-1 0 0,1 0 0,0 0 0,0-1 0,1 0 0,-1 1 0,1-1 0,0-1 0,1 1 0,0 0 0,1-1 0,0 0 0,1 0 0,1 0 0,0 0 0,1 0 0,1-1 0,1 1 0,1-1 0,0 0 0,2 0 0,1 0 0,0 0 0,2 0 0,1 0 0,1-1 0,1 1 0,2-1 0,0 0 0,2 1 0,1-1 0,2 0 0,0 0 0,3 0 0,0 0 0,2 0 0,1 0 0,2 0 0,0 0 0,3 0 0,0 0 0,3 0 0,0 0 0,2 0 0,1 0 0,2 0 0,0 0 0,3 0 0,0 0 0,2 1 0,1-1 0,2 0 0,0 1 0,2-1 0,1 1 0,1 0 0,1-1 0,2 1 0,0 0 0,1 0 0,2 0 0,0 1 0,1-1 0,1 1 0,1-1 0,1 1 0,0 0 0,1 0 0,1 0 0,0 1 0,1-1 0,0 1 0,1 0 0,0 0 0,1 0 0,-1 0 0,1 1 0,0-1 0,0 1 0,1 0 0,-1 0 0,0 0 0,0 1 0,0-1 0,0 1 0,-1 0 0,0 0 0,0 0 0,-1 0 0,0 1 0,-1-1 0,0 1 0,-1 0 0,-1 0 0,0 0 0,-1 1 0,-1-1 0,-1 1 0,-1-1 0,0 1 0,-2 0 0,0 0 0,-2 0 0,-1 1 0,-1-1 0,-1 0 0,-1 1 0,-1-1 0,-2 1 0,-1 0 0,-1-1 0,-1 1 0,-2 0 0,-1 0 0,-2 0 0,-1 0 0,-1 0 0,-1 0 0,-2 0 0,-2 0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1:22.499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0 138 24575,'10'3'0,"42"8"0,-1-2 0,71 2 0,109-7 0,-220-5 0,589-33 0,-457 15 0,-1-7 0,163-51 0,-291 73 0,-9 3 0,-1 0 0,0-1 0,0 1 0,1-1 0,-1 0 0,5-3 0,-11 4-1365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1:23.487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237 133 24575,'39'-6'0,"-1"-1"0,712-12-251,-605 20-84,37 0 258,378-4 30,-382-6 50,196-34 0,-337 37 6,-21 4 7,0 0-1,0-1 1,-1-1-1,1-1 1,-1 0-1,17-8 1,-31 10 535,-7 1-464,-18-1-139,-200 4 52,192 0 0,-2047 125-1711,1999-120 1711,-134 19 0,213-25 28,1 0-1,0 0 0,0 0 0,0 0 1,-1 0-1,1 0 0,0 0 0,0 0 1,0 0-1,-1 0 0,1 0 0,0 0 1,0 0-1,0 0 0,-1 0 0,1 0 1,0 0-1,0 0 0,0 0 0,-1 0 1,1 0-1,0 0 0,0 1 0,0-1 1,-1 0-1,1 0 0,0 0 0,0 0 1,0 0-1,0 1 0,0-1 0,-1 0 1,1 0-1,0 0 0,0 0 0,0 1 1,0-1-1,0 0 0,0 0 0,0 0 1,0 1-1,0-1 0,0 0 0,0 0 1,0 1-1,0-1 0,0 0 0,0 0 1,0 1-1,13 6 271,30 6-284,52 6 15,171 12-1,110-18-249,-351-13 179,394 1-671,766-96-1,-1141 88 690,29-3 18,-1-3 0,106-34-1,-164 41 1054,-14 6-1066,0 0 0,0 0 0,0 0 0,0 0 0,0 0 0,0-1 0,0 1 0,-1 0 0,1 0 0,0 0 0,0 0 0,0 0 0,0 0 0,0 0 0,0 0 0,0 0 0,0 0 0,-1 0 0,1 0 0,0 0 0,0-1 0,0 1 0,0 0 0,0 0 0,0 0 0,0 0 0,0 0 0,0 0 0,0 0 0,0-1 0,0 1 0,0 0 0,0 0 0,0 0 0,0 0 0,0 0 0,0 0 0,0-1 0,0 1 0,0 0 0,0 0 0,0 0 0,0 0 0,0 0 0,0 0 0,0 0 0,0-1 0,0 1-1,-8 0-6574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4:41.994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1157 24575,'0'0'0,"5"24"0,5 25 0,-4-12 0,1-1 0,2 0 0,2 0 0,16 36 0,-24-68 0,0 1 0,0 0 0,0-1 0,0 0 0,1 0 0,0 0 0,-1 0 0,2 0 0,-1-1 0,0 1 0,1-1 0,-1-1 0,1 1 0,0 0 0,0-1 0,0 0 0,0 0 0,1-1 0,-1 0 0,0 1 0,1-2 0,6 1 0,11 1 0,0-2 0,1-1 0,45-8 0,26-10-14,-1-3 0,117-44 0,182-92-907,180-111 717,-9-24 220,-44 22-36,3 26-167,-170 83 1545,-362 165-2723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4:48.680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0 597 24575,'119'12'0,"-3"-14"6,185-28-1,114-44-133,-397 71 112,781-172-264,56-11 9,7 65 153,-559 104 352,-221 16-17,138 17 1,-207-12-72,-34 1-170,5-2 35,-227 35-11,-1089 101-1809,670-79 1912,241-10 339,-578 146 0,967-189-30,24-6-354,0 0 1,0 1 0,0 0-1,0 0 1,0 1 0,-9 5-1,28-15-58,0 1 0,0 0 0,1 1 0,0 0 0,0 1 0,1 1 0,-1 0 0,17-2 0,387-35 0,6 31 0,-287 7 0,2988-27-778,-3112 29 778,758 7 0,-539 5 0,298 55 0,-504-63 6,-11-2 105,1 0-1,-1 1 0,-1 0 0,1 1 1,0 1-1,15 7 0,-16-1-110,-14-2 0,-18 2 0,19-11 0,1 0 0,0 1 0,-1-1 0,1 0 0,-1 0 0,1 0 0,0 0 0,-1 0 0,1 0 0,-1 0 0,1 0 0,0 0 0,-1 0 0,1 0 0,-1 0 0,1 0 0,0 0 0,-1-1 0,1 1 0,-1 0 0,1 0 0,0 0 0,-1 0 0,1-1 0,0 1 0,-1 0 0,1 0 0,0-1 0,0 1 0,-1 0 0,1-1 0,0 1 0,0 0 0,-1-1 0,1 0 0,-4-16 0,1 4 0,3-23-1365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5:59.870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1 382 24408,'3177'-382'0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3:27.282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 78 24575,'0'0'0,"0"0"0,0 0 0,6 15 0,41 87 0,4-2 0,5-3 0,4-2 0,94 113 0,-146-197 0,-5-7 0,1 0 0,0 1 0,-1-1 0,1-1 0,6 6 0,-9-9 0,1 1 0,-1 0 0,0-1 0,1 1 0,-1 0 0,0-1 0,1 0 0,-1 1 0,1-1 0,-1 0 0,1 0 0,-1 0 0,1 0 0,-1 0 0,1 0 0,-1 0 0,0 0 0,1 0 0,-1-1 0,1 1 0,-1-1 0,0 1 0,1-1 0,-1 1 0,2-2 0,13-9 0,0 0 0,0-1 0,-1-1 0,0 0 0,19-24 0,57-82 0,-58 70 0,-1-1 0,-3-2 0,-2-1 0,-2-1 0,-3-1 0,29-110 0,-48 124-1365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3:28.774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4 24575,'0'0'0,"0"0"0,0 0 0,0 0 0,0 0 0,0 0 0,0-4-1365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3:30.462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1 24575,'0'0'0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3:56.850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1 24575,'0'0'0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3:50.100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166 1 24575,'1'11'0,"-5"379"0,-1-335 0,-3-1 0,-2 0 0,-2-1 0,-3 0 0,-23 57 0,34-102 0,2-2 0,0 0 0,-1 1 0,0-1 0,-1 0 0,0 0 0,0-1 0,-5 7 0,9-12 0,-1 0 0,1 1 0,-1-1 0,1 0 0,-1 0 0,1 0 0,-1 0 0,0 0 0,1 0 0,-1 0 0,1 0 0,-1 0 0,1 0 0,-1 0 0,1 0 0,-1 0 0,1-1 0,-1 1 0,1 0 0,-1 0 0,1 0 0,-1-1 0,1 1 0,-1 0 0,1-1 0,-1 1 0,1 0 0,0-1 0,-1 1 0,1-1 0,0 1 0,-1-1 0,1 1 0,0 0 0,-1-2 0,-10-16 0,8 9 0,0 0 0,1 0 0,1 0 0,-1 0 0,2 0 0,-1-1 0,1 1 0,0 0 0,1 0 0,0 0 0,1 0 0,5-16 0,1-2 0,1 1 0,26-49 0,-17 42 0,1 1 0,2 1 0,32-38 0,-39 52 0,1 1 0,1 1 0,1 1 0,-1 0 0,2 1 0,0 1 0,24-12 0,-38 22 0,-1 0 0,1 0 0,0 1 0,-1-1 0,1 1 0,0 0 0,0 0 0,0 0 0,0 1 0,1-1 0,-1 1 0,0 0 0,0 0 0,0 0 0,0 1 0,0 0 0,0-1 0,0 2 0,0-1 0,0 0 0,0 1 0,-1-1 0,1 1 0,0 0 0,-1 0 0,0 1 0,1-1 0,-1 1 0,0 0 0,0-1 0,0 1 0,-1 1 0,1-1 0,-1 0 0,0 1 0,0-1 0,0 1 0,3 6 0,2 6 0,-1 1 0,0 1 0,-1-1 0,-1 1 0,-1 0 0,0 0 0,-1 0 0,-1 0 0,-1 0 0,-3 21 0,-4 26 0,-21 91 0,0-50 0,15-60 0,2 0 0,-8 70 0,19-107-136,-1 0-1,2 1 1,-1-1-1,1 1 1,0-1-1,1 0 1,0 0-1,1 0 0,3 9 1,3 0-6690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3:50.629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 33 24575,'28'-13'0,"8"6"0,0 2 0,0 1 0,1 1 0,-1 2 0,0 2 0,54 7 0,-81-6 0,0-1 0,1 2 0,-1-1 0,0 1 0,0 0 0,-1 1 0,1 0 0,15 10 0,-20-11 0,0 0 0,-1 1 0,1-1 0,-1 1 0,1 0 0,-1 0 0,-1 0 0,1 0 0,0 0 0,-1 0 0,0 1 0,0-1 0,0 1 0,-1 0 0,0-1 0,1 1 0,-2 0 0,2 9 0,-2 2 0,-1 0 0,-1-1 0,0 1 0,-1-1 0,-1 1 0,0-1 0,-1 0 0,0-1 0,-15 28 0,-3-1 0,-1-2 0,-32 39 0,24-41 0,23-27 0,0-1 0,1 2 0,-14 20 0,22-31 0,0 1 0,0-1 0,0 1 0,0-1 0,0 1 0,0 0 0,-1-1 0,1 1 0,1-1 0,-1 1 0,0 0 0,0-1 0,0 1 0,0-1 0,0 1 0,0 0 0,1-1 0,-1 1 0,0-1 0,0 1 0,1-1 0,-1 1 0,0-1 0,1 1 0,-1-1 0,1 0 0,-1 1 0,1-1 0,-1 1 0,1-1 0,-1 0 0,1 1 0,-1-1 0,1 0 0,-1 0 0,1 1 0,-1-1 0,2 0 0,26 9 0,-25-8 0,179 28 0,-140-26 0,1 3 0,-1 2 0,0 1 0,-1 2 0,41 17 0,-79-27 0,0 0 0,-1 0 0,1 1 0,0-1 0,-1 1 0,1-1 0,-1 1 0,1 0 0,-1 0 0,0 0 0,0 0 0,0 1 0,0-1 0,0 0 0,0 1 0,-1 0 0,1-1 0,-1 1 0,0 0 0,0 0 0,2 4 0,-3-3 0,-1 0 0,1 0 0,0 0 0,-1 0 0,0 0 0,0-1 0,0 1 0,0 0 0,-1 0 0,0-1 0,1 1 0,-1-1 0,-1 0 0,1 1 0,0-1 0,-6 6 0,-11 10 0,0 0 0,-1-1 0,-1-1 0,0 0 0,-46 24 0,5-8 0,-73 27 0,2-12-1365,10-9-5461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3:56.069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66 91 24575,'10'-3'0,"0"1"0,0 0 0,0 1 0,0 0 0,18 1 0,-1 0 0,700-3 0,-489 4 0,-363-2 0,-79 0 0,-602 46 0,849-47 0,56 3 0,-10 0 0,425-15 0,-346 1 0,177-37 0,-327 48 0,-13 1 0,0 1 0,0-1 0,-1 0 0,1 0 0,0 0 0,-1-1 0,1 0 0,-1 1 0,6-5 0,-36 3 0,-7-4 0,10 2 0,-1 0 0,1 2 0,-1 0 0,0 2 0,0 0 0,-26 4 0,49-3 0,0 1 0,2-1 0,-1 0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3:56.430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1 24575,'0'0'0,"0"0"0,0 0 0,0 0 0,0 0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6:01.909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0 621 24575,'0'0'0,"8"0"0,700-15-68,-4-50-588,720-221 777,-1419 285 17,16-5 256,-21 6-392,0 0-1,-1 0 0,1 0 0,0 0 0,0 0 0,0-1 1,0 1-1,-1 0 0,1 0 0,0 0 0,0 0 0,0 0 1,0 0-1,0-1 0,0 1 0,0 0 0,-1 0 0,1 0 0,0 0 1,0-1-1,0 1 0,0 0 0,0 0 0,0 0 0,0 0 1,0-1-1,0 1 0,0 0 0,0 0 0,0 0 0,0-1 1,0 1-1,0 0 0,0 0 0,0 0 0,0 0 0,0-1 1,0 1-1,0 0 0,1 0 0,-1 0 0,0 0 0,0-1 1,0 1-1,0 0 0,0 0 0,0 0 0,0 0 0,1 0 1,-1-1-1,0 1 0,0 0 0,0 0 0,0 0 0,1 0 0,-1 0 1,0 0-1,0 0 0,0 0 0,1 0 0,-16-5-1,0 1 0,0 0 0,-29-2 0,18 2 0,-212-22 0,-413 8 0,-243 85 0,853-63 0,-184 27 0,279-28 0,3 3 0,519-25 0,-1-49 0,60-30 0,-16 1 0,-615 97 0,0-1 0,0 1 0,0 0 0,0 0 0,0 0 0,0 0 0,4 1 0,-8-1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1:54.658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298 0 24575,'-12'33'0,"-24"65"0,-97 271 0,30 10 0,101-367 0,-2 2 0,1 0 0,1 0 0,1-1 0,0 1 0,0 0 0,3 22 0,-2-34 0,1-1 0,-1 0 0,1 0 0,-1 0 0,1 0 0,-1 0 0,1 0 0,0 0 0,-1 0 0,1 0 0,0 0 0,0-1 0,0 1 0,-1 0 0,1 0 0,0-1 0,0 1 0,0 0 0,0-1 0,0 1 0,1-1 0,-1 0 0,0 1 0,0-1 0,0 0 0,0 0 0,0 1 0,0-1 0,1 0 0,-1 0 0,0 0 0,0 0 0,0-1 0,0 1 0,1 0 0,-1 0 0,2-1 0,44-16 0,-22 6 0,-1-2 0,-1-1 0,0-1 0,-1 0 0,0-2 0,-1-1 0,-2 0 0,1-2 0,22-29 0,-42 49 0,0-1 0,0 1 0,1 0 0,-1 0 0,0-1 0,0 1 0,1 0 0,-1 0 0,0 0 0,0 0 0,1-1 0,-1 1 0,0 0 0,1 0 0,-1 0 0,0 0 0,1 0 0,-1 0 0,0 0 0,1 0 0,-1 0 0,0 0 0,1 0 0,-1 0 0,0 0 0,1 0 0,-1 0 0,0 0 0,0 1 0,1-1 0,-1 0 0,0 0 0,1 0 0,-1 0 0,0 1 0,0-1 0,1 0 0,-1 0 0,0 0 0,0 1 0,1-1 0,-1 0 0,0 1 0,12 14 0,-11-14 0,17 28 0,-2 0 0,23 54 0,-28-55 0,1-2 0,1 0 0,1-1 0,23 32 0,-33-53 0,-1 0 0,1 0 0,0 0 0,0 0 0,0-1 0,0 0 0,0 1 0,1-2 0,0 1 0,-1 0 0,1-1 0,0 0 0,0 0 0,0-1 0,1 1 0,7 0 0,-5-2 0,-1 0 0,0 0 0,1 0 0,-1-1 0,0-1 0,0 1 0,0-1 0,0 0 0,0-1 0,12-6 0,2-3 0,-2 0 0,0-2 0,-1 0 0,0-1 0,-1-1 0,25-30 0,-9 4 0,-2-2 0,-2-1 0,-1-1 0,-3-2 0,32-85 0,-25 44 0,-5-2 0,21-126 0,-44 194 0,-1 12 0,-1 0 0,0-1 0,-1 1 0,-1-1 0,0 1 0,-1-13 0,-1 21-3,-1 8-945,2-4 534,-4 10-6412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1:55.255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253 1 24575,'0'6'0,"-1"-1"0,0 1 0,0 0 0,0 0 0,-4 8 0,-3 9 0,-66 285 0,-61 225 0,130-513 0,5-15 0,-1 0 0,-1-1 0,1 1 0,0 0 0,-1 0 0,0-1 0,-1 1 0,-2 4 0,2-19 0,2-2 0,1-1 0,-1 1 0,2 0 0,0 0 0,0 0 0,5-17 0,25-74 0,-27 90 0,18-49 0,2 2 0,3 1 0,42-68 0,-45 89 0,2 0 0,2 1 0,1 2 0,2 1 0,50-43 0,-71 69 0,0 0 0,1 1 0,0 0 0,0 0 0,1 1 0,0 1 0,0 0 0,21-5 0,-29 9 0,0 0 0,0 0 0,0 1 0,-1-1 0,1 1 0,0 0 0,0 0 0,0 1 0,0-1 0,0 1 0,0 0 0,0 0 0,0 0 0,-1 0 0,1 1 0,0-1 0,-1 1 0,1 0 0,-1 0 0,0 1 0,0-1 0,0 1 0,0-1 0,0 1 0,0 0 0,-1 0 0,1 0 0,-1 0 0,0 1 0,0-1 0,0 1 0,1 3 0,1 5 0,0-1 0,-1 0 0,-1 1 0,0 0 0,0-1 0,-1 1 0,0 0 0,-1 0 0,-1 0 0,-2 15 0,-4 17 0,-18 57 0,-84 204 0,33-106 0,72-190-124,1 1 0,0-1 0,1 1 0,0-1 0,0 1 0,1 0-1,1 0 1,-1-1 0,2 1 0,0 10 0,3-6-6702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1:55.692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336 126 24575,'-1'-1'0,"-1"1"0,1 0 0,-1 0 0,1 0 0,0 0 0,-1 0 0,1 0 0,-1 0 0,1 0 0,-1 1 0,1-1 0,-1 1 0,1-1 0,0 1 0,-1-1 0,1 1 0,0 0 0,-2 1 0,-25 17 0,25-16 0,-25 22 0,1 1 0,2 1 0,0 2 0,2 1 0,1 0 0,2 2 0,0 0 0,3 1 0,-16 41 0,26-57 0,1 1 0,1 0 0,1 1 0,0-1 0,2 1 0,0 0 0,1 0 0,1 0 0,0 0 0,6 31 0,-4-40 0,0-1 0,1 0 0,0 0 0,0 0 0,1 0 0,0 0 0,1-1 0,0 0 0,0 0 0,7 8 0,-7-11 0,1 0 0,-1 0 0,1 0 0,0-1 0,0 0 0,0 0 0,1 0 0,-1-1 0,1 0 0,0 0 0,0-1 0,0 1 0,0-2 0,10 2 0,-2-1 0,-1-2 0,1 0 0,0 0 0,-1-2 0,1 1 0,-1-2 0,1 0 0,-1-1 0,0 0 0,0-1 0,-1-1 0,1 0 0,-1-1 0,19-13 0,-13 7 0,0-2 0,-1 1 0,0-2 0,-2 0 0,0-2 0,0 1 0,-2-2 0,18-30 0,-21 28 0,0-1 0,-2 0 0,-1-1 0,-1 0 0,-1 0 0,-1-1 0,-1 0 0,-1 0 0,-1 0 0,-1 0 0,-1 0 0,-1 0 0,-1 0 0,-8-33 0,7 41 0,-2 1 0,0 0 0,0 0 0,-2 0 0,0 1 0,0 0 0,-1 0 0,-1 1 0,0 0 0,-12-13 0,12 17 0,-1 0 0,0 1 0,0 0 0,-1 0 0,0 1 0,0 1 0,-1 0 0,1 0 0,-1 1 0,-1 1 0,1 0 0,-1 0 0,-19-2 0,1 3-341,1 1 0,-1 2-1,-50 5 1,-101 24-6485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1:57.795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1 165 24575,'0'0'0,"5"-2"0,212-50 0,3 9 0,300-19 0,-491 60-113,-15 0-95,1 1-1,0 0 0,0 1 0,1 1 1,27 5-1,-22 2-6617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1:58.045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1 454 24575,'0'0'0,"6"-1"0,96-13 0,-1-6 0,100-32 0,-141 36 0,368-116 120,-300 84-863,153-80 1,-202 86-6084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1:58.624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11 86 24575,'2'19'0,"6"123"0,-17 216 0,-1-12 0,10-327 0,-1-14 0,1 1 0,0 0 0,0-1 0,0 1 0,1 0 0,-1-1 0,1 1 0,1 0 0,-1-1 0,1 1 0,0-1 0,5 10 0,-6-15 0,0 1 0,0 0 0,1-1 0,-1 1 0,0 0 0,1-1 0,-1 0 0,0 1 0,1-1 0,-1 0 0,1 0 0,-1 0 0,1 1 0,-1-1 0,0-1 0,1 1 0,-1 0 0,1 0 0,-1-1 0,0 1 0,1 0 0,-1-1 0,0 1 0,1-1 0,-1 0 0,0 0 0,0 1 0,1-1 0,0-2 0,38-28 0,-38 29 0,29-28 0,-1-2 0,42-59 0,40-81 0,-112 170 0,1 1 0,-1 0 0,1 0 0,0 0 0,-1 0 0,1 0 0,0 0 0,0 0 0,0 0 0,0 0 0,0 0 0,0 1 0,0-1 0,0 0 0,0 1 0,3-2 0,-4 2 0,1 0 0,0 0 0,-1 0 0,1 0 0,0 0 0,-1 0 0,1 1 0,0-1 0,-1 0 0,1 0 0,0 1 0,-1-1 0,1 0 0,-1 1 0,1-1 0,-1 0 0,1 1 0,-1-1 0,1 1 0,-1-1 0,1 1 0,-1-1 0,1 2 0,3 4 0,-1 1 0,1-1 0,-1 1 0,3 13 0,-3-14 0,70 287 0,-20-64 0,-52-226 0,-1-1 0,1 1 0,-1-1 0,1 0 0,0 1 0,0-1 0,1 0 0,-1 1 0,0-1 0,1 0 0,-1 0 0,1 0 0,-1 0 0,1-1 0,0 1 0,0 0 0,0-1 0,0 1 0,3 1 0,-3-3 0,0 1 0,0-1 0,0 0 0,0 0 0,0 0 0,0 0 0,0 0 0,0 0 0,0 0 0,0-1 0,0 1 0,0-1 0,0 1 0,0-1 0,0 0 0,0 0 0,0 0 0,2-1 0,7-6 0,0 0 0,-1-1 0,-1 0 0,1 0 0,-1-1 0,8-12 0,14-22 0,-2-1 0,-2-2 0,-2-1 0,-2 0 0,24-75 0,-14 17 0,30-180 0,-50 213 0,-3 0 0,-3-1 0,-5-133 0,-5 181-1365,-1 10-5461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1:59.192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200 1 24575,'-1'19'0,"-1"0"0,-8 37 0,2-11 0,-61 371 0,-33 222 0,99-630 0,1-12 0,0-18 0,5-20 0,1-1 0,3 1 0,14-51 0,47-119 0,21-3 0,-75 187 0,1 1 0,1 0 0,2 1 0,0 1 0,31-32 0,-43 51 0,0 1 0,0 0 0,1 0 0,-1 0 0,1 1 0,0 0 0,0 0 0,1 0 0,8-2 0,-13 5 0,1 0 0,-1 0 0,1 1 0,0-1 0,0 1 0,-1 0 0,1 0 0,0 0 0,0 1 0,-1-1 0,1 1 0,0 0 0,-1 0 0,1 0 0,-1 0 0,1 1 0,-1-1 0,0 1 0,1 0 0,-1 0 0,5 4 0,0 2 0,0 1 0,-1 0 0,0 0 0,0 1 0,-1 0 0,0 0 0,0 0 0,-1 1 0,-1 0 0,0 0 0,5 22 0,-1 4 0,-2 0 0,3 54 0,-8-27-2,-2-1-1,-11 68 0,-30 125 74,2-11-1499,35-203-5398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1:59.638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275 142 24575,'0'0'0,"-12"18"0,-40 60 0,-64 128 0,98-169 0,3 0 0,1 2 0,1-1 0,2 2 0,3-1 0,-6 47 0,13-78 0,1 0 0,0 0 0,0 0 0,0 0 0,1 0 0,0 0 0,1 0 0,0 0 0,0 0 0,0 0 0,1-1 0,0 1 0,1-1 0,6 9 0,-6-10 0,1 0 0,0-1 0,0 0 0,0 0 0,1-1 0,0 1 0,0-1 0,0-1 0,0 1 0,1-1 0,0 0 0,-1 0 0,1-1 0,0 0 0,0 0 0,9 1 0,-4-2 0,0 0 0,0-1 0,0 0 0,1-1 0,-1 0 0,0-1 0,0 0 0,0-1 0,-1 0 0,1-1 0,-1 0 0,1-1 0,-1-1 0,-1 0 0,19-13 0,-7 3 0,0-1 0,-2-1 0,0-1 0,-1-1 0,-1 0 0,16-24 0,-16 17 0,-1-1 0,-2 0 0,-1-1 0,0-1 0,-3 0 0,13-48 0,-18 52 0,-1 0 0,-1 0 0,-1 0 0,-2-1 0,-1 1 0,0-1 0,-2 1 0,-7-36 0,6 50 0,1 1 0,-1 0 0,-1 0 0,0 1 0,-1-1 0,0 1 0,0 0 0,-1 0 0,-1 0 0,1 1 0,-2 0 0,1 0 0,-1 1 0,0 0 0,-1 0 0,0 1 0,0 0 0,-1 1 0,1 0 0,-1 0 0,-1 1 0,1 0 0,-1 1 0,0 0 0,0 1 0,-21-4 0,13 5 15,1 1 0,-1 1 0,1 0 0,-1 1 0,1 1 0,-1 1 0,-19 6 0,10-1-386,1 1-1,0 1 1,-47 26 0,22-4-6455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1:59.979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1 406 24575,'19'-7'0,"299"-91"0,48-17 0,-267 78 0,151-77 0,-217 95-1365,-8 4-5461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2:01.178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1626 0 24575,'0'0'0,"-2"2"0,0-1 0,0 1 0,0-1 0,0 1 0,1 0 0,-1 0 0,1-1 0,-1 1 0,-2 4 0,-1 2 0,-53 67 0,-86 147 0,-25 97 0,64-116 0,25-63 0,-6-4 0,-6-3 0,-6-5 0,-217 220 0,306-338 0,-10 9 0,-1 0 0,0-2 0,-2 0 0,-32 20 0,48-34 0,1 0 0,0 0 0,-1-1 0,1 1 0,-1-1 0,0-1 0,0 1 0,0-1 0,0 0 0,0-1 0,0 1 0,0-1 0,0 0 0,0-1 0,0 1 0,0-1 0,0 0 0,0-1 0,0 1 0,1-1 0,-1-1 0,0 1 0,1-1 0,0 0 0,-9-6 0,2-1 0,2 0 0,-1 0 0,1-1 0,1-1 0,0 0 0,0 0 0,2 0 0,-1-1 0,2-1 0,-1 1 0,2-1 0,-7-24 0,2-3 0,1-1 0,2 0 0,-1-51 0,6 10 0,3 1 0,3-1 0,27-138 0,-10 123 0,5 1 0,64-160 0,-59 194 0,-31 62 0,1 1 0,-1-1 0,1 1 0,0-1 0,-1 1 0,1-1 0,0 1 0,-1-1 0,1 1 0,0 0 0,0-1 0,-1 1 0,1 0 0,0 0 0,0 0 0,0-1 0,-1 1 0,1 0 0,0 0 0,0 0 0,0 0 0,-1 0 0,1 0 0,0 1 0,0-1 0,0 0 0,-1 0 0,1 1 0,0-1 0,0 0 0,0 1 0,24 13 0,-8-1 0,-1 0 0,-1 1 0,0 1 0,-1 1 0,-1 0 0,16 25 0,62 115 0,-76-130 0,81 161 0,42 73 0,-95-188 0,80 103 0,285 284 0,-403-454 0,0 1 0,0-1 0,0 0 0,1-1 0,-1 0 0,1 1 0,0-2 0,0 1 0,1-1 0,-1 0 0,1 0 0,0-1 0,-1 0 0,1 0 0,0 0 0,0-1 0,1 0 0,-1 0 0,0-1 0,0 0 0,0-1 0,0 1 0,0-1 0,0 0 0,12-4 0,-3-1 13,-1-1 0,0 0 0,0 0 0,0-2-1,-1 0 1,0-1 0,-1 0 0,21-21 0,-4 0-507,-1-2 1,27-40-1,4-14-6332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2:03.411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192 12 24575,'62'-9'0,"-13"7"0,0 1 0,0 3 0,-1 2 0,1 2 0,54 15 0,-65-12 0,-1 3 0,-1 1 0,0 1 0,-1 3 0,-1 0 0,0 2 0,34 26 0,-54-34 0,0 1 0,-1 0 0,0 0 0,-1 2 0,0-1 0,-1 2 0,-1-1 0,0 2 0,-1-1 0,9 24 0,-10-20 0,-2 1 0,0 0 0,-2 0 0,0 1 0,-1-1 0,-1 1 0,-1 0 0,-3 35 0,-3-5 0,-3-1 0,-2 0 0,-2-1 0,-3 0 0,-31 73 0,3-31 0,-99 159 0,80-157 0,-79 91 0,104-142 0,-2-1 0,-1-1 0,-2-3 0,-50 34 0,75-60 0,0 0 0,-1-1 0,0-2 0,-1 0 0,0 0 0,0-2 0,-28 6 0,39-11 0,0 0 0,1 0 0,-1-1 0,0 0 0,0 0 0,0-1 0,0 0 0,0 0 0,-11-5 0,14 4 0,0 0 0,0 0 0,0-1 0,1 0 0,-1 0 0,1 0 0,0 0 0,0-1 0,0 1 0,0-1 0,1 0 0,-1-1 0,1 1 0,0 0 0,-3-8 0,2 2 0,0 0 0,1 0 0,0 0 0,1-1 0,0 1 0,1-1 0,0 1 0,0-1 0,1 0 0,1 1 0,0-1 0,0 1 0,1-1 0,5-15 0,3-9 0,2 1 0,32-65 0,-11 38 0,3 3 0,2 0 0,2 3 0,3 1 0,3 2 0,56-50 0,-32 40 0,3 3 0,2 3 0,162-89 0,-69 68-1365,-105 54-5461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2:04.289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96 24575,'631'-12'0,"-431"-2"0,224-44 0,-380 48-1365,-37 8-5461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2:04.680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620 1 24575,'0'0'0,"1"12"0,11 75 0,33 118 0,-26-131 0,-4 0 0,11 124 0,-25-173 0,-1-1 0,-1 0 0,-1 0 0,-1 0 0,-1 0 0,-2 0 0,0-1 0,-1 0 0,-2 0 0,0-1 0,-1 0 0,-20 30 0,19-35 0,-2-2 0,0 1 0,0-2 0,-1 0 0,-1 0 0,0-1 0,-1-1 0,-1-1 0,0 0 0,0-1 0,-1-1 0,0-1 0,0 0 0,-1-2 0,-22 6 0,29-9 0,0 0 0,-1-2 0,1 1 0,0-1 0,-1-1 0,1 0 0,0-1 0,-1 0 0,1-1 0,0 0 0,0-1 0,0-1 0,0 1 0,1-2 0,-1 0 0,1 0 0,0-1 0,0 0 0,1-1 0,0-1 0,0 1 0,1-1 0,0-1 0,0 0 0,-9-12 0,9 7-136,0 1-1,1-1 1,0-1-1,1 1 1,0-1-1,2-1 1,-1 1-1,2-1 0,-5-27 1,7 12-6690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2:05.081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1 619 24575,'28'-7'0,"-7"-1"0,635-106 0,-422 81 0,211-45-438,839-264-1,-1188 312-780,-68 23-4876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2:05.724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340 0 24575,'0'0'0,"14"4"0,-3-1 0,0 1 0,0 1 0,0-1 0,-1 2 0,0-1 0,0 1 0,0 1 0,-1 0 0,1 0 0,-2 1 0,1 0 0,-1 1 0,-1 0 0,1 0 0,-1 0 0,-1 1 0,0 0 0,0 0 0,5 16 0,-6-12 0,-1 0 0,0 0 0,-1 0 0,0 1 0,-1-1 0,-1 1 0,-1-1 0,0 1 0,0-1 0,-2 1 0,0-1 0,0 1 0,-1-1 0,-1 0 0,-7 18 0,-1-7 0,0 0 0,-2-1 0,-1 0 0,0-2 0,-2 1 0,-1-2 0,-36 35 0,24-29 0,-2-1 0,0-2 0,-2-1 0,-61 31 0,92-53 0,-6 4 0,-1 0 0,1 0 0,-1-1 0,0 0 0,0-1 0,0-1 0,-1 1 0,1-1 0,-15 0 0,24-2 0,-1 0 0,1 0 0,-1 0 0,1-1 0,-1 1 0,1 0 0,0-1 0,-1 1 0,1-1 0,-1 0 0,1 1 0,0-1 0,0 0 0,0 0 0,-1 0 0,1 1 0,0-1 0,0-1 0,0 1 0,0 0 0,0 0 0,1 0 0,-1 0 0,0-1 0,0 1 0,1 0 0,-1-1 0,1 1 0,-1 0 0,1-1 0,0 1 0,-1-1 0,1 1 0,0-1 0,0 1 0,0-1 0,0-1 0,1-6 0,0 1 0,0 0 0,0-1 0,1 1 0,4-11 0,6-13 20,1 2 0,2-1 0,1 2 0,1 0 0,38-48 0,-9 22-763,89-82 1,-85 92-6084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3:47.411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69 1 24575,'0'0'0,"0"0"0,0 0 0,-2 13 0,-2 11 0,-57 558 0,61-574 0,-2 12 0,4-17 0,3-12 0,37-85 0,4 2 0,85-127 0,-122 209 0,-4 9 0,-2 21 0,-3-5 0,3 39 0,-10 105 0,-20 56 0,17-149 0,-4 22-22,-11 99-1321,24-158-5483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3:47.679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81 0 24575,'-3'16'0,"-30"183"-682,-10 242-1,42-384-6143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3:48.677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255 1 24575,'-159'469'0,"146"-422"0,-69 305 0,116-408 0,1-3 0,57-73 0,-70 105 0,1 1 0,1 1 0,1 1 0,46-34 0,-63 53 0,-1 0 0,1 1 0,0-1 0,1 1 0,-1 1 0,1 0 0,-1 0 0,1 0 0,9 0 0,-14 2 0,0 1 0,-1 0 0,1 0 0,0 0 0,-1 0 0,1 1 0,-1 0 0,1-1 0,0 1 0,-1 1 0,1-1 0,-1 0 0,0 1 0,0 0 0,1-1 0,-1 1 0,0 0 0,0 1 0,-1-1 0,1 1 0,0-1 0,-1 1 0,0 0 0,1 0 0,1 3 0,1 3 0,-1 0 0,0 0 0,-1 0 0,1 0 0,-2 1 0,1-1 0,-2 1 0,1 0 0,-1-1 0,0 1 0,-2 14 0,-1 10 0,-12 66 0,-12 9 67,-54 141 0,-10 39-1566,80-247-5327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3:49.053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54 24575,'8'-6'0,"1"0"0,-1 0 0,1 1 0,1 0 0,-1 1 0,0 0 0,1 0 0,0 1 0,0 0 0,0 1 0,0 0 0,0 0 0,1 1 0,-1 1 0,0 0 0,18 2 0,-22-2 0,0 1 0,0 1 0,0-1 0,0 1 0,-1 0 0,1 1 0,-1-1 0,1 1 0,-1 0 0,0 0 0,0 1 0,0 0 0,0 0 0,-1 0 0,1 0 0,-1 1 0,0-1 0,-1 1 0,1 0 0,-1 0 0,0 1 0,0-1 0,-1 1 0,1-1 0,-1 1 0,0 0 0,-1 0 0,0 0 0,1 7 0,0 2 0,-2 0 0,0 1 0,-1-1 0,-1 1 0,0-1 0,-1 0 0,0 0 0,-1 0 0,-1 0 0,-12 24 0,-9 13 0,-47 72 0,60-104 0,-14 19 0,17-26 0,1 1 0,0 0 0,1 0 0,-12 30 0,19-42 0,1 0 0,-1 0 0,1 0 0,-1 0 0,1 0 0,0 0 0,0 0 0,0 0 0,0 0 0,0 0 0,0 0 0,1 0 0,-1 0 0,1-1 0,-1 1 0,1 0 0,0 0 0,-1 0 0,1 0 0,0-1 0,0 1 0,0 0 0,1-1 0,-1 1 0,0-1 0,1 1 0,-1-1 0,3 2 0,2 1 0,0-1 0,0 1 0,0-1 0,0-1 0,1 1 0,-1-1 0,10 2 0,16 1 0,-1 0 0,0-2 0,1-2 0,0-1 0,52-6 0,160-37 0,270-111-1365,-431 123-5461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8:02.030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0 363 24575,'0'0'0,"0"0"0,5-1 0,505-97 0,6 37 0,-452 54 0,608-50 0,1 50 0,-665 9 0,-16 2 0,-27 5 0,30-7 0,-228 48 0,-365 30 0,-248-41 0,763-37 0,-127 0 0,159-4 0,0-2 0,-53-12 0,103 16 0,-1 0 0,1 0 0,0 0 0,0-1 0,-1 1 0,1 0 0,0-1 0,0 1 0,-1-1 0,1 1 0,0-1 0,0 0 0,0 1 0,0-1 0,0 0 0,0 0 0,-1-1 0,2 2 0,0-1 0,0 1 0,0-1 0,1 1 0,-1-1 0,0 1 0,0-1 0,0 1 0,1-1 0,-1 1 0,0-1 0,1 1 0,-1-1 0,0 1 0,1 0 0,-1-1 0,1 1 0,-1 0 0,0-1 0,1 1 0,-1 0 0,1-1 0,-1 1 0,1 0 0,-1 0 0,1 0 0,0-1 0,52-16 0,121-16 0,228-15 0,-369 45 0,564-40-636,-39 3 547,-7-29 98,-448 49-1255,-82 14-4983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8:03.048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10 0 24575,'-10'256'0,"48"410"0,-38-656 0,2 12 0,2-19 0,3-11 0,14-26 0,-2-2 0,-2-1 0,-2 0 0,-1 0 0,-2-2 0,8-41 0,2 140 0,23 90 0,70 255 0,-115-405 0,0 1 0,0-1 0,0 0 0,0 0 0,0 1 0,0-1 0,0 0 0,0 1 0,1-1 0,-1 0 0,0 1 0,0-1 0,0 0 0,0 0 0,0 1 0,1-1 0,-1 0 0,0 0 0,0 0 0,0 1 0,1-1 0,-1 0 0,0 0 0,0 0 0,1 1 0,-1-1 0,0 0 0,0 0 0,1 0 0,-1 0 0,0 0 0,1 0 0,-1 0 0,0 0 0,0 0 0,1 0 0,-1 0 0,0 0 0,1 0 0,-1 0 0,0 0 0,1 0 0,13-12 0,9-22 0,-1-10 0,-1 0 0,-2-1 0,23-88 0,16-147 0,-51 241 0,1 1 0,-2 0 0,-2-1 0,-1 1 0,-3-42 0,-2 71-1365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8:03.660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1 24575,'4'18'0,"59"468"0,-28-189 0,-32-282 0,0-16 0,3-26 0,-3 9 0,76-285 0,-53 218 0,58-127 0,-83 209 0,0 1 0,0-1 0,1 1 0,-1-1 0,1 1 0,-1 0 0,1 0 0,0 0 0,0 0 0,0 0 0,0 0 0,3-2 0,-4 3 0,0 1 0,1 0 0,-1 0 0,0-1 0,1 1 0,-1 0 0,0 0 0,1 0 0,-1 0 0,0 1 0,1-1 0,-1 0 0,0 0 0,0 1 0,1-1 0,-1 1 0,0-1 0,0 1 0,0 0 0,1-1 0,-1 1 0,0 0 0,0 0 0,0 0 0,0 0 0,0 0 0,1 1 0,6 7 0,0 0 0,-1 1 0,0 0 0,-1 0 0,0 0 0,0 1 0,-1 0 0,4 12 0,4 13 0,9 49 0,-7-4 40,-3 0 0,2 103 0,-22 168-1525,7-341-5341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8:04.224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 0 24575,'0'0'0,"1"5"0,14 65 0,70 391 0,-73-366 0,-3 1 0,-9 178 0,-1-246 0,-2-1 0,-1 1 0,-1 0 0,-11 33 0,51-155 0,5 2 0,3 1 0,94-146 0,-121 214 0,-4 5 0,0-1 0,1 2 0,1 0 0,1 0 0,0 1 0,26-20 0,-39 35 0,0 0 0,-1 0 0,1 0 0,0 0 0,1 0 0,-1 0 0,0 0 0,0 1 0,0-1 0,0 1 0,0-1 0,1 1 0,-1 0 0,0 0 0,0 0 0,1 0 0,-1 1 0,0-1 0,0 0 0,0 1 0,3 0 0,-1 1 0,-1 0 0,1 0 0,-1 1 0,1-1 0,-1 1 0,0 0 0,0 0 0,0 0 0,0 0 0,3 5 0,4 7 0,-1 0 0,-1 0 0,-1 1 0,8 22 0,-5-5-2,-1 1 0,-1-1 0,-2 1 0,-2 1 0,1 44 0,-17 172 89,1 3-1527,12-213-5386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3:46.5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24575,'0'0'0,"0"0"0,0 0 0,0 0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3:47.7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24575,'1'2'0,"0"0"0,0 1 0,-1-1 0,1 1 0,-1-1 0,1 1 0,-1-1 0,0 1 0,0 3 0,1 7 0,28 219 0,0 281 0,-41 238 0,4-463 0,5-199 0,2 153 0,3-215-1365,2-9-5461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3:48.3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493 314 24575,'-21'0'0,"-4"13"0,0 0 0,1 2 0,1 1 0,0 1 0,-38 36 0,41-35 0,-27 21 0,2 3 0,1 2 0,3 1 0,-37 53 0,65-72 0,11-19 0,10-21 0,445-724 0,-452 738 0,-1-1 0,0 1 0,1-1 0,-1 1 0,0-1 0,1 1 0,-1-1 0,1 1 0,-1 0 0,0-1 0,1 1 0,-1 0 0,1-1 0,-1 1 0,1 0 0,0 0 0,-1-1 0,1 1 0,-1 0 0,1 0 0,-1 0 0,1 0 0,0 0 0,-1 0 0,1 0 0,-1 0 0,1 0 0,0 0 0,-1 0 0,1 0 0,-1 0 0,1 0 0,-1 1 0,1-1 0,0 0 0,18 16 0,-16-14 0,20 22 0,0 1 0,34 50 0,31 65 0,-66-105 0,88 152-1365,-60-99-5461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3:52.2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91 24575,'0'-1'0,"0"-1"0,-1 0 0,1 1 0,0-1 0,1 0 0,-1 1 0,0-1 0,0 0 0,1 1 0,-1-1 0,1 0 0,-1 1 0,1-1 0,1-2 0,1 2 0,0 1 0,1 0 0,-1 0 0,0 0 0,0 0 0,1 1 0,-1-1 0,0 1 0,1 0 0,-1 0 0,0 0 0,1 0 0,-1 1 0,1-1 0,-1 1 0,0 0 0,0 0 0,0 0 0,1 0 0,-1 1 0,5 2 0,0 1 0,0 0 0,0 0 0,-1 1 0,1 0 0,-1 0 0,10 12 0,-10-7 0,0 0 0,0 0 0,-1 0 0,-1 1 0,0 0 0,0 0 0,-1 1 0,-1-1 0,0 1 0,-1 0 0,0 0 0,-1 0 0,0 0 0,-1 0 0,-3 18 0,-1 11 0,-3-1 0,-1 0 0,-21 58 0,27-93 0,-4 16 0,-1-1 0,-2 0 0,0 0 0,-17 28 0,88-138 0,68-99 0,112-215 0,-235 388 0,-10 19 0,-13 27 0,3 0 0,3 1 0,0 1 0,2 0 0,1 0 0,2 1 0,1 0 0,2 0 0,1 0 0,2 0 0,6 42 0,-3-53 0,0 0 0,2-1 0,1 0 0,0-1 0,2 1 0,0-1 0,14 21 0,-14-28 0,1 0 0,0-1 0,1 0 0,0 0 0,1-1 0,1 0 0,0-1 0,0-1 0,1 0 0,20 10 0,-19-13-455,1 0 0,24 7 0,29 3-6371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33:52.4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 0 24575,'0'0'0,"0"0"0,0 1 0,0 4 0,0 17 0,-1 26 0,0 33 0,-1 32 0,-1 25 0,0-13-8191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0:41.4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1 522 24575,'0'0'0,"0"0"0,5-4 0,21-9 0,1 1 0,0 1 0,0 1 0,1 2 0,32-6 0,-16 4 0,182-41 0,2 11 0,287-14 0,467 47 0,-928 8 0,70 4 0,-105-3 0,0 1 0,0 1 0,-1 0 0,25 9 0,-667-299 0,615 281 0,6 4 0,1 0 0,0 0 0,0 0 0,0 0 0,0 0 0,0-1 0,0 1 0,0-1 0,1 1 0,-4-4 0,5 5 0,0-1 0,0 1 0,0 0 0,0-1 0,0 1 0,0 0 0,0-1 0,0 1 0,0 0 0,0-1 0,0 1 0,1 0 0,-1-1 0,0 1 0,0 0 0,0 0 0,0-1 0,1 1 0,-1 0 0,0 0 0,0-1 0,0 1 0,1 0 0,-1 0 0,0-1 0,1 1 0,-1 0 0,0 0 0,0 0 0,1 0 0,-1 0 0,0-1 0,1 1 0,-1 0 0,0 0 0,1 0 0,-1 0 0,0 0 0,1 0 0,-1 0 0,1 0 0,10-1 0,0 0 0,0 0 0,14 2 0,33 2 0,0 2 0,-1 3 0,0 3 0,0 2 0,-1 2 0,-1 3 0,54 25 0,-96-36 0,0 0 0,-1 0 0,1 1 0,-2 0 0,1 1 0,-1 1 0,-1-1 0,14 17 0,-19-19 0,0 0 0,0 1 0,-1-1 0,0 1 0,-1-1 0,1 1 0,-2 0 0,1 0 0,-1 1 0,0-1 0,-1 1 0,0-1 0,0 0 0,-1 1 0,-1 14 0,-3 1 13,0-1 1,-2 0-1,0-1 0,-2 0 0,0 0 0,-2 0 0,0-1 1,-19 28-1,-12 11-755,-64 75 0,22-39-6084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0:44.3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3129 965 24575,'-10'-8'0,"1"0"0,-1 1 0,0 0 0,-12-6 0,-12-8 0,-354-226 0,291 194 0,-2 4 0,-124-43 0,95 51 0,-1 5 0,-141-20 0,177 42 0,-1 5 0,-1 4 0,-161 11 0,243-5 0,-1 0 0,1 1 0,0 0 0,0 1 0,0 0 0,0 1 0,1 1 0,0 0 0,0 1 0,0 0 0,0 0 0,1 2 0,0-1 0,-18 17 0,-60 68 0,5 4 0,-134 195 0,138-170-100,6 4 1,6 4-1,5 2 0,5 2 0,-62 225 0,89-241 106,6 2-1,5 0 1,5 2-1,6 0 1,5 0-1,5 0 0,18 135 1,-8-184-6,3-1 0,3 0 0,2-1 0,4-1 0,55 113 0,-50-129 0,2-2 0,2-2 0,2-1 0,2-1 0,3-2 0,1-2 0,68 57 0,-52-56 0,2-2 0,2-3 0,1-3 0,129 55 0,-108-60 0,1-4 0,2-3 0,145 21 0,-120-33 0,1-5 0,0-4 0,0-6 0,0-4 0,0-5 0,211-51 0,-230 37 0,-1-4 0,-1-4 0,-2-4 0,-2-4 0,-1-3 0,143-104 0,-159 95 0,-1-4 0,-4-2 0,-2-3 0,-3-2 0,-2-3 0,-4-3 0,71-123 0,-71 93 0,-4-3 0,-5-2 0,-4-2 0,-5-2 0,-5-1 0,-4-1 0,-6-1 0,-5-1 0,2-179 0,-19 189 0,-4-1 0,-5 1 0,-5 1 0,-38-136 0,28 152 0,-4 2 0,-3 2 0,-5 1 0,-2 2 0,-70-102 0,69 124 0,-2 2 0,-3 2 0,-2 2 0,-3 2 0,-1 2 0,-3 3 0,-2 2 0,-1 3 0,-2 2 0,-1 3 0,-3 2 0,0 4 0,-2 2 0,0 3 0,-2 3 0,-74-12 0,-83 0-8,181 31 33,1 1 0,0 2 0,-53 8 1,87-8 29,0 1 1,1 0 0,-1 1 0,1 0 0,0 0 0,0 1 0,0 0 0,-12 8 0,17-10-58,1 0 0,-1 0 1,0 0-1,1 1 0,0-1 1,-1 1-1,1-1 1,0 1-1,0 0 0,0 0 1,1 0-1,-1 0 1,1 0-1,0 0 0,0 0 1,0 0-1,0 1 1,0-1-1,1 0 0,-1 1 1,1-1-1,0 1 0,0-1 1,1 5-1,-2-7 7,1-1 1,0 1-1,0 0 0,1 0 0,-1-1 0,0 1 0,0 0 0,0-1 0,0 1 1,1 0-1,-1-1 0,0 1 0,0 0 0,1-1 0,-1 1 0,1 0 0,-1-1 1,0 1-1,1-1 0,-1 1 0,1-1 0,1 1 0,7-12-1488,-3-1-5343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0:45.9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24575,'51'831'0,"-45"-761"0,-4-48 0,-1-3 0,1-1 0,7 31 0,-9-49 0,1 0 0,-1 1 0,0-1 0,0 0 0,0 1 0,0-1 0,1 0 0,-1 1 0,0-1 0,0 0 0,0 1 0,1-1 0,-1 0 0,0 0 0,1 1 0,-1-1 0,0 0 0,0 0 0,1 1 0,-1-1 0,0 0 0,1 0 0,-1 0 0,1 0 0,-1 0 0,0 0 0,1 1 0,-1-1 0,0 0 0,1 0 0,-1 0 0,1 0 0,-1 0 0,0-1 0,1 1 0,0 0 0,17-9 0,13-17 0,-23 18 0,0 0 0,0-1 0,-1 0 0,0 0 0,-1-1 0,0 0 0,0 0 0,4-13 0,5 72 0,7 60 0,10 41 0,-31-145 0,1 0 0,-1-1 0,1 1 0,0-1 0,0 0 0,0 0 0,1 0 0,-1 0 0,1 0 0,4 5 0,-5-8 0,-1 0 0,1 0 0,0 0 0,0 0 0,0 0 0,0 0 0,0 0 0,0-1 0,0 1 0,0-1 0,0 1 0,0-1 0,0 0 0,0 0 0,0 0 0,0 0 0,0 0 0,0 0 0,0-1 0,0 1 0,1-1 0,-1 1 0,-1-1 0,1 0 0,0 0 0,3-2 0,13-8 0,0-1 0,-1 0 0,0-1 0,-1-1 0,-1-1 0,0 0 0,13-19 0,30-39 0,-3-2 0,-4-2 0,-3-3 0,-3-1 0,-5-3 0,-2-1 0,-5-2 0,37-147 0,-69 230 0,6-25 0,-1 1 0,4-57 0,-10 84-60,-1-10 247,1 11-215,0 0 0,0 0 1,0 0-1,0 0 1,0 0-1,0-1 0,0 1 1,0 0-1,0 0 0,0 0 1,0 0-1,0 0 1,0 0-1,0-1 0,0 1 1,0 0-1,0 0 0,-1 0 1,1 0-1,0 0 1,0 0-1,0 0 0,0 0 1,0 0-1,0-1 0,0 1 1,-1 0-1,1 0 1,0 0-1,0 0 0,0 0 1,0 0-1,0 0 0,0 0 1,-1 0-1,1 0 1,0 0-1,0 0 0,0 0 1,0 0-1,0 0 0,-1 0 1,1 0-1,0 0 1,0 0-1,0 0 0,0 0 1,0 0-1,0 1 0,-1-1 1,1 0-1,0 0 1,0 0-1,-6 6-6798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4:00.2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331 0 24575,'-4'16'0,"-91"302"0,-34 127 0,39 8 0,84-409 0,2 0 0,2 1 0,2-1 0,2 1 0,9 59 0,-7-87 0,0-1 0,1 1 0,1-1 0,1 0 0,0 0 0,1 0 0,11 15 0,-12-20 0,1-1 0,1 0 0,0-1 0,0 0 0,1 0 0,0-1 0,1 0 0,-1 0 0,2-2 0,17 9 0,-8-6 10,0-2 0,1 0 0,0-2 0,0 0 0,0-2 0,1 0 0,0-2 0,-1 0 0,1-2 0,0 0 0,27-6 0,-8-1-307,0-1 0,-1-3 0,0-1 0,76-37 0,-19-2-6529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4:00.5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0 161 24575,'0'0'0,"0"0"0,0 0 0,0 0 0,2-1 0,4-1 0,18-6 0,28-7 0,32-5 0,28-5 0,21-4 0,17-3 0,-18 3-8191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4:00.9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15 24575,'16'-8'0,"-2"6"0,1 0 0,1 0 0,-1 2 0,0 0 0,0 0 0,0 1 0,0 1 0,0 1 0,0 0 0,0 1 0,-1 1 0,0 0 0,0 1 0,0 0 0,18 11 0,-29-14 0,0 0 0,0-1 0,0 1 0,0 0 0,-1 0 0,1 0 0,-1 1 0,1-1 0,-1 1 0,0-1 0,-1 1 0,1 0 0,-1 0 0,1-1 0,0 7 0,-1-3 0,-1-1 0,1 1 0,-1 0 0,-1-1 0,1 1 0,-1-1 0,0 1 0,-4 10 0,-3 5 0,0-2 0,-2 1 0,0-1 0,-20 26 0,-88 107 0,61-85 0,53-63 0,0 0 0,0 0 0,0 1 0,1 0 0,0-1 0,0 1 0,-2 7 0,4-10 0,1 0 0,-1 0 0,1 0 0,0 0 0,-1 0 0,2 0 0,-1 0 0,0 0 0,0 0 0,1 0 0,0 0 0,0 0 0,0 0 0,0 0 0,0-1 0,0 1 0,4 4 0,2 3 0,0 0 0,1-1 0,0 0 0,0 0 0,1-1 0,14 11 0,66 38 0,-66-44 0,323 177 0,-332-182 0,0 0 0,0 1 0,-2 1 0,22 19 0,-32-27 0,0 1 0,0-1 0,1 1 0,-1 0 0,-1 0 0,1-1 0,0 1 0,-1 0 0,1 0 0,-1 1 0,0-1 0,0 0 0,0 0 0,-1 1 0,1-1 0,-1 0 0,0 1 0,0-1 0,0 0 0,0 1 0,0-1 0,-1 0 0,1 1 0,-1-1 0,0 0 0,0 0 0,-1 0 0,1 1 0,-2 2 0,-5 5-136,-1-1-1,0 0 1,0 0-1,-1-1 1,0 0-1,0 0 1,-1-1-1,-1-1 0,-20 11 1,-54 28-6690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4:01.5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1999 305 24575,'-52'-32'0,"27"15"0,0 2 0,-2 0 0,0 1 0,0 2 0,-1 1 0,-46-12 0,43 18 0,-1 2 0,0 0 0,0 3 0,0 0 0,0 2 0,1 2 0,-1 1 0,1 1 0,0 1 0,-46 18 0,18-1 0,0 2 0,2 3 0,1 2 0,-67 49 0,45-20-63,3 2-1,2 4 1,3 3-1,4 3 1,-97 134-1,100-112-12,4 2 0,4 3-1,5 2 1,-63 180 0,88-203 76,4 2 0,3 0 0,3 1 0,4 1 0,-1 135 0,14-158 0,2 0 0,2 0 0,3 0 0,3-1 0,2 0 0,3-1 0,2-1 0,41 84 0,-31-87-26,1-2 1,3-1-1,2-1 0,2-3 1,2 0-1,2-3 0,73 61 1,-58-61-40,2-3 1,1-2-1,2-3 1,1-2 0,2-3-1,67 21 1,-45-24 4,1-4 1,2-4-1,-1-3 0,2-5 1,0-3-1,0-4 0,0-5 1,1-3-1,-2-4 0,146-32 1,-128 12 59,-2-5 0,-1-4 0,-2-5 0,-2-4 0,-2-4 0,164-114 0,-162 90 0,-3-4 0,-4-4 0,-3-4 0,-5-4 0,135-182 0,-178 210 0,-2-2 0,-3-2 0,-3-1 0,-3-2 0,-2-1 0,33-132 0,-49 143 0,-3 0 0,-3 0 0,-2-1 0,-2 0 0,-4 0 0,-2 0 0,-2 1 0,-3 0 0,-17-61 0,9 62 0,-3 2 0,-2 0 0,-3 2 0,-2 0 0,-2 2 0,-3 1 0,-1 1 0,-3 2 0,-2 2 0,-53-53 0,31 44 0,-1 3 0,-3 2 0,-1 3 0,-3 3 0,-2 3 0,-1 3 0,-87-34 0,25 24-255,-3 6 0,-1 6 0,-168-23 0,-28 16-4748,327 42 4908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4:02.4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191 0 24575,'-3'10'0,"0"-1"0,0 1 0,1-1 0,-1 19 0,-1 2 0,-129 691 0,122-663 0,7-37 0,-5 18 0,3 0 0,1 0 0,1 50 0,4-80 0,0 1 0,1-1 0,0 0 0,0 0 0,1 0 0,0 0 0,1 0 0,0 0 0,0-1 0,1 1 0,0-1 0,1 0 0,0 0 0,0 0 0,0-1 0,1 0 0,0 0 0,1 0 0,12 10 0,-5-10 0,-1 1 0,1-2 0,0 0 0,0 0 0,1-2 0,0 1 0,0-2 0,0 0 0,0-1 0,0-1 0,1 0 0,20-2 0,8-1 0,-1-3 0,1-2 0,47-14 0,-40 7-341,0-3 0,-1-3-1,64-34 1,-6-8-6485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4:02.8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0 852 24575,'0'0'0,"13"-7"0,55-30 0,487-282 0,-447 249 0,-4-5 0,187-173 0,-268 223 0,-15 15 0,1 1 0,1 0 0,-1 1 0,17-12 0,-23 18 0,1 0 0,0 0 0,-1 1 0,1-1 0,0 1 0,0 0 0,0 0 0,0 0 0,0 1 0,0-1 0,0 1 0,0 0 0,0 0 0,0 0 0,0 1 0,0-1 0,0 1 0,6 2 0,2 2 0,-1 0 0,0 1 0,0 0 0,0 1 0,-1 0 0,0 0 0,0 1 0,-1 1 0,0-1 0,0 1 0,-1 1 0,0 0 0,-1 0 0,0 1 0,7 13 0,-1 2 0,-1 1 0,-1 0 0,-1 0 0,-2 1 0,8 43 0,-9-18 0,-2 1 0,-3-1 0,-2 1 0,-3-1 0,-2 1 0,-2-1 0,-2-1 0,-3 1 0,-22 59 0,34-111 0,-1 0 0,1 0 0,-1 0 0,1 0 0,-1 0 0,1 0 0,0 0 0,0 0 0,-1 0 0,1 1 0,0-1 0,0 0 0,0 0 0,0 0 0,0 0 0,0 0 0,1 0 0,-1 0 0,0 0 0,1 0 0,-1 0 0,0 0 0,1 0 0,-1 0 0,1 0 0,-1 0 0,1 0 0,0 0 0,-1 0 0,1 0 0,0-1 0,0 1 0,0 0 0,0-1 0,-1 1 0,1 0 0,0-1 0,0 1 0,0-1 0,0 1 0,0-1 0,0 0 0,0 1 0,0-1 0,1 0 0,-1 0 0,0 0 0,0 0 0,0 0 0,0 0 0,0 0 0,0 0 0,2-1 0,9 0 0,0-1 0,-1 0 0,0-1 0,13-4 0,14-8-341,0-2 0,0-1-1,48-34 1,25-20-6485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4:03.3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3077 59 24575,'-219'-10'0,"19"1"0,30 10-104,0 7 1,1 8-1,0 7 0,-310 84 0,356-67-15,2 4 0,-181 95 0,213-89 78,3 3 1,1 4-1,-132 118 1,168-128 20,1 1 0,2 3 0,3 2 0,2 1 0,2 2 0,3 2 0,3 2 0,-28 66 0,44-84 7,3 0 0,1 1 0,2 0 1,1 1-1,3 0 0,2 0 0,2 0 0,1 1 0,3 0 1,1-1-1,2 1 0,3-1 0,15 55 0,-8-52 13,3-2 0,1-1 0,3 0 0,1-1 0,2-1 0,2-1 0,2-2 0,1-1 0,2-1 0,2-1 0,50 43 0,-39-43 0,1-2 0,1-2 0,2-2 0,2-2 0,0-2 0,1-3 0,2-1 0,0-3 0,83 18 0,-53-23-142,0-3-1,1-3 0,0-4 1,0-4-1,105-14 1,-54-5-388,-1-5 0,195-63 1,-201 45 306,-2-6-1,-2-6 1,-3-5 0,-2-5 0,-3-5-1,109-86 1,-147 92 75,-3-3-1,-2-4 1,86-105 0,-109 109 101,-2-2-1,-3-1 1,-3-3 0,49-114-1,-68 128 158,-2 0 0,-3-1 0,-3-1 0,-2-1 0,-3 0-1,-2 0 1,-1-110 0,-9 133 14,-2 0 0,-1 0 1,-2 1-1,-1 0 0,-25-64 0,22 73-44,-2 1-1,-1 0 0,-2 1 1,0 1-1,-2 0 1,0 1-1,-42-41 1,29 38 89,-1 3-1,0 0 1,-2 2 0,-1 1 0,0 2 0,-2 2 0,0 1 0,-1 2 0,-41-10 0,-40-5-6074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4:08.56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24575,'0'0'0,"0"0"0,0 0 0,0 0 0,0 1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4:10.61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1549 0 24575,'0'0'0,"0"0"0,11 27 0,253 655 0,-243-605 0,20 130 0,-9 83 0,-27-205 0,-10 142 0,-28 84 0,25-251 0,-2 1 0,-2-2 0,-4 1 0,-24 61 0,31-99 0,0-1 0,-2-1 0,0 0 0,-1 0 0,-1-1 0,-1 0 0,-1-2 0,0 1 0,-1-2 0,-1 0 0,-1-1 0,0-1 0,-1 0 0,-21 11 0,-5-4 0,-2-1 0,0-2 0,0-2 0,-96 18 0,-207 10 0,228-33 0,26-1 0,-248 36 0,343-46 0,1 0 0,-1 1 0,1-1 0,-1 0 0,0 0 0,0 0 0,1 1 0,-1-1 0,0 0 0,1 0 0,-1 0 0,0 0 0,1 0 0,-1 0 0,0 0 0,0-1 0,1 1 0,-1 0 0,0 0 0,1 0 0,-1-1 0,1 1 0,-1 0 0,0-1 0,1 1 0,-1 0 0,1-1 0,-1 1 0,1-1 0,-1 1 0,1-1 0,-1 1 0,1-1 0,-1 0 0,3-28 0,-1 27 0,3-17 0,0 1 0,2-1 0,0 1 0,1 0 0,10-16 0,-20 36 0,1 1 0,-1 0 0,1-1 0,-1 0 0,0 0 0,0 1 0,0-2 0,0 1 0,-3 2 0,-11 6 0,-24 19 0,-199 158 0,238-185 0,1-1 0,-1 1 0,1 0 0,0 0 0,-1 0 0,1 0 0,0 0 0,0 0 0,0 0 0,0 1 0,1-1 0,-1 0 0,1 1 0,-1-1 0,1 0 0,0 1 0,0-1 0,0 0 0,0 1 0,0-1 0,0 0 0,1 1 0,-1-1 0,1 0 0,-1 1 0,1-1 0,0 0 0,0 0 0,0 0 0,0 0 0,3 4 0,4 4 0,-1 1 0,1-1 0,1-1 0,15 14 0,-2-4 17,1-1 0,1-1 1,1-1-1,0-1 0,1-1 0,38 14 0,-12-10-512,1-1 0,77 13 0,-44-16-6331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4:11.99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3414 269 24575,'-3'0'0,"0"1"0,0-1 0,0 1 0,1 0 0,-1 0 0,0 0 0,0 1 0,-4 2 0,-8 4 0,-136 57 0,-320 128 0,356-153 0,-2-5 0,-142 24 0,-608 28 0,666-74 0,69-2 0,-15 2 0,-209-9 0,337-5 0,1-1 0,0 0 0,-1-2 0,1 0 0,-17-6 0,30 8 0,0 0 0,1 0 0,-1 0 0,1-1 0,0 1 0,0-1 0,0 0 0,0 0 0,0-1 0,1 1 0,-1-1 0,1 0 0,0 0 0,0 0 0,0 0 0,1 0 0,-1-1 0,1 1 0,0-1 0,1 0 0,-1 1 0,1-1 0,-2-7 0,2-2 0,1 0 0,0-1 0,1 1 0,0-1 0,1 1 0,1 0 0,0 0 0,1 0 0,10-23 0,5-8 0,39-63 0,-27 55 0,3 2 0,41-47 0,-54 73 0,1 2 0,1 0 0,1 2 0,1 1 0,45-30 0,-49 41 0,-20 9 0,-1 0 0,0 0 0,0-1 0,1 1 0,-1 0 0,0 0 0,0 0 0,1 0 0,-1 0 0,0 0 0,0 0 0,1 0 0,-1 0 0,0 0 0,0 0 0,1 0 0,-1 0 0,0 0 0,0 0 0,1 1 0,-1-1 0,0 0 0,0 0 0,0 0 0,1 0 0,-1 0 0,0 1 0,0-1 0,0 0 0,1 0 0,-1 0 0,0 0 0,0 1 0,0-1 0,1 1 0,-2 2 0,1 0 0,-1 0 0,0 0 0,1-1 0,-1 1 0,0 0 0,-1 0 0,1 0 0,0-1 0,-4 5 0,-18 32 0,-3-2 0,-1 0 0,-49 51 0,-108 89 0,171-164 0,-176 150 0,-34 31 0,220-191 0,0-1 0,1 1 0,-1 0 0,1 0 0,0 0 0,-1 0 0,1 0 0,1 0 0,-1 1 0,0-1 0,1 1 0,0-1 0,0 1 0,0 0 0,0-1 0,0 1 0,1 0 0,0 6 0,0-5 0,1 0 0,1 0 0,-1 0 0,1 0 0,0 0 0,0 0 0,0-1 0,0 1 0,1-1 0,0 0 0,0 1 0,0-1 0,6 5 0,9 9 0,1-1 0,1-1 0,0-1 0,1 0 0,1-2 0,0 0 0,25 9 0,12 3 0,101 27 0,284 34-1365,-375-77-5461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4:19.36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3771 371 24575,'-23'-10'0,"14"5"0,-329-116 0,-13 28 0,238 64 0,-335-63 0,364 81 0,-1 4 0,1 4 0,-121 11 0,107 5 0,1 4 0,0 4 0,2 5 0,1 4 0,-102 46 0,70-17 0,3 5 0,3 6 0,-119 90 0,164-103 0,2 3 0,-117 126 0,145-134 0,2 2 0,3 2 0,3 1 0,-50 102 0,58-91 0,2 1 0,4 1 0,2 1 0,4 1 0,3 1 0,3 0 0,3 0 0,4 1 0,3 0 0,2 0 0,5 0 0,2-1 0,4 1 0,2-2 0,4 0 0,46 117 0,-29-107 0,3-1 0,4-2 0,3-2 0,3-2 0,4-2 0,3-3 0,2-1 0,127 113 0,-111-121 0,2-3 0,3-4 0,2-3 0,2-3 0,3-4 0,1-4 0,2-4 0,115 32 0,-106-43-93,0-5 1,2-4-1,0-5 0,0-3 0,189-12 0,-175-6 76,-1-6-1,0-5 1,-1-4-1,209-78 1,-213 58 34,-1-5 1,-3-4-1,-2-5 0,166-127 1,-186 119-24,-3-3 0,-3-4 0,-3-3 0,-4-3 1,85-130-1,-113 147 6,-3-3 0,-3 0 0,-3-3 0,-3 0 0,35-134 0,-50 145 0,-3 0 0,-3-1 0,-2 0 0,-3 0 0,-2 0 0,-3 0 0,-19-110 0,7 104 93,-2 2-1,-3 0 1,-3 1 0,-3 1 0,-62-109 0,45 103-76,-3 2 1,-2 2-1,-4 2 1,-87-81-1,57 71-23,-2 5-1,-3 3 1,-3 4-1,-2 5 1,-3 3-1,-1 4 1,-178-58-1,202 82-14,-1 3 0,-1 3 1,0 4-1,-2 3 0,1 3 0,-1 4 0,1 2 0,-1 4 0,-111 19 0,-83 42-1971,14 13-3998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4:24.02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4775 618 24575,'-4'-2'0,"1"0"0,-1 0 0,0 0 0,1-1 0,-1 1 0,1-1 0,-6-6 0,-8-5 0,-86-56 0,-3 4 0,-2 5 0,-4 5 0,-1 5 0,-212-64 0,182 78 0,-1 5 0,-2 7 0,-1 7 0,-230-1 0,228 22 0,0 7 0,-188 35 0,237-24 0,0 4 0,2 4 0,2 5 0,-114 55 0,175-71 0,1 2 0,1 1 0,0 1 0,2 2 0,-52 49 0,62-49 0,0 0 0,1 2 0,2 0 0,0 1 0,2 0 0,1 2 0,-17 46 0,14-21 0,2 1 0,3 1 0,2 1 0,3-1 0,3 1 0,1 1 0,4-1 0,1 0 0,4 0 0,15 80 0,-4-65 0,2-1 0,4 0 0,2-2 0,4-1 0,3-1 0,2-2 0,71 104 0,-54-103 5,2-2 0,4-2-1,2-3 1,2-2-1,3-4 1,3-1 0,1-4-1,3-3 1,1-3 0,116 50-1,-78-48-94,2-6-1,2-3 1,1-6-1,1-5 0,1-5 1,216 7-1,-167-25 59,1-7 1,-1-8-1,322-70 0,-349 49 34,-2-7 0,-1-5 0,-3-7 1,242-135-1,-296 140-21,143-118 1,-171 123 16,-3-2 0,-1-3 0,63-87-1,-85 101 30,-1-1 0,-3-2-1,0 0 1,-3-1 0,-1 0 0,16-62-1,-24 67 35,-2 1 1,-2-1-1,-1 0 0,-1 0 0,-2-1 0,-2 1 0,-1 0 1,-14-65-1,6 58-60,-1 1 0,-3 0 0,-1 1 0,-1 1 0,-3 1 0,-28-42 0,14 31-1,-2 2 0,-2 2 1,-85-78-1,44 58 0,-2 5 0,-2 2 0,-3 5-1,-180-81 1,102 67-106,-2 8 0,-3 7 1,-2 7-1,-2 8 0,-182-14 0,121 32 103,0 10 0,-1 10-1,-301 42 1,64 42 39,343-53-80,-206 83-1,252-79 70,1 3-1,2 4 1,-95 69 0,120-72 75,3 2 1,2 2-1,1 3 1,3 1-1,-43 61 0,59-67-100,3 0 0,1 2 0,2 1 0,2 1 0,3 1 0,1 1 0,3 0 0,1 1 0,3 1 0,3 0 0,1 0 0,3 1 0,1-1 0,4 1 0,1 0 0,3-1 0,2 1 0,2-1 0,2-1 0,3 0 0,1-1 0,3 0 0,2-1 0,47 81 0,-37-83 0,1-2 0,3-1 0,1-2 0,77 70 0,-56-64 0,2-3 0,1-3 0,78 40 0,-27-26 0,4-6 0,1-4 0,2-6 0,137 28 0,-67-29-225,2-9 1,1-8-1,269-5 0,-206-25 240,0-11-1,267-58 0,165-97-14,-543 125 0,-1-6 0,218-122 0,-287 136 0,-3-3 0,-1-3 0,98-90 0,-141 113 0,0 0 0,-1-2 0,-2-1 0,-1 0 0,-1-2 0,-2 0 0,-1-1 0,-1-1 0,-2 0 0,20-68 0,-28 71 61,-2 0-1,0-1 0,-3 0 0,0 0 1,-2 0-1,-1 1 0,-2-1 0,0 1 1,-2-1-1,-2 1 0,0 1 1,-2 0-1,-21-43 0,4 19-58,-2 1 0,-3 1 0,-2 1 0,-2 2 0,-81-81 0,40 56-83,-4 4 1,-3 3-1,-2 4 0,-3 4 0,-2 3 0,-3 5 1,-107-40-1,30 26-193,-2 7 0,-3 8 0,-233-33 0,143 47-145,-1 10 0,-509 23 0,485 25 104,1 13 1,-426 109 0,494-82 78,2 10 0,-373 181 0,316-108-3305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5:08.04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 1 24575,'-11'35'0,"10"-32"0,0 1 0,0 0 0,0 0 0,0 0 0,1-1 0,-1 1 0,1 0 0,0 0 0,1 0 0,-1 0 0,0 0 0,1 0 0,0-1 0,0 1 0,0 0 0,3 5 0,-4-9 0,0 0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5:12.0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 1 24575,'0'5'0,"0"1"0,-1 0 0,0-1 0,-1 1 0,-2 6 0,4-12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5:10.70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61 0 24575,'-2'1'0,"1"0"0,0 0 0,0 0 0,0 0 0,0 1 0,0-1 0,0 0 0,1 0 0,-1 0 0,0 1 0,1-1 0,-1 0 0,1 1 0,-1-1 0,0 2 0,-11 34 0,9-27 0,-3 12 0,-5 11 0,6-24 0,0-10 0,5 0 0,-1 1 0,1-1 0,-1 1 0,1-1 0,0 1 0,-1-1 0,1 1 0,0-1 0,-1 1 0,1-1 0,0 0 0,0 1 0,0-1 0,0 1 0,-1-1 0,1 0 0,0 1 0,0-1 0,0 1 0,0-1 0,0 0 0,1 1 0,-1-1 0,0 0 0,0 1 0,0-1 0,0 1 0,1-1 0,-1 1 0,0-1 0,1 1 0,-1-1 0,0 0 0,1 1 0,-1 0 0,0-1 0,1 1 0,-1-1 0,1 1 0,-1-1 0,1 1 0,-1 0 0,1 0 0,0-1 0,-1 1 0,1 0 0,0-1 0,8-5 0,3 32 0,-13-15-94,2 2 307,-1-13-260,0 0 1,1 1 0,-1-1-1,1 0 1,-1 0 0,0 0-1,1 0 1,-1 0-1,1 0 1,-1 0 0,0 0-1,1 0 1,-1-1 0,1 1-1,-1 0 1,0 0 0,1 0-1,-1 0 1,0-1-1,1 1 1,-1 0 0,0 0-1,1 0 1,-1-1 0,0 1-1,1 0 1,-1-1-1,0 1 1,0 0 0,1-1-1,-1 0 1,6-4-6780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5:12.67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24575,'0'0'-1365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5:13.55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 0 24575,'0'0'0,"0"0"0,0 0 0,0 0 0,0 0 0,0 0 0,0 0 0,0 0 0,0 0 0,0 0 0,0 0 0,-8 0-1365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5:15.79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1 191 24575,'14'-6'0,"821"-6"0,-5-49 0,-227-22 0,-586 83 0,-16 0 0,-1 0 0,1 0 0,0 0 0,0 1 0,0-1 0,-1 0 0,1 0 0,0 0 0,0 0 0,0-1 0,0 1 0,-1 0 0,1 0 0,0 0 0,0-1 0,-1 1 0,1 0 0,0-1 0,0 1 0,0-1 0,-9-16-1365,4 8-5461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5:16.86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0 277 24494,'3049'-276'0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5:19.4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84 0 24575,'-5'1'0,"-1"-1"0,1 1 0,0 0 0,-1 1 0,1-1 0,0 1 0,0 0 0,-8 5 0,6-4 0,-4 22 0,0-13 0,11-12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5:20.0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24575,'0'0'0,"0"0"0,0 0 0,0 0 0,0 0 0,0 0 0,0 0 0,0 0 0,0 0 0,0 0 0,0 0 0,0 0 0,0 0 0,0 0 0,0 0 0,0 0 0,0 0 0,0 0 0,0 0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5:23.09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 8 24575,'0'0'0,"-1"-1"0,0 0 0,0-1 0,-4-2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5:36.03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24575,'0'0'0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5:39.47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 4 24575,'-7'-4'0,"7"4"0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5:41.3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24575,'0'22'-1365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5:40.36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24575,'0'4'-1365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5:43.23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24575,'0'0'0,"0"0"0,2 2 0,-1-1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5:45.41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3 180 24575,'-3'2'0,"10"4"0,13 1 0,0-2 0,1 0 0,0-1 0,0-1 0,1-1 0,25-1 0,-20 1 0,418-3 0,3-26 0,-253 13 0,322-19 0,1026-75 0,-1510 106 0,-27 1 0,-14 2 0,-10-25-1365,13 17-5461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5:46.94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 0 24575,'0'0'0,"-1"0"-1,1 1 0,-1-1 0,1 0 0,-1 1 0,0-1-1,1 0 1,-1 1 0,1-1 0,-1 0 0,1 1 0,0-1-1,-1 1 1,1-1 0,-1 1 0,1-1 0,0 1 0,-1-1 0,1 1-1,0 0 1,0-1 0,-1 1 0,1-1 0,0 1 0,0 1 0,-4 18 139,2-14-527,2-13-697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5:47.83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24575,'0'0'0,"2"10"0,99 347 0,22 89 0,-26 8 0,-97-453 0,0-1 0,0 0 0,0 1 0,0-1 0,0 1 0,0-1 0,0 1 0,0-1 0,0 0 0,1 1 0,-1-1 0,0 1 0,0-1 0,0 0 0,1 1 0,-1-1 0,0 0 0,0 1 0,1-1 0,-1 0 0,0 1 0,1-1 0,-1 0 0,1 0 0,-1 0 0,0 1 0,1-1 0,-1 0 0,1 0 0,-1 0 0,0 0 0,1 0 0,-1 1 0,1-1 0,-1 0 0,0 0 0,1 0 0,-1 0 0,1 0 0,-1 0 0,1-1 0,-1 1 0,0 0 0,1 0 0,-1 0 0,1 0 0,-1 0 0,0-1 0,1 1 0,-1 0 0,1 0 0,-1-1 0,0 1 0,1 0 0,-1-1 0,0 1 0,0 0 0,1-1 0,-1 1 0,0 0 0,1-1 0,25-27 0,-23 24 0,45-57 0,-4-2 0,51-93 0,56-148 0,-12-7 0,-137 304 0,1 1 0,0-1 0,0 1 0,1 0 0,0 0 0,0 1 0,0-1 0,6-5 0,-7 9 0,0 0 0,-1 0 0,1 0 0,0 1 0,0-1 0,0 1 0,0 0 0,0 0 0,0 0 0,0 0 0,1 0 0,-1 1 0,0-1 0,0 1 0,1 0 0,-1 0 0,0 0 0,0 1 0,4 0 0,10 3 0,0 1 0,-1 0 0,1 1 0,-1 1 0,-1 0 0,0 1 0,28 20 0,92 81 0,-128-104 0,78 78 0,11 10 0,-95-92 0,0 0 0,0-1 0,0 1 0,0 0 0,0-1 0,1 1 0,-1 0 0,0-1 0,0 0 0,0 1 0,0-1 0,1 0 0,-1 1 0,0-1 0,0 0 0,0 0 0,1 0 0,-1 0 0,0 0 0,0 0 0,1-1 0,-1 1 0,0 0 0,0 0 0,0-1 0,1 1 0,-1-1 0,0 1 0,0-1 0,0 0 0,0 1 0,0-1 0,0 0 0,0 0 0,0 0 0,-1 0 0,1 0 0,0 0 0,1-1 0,3-6 0,0 1 0,-1 0 0,0-1 0,5-12 0,8-29-273,-2-1 0,-2-1 0,-2 0 0,5-77 0,-13 107-6553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5:48.13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197 0 24575,'-51'841'0,"-61"-9"0,110-818 0,-21 144-1365,15-106-5461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5:48.73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290 0 24575,'2'28'0,"-5"581"0,-55-3 0,58-605 0,-53 371 0,37-289 0,-4 0 0,-42 112 0,58-184 0,2-6 0,1 0 0,-1 0 0,1-1 0,-2 1 0,1-1 0,0 0 0,-1 1 0,0-1 0,1 0 0,-2 0 0,1-1 0,0 1 0,-6 4 0,8-8 0,1 0 0,-1 1 0,1-1 0,-1 0 0,1 0 0,-1 0 0,1 0 0,-1 0 0,1 0 0,-1 0 0,1 0 0,-1 0 0,1 0 0,-1 0 0,0 0 0,1 0 0,-1-1 0,1 1 0,0 0 0,-1 0 0,1 0 0,-1-1 0,1 1 0,-1 0 0,1-1 0,-1 1 0,1 0 0,0-1 0,-1 1 0,1 0 0,0-1 0,-1 0 0,-8-20 0,6 9 0,0-1 0,1 0 0,1 0 0,0-1 0,1 1 0,0 0 0,3-16 0,20-94 0,-1 46 0,2 0 0,4 2 0,3 1 0,4 1 0,2 2 0,4 2 0,79-104 0,-111 161 0,0 0 0,1 1 0,1 0 0,0 1 0,16-12 0,-24 20 0,0-1 0,0 2 0,1-1 0,-1 0 0,1 1 0,0-1 0,-1 1 0,1 0 0,0 0 0,0 1 0,-1-1 0,1 1 0,0 0 0,0 0 0,0 0 0,0 0 0,0 1 0,-1-1 0,1 1 0,0 0 0,0 0 0,-1 1 0,1-1 0,6 5 0,-1-1 0,0 1 0,-1 1 0,0-1 0,0 2 0,-1-1 0,0 1 0,0 0 0,-1 0 0,11 18 0,-3 1 0,0 1 0,11 33 0,-3 5 24,-3 1 0,-4 1 0,-1 0 0,3 81 0,-9-10-767,-11 148 1,-3-172-6084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5:49.74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2 521 24575,'-2'25'0,"3"45"0,3 0 0,2 0 0,19 75 0,63 201 0,-87-340 0,19 65 0,3-2 0,36 77 0,-58-143 0,1 1 0,0-1 0,0 0 0,0 1 0,0-1 0,0 0 0,1 0 0,-1 0 0,1-1 0,4 4 0,-6-5 0,0-1 0,1 1 0,-1-1 0,1 0 0,-1 0 0,1 1 0,-1-1 0,1 0 0,-1 0 0,0 0 0,1-1 0,-1 1 0,1 0 0,-1 0 0,1-1 0,-1 1 0,0-1 0,1 0 0,-1 1 0,0-1 0,1 0 0,-1 1 0,0-1 0,0 0 0,0 0 0,0 0 0,0 0 0,0 0 0,2-3 0,12-12 0,0-2 0,-1 0 0,0-1 0,-2 0 0,13-25 0,44-110 0,-65 144 0,4-8 0,-1-1 0,-1 0 0,0 0 0,-2 0 0,5-36 0,1 68 0,5 14 0,8 25 0,-14-29 0,2-1 0,0 0 0,21 29 0,-32-50 0,1 0 0,0 0 0,0 0 0,0 0 0,0-1 0,0 1 0,0 0 0,0-1 0,0 1 0,0-1 0,0 1 0,1-1 0,-1 1 0,0-1 0,0 0 0,0 1 0,1-1 0,-1 0 0,0 0 0,0 0 0,0 0 0,1 0 0,-1 0 0,0-1 0,0 1 0,1 0 0,-1-1 0,0 1 0,0-1 0,0 1 0,0-1 0,0 1 0,0-1 0,0 0 0,0 1 0,0-1 0,0 0 0,2-1 0,4-5 0,0 0 0,0-1 0,11-13 0,9-19 0,-1-1 0,-2-1 0,32-75 0,37-146 0,-52 128 0,-6-2 0,-6-2 0,15-190 0,-43 320-98,-1 7-7,1-1-1,-1 1 0,0 0 1,1-1-1,-1 1 1,0-1-1,-1 1 0,1-1 1,0 1-1,-1-1 1,0-2-1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5:50.16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1 412 24575,'15'3'0,"20"1"0,-1-2 0,1-2 0,60-6 0,104-29 0,-108 13 0,-2-3 0,0-4 0,-2-4 0,-1-4 0,90-53 0,-168 85 0,0 1 0,-1-1 0,1-1 0,-1 1 0,12-14 0,-18 18 0,0-1 0,0 1 0,0 0 0,0-1 0,0 0 0,0 1 0,0-1 0,-1 0 0,1 1 0,0-1 0,-1 0 0,0 1 0,1-1 0,-1 0 0,0 0 0,0 0 0,0 0 0,0 1 0,0-1 0,0 0 0,-1 0 0,1 1 0,-1-1 0,1 0 0,-1 0 0,1 1 0,-1-1 0,0 0 0,0 1 0,0-1 0,0 1 0,0-1 0,0 1 0,-2-2 0,-1-1 0,0 0 0,0 1 0,0-1 0,0 1 0,-1 0 0,1 0 0,-1 1 0,0-1 0,0 1 0,0 0 0,0 1 0,0-1 0,0 1 0,-1 0 0,1 0 0,0 0 0,-1 1 0,1 0 0,0 0 0,-1 0 0,1 1 0,0 0 0,-1 0 0,1 0 0,0 0 0,0 1 0,0 0 0,0 0 0,0 1 0,0-1 0,1 1 0,-1 0 0,1 0 0,0 1 0,0-1 0,0 1 0,0 0 0,0 0 0,-5 8 0,-1 8 0,0 0 0,1 1 0,2 0 0,0 0 0,1 1 0,-5 34 0,-8 140 0,21 237 88,31 0-814,-24-331-1,-3-24-6099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5:50.80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 1111 24575,'0'0'0,"0"1"0,-1-1 0,1 1 0,0-1 0,-1 1 0,1-1 0,0 1 0,0-1 0,0 1 0,-1-1 0,1 1 0,0-1 0,0 1 0,0-1 0,0 1 0,0-1 0,0 1 0,0 0 0,0-1 0,0 1 0,0-1 0,0 1 0,0-1 0,0 1 0,1-1 0,-1 1 0,0-1 0,0 1 0,1-1 0,-1 1 0,0-1 0,0 1 0,1-1 0,-1 1 0,1-1 0,-1 0 0,0 1 0,1-1 0,-1 0 0,1 1 0,-1-1 0,1 0 0,-1 0 0,1 1 0,-1-1 0,1 0 0,-1 0 0,1 0 0,-1 0 0,1 1 0,0-1 0,31 8 0,-11-8 0,0 0 0,0-2 0,0 0 0,0-2 0,0 0 0,-1-1 0,27-11 0,4-4 0,83-46 0,-76 32 0,-2-3 0,-2-2 0,-2-2 0,-1-2 0,76-85 0,-90 85 0,-1-3 0,-2 0 0,-3-3 0,-1 0 0,-3-2 0,39-103 0,-53 116 0,10-50 0,-21 75 0,0 1 0,0-1 0,-1 1 0,-1-1 0,0 1 0,-1-1 0,0 1 0,-4-15 0,2 19 0,1 8 0,2 17 0,41 249 0,3 21 0,-15 40 0,-15 399 0,-11-705 0,-3-21 0,0 0 0,0 0 0,0 1 0,1-1 0,-1 0 0,0 0 0,0 0 0,0 0 0,1 0 0,-1 0 0,0 0 0,0 1 0,0-1 0,1 0 0,-1 0 0,0 0 0,0 0 0,0 0 0,1 0 0,-1 0 0,0 0 0,0 0 0,0 0 0,1 0 0,-1 0 0,0 0 0,0 0 0,1-1 0,-1 1 0,0 0 0,0 0 0,0 0 0,0 0 0,1 0 0,-1 0 0,0 0 0,0-1 0,0 1 0,0 0 0,1 0 0,-1 0 0,0 0 0,0-1 0,25-36 0,-24 36 0,206-390 0,63-105 0,-254 471 0,1 0 0,2 0 0,0 2 0,1 0 0,1 2 0,40-32 0,-54 48 0,0 0 0,0 1 0,1-1 0,-1 1 0,1 1 0,0 0 0,0 0 0,0 0 0,1 1 0,-1 0 0,0 1 0,1 0 0,-1 0 0,1 1 0,0 0 0,-1 0 0,1 1 0,-1 0 0,1 1 0,-1 0 0,0 0 0,0 1 0,0 0 0,0 0 0,0 1 0,0 0 0,12 9 0,-1 1 0,-1 2 0,0 0 0,-1 2 0,-1-1 0,-1 2 0,0 0 0,-2 1 0,0 0 0,15 34 0,-1 5 0,-2 2 0,21 81 0,-29-76-682,10 84-1,-17-63-6143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5:52.47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2974 524 24575,'-4'-9'0,"0"1"0,-1 1 0,0-1 0,0 1 0,-1-1 0,0 2 0,-9-9 0,4 2 0,-25-23 0,-1 2 0,-2 1 0,-45-29 0,-136-75 0,183 115 0,6 4 0,0 2 0,-1 1 0,0 1 0,-1 2 0,-1 1 0,0 2 0,0 2 0,-1 0 0,0 3 0,0 1 0,0 1 0,0 2 0,-46 5 0,-18 9 0,1 4 0,0 4 0,2 4 0,-123 52 0,29 5 0,-187 113 0,303-155 0,-211 129 0,249-145 0,1 2 0,1 1 0,1 2 0,2 1 0,-39 50 0,49-50 0,1 1 0,2 1 0,2 1 0,0 0 0,3 1 0,1 0 0,1 1 0,-9 63 0,10-27 0,3 0 0,3 1 0,9 111 0,7-66 0,5 0 0,5-1 0,6-1 0,57 155 0,-38-151 0,6-1 0,5-3 0,134 201 0,-132-235 0,3-2 0,3-3 0,4-3 0,113 92 0,-129-123 0,3-2 0,2-3 0,1-2 0,1-3 0,2-2 0,1-3 0,89 25 0,-71-32 0,1-4 0,0-3 0,1-4 0,0-4 0,160-8 0,-170-5 0,0-3 0,-1-3 0,0-4 0,-2-2 0,0-4 0,132-61 0,-97 29 0,-3-5 0,-2-4 0,-3-4 0,-3-5 0,105-104 0,-145 122 0,-2-4 0,-3-1 0,-2-2 0,-4-3 0,-2-1 0,-3-2 0,-3-2 0,-4-1 0,25-77 0,-34 71 0,-3-2 0,-3-1 0,-4 0 0,5-139 0,-18 155 0,-2 0 0,-4 1 0,-2-1 0,-3 1 0,-3 1 0,-33-92 0,21 89 0,-2 1 0,-4 2 0,-2 1 0,-3 2 0,-3 1 0,-1 2 0,-4 2 0,-1 2 0,-3 1 0,-2 4 0,-2 1 0,-2 3 0,-2 2 0,-2 3 0,-87-43 0,104 61 0,-62-19 0,84 33 0,1 2 0,-1 0 0,0 1 0,0 1 0,0 0 0,-22 2 0,-54 11-1365,-7 5-5461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0:59.8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155 1 24575,'0'0'0,"0"0"0,0 0 0,0 1 0,0 6 0,1 15 0,1 29 0,-1 35 0,-5 35 0,-5 28 0,-7 19 0,-5 7 0,-4-2 0,-3-10 0,-2-14 0,5-33-8191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1:00.3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 1053 24575,'-3'-16'0,"0"0"0,0 0 0,2 0 0,0-21 0,0 5 0,0 0 0,0 1 0,3-1 0,0 1 0,2 0 0,1 0 0,2 0 0,1 0 0,1 1 0,2 1 0,1-1 0,1 2 0,1 0 0,2 0 0,1 2 0,0 0 0,2 1 0,2 1 0,43-42 0,-23 31 0,3 2 0,0 2 0,2 2 0,2 1 0,0 3 0,62-23 0,-49 26 0,1 3 0,0 2 0,1 3 0,124-11 0,-163 23 0,-1 1 0,1 1 0,0 1 0,0 1 0,25 7 0,-43-8 0,0 0 0,-1 1 0,1-1 0,-1 1 0,0 1 0,1-1 0,-1 1 0,0 0 0,-1 0 0,1 0 0,0 1 0,-1 0 0,0 0 0,0 0 0,0 0 0,0 1 0,-1-1 0,0 1 0,1 0 0,-2 0 0,1 0 0,-1 0 0,0 1 0,0-1 0,0 1 0,1 8 0,-1-1 0,-2 1 0,1-1 0,-2 1 0,0-1 0,0 1 0,-1-1 0,-5 17 0,-5 9 0,-21 50 0,-16 16-141,-5-2 0,-112 162-1,-167 169-278,70-126 420,258-302 0,-6 6 0,1 1 0,1 0 0,-10 19 0,17-28 0,0 0 0,0 0 0,1 0 0,-1 0 0,1 1 0,0-1 0,0 0 0,1 1 0,-1-1 0,1 0 0,0 1 0,0-1 0,1 1 0,-1-1 0,1 0 0,2 8 0,1-3 50,0 0 0,1 0 0,0 0 0,0 0 1,1-1-1,0 0 0,1 0 0,-1 0 0,12 9 0,11 7 146,38 25 0,-51-38-245,363 214 49,-198-124 0,-177-99 0,15 8 0,-2 1 0,1 0 0,-2 1 0,1 0 0,17 20 0,-32-30 0,0 0 0,0 0 0,0 1 0,0-1 0,-1 1 0,1-1 0,-1 1 0,1 0 0,-1 0 0,0 0 0,-1-1 0,1 1 0,0 0 0,-1 0 0,1 0 0,-1 0 0,0 0 0,0 0 0,0 0 0,-1 5 0,-1-3 0,1-1 0,-1 1 0,0-1 0,-1 0 0,1 0 0,-1 0 0,1 0 0,-1 0 0,0 0 0,-1-1 0,-6 7 0,-7 3 0,-1 0 0,-1-1 0,0-1 0,-33 14 0,-4-2 0,-1-2 0,0-2 0,-2-4 0,0-1 0,0-4 0,-1-2 0,-1-2 0,1-4 0,-1-1 0,1-4 0,-115-19 0,78-6-1365,22-1-5461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1:02.8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490 1359 24575,'2'-17'0,"-2"13"0,1 1 0,-1-1 0,0 1 0,0-1 0,0 1 0,0-1 0,-2-4 0,2 7 0,0 0 0,-1 0 0,1 0 0,-1 1 0,1-1 0,-1 0 0,0 0 0,1 0 0,-1 1 0,0-1 0,1 0 0,-1 1 0,0-1 0,0 1 0,0-1 0,0 1 0,0-1 0,1 1 0,-1-1 0,0 1 0,0 0 0,0 0 0,0-1 0,0 1 0,0 0 0,0 0 0,0 0 0,0 0 0,0 0 0,0 0 0,-2 1 0,-5 0 0,-1 0 0,0 1 0,1 0 0,-1 1 0,1 0 0,-1 0 0,1 1 0,-14 8 0,-1 3 0,-35 29 0,31-19 0,0 1 0,1 1 0,2 2 0,1 0 0,1 2 0,2 0 0,1 2 0,2 0 0,0 1 0,3 0 0,1 1 0,1 1 0,2 0 0,-10 72 0,19-98 0,0 0 0,1 0 0,0 0 0,1 0 0,0 0 0,1 0 0,0 0 0,6 19 0,-7-26 0,0-1 0,1 1 0,-1 0 0,1-1 0,0 1 0,0-1 0,0 0 0,0 1 0,0-1 0,0 0 0,1 0 0,-1 0 0,0-1 0,1 1 0,0 0 0,-1-1 0,1 0 0,0 0 0,0 0 0,0 0 0,0 0 0,0 0 0,0-1 0,0 1 0,0-1 0,0 0 0,0 0 0,0 0 0,0 0 0,0-1 0,0 1 0,5-3 0,8-1 0,0-1 0,0 0 0,-1-1 0,0-1 0,-1-1 0,20-12 0,80-65 0,-111 82 0,253-240 0,-173 158 0,-78 79 0,1 1 0,1-1 0,-1 1 0,1 1 0,-1-1 0,1 1 0,1 0 0,-1 1 0,0-1 0,1 1 0,0 1 0,9-3 0,-5 4 0,0 0 0,-1 1 0,1 0 0,0 0 0,0 1 0,-1 1 0,22 5 0,87 26 0,-58-15 0,1-2 0,1-3 0,80 6 0,-85-18 0,0-3 0,0-3 0,-1-2 0,0-2 0,0-3 0,69-24 0,-57 11 0,-1-3 0,-1-3 0,-1-3 0,93-64 0,-146 89 0,-9 6 0,0 0 0,0-1 0,0 1 0,0-1 0,-1 0 0,0-1 0,7-7 0,-11 19 0,0 0 0,0 0 0,0 0 0,1 0 0,2 11 0,0 4 0,-1 5 0,2 0 0,1 0 0,1-1 0,1 0 0,1 0 0,19 41 0,-22-57 0,1-1 0,0 1 0,0-1 0,1 0 0,0 0 0,1-1 0,0 0 0,0 0 0,1-1 0,0 0 0,0-1 0,0 0 0,1 0 0,0-1 0,0 0 0,1-1 0,-1 0 0,23 5 0,-14-6 0,0-1 0,0-1 0,1 0 0,-1-2 0,0 0 0,1-1 0,-1-1 0,0-1 0,-1-1 0,1 0 0,-1-2 0,0 0 0,24-13 0,-1-2 0,-1-2 0,-2-2 0,0-2 0,53-50 0,-24 10-135,-3-2 0,-3-3 0,-3-3 0,-4-2-1,59-112 1,-50 65 108,-5-3 1,81-264-1,-122 336 27,-3 1 0,-2-2 0,6-75 0,-19 98 0,1 34 0,0-1 0,0 1 0,0 0 0,0 0 0,0-1 0,0 1 0,0 0 0,0 0 0,0-1 0,0 1 0,0 0 0,0 0 0,0-1 0,0 1 0,-1 0 0,1 0 0,0 0 0,0-1 0,0 1 0,0 0 0,0 0 0,-1 0 0,1-1 0,0 1 0,0 0 0,0 0 0,0 0 0,-1 0 0,1 0 0,0-1 0,0 1 0,-1 0 0,1 0 0,0 0 0,0 0 0,0 0 0,-1 0 0,1 0 0,0 0 0,0 0 0,-1 0 0,1 0 0,0 0 0,0 0 0,-1 0 0,1 0 0,0 0 0,0 0 0,-1 0 0,1 0 0,0 0 0,0 0 0,0 1 0,-1-1 0,1 0 0,0 0 0,0 0 0,-1 1 0,-2 2 21,0 0 1,0 1-1,1 0 0,-1 0 0,1 0 0,-4 7 1,-15 37 362,-29 96 0,-1 61-431,46-183 68,-145 918-432,98 18 0,53-957 429,-1 0 0,0 0-1,0 0 1,0-1 0,1 1-1,-1 0 1,0 0 0,-1 0-1,1 0 1,0 0 0,0 0 0,0 0-1,0 0 1,-1 0 0,1 0-1,0 0 1,-1 0 0,1-1-1,-1 1 1,1 0 0,-2 1 0,-3-30 381,3-17-390,3 0 0,1 0 0,13-69 0,42-135-12,-38 177 3,4 2 0,2 0 0,49-93 0,-57 133 0,2 1 0,0 0 0,42-45 0,-44 57 0,0 1 0,0 0 0,2 2 0,0 0 0,0 1 0,31-15 0,-36 22 0,0 0 0,1 1 0,0 0 0,0 1 0,24-3 0,-35 7 0,1-1 0,-1 0 0,0 1 0,1 0 0,-1 0 0,0 0 0,1 1 0,-1 0 0,0 0 0,1 0 0,-1 0 0,0 0 0,0 1 0,0 0 0,0 0 0,0 0 0,0 0 0,-1 1 0,1-1 0,-1 1 0,0 0 0,1 0 0,3 5 0,-5-4 0,0 0 0,-1 0 0,1 0 0,-1 0 0,0 0 0,0 0 0,-1 0 0,1 0 0,-1 0 0,0 1 0,0-1 0,0 0 0,0 0 0,-1 0 0,0 0 0,0 0 0,0 0 0,0 0 0,-1 0 0,1 0 0,-4 5 0,-4 9 0,-1 0 0,-25 32 0,-1-6 0,-1-1 0,-82 70 0,-101 61 0,216-171 0,0 0 0,-1 0 0,1 1 0,0-1 0,0 1 0,1 0 0,-1 0 0,-4 7 0,7-9 0,1-1 0,-1 1 0,0 0 0,1 0 0,-1 0 0,1-1 0,0 1 0,-1 0 0,1 0 0,0 0 0,0 0 0,0 0 0,0 0 0,1 0 0,-1 0 0,0-1 0,1 1 0,-1 0 0,1 0 0,0 0 0,0-1 0,0 1 0,-1 0 0,3 1 0,2 4 0,0-1 0,0 0 0,0 0 0,1 0 0,0-1 0,1 1 0,-1-2 0,1 1 0,0-1 0,0 0 0,12 5 0,2-1 0,-1 0 0,2-2 0,26 4 0,-10-4 0,2-3 0,-1-1 0,0-2 0,0-1 0,0-3 0,0-1 0,-1-1 0,1-3 0,46-16 0,-7-3 0,-2-3 0,-2-3 0,98-61 0,-103 52 0,77-65 0,-144 106 0,1-1 0,0 1 0,0 0 0,0 0 0,0 0 0,0 0 0,1 0 0,-1 1 0,5-2 0,-7 3 0,-1 0 0,1 0 0,-1 0 0,1 0 0,-1 0 0,1 0 0,-1 0 0,1 0 0,-1 0 0,1 1 0,-1-1 0,1 0 0,-1 0 0,1 1 0,-1-1 0,0 0 0,1 0 0,-1 1 0,1-1 0,-1 1 0,0-1 0,1 0 0,-1 1 0,0-1 0,0 1 0,1 0 0,4 25 0,-4 11 0,-2 0 0,-2 0 0,-11 55 0,-35 114 0,37-158 0,-166 546 0,173-586 0,2-17 0,0-24 0,3 27 0,4-425 0,35-1 0,-35 393 0,27-206 0,-21 189 0,2 1 0,25-69 0,-33 112 0,1 0 0,0 1 0,1 0 0,0 0 0,1 0 0,0 1 0,12-13 0,-16 20 0,0-1 0,1 1 0,0 0 0,0 0 0,0 0 0,0 0 0,0 1 0,1 0 0,-1 0 0,1 0 0,-1 0 0,1 1 0,0 0 0,-1 0 0,1 0 0,0 0 0,0 1 0,0 0 0,0 0 0,0 0 0,5 1 0,-1 1 0,0 1 0,0 0 0,0 1 0,0-1 0,-1 2 0,1-1 0,-1 1 0,0 0 0,0 1 0,-1 0 0,0 0 0,0 1 0,0-1 0,-1 2 0,0-1 0,5 9 0,3 4 0,-2 0 0,-1 1 0,0 0 0,-1 1 0,8 30 0,-9-23 0,-2 1 0,-1 0 0,-1 1 0,-2-1 0,-1 1 0,-2 0 0,0 0 0,-10 56 0,10-87 0,0 1 0,0-1 0,-1 0 0,1 1 0,0-1 0,0 1 0,0-1 0,0 1 0,-1-1 0,1 1 0,0-1 0,0 1 0,0-1 0,0 1 0,0-1 0,0 1 0,0-1 0,0 1 0,0-1 0,1 0 0,-1 1 0,0-1 0,0 1 0,0-1 0,1 1 0,-1-1 0,0 1 0,0-1 0,1 0 0,-1 1 0,0-1 0,1 0 0,-1 1 0,0-1 0,1 0 0,-1 1 0,0-1 0,1 0 0,-1 0 0,1 1 0,-1-1 0,1 0 0,-1 0 0,1 0 0,-1 0 0,1 0 0,-1 0 0,1 1 0,28-11 0,-27 9 0,162-86 0,-100 50 0,94-38 0,-137 66 0,1 2 0,0 1 0,0 0 0,1 2 0,-1 0 0,1 1 0,0 2 0,39 2 0,-50 0 0,1 1 0,-1 0 0,1 1 0,-1 0 0,0 1 0,0 1 0,-1 0 0,1 0 0,-1 1 0,0 1 0,-1 0 0,0 0 0,15 13 0,-15-9 0,0 0 0,-1 0 0,0 0 0,-1 1 0,-1 1 0,1-1 0,-2 1 0,0 0 0,-1 1 0,0 0 0,5 22 0,-4-3 0,-2 1 0,-1-1 0,-2 1 0,-1 0 0,-2 0 0,-1 0 0,-1-1 0,-13 48 0,0-22 0,-1 0 0,-4-1 0,-50 95 0,56-122 0,-27 35 0,343-421 0,-221 267 0,376-396 0,-441 474 0,-8 12 0,-9 24 0,1-19 0,-29 124 0,-10 62 0,37-170 0,2 0 0,1 1 0,1-1 0,0 1 0,2-1 0,6 29 0,-6-43 0,0-1 0,1 0 0,0 0 0,0 0 0,0 0 0,1 0 0,1-1 0,-1 0 0,1 0 0,0 0 0,7 7 0,-8-11 0,0 1 0,1-1 0,-1 1 0,1-1 0,-1-1 0,1 1 0,0-1 0,0 1 0,0-1 0,0-1 0,1 1 0,-1-1 0,0 0 0,1 0 0,-1-1 0,1 1 0,-1-1 0,8-1 0,1-1 0,0-1 0,-1-1 0,1 0 0,-1 0 0,0-2 0,0 0 0,0 0 0,-1-1 0,0 0 0,0-1 0,-1-1 0,0 0 0,-1 0 0,16-19 0,-4 4 0,-2-2 0,-1 0 0,-1-1 0,-2-1 0,19-40 0,-16 20 0,-1-1 0,-3 0 0,-1-2 0,-3 1 0,-2-1 0,-3-1 0,-2 0 0,-3-92 0,-2 139 0,1-6 0,-1 1 0,0 0 0,-1-1 0,-5-17 0,47 93 0,-8-3 0,-4 1 0,-2 2 0,-3 0 0,-3 1 0,-3 2 0,-3-1 0,-3 2 0,-2 0 0,-2 106 0,-10-75 0,-3 0 0,-5-1 0,-5 0 0,-4-1 0,-63 186 0,30-154 0,44-111 0,-1-1 0,0 0 0,-2 0 0,-16 19 0,25-33 0,0-1 0,0 0 0,-1 1 0,1-1 0,-1-1 0,1 1 0,-1 0 0,0-1 0,0 0 0,0 0 0,0 0 0,-7 2 0,8-4 0,0 1 0,0-1 0,1 0 0,-1 0 0,0 0 0,1 0 0,-1-1 0,0 1 0,1-1 0,-1 0 0,0 1 0,1-1 0,-1 0 0,1 0 0,-1-1 0,-2-1 0,-2-3 0,0-1 0,0 1 0,0-1 0,1 0 0,1-1 0,-1 0 0,1 0 0,0 0 0,1 0 0,0-1 0,-4-10 0,-5-20 2,0-1 0,3-1 1,1 1-1,2-1 0,-2-47 0,6-8-101,11-112 1,2 89-22,6 1 0,5 1 0,5 0 0,57-157 0,-54 198 79,3 1 1,3 2 0,3 1-1,3 2 1,4 3-1,2 1 1,78-84 0,-89 114 40,1 1 0,1 2 0,3 2 0,82-50 0,-103 70 0,1 0 0,0 2 0,0 0 0,1 1 0,1 1 0,-1 2 0,1 0 0,-1 1 0,2 1 0,-1 1 0,0 1 0,45 5 0,-58-3 40,0 1 0,0 1 1,0 0-1,0 0 1,0 1-1,-1 0 0,18 11 1,-23-13-14,-1 1 0,1-1 1,-1 1-1,0 0 0,0 0 0,0 0 1,0 1-1,-1-1 0,1 1 0,-1-1 1,0 1-1,0 0 0,0 0 1,-1 0-1,1 0 0,-1 0 0,0 0 1,0 0-1,0 1 0,-1-1 0,1 7 1,-2-3-10,0-1 0,0 1 0,-1 0 0,0 0 0,0 0-1,-1-1 1,0 1 0,0-1 0,-1 0 0,-6 11 0,-5 3-22,-1 0 0,-23 23-1,-16 10-50,-2-3 0,-2-2-1,-123 78 1,-213 88-1808,176-112-4244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1:03.2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0 759 24575,'0'0'0,"0"0"0,0 0 0,0-1 0,0 1 0,0 0 0,0 0 0,0 0 0,0-1 0,0 1 0,0 0 0,0 0 0,1 0 0,-1 0 0,0-1 0,0 1 0,0 0 0,0 0 0,0 0 0,0 0 0,0 0 0,0-1 0,0 1 0,1 0 0,-1 0 0,0 0 0,0 0 0,0 0 0,0 0 0,0-1 0,1 1 0,-1 0 0,0 0 0,0 0 0,0 0 0,0 0 0,0 0 0,1 0 0,-1 0 0,0 0 0,0 0 0,0 0 0,1 0 0,-1 0 0,0 0 0,0 0 0,0 0 0,0 0 0,1 0 0,19-4 0,-19 4 0,223-29 0,-221 28 0,219-19 0,75-3-364,68 1-1091,64-2 586,2332-211-4990,-2093 157 6453,1411-145-2234,4 128 3152,-1986 96 217,-40 1-3568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3:59.859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195 0 24575,'-195'1573'0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2:36.437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454 51 24575,'0'0'0,"-1"-1"0,1 1 0,-1 0 0,1-1 0,0 1 0,-1 0 0,1-1 0,0 1 0,-1 0 0,1-1 0,0 1 0,0-1 0,0 1 0,-1 0 0,1-1 0,0 1 0,0-1 0,0 1 0,0-1 0,0 1 0,0-1 0,-1 1 0,1-1 0,0 1 0,0-1 0,1 1 0,-1-1 0,0 1 0,0 0 0,0-1 0,0 0 0,7-17 0,-4 16 0,1-1 0,0 1 0,1 0 0,-1 0 0,0 1 0,1-1 0,-1 1 0,0 0 0,1 0 0,0 0 0,5 1 0,55 0 0,-54 0 0,22 3 0,0 0 0,0 2 0,0 2 0,-1 1 0,0 1 0,-1 2 0,0 1 0,0 1 0,43 28 0,-55-30 0,-1 1 0,0 2 0,-1-1 0,-1 2 0,0 0 0,-1 1 0,-1 1 0,0 0 0,-2 1 0,1 0 0,-2 1 0,-1 0 0,0 1 0,-2 0 0,11 35 0,-13-25 0,-1 1 0,-1 0 0,-2 1 0,-1-1 0,-2 0 0,0 1 0,-3-1 0,-12 55 0,-1-19 0,-4 0 0,-56 121 0,28-90 0,-4-2 0,-4-3 0,-4-2 0,-4-3 0,-4-3 0,-3-3 0,-118 103 0,47-74 0,122-97 0,-1-1 0,-1-1 0,0-1 0,-46 16 0,63-26 0,0 1 0,0 0 0,0-1 0,0 0 0,0-1 0,0 1 0,0-1 0,0 0 0,0-1 0,0 1 0,0-1 0,0-1 0,-6-1 0,8 2 0,1-1 0,-1 0 0,1 0 0,0-1 0,0 1 0,0 0 0,0-1 0,1 0 0,-1 0 0,1 0 0,-1 0 0,1 0 0,0 0 0,0 0 0,1-1 0,-1 1 0,1-1 0,-1 1 0,1-1 0,0 0 0,-1-6 0,0-13 0,1 0 0,1 0 0,1 0 0,0 0 0,2 1 0,1-1 0,11-37 0,8-20 0,3 2 0,71-145 0,-41 118 0,101-140 0,-111 182-682,68-70-1,-49 68-6143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2:37.052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269 81 24575,'-1'10'0,"-32"235"0,-11-2 0,-121 379 0,142-556 0,20-62 0,5-17 0,7-25 0,108-373 0,-116 409 0,13-28 0,-14 29 0,0 1 0,1 0 0,-1-1 0,0 1 0,1 0 0,-1 0 0,0-1 0,1 1 0,-1 0 0,0 0 0,1 0 0,-1-1 0,1 1 0,-1 0 0,0 0 0,1 0 0,-1 0 0,1 0 0,-1 0 0,1 0 0,-1 0 0,0 0 0,1 0 0,-1 0 0,1 0 0,13 14 0,-2 8 0,-1 1 0,-2 0 0,0 0 0,-1 1 0,6 37 0,-6-28 0,50 246 0,-6-26 0,-50-245 0,1 5 0,0-1 0,0 0 0,11 21 0,-13-31 0,-1 0 0,1 0 0,0 0 0,0 0 0,1-1 0,-1 1 0,0 0 0,1-1 0,-1 1 0,0-1 0,1 1 0,0-1 0,-1 0 0,1 0 0,0 0 0,0 0 0,0 0 0,-1 0 0,1 0 0,0 0 0,0-1 0,0 1 0,0-1 0,1 0 0,-1 1 0,0-1 0,0 0 0,0 0 0,0 0 0,3-1 0,0-1 0,1 0 0,-1 0 0,0 0 0,1-1 0,-1 0 0,-1 0 0,1 0 0,0-1 0,-1 0 0,8-7 0,41-53 0,-51 62 0,45-66 0,-2-2 0,-3-2 0,48-116 0,63-249 0,-74 124 0,-63 228 0,8-151 0,-24 195 120,-4 23-321,4 18 175,0 0 0,0 0-1,-1 0 1,1-1 0,0 1 0,0 0 0,0 0-1,0 0 1,0 0 0,0-1 0,-1 1 0,1 0-1,0 0 1,0 0 0,0 0 0,-1 0-1,1-1 1,0 1 0,0 0 0,0 0 0,-1 0-1,1 0 1,0 0 0,0 0 0,0 0 0,-1 0-1,1 0 1,0 0 0,0 0 0,-1 0 0,1 0-1,0 0 1,0 0 0,0 0 0,-1 0 0,1 0-1,0 0 1,0 0 0,0 1 0,-1-1 0,1 0-1,0 0 1,0 0 0,0 0 0,0 0 0,-1 1-1,1-1 1,0 0 0,-12 14-6800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2:37.771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168 1 24575,'-2'0'0,"1"0"0,0 0 0,-1 0 0,1 0 0,-1 1 0,1-1 0,0 0 0,-1 1 0,1-1 0,0 1 0,-1 0 0,1-1 0,0 1 0,0 0 0,0 0 0,0 0 0,0 0 0,0 0 0,-2 1 0,-13 28 0,14-26 0,-14 37 0,1 1 0,3 0 0,-13 73 0,-6 137 0,31-250 0,-16 177 0,9 225 0,44-445 0,137-220 0,12-14 0,-179 264 0,1 1 0,0 1 0,1-1 0,0 1 0,0 1 0,1 0 0,11-8 0,-19 15 0,1-1 0,0 1 0,0 0 0,0-1 0,0 1 0,0 1 0,0-1 0,0 0 0,0 1 0,0-1 0,0 1 0,0 0 0,0 0 0,0 0 0,0 0 0,0 1 0,1-1 0,-1 1 0,0 0 0,0 0 0,-1 0 0,1 0 0,0 1 0,0-1 0,0 1 0,-1-1 0,1 1 0,-1 0 0,0 0 0,1 0 0,-1 1 0,0-1 0,3 5 0,4 5 0,-2 0 0,1 0 0,-2 1 0,1-1 0,-2 1 0,0 1 0,0-1 0,-1 1 0,3 26 0,0 12 0,0 68 0,-19 183 0,-25-1 0,13-123 0,18-95-1365,7-56-5461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2:38.196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528 234 24575,'-4'0'0,"-1"0"0,1 0 0,0 0 0,0 1 0,0 0 0,-1 0 0,-5 2 0,-7 3 0,0 1 0,1 1 0,-1 0 0,2 2 0,-1-1 0,1 2 0,1 0 0,-27 26 0,8-2 0,2 1 0,-33 49 0,33-39 0,2 0 0,2 2 0,-30 75 0,47-99 0,2 0 0,0 2 0,2-1 0,0 0 0,2 1 0,1 0 0,1 0 0,2 0 0,2 37 0,-1-54 0,1-1 0,-1 0 0,1 0 0,1 0 0,-1 0 0,1-1 0,1 1 0,0-1 0,0 1 0,0-1 0,1 0 0,7 9 0,-8-13 0,0 1 0,0-1 0,0 0 0,0 0 0,1 0 0,-1-1 0,1 0 0,-1 0 0,1 0 0,0 0 0,0-1 0,0 1 0,0-1 0,0 0 0,0-1 0,1 0 0,-1 1 0,0-1 0,0-1 0,0 1 0,6-2 0,6-2 0,0-1 0,-1-1 0,1 0 0,-1-1 0,0-1 0,-1 0 0,0-2 0,0 1 0,-1-2 0,0 0 0,-1 0 0,-1-1 0,1-1 0,11-16 0,1-3 0,-1-2 0,-2 0 0,-2-1 0,-1-1 0,16-41 0,-18 33 17,-2-1 0,-3 0 1,-1-1-1,-2 0 0,-2 0 0,2-60 0,-9 78-57,-2 0 0,0 0-1,-2 0 1,-13-51 0,11 61-121,0 0 1,-2 1-1,0-1 1,0 1-1,-2 1 1,0 0-1,-23-28 1,-34-22-6666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2:30.944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0 24575,'15'5'0,"167"28"0,-117-24 0,122 35 0,-150-31 0,-1 1 0,-1 2 0,0 1 0,-1 2 0,-1 2 0,41 33 0,-52-36 0,-1 1 0,-1 2 0,-1 0 0,-1 1 0,0 0 0,-2 2 0,-1 0 0,-1 1 0,16 38 0,-14-17 0,-2 1 0,-1 0 0,-3 1 0,-2 1 0,-2-1 0,-2 1 0,-3 0 0,-4 51 0,-7 12 0,-5-1 0,-41 154 0,17-121 0,-60 146 0,64-205 0,-4-1 0,-95 149 0,129-226 0,-5 8 0,0-1 0,0 0 0,-1-1 0,-1 0 0,-13 12 0,22-23 0,1 0 0,0 0 0,-1-1 0,1 1 0,-1 0 0,0-1 0,1 0 0,-1 0 0,0 0 0,0 0 0,0 0 0,0 0 0,0-1 0,0 1 0,0-1 0,0 0 0,0 0 0,0 0 0,0 0 0,0-1 0,0 1 0,0-1 0,0 0 0,1 0 0,-1 0 0,0 0 0,0 0 0,1 0 0,-1-1 0,0 0 0,1 1 0,0-1 0,-1 0 0,1 0 0,0 0 0,-2-3 0,-3-3 0,1 0 0,1 0 0,-1 0 0,1-1 0,1 0 0,0 0 0,0 0 0,1 0 0,0 0 0,0-1 0,1 0 0,-2-19 0,2 0 0,2-1 0,0 1 0,6-36 0,2 11 0,2-1 0,3 2 0,2 0 0,27-62 0,-11 45 0,3 1 0,66-99 0,-26 65 0,5 3 0,4 4 0,137-124 0,-162 169-1365,-45 42-5461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2:31.806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1283 11 24575,'-8'-2'0,"1"0"0,-1 1 0,0 0 0,0 0 0,-15 1 0,0-1 0,-70-1 0,1 3 0,-134 19 0,176-12 0,1 2 0,0 2 0,1 2 0,1 2 0,0 3 0,-55 29 0,83-37 0,1 1 0,0 0 0,0 2 0,2 0 0,0 0 0,0 2 0,2 0 0,0 1 0,0 0 0,2 1 0,0 0 0,-9 21 0,14-24 0,1 0 0,0 0 0,2 1 0,0 0 0,0 0 0,2 0 0,0 0 0,0 0 0,2 1 0,0-1 0,1 0 0,0 1 0,2-1 0,0 0 0,0 0 0,10 24 0,-4-18 0,1-1 0,1 0 0,1-1 0,1 0 0,1-1 0,0 0 0,2-1 0,0-1 0,1 0 0,0-2 0,37 26 0,-26-23 0,0-1 0,1-1 0,0-2 0,2 0 0,-1-3 0,2 0 0,62 12 0,-76-21 0,37 0 0,-51-2 0,-4 0 0,0 0 0,0 1 0,1-1 0,-1 0 0,0 0 0,0 0 0,0 0 0,0 0 0,0 0 0,0 1 0,1-1 0,-1 0 0,0 0 0,0 0 0,0 0 0,0 1 0,0-1 0,0 0 0,0 0 0,0 0 0,0 0 0,0 1 0,0-1 0,0 0 0,0 0 0,0 0 0,0 1 0,0-1 0,0 0 0,0 0 0,0 0 0,0 0 0,0 1 0,0-1 0,0 0 0,0 0 0,0 0 0,-1 0 0,1 0 0,0 1 0,0-1 0,0 0 0,0 0 0,0 0 0,0 0 0,-1 0 0,1 0 0,0 1 0,0-1 0,0 0 0,0 0 0,-1 0 0,1 0 0,0 0 0,0 0 0,0 0 0,-1 0 0,-14 15 0,-220 169 0,18-14 0,159-120 0,-81 89 0,128-126 0,0 0 0,1 1 0,0 0 0,1 0 0,1 1 0,-11 24 0,17-32 0,0 0 0,0 0 0,0 0 0,1 0 0,0 1 0,1-1 0,-1 0 0,1 0 0,1 1 0,-1-1 0,1 0 0,1 0 0,-1 0 0,1 0 0,0 0 0,1 0 0,5 10 0,-1-5 0,1 0 0,1-1 0,0 0 0,0 0 0,1-1 0,0-1 0,1 1 0,0-2 0,1 1 0,-1-2 0,1 1 0,1-2 0,0 0 0,0 0 0,23 6 0,-1-2 0,1-2 0,0-1 0,0-2 0,71 2 0,-44-9 0,-1-2 0,1-3 0,-1-2 0,-1-3 0,0-3 0,114-44 0,-127 36-1365,-39 17-5461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2:32.580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558 125 24575,'8'-8'0,"1"2"0,1-1 0,0 1 0,-1 0 0,2 1 0,-1 1 0,1-1 0,14-3 0,-6 1 0,25-8 0,0 3 0,1 1 0,65-8 0,-82 16 0,0 1 0,0 2 0,1 1 0,-1 1 0,0 1 0,51 12 0,-72-13 0,1 1 0,-1-1 0,1 1 0,-1 1 0,0-1 0,0 1 0,-1 1 0,1-1 0,-1 1 0,0 0 0,10 11 0,-13-12 0,0 0 0,0 1 0,-1-1 0,1 1 0,-1-1 0,0 1 0,-1 0 0,1 0 0,-1 0 0,0 0 0,0 0 0,0 0 0,-1 0 0,0 0 0,0 0 0,0 1 0,-1-1 0,0 0 0,-1 7 0,-5 12 0,-1-1 0,0 0 0,-2 0 0,-1 0 0,-20 31 0,-80 102 0,86-122 0,-233 288 0,256-320 0,0 1 0,0 0 0,0-1 0,0 1 0,1 0 0,-1 0 0,1 0 0,0 0 0,0 0 0,0 0 0,0 0 0,1 1 0,-1-1 0,1 0 0,0 0 0,0 5 0,1-4 0,0 0 0,0 0 0,1-1 0,-1 1 0,1 0 0,0-1 0,0 1 0,1-1 0,-1 0 0,0 1 0,1-1 0,5 4 0,13 13 0,1-2 0,1 0 0,42 24 0,83 35 0,-107-57 0,-38-19 0,-1 0 0,1 1 0,0-1 0,0 1 0,-1 0 0,1-1 0,-1 1 0,1 0 0,-1 1 0,0-1 0,0 0 0,0 1 0,0-1 0,0 1 0,1 3 0,-2-4 0,-1 0 0,0 0 0,0 1 0,0-1 0,0 0 0,0 1 0,-1-1 0,1 0 0,-1 0 0,1 1 0,-1-1 0,0 0 0,0 0 0,0 0 0,0 0 0,0 0 0,0 0 0,0 0 0,-1 0 0,1 0 0,-1-1 0,-2 3 0,-12 12 0,0 0 0,-1 0 0,-1-2 0,-1 0 0,-32 18 0,2-6 0,-64 24 0,63-31-105,-1-3 0,-1-2 0,0-2 0,0-3 0,-1-2 0,0-2 0,-1-3 0,1-2 0,0-2 0,0-2 0,0-3 0,-92-24 0,51 5-6721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2:32.954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0 561 24575,'10'-11'0,"4"3"0,0 1 0,0 0 0,0 1 0,26-7 0,-37 12 0,81-24 6,2 4-1,91-10 1,187-6-220,359-7-785,92-7-411,95-50 1108,-6-27 241,-859 122 39,19-4-123,265-33-203,-237 35 343,138 6 0,-208 3-10,0 0 0,0 2 1,-1 1-1,1 0 0,26 11 1,-8 4-4595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2:40.534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 44 24575,'0'0'0,"0"0"0,0 0 0,1 0 0,-1 0 0,0 0 0,0-1 0,0 1 0,0 0 0,0 0 0,1 0 0,-1 0 0,0 0 0,0 0 0,0 0 0,0 0 0,0 0 0,0 0 0,0-1 0,0 1 0,1 0 0,-1 0 0,0 0 0,0 0 0,0 0 0,0 0 0,0-1 0,0 1 0,0 0 0,0 0 0,0 0 0,0 0 0,0-1 0,0 1 0,0 0 0,0 0 0,0 0 0,0 0 0,0 0 0,0-1 0,0 1 0,0 0 0,0 0 0,0 0 0,0 0 0,0 0 0,-1 0 0,1-1 0,0 1 0,0 0 0,0 0 0,0 0 0,0 0 0,0 0 0,0 0 0,0 0 0,-1 0 0,1-1 0,0 1 0,0 0 0,0 0 0,0 0 0,0 0 0,0 0 0,-1 0 0,1 0 0,0 0 0,0 0 0,0 0 0,10-8 0,15 1 0,0 0 0,0 2 0,0 1 0,0 1 0,0 1 0,28 2 0,-21-1 0,786 15-576,-709-10-213,-57-2-6037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2:40.800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0 228 24575,'0'0'0,"0"0"0,0 0 0,0 0 0,0 0 0,4 0 0,8 0 0,17-4 0,19-4 0,20-7 0,15-6 0,10-5 0,5-3 0,-2-1 0,-6 1 0,-9 2 0,-11 5 0,-18 6-8191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1:15.245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1 103 24575,'0'0'0,"0"-1"0,0 1 0,0-1 0,0 0 0,0 1 0,0-1 0,0 0 0,0 1 0,0-1 0,1 0 0,-1 1 0,0-1 0,0 1 0,1-1 0,-1 0 0,0 1 0,1-1 0,-1 1 0,0-1 0,1 1 0,-1-1 0,1 1 0,-1-1 0,1 1 0,0-1 0,13-5 0,1 1 0,-1 0 0,1 1 0,0 0 0,0 2 0,0 0 0,16-1 0,1 0 0,431-28 0,-145 14 0,-274 13-1365,-36 2-5461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1:15.750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450 1 24575,'0'0'0,"0"0"0,0 5 0,11 139 0,-2-45 0,-4-1 0,-13 166 0,-6-171 0,-4 0 0,-4-2 0,-66 170 0,-150 244 0,219-470 0,2-4 0,-18 44 0,32-68 0,0 1 0,1 0 0,0 1 0,0-1 0,0 0 0,1 1 0,1-1 0,-1 1 0,1-1 0,3 16 0,-2-18 0,1-1 0,0 1 0,1-1 0,-1 0 0,1 0 0,0 0 0,1 0 0,-1 0 0,1-1 0,0 1 0,0-1 0,0 0 0,0 0 0,1-1 0,0 1 0,0-1 0,0 0 0,0 0 0,0-1 0,8 3 0,8 3 0,-1-1 0,1-2 0,1 0 0,27 2 0,12-2 0,0-2 0,1-4 0,-1-2 0,0-3 0,95-21 0,294-106 0,536-270-1365,-963 393-5461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1:16.044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25 467 24575,'-18'-26'0,"17"25"0,0 0 0,1 1 0,-1-1 0,1 0 0,-1 0 0,1 0 0,-1 0 0,1 1 0,0-1 0,-1 0 0,1 0 0,0 0 0,0 0 0,0 0 0,0 0 0,0 0 0,0 0 0,0 0 0,0 0 0,0 0 0,0 0 0,0 0 0,0 0 0,1 0 0,-1 0 0,1-1 0,1-1 0,1 1 0,-1 0 0,0 0 0,1 0 0,-1 1 0,1-1 0,0 0 0,4-1 0,56-23 0,2 2 0,0 3 0,77-13 0,-66 15 0,37-8-120,234-64 373,-249 61-1002,138-63 0,-174 63-6077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1:16.361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1 316 24575,'0'-2'0,"1"1"0,-1 0 0,1 0 0,0-1 0,-1 1 0,1 0 0,0 0 0,0 0 0,0 0 0,0 0 0,0 0 0,0 0 0,0 0 0,0 1 0,1-1 0,-1 0 0,2 0 0,0-2 0,20-10 0,0 1 0,0 1 0,48-16 0,82-14 0,-129 35 0,765-145-408,-646 128-549,-84 13-5869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1:17.103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392 111 24575,'23'-24'0,"-6"13"0,1 0 0,1 1 0,0 1 0,0 1 0,1 1 0,0 1 0,0 0 0,1 1 0,30-2 0,-8 3 0,2 1 0,-1 3 0,65 8 0,-71-4 0,57 15 0,-84-16 0,-1 0 0,1 1 0,-1 0 0,1 1 0,-2 0 0,1 0 0,0 1 0,-1 1 0,16 13 0,-22-16 0,1 1 0,-1-1 0,0 1 0,-1 0 0,1 0 0,-1 0 0,0 0 0,0 0 0,0 0 0,-1 0 0,0 1 0,0-1 0,0 1 0,-1-1 0,0 1 0,0-1 0,0 1 0,-1-1 0,0 0 0,0 1 0,0-1 0,-3 8 0,-4 11 0,-1 0 0,-1-1 0,-20 33 0,-11 12 0,-82 104 0,-66 51 0,56-70 0,131-151 0,0 0 0,0 1 0,1-1 0,-1 0 0,0 1 0,1-1 0,0 1 0,-1 0 0,1-1 0,0 1 0,0 0 0,0 0 0,1-1 0,-1 1 0,1 0 0,0 0 0,-1 4 0,2-4 0,0-1 0,0 1 0,0 0 0,1-1 0,-1 1 0,1-1 0,-1 0 0,1 1 0,0-1 0,0 0 0,0 0 0,0 0 0,0 0 0,0-1 0,0 1 0,1 0 0,-1-1 0,4 2 0,35 17 0,0-2 0,1-2 0,1-2 0,45 9 0,-34-8 0,5 0 0,11 4 0,69 28 0,-120-40 0,-1 1 0,0 1 0,0 1 0,-1 0 0,-1 2 0,0 0 0,0 0 0,22 25 0,-33-31 0,1 1 0,-1-1 0,-1 1 0,1 1 0,-1-1 0,-1 1 0,1-1 0,-1 1 0,-1 0 0,1 0 0,-1 0 0,-1 1 0,0-1 0,0 0 0,0 1 0,-1-1 0,0 1 0,-1-1 0,0 0 0,0 1 0,-1-1 0,0 0 0,0 0 0,-1 0 0,0 0 0,0 0 0,-6 8 0,-4 6 0,-1-1 0,0-1 0,-2 0 0,0-1 0,-1-1 0,-1 0 0,-40 30 0,9-14 0,-2-1 0,-1-3 0,-2-2 0,0-2 0,-96 30 0,99-40 0,0-3 0,-2-2 0,1-2 0,-1-3 0,0-2 0,-91-4 0,117-2-136,0-2-1,0 0 1,1-2-1,0-1 1,0-1-1,0-1 1,1-1-1,0-1 0,-42-27 1,2-11-6690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1:17.476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53 24575,'0'0'0,"0"0"0,3 0 0,10 0 0,24 0 0,33 0 0,34 0 0,27 0 0,20 0 0,9-1 0,1-2 0,-6-3 0,-13-4 0,-18-1 0,-22-1 0,-28 2-8191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1:17.700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0 285 24575,'0'0'0,"0"0"0,0 0 0,3 0 0,14 0 0,28 0 0,44-3 0,48-6 0,45-7 0,36-9 0,24-10 0,9-9-929,-8-6 929,-18-5 0,-47 7-7262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1:25.582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1050 1356 24575,'-1'-2'0,"0"0"0,0 0 0,0 0 0,0 1 0,0-1 0,-1 1 0,1-1 0,0 1 0,-1-1 0,1 1 0,-1 0 0,-2-2 0,0 0 0,-12-10 0,-1 1 0,-1 1 0,0 0 0,0 2 0,-1 0 0,0 1 0,-1 1 0,0 1 0,0 0 0,0 2 0,0 0 0,-28-1 0,10 3 0,0 2 0,-1 1 0,1 2 0,0 2 0,-66 16 0,75-13 0,0 1 0,1 1 0,0 2 0,1 1 0,0 1 0,1 1 0,1 1 0,0 2 0,-30 27 0,39-30 0,1 1 0,1 0 0,1 1 0,0 1 0,1 0 0,1 0 0,1 1 0,0 1 0,2 0 0,0 0 0,1 1 0,1-1 0,-5 39 0,8-33 0,1 0 0,1-1 0,2 1 0,1 0 0,0-1 0,2 0 0,1 1 0,15 43 0,-15-54 0,1 0 0,1 0 0,0 0 0,1-1 0,0-1 0,1 1 0,1-1 0,0-1 0,1 0 0,0 0 0,1-1 0,0 0 0,1-1 0,0-1 0,16 9 0,-20-13 0,1-1 0,-1-1 0,1 1 0,0-2 0,0 1 0,0-1 0,1-1 0,-1 0 0,0 0 0,1-1 0,-1-1 0,0 1 0,1-2 0,-1 1 0,0-1 0,0-1 0,0 0 0,0 0 0,-1-1 0,1 0 0,-1-1 0,17-11 0,-1-2 0,-1 0 0,-1-2 0,-1-1 0,0 0 0,-2-2 0,29-40 0,-4-4 0,-3-3 0,-3-1 0,-4-1 0,-2-3 0,30-104 0,-16 10 0,36-244 0,-45 149 0,4-347 0,-42 703 0,-4 119 0,-59 302 0,-30-1 0,67-380 0,19-93 0,-37 259 0,42-270 0,1 1 0,1-1 0,2 1 0,1-1 0,1 1 0,1-1 0,2-1 0,13 38 0,-15-54-59,1 0 0,0 0-1,1 0 1,0 0-1,0-1 1,1 0 0,1-1-1,-1 0 1,2 0 0,-1-1-1,1 0 1,0-1 0,1 0-1,0 0 1,0-1-1,0-1 1,1 0 0,-1 0-1,1-1 1,1-1 0,-1 0-1,15 2 1,45 3-6767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1:26.288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685 77 24575,'0'0'0,"0"0"0,5-1 0,82-24 0,133-18 0,-190 39 0,1 2 0,0 0 0,0 3 0,0 0 0,0 2 0,0 1 0,-1 2 0,33 10 0,-51-12 0,0 1 0,0 0 0,-1 0 0,0 1 0,0 0 0,0 1 0,18 16 0,-25-20 0,-1 1 0,1 0 0,0 0 0,-1 1 0,0-1 0,0 1 0,0 0 0,-1-1 0,0 1 0,0 0 0,0 1 0,0-1 0,-1 0 0,1 0 0,-2 1 0,1-1 0,0 1 0,-1-1 0,0 1 0,-1 8 0,-2 0 0,0 0 0,-1-1 0,-1 1 0,0-1 0,0 0 0,-2-1 0,1 1 0,-15 19 0,-9 7 0,-40 41 0,64-74 0,-92 94 0,-4-5 0,-5-4 0,-212 139 0,309-225 0,-3 3 0,13-8 0,-1 0 0,1 0 0,0 1 0,0-1 0,0 0 0,0 0 0,0 1 0,0-1 0,0 0 0,-1 0 0,1 0 0,0 1 0,0-1 0,0 0 0,0 0 0,0 1 0,0-1 0,0 0 0,0 0 0,0 1 0,0-1 0,0 0 0,1 0 0,-1 1 0,0-1 0,0 0 0,0 0 0,0 1 0,0-1 0,0 0 0,0 0 0,1 0 0,-1 1 0,0-1 0,0 0 0,0 0 0,1 0 0,-1 0 0,0 1 0,0-1 0,0 0 0,1 0 0,-1 0 0,0 0 0,0 0 0,1 0 0,-1 0 0,0 0 0,143 75 0,42 25 0,-163-85 0,1 0 0,-2 2 0,0 1 0,-2 0 0,32 37 0,-45-46 0,0-1 0,0 1 0,-1 0 0,0 1 0,-1-1 0,0 1 0,0 0 0,-1 0 0,0 0 0,-1 1 0,2 14 0,-4-11 0,0 1 0,0-1 0,-1 1 0,-1-1 0,-1 1 0,0-1 0,-7 21 0,-1-7 0,-2 0 0,0-2 0,-2 1 0,-1-2 0,-1 0 0,-1-1 0,-29 30 0,23-29 0,-3-1 0,0-1 0,-1-2 0,0 0 0,-2-2 0,-1-2 0,0 0 0,-1-2 0,-1-2 0,0-1 0,-1-1 0,0-2 0,-36 5 0,44-11 0,1 0 0,0-2 0,-1-1 0,1-1 0,-1-2 0,1 0 0,0-1 0,-29-10 0,34 7 0,0 0 0,1-2 0,0 0 0,0-1 0,1-1 0,0-1 0,1-1 0,0 0 0,2-1 0,-25-26 0,29 26-455,0 0 0,-10-17 0,-7-23-6371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1:26.650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1 343 24575,'18'-9'0,"-13"7"0,107-31 0,178-29 0,-129 31 0,-146 28-33,359-80 190,-7-26-1646,-338 98-5337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1:27.578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367 0 24575,'0'5'0,"-1"-1"0,0 0 0,0 0 0,0 1 0,0-1 0,-2 4 0,-5 16 0,-7 59 0,3 0 0,3 1 0,5 0 0,3 0 0,4 0 0,16 104 0,-11-135 0,2-1 0,3 0 0,20 54 0,-26-86 0,1-1 0,1 0 0,1 0 0,0-1 0,2 0 0,0-1 0,0 0 0,2-1 0,0-1 0,28 24 0,-33-33 0,-1 0 0,1-1 0,1-1 0,-1 1 0,1-1 0,-1-1 0,1 0 0,0 0 0,0-1 0,0 0 0,1-1 0,-1 0 0,0-1 0,1 0 0,-1 0 0,0-1 0,0-1 0,1 1 0,-1-2 0,0 0 0,-1 0 0,16-7 0,0-1 0,-1-2 0,0-1 0,-1 0 0,-1-2 0,0 0 0,-1-2 0,27-29 0,-13 7 0,-2-1 0,-2-1 0,-2-2 0,46-91 0,-34 45 0,48-161 0,-73 190 0,-12 53 0,1 13 0,3 19 0,0 21 0,-2 0 0,-2 0 0,-2 0 0,-4 49 0,1-67 0,-9 209-109,-54 311-1,-106 226-463,50-368 524,90-324-9,-3-1 0,-80 141-1,90-185 58,-2 0-1,-1-2 0,-2-1 0,-1-1 0,-57 48 0,63-62 16,0-1 0,-1-1 1,-1-1-1,0-1 0,-1-1 0,0-1 0,-1-2 1,0-1-1,-40 9 0,54-16 46,0 0 0,0-1 0,1 0 0,-1-1 0,0-1 0,0 0 0,0 0 0,1-2 0,-1 1 0,1-2 0,-23-8 0,25 7-49,1 0 0,0 0 0,0-1 0,0 0 0,0-1 0,1 0 0,0 0 0,1-1 0,0 0 0,0 0 0,0-1 0,1 0 0,1 0 0,-8-14 0,7 7-11,1 1 0,0 0 0,1-1 0,0 0 0,2 0 0,0 0 0,0 0 0,2-1 0,0 1 0,1 0 0,0 0 0,2 0 0,5-25 0,3 4 0,1 0 0,2 1 0,1 0 0,33-55 0,0 16 0,3 2 0,3 2 0,3 2 0,105-96 0,296-207 0,8 55-1365,-422 289-5461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1:28.453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654 0 24575,'-1'1'0,"1"-1"0,0 1 0,0 0 0,0-1 0,0 1 0,0-1 0,0 1 0,-1 0 0,2-1 0,-1 1 0,0 0 0,0-1 0,0 1 0,0 0 0,0-1 0,0 1 0,1 0 0,-1-1 0,0 1 0,0-1 0,1 1 0,-1-1 0,1 1 0,-1 0 0,0-1 0,1 1 0,-1-1 0,1 0 0,-1 1 0,1-1 0,-1 1 0,1-1 0,0 1 0,24 5 0,27-3 0,0-2 0,68-9 0,31 0 0,-105 8 0,0 3 0,57 9 0,-86-9 0,1 1 0,-1 1 0,0 1 0,0 0 0,0 1 0,-1 1 0,0 0 0,27 20 0,-36-22 0,-1 0 0,0 0 0,0 1 0,0 0 0,-1 0 0,0 0 0,0 1 0,-1-1 0,0 1 0,-1 0 0,1 1 0,-2-1 0,1 1 0,-1-1 0,0 1 0,-1 0 0,0-1 0,0 1 0,-1 0 0,-2 17 0,-2 8 0,-1 0 0,-2 0 0,-1-1 0,-14 34 0,-14 30 0,-5-2 0,-3-1 0,-5-3 0,-66 95 0,25-60 0,-5-5 0,-122 122 0,199-225 0,-2 3 0,-1-1 0,-24 19 0,50-42 0,1 1 0,0 0 0,0 0 0,0 0 0,0 1 0,11-2 0,53-4 0,-61 6 0,38-2 0,1 1 0,-1 3 0,1 2 0,-1 2 0,48 11 0,-64-8 0,-1 0 0,1 2 0,-2 1 0,0 1 0,0 2 0,-1 0 0,-1 3 0,41 30 0,-56-38 0,-1 1 0,0 0 0,-1 1 0,-1 0 0,1 1 0,-1-1 0,-1 2 0,-1-1 0,1 1 0,-2 1 0,0-1 0,-1 1 0,0 0 0,-1 0 0,0 1 0,-1-1 0,-1 1 0,-1 0 0,0-1 0,0 1 0,-4 28 0,-2-9 0,-2 0 0,-2-1 0,0 0 0,-3 0 0,0-1 0,-2 0 0,-2-2 0,-31 48 0,14-30 0,-1-3 0,-3-1 0,-2-1 0,-63 54 0,67-68 0,-2-1 0,-1-1 0,-1-3 0,-2-1 0,0-1 0,-1-3 0,-1-2 0,0-1 0,-77 17 0,86-27 0,0-1 0,0-2 0,-1-1 0,1-2 0,0-1 0,-1-1 0,1-2 0,0-2 0,1-1 0,0-2 0,0-1 0,0-1 0,-52-27 0,-16-24-1365,19 1-5461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1:28.922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312 0 24575,'10'10'0,"47"53"7,85 125 0,29 90-200,-97-142-102,-5 2 1,-6 4 0,-7 2 0,-6 3 0,-6 1 0,-7 2 0,34 302 0,-66-371 270,-3 1-1,-3-1 1,-4 0 0,-4 0 0,-3-1-1,-4 0 1,-3-1 0,-3-1 0,-4-1-1,-4-1 1,-66 124 0,35-97-221,-4-2 0,-80 94-1,-173 158-1831,-19-31-478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1:29.419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1073 1 24575,'-2'0'0,"1"0"0,0 0 0,-1 1 0,1-1 0,0 0 0,-1 1 0,1-1 0,0 1 0,0-1 0,0 1 0,-1 0 0,1 0 0,0-1 0,0 1 0,0 0 0,0 0 0,-1 1 0,-7 6 0,-58 48 0,-102 112 0,-43 92 0,136-152-163,5 3-1,4 4 0,5 2 1,6 3-1,5 2 0,5 2 1,6 2-1,5 2 0,6 1 1,6 2-1,5 0 0,6 1 1,6 0-1,5 0 0,7 1 1,5-1-1,34 159 0,-22-189 140,5 0-1,4-3 0,4 0 0,5-3 0,4-1 1,4-2-1,3-3 0,5-2 0,4-2 0,3-3 1,4-4-1,111 103 0,-91-107 76,3-5 1,2-3-1,126 66 0,-86-64-564,272 99 0,-66-62-3589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1:30.014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 1 24575,'0'0'0,"5"1"0,16 5 0,0 0 0,-1 2 0,1 0 0,-2 2 0,26 16 0,87 68 0,-81-52 0,-2 1 0,-2 3 0,47 60 0,-72-79 0,-2 1 0,0 1 0,-2 1 0,-2 1 0,0 0 0,-2 1 0,16 57 0,-26-73 0,-1 0 0,-1 0 0,0 0 0,-1 0 0,-1 1 0,-1-1 0,0 0 0,-1 0 0,-5 20 0,1-14 0,-1-1 0,-2 1 0,0-1 0,0-1 0,-24 36 0,-6-4 0,-2-2 0,-2-2 0,-78 68 0,-68 48 0,186-162 0,1 1 0,-1-1 0,1 1 0,0-1 0,0 1 0,0 0 0,0 0 0,-2 5 0,3-7 0,1 0 0,0 0 0,0 0 0,0 0 0,0 0 0,0 0 0,0 0 0,0 0 0,0 0 0,0 0 0,1 0 0,-1 0 0,0 0 0,1 0 0,-1 0 0,1 0 0,-1 0 0,1 0 0,-1 0 0,1 0 0,0 0 0,-1-1 0,1 1 0,0 0 0,0-1 0,-1 1 0,1 0 0,0-1 0,0 1 0,0-1 0,0 1 0,2 0 0,6 3 0,0 0 0,0 0 0,0-1 0,0-1 0,1 1 0,18 1 0,71 1 0,-82-5 0,131-1-307,181-26 0,150-48-308,503-134-545,-810 167-4642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1:31.111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909 27 24575,'0'0'0,"0"0"0,0 0 0,0 0 0,-13-4 0,-54-6 0,-1 2 0,0 3 0,-72 5 0,109 0 0,-92 1 0,-240 32 0,356-32-118,6-1 59,0 0-1,-1 0 1,1 0 0,0 0-1,-1 0 1,1 1-1,0-1 1,-1 0 0,1 1-1,0-1 1,0 1 0,-1 0-1,1-1 1,0 1-1,0 0 1,0 0 0,0 0-1,0 0 1,0-1-1,-2 3 1,1 5-6767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2:21.548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0 115 24575,'0'-1'0,"1"1"0,-1 0 0,0-1 0,0 1 0,1-1 0,-1 1 0,0-1 0,1 1 0,-1 0 0,0-1 0,1 1 0,-1 0 0,1-1 0,-1 1 0,0 0 0,1-1 0,-1 1 0,1 0 0,-1 0 0,1 0 0,-1-1 0,1 1 0,-1 0 0,1 0 0,-1 0 0,1 0 0,-1 0 0,2 0 0,36-6 0,1 1 0,0 2 0,0 1 0,40 5 0,-21-2 0,1039 43 0,-455-13 0,1103-6 0,-1752-25 0,1-1 0,0 1 0,0-1 0,-1 0 0,-5-3 0,-25-3 0,-360-26 9,-6 24-82,316 9 9,-404-1-551,-176-2 524,7-38 60,625 38-6,-8-1 338,-1-2 0,-63-17-1,105 21-300,11 1 0,19 2 0,1286 30-314,3-108-237,-1253 69 1272,-63 7-1942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2:23.943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40 4 24575,'-7'33'0,"-7"45"0,4 0 0,4 0 0,3 1 0,15 155 0,-3-165 0,4-1 0,2-1 0,3 0 0,4-1 0,57 123 0,-33-105 0,2-2 0,5-2 0,3-2 0,3-3 0,3-2 0,3-3 0,123 100 0,-101-103 0,3-3 0,3-4 0,3-4 0,1-4 0,3-5 0,144 47 0,-30-30 4,3-10-1,265 32 0,453-13-124,508-64-431,-729-11 547,-101 8 5,551-5 0,-654-22 0,-3-22 0,539-117 0,-889 126 0,-2-7 0,-2-6 0,245-112 0,141-135 167,-461 243-67,-2-3 0,-3-4 1,-2-2-1,98-110 0,-132 124-100,-1-2 0,-3-1 0,-1-2 0,-3-1 0,-3-1 0,-1-1 0,-3-1 0,-3-1 0,-2-1 0,-2-1 0,-3 0 0,6-75 0,-18 128 0,18-182 0,-6-190 0,-12 376 0,0 0 0,0 0 0,0 0 0,1 1 0,-1-1 0,0 0 0,-1 0 0,1 0 0,0 0 0,0 0 0,0 0 0,0 1 0,-1-1 0,1 0 0,0 0 0,-1 0 0,1 1 0,-1-1 0,1 0 0,-1 0 0,1 1 0,-1-1 0,1 1 0,-1-1 0,-1 0 0,0 1 0,0 0 0,-1 0 0,1 1 0,0-1 0,-1 1 0,1 0 0,0-1 0,0 1 0,0 0 0,-4 3 0,-53 26 0,2 3 0,-58 43 0,-99 90 0,62-37 0,5 6 0,-214 258 0,353-383 0,17-16 0,-3 3 0,73-59 0,127-128 0,-160 145 0,488-532 0,-527 568 0,0 1 0,1 1 0,-1-1 0,2 1 0,13-9 0,-18 14 0,-1 0 0,1 0 0,0 1 0,0 0 0,-1 0 0,1 0 0,0 0 0,0 0 0,0 1 0,0 0 0,0 0 0,0 0 0,0 0 0,0 1 0,0-1 0,0 1 0,7 2 0,12 6 0,0 0 0,0 2 0,-1 0 0,0 2 0,-1 0 0,21 18 0,112 104 0,-149-130 0,117 114-682,183 230-1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2:44.229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422 1 24575,'0'0'0,"0"0"0,14 6 0,-2 0 0,-1 1 0,0 1 0,-1 0 0,1 1 0,-2-1 0,1 2 0,-1 0 0,-1 0 0,10 14 0,8 16 0,26 53 0,-24-36 0,-2 1 0,-3 1 0,-2 1 0,-3 1 0,-3 1 0,-2 0 0,-3 1 0,-3 0 0,-3 0 0,-2 1 0,-3-1 0,-3 1 0,-3-1 0,-2 0 0,-3-1 0,-3 0 0,-2-1 0,-39 88 0,29-90 0,-3-2 0,-2-2 0,-49 66 0,61-95 0,-1 0 0,-2-2 0,0 0 0,-2-1 0,0-2 0,-1-1 0,-1 0 0,-32 15 0,49-29 0,0-2 0,0 0 0,0 0 0,-1-1 0,1 0 0,-1-1 0,0 0 0,1 0 0,-1-1 0,-14-1 0,20 0 0,0-1 0,0 0 0,0 0 0,0 0 0,1 0 0,-1-1 0,0 0 0,1 0 0,-1 0 0,1 0 0,0-1 0,0 0 0,0 0 0,0 0 0,0 0 0,0-1 0,1 1 0,0-1 0,0 0 0,0 0 0,0 0 0,0 0 0,1-1 0,-3-6 0,1-1 0,0 0 0,1 0 0,0-1 0,1 1 0,0-1 0,1 1 0,1-1 0,0 0 0,0 1 0,5-25 0,3-1 0,2 0 0,18-48 0,5 5 0,4 0 0,3 3 0,4 1 0,3 3 0,3 1 0,4 3 0,2 2 0,109-101 0,-80 97-1365,-12 19-5461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2:45.372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1134 55 24575,'0'-1'0,"0"0"0,0 0 0,0 0 0,-1 0 0,1 0 0,0-1 0,-1 1 0,1 0 0,-1 0 0,1 0 0,-1 0 0,1 0 0,-1 0 0,0 0 0,1 0 0,-1 1 0,0-1 0,0 0 0,-1-1 0,-11-3 0,0-1 0,0 2 0,0 0 0,-1 1 0,0 0 0,0 1 0,1 0 0,-26 1 0,21 0 0,-39-1 0,1 2 0,0 2 0,0 3 0,0 2 0,1 3 0,0 2 0,-77 28 0,98-26 0,1 1 0,0 1 0,1 2 0,1 1 0,-36 29 0,46-31 0,1 2 0,0 0 0,2 2 0,0 0 0,1 0 0,2 2 0,-22 39 0,30-49 0,1 0 0,1 0 0,0 1 0,1-1 0,0 1 0,1 0 0,1 0 0,0 0 0,1 0 0,0 0 0,3 27 0,0-30 0,0 0 0,1 0 0,0 0 0,1-1 0,0 1 0,1-1 0,0 0 0,0 0 0,1-1 0,0 0 0,1 0 0,0 0 0,0-1 0,1 0 0,13 11 0,-4-7 0,0 0 0,0-1 0,1-2 0,0 1 0,1-2 0,-1-1 0,2 0 0,-1-1 0,35 5 0,-25-6 0,1-2 0,-1-1 0,1-2 0,-1-1 0,1-1 0,31-6 0,-21-5 0,-37 11 0,-25 10 0,-26 12 0,0 2 0,2 3 0,-57 37 0,78-44 0,2 0 0,0 1 0,1 1 0,0 1 0,2 1 0,1 1 0,-22 34 0,33-45 0,2 0 0,0 0 0,0 1 0,1 0 0,1 0 0,0 1 0,1-1 0,0 1 0,1 0 0,0-1 0,1 22 0,2-24 0,0 0 0,1-1 0,0 1 0,0 0 0,1-1 0,1 1 0,-1-1 0,2 0 0,0 0 0,0-1 0,0 0 0,1 1 0,1-2 0,-1 1 0,10 9 0,-3-7 0,0 0 0,0 0 0,1-1 0,0-1 0,0 0 0,1-1 0,26 11 0,-15-10 0,0-1 0,1-1 0,0-1 0,31 2 0,6-4 0,0-3 0,-1-3 0,81-12 0,172-48-1365,-281 53-5461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2:45.906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0 133 24575,'22'-21'0,"-4"8"0,1 2 0,0 0 0,0 1 0,1 1 0,1 1 0,-1 1 0,42-9 0,-9 6 0,0 2 0,59 0 0,38 8 0,-126 1 0,-1 2 0,0 0 0,0 1 0,33 11 0,-54-14 0,0 0 0,0 0 0,0-1 0,0 1 0,-1 0 0,1 1 0,0-1 0,0 0 0,-1 1 0,1-1 0,-1 0 0,1 1 0,-1 0 0,0-1 0,0 1 0,1 0 0,-1 0 0,0 0 0,0 0 0,-1-1 0,1 1 0,0 0 0,-1 1 0,1-1 0,-1 0 0,0 0 0,1 0 0,-1 0 0,0 0 0,-1 0 0,1 0 0,0 0 0,0 1 0,-1-1 0,-1 4 0,-2 7 0,-1 0 0,0 0 0,-1-1 0,-11 18 0,10-17 0,-54 85 0,42-71 0,1 1 0,1 0 0,1 2 0,2 0 0,-14 43 0,25-62 0,1 1 0,1-1 0,-1 0 0,2 0 0,0 1 0,0-1 0,1 0 0,0 1 0,6 21 0,-1-15 0,0-1 0,1 0 0,1 0 0,1 0 0,15 21 0,10 7 0,1-1 0,81 73 0,-116-116 0,104 95 0,-103-95 0,-1-1 0,0 0 0,1 0 0,-1 1 0,1-1 0,-1 1 0,1-1 0,-1 0 0,0 1 0,1-1 0,-1 1 0,0-1 0,0 1 0,1-1 0,-1 1 0,0-1 0,0 1 0,0-1 0,1 1 0,-1-1 0,0 1 0,0-1 0,0 1 0,0-1 0,0 1 0,0-1 0,0 1 0,0-1 0,0 1 0,0 0 0,-1-1 0,1 1 0,0-1 0,0 1 0,0-1 0,-1 1 0,1-1 0,0 0 0,-1 1 0,1-1 0,0 1 0,-1-1 0,1 1 0,-27 13 0,27-14 0,-40 15-273,-1-3 0,0-1 0,0-3 0,-53 6 0,-20-1-6553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2:46.264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39 24575,'7'3'0,"17"5"0,-1 0 0,1-2 0,1-1 0,38 3 0,-40-6 0,571 32-340,6-44-561,-596 9 901,1026-48 0,154-4 0,-645 55-121,-7 46 1,-469-37-999,-23-2-4471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2:46.735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503 6 24575,'-2'-3'0,"1"0"0,9 7 0,6 4 0,0 1 0,-1 1 0,0 0 0,-1 1 0,19 21 0,50 70 0,-74-92 0,36 49 0,-3 3 0,-2 1 0,-4 1 0,-2 3 0,-3 0 0,26 88 0,-43-111 0,-2 1 0,-2-1 0,-1 1 0,-3 1 0,-2-1 0,-1 1 0,-3-1 0,-1 1 0,-3-1 0,-1 0 0,-18 56 0,7-48 0,-2-2 0,-2 0 0,-3-1 0,-60 91 0,59-105 0,-1-1 0,-2-1 0,-1-2 0,-2-1 0,-1-1 0,-62 42 0,75-59 0,0-2 0,-1 0 0,0-1 0,-1-1 0,0-1 0,0-1 0,-1-1 0,0-1 0,-40 3 0,54-7 0,-1-1 0,0 0 0,0 0 0,0-1 0,0 0 0,1-1 0,-1 0 0,0-1 0,1 0 0,0 0 0,0-1 0,0 0 0,0-1 0,0 0 0,1 0 0,0-1 0,0 0 0,1 0 0,-1-1 0,1 0 0,1 0 0,0-1 0,0 0 0,0 0 0,-5-11 0,4 5 0,0-1 0,1 0 0,1 0 0,1 0 0,0-1 0,1 1 0,-2-27 0,4 16 0,1-1 0,1 1 0,2-1 0,5-26 0,5-1 0,2 0 0,3 1 0,40-85 0,-19 62 40,3 3 0,64-86 0,121-113-1525,-116 156-5341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2:47.378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693 0 24575,'1'12'0,"0"0"0,1 0 0,6 22 0,2 9 0,56 572 0,-50-414 0,-16-200 0,0 1 0,1-1 0,-1 0 0,0 0 0,0 1 0,1-1 0,-1 0 0,0 1 0,1-1 0,-1 0 0,1 0 0,0 0 0,1 2 0,-2-3 0,0 1 0,1-1 0,-1 0 0,1 0 0,-1 1 0,0-1 0,1 0 0,-1 0 0,1 0 0,-1 0 0,1 0 0,-1 0 0,0 0 0,1 1 0,-1-1 0,1-1 0,-1 1 0,1 0 0,-1 0 0,0 0 0,1 0 0,-1 0 0,1 0 0,-1 0 0,1 0 0,0-1 0,3-2 0,0 0 0,1 0 0,-1-1 0,0 0 0,6-7 0,32-39 0,65-103 0,23-71 0,-106 182 0,115-220 0,-138 260 0,0 0 0,0 0 0,0-1 0,0 1 0,1 0 0,-1 0 0,1 0 0,-1 0 0,1 0 0,2-1 0,-4 3 0,0 0 0,0-1 0,1 1 0,-1 0 0,0 0 0,1 0 0,-1 0 0,0 0 0,0 0 0,1 0 0,-1 0 0,0 0 0,1 1 0,-1-1 0,0 0 0,0 0 0,1 0 0,-1 0 0,0 0 0,0 0 0,1 0 0,-1 1 0,0-1 0,0 0 0,1 0 0,-1 0 0,0 1 0,0-1 0,0 0 0,0 0 0,1 1 0,7 18 0,-1 8 0,-1 0 0,-1 0 0,1 40 0,-6 89 0,0-139 0,-9 162-247,-8 0 0,-49 217-1,-134 344-6,-31-103 254,152-455 0,-143 239 0,96-229 0,106-165 0,-2-1 0,-1-2 0,0 0 0,-45 34 0,60-52 0,0-1 0,0 0 0,0 0 0,0-1 0,-1 0 0,1 0 0,-1-1 0,0 0 0,-15 2 0,19-4 0,1-1 0,0 0 0,0 0 0,0 0 0,0-1 0,0 1 0,0-1 0,0 0 0,0 0 0,0-1 0,0 1 0,0-1 0,1 0 0,-1 0 0,0 0 0,1 0 0,0 0 0,-1-1 0,1 0 0,0 0 0,1 0 0,-1 0 0,-4-5 0,2-1 31,-1 0 0,1 0 0,1-1-1,-1 1 1,2-1 0,-1 0 0,-3-19 0,3 4 164,1 0-1,1-35 0,4 5-168,2-1 0,3 1 0,2 0-1,3 1 1,2 0 0,23-58 0,-1 21-31,5 2 0,86-140 0,-75 148 45,4 1 0,89-97 0,-111 141-252,2 1 0,1 1 0,2 3-1,1 1 1,2 1 0,60-30 0,-29 27-6614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2:47.991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143 57 24575,'0'0'0,"0"0"0,0 0 0,24 1 0,48-7 0,83-16 0,17-3 0,-140 22 0,0 2 0,0 1 0,43 5 0,-67-4 0,0 1 0,0-1 0,-1 1 0,1 0 0,0 1 0,-1 0 0,0 0 0,1 1 0,-1 0 0,-1 0 0,1 0 0,9 9 0,-12-9 0,0 1 0,0 0 0,-1 0 0,1 0 0,-1 0 0,0 1 0,-1-1 0,1 1 0,-1 0 0,0 0 0,0 0 0,-1 0 0,0 0 0,0 0 0,0 0 0,-1 0 0,0 7 0,-2 17 0,-1-1 0,-2 1 0,0-1 0,-2 0 0,-1-1 0,-14 33 0,-83 162 0,48-118 0,-98 137 0,112-184 0,-2-3 0,-3-1 0,-91 79 0,129-125 0,-5 6 0,15-13 0,1 0 0,-1 0 0,0-1 0,1 1 0,-1 0 0,0 0 0,1-1 0,-1 1 0,1 0 0,-1-1 0,1 1 0,-1 0 0,1-1 0,0 1 0,-1-1 0,1 1 0,0-1 0,-1 1 0,1-1 0,0 1 0,-1-1 0,1 0 0,0 1 0,0-1 0,0 0 0,1 0 0,223 87 0,25 11 0,-237-92 0,-1 0 0,1 1 0,-1 1 0,0 0 0,18 17 0,-27-22 0,0 0 0,0 1 0,0-1 0,-1 1 0,1-1 0,-1 1 0,0 0 0,0 0 0,0 0 0,0 0 0,-1 0 0,1 1 0,-1-1 0,0 0 0,-1 1 0,1-1 0,-1 1 0,0-1 0,0 0 0,0 1 0,0-1 0,-2 6 0,-1 1 0,-1-1 0,0 0 0,-1-1 0,0 1 0,0-1 0,-1 0 0,0 0 0,-1 0 0,0-1 0,0 0 0,-13 11 0,-4 1 0,0-1 0,-50 29 0,39-29 20,0-2 0,0 0 0,-2-3 0,1-1 0,-71 15 0,89-25-119,0 0 0,1-1 0,-1-1 0,0 0 0,0-2 0,0 0 0,0-1 0,1-1 0,-1 0 0,1-1 0,0-1 0,0-1 0,0-1 0,-29-15 0,-4-13-6727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2:48.478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 1 24575,'0'0'0,"0"0"0,0 0 0,0 1 0,1 0 0,2 5 0,0 1 0,2 3 0,-1-1 0,1 2 0,-1-1 0,-1-2-8191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4:19.920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 0 24575,'0'0'0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4:21.093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1 24575,'28'17'0,"3"-16"-1365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4:21.693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16 1 24575,'-3'10'0,"-3"36"0,-1 9-8191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4:22.352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0 24575,'0'0'0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4:27.062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4095 754 24575,'-27'-9'0,"0"1"0,0 1 0,-1 1 0,1 2 0,-1 0 0,-52 2 0,-168 23 0,238-20 0,-218 34 0,1 10 0,2 11 0,-219 84 0,303-87 0,2 6 0,-183 108 0,235-113 0,3 3 0,3 3 0,2 5 0,-108 113 0,88-64-133,6 5 1,5 3-1,5 4 0,-125 258 0,93-121-392,-134 452 1,128-257-88,21 5 1,-46 520-1,115-616 630,16 2-1,16 0 1,77 599 0,-23-626-193,15-4 0,15-2 0,14-5 1,143 320-1,-151-446 117,9-4-1,226 338 1,-239-419 60,4-4 1,6-4-1,5-4 0,4-4 1,150 112-1,-168-153-2,3-5 0,2-4 0,2-4 0,2-4 0,2-4 0,2-4 0,106 23 0,-84-33 0,1-6 0,0-5 0,1-6 0,1-5 0,214-17 0,-200-5 0,-1-5 0,0-7 0,-3-6 0,0-5 0,-3-7 0,-2-5 0,-2-6 0,-3-5 0,-2-6 0,-4-6 0,-3-4 0,-4-5 0,144-137 0,-122 85 0,-6-5 0,-7-5 0,-5-6 0,-8-4 0,167-317 0,-190 293 0,-8-4 0,-8-3 0,-8-3 0,-9-2 0,46-307 0,-71 252 82,-4-340 0,-81-244-492,-81 6-113,-53 13 347,-176-422 176,-63 20 0,26 236-85,328 824 247,-7 3-1,-6 5 1,-6 3 0,-134-152-1,171 230-88,-3 2 1,-3 3-1,-2 3 0,-2 2 0,-3 4 1,-2 3-1,-125-60 0,146 84 168,0 2 1,-2 3-1,0 2 1,-1 2-1,0 3 0,-1 2 1,0 2-1,0 3 1,-1 3-1,1 2 1,-1 2-1,-92 18 0,93-7-306,1 3-1,0 2 0,2 2 0,0 2 1,1 3-1,-78 53 0,13 5-6655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2:56.788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 48 24575,'28'-19'0,"-6"12"0,1 1 0,0 0 0,0 2 0,0 1 0,1 1 0,40 2 0,-11 3 0,98 19 0,-109-13 0,-1 2 0,1 2 0,-2 1 0,0 2 0,-1 2 0,0 1 0,46 32 0,-67-38 0,-1 0 0,0 1 0,0 0 0,-2 2 0,0 0 0,-1 0 0,0 1 0,-1 1 0,-1 1 0,-1-1 0,-1 2 0,0-1 0,-2 2 0,0-1 0,-1 1 0,5 26 0,-9-19 0,0 1 0,-2-1 0,-1 1 0,-2-1 0,0 1 0,-2-1 0,-1 0 0,-1 0 0,-2 0 0,-15 36 0,0-8 0,-3-2 0,-2 0 0,-68 93 0,56-92 0,-2-2 0,-81 76 0,102-108 0,-2-2 0,0-1 0,-1-1 0,-1 0 0,-1-2 0,0-1 0,-1-2 0,-43 15 0,59-24 0,1 0 0,-1-1 0,-1 0 0,1-1 0,0 0 0,0-1 0,0 0 0,0-1 0,-1 0 0,1-1 0,0 0 0,0-1 0,-17-6 0,20 5 0,0 0 0,1 0 0,0-1 0,0 0 0,0 0 0,0 0 0,1-1 0,0 0 0,0 0 0,1-1 0,0 0 0,0 0 0,0 0 0,1 0 0,0-1 0,0 0 0,1 0 0,-4-12 0,2-2 0,1 0 0,1-1 0,1 1 0,1 0 0,1-1 0,1 1 0,0-1 0,2 1 0,1 0 0,8-26 0,2-2 0,3 0 0,2 2 0,33-61 0,-24 57-195,2 1 0,2 2 0,3 0 0,1 3 0,3 1 0,74-67 0,-96 99-6631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2:57.558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242 0 24575,'0'0'0,"-2"7"0,-13 59 0,4 1 0,-7 109 0,17-134 0,2 0 0,1-1 0,3 1 0,1-1 0,16 59 0,-19-90 0,1 0 0,-1 0 0,2 0 0,-1 0 0,1 0 0,1-1 0,0 0 0,11 13 0,-14-19 0,1 1 0,-1-1 0,1 0 0,0-1 0,0 1 0,0 0 0,0-1 0,0 0 0,1 0 0,-1-1 0,1 1 0,0-1 0,-1 0 0,1 0 0,0 0 0,-1-1 0,1 1 0,0-1 0,0 0 0,0-1 0,7-1 0,8-2 0,-1-2 0,1 0 0,-1-1 0,-1-1 0,1-1 0,-1-1 0,31-21 0,2-8 0,54-52 0,43-57 0,-123 120 0,-2-2 0,-1 0 0,29-53 0,-44 67 0,-11 37 0,-33 265 0,-24 162 0,-51 113 0,74-413 0,-97 247 0,111-340 0,-2-1 0,-52 80 0,67-116 0,-2-2 0,0 1 0,0-2 0,-1 0 0,-1 0 0,-1-1 0,0-1 0,-1-1 0,0 0 0,0-1 0,-22 9 0,31-17 0,1 0 0,0-1 0,-1 0 0,1 0 0,-1-1 0,0 0 0,1 0 0,-1 0 0,0-1 0,0-1 0,1 1 0,-1-1 0,0-1 0,1 1 0,-1-1 0,1 0 0,-1-1 0,1 0 0,-7-4 0,5 2 0,1-1 0,0 0 0,0 0 0,0-1 0,1 0 0,0 0 0,1-1 0,0 0 0,0 0 0,0 0 0,1-1 0,0 0 0,1 0 0,-5-13 0,3 2 0,1-1 0,0 1 0,2-1 0,0 0 0,2 0 0,0-1 0,1 1 0,1 0 0,1 0 0,1 0 0,1 0 0,7-22 0,2 1 0,2 2 0,1 0 0,2 0 0,46-72 0,-29 62-227,3 2-1,1 1 1,2 2-1,3 2 1,75-58-1,-10 20-6598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2:58.140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177 79 24575,'0'0'0,"30"-17"0,-1 5 0,-1 2 0,1 1 0,1 1 0,0 1 0,44-4 0,-14 7 0,109 4 0,-141 2 0,0 1 0,-1 1 0,1 1 0,-1 1 0,0 2 0,-1 0 0,27 14 0,-44-18 0,-1 1 0,0 0 0,0 0 0,0 1 0,0 0 0,-1 1 0,0 0 0,-1 0 0,1 0 0,6 11 0,-9-12 0,-1 1 0,1 0 0,-2 0 0,1 1 0,-1-1 0,0 1 0,0-1 0,-1 1 0,0-1 0,0 1 0,-1 0 0,0 0 0,0-1 0,-2 12 0,-3 4 0,0-1 0,-2 0 0,0-1 0,-2 0 0,0 0 0,-1 0 0,-2-2 0,-23 34 0,-4-3 0,-85 86 0,12-30 0,91-88 0,-1-1 0,0-2 0,-41 22 0,100-42 0,1 2 0,59 2 0,-38 3 0,1 2 0,81 17 0,-105-13 0,1 2 0,-2 1 0,0 1 0,0 3 0,33 18 0,-59-29 0,-1 2 0,1-1 0,-1 1 0,0 1 0,0-1 0,-1 1 0,13 16 0,-18-20 0,1 1 0,-1-1 0,0 1 0,-1 0 0,1 0 0,-1-1 0,1 1 0,-1 0 0,0 0 0,-1 1 0,1-1 0,-1 0 0,1 0 0,-1 0 0,-1 0 0,1 0 0,0 0 0,-1 1 0,0-1 0,0 0 0,0 0 0,-2 4 0,-3 3 0,1 0 0,-2 0 0,1-1 0,-1 1 0,-1-1 0,0-1 0,0 0 0,-18 15 0,-3-1 0,-55 34 0,29-25 20,-2-2 0,-1-3 0,-1-3 0,-1-2 0,-116 26 0,105-35-317,-1-2 0,-1-4 0,1-3 0,-138-10 0,92-8-6529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2:58.530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0 460 24575,'19'0'0,"1076"-41"-771,-1-58 228,170-48-836,35-3 218,-1249 145 1204,187-12 864,-235 17-920,25 2 479,-27-2-464,0 0 0,1 0 0,-1 0 0,0 0 0,0 1 0,1-1 0,-1 0 0,0 0 0,1 0 0,-1 1 0,0-1 0,0 0 0,1 0 1,-1 1-1,0-1 0,0 0 0,0 0 0,1 1 0,-1-1 0,0 0 0,0 1 0,0-1 0,0 0 0,0 1 0,0-1 0,0 0 0,1 1 0,-1-1 0,0 0 0,0 1 0,0-1 0,-1 0 0,1 1 0,0-1 0,0 0 0,0 1 1,0-1-1,0 0 0,0 1 0,0-1 0,0 0 0,-1 1 0,1-1 0,0 0 0,0 1 0,0-1 0,-1 0 0,1 0 0,0 1 0,0-1 0,-1 0 0,1 0 0,0 0 0,-1 1 0,1-1 0,0 0 0,-1 0 0,1 0 0,-23 18-5862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2:59.126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893 0 24575,'3'2'0,"-1"-1"0,1 0 0,-1 1 0,1-1 0,-1 1 0,0-1 0,1 1 0,-1 0 0,4 4 0,3 3 0,26 22 0,-2 1 0,-1 2 0,-2 1 0,-1 1 0,-2 1 0,-1 2 0,-2 0 0,-2 2 0,-2 1 0,-2 0 0,-1 1 0,-2 1 0,-3 1 0,9 50 0,-11-29 0,-3 0 0,-3 1 0,-3 0 0,-3-1 0,-2 1 0,-4-1 0,-2 0 0,-3-1 0,-28 80 0,12-61 0,-4-1 0,-4-2 0,-4-1 0,-98 145 0,92-161 0,-4-2 0,-2-2 0,-2-2 0,-3-3 0,-113 83 0,132-111 0,0-2 0,-62 28 0,84-46 0,-1 0 0,1 0 0,-2-2 0,1 0 0,0-1 0,-1-1 0,0-1 0,-32 0 0,45-2 0,0-1 0,-1 1 0,1-1 0,0-1 0,0 1 0,0-1 0,1 0 0,-1 0 0,0 0 0,1-1 0,-1 0 0,1 0 0,0-1 0,0 1 0,0-1 0,1 0 0,-1-1 0,1 1 0,0-1 0,0 1 0,0-1 0,1-1 0,0 1 0,0 0 0,0-1 0,0 1 0,1-1 0,0 0 0,1 0 0,-1 0 0,0-8 0,-1-9 0,1 0 0,1 1 0,1-1 0,2 0 0,0 0 0,1 0 0,8-28 0,8-18 0,3 0 0,3 1 0,3 2 0,53-91 0,-11 40 0,123-154 0,7 36 120,-157 191-491,1 2-1,3 2 1,52-34 0,-61 49-6455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2:59.800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256 0 24575,'0'0'0,"-4"126"0,-6-2 0,-47 229 0,-100 231 0,130-494 0,43-113 0,145-280 0,4-8 0,-160 303 0,0-1 0,0 1 0,1 0 0,0 1 0,1-1 0,10-9 0,-15 15 0,0 1 0,0 0 0,1-1 0,-1 1 0,0 0 0,0 0 0,0 0 0,1 0 0,-1 1 0,1-1 0,-1 1 0,0-1 0,1 1 0,-1 0 0,1 0 0,-1 0 0,1 0 0,-1 0 0,1 0 0,-1 1 0,0-1 0,1 1 0,-1 0 0,0 0 0,1 0 0,-1 0 0,0 0 0,0 0 0,0 1 0,3 2 0,4 2 0,-1 2 0,-1-1 0,0 1 0,0 0 0,0 0 0,-1 1 0,0 0 0,6 13 0,32 83 0,-41-94 0,89 318 0,-3-8 0,-88-319 0,5 17 0,1 0 0,2-1 0,17 31 0,-24-46 0,0 0 0,0 0 0,0 0 0,0 0 0,1 0 0,-1 0 0,1-1 0,0 1 0,0-1 0,0 0 0,0 0 0,0 0 0,0 0 0,0 0 0,1-1 0,-1 1 0,1-1 0,-1 0 0,1 0 0,0 0 0,-1-1 0,1 1 0,0-1 0,-1 0 0,1 0 0,0 0 0,5-2 0,-1 0 0,1-2 0,-1 1 0,1-1 0,-1-1 0,0 1 0,-1-1 0,1 0 0,-1-1 0,0 0 0,-1 0 0,1-1 0,6-8 0,9-14 0,32-53 0,-15 12 0,-3-1 0,-4-2 0,-2-1 0,30-119 0,-38 100 0,-4-1 0,-4-1 0,3-139 0,-17 219 0,1-7 0,-1-1 0,-1 1 0,-1 0 0,-7-33 0,6 47-1365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3:00.470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193 1 24575,'-10'532'0,"-45"-6"0,7-274 0,31-181 0,-39 102 0,50-163 0,6-15 0,4-23 0,10-43 0,4 1 0,2 1 0,4 0 0,2 2 0,4 1 0,2 2 0,3 1 0,53-71 0,-64 102 0,2 2 0,38-35 0,-52 54 0,1 0 0,0 1 0,0 1 0,1 0 0,1 1 0,-1 0 0,1 1 0,19-5 0,-28 10 0,0 0 0,0 1 0,0 0 0,0 1 0,0-1 0,0 1 0,1 0 0,-1 1 0,0-1 0,0 1 0,0 1 0,0-1 0,0 1 0,0 0 0,0 0 0,0 1 0,-1-1 0,1 1 0,-1 1 0,0-1 0,0 1 0,0 0 0,0 0 0,-1 0 0,1 1 0,-1-1 0,4 8 0,3 4 0,0 1 0,-2-1 0,0 2 0,-1 0 0,-1 0 0,0 0 0,6 30 0,-3 6 0,-2 0 0,-3 0 0,-2 1 0,-2-1 0,-3 1 0,-14 92 0,-3-46 0,-5-1 0,-59 159 0,24-116-1365,45-114-5461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3:00.968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566 1 24575,'0'0'0,"-13"2"0,6 2 0,-1 0 0,1 1 0,0 0 0,0 0 0,1 1 0,-1 0 0,1 0 0,-8 10 0,-39 60 0,51-72 0,-17 27 0,1 1 0,1 0 0,3 1 0,0 0 0,2 2 0,-8 35 0,17-51 0,0-1 0,1 1 0,0 0 0,2 0 0,3 32 0,-1-39 0,0 0 0,1 0 0,0-1 0,1 1 0,0-1 0,1 1 0,0-1 0,1-1 0,11 18 0,-11-21 0,0 1 0,1-1 0,-1 0 0,1 0 0,1 0 0,-1-1 0,1-1 0,0 1 0,0-1 0,1 0 0,0-1 0,-1 0 0,1-1 0,12 4 0,-9-5 0,0 0 0,0-1 0,0 0 0,0-1 0,0 0 0,0-1 0,1 0 0,-2-1 0,1 0 0,15-5 0,-6-1 0,0 0 0,-1-1 0,0-1 0,-1-1 0,0-1 0,0 0 0,-2-2 0,1 0 0,-2-1 0,0 0 0,-1-1 0,14-20 0,-13 14 0,-2-1 0,0-1 0,-2 0 0,0-1 0,11-40 0,-17 46 0,-1 1 0,-1-1 0,-1 0 0,-1 0 0,-1-1 0,0 1 0,-1 0 0,-5-31 0,4 43 0,-1 0 0,1 0 0,-1 0 0,-1 0 0,1 1 0,-1-1 0,0 1 0,-1-1 0,0 1 0,0 0 0,0 1 0,0-1 0,-1 1 0,0-1 0,0 2 0,-1-1 0,-7-5 0,3 4 0,0 1 0,0 0 0,-1 1 0,1 0 0,-1 1 0,0 0 0,0 1 0,0 0 0,0 0 0,-20 1 0,-11 2 20,-1 2 0,1 2-1,0 2 1,1 1 0,-71 25-1,-191 92-1502,145-46-5343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3:19.752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286 1 24575,'-1'0'0,"0"0"0,0 1 0,1-1 0,-1 1 0,0-1 0,0 1 0,0-1 0,1 1 0,-1 0 0,0-1 0,1 1 0,-1 0 0,1 0 0,-1-1 0,0 1 0,1 0 0,0 0 0,-1 0 0,1 0 0,0 0 0,-1 0 0,1-1 0,0 1 0,0 0 0,-1 2 0,0 0 0,-22 76 0,-24 154 0,33-153 0,4-25 0,-46 283 0,45-243 0,2 150 0,9-221 0,1-1 0,2 1 0,1-1 0,9 36 0,-12-54 0,1 1 0,0-1 0,0 0 0,0 0 0,1 0 0,-1 0 0,1 0 0,0 0 0,1-1 0,-1 0 0,1 1 0,0-1 0,0 0 0,0-1 0,0 1 0,1-1 0,-1 0 0,1 0 0,0 0 0,0-1 0,0 0 0,0 0 0,1 0 0,-1 0 0,7 0 0,0-1 0,1-1 0,-1-1 0,1 0 0,-1-1 0,1 0 0,-1-1 0,0 0 0,0-1 0,-1 0 0,1-1 0,-1 0 0,13-9 0,9-5 0,-1-3 0,50-43 0,-35 21 0,-2-2 0,-2-2 0,-3-2 0,-1-1 0,-3-3 0,-2 0 0,-2-2 0,-3-2 0,-3-1 0,29-91 0,-48 127 0,-3 15 0,-1 0 0,-1-1 0,0 1 0,0-1 0,0 1 0,-1-1 0,0 1 0,-1-1 0,-1-14 0,-5 39 0,-318 1682 0,247-1418 0,62-234 0,-3-1 0,-1-1 0,-50 82 0,61-114 0,0-1 0,-1 1 0,0-2 0,-1 1 0,0-1 0,-1-1 0,0 0 0,-1 0 0,1-1 0,-23 11 0,26-16 0,1 0 0,-1 0 0,0-1 0,1 0 0,-1 0 0,0-1 0,0 0 0,0-1 0,-1 0 0,1 0 0,0 0 0,0-1 0,0-1 0,0 1 0,0-1 0,1 0 0,-1-1 0,1 0 0,-1 0 0,-7-5 0,4 2 0,1-1 0,-1 0 0,1 0 0,1-1 0,-1-1 0,1 1 0,1-1 0,0-1 0,0 0 0,1 0 0,0 0 0,-7-16 0,7 11 0,1-1 0,1 1 0,1-1 0,0 0 0,1 0 0,0-1 0,2 1 0,-1-26 0,4 10 0,2 0 0,0 1 0,2 0 0,2 0 0,1 0 0,1 1 0,1 0 0,2 1 0,20-35 0,-1 14 0,2 3 0,2 0 0,2 3 0,2 1 0,1 2 0,3 1 0,1 3 0,2 1 0,1 3 0,95-49 0,-106 64-455,1 2 0,47-13 0,-22 13-6371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3:20.436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804 127 24575,'15'-21'0,"-4"11"0,0 0 0,0 1 0,1 1 0,0 0 0,0 1 0,1 0 0,0 0 0,0 2 0,0 0 0,19-5 0,-9 4 0,0 1 0,1 2 0,0 0 0,0 1 0,33 2 0,-46 0 0,1 1 0,-1 1 0,0 0 0,0 0 0,0 1 0,0 0 0,0 1 0,14 8 0,-21-10 0,0 0 0,0 1 0,-1-1 0,0 1 0,1 0 0,-1 0 0,0 0 0,0 1 0,-1-1 0,1 1 0,-1 0 0,1-1 0,-1 1 0,0 0 0,-1 0 0,1 0 0,-1 1 0,0-1 0,0 0 0,0 1 0,0-1 0,-1 0 0,0 1 0,0 7 0,-2 4 0,0 0 0,-1-1 0,0 0 0,-1 1 0,-1-1 0,-11 23 0,-51 84 0,62-113 0,-50 78 0,-3-2 0,-4-3 0,-4-3 0,-3-2 0,-142 121 0,174-171 0,9-6 0,20-12 0,50-7 0,0 1 0,0 2 0,-1 2 0,0 2 0,0 1 0,-1 3 0,0 1 0,-1 1 0,-1 3 0,52 31 0,-67-34 0,0 2 0,-1 0 0,-1 2 0,-1 0 0,-1 1 0,0 1 0,19 28 0,-26-31 0,-1 2 0,0 0 0,-1 0 0,-2 1 0,0 0 0,-1 0 0,-1 1 0,-1 0 0,4 39 0,-7-40 0,-2 1 0,0-1 0,-1 1 0,-2-1 0,0 0 0,-1 0 0,-1 0 0,-1 0 0,-1 0 0,-1-1 0,0-1 0,-2 1 0,-16 25 0,12-26 0,0 0 0,-1 0 0,-2-2 0,1 0 0,-2 0 0,0-2 0,-1 0 0,-1-1 0,0-1 0,0-1 0,-45 18 0,29-17 0,-2-2 0,1-1 0,-1-2 0,0-1 0,-1-3 0,1-1 0,-76-3 0,54-5 0,1-3 0,0-2 0,0-3 0,-81-29 0,106 30 40,2-1 0,-47-26 0,65 30-226,0 0 1,1 0-1,0-1 0,1-1 1,0 0-1,1-1 1,-16-20-1,-2-14-6640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3:20.858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 97 24575,'0'-1'0,"1"0"0,-1 1 0,0-1 0,1 0 0,-1 1 0,1-1 0,-1 1 0,1-1 0,-1 1 0,1-1 0,0 1 0,-1-1 0,1 1 0,-1-1 0,1 1 0,0 0 0,0-1 0,-1 1 0,1 0 0,0 0 0,0-1 0,0 1 0,26-6 0,-20 4 0,104-19 0,144-10 0,117 12 0,-328 17 0,357-2-1365,-336 7-5461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3:21.144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0 232 24575,'5'0'0,"0"-1"0,0 1 0,0-2 0,0 1 0,9-3 0,14-5 0,764-100 0,-624 91 0,-127 13-94,472-60-1177,-416 47-5555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4:00.812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0 267 24575,'1'-11'0,"0"-1"0,0 0 0,1 1 0,1-1 0,0 1 0,0 0 0,1 0 0,0 0 0,1 0 0,1 1 0,0-1 0,0 1 0,1 1 0,0-1 0,0 1 0,1 1 0,16-15 0,-16 16 0,1 1 0,0-1 0,1 1 0,-1 1 0,1-1 0,0 2 0,0-1 0,1 2 0,0-1 0,-1 1 0,1 1 0,0 0 0,0 0 0,0 1 0,0 1 0,0 0 0,1 0 0,19 4 0,-23-1 0,0-1 0,0 2 0,0-1 0,0 1 0,0 0 0,-1 1 0,1-1 0,-1 2 0,-1-1 0,1 1 0,-1 0 0,0 0 0,0 1 0,0-1 0,-1 1 0,0 1 0,-1-1 0,1 1 0,4 14 0,3 7 0,-1 0 0,-2 1 0,-1 0 0,4 38 0,-1 15 0,-3 1 0,-7 139 0,-33 171 0,19-275 0,2-11 0,-3 15 0,4 194 0,10-304-1365,1-5-5461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4:01.045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7 109 24575,'0'0'0,"0"0"0,-1-1 0,-1 0 0,1 0 0,0 0 0,0 1 0,7-6 0,17-6 0,22-3 0,22-3 0,19 1 0,10 2 0,4 3 0,-15 2-8191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4:01.767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703 0 24575,'-7'27'0,"-29"99"0,-73 167 0,-76 110 0,19-47 0,125-256 0,4 0 0,4 3 0,-32 182 0,55-219 0,2 0 0,4 0 0,3 1 0,2-1 0,4 0 0,2 0 0,19 80 0,-15-107 24,1 0 0,2 0 0,1-1 0,22 38 0,-29-61-138,1-1 0,0 1-1,1-2 1,1 1 0,0-1 0,1-1-1,0 0 1,1-1 0,0 0 0,0-1-1,1 0 1,21 10 0,5-5-6712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4:02.497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 0 24575,'8'19'0,"5"13"0,-2 1 0,-2 1 0,-1 0 0,5 47 0,2 143 0,-14-203 0,-2 178 0,-26 201 0,15-265 0,18-183 0,2 1 0,2-1 0,2 2 0,33-82 0,-13 55 0,4 0 0,49-74 0,-79 138 0,64-93 0,-60 89 0,0 1 0,1 0 0,0 1 0,1 0 0,22-15 0,-32 25 0,-1-1 0,1 1 0,0 0 0,-1 0 0,1 0 0,0 0 0,0 0 0,0 1 0,0-1 0,-1 1 0,1-1 0,0 1 0,0-1 0,0 1 0,0 0 0,1 0 0,-1 0 0,0 0 0,0 1 0,0-1 0,0 0 0,-1 1 0,1-1 0,0 1 0,0 0 0,0 0 0,2 1 0,-1 0 0,-1 1 0,1 0 0,-1 0 0,0 0 0,1 0 0,-1 1 0,-1-1 0,1 0 0,0 1 0,-1-1 0,0 1 0,0 0 0,2 7 0,2 17 0,-2 0 0,0 1 0,-2 0 0,-1 0 0,-8 52 0,-37 143 0,-34 48 134,16-64-1633,53-170-5327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4:03.187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227 223 24575,'-1'-2'0,"0"0"0,1 0 0,-1-1 0,0 1 0,1 0 0,-1 0 0,1 0 0,0-1 0,0 1 0,0 0 0,0-4 0,1-4 0,1 0 0,-1 0 0,2 1 0,-1-1 0,1 0 0,1 1 0,0 0 0,0-1 0,1 2 0,0-1 0,0 0 0,1 1 0,0 0 0,1 1 0,0-1 0,11-9 0,-14 13 0,1 1 0,-1 0 0,0 0 0,1 0 0,0 1 0,0-1 0,-1 1 0,1 0 0,1 1 0,-1-1 0,0 1 0,0 0 0,0 0 0,1 1 0,-1-1 0,0 1 0,1 1 0,-1-1 0,0 1 0,1-1 0,-1 2 0,0-1 0,0 0 0,0 1 0,0 0 0,0 0 0,0 1 0,-1-1 0,1 1 0,-1 0 0,1 0 0,5 6 0,-4-4 0,-1 1 0,1 0 0,-1 0 0,0 0 0,0 1 0,0 0 0,-1 0 0,0 0 0,-1 0 0,1 1 0,-2-1 0,5 14 0,-5-9 0,0 0 0,-1 0 0,-1 0 0,1 0 0,-2-1 0,0 1 0,-4 22 0,-2-7 0,-1 0 0,-1-1 0,-2 0 0,0-1 0,-2 0 0,-26 38 0,15-28 0,-3-1 0,-47 48 0,58-66 0,-1-1 0,0-1 0,-1 0 0,-1-2 0,0 0 0,-35 16 0,46-25 0,24-6 0,8 1 0,-1 2 0,0 0 0,1 2 0,-1 0 0,0 2 0,0 1 0,-1 0 0,1 2 0,-1 0 0,21 11 0,-32-12 0,0-1 0,-1 2 0,0 0 0,0 0 0,-1 0 0,0 1 0,-1 1 0,1 0 0,7 11 0,-10-12 0,-1 0 0,-1 0 0,0 1 0,0 0 0,0-1 0,-1 1 0,-1 1 0,1-1 0,-1 0 0,-1 0 0,0 1 0,0 17 0,-2-13 0,0 0 0,-1-1 0,-1 1 0,0 0 0,-1-1 0,0 1 0,-1-1 0,0 0 0,-1-1 0,-1 1 0,0-1 0,0-1 0,-2 1 0,1-1 0,-1-1 0,-1 1 0,0-2 0,0 1 0,-1-1 0,0-1 0,0 0 0,-15 7 0,9-6 0,1 0 0,-2-2 0,1 0 0,-1-1 0,0-1 0,0 0 0,-1-1 0,1-1 0,-1-1 0,0-1 0,0-1 0,1 0 0,-1-1 0,0-1 0,-36-9 0,49 9-151,0 0-1,0 0 0,0-1 0,0 0 1,0 0-1,0-1 0,1 1 1,-6-5-1,-8-11-6674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4:03.437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 1 24575,'0'0'0,"0"0"0,0 0 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4:04.844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245 0 24575,'-3'4'0,"-1"0"0,1 0 0,1 0 0,-1 1 0,1-1 0,-1 0 0,1 1 0,-2 7 0,1-4 0,-29 70 0,4 2 0,-22 104 0,-18 170 0,60-308 0,-16 112 0,21-128 0,1 0 0,2 1 0,4 33 0,-4-63 0,0-1 0,0 1 0,0-1 0,0 0 0,0 1 0,0-1 0,0 0 0,0 1 0,0-1 0,0 0 0,0 1 0,0-1 0,0 0 0,1 1 0,-1-1 0,0 0 0,0 1 0,0-1 0,1 0 0,-1 0 0,0 1 0,0-1 0,1 0 0,-1 0 0,0 0 0,1 1 0,-1-1 0,0 0 0,1 0 0,-1 0 0,0 0 0,1 0 0,-1 1 0,0-1 0,1 0 0,-1 0 0,0 0 0,1 0 0,-1 0 0,1 0 0,16-10 0,14-20 0,8-16 0,-3-2 0,-2-2 0,36-67 0,70-173 0,-115 235 0,-13 26 0,-10 22 0,0 0 0,1 0 0,0 1 0,0-1 0,1 1 0,6-9 0,-9 15 0,0 1 0,-1 0 0,1-1 0,0 1 0,-1 0 0,1 0 0,0-1 0,-1 1 0,1 0 0,-1 0 0,0 0 0,1 0 0,-1 0 0,0 0 0,1 0 0,-1 0 0,0 0 0,0 0 0,0 1 0,11 50 0,-3 0 0,1 75 0,-9 108 0,0-227 0,-20 388 0,20-395 0,-1 0 0,1-1 0,0 1 0,0 0 0,0-1 0,0 1 0,0-1 0,0 1 0,0 0 0,0-1 0,0 1 0,0 0 0,0-1 0,0 1 0,0 0 0,0-1 0,1 1 0,-1-1 0,0 1 0,0 0 0,1-1 0,-1 1 0,0-1 0,1 1 0,-1-1 0,1 1 0,-1-1 0,1 1 0,-1-1 0,1 1 0,0-1 0,0 0 0,1-1 0,-1 0 0,1 0 0,-1 0 0,1 0 0,-1 0 0,0 0 0,0 0 0,1 0 0,-1-1 0,0 1 0,2-3 0,23-31 0,-2-1 0,-1 0 0,24-53 0,43-124 0,-7-34 0,-70 198 0,-2-1 0,-3-1 0,3-54 0,-12 79-1365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4:05.469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185 1 24575,'-4'27'0,"-166"986"0,160-958 0,37-105 0,15-39 0,-3 4 0,64-102 0,-89 164 0,2 1 0,1 0 0,1 1 0,0 0 0,2 2 0,0 0 0,1 2 0,45-30 0,-55 41 0,-1 0 0,1 1 0,0 1 0,1 0 0,-1 0 0,1 1 0,-1 0 0,1 1 0,0 0 0,0 1 0,16 1 0,-22 0 0,1 1 0,-1 0 0,0 1 0,1-1 0,-1 1 0,0 1 0,0-1 0,0 1 0,0 0 0,-1 0 0,1 0 0,-1 1 0,0 0 0,0 0 0,0 1 0,0-1 0,-1 1 0,0 0 0,0 0 0,0 0 0,-1 1 0,4 7 0,0 2 0,0 1 0,-2 1 0,0-1 0,-1 1 0,0-1 0,-1 1 0,-1 0 0,-1 0 0,-1 0 0,0 1 0,-1-1 0,-1 0 0,-5 21 0,-2 4 0,-2-1 0,-2-1 0,-1 0 0,-25 45 0,25-54-227,-2-1-1,-2 0 1,0-2-1,-2 0 1,-33 36-1,34-46-6598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4:05.927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154 103 24575,'0'0'0,"0"0"0,-2 7 0,-54 116 0,26-62 0,-26 82 0,54-137 0,0 0 0,0 1 0,1-1 0,0 0 0,0 1 0,1-1 0,0 1 0,0-1 0,0 1 0,1-1 0,3 12 0,-3-15 0,0 0 0,0 0 0,1 0 0,0 0 0,-1 0 0,1 0 0,0-1 0,0 1 0,1-1 0,-1 1 0,0-1 0,1 0 0,-1 0 0,1 0 0,0 0 0,0 0 0,0-1 0,0 1 0,0-1 0,0 0 0,0 0 0,0 0 0,1 0 0,4 0 0,2 0 0,-1-1 0,1 0 0,0 0 0,-1-1 0,1 0 0,-1-1 0,1 0 0,-1 0 0,0-1 0,0 0 0,0-1 0,0 0 0,0-1 0,-1 1 0,0-2 0,0 1 0,0-1 0,-1 0 0,10-11 0,-3 3 0,0-1 0,-1-1 0,-1 0 0,0 0 0,-1-1 0,-1-1 0,-1 0 0,10-26 0,-12 23 0,-1 0 0,-1-1 0,-1 0 0,2-34 0,-5 45 0,-1 0 0,0-1 0,-1 1 0,0 0 0,0 0 0,-2 0 0,1 0 0,-1 1 0,-1-1 0,-9-19 0,10 26 5,0 0-1,0 0 0,0 1 0,0-1 1,0 1-1,-1 0 0,0 0 0,0 0 1,0 0-1,0 1 0,0 0 1,0 0-1,-1 0 0,1 0 0,-1 1 1,1-1-1,-1 1 0,0 0 1,1 1-1,-1-1 0,0 1 0,1 0 1,-1 0-1,0 0 0,0 1 0,1-1 1,-6 3-1,-1-1-139,0 0 0,1 2 0,-1-1 0,1 1 0,0 1 0,0-1 0,1 2 0,-1 0 0,1 0 0,-15 13 0,6 1-6691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4:06.898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735 1 24575,'6'17'0,"0"-5"0,119 331-195,-16 5 0,-15 5-1,73 541 1,-136-594 195,-14 1 0,-29 428 0,-131 595 0,63-810 0,-40-6 0,82-389 0,-6-2 0,-65 126 0,66-162 0,-4-2 0,-3-2 0,-100 117 0,95-132 156,-2-2 1,-3-3-1,-2-2 0,-124 83 0,184-137-261,-1 0 0,1 1 0,0-1 0,0 0 0,0 0 0,-1-1 0,1 1 0,0 0 0,-1-1 0,1 1 0,-1-1 0,-3 0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4:08.243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2316 0 24575,'0'0'0,"0"0"0,-1 4 0,-115 241 0,12 5 0,11 5 0,-68 298 0,135-442 0,-96 393 0,-32-9 0,-157 260 0,-57 163 0,265-611 0,-121 340 0,200-580 0,-215 597 0,38 10 0,180-587 0,4 1 0,3 1 0,-2 117 0,15-165 0,3 1 0,1-1 0,2 0 0,1-1 0,3 0 0,1 0 0,2 0 0,1-1 0,29 56 0,-30-75 0,1 0 0,0-2 0,2 1 0,0-2 0,1 0 0,0 0 0,2-2 0,0 0 0,0-1 0,2-1 0,32 17 0,-13-11 0,2-1 0,-1-3 0,2-1 0,0-2 0,55 8 0,-70-16-341,1-1 0,-1-1-1,50-4 1,-5-7-6485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4:11.210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536 450 24575,'-2'0'0,"1"0"0,-1 0 0,1 0 0,-1 0 0,0 0 0,1 0 0,-1 1 0,1-1 0,-1 1 0,1-1 0,-1 1 0,1-1 0,-1 1 0,1 0 0,0-1 0,-1 1 0,1 0 0,0 0 0,0 0 0,-1 0 0,1 0 0,0 1 0,0-1 0,-1 2 0,-26 38 0,22-30 0,-36 62 0,3 2 0,-39 107 0,-36 169 0,61-142-53,-27 226-1,20 221-258,64 666-178,2-1083 509,7 339-963,12 428 900,24-3-608,19-391 590,-50-520 160,3 0 0,4-1 0,5-2-1,60 130 1,-66-175 110,1 0-1,2-2 1,2-1-1,2-1 1,1-2-1,2-1 1,2-2-1,61 48 0,-46-47-173,2-1 0,2-3 0,1-2-1,1-3 1,1-2 0,84 23-1,-27-18-33,2-5 0,1-5 0,164 6 0,360-27 0,-162-19 0,659-3 0,130 111 0,-510-26 0,716-41 0,-1278-30 0,340-8 0,-361 19 0,183 26 0,-327-24 0,20 4 0,0-3 0,0-2 0,53-3 0,-88-1 0,0-1 0,-1-1 0,1-1 0,-1 0 0,0-1 0,-1 0 0,1-2 0,-1 0 0,0 0 0,-1-2 0,1 0 0,-2 0 0,22-19 0,-17 9 0,-1 0 0,0-2 0,-1 1 0,-2-2 0,0 0 0,-1-1 0,19-47 0,46-182 0,-67 214 0,34-158 0,-8 0 0,-8-3 0,3-262 0,-25-653 0,-83 1 0,42 829 0,-41-384 0,46-4 0,64 132 0,32 4 0,-14 119 0,-39 279 0,-5-207 0,-15 247 0,-3-1 0,-43-182 0,46 259 0,-4-20 0,-31-79 0,36 109 0,-1 0 0,0 0 0,-1 1 0,0 0 0,-1 0 0,0 0 0,-1 1 0,0 1 0,-1 0 0,-20-16 0,1 7 0,-1 2 0,-1 1 0,0 1 0,-1 1 0,-1 2 0,-39-8 0,-208-27 0,55 26-173,-281 10 0,-226 48-202,639-31 436,-58 3-61,-755 39 0,0-79 0,-152-126-19,67 6-13,732 125 23,-482 13 0,9 94 359,7 53 17,721-134-366,0 0 0,0 1 0,0-1 0,0 1-1,0 0 1,1 0 0,-1 0 0,1 0 0,-1 1-1,1-1 1,0 1 0,0 0 0,0 0 0,0 0-1,-4 7 1,0 2-1,0 0 0,0 1 0,-5 17-1,10-23 1,-1-1 0,0 1 0,0-1 0,-1 1 0,1-1 0,-1 0 0,-1 0 0,1-1 0,-1 0 0,0 1 0,0-1 0,0-1 0,-1 1 0,0-1 0,-9 5 0,10-5-70,-5 2 119,0 0 1,-1-1 0,-20 7 0,29-11-115,-1 0 0,1 0 0,-1-1 0,1 1 0,-1-1 0,0 0 0,1 0 0,-1 0 0,0 0 0,1 0 1,-1-1-1,1 1 0,-1-1 0,0 1 0,1-1 0,-1 0 0,1 0 0,0 0 0,-1-1 0,1 1 0,0-1 0,-4-2 0,-7-9-6761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4:17.130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 60 24575,'2'1'0,"0"0"0,0 0 0,1 0 0,-1-1 0,0 1 0,1-1 0,-1 1 0,1-1 0,4 0 0,12 2 0,649 50-230,-488-41-191,-84-5 371,524 26-40,-3-36 100,-583 2-10,-20 2 0,0 0 0,0-1 0,0-1 0,-1-1 0,20-5 0,-30 4 153,-11-2 18,-21-4 156,-51-10-262,-94-9 0,-555-34-395,-6 47-1362,375 23 1692,323-6 0,-69 13 0,93-10 0,11 1 0,29 6 0,53 11 889,128 16 0,95-6-607,-284-30-320,645 29 168,-203-15-1625,-410-12-5331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4:19.152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4 0 24575,'-1'3'0,"0"0"0,1 0 0,-1 1 0,1-1 0,0 0 0,0 0 0,0 0 0,0 0 0,1 0 0,1 6 0,-2-9 0,17 81 0,5-1 0,59 145 0,-48-138 0,64 176 0,108 278 0,37-20 0,-192-433 0,3-2 0,103 126 0,-104-153 0,3-1 0,1-3 0,123 90 0,-65-70 0,218 108 0,142 21 0,-236-114 0,4-11 0,450 85 0,-529-139 0,1-7 0,1-7 0,0-7 0,0-8 0,225-33 0,-319 25 0,0-3 0,123-44 0,-153 42 0,0-1 0,-2-2 0,-1-1 0,0-3 0,62-50 0,-65 43 0,-2-2 0,-1-1 0,-1-2 0,47-74 0,-44 53 0,-2-2 0,43-113 0,17-139 0,-25-1 0,-63 294 0,-2 12 0,-1-1 0,0 1 0,0-1 0,0 1 0,-1-1 0,0-10 0,-1 21 0,-1-1 0,0 0 0,0 0 0,0 0 0,-1 0 0,1-1 0,-4 4 0,6-5 0,-16 14 0,0-1 0,0-1 0,-1 0 0,-27 15 0,-83 39 0,81-45 0,-334 157 0,-267 146 0,601-295 0,41-28 0,8-8 0,11-13 0,16-15 0,1 0 0,2 3 0,1 0 0,1 3 0,43-27 0,11-1 0,108-48 0,17 8 0,234-72 0,-413 156 0,1 2 0,1 1 0,-1 1 0,57-3 0,-81 11 0,1-1 0,0 2 0,-1 0 0,1 1 0,-1 0 0,0 0 0,0 2 0,0-1 0,0 1 0,0 1 0,-1 0 0,0 1 0,0 0 0,0 1 0,-1 0 0,0 1 0,10 10 0,-2 1 0,-1 2 0,0 0 0,-2 1 0,-1 1 0,-1 0 0,21 49 0,43 160 0,-68-202 0,78 298 0,-27-91 0,-49-215 0,-10-21 0,-1 0 0,1 0 0,0 0 0,-1 0 0,1 0 0,-1 0 0,0 0 0,1 0 0,-1 0 0,0 0 0,1 1 0,-1-1 0,0 0 0,0 0 0,0 1 0,0-2 0,0 0 0,0 0 0,0 0 0,0 0 0,0 0 0,0 0 0,0 0 0,0 0 0,0 0 0,0 0 0,0 0 0,0 0 0,0 0 0,0 0 0,0 0 0,0 0 0,0 0 0,0 0 0,0 0 0,0 0 0,0 0 0,0 0 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5:39.239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1 24575,'0'0'0,"0"0"0,0 0 0,0 0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5:41.628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556 187 24575,'9'4'0,"1"0"0,0-1 0,0 0 0,0-1 0,0 0 0,12 0 0,11 3 0,282 42 0,3-14 0,423-10 0,-693-23 0,-28 1 0,1-1 0,0-1 0,-1 0 0,40-9 0,-61 10 0,1 0 0,0-1 0,0 1 0,0 0 0,0 0 0,0 0 0,0 0 0,0 0 0,0 0 0,0 0 0,0 0 0,0 0 0,0 0 0,0 0 0,0 0 0,-1 0 0,1 0 0,0 0 0,0 0 0,0 0 0,0 0 0,0 0 0,0 0 0,0 0 0,0 0 0,0-1 0,0 1 0,0 0 0,0 0 0,0 0 0,0 0 0,0 0 0,0 0 0,0 0 0,0 0 0,0 0 0,0 0 0,0 0 0,0 0 0,0 0 0,0-1 0,0 1 0,0 0 0,0 0 0,0 0 0,-15-2 0,-23 1 0,-516 12 0,-462-5 0,1209 11 0,253 53 0,-342-51 0,173 35 0,203 33 0,-467-86 0,-34-7 0,3 2 0,-1442-319-564,1416 315 564,-81-16 0,-150-10 0,255 35 282,49-2 0,111-7-282,185 12 0,143 35 0,-458-38 0,1394 185 0,-1455-185 0,-347-45 10,3-28-86,293 52-8,-325-67-673,-388-67 761,793 151 7,6 1 36,0 0-1,-28 0 1,83 10 705,532 69-752,146 20 0,-149-11 0,-619-78 0,-40-6 0,-97-11 0,-99-23 0,233 26 0,-495-73-625,-236-25 439,762 102 186,-4-1 0,-1 1 0,-30 3 0,58-1 9,0 0 0,0 0-1,0 0 1,0 0 0,0 0 0,0 0 0,0 1-1,0-1 1,0 0 0,0 0 0,0 0 0,0 0-1,0 0 1,0 0 0,0 0 0,0 0 0,0 0-1,0 1 1,0-1 0,0 0 0,0 0 0,0 0-1,0 0 1,0 0 0,0 0 0,0 0 0,0 0-1,0 0 1,0 0 0,0 0 0,0 1 0,-1-1-1,1 0 1,0 0 0,0 0 0,0 0 0,0 0-1,0 0 1,0 0 0,0 0 0,0 0-1,0 0 1,0 0 0,0 0 0,-1 0 0,1 0-1,0 0 1,0 0 0,0 0 0,0 0 0,0 0-1,0 0 1,0 0 0,0 0 0,0 0 0,-1 0-1,1 0 1,0 0 0,0 0 0,0 0 0,12 5 215,27 7-174,1036 188-50,-1071-199 0,53 8 0,424 62 0,4-33 0,-434-39 0,-51 1 0,0 0 0,0 0 0,0 0 0,0 0 0,0 0 0,0 0 0,0 0 0,0 0 0,0 0 0,0 0 0,0 0 0,0 0 0,0-1 0,0 1 0,0 0 0,0 0 0,0 0 0,0 0 0,0 0 0,0 0 0,0 0 0,0 0 0,0 0 0,0 0 0,0-1 0,0 1 0,0 0 0,0 0 0,0 0 0,0 0 0,0 0 0,0 0 0,0 0 0,0 0 0,0 0 0,0 0 0,0 0 0,1 0 0,-1 0 0,0-1 0,0 1 0,0 0 0,0 0 0,0 0 0,-16-5 0,-601-125 0,517 113 0,-835-109 0,856 124 0,70 4 0,20 3 0,28 4 0,-38-8 0,1187 177 0,-1124-171 0,34 3 0,0-3 0,111-8 0,-188-2 0,-20 0 0,-16-1 0,-357-52 0,255 42 0,-26-5 0,-720-70 0,829 86 0,64 2 0,20 0 0,258-23-1365,-211 15-5461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5:54.905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2517 222 24477,'-1'9'0,"-2"0"0,-2-1 0,-1 1 0,-3 0 0,-2-1 0,-1 0 0,-2 1 0,-3-1 0,-1 0 0,-1 0 0,-3 0 0,-1 0 0,-2-1 0,-2 1 0,-1-1 0,-2 0 0,-1-1 0,-2 1 0,-1-1 0,-2 0 0,-1 0 0,-1 0 0,-2-1 0,0 0 0,-2-1 0,0 1 0,-2-1 0,0 0 0,-2-1 0,0 0 0,0 0 0,-2 0 0,1-1 0,-2 0 0,1-1 0,-1 1 0,0-1 0,-1-1 0,1 0 0,-1 0 0,1 0 0,0-1 0,0-1 0,0 1 0,1-1 0,0 0 0,1-1 0,0 0 0,1 0 0,1 0 0,0-1 0,2 0 0,0-1 0,2 1 0,0-1 0,2 0 0,1-1 0,1 0 0,1 0 0,2 0 0,1-1 0,2 1 0,1-1 0,1 0 0,3-1 0,1 1 0,2-1 0,1 0 0,2 0 0,2 0 0,2 0 0,2-1 0,1 1 0,3 0 0,1-1 0,2 0 0,2 1 0,2-1 0,2 0 0,2 0 0,2 1 0,2-1 0,2 0 0,2 1 0,1-1 0,3 1 0,1 0 0,2-1 0,2 1 0,2 0 0,2 0 0,1 1 0,2-1 0,1 1 0,3 0 0,1 0 0,1 0 0,2 1 0,1-1 0,2 1 0,1 0 0,1 1 0,1 0 0,2 0 0,0 0 0,2 1 0,0-1 0,2 2 0,0-1 0,1 1 0,1 0 0,0 1 0,1-1 0,0 1 0,1 1 0,0 0 0,0 0 0,0 0 0,1 1 0,-1 0 0,1 1 0,-1 0 0,0 0 0,-1 0 0,1 1 0,-2 1 0,1-1 0,-2 1 0,0 0 0,0 1 0,-2-1 0,0 2 0,-2-1 0,0 1 0,-2 0 0,0 0 0,-2 0 0,-1 1 0,-1 0 0,-2 1 0,-1-1 0,-2 1 0,-1 0 0,-2 0 0,-1 0 0,-2 1 0,-2-1 0,-1 1 0,-3 0 0,-1 0 0,-1 1 0,-3-1 0,-2 0 0,-1 1 0,-2-1 0,-3 1 0,-1 0 0,-2-1 0,-2 1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6:11.163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2941 285 24575,'-28'-28'0,"-2"1"0,-1 1 0,-1 2 0,-2 1 0,0 1 0,-1 2 0,0 2 0,-2 1 0,0 2 0,-1 2 0,-1 1 0,0 1 0,0 3 0,-44-4 0,9 6 0,-1 4 0,1 3 0,-1 3 0,1 3 0,1 3 0,0 4 0,0 3 0,1 3 0,-70 30 0,59-14 0,2 3 0,2 3 0,2 4 0,2 3 0,2 3 0,2 4 0,-72 73 0,41-21 0,4 4 0,5 4 0,6 4 0,5 4 0,5 3 0,6 4 0,-57 145 0,98-203 0,4 1 0,2 2 0,4 0 0,-17 135 0,32-166 0,3 0 0,2 1 0,1-1 0,3 0 0,2 0 0,1 0 0,3-1 0,1 0 0,29 70 0,-16-61 0,3 0 0,3-2 0,1-1 0,2-2 0,3-1 0,2-2 0,1-1 0,3-2 0,1-2 0,83 59 0,-63-58 0,2-2 0,1-3 0,2-3 0,1-2 0,1-4 0,2-3 0,145 28 0,-80-32 0,0-5 0,1-7 0,1-6 0,143-16 0,-74-9 0,407-103 0,-427 72 0,-2-8 0,-4-8 0,229-123 0,-278 119 0,-4-6 0,-3-6 0,-4-5 0,201-194 0,-254 214 0,-3-4 0,-3-2 0,-4-4 0,68-121 0,-98 147 0,-3-1 0,-3-1 0,20-70 0,-32 83 0,-2 0 0,-1 0 0,-3-1 0,0-90 0,-7 99 0,-2-1 0,-1 1 0,-2 0 0,-1 0 0,-2 1 0,-2 0 0,-1 1 0,-30-57 0,19 50 0,-3 1 0,-1 1 0,-1 1 0,-2 1 0,-2 2 0,-39-32 0,14 19 0,-1 4 0,-3 1 0,-88-45 0,59 43 0,-176-60 0,136 67 0,-2 5 0,-1 7 0,-1 5 0,-171-4 0,-547 45 0,788-16-341,0 3 0,0 3-1,-91 26 1,84-11-6485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6:12.041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171 1 24575,'-4'26'0,"4"-12"0,-122 1543 0,120-1556 0,-1-6 0,-6-20 0,-7-35 0,9 18 0,3-1 0,1 1 0,2-1 0,2 1 0,2-1 0,2 1 0,1 0 0,3 0 0,24-74 0,-19 77 0,2 0 0,2 1 0,1 1 0,2 1 0,1 1 0,2 0 0,1 2 0,2 1 0,1 1 0,34-29 0,-50 50 0,-1 1 0,2 0 0,-1 1 0,1 0 0,0 1 0,1 0 0,0 2 0,19-7 0,-26 10 0,-1 1 0,1 0 0,0 0 0,0 1 0,0-1 0,0 1 0,0 1 0,0-1 0,0 1 0,-1 1 0,1-1 0,0 1 0,0 0 0,-1 1 0,0 0 0,1 0 0,-1 0 0,0 0 0,0 1 0,5 5 0,2 3 0,0 1 0,-1 0 0,0 1 0,-1 0 0,-1 1 0,0 0 0,-1 0 0,13 32 0,-1 8 0,20 77 0,-5 21-455,-8 2 0,16 277 0,-43-418-6371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6:12.729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0 264 24575,'1'-2'0,"-1"0"0,1 0 0,-1-1 0,1 1 0,0 0 0,0 0 0,-1 0 0,2 0 0,-1 0 0,0 0 0,0 0 0,3-3 0,-2 2 0,11-13 0,-1 1 0,2 0 0,0 1 0,1 0 0,0 2 0,1-1 0,0 2 0,33-17 0,-16 11 0,0 2 0,2 1 0,67-18 0,-81 28 0,0 0 0,1 0 0,0 2 0,-1 1 0,1 1 0,0 1 0,0 1 0,26 5 0,-40-6 0,1 1 0,-1 1 0,0-1 0,1 1 0,-1 1 0,0 0 0,-1 0 0,1 0 0,-1 1 0,0 0 0,0 1 0,0-1 0,-1 1 0,0 0 0,0 1 0,0 0 0,-1 0 0,0 0 0,-1 0 0,1 1 0,-1 0 0,-1 0 0,4 9 0,-3 0 0,-1 0 0,-1 0 0,0 0 0,-1 1 0,-1-1 0,-1 0 0,0 0 0,-1 1 0,-1-1 0,-1 0 0,0-1 0,-8 19 0,-6 11 0,-1-2 0,-2-1 0,-29 45 0,37-67 0,5-6 0,-1 0 0,-1 0 0,0-1 0,-1-1 0,0 1 0,-24 20 0,42-37 0,0 0 0,0 0 0,1 0 0,-1 1 0,1 1 0,-1-1 0,1 1 0,14 0 0,6 0 0,37 3 0,-54-1 0,0 0 0,-1 1 0,1 1 0,-1-1 0,0 2 0,0-1 0,0 2 0,0-1 0,-1 1 0,1 1 0,-1 0 0,15 12 0,-15-9 0,0 1 0,0 0 0,-1 0 0,0 0 0,-1 1 0,0 1 0,-1-1 0,0 1 0,6 19 0,-5-9 0,-1 0 0,-1 1 0,-1 0 0,-1 0 0,-1 0 0,-2 0 0,0 0 0,-1 0 0,-1 0 0,-1 0 0,-10 36 0,7-41 0,0 0 0,0-1 0,-2 0 0,0 0 0,-1-1 0,-1 0 0,0 0 0,-1-2 0,-1 1 0,0-1 0,-1-1 0,-1 0 0,0-1 0,0 0 0,-1-1 0,-1-1 0,0 0 0,0-1 0,-1-1 0,0-1 0,0 0 0,-1-1 0,1-1 0,-2 0 0,-18 1 0,6-3 20,-1-1 0,1-2 0,0-1 0,-1-1 0,-59-13 0,12-5-763,-79-30 1,77 20-6084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6:16.576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658 2659 24575,'0'0'0,"0"0"0,-5-34 0,-4-392 0,11 259 0,-2 100 0,-4-445 0,-27 2 0,-4 98 0,-8-67 0,43 473 0,-1 2 0,1 1 0,0-1 0,-1 1 0,0 0 0,1-1 0,-1 1 0,-1 0 0,-1-5 0,2 8 0,1-1 0,-1 0 0,0 0 0,1 0 0,-1 1 0,0-1 0,0 0 0,0 1 0,1-1 0,-1 1 0,0-1 0,0 1 0,0-1 0,0 1 0,0 0 0,0-1 0,0 1 0,0 0 0,0 0 0,0 0 0,0 0 0,0 0 0,0 0 0,0 0 0,0 0 0,0 0 0,0 0 0,0 1 0,0-1 0,0 0 0,0 1 0,0-1 0,0 1 0,0-1 0,0 1 0,0-1 0,0 1 0,0 0 0,0 0 0,-91 151 0,-34 52 0,-142 140 0,287-368 0,0-1 0,-2-1 0,17-33 0,0 0 0,53-80 0,136-233 0,-221 372 0,1 1 0,-1-1 0,1 0 0,-1 1 0,0 0 0,1-1 0,-1 1 0,0 0 0,1 0 0,-1 1 0,0-1 0,0 0 0,3 3 0,41 25 0,157 114 0,272 245 0,-464-377 0,8 6 0,-2 0 0,19 24 0,-35-38-1365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6:19.512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0 537 24575,'17'2'0,"62"12"0,119 6 0,83-13 0,505-64 0,-84 0 0,413 55 0,-640 4 0,-243 7 0,-95-2 0,-137-7 0,0 0 0,1 0 0,-1 0 0,0 0 0,0 1 0,0-1 0,0 0 0,0 0 0,1 0 0,-1 0 0,0 0 0,0 0 0,0 0 0,0 0 0,0 0 0,1 0 0,-1 0 0,0 0 0,0 0 0,0 0 0,0 0 0,0 0 0,0 0 0,1 0 0,-1 0 0,0-1 0,0 1 0,0 0 0,0 0 0,0 0 0,0 0 0,1 0 0,-1 0 0,0 0 0,0 0 0,0 0 0,0-1 0,0 1 0,0 0 0,0 0 0,0 0 0,0 0 0,0 0 0,1 0 0,-1-1 0,0 1 0,0 0 0,0 0 0,0 0 0,0 0 0,0 0 0,0-1 0,0 1 0,0 0 0,0 0 0,0 0 0,0 0 0,0 0 0,-1-1 0,1 1 0,0 0 0,0 0 0,0 0 0,0 0 0,0 0 0,0-1 0,-13-11 0,-27-14 0,37 23 0,-87-47 0,-2 4 0,-162-57 0,1 1 0,198 76 0,1-2 0,-74-52 0,132 82 0,0 0 0,1 0 0,0 0 0,-1-1 0,9 2 0,15 5 0,22 16 0,-1 1 0,75 53 0,85 78 0,-137-99 0,-32-27 0,-6-6 0,-1 2 0,-2 1 0,49 54 0,-79-80 0,-1 0 0,1-1 0,0 1 0,-1 0 0,1 0 0,0 0 0,-1 0 0,1 0 0,-1 0 0,0 0 0,1 0 0,-1 0 0,0 0 0,1 0 0,-1 0 0,0 0 0,0 0 0,0 0 0,0 0 0,0 0 0,0 0 0,0 0 0,0 0 0,-1 0 0,1 0 0,0 0 0,-1 0 0,1 0 0,0 0 0,-1 0 0,1 0 0,-2 1 0,-1 2 0,-1-1 0,0 0 0,0 0 0,0 0 0,0 0 0,-6 2 0,7-4 0,0 1 0,0-1 0,0 1 0,0 0 0,0 0 0,0 0 0,1 1 0,-1-1 0,1 1 0,-1-1 0,1 1 0,-3 4 0,-2 10 0,-1 0 0,-1-1 0,0 0 0,-14 18 0,-50 56 0,69-86 0,1 0 0,1-1 0,-1 0 0,0 0 0,0-1 0,0 1 0,0-1 0,-6 4 0,1-1 0,0 0 0,0 1 0,1 0 0,0 0 0,0 0 0,0 1 0,1 0 0,0 0 0,-7 12 0,-15 15 0,-356 327 0,320-305 0,42-46-1365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6:26.394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0 179 24575,'19'-1'0,"-9"1"0,1 0 0,-1 1 0,0 0 0,1 1 0,-1 0 0,0 1 0,0 0 0,0 0 0,0 1 0,-1 0 0,1 1 0,-1 0 0,12 10 0,-14-9 0,0 0 0,-1 0 0,0 1 0,0 0 0,0 0 0,-1 0 0,0 1 0,-1 0 0,0 0 0,0 0 0,-1 0 0,0 1 0,0 0 0,-1-1 0,3 19 0,-2-5 0,-2 1 0,-1 32 0,0-45 0,-1-1 0,-1 1 0,1-1 0,-2 1 0,1-1 0,-1 0 0,0 0 0,-7 12 0,94-177 0,-31 70 0,3 2 0,133-148 0,-183 229 0,-6 11 0,-8 15 0,7-21 0,-31 77 0,-54 94 0,-16 38 0,98-203 0,1 0 0,0 1 0,1 0 0,-1 0 0,2 0 0,-2 10 0,3-17 0,0 1 0,0-1 0,0 1 0,1-1 0,-1 0 0,1 1 0,-1-1 0,1 0 0,0 1 0,0-1 0,0 0 0,0 0 0,0 0 0,0 0 0,1 0 0,-1 0 0,1 0 0,0 0 0,-1-1 0,1 1 0,0-1 0,0 1 0,0-1 0,0 0 0,0 1 0,0-1 0,0 0 0,3 1 0,7 2 0,1-1 0,-1 0 0,1-1 0,0 0 0,-1-1 0,1 0 0,0-1 0,14-2 0,102-18 0,-70 7-1365,-7 0-5461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6:26.982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308 0 24575,'33'4'0,"-28"-3"0,0 1 0,-1-1 0,1 1 0,0 0 0,-1 0 0,1 0 0,-1 1 0,0-1 0,0 1 0,0 0 0,0 0 0,-1 1 0,1-1 0,-1 1 0,0 0 0,6 8 0,-6-6 0,1 1 0,-1 1 0,-1-1 0,1 0 0,-1 1 0,-1-1 0,0 1 0,0 0 0,0 14 0,-2 3 0,-1 0 0,-1 0 0,-2-1 0,0 1 0,-15 39 0,14-49 0,3-2 0,-2-1 0,1 1 0,-1-1 0,-1 0 0,-1-1 0,1 1 0,-14 15 0,48-23 0,131 1 0,-48-3 0,-110-2 0,0 0 0,0 0 0,1 0 0,-1 0 0,0 0 0,0 0 0,0 0 0,0 1 0,0-1 0,0 0 0,1 1 0,-1-1 0,0 1 0,0-1 0,0 1 0,0-1 0,0 1 0,0 0 0,0-1 0,-1 1 0,1 0 0,0 0 0,0 0 0,-1 0 0,1 0 0,0 0 0,-1 0 0,1 0 0,-1 0 0,1 0 0,-1 0 0,1 0 0,-1 0 0,0 0 0,0 0 0,0 0 0,1 1 0,-1-1 0,0 0 0,0 0 0,0 0 0,-1 0 0,1 1 0,0-1 0,0 0 0,-1 0 0,0 2 0,-2 5 0,0 0 0,0-1 0,-1 1 0,0 0 0,-7 9 0,-2 1 9,-2-1 1,0-1-1,0 0 0,-2-1 0,0-1 1,0 0-1,-2-2 0,1 0 0,-2 0 0,1-2 1,-1-1-1,-26 9 0,3-4-257,0-2 1,0-2-1,-1-2 1,0-2-1,-50 1 1,19-5-6579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6:28.898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 0 24575,'0'0'0,"0"0"0,0 0 0,0 10 0,0 78 0,3 175 0,1-200 0,3-1 0,16 71 0,-23-132 0,1 4 0,1 1 0,-1 0 0,1-1 0,0 1 0,0-1 0,6 9 0,-8-13 0,1 0 0,0 0 0,-1-1 0,1 1 0,0-1 0,-1 1 0,1-1 0,0 1 0,-1-1 0,1 1 0,0-1 0,0 1 0,0-1 0,-1 0 0,1 0 0,0 1 0,0-1 0,0 0 0,0 0 0,1 0 0,0 0 0,-1-1 0,1 1 0,0 0 0,0-1 0,0 0 0,0 0 0,-1 1 0,1-1 0,0 0 0,-1 0 0,1 0 0,2-3 0,7-6 0,-2 0 0,1-1 0,-1 0 0,-1 0 0,0-1 0,0 0 0,-2-1 0,11-24 0,-3 1 0,-3 0 0,9-42 0,-11 25 0,17 101 0,-14-23 0,2 9 0,3-1 0,0-1 0,2 0 0,41 51 0,-57-80 0,-1-1 0,1 1 0,-1-1 0,1 1 0,0-1 0,-1 0 0,1 0 0,0 0 0,1-1 0,-1 1 0,0-1 0,0 1 0,1-1 0,-1 0 0,1 0 0,-1-1 0,1 1 0,-1-1 0,1 0 0,-1 0 0,1 0 0,6-1 0,-4-1 0,0 0 0,0 0 0,0-1 0,0 0 0,-1 0 0,0 0 0,1-1 0,-1 1 0,0-1 0,-1-1 0,1 1 0,4-6 0,6-9 0,0 0 0,-1-1 0,-1-1 0,-1 0 0,-1-1 0,-1-1 0,-1 1 0,12-48 0,-13 36 0,-2 0 0,-1 0 0,-1 0 0,-2-1 0,-5-62 0,-3 56-1365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6:29.695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45 0 24575,'-1'1'0,"0"-1"0,1 0 0,-1 0 0,1 1 0,-1-1 0,0 1 0,1-1 0,-1 1 0,1-1 0,-1 1 0,1-1 0,-1 1 0,1-1 0,-1 1 0,1-1 0,-1 1 0,1 0 0,0-1 0,-1 1 0,1 0 0,0 0 0,-1 0 0,-5 22 0,5-17 0,-6 26 27,2 1-1,1 0 0,2 0 1,2 43-1,0-30-775,-6 58 1,5-96-6078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6:31.935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0 508 24575,'0'0'0,"0"0"0,0 0 0,0 0 0,7-1 0,0 1 0,-1-1 0,1 0 0,0 0 0,-1-1 0,1 0 0,-1 0 0,1-1 0,-1 1 0,0-1 0,0-1 0,7-4 0,-4 1 0,-1 0 0,0 0 0,0-1 0,0-1 0,-1 1 0,0-1 0,5-10 0,-2 2 0,-1 0 0,0-1 0,-2-1 0,0 0 0,-1 1 0,-1-2 0,0 1 0,1-23 0,-4 22 0,-2-1 0,0 1 0,-4-31 0,3 42 0,-1-1 0,0 1 0,-1 0 0,1 1 0,-2-1 0,1 0 0,-1 1 0,0 0 0,-12-16 0,16 24 0,0 0 0,-1 0 0,1 0 0,-1 0 0,1 0 0,-1 0 0,1 1 0,-1-1 0,1 0 0,0 0 0,-1 0 0,1 0 0,-1 1 0,1-1 0,0 0 0,-1 0 0,1 1 0,0-1 0,-1 0 0,1 1 0,0-1 0,-1 0 0,1 1 0,0-1 0,0 0 0,-1 1 0,1-1 0,0 1 0,0-1 0,0 0 0,-1 1 0,1-1 0,0 1 0,-9 18 0,-3 14 0,1-1 0,2 1 0,2 1 0,1 0 0,-2 40 0,1 173 0,8-242 0,-2 58 0,3 1 0,3-1 0,15 70 0,-20-132 0,0-1 0,1 1 0,-1-1 0,0 0 0,1 1 0,-1-1 0,0 0 0,1 1 0,-1-1 0,1 0 0,-1 0 0,1 1 0,-1-1 0,0 0 0,1 0 0,-1 0 0,1 1 0,-1-1 0,1 0 0,-1 0 0,1 0 0,-1 0 0,1 0 0,-1 0 0,1 0 0,-1 0 0,1 0 0,-1 0 0,1 0 0,-1-1 0,1 1 0,-1 0 0,1 0 0,-1 0 0,1-1 0,-1 1 0,1 0 0,-1 0 0,0-1 0,1 1 0,23-14 0,-22 13 0,50-38 0,-1-1 0,57-60 0,22-18 0,-103 97 0,0 0 0,1 2 0,34-17 0,-57 34 0,-1-1 0,1 1 0,0 0 0,0 0 0,0 1 0,0 0 0,0-1 0,0 1 0,0 1 0,0-1 0,1 1 0,-1 0 0,0 0 0,0 1 0,8 1 0,-9 0 0,0-1 0,0 1 0,0 0 0,-1 1 0,1-1 0,0 1 0,-1-1 0,0 1 0,0 0 0,1 1 0,-2-1 0,1 0 0,0 1 0,-1 0 0,0-1 0,0 1 0,0 0 0,2 6 0,5 12 11,-2 1 0,0 0 0,-2 0-1,0 0 1,1 38 0,-4 122-439,-4-113-574,2-30-5824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6:32.801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0 185 24575,'25'-9'0,"54"-19"-120,366-115-1125,-427 138-5581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6:33.129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0 253 24575,'17'-5'0,"0"-1"0,-1-1 0,27-16 0,-6 4 0,316-154-1365,-312 154-5461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6:35.374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117 1 24575,'0'0'0,"0"0"0,0 0 0,-1 3 0,0 0 0,1-1 0,-1 1 0,0 0 0,0 0 0,0-1 0,-1 1 0,-1 3 0,-4 8 0,-14 38 0,3 2 0,3 0 0,2 1 0,-10 83 0,17-64 0,3-1 0,13 148 0,-10-221 0,0 3 0,0 1 0,1-1 0,-1 0 0,1 0 0,0 1 0,-1-1 0,1 0 0,3 5 0,-4-7 0,1-1 0,-1 0 0,0 0 0,0 0 0,1 1 0,-1-1 0,0 0 0,0 0 0,1 0 0,-1 0 0,0 0 0,1 0 0,-1 1 0,0-1 0,1 0 0,-1 0 0,0 0 0,1 0 0,-1 0 0,0 0 0,1 0 0,-1-1 0,0 1 0,1 0 0,-1 0 0,0 0 0,0 0 0,1 0 0,-1 0 0,0-1 0,1 1 0,16-16 0,3-9 0,-1-1 0,-1-1 0,-2 0 0,23-52 0,36-126 0,-71 191 0,-4 11 0,1 1 0,0-1 0,0 0 0,0 1 0,0-1 0,0 0 0,0 1 0,1-1 0,1-2 0,-2 4 0,0 1 0,0-1 0,0 1 0,0-1 0,0 1 0,0 0 0,0-1 0,0 1 0,1 0 0,-1 0 0,0 0 0,0 0 0,0 0 0,0 0 0,0 0 0,0 0 0,0 0 0,0 1 0,0-1 0,0 0 0,0 1 0,0-1 0,0 0 0,0 1 0,0 0 0,0-1 0,0 1 0,0-1 0,1 2 0,12 7 0,-1 1 0,0 0 0,0 1 0,-1 0 0,0 1 0,12 17 0,57 86 0,-64-88 0,89 142 0,-105-168 0,-1 0 0,1 0 0,0 0 0,-1 0 0,1-1 0,0 1 0,0 0 0,0 0 0,-1 0 0,1 0 0,0-1 0,0 1 0,0 0 0,0-1 0,0 1 0,1-1 0,-1 0 0,0 1 0,0-1 0,0 0 0,0 1 0,0-1 0,1 0 0,-1 0 0,0 0 0,0 0 0,0 0 0,0 0 0,1 0 0,-1-1 0,0 1 0,0 0 0,0-1 0,0 1 0,0-1 0,0 1 0,0-1 0,0 1 0,0-1 0,0 0 0,0 1 0,0-1 0,0 0 0,0 0 0,0 0 0,-1 0 0,2-1 0,5-6 0,0-1 0,-1 1 0,0-1 0,5-11 0,-11 20 0,20-37 0,-3-1 0,-1-1 0,-2-1 0,9-42 0,24-169 0,-37 163-1365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6:35.893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16 0 24575,'0'31'0,"-8"375"0,0 28 0,38-482 0,34-86 0,-30 60 0,74-121 0,-103 187 0,1 1 0,0 0 0,-1 0 0,2 0 0,-1 1 0,1 0 0,10-7 0,-15 11 0,0 1 0,0 0 0,0 0 0,1 0 0,-1 0 0,0 0 0,1 1 0,-1-1 0,0 0 0,1 1 0,-1 0 0,1 0 0,-1 0 0,0 0 0,1 0 0,-1 0 0,1 0 0,-1 1 0,1 0 0,-1-1 0,0 1 0,1 0 0,-1 0 0,0 0 0,0 0 0,0 0 0,0 1 0,0-1 0,0 1 0,0-1 0,3 4 0,1 3 0,1 0 0,-2 0 0,1 0 0,-1 1 0,0 0 0,-1 0 0,0 0 0,0 0 0,3 17 0,2 12 0,3 43 0,-9-65 0,21 203-1365,-19-183-5461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6:36.428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140 1 24575,'8'75'0,"-3"0"0,-3 1 0,-14 125 0,-6-68 0,-41 153 0,52-259 0,3-8 0,0 0 0,-2 0 0,0-1 0,-1 1 0,-15 26 0,22-45 0,0 0 0,0 0 0,0 0 0,-1-1 0,1 1 0,0 0 0,0 0 0,0 0 0,0-1 0,0 1 0,0 0 0,0 0 0,0 0 0,0 0 0,-1-1 0,1 1 0,0 0 0,0 0 0,0 0 0,0 0 0,-1 0 0,1 0 0,0-1 0,0 1 0,0 0 0,0 0 0,-1 0 0,1 0 0,0 0 0,0 0 0,-1 0 0,1 0 0,0 0 0,0 0 0,0 0 0,-1 0 0,1 0 0,0 0 0,0 0 0,0 0 0,-1 0 0,1 0 0,0 0 0,0 0 0,0 0 0,-1 1 0,1-1 0,0 0 0,0 0 0,0 0 0,0 0 0,0 0 0,-1 0 0,1 1 0,0-1 0,0 0 0,0 0 0,0 1 0,0-25 0,5-10 0,1 1 0,2 0 0,1 0 0,15-34 0,66-124 0,-65 148 0,1 0 0,36-42 0,-47 66 0,0 2 0,1 0 0,2 1 0,-1 1 0,2 0 0,33-20 0,-45 31 0,-1 1 0,1 0 0,0 0 0,0 1 0,0-1 0,0 2 0,0-1 0,0 1 0,12-1 0,-15 2 0,0 0 0,0 1 0,-1-1 0,1 1 0,0 0 0,0 0 0,-1 0 0,1 1 0,-1-1 0,1 1 0,-1 0 0,0 0 0,1 0 0,-1 0 0,0 0 0,0 1 0,0-1 0,-1 1 0,5 6 0,0 2 0,0 0 0,-1 0 0,0 1 0,-1 0 0,0 0 0,-1 1 0,-1-1 0,4 21 0,7 106 0,-13-40-455,-4 0 0,-17 101 0,17-173-6371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6:37.588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0 24575,'2'16'0,"15"138"0,23 325 0,-71 495 0,28-939 0,1-21 0,9-40 0,86-282 0,-67 242 0,2 1 0,59-95 0,-75 140 0,2 0 0,0 1 0,31-30 0,-40 44 0,0 0 0,0 0 0,1 1 0,-1 0 0,1 0 0,1 0 0,-1 1 0,0 0 0,1 0 0,0 0 0,-1 1 0,1 0 0,0 0 0,0 1 0,0 0 0,0 0 0,8 1 0,-9 1 0,0 1 0,0-1 0,0 1 0,0 1 0,0-1 0,-1 1 0,1 0 0,-1 0 0,0 1 0,0 0 0,0 0 0,0 0 0,-1 0 0,1 1 0,-1-1 0,0 1 0,-1 0 0,1 1 0,4 9 0,5 7 0,-2 2 0,-1-1 0,10 36 0,-9-21-1,-3 1-1,-1 0 0,-1 0 1,-1 65-1,-19 159 74,1-10-1501,14-207-5397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6:38.029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 26 24575,'0'0'0,"11"-5"0,5 0 0,0 1 0,-1 0 0,1 1 0,1 1 0,-1 0 0,0 1 0,23 2 0,-34 0 0,0-1 0,1 1 0,-1 0 0,0 1 0,0-1 0,0 1 0,0 0 0,0 0 0,0 1 0,0-1 0,-1 1 0,0 0 0,1 0 0,-1 1 0,0-1 0,0 1 0,-1 0 0,1 0 0,-1 0 0,0 1 0,0-1 0,0 1 0,-1-1 0,1 1 0,-1 0 0,2 7 0,3 15 0,-1 0 0,-1 1 0,-2 0 0,1 50 0,-16 114 0,2-124 0,-3 0 0,-44 129 0,57-197 0,0 0 0,0 1 0,-1-1 0,1 0 0,0 0 0,0 1 0,0-1 0,0 0 0,0 1 0,0-1 0,0 0 0,0 1 0,0-1 0,0 0 0,0 1 0,0-1 0,0 0 0,0 1 0,0-1 0,0 0 0,0 1 0,0-1 0,1 0 0,-1 1 0,0-1 0,0 0 0,0 0 0,0 1 0,1-1 0,-1 0 0,0 0 0,0 1 0,1-1 0,-1 0 0,0 0 0,0 0 0,1 1 0,-1-1 0,0 0 0,1 0 0,-1 0 0,0 0 0,0 0 0,1 0 0,-1 0 0,0 0 0,1 0 0,-1 0 0,0 0 0,1 0 0,-1 0 0,0 0 0,1 0 0,22-5 0,-19 4 0,70-24 0,-1-4 0,-1-3 0,-1-3 0,83-56 0,-121 69-682,35-30-1,-32 20-6143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6:39.031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1519 21 24575,'-7'-4'0,"-1"1"0,0 0 0,0 1 0,0-1 0,0 2 0,0-1 0,0 1 0,-1 0 0,-9 1 0,-8 1 0,-40 6 0,41-3 0,0 1 0,0 2 0,1 0 0,0 2 0,0 0 0,1 2 0,-32 19 0,25-10 0,1 1 0,1 1 0,1 1 0,-41 47 0,20-10 0,3 1 0,2 3 0,3 1 0,-43 98 0,42-72 0,5 2 0,3 2 0,5 1 0,4 1 0,4 1 0,4 1 0,5 0 0,4 1 0,4 0 0,5 0 0,4 0 0,35 177 0,-8-134 0,6-2 0,74 176 0,-36-140 0,126 209 0,-164-321 0,2-1 0,2-2 0,4-3 0,72 74 0,-95-111 0,0 0 0,2-1 0,0-2 0,1-1 0,1-1 0,1-1 0,0-1 0,1-2 0,1-1 0,0-1 0,0-2 0,51 9 0,-45-14 0,0-2 0,-1-1 0,1-2 0,0-1 0,-1-2 0,49-12 0,-38 4 0,-2-3 0,0-1 0,-1-2 0,60-34 0,-43 15 0,-2-2 0,-1-3 0,-3-3 0,-1-2 0,-3-2 0,75-92 0,-82 84 0,-3-1 0,-2-3 0,-3-1 0,-3-1 0,-3-2 0,-2-1 0,-3-1 0,-3-1 0,-3-2 0,-4 1 0,-2-2 0,-3 0 0,-4 0 0,-3-1 0,-2 0 0,-18-134 0,2 123 0,-4-1 0,-4 2 0,-3 1 0,-4 1 0,-3 2 0,-56-96 0,31 75 0,-5 3 0,-4 3 0,-4 3 0,-95-94 0,97 118 0,-2 2 0,-3 3 0,-2 4 0,-3 3 0,-144-74 0,162 100 0,0 2 0,-2 3 0,-1 2 0,0 3 0,-1 3 0,-1 3 0,0 3 0,-133-1 0,125 14 20,0 4 0,0 2 0,1 4 0,1 3 0,-78 29 0,63-13-391,2 4-1,1 3 1,-129 85 0,86-37-6455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6:42.234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14 1121 24575,'-8'69'0,"4"1"0,3-1 0,2 1 0,15 93 0,-14-154 0,-1 1 0,1-1 0,1 1 0,0-1 0,0 0 0,1 0 0,5 9 0,-8-16 0,1 1 0,0-1 0,0 0 0,0 1 0,0-1 0,0 0 0,0 0 0,0 0 0,1-1 0,-1 1 0,1-1 0,-1 1 0,1-1 0,0 0 0,0 0 0,-1 0 0,1 0 0,0 0 0,0-1 0,0 1 0,0-1 0,0 0 0,0 0 0,0 0 0,0 0 0,0-1 0,4 0 0,13-5 0,-1-1 0,0 0 0,0-1 0,-1-1 0,0-1 0,-1-1 0,28-21 0,47-39-4,126-123 1,67-103-586,-280 292 568,235-263-116,32-34 127,17 22 34,-269 262 12,-9 8 61,-1 1 0,1 0-1,0 0 1,1 2 0,24-13 0,-36 20-95,0 0 1,0 0 0,0 0-1,0 0 1,0 0-1,0 0 1,0 1-1,0-1 1,0 0-1,0 0 1,0 0-1,0 0 1,0 0-1,0 0 1,0 0 0,0 0-1,0 1 1,0-1-1,1 0 1,-1 0-1,0 0 1,0 0-1,0 0 1,0 0-1,0 0 1,0 0 0,0 0-1,0 0 1,0 0-1,1 0 1,-1 0-1,0 1 1,0-1-1,0 0 1,0 0-1,0 0 1,0 0 0,0 0-1,0 0 1,1 0-1,-1 0 1,0 0-1,0 0 1,0 0-1,0 0 1,0 0-1,0-1 1,0 1 0,1 0-1,-1 0 1,0 0-1,0 0 1,-10 13-20,9-12 22,-253 260 3,-20-20-93,254-223 66,-271 226-222,-329 210 1,597-439 261,3-2 94,0 0 0,0-2 0,-29 13 0,49-25-113,0 1-1,0 0 1,0 0-1,0 0 1,0 0-1,0 0 1,0 0-1,0 0 1,0 0 0,0 0-1,0 0 1,0 0-1,0 0 1,0 0-1,0-1 1,0 1-1,0 0 1,0 0 0,0 0-1,0 0 1,0 0-1,0 0 1,0 0-1,0 0 1,0 0 0,0 0-1,0 0 1,0 0-1,0 0 1,0-1-1,0 1 1,0 0-1,0 0 1,0 0 0,0 0-1,-1 0 1,1 0-1,0 0 1,0 0-1,0 0 1,0 0 0,0 0-1,0 0 1,0 0-1,0 0 1,0 0-1,0 0 1,0 0-1,0 0 1,0 0 0,0 0-1,-1 0 1,1 0-1,0 0 1,0 0-1,0 0 1,0 0 0,8-11 12,18-16-23,579-471-435,-509 422 36,413-313 223,26 43 200,-452 303-15,-82 43 16,-1-1 0,0 1 0,0 0 0,1 0 0,-1-1 0,0 1 0,1 0 0,-1 0 0,0 0-1,1-1 1,-1 1 0,0 0 0,1 0 0,-1 0 0,1 0 0,-1 0 0,0 0 0,1 0 0,-1 0 0,0 0 0,1 0 0,-1 0 0,1 0 0,-1 0 0,0 0 0,1 0 0,-1 0-1,0 0 1,1 0 0,-1 1 0,0-1 0,1 0 0,-1 0 0,0 0 0,1 1 0,-7 13 320,-25 23-224,-226 205-100,-25-16-167,-341 234-598,153-119 787,410-294 110,57-43 283,6-3-184,15-5-134,32-17-170,87-48 68,139-94 0,118-107-584,294-254 465,-676 513 217,-16 13 128,-30 23 104,-955 745-935,773-596 540,-172 138 58,387-310 0,8-4 0,19-10 0,93-50 84,136-95-1,98-98-54,-34 6-129,-18-24 108,-269 239-8,-31 30 79,-3 4-1431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6:46.032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288 1 24575,'5'22'0,"3"36"0,-3 1 0,-3 85 0,-22 117 0,-76 322 0,-45-10 0,93-399 0,46-234 0,10-5 0,3 0 0,3 1 0,3 0 0,3 1 0,2 1 0,57-110 0,-62 142 0,2 1 0,0 1 0,2 1 0,1 0 0,32-28 0,-39 41 0,0 0 0,2 2 0,-1 0 0,2 1 0,-1 0 0,2 1 0,-1 2 0,1 0 0,40-11 0,-55 17 0,0 1 0,0 1 0,1-1 0,-1 1 0,1 0 0,-1 0 0,0 0 0,1 0 0,-1 1 0,0-1 0,1 1 0,-1 1 0,0-1 0,0 0 0,0 1 0,0 0 0,0 0 0,5 3 0,-5-1 0,1 1 0,-1-1 0,1 1 0,-2-1 0,1 1 0,0 0 0,-1 1 0,0-1 0,0 1 0,0-1 0,2 10 0,1 8 0,-1-1 0,-1 0 0,-1 1 0,0 0 0,-3 43 0,-4 2 0,-4 0 0,-23 99 0,-51 129 0,-23 118 0,102-398-120,1-8-18,0 1 0,1-1-1,0 0 1,0 1 0,1-1-1,0 1 1,1-1-1,2 14 1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6:46.719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284 368 24575,'-4'-21'0,"5"12"0,0-1 0,1 1 0,0 0 0,1 0 0,0 0 0,0 0 0,1 0 0,0 1 0,0-1 0,1 1 0,0 0 0,7-7 0,7-9 0,1 1 0,31-27 0,-30 31 0,0 1 0,2 1 0,30-17 0,-43 28 0,1 0 0,0 1 0,0 1 0,0 0 0,1 0 0,-1 1 0,1 0 0,0 1 0,0 0 0,14 1 0,-22 1 0,1 0 0,0 0 0,0 1 0,0 0 0,-1 0 0,1 0 0,0 1 0,-1-1 0,1 1 0,-1 0 0,0 0 0,0 1 0,0-1 0,0 1 0,0 0 0,0 0 0,4 5 0,-4-3 0,0 1 0,0-1 0,-1 1 0,0 0 0,0 0 0,0 1 0,0-1 0,-1 1 0,0-1 0,2 14 0,-2 2 0,-1 0 0,0 1 0,-2 0 0,-1-1 0,0 0 0,-8 29 0,-7 15 0,-4-1 0,-2-1 0,-2-1 0,-4-1 0,-2-2 0,-3 0 0,-3-3 0,-1-1 0,-4-2 0,-59 61 0,86-99 0,8-8 0,0 0 0,0-1 0,-1 0 0,0 0 0,0-1 0,-1 0 0,-10 5 0,26-12 0,-1 0 0,0 1 0,0 0 0,0 0 0,1 1 0,8 1 0,11 0 0,15 0 0,19-1 0,103 16 0,-147-14 0,0 1 0,0 0 0,0 1 0,-1 0 0,0 1 0,0 1 0,0 1 0,-1 0 0,0 1 0,0 0 0,15 15 0,-22-18 0,-1 1 0,-1-1 0,1 1 0,-1 0 0,-1 1 0,1-1 0,-1 1 0,0 0 0,-1 0 0,0 0 0,0 0 0,2 14 0,-3-11 0,-1 1 0,-1-1 0,0 1 0,0 0 0,-1-1 0,-1 1 0,0-1 0,-5 18 0,-2-4 0,-1-1 0,-1 0 0,-1-1 0,-1 0 0,-1 0 0,0-2 0,-30 33 0,17-25 0,0-1 0,-2-2 0,-1-1 0,-1-1 0,-1-2 0,-63 34 0,77-47 0,0 0 0,0-2 0,-1 0 0,0-1 0,-1-1 0,1-1 0,-1-1 0,0 0 0,0-1 0,0-2 0,0 0 0,0-1 0,0-1 0,0 0 0,-20-7 0,31 7-85,-1-2 0,1 1-1,0-1 1,0-1 0,0 1-1,1-1 1,0-1 0,0 0-1,0 0 1,1-1 0,-1 1-1,2-2 1,-1 1 0,1-1-1,-6-10 1,-11-25-6741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6:47.094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0 24575,'19'11'0,"-2"-4"0,2 0 0,-1-2 0,1 0 0,37 5 0,80-2 0,-110-8 0,88 2-682,205-26-1,-280 19-6143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6:47.395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8 209 24575,'-2'0'0,"-4"4"0,14 2 0,4-2 0,-1-1 0,1-1 0,0 0 0,0 0 0,-1-1 0,1-1 0,17-1 0,89-14 0,-94 11 0,459-109 133,-130 25-1631,-298 77-5328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6:59.170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379 32 24575,'0'-2'0,"0"0"0,1 1 0,-1-1 0,1 1 0,0-1 0,-1 1 0,1-1 0,0 1 0,0-1 0,0 1 0,0 0 0,0 0 0,0-1 0,0 1 0,0 0 0,1 0 0,-1 0 0,0 0 0,1 0 0,-1 1 0,1-1 0,-1 0 0,1 1 0,-1-1 0,1 1 0,-1-1 0,1 1 0,0 0 0,-1-1 0,1 1 0,0 0 0,-1 0 0,1 0 0,0 0 0,1 1 0,1 0 0,1-1 0,-1 1 0,1 1 0,-1-1 0,0 0 0,1 1 0,-1 0 0,0 0 0,0 0 0,0 1 0,5 4 0,-3-1 0,0 1 0,0 0 0,-1 0 0,0 1 0,-1-1 0,0 1 0,0 0 0,0 1 0,-1-1 0,0 0 0,-1 1 0,0 0 0,0-1 0,-1 1 0,0 11 0,0 9 0,-1 0 0,-1-1 0,-7 41 0,-4-10 0,-2 0 0,-3-2 0,-2 1 0,-3-2 0,-37 69 0,-10 0 0,-93 125 0,138-216 0,-6 11 0,-72 81 0,103-133 0,0 0 0,0 0 0,0 0 0,1 0 0,3-7 0,26-57 0,3 1 0,65-98 0,104-121 0,-187 267 0,157-199 0,33-49 0,-227 338 0,-137 280 0,15-40 0,131-277 0,1 1 0,1 0 0,1 0 0,2 1 0,2 0 0,-2 40 0,6-61 0,1 0 0,0 0 0,1 0 0,1-1 0,0 1 0,0 0 0,1 0 0,1-1 0,0 0 0,0 0 0,1 0 0,1 0 0,0-1 0,0 0 0,1 0 0,0 0 0,1-1 0,0 0 0,0 0 0,16 11 0,-12-12 15,1 0 0,0 0 0,1-1 0,-1-1 0,2 0 0,-1-1 0,29 6 0,-15-7-386,1 0-1,0-1 1,32-2 0,11-4-6455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6:59.802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272 141 24575,'0'0'0,"7"-9"0,12-7 0,1 2 0,1 0 0,0 1 0,1 1 0,0 1 0,1 1 0,0 1 0,1 1 0,0 1 0,0 2 0,0 0 0,42-3 0,-59 8 0,1 0 0,-1 1 0,0-1 0,0 2 0,0-1 0,0 1 0,0 0 0,0 0 0,0 1 0,-1 0 0,1 0 0,-1 0 0,9 7 0,-11-6 0,0-1 0,0 1 0,0 0 0,0 1 0,-1-1 0,0 1 0,0 0 0,0-1 0,0 1 0,-1 0 0,0 1 0,0-1 0,-1 0 0,1 1 0,-1-1 0,0 1 0,0-1 0,-1 7 0,0 8 0,-1 0 0,0 0 0,-2 0 0,-1-1 0,0 1 0,-1-1 0,-11 26 0,-7 9 0,-36 64 0,22-54 0,-2-1 0,-3-2 0,-3-1 0,-2-3 0,-2-2 0,-105 89 0,153-143 0,-1-1 0,1 1 0,0 0 0,0-1 0,0 1 0,0 0 0,0 0 0,0-1 0,0 1 0,0 0 0,0 0 0,0 0 0,1 0 0,-1 1 0,0-1 0,1 0 0,-1 0 0,0 3 0,24-9 0,8-4 0,9 2 0,0 0 0,0 3 0,0 1 0,76 5 0,-102 0 0,-1 0 0,0 1 0,0 1 0,0 0 0,-1 0 0,1 1 0,-1 1 0,12 7 0,-16-8 0,0 1 0,-1 0 0,0 0 0,0 1 0,0 0 0,-1 0 0,0 0 0,0 1 0,-1 0 0,0 0 0,0 0 0,5 15 0,-6-11 0,0 0 0,0 1 0,-1 0 0,-1-1 0,0 1 0,-1 0 0,0 0 0,-1 0 0,-1 0 0,-2 17 0,0-11 0,-2-1 0,0 0 0,-1 0 0,-1 0 0,0-1 0,-15 25 0,3-13 0,-1 0 0,-1-2 0,-1-1 0,-1 0 0,-1-2 0,-2-1 0,-40 29 0,43-35 0,-2-2 0,0 0 0,-1-2 0,0-1 0,-38 12 0,50-20 0,-1 0 0,1-1 0,-1 0 0,0-1 0,0-1 0,0 0 0,0-1 0,0-1 0,0 0 0,0-1 0,0-1 0,-14-4 0,23 5-72,0 0 1,0-1-1,1 0 0,-1 0 0,1 0 0,0 0 0,-1-1 0,2 0 1,-1 0-1,0 0 0,1-1 0,0 1 0,0-1 0,0 0 0,1 0 1,-1-1-1,1 1 0,-4-12 0,-7-23-6754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7:13.447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895 1 24575,'-12'5'0,"2"3"0,-1 1 0,1 0 0,0 0 0,1 1 0,0 0 0,-9 15 0,-42 74 0,50-82 0,-38 77 0,4 1 0,4 3 0,-31 116 0,-59 317 0,112-451 0,-262 1243-609,238-1086 547,-14 274-1,50-361 44,6-1-1,8 1 1,26 154-1,-7-160-5,5-2 0,80 216-1,-77-269 201,5-1-1,2-2 0,5-2 0,110 148 0,-145-214-342,2-2-1,0 1 1,1-2-1,1 0 1,0-1-1,1 0 1,20 11-1,-1-7-6657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7:14.233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43 556 24575,'0'11'0,"2"0"0,-1 0 0,1 1 0,5 13 0,2 12 0,19 116 0,9 174 0,-32-236 0,-5 0 0,-4 0 0,-19 120 0,22-206 0,-1 7 0,0 0 0,-1 0 0,-9 23 0,12-35 0,0 0 0,0 1 0,0-1 0,0 0 0,0 0 0,-1 1 0,1-1 0,0 0 0,0 0 0,0 1 0,-1-1 0,1 0 0,0 0 0,0 0 0,-1 1 0,1-1 0,0 0 0,0 0 0,-1 0 0,1 0 0,0 0 0,0 0 0,-1 0 0,1 1 0,0-1 0,-1 0 0,1 0 0,0 0 0,-1 0 0,1 0 0,0 0 0,-1 0 0,1-1 0,0 1 0,0 0 0,-1 0 0,1 0 0,0 0 0,-1 0 0,1 0 0,0 0 0,0-1 0,-1 1 0,1 0 0,0 0 0,0 0 0,0-1 0,-1 1 0,1 0 0,0 0 0,0-1 0,0 1 0,0 0 0,-1 0 0,1-1 0,0 1 0,0 0 0,0-1 0,0 1 0,0 0 0,0-1 0,-12-22 0,0-10 0,1-1 0,2 0 0,1-1 0,-6-67 0,7-146 0,14 76 0,37-220 0,74-162 0,-97 484 0,-21 70 0,0-1 0,1 1 0,-1 0 0,0 0 0,0 0 0,0-1 0,0 1 0,0 0 0,0 0 0,1 0 0,-1-1 0,0 1 0,0 0 0,0 0 0,1 0 0,-1 0 0,0 0 0,0 0 0,0-1 0,1 1 0,-1 0 0,0 0 0,0 0 0,1 0 0,-1 0 0,0 0 0,0 0 0,1 0 0,-1 0 0,0 0 0,0 0 0,0 0 0,1 0 0,-1 0 0,0 0 0,0 0 0,1 1 0,-1-1 0,0 0 0,1 0 0,12 10 0,9 14 0,2 10 0,-1 1 0,-1 0 0,-2 2 0,21 56 0,43 166 0,-9 135 0,-33 5 0,-6-34 0,-28-308-682,16 61-1,-17-92-6143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7:16.289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841 215 24575,'-3'-21'0,"2"19"0,0-1 0,0 0 0,1 1 0,0-1 0,-1 1 0,1-1 0,0 0 0,0 1 0,0-1 0,1-4 0,3-2 0,0 0 0,0 0 0,1 1 0,0 0 0,10-13 0,-3 5 0,1 4 0,-1 2 0,-25 14 0,-255 115 0,-351 105 0,619-224 0,0 0 0,-1 0 0,1 0 0,0 1 0,0-1 0,0 0 0,0 0 0,0 0 0,-1 0 0,1 0 0,0 0 0,0 1 0,0-1 0,-1 0 0,1 0 0,0 0 0,0 0 0,0 0 0,-1 0 0,1 0 0,0 0 0,0 0 0,0 0 0,-1 0 0,1 0 0,0 0 0,0 0 0,0 0 0,-1 0 0,1-1 0,0 1 0,0 0 0,0 0 0,-1 0 0,1 0 0,0 0 0,0 0 0,0 0 0,0-1 0,-1 1 0,1 0 0,0 0 0,0 0 0,0 0 0,0-1 0,0 1 0,0 0 0,0 0 0,-1 0 0,1 0 0,0-1 0,0 1 0,0 0 0,0-1 0,8-13 0,20-18 0,19-12 0,1 2 0,1 1 0,3 3 0,1 3 0,2 1 0,1 3 0,2 3 0,73-26 0,-95 45-1365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7:34.222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1 591 24575,'32'5'0,"52"20"0,0 4 0,102 50 0,150 98 0,130 57 0,-256-156 0,218 52 0,228 22 0,-629-146 0,1659 279 0,-286-185 0,4-103 0,-1288 1 0,731-1 0,14 0 0,-204-35 0,-2-33 0,202-18 0,384 5 0,-936 74 0,-31 2 0,-201 2 0,126-26 0,65-39 0,25-6 0,-52 30 0,41-9 0,-196 35 0,106-41 0,-90 22 0,-1-4 0,-2-5 0,-2-3 0,-3-5 0,-2-4 0,-3-3 0,99-98 0,124-148 0,59-59 0,-398 381 0,6-4 0,-1380 456 0,1461-501 0,39-17 0,107-45 0,113-29 0,-229 94 0,-36 14 0,242-84 0,-289 103 0,0 1 0,-1 0 0,1 0 0,0 0 0,0 0 0,-1 1 0,1-1 0,0 1 0,0 0 0,-1-1 0,1 1 0,-1 0 0,1 1 0,-1-1 0,1 0 0,-1 1 0,0-1 0,1 1 0,-1 0 0,0 0 0,0 0 0,0 0 0,2 4 0,7 6 0,-2 1 0,16 26 0,-20-29 0,15 27 0,-2 1 0,-2 0 0,-1 1 0,-2 1 0,-2 0 0,-1 0 0,7 69 0,-12-37 0,-2 0 0,-4 0 0,-15 115 0,15-174 0,-7 25 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7:35.429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325 133 24575,'-31'-17'0,"-101"-65"0,131 82 0,1 0 0,-1 0 0,1 0 0,0 0 0,-1 0 0,1-1 0,-1 1 0,1 0 0,0 0 0,-1 0 0,1 0 0,-1 0 0,1 0 0,0 0 0,-1 0 0,1 0 0,-1 0 0,1 1 0,0-1 0,-1 0 0,1 0 0,0 0 0,-1 0 0,1 1 0,0-1 0,-1 0 0,1 0 0,0 1 0,-1-1 0,1 0 0,0 0 0,-1 1 0,1-1 0,0 0 0,0 1 0,0-1 0,-1 1 0,1-1 0,0 0 0,0 1 0,0-1 0,0 0 0,0 1 0,0-1 0,-1 1 0,-2 24 0,3-25 0,-1 35 0,1-1 0,2 1 0,7 40 0,28 104 0,-29-145 0,151 573 0,-131-511 0,-31-101 0,1 0 0,-1-1 0,-1 1 0,1 0 0,-6-6 0,-8-12 0,-30-58 0,2-3 0,5-1 0,-48-143 0,49 97 0,-42-255 0,80 376 0,0 4 0,0 1 0,0 0 0,1-1 0,-1 1 0,2-1 0,0-7 0,-1 11 0,1 1 0,-1-1 0,1 0 0,0 1 0,0-1 0,0 0 0,0 1 0,0-1 0,0 1 0,0 0 0,0-1 0,1 1 0,-1 0 0,0 0 0,1 0 0,-1 0 0,1 0 0,0 0 0,-1 0 0,1 0 0,-1 0 0,1 1 0,2-1 0,17-5 0,0 1 0,0 2 0,0 0 0,33-1 0,91 9 0,-140-5 0,528 54 0,182 7 0,-381-72 0,-254 4 0,-1-4 0,92-25 0,-152 28 60,-28 0-481,-1 2-583,-7-6-5822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7:00.119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7 0 24575,'0'0'0,"0"0"0,0 0 0,0 0 0,0 1 0,-1 0 0,0 1 0,0-2 0,1 1 0,-4 3 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7:01.856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 1 24575,'0'0'0,"0"0"0,0 0 0,0 0 0,1 0 0,-1 0 0,1 1 0,-1-1 0,1 0 0,-1 0 0,1 1 0,-1-1 0,0 0 0,1 1 0,-1-1 0,1 0 0,-1 1 0,0-1 0,1 1 0,-1-1 0,0 0 0,1 1 0,-1-1 0,0 1 0,0-1 0,1 1 0,-1 0 0,14 47 0,-3 1 0,11 100 0,-14-91 0,16 181 0,24 145 0,-43-359 0,1 0 0,1-1 0,1 1 0,1-1 0,2-1 0,15 28 0,-25-49 0,0 0 0,0 0 0,0-1 0,0 1 0,0-1 0,0 1 0,0-1 0,1 1 0,-1-1 0,0 0 0,1 1 0,-1-1 0,1 0 0,-1 0 0,1 0 0,0 0 0,0-1 0,-1 1 0,1 0 0,0-1 0,0 1 0,0-1 0,0 0 0,-1 1 0,1-1 0,0 0 0,0 0 0,0 0 0,0 0 0,0-1 0,0 1 0,0-1 0,-1 1 0,1-1 0,0 1 0,0-1 0,-1 0 0,4-2 0,2-2 0,-1 0 0,0 0 0,0-1 0,-1 0 0,0 0 0,0-1 0,0 0 0,4-8 0,12-24 0,-1-1 0,-3-1 0,-1-1 0,19-74 0,-19 41 0,12-148 0,-27 206 0,1 0 0,0-1 0,-2 0 0,0 1 0,-1-1 0,-6-28 0,7 46 0,0 0 0,0 0 0,0 0 0,0 1 0,0-1 0,0 0 0,0 0 0,0 0 0,0 0 0,-1 0 0,1 0 0,0 0 0,0 0 0,0 0 0,0 0 0,0 0 0,0 0 0,0 0 0,0 0 0,0 0 0,0 0 0,0 0 0,0 0 0,0 0 0,0 0 0,0 0 0,0 0 0,-1 0 0,1 0 0,0 0 0,0 0 0,0 0 0,0 0 0,0 0 0,0 0 0,0 0 0,0 0 0,0-1 0,0 1 0,0 0 0,0 0 0,0 0 0,0 0 0,0 0 0,0 0 0,0 0 0,0 0 0,0 0 0,0 0 0,0 0 0,0 0 0,0 0 0,0 0 0,0 0 0,0 0 0,-3 9 0,0 17 0,1 42 0,2 1 0,4-1 0,21 122 0,-16-147 0,2-1 0,2 0 0,2-1 0,1-1 0,2 0 0,2-1 0,27 39 0,-41-68 0,1-1 0,-1 0 0,2-1 0,15 15 0,-21-21 0,0-1 0,0 1 0,0-1 0,0 1 0,0-1 0,1 0 0,-1 0 0,1 0 0,-1 0 0,1-1 0,-1 1 0,1-1 0,-1 1 0,1-1 0,0 0 0,-1 0 0,1 0 0,-1 0 0,1 0 0,-1-1 0,1 1 0,0-1 0,-1 0 0,1 0 0,-1 0 0,3-1 0,3-3 0,-1 0 0,0 0 0,0-1 0,-1 1 0,1-2 0,-1 1 0,0-1 0,-1 0 0,0 0 0,8-13 0,1-7 0,20-51 0,-13 18 0,-3-1 0,-2 0 0,9-78 0,-15 49 0,-2-151 0,-15 161-1365,12 91-5461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7:02.154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9 253 24575,'-8'-100'0,"8"99"0,1 0 0,-1 0 0,1 0 0,-1 1 0,1-1 0,0 0 0,-1 1 0,1-1 0,0 1 0,0-1 0,0 0 0,-1 1 0,1 0 0,0-1 0,0 1 0,0-1 0,0 1 0,0 0 0,0 0 0,0 0 0,0 0 0,0-1 0,1 1 0,5-1 0,148-47 0,-85 25 0,1 2 0,116-18 0,-124 33-1365,-40 3-5461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7:02.434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6 1 24575,'-3'30'0,"1"1"0,4 52 0,0-16 0,-3 327-1365,1-369-5461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7:02.650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65 24575,'26'9'0,"1"-5"0,0-2 0,1-1 0,-1 0 0,36-6 0,111-23 0,-101 15 0,39-10-1365,-65 10-5461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7:03.202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183 0 24575,'-2'69'0,"-4"-1"0,-14 74 0,-41 132 0,40-185 0,17-72 0,-65 256 0,85-323 0,3 1 0,1 0 0,26-45 0,-27 62 0,0 2 0,2 0 0,1 1 0,1 1 0,33-31 0,-52 55 0,0 1 0,0-1 0,0 1 0,0 0 0,0 0 0,1 1 0,-1-1 0,1 1 0,6-2 0,-9 3 0,0 1 0,0 0 0,0 0 0,0 0 0,0 0 0,0 0 0,0 0 0,0 1 0,0-1 0,0 1 0,0-1 0,0 1 0,0 0 0,0 0 0,-1 0 0,1 0 0,0 0 0,-1 0 0,1 0 0,-1 0 0,1 1 0,-1-1 0,1 1 0,-1-1 0,0 1 0,2 2 0,5 7 0,-1 1 0,-1 0 0,1 1 0,-2-1 0,0 1 0,0 1 0,-2-1 0,4 17 0,0 12 0,1 58 0,-7-23-341,-4 0 0,-3 1-1,-25 116 1,18-130-6485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7:04.317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0 211 24575,'2'0'0,"1"0"0,-1 0 0,1 0 0,-1 0 0,0-1 0,1 1 0,-1-1 0,0 0 0,4-1 0,6-2 0,103-21 0,772-141 0,-879 165-54,18-3-134,1 1 1,0 1 0,0 1 0,-1 2-1,1 0 1,30 6 0,-49-4-6639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7:04.672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 0 24575,'0'0'0,"0"0"0,0 8 0,23 516 0,-28-2 0,1-242 0,1 282-1365,4-549-5461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7:07.298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383 1 24575,'-9'16'0,"-26"65"0,4 1 0,-31 127 0,44-147 0,-148 686 0,137-546 0,-3 357 0,32-535 0,-1-7 0,1 0 0,1-1 0,1 1 0,5 23 0,-7-41 0,1 1 0,-1 0 0,1 0 0,-1 0 0,1-1 0,-1 1 0,0 0 0,1 0 0,-1-1 0,1 1 0,-1 0 0,1-1 0,-1 1 0,0-1 0,1 1 0,-1-1 0,0 1 0,1 0 0,-1-1 0,0 1 0,0-1 0,0 1 0,1-1 0,-1 0 0,0 1 0,0-1 0,0 1 0,0-1 0,10-23 0,-5 10 0,-1 1 0,-1-1 0,0 0 0,-1 0 0,-1 0 0,0-1 0,-1-19 0,0 29 0,1 1 0,0-1 0,0 1 0,1 0 0,-1-1 0,1 1 0,0 0 0,0 0 0,0 0 0,6-7 0,3-7 0,16-35 0,125-221 0,-133 247 0,1 0 0,0 0 0,2 2 0,1 1 0,1 1 0,1 0 0,35-22 0,-48 37 0,0 1 0,0 0 0,0 0 0,1 2 0,17-6 0,-27 10 0,1 0 0,-1 0 0,1 0 0,-1 1 0,1 0 0,0 0 0,-1 0 0,1 0 0,-1 0 0,1 1 0,-1-1 0,1 1 0,-1 0 0,1 0 0,-1 1 0,1-1 0,-1 1 0,0-1 0,0 1 0,0 0 0,0 0 0,0 0 0,0 1 0,-1-1 0,4 4 0,3 7 0,1 0 0,-2 1 0,0 0 0,0 1 0,-1 0 0,-1 0 0,-1 0 0,7 28 0,-3 2 0,7 86 0,-13-45 0,-14 164 0,-39 84 0,33-260 22,-8 54-1409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7:08.838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198 168 24575,'0'0'0,"9"-9"0,8-7 0,2 1 0,-1 0 0,2 2 0,0 0 0,1 1 0,0 1 0,0 1 0,38-11 0,-33 13 0,1 1 0,0 1 0,0 1 0,1 2 0,-1 1 0,1 1 0,32 3 0,-53-2 0,-1 1 0,0 0 0,1 0 0,-1 0 0,0 1 0,1 0 0,-1 0 0,0 1 0,-1-1 0,1 1 0,0 1 0,-1-1 0,0 1 0,1 0 0,-2 0 0,1 0 0,0 1 0,-1 0 0,0 0 0,0 0 0,0 0 0,-1 0 0,1 1 0,-1 0 0,-1 0 0,1 0 0,-1 0 0,0 0 0,2 12 0,-1 1 0,-1 0 0,-1-1 0,-1 1 0,-1 0 0,0-1 0,-1 1 0,-1-1 0,-1 1 0,-1-1 0,-9 24 0,-3 0 0,-1-1 0,-3 0 0,-29 43 0,-2-9 0,-3-2 0,-4-3 0,-84 79 0,-222 168 0,364-317 0,1 1 0,-1-1 0,0 0 0,1 1 0,-1-1 0,0 0 0,1 1 0,-1-1 0,1 1 0,-1-1 0,1 1 0,-1-1 0,1 1 0,-1 0 0,1-1 0,-1 1 0,1 0 0,0-1 0,-1 1 0,1 0 0,0-1 0,0 1 0,0 0 0,-1 1 0,22 1 0,-12-3 0,84-1 0,-1-4 0,149-28 0,-156 20 0,345-59-1365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7:09.104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0 24575,'0'0'0,"0"0"0,0 0 0,0 0 0,0 0 0,0 1 0,0 0 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7:10.804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91 1 24575,'1'3'0,"0"0"0,0 1 0,-1-1 0,1 0 0,-1 1 0,1-1 0,-1 1 0,0-1 0,-1 0 0,1 1 0,-1-1 0,0 4 0,-1 6 0,-41 311 0,23-211 0,-8 188 0,32-199 0,-3-91 0,1 0 0,0 0 0,0 0 0,1 0 0,1 0 0,0-1 0,6 12 0,-9-21 0,0 0 0,-1 1 0,1-1 0,0 0 0,0 1 0,0-1 0,1 0 0,-1 0 0,0 0 0,0 0 0,1 0 0,-1 0 0,0 0 0,1-1 0,-1 1 0,1 0 0,-1-1 0,1 1 0,-1-1 0,1 0 0,-1 1 0,4-1 0,-2 0 0,1 0 0,-1-1 0,1 1 0,-1-1 0,1 0 0,-1 0 0,1 0 0,-1-1 0,6-2 0,3-4 0,0 0 0,-1 0 0,0-1 0,11-11 0,-3 1 0,0-2 0,-2 0 0,0-1 0,-1-1 0,-2 0 0,0-2 0,-2 1 0,0-1 0,14-49 0,-19 162 0,-3-11 0,17 169 0,-20-244 0,-1-1 0,0 1 0,0-1 0,1 1 0,-1 0 0,1-1 0,-1 1 0,1-1 0,0 1 0,0-1 0,0 1 0,0-1 0,0 1 0,0-1 0,0 0 0,2 2 0,-2-3 0,0 1 0,-1-1 0,1 1 0,0-1 0,0 0 0,0 0 0,0 1 0,0-1 0,0 0 0,0 0 0,0 0 0,0 0 0,0 0 0,0 0 0,0 0 0,0-1 0,0 1 0,0 0 0,0 0 0,1-1 0,4-2 0,-1 0 0,0-1 0,0 1 0,0-1 0,-1 0 0,1 0 0,6-9 0,5-7 0,0-2 0,-2 1 0,-1-2 0,-1 0 0,0 0 0,-2-1 0,10-36 0,-7 14 0,-2-2 0,-2 0 0,3-52 0,-10 74-273,-1-1 0,-1 1 0,-1-1 0,-6-31 0,5 49-6553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7:11.433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153 0 24575,'0'0'0,"-1"7"0,-65 322 0,36-199 0,-23 224 0,51-319 0,2 1 0,1-1 0,2 0 0,9 46 0,-7-149 0,17-238 0,-13 250 0,2 1 0,3 0 0,30-78 0,-44 132 0,0 1 0,0-1 0,1 0 0,-1 1 0,0-1 0,0 0 0,1 1 0,-1-1 0,0 0 0,1 1 0,-1-1 0,0 1 0,1-1 0,-1 0 0,1 1 0,-1-1 0,1 1 0,-1 0 0,1-1 0,-1 1 0,1-1 0,0 1 0,-1 0 0,2-1 0,-1 2 0,0 0 0,0 0 0,0 0 0,0 0 0,0 0 0,0 0 0,0 0 0,0 0 0,-1 0 0,1 0 0,-1 1 0,1-1 0,0 2 0,7 18 0,0 1 0,-2-1 0,0 1 0,-2 0 0,3 26 0,2 116 0,-9-126 0,0 123 38,6 93-1441,-5-244-5423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7:11.995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74 1 24575,'-2'36'0,"-12"66"0,4-34 0,-1 11 0,-21 210 0,28-224 0,3 0 0,11 95 0,-10-151 0,5 20 0,2-25 0,3-15 0,103-215 0,-78 148 0,50-81 0,-84 158 0,-1 1 0,0-1 0,1 0 0,-1 0 0,1 1 0,-1-1 0,1 1 0,-1-1 0,1 0 0,0 1 0,-1-1 0,1 1 0,-1-1 0,1 1 0,0 0 0,0-1 0,-1 1 0,1 0 0,0-1 0,0 1 0,-1 0 0,1 0 0,0 0 0,0 0 0,-1 0 0,1 0 0,0 0 0,1 0 0,-1 0 0,1 1 0,0 0 0,-1 0 0,1-1 0,-1 1 0,0 0 0,1 0 0,-1 0 0,0 1 0,1-1 0,-1 0 0,1 3 0,4 3 0,-1 1 0,-1 0 0,1 0 0,3 10 0,0 8 0,0 1 0,-2 0 0,-1 1 0,-1-1 0,-1 1 0,-2 0 0,-2 37 0,-30 194 0,-2-92-1365,30-154-5461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7:12.590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 1 24575,'73'55'0,"-2"4"0,-2 3 0,-3 3 0,-4 3 0,98 136 0,-112-134 0,-3 3 0,-4 2-1,-3 1 1,-3 2 0,35 118 0,-41-90 1,-4 1-1,-6 1 1,11 190 0,-27-139-46,-7 0-1,-25 159 0,-91 299-376,52-360 422,-12-4 0,-180 391 0,138-408 233,91-182-125,-3-1 0,-50 59 0,83-110-180,0-1 1,0 1-1,0-1 0,-1 0 0,1 1 0,0-1 0,-1 0 0,1 0 1,-1 0-1,1 0 0,-1 0 0,1 0 0,-1 0 0,0-1 0,1 1 1,-1 0-1,0-1 0,-2 1 0,-3-1-6754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7:53.102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1514 471 24575,'-4'-1'0,"-1"0"0,1-1 0,0 0 0,-1 1 0,1-1 0,0-1 0,0 1 0,0-1 0,1 0 0,-1 1 0,0-2 0,-5-5 0,-9-7 0,-3 2 0,-1 1 0,0 1 0,-1 1 0,0 1 0,-1 1 0,0 1 0,0 1 0,-48-7 0,59 13 0,0 0 0,0 1 0,-1 0 0,1 1 0,0 0 0,0 1 0,-1 1 0,2 0 0,-22 8 0,16-3 0,1 1 0,0 0 0,0 1 0,1 1 0,0 0 0,-15 14 0,4 2 0,1 0 0,1 2 0,1 1 0,2 1 0,1 0 0,-22 45 0,-90 202 0,-45 83 0,166-339 0,-175 337 0,153-282 0,3 1 0,-38 147 0,44-95 0,6 0 0,5 2 0,6 0 0,18 259 0,19-59 0,20 313 0,-60-334 0,1-125 0,10-136 0,2 0 0,3 0 0,1 0 0,17 59 0,74 188 0,-78-247 0,3-1 0,49 80 0,-58-108 0,2-1 0,0 0 0,2-1 0,0-1 0,1-1 0,0 0 0,1-1 0,26 15 0,-15-14 0,1 0 0,1-3 0,0 0 0,1-2 0,1-2 0,-1-1 0,1-1 0,1-2 0,0-1 0,0-2 0,64-3 0,-6-4 0,0-5 0,-1-3 0,150-41 0,-164 30 0,-1-4 0,-1-3 0,-2-3 0,104-63 0,-145 73 0,0-2 0,-2 0 0,-1-3 0,-1 0 0,-1-2 0,-2 0 0,-1-2 0,34-58 0,5-25 0,63-160 0,-117 254 0,23-57 0,-4-1 0,-3-1 0,-4-1 0,-3-1 0,-3-1 0,-5 0 0,-3-1 0,-3 0 0,-11-130 0,-16 26 0,-9 0 0,-8 2 0,-8 1 0,-7 3 0,-146-321 0,-24 37 0,-183-425 0,362 760 0,-50-251 0,87 345-227,0 0-1,-2 1 1,-2 0-1,-2 1 1,-24-47-1,-7 12-6598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8:48.5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2912 667 24575,'-44'-70'0,"-3"3"0,-103-115 0,112 143 0,-2 2 0,-1 2 0,-1 1 0,-2 3 0,-72-40 0,82 54 0,0 1 0,-1 3 0,0 0 0,-1 3 0,0 0 0,-1 3 0,1 1 0,-73-3 0,62 10 0,0 2 0,1 2 0,0 2 0,0 2 0,-85 28 0,74-15 0,1 2 0,1 3 0,1 2 0,-52 38 0,26-8 0,3 4 0,2 3 0,4 3 0,3 4 0,-89 120 0,82-86-176,4 4-1,5 2 1,-61 146-1,62-98 29,-85 326-1,28 190 95,67 3 75,47 162-21,85-4 0,-55-698 0,7-1 0,6-1 0,5-2 0,61 134 0,-66-195 0,3-1 0,4-2 0,55 73 0,-56-93 0,1-1 0,3-3 0,2-2 0,79 61 0,-73-69 0,2-2 0,1-3 0,2-2 0,1-3 0,1-3 0,1-2 0,90 22 0,-68-28 0,-1-3 0,2-4 0,0-4 0,0-3 0,106-11 0,-74-4 0,0-6 0,-2-5 0,148-49 0,-129 26 0,-3-6 0,167-93 0,-187 81 0,-2-5 0,-3-4 0,-4-5 0,-3-5 0,-4-4 0,-4-3 0,-3-5 0,-5-3 0,-4-4 0,-5-2 0,-5-5 0,-4-1 0,-5-4 0,-5-2 0,70-224 0,-88 208 0,-6-1 0,-6-2 0,-6 0 0,-6-1 0,-6 0 0,-6-1 0,-19-155 0,-1 144 0,-7 0 0,-6 2 0,-6 1 0,-6 2 0,-7 2 0,-91-177 0,43 135 0,-8 5 0,-198-249 0,148 237 0,-329-304 0,371 393-128,-4 5 0,-189-116 0,230 166 259,-1 4 1,-3 3-1,-1 4 0,-1 3 1,-131-29-1,208 59-77,-4-1 46,0 0 0,0 2 0,0-1 0,-18 1 0,27 1-96,0 1-1,0-1 0,0 1 1,0-1-1,0 1 1,0 0-1,0 0 0,1 0 1,-1 0-1,0 1 1,0-1-1,1 1 0,-1 0 1,1 0-1,0 0 0,-1 0 1,1 0-1,0 0 1,0 0-1,0 1 0,1-1 1,-4 6-1,3-4-3,0 0 0,-1 1 0,2-1 0,-1 0 0,0 1 0,1 0 0,0-1 0,0 1 0,0 0 0,1-1 0,-1 1 0,1 0 0,0 0 0,1 6 0,0-10-26,-1-1 0,1 1-1,-1-1 1,0 1 0,1-1-1,-1 1 1,1-1 0,0 1-1,-1-1 1,1 0 0,-1 1-1,1-1 1,-1 0 0,1 1 0,0-1-1,-1 0 1,1 0 0,0 0-1,-1 0 1,1 0 0,0 1-1,-1-1 1,2-1 0,0 2-708,7 0-6092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2:35.3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5028 213 24575,'-27'-15'0,"-35"-16"0,-1 3 0,-2 3 0,0 3 0,-2 2 0,0 4 0,-90-11 0,-18 10 0,-226 5 0,233 19 0,1 8 0,1 6 0,-273 72 0,-473 196 0,679-208 0,131-46 0,-165 81 0,227-95 0,2 3 0,0 0 0,1 3 0,2 1 0,1 1 0,-56 63 0,39-27 0,3 2 0,-45 83 0,-66 153 0,151-286 0,-68 142 0,8 3 0,6 3 0,-56 246 0,-3 293 0,47 9 0,45-403 0,-22 196 0,-91 1048 0,132-1381 0,8 1 0,7 0 0,8 0 0,7-1 0,8-2 0,50 169 0,149 416 0,-183-634 0,6-3 0,5-1 0,4-3 0,126 178 0,-47-107 0,280 291 0,-269-328 0,5-6 0,7-8 0,6-6 0,202 117 0,-226-164 0,3-7 0,3-7 0,3-6 0,3-7 0,1-6 0,3-8 0,174 23 0,-129-38 0,386-3 0,-443-29 0,-1-7 0,0-7 0,200-52 0,-222 36 0,-2-4 0,-2-7 0,-2-4 0,148-88 0,-182 86 0,-2-3 0,-2-3 0,-3-5 0,-3-2 0,-3-3 0,75-95 0,-50 35 0,-6-4 0,-6-4 0,-5-3 0,81-204 0,-55 70 0,103-426 0,-26-278-283,-70-10-1,-62 112 284,-53 604 0,-45-331 0,4 317 0,-13 2 0,-12 3 0,-12 3 0,-12 4 0,-245-496 0,209 530 142,-286-399 0,302 492-71,-7 4 0,-6 6-1,-223-186 1,267 259-71,-2 3 0,-3 5 0,-3 3 0,-2 4 0,-2 4 0,-2 4 0,-1 5 0,-2 4 0,-1 4 0,-1 5 0,-2 4 0,-139-8 0,196 25-682,-64 7-1,35 4-6143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2:38.6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1721 17 24575,'0'0'0,"0"0"0,6 3 0,51 20 0,1-2 0,0-2 0,1-3 0,64 8 0,245 14 0,430-39-448,2-62-186,-467 34 805,-145 13-171,739-35 0,-910 51 44,-11 0 45,0 0 1,0 0-1,0 0 1,1 1-1,-1 0 0,0 0 1,8 3-1,-14-4-86,0 0-1,0 0 0,0 0 1,0 0-1,0 0 1,-1 0-1,1 0 0,0 0 1,0 1-1,0-1 0,0 0 1,0 0-1,0 0 1,0 0-1,0 0 0,-1 0 1,1 0-1,0 0 0,0 0 1,0 1-1,0-1 0,0 0 1,0 0-1,0 0 1,0 0-1,0 0 0,0 0 1,0 0-1,0 1 0,0-1 1,0 0-1,0 0 0,0 0 1,0 0-1,0 0 1,0 1-1,0-1 0,0 0 1,0 0-1,0 0 0,0 0 1,0 0-1,0 0 1,0 1-1,0-1 0,0 0 1,0 0-1,0 0 0,0 0 1,0 0-1,0 0 0,1 0 1,-1 0-1,0 0 1,0 1-1,0-1 0,0 0 1,0 0-1,0 0 0,0 0 1,1 0-1,-1 0 0,0 0 1,0 0-1,0 0 1,0 0-1,0 0 0,0 0 1,1 0-1,-15 5-20,13-5 22,-35 11-4,-49 6 0,36-8 0,-152 26 0,-521 67-719,-784 10 0,1042-99 695,-1007 41-217,1326-45 191,-267 6 47,375-19 730,32 0 143,23 1-711,341-4-159,-246 9 0,655 6-925,768 4-525,0-47 1399,-1514 34 860,1 0-1,23-6 1,-54 4-809,-1 0 0,1 1 0,-1 0 0,0 0 0,0 1 0,-16-1 0,-9 0 0,-409-10-23,-12 24-889,360-9 500,-10 1 342,-2039 47-129,1812-51-20,-359 3-536,223 10 3190,468-11-2266,7 3-183,18 7 14,-1-1 0,2-1 0,-1-2 0,1 0 0,49 7 0,-61-13 0,165 28-173,247 10-1,191-28-934,-576-12 1094,1711-19 14,-850 4 0,-702 13 36,807-34-450,-988 35 367,-11 1 358,0-1 0,0 0 0,0 0 0,13-5 0,-19 3 18,-10-2-319,-1 1-10,0 0 0,-1 1 0,1 0 0,-1 1 0,0 0 0,0 1 0,-12-1 0,-9-1 0,-364-23-7,-13 23-756,286 3 216,-2803-55-189,2639 43 705,-426-7 1603,764 33-1060,43 0-506,136 1-1,109-18-138,-315 2 103,1869-106-2770,-1144 55 2955,-463 33-375,1005-50 638,-1250 69 1125,-29 1-796,-25-1-438,7-22-309,-18 7-1365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2:45.527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 0 24575,'0'0'0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4:53.639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411 81 24575,'20'-19'0,"20"6"0,1 1 0,0 2 0,1 1 0,79-4 0,-98 10 0,0 2 0,0 1 0,1 1 0,-1 0 0,45 11 0,-57-10 0,0 2 0,-1 0 0,1 0 0,-1 1 0,0 0 0,0 0 0,-1 1 0,1 1 0,-1 0 0,-1 0 0,1 0 0,-1 1 0,0 1 0,9 12 0,-4 0 0,0 1 0,-2 1 0,0 0 0,-1 1 0,-2 0 0,0 0 0,6 39 0,-4 1 0,4 116 0,-14-82 0,-4 0 0,-4-1 0,-5 0 0,-3-1 0,-5-1 0,-43 121 0,33-132 0,-4-1 0,-3-2 0,-4-1 0,-3-3 0,-3-1 0,-4-3 0,-62 69 0,90-116 0,0-1 0,-2-2 0,-1 0 0,0-1 0,-54 31 0,69-47 0,1 0 0,-1 0 0,-1-1 0,1 0 0,-1-1 0,1-1 0,-1 0 0,0-1 0,0 0 0,-1-1 0,1 0 0,0-1 0,0-1 0,0 0 0,-1-1 0,1 0 0,0-1 0,-15-5 0,19 3 0,-1 0 0,1-1 0,0 1 0,0-2 0,0 1 0,1-1 0,0 0 0,1-1 0,-1 0 0,1 0 0,1-1 0,0 0 0,0 0 0,1 0 0,0-1 0,0 0 0,1 0 0,-4-16 0,1 1 0,0-1 0,2 0 0,2 0 0,0 0 0,1 0 0,4-41 0,1 27 0,3 2 0,1-1 0,2 1 0,1 0 0,21-49 0,-8 36 0,1 2 0,3 0 0,42-57 0,-10 29 0,4 3 0,3 2 0,149-123 0,-96 105-1365,-110 84-5461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4:54.670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1888 1 24575,'-121'15'0,"-131"-13"0,-140 10 0,344-6 0,0 1 0,0 3 0,1 1 0,0 3 0,1 1 0,-45 23 0,50-16 0,0 0 0,2 3 0,1 1 0,-66 60 0,81-63 0,0 0 0,2 2 0,1 0 0,1 1 0,1 1 0,2 1 0,-26 55 0,37-70 0,1-1 0,0 1 0,0 0 0,2 0 0,-1 0 0,2 1 0,-1-1 0,2 0 0,0 1 0,1-1 0,0 0 0,1 1 0,0-1 0,1 0 0,0 0 0,2 0 0,-1-1 0,1 1 0,1-1 0,0 0 0,1-1 0,0 1 0,1-1 0,0-1 0,1 0 0,0 0 0,1 0 0,-1-1 0,20 13 0,0-4 0,0 0 0,1-2 0,1-1 0,0-2 0,1-1 0,0-1 0,1-2 0,36 5 0,1-3 0,0-3 0,133-3 0,-183-5 0,-10 0 0,1 0 0,-1-1 0,0 0 0,11-3 0,-26 14 0,-26 23 0,-2-1 0,-1-1 0,-1-3 0,-45 29 0,46-33 0,-534 327 0,426-269 0,122-70 0,-6 2 0,1 1 0,-35 29 0,55-40 0,0 0 0,0 1 0,0 0 0,1 0 0,0 0 0,0 1 0,0-1 0,0 1 0,1 0 0,0 0 0,0 0 0,1 0 0,0 1 0,0-1 0,0 1 0,-1 10 0,3-14 0,0 0 0,0 0 0,1 1 0,-1-1 0,1 0 0,0 0 0,0 0 0,0 0 0,0 0 0,0 0 0,1 0 0,-1 0 0,1 0 0,0-1 0,0 1 0,0 0 0,0-1 0,0 0 0,1 1 0,-1-1 0,1 0 0,-1 0 0,1-1 0,0 1 0,0-1 0,4 3 0,7 1 0,0 0 0,0 0 0,0-1 0,25 3 0,23 1 0,0-4 0,0-2 0,0-2 0,106-16 0,244-64 0,-384 74 0,275-62-1365,-270 62-5461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4:55.473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317 191 24575,'-1'-2'0,"0"1"0,0 0 0,1-1 0,-1 1 0,0-1 0,1 1 0,-1 0 0,1-1 0,-1 1 0,1-1 0,0 0 0,0 1 0,0-1 0,0 1 0,0-1 0,0 1 0,0-4 0,6 0 0,-1-1 0,1 2 0,0-1 0,0 0 0,0 1 0,1 0 0,0 1 0,-1 0 0,10-4 0,-1 1 0,37-18 0,2 2 0,73-19 0,-102 35 0,1 0 0,0 2 0,1 1 0,-1 1 0,1 1 0,-1 1 0,38 6 0,-56-5 0,-1 0 0,1 1 0,-1-1 0,1 2 0,-1-1 0,0 1 0,0 0 0,0 1 0,0 0 0,0 0 0,-1 0 0,0 1 0,0 0 0,0 0 0,0 0 0,-1 1 0,0 0 0,0 0 0,-1 0 0,0 1 0,0 0 0,0-1 0,-1 1 0,0 1 0,0-1 0,0 0 0,-1 1 0,-1-1 0,1 1 0,0 12 0,-2 1 0,0 1 0,-2-1 0,0 0 0,-1 0 0,-1 0 0,-2 0 0,0-1 0,-1 0 0,0 0 0,-2 0 0,-18 29 0,4-11 0,-3 0 0,-1-2 0,-1-1 0,-50 47 0,44-57 0,36-26 0,1-1 0,-1 1 0,1 0 0,-1 0 0,1 0 0,0 0 0,-1 0 0,1 0 0,0 1 0,0-1 0,0 1 0,4 0 0,2-1 0,32-4 0,-1 3 0,0 1 0,75 8 0,-51 2 0,106 29 0,-160-35 0,1 1 0,-1-1 0,0 2 0,0-1 0,0 2 0,-1-1 0,1 1 0,-1 0 0,-1 1 0,1 0 0,-1 1 0,-1 0 0,14 16 0,-16-16 0,0 0 0,-1 1 0,0 0 0,0 0 0,-1 0 0,0 1 0,0-1 0,-1 1 0,0-1 0,-1 1 0,0 0 0,-1-1 0,0 1 0,0 0 0,-4 17 0,-1-4 0,-1 0 0,-1 0 0,-1-1 0,-1 0 0,-1-1 0,-1 0 0,-1 0 0,0-1 0,-2-1 0,-26 30 0,3-10 0,-1-1 0,-1-3 0,-74 52 0,67-57 0,-1-1 0,-1-3 0,-1-2 0,-1-1 0,-2-3 0,1-3 0,-67 14 0,86-24 0,0-2 0,0-1 0,0-2 0,0-1 0,-1-1 0,1-2 0,0-1 0,-1-2 0,2-1 0,-1-1 0,1-2 0,0-1 0,-46-22 0,64 24-227,-1 0-1,1-1 1,0 0-1,1-1 1,-16-16-1,-5-11-6598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4:56.743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0 223 24575,'820'-35'29,"-9"-42"-508,-112 8 304,422 28 175,3 64 0,439-6 0,-1259-26 521,-301 9-1782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4:59.735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197 4 24575,'1'-1'0,"-1"1"0,0 0 0,0 0 0,0-1 0,0 1 0,0 0 0,1 0 0,-1 0 0,0 0 0,0 0 0,0 0 0,0-1 0,0 1 0,1 0 0,-1 0 0,0 0 0,0 0 0,0 0 0,0 0 0,1 0 0,-1 0 0,0 0 0,0 0 0,0 0 0,0 0 0,1 0 0,-1 0 0,0 0 0,0 0 0,0 0 0,1 0 0,-1 0 0,0 0 0,0 0 0,0 0 0,0 0 0,1 0 0,-1 0 0,0 0 0,0 0 0,0 0 0,0 0 0,1 1 0,-1-1 0,0 0 0,0 0 0,0 0 0,0 0 0,0 0 0,0 0 0,0 1 0,1-1 0,-1 0 0,0 0 0,0 0 0,0 1 0,52 29 0,-1 2 0,-1 2 0,-2 2 0,78 77 0,-99-84 0,-1 1 0,-1 0 0,-2 2 0,-2 1 0,0 1 0,-3 1 0,0 0 0,17 55 0,-20-35 0,-2 1 0,-3 0 0,-2 1 0,-3 0 0,-2 0 0,-2 0 0,-4 0 0,-17 105 0,-5-37 0,-6-1 0,-87 224 0,54-193 0,-86 149 0,98-214 0,-4-2 0,-123 148 0,168-223 0,8-8 0,-1 0 0,0 0 0,-1 0 0,1-1 0,-1 1 0,0-1 0,0-1 0,0 1 0,-10 5 0,14-9 0,0 0 0,0 0 0,0 0 0,0 0 0,0 0 0,1 0 0,-1 0 0,0 0 0,0 0 0,0 0 0,0-1 0,1 1 0,-1 0 0,0-1 0,0 1 0,1 0 0,-1-1 0,0 1 0,0-1 0,1 1 0,-1-1 0,1 0 0,-1 1 0,1-1 0,-1 0 0,1 1 0,-1-1 0,1 0 0,-1 0 0,1 1 0,0-1 0,-1-1 0,-9-30 0,8 14 0,0-1 0,2 0 0,0 0 0,0 0 0,2 1 0,1-1 0,7-30 0,6-4 0,29-71 0,7 7 0,131-212 0,105-90 0,-281 410-1365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5:00.675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159 0 24575,'-2'23'0,"-21"365"0,-1 0 0,-27-25 0,-4 45 0,54-397 0,0 0 0,0 0 0,1 0 0,1 16 0,-2-26 0,1 0 0,0 0 0,0 0 0,1 0 0,-1 0 0,0 0 0,0 0 0,0 0 0,1 0 0,-1 0 0,0 0 0,1 0 0,-1 0 0,1 0 0,-1 0 0,1 0 0,-1 0 0,1 0 0,0-1 0,0 1 0,-1 0 0,1-1 0,0 1 0,0 0 0,0-1 0,0 1 0,-1-1 0,1 1 0,0-1 0,0 1 0,0-1 0,0 0 0,0 0 0,0 1 0,0-1 0,0 0 0,0 0 0,0 0 0,0 0 0,1 0 0,-1 0 0,0 0 0,0-1 0,0 1 0,1-1 0,6-2 0,1-1 0,-1 0 0,0 0 0,-1-1 0,1 0 0,-1-1 0,0 1 0,12-14 0,48-60 0,-61 71 0,37-52 0,-2-3 0,-3-1 0,-2-2 0,-4-1 0,-2-2 0,-4-1 0,27-109 0,-50 165 0,0 3 0,0-1 0,0 1 0,-1 0 0,-1-1 0,0 0 0,0 1 0,-1-1 0,-1 1 0,-3-22 0,0 32 0,-2 8 0,-5 14 0,-2 16 0,2 1 0,1 0 0,2 0 0,-7 75 0,12-37 0,8 121 0,2-121 0,22 94 0,-19-127 0,2 0 0,2-1 0,30 63 0,-37-91 0,1 0 0,0-1 0,1 0 0,0 0 0,18 18 0,-24-28 0,-1 0 0,1-1 0,0 1 0,0-1 0,0 0 0,0 1 0,1-1 0,-1-1 0,1 1 0,-1 0 0,1-1 0,0 0 0,-1 0 0,1 0 0,0 0 0,0-1 0,0 1 0,0-1 0,-1 0 0,1 0 0,0 0 0,0-1 0,0 1 0,0-1 0,-1 0 0,1 0 0,0-1 0,3-1 0,4-3 0,-2 0 0,1 0 0,-1-2 0,0 1 0,0-1 0,-1 0 0,14-18 0,44-72 0,-33 38 0,-3-1 0,-2-1 0,-3-2 0,-3-1 0,-2 0 0,-4-1 0,-2-1 0,-3-1 0,-4 1 0,-2-2 0,-3 1 0,-10-93 0,7 151 0,-12-84 0,10 83 0,1 1 0,-2-1 0,1 0 0,-1 1 0,-1 0 0,-7-12 0,7 18-1365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5:01.348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46 0 24575,'-12'207'0,"3"-77"0,3 0 0,-12 409 0,48-674 0,-9 50 0,4 2 0,4 0 0,3 2 0,4 1 0,3 2 0,4 2 0,3 2 0,64-80 0,-102 144 0,-3 3 0,0 1 0,0 0 0,0 0 0,1 0 0,0 1 0,9-6 0,-14 10 0,1 0 0,-1 1 0,0-1 0,1 1 0,-1-1 0,1 1 0,0 0 0,-1-1 0,1 1 0,-1 0 0,1 0 0,-1 0 0,1 0 0,-1 1 0,1-1 0,0 0 0,-1 1 0,1-1 0,-1 1 0,1-1 0,-1 1 0,0-1 0,1 1 0,-1 0 0,0 0 0,1 0 0,-1 0 0,0 0 0,0 0 0,0 0 0,0 0 0,0 1 0,0-1 0,0 0 0,0 1 0,-1-1 0,1 0 0,0 2 0,10 16 0,-2 0 0,0 1 0,-1 0 0,-1 0 0,-1 0 0,0 1 0,2 26 0,9 152 0,-24 162 0,-27 0 0,6-81 0,27-274-1365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5:02.115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9 1 24575,'0'0'0,"0"8"0,-9 716 0,15 657 0,-5-1343 0,1 10 0,-1-46 0,0-7 0,3-30 0,5-69 0,38-325 0,-31 325 0,6 2 0,38-114 0,-57 208 0,64-176 0,-54 153 0,2 2 0,0 0 0,37-51 0,-51 78 0,0 1 0,0 0 0,1-1 0,-1 1 0,0 0 0,0 0 0,1 0 0,-1-1 0,0 2 0,1-1 0,-1 0 0,1 0 0,-1 0 0,1 1 0,-1-1 0,1 1 0,0-1 0,-1 1 0,1-1 0,0 1 0,0 0 0,-1 0 0,1 0 0,0 0 0,-1 0 0,1 0 0,0 1 0,-1-1 0,1 1 0,0-1 0,-1 1 0,1-1 0,-1 1 0,1 0 0,-1 0 0,1 0 0,-1 0 0,1 0 0,-1 0 0,0 0 0,0 0 0,2 2 0,3 4 0,1 0 0,-1 1 0,0 0 0,-1 0 0,0 0 0,6 12 0,3 15 0,-1 0 0,-2 0 0,-1 1 0,-2 1 0,5 51 0,1 191 0,-42 445 131,-1-87-1627,29-624-5330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5:02.586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86 0 24575,'2'24'0,"13"394"0,-38 2 0,-37-23-1365,41-283-5461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7:29.023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394 255 24575,'0'0'0,"0"1"0,1-1 0,-1 1 0,1-1 0,-1 0 0,1 1 0,0-1 0,-1 1 0,1-1 0,-1 0 0,1 0 0,0 1 0,-1-1 0,1 0 0,0 0 0,-1 0 0,1 0 0,0 1 0,0-1 0,-1 0 0,2-1 0,0 2 0,23 1 0,0-1 0,39-3 0,-45 1 0,508-56 0,0-32 0,-438 72 0,106-20 0,134-23 0,-317 60 0,-13 4 0,-25 11 0,-18 7 0,-76 27 0,97-41 0,-305 105-201,-5-14-1,-4-16 1,-400 48-1,699-126 202,-19 3 0,-105 1 0,147-13 423,34-3-40,94-17-383,148-13 0,-180 27 0,1377-103-995,-1424 112 995,322-7 0,-257 11 0,155 23 0,-247-26 77,0 1-1,-1 1 1,1-1-1,-1 1 1,1 0-1,-1 0 1,0 1-1,0 0 1,0 0 0,0 0-1,0 1 1,5 4-1,-39-3-1441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5:07.064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1 133 24575,'0'0'0,"8"7"0,3-3 0,1-1 0,-1-1 0,1 0 0,0 0 0,0-1 0,0 0 0,0-1 0,12-2 0,-11 1 0,169-12 0,241-51 0,42-5 0,-441 66-170,1 1-1,0 1 0,-1 2 1,1 0-1,-1 1 0,1 2 1,41 10-1,-37-1-6655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5:07.391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0 339 24575,'50'-11'0,"171"-43"0,859-192 0,-998 230-1365,-15 5-5461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5:13.743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320 0 24575,'0'0'0,"14"7"0,59 35 0,-1 3 0,-2 2 0,-3 4 0,-1 3 0,-3 3 0,-3 2 0,-2 3 0,-3 3 0,70 106 0,-98-128 0,-1 0 0,-3 2 0,-1 1 0,-3 1 0,-1 0 0,-3 1 0,-1 1 0,-3 0 0,-2 1 0,-2 0 0,-3 1 0,-1-1 0,-5 54 0,-6-30 0,-2 0 0,-4-1 0,-4 0 0,-2-2 0,-34 79 0,18-66 0,-4-1 0,-4-2 0,-94 133 0,109-176 0,0-1 0,-3-1 0,-1-2 0,-1-1 0,-2-2 0,-42 28 0,61-48 0,-1 0 0,0-2 0,-1 0 0,0-2 0,0 0 0,-1-1 0,-21 4 0,26-7 0,0-2 0,0 0 0,0 0 0,0-2 0,0 0 0,0 0 0,1-2 0,-1 0 0,0 0 0,-23-10 0,24 7 0,1 0 0,-1-1 0,2 0 0,-1-1 0,1-1 0,0 0 0,1 0 0,0-1 0,0-1 0,1 0 0,1 0 0,-1-1 0,2 0 0,0-1 0,0 1 0,2-2 0,-11-25 0,10 16 0,1 1 0,1-1 0,1 1 0,1-1 0,1-1 0,0 1 0,2 0 0,1 0 0,1 0 0,10-43 0,1 15 0,3 2 0,2 0 0,2 1 0,3 1 0,1 0 0,2 2 0,50-65 0,-4 21 0,3 3 0,120-106 0,-70 85-1365,-82 75-5461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5:14.381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1800 8 24575,'0'0'0,"-1"-1"0,1 1 0,0-1 0,-1 1 0,1-1 0,-1 1 0,1-1 0,-1 1 0,1 0 0,-1-1 0,1 1 0,-1 0 0,0-1 0,1 1 0,-1 0 0,1 0 0,-1-1 0,0 1 0,1 0 0,-1 0 0,0 0 0,1 0 0,-1 0 0,0 0 0,0 0 0,-27 0 0,22 0 0,-94 2 0,-165 26 0,-96 48 0,278-54 0,-149 59 0,206-70 0,0 2 0,1 1 0,1 0 0,0 2 0,1 1 0,1 0 0,0 2 0,1 1 0,-27 33 0,40-43 0,1 0 0,1 1 0,0 0 0,0 0 0,1 0 0,0 0 0,1 1 0,0 0 0,1 0 0,1 0 0,0 0 0,0 1 0,1-1 0,1 0 0,1 14 0,0-13 0,2 0 0,-1 1 0,2-1 0,0 0 0,1-1 0,0 1 0,0-1 0,2 0 0,-1 0 0,2-1 0,-1 0 0,2 0 0,14 15 0,0-3 0,2-1 0,1-1 0,1-1 0,0-1 0,2-2 0,0-1 0,1-1 0,0-1 0,1-2 0,42 11 0,-72-23 0,-1 0 0,1 0 0,-1 0 0,1 0 0,0 0 0,-1 0 0,1 1 0,-1-1 0,1 0 0,-1 0 0,1 1 0,-1-1 0,1 0 0,-1 1 0,1-1 0,-1 0 0,0 1 0,1-1 0,-1 0 0,1 1 0,-1-1 0,0 1 0,0-1 0,1 1 0,-1-1 0,0 1 0,0-1 0,1 1 0,-1-1 0,0 1 0,0 0 0,0-1 0,0 1 0,0-1 0,0 1 0,0-1 0,0 1 0,0 0 0,0-1 0,0 1 0,0-1 0,0 1 0,0-1 0,-1 1 0,1-1 0,-1 2 0,-20 27 0,18-25 0,-70 72 0,-3-3 0,-97 71 0,126-106 0,-48 38 0,16-16 0,-119 121 0,189-171 0,0 0 0,1 1 0,0-1 0,1 1 0,0 1 0,1 0 0,-6 13 0,10-21 0,1 1 0,0 0 0,0-1 0,0 1 0,0 0 0,1-1 0,0 1 0,0 0 0,0-1 0,0 1 0,1 0 0,0 0 0,0-1 0,0 1 0,0-1 0,1 1 0,0-1 0,0 0 0,0 1 0,0-1 0,1 0 0,5 7 0,2-1 0,1 0 0,0 0 0,0-1 0,1-1 0,0 0 0,1 0 0,-1-1 0,1-1 0,1 0 0,-1-1 0,15 4 0,18 3 0,-1-2 0,54 5 0,-42-9-170,1-2-1,0-3 0,-1-3 1,1-2-1,-1-3 0,0-2 1,92-27-1,-77 12-6655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5:14.993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647 37 24575,'0'0'0,"5"-2"0,31-7 0,0 0 0,0 3 0,1 1 0,-1 2 0,1 1 0,0 2 0,0 1 0,-1 2 0,1 2 0,-1 1 0,60 18 0,-93-23 0,1 1 0,-1-1 0,1 0 0,-1 1 0,0 0 0,0 0 0,0 0 0,0 0 0,0 0 0,0 0 0,-1 1 0,1-1 0,-1 1 0,1 0 0,-1 0 0,0 0 0,0 0 0,2 5 0,-3-3 0,0 0 0,0 0 0,0 0 0,-1 0 0,1 0 0,-1 1 0,0-1 0,-1 0 0,0 0 0,1 0 0,-2 0 0,-2 9 0,-7 17 0,-1-1 0,-2 0 0,-1 0 0,-29 41 0,-87 104 0,-26 7 0,156-181 0,0-1 0,1 1 0,-1 0 0,1 0 0,-1-1 0,1 1 0,-1 0 0,1 0 0,-1 0 0,1 0 0,0 0 0,0 0 0,-1 0 0,1 0 0,0 0 0,0 0 0,0 0 0,0-1 0,0 1 0,0 0 0,0 0 0,0 0 0,1 0 0,-1 0 0,0 0 0,0 0 0,1 0 0,-1 0 0,1 0 0,-1 0 0,1-1 0,-1 1 0,1 0 0,0 0 0,-1-1 0,2 2 0,33 24 0,-30-23 0,49 27 0,1-3 0,1-3 0,84 25 0,60 25 0,-198-73 0,1 0 0,0 0 0,-1 0 0,1 1 0,-1-1 0,1 1 0,-1-1 0,0 1 0,1 0 0,-1 0 0,0 0 0,0 0 0,0 0 0,-1 0 0,1 1 0,0-1 0,-1 1 0,0-1 0,1 1 0,-1 0 0,0-1 0,-1 1 0,1 0 0,0 0 0,-1-1 0,1 1 0,-1 0 0,0 0 0,0 0 0,0 0 0,0 0 0,-1 0 0,1-1 0,-1 1 0,0 0 0,-1 4 0,-3 5 0,-1 0 0,0 0 0,-1-1 0,0 0 0,-1 0 0,-17 18 0,-6 3 0,-2-1 0,-1-2 0,-1-1 0,-1-2 0,-2-1 0,-75 36 0,40-28 0,-1-4 0,-1-3 0,-81 17 0,78-26 60,-143 13 0,180-28-308,-1-1 1,0-3-1,1-1 1,-1-1-1,-47-13 1,42 3-6579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5:15.449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1 235 24575,'47'6'0,"-10"0"0,110 5-64,232-11 0,154-43-553,-459 35 576,620-65-130,477-40-985,2 93 742,-1149 21 441,587 52 848,-608-53-865,9 3 938,-12-3-967,1 0-1,-1 0 0,0 0 0,0 1 1,0-1-1,0 0 0,0 0 0,1 0 1,-1 0-1,0 0 0,0 0 0,0 1 1,0-1-1,0 0 0,0 0 0,0 0 1,0 0-1,0 1 0,0-1 0,0 0 0,0 0 1,0 0-1,0 1 0,0-1 0,0 0 1,0 0-1,0 0 0,0 0 0,0 1 1,0-1-1,0 0 0,0 0 0,0 0 1,0 0-1,0 1 0,0-1 0,0 0 1,0 0-1,0 0 0,-1 0 0,1 0 1,0 1-1,0-1 0,0 0 0,0 0 1,0 0-1,0 0 0,-1 0 0,1 0 0,0 0 1,0 1-1,-12 7-6477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5:16.016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482 1 24575,'30'13'0,"11"8"0,0 1 0,-1 3 0,-1 1 0,-2 2 0,-1 1 0,-1 2 0,-1 2 0,52 65 0,-61-65 0,-2 0 0,-2 2 0,-1 0 0,-1 1 0,-2 1 0,-2 1 0,-2 0 0,-1 1 0,-1 1 0,6 58 0,-12-37 0,-4 0 0,-2 0 0,-2 0 0,-4 0 0,-2-1 0,-2 0 0,-3 0 0,-28 70 0,9-41 0,-5-3 0,-4 0 0,-3-3 0,-89 124 0,87-145 0,-2-1 0,-59 56 0,82-92 0,-1-2 0,-1 0 0,-1-2 0,-1-1 0,-1-1 0,-57 26 0,77-41 0,0 0 0,0-1 0,0 0 0,0-1 0,0 0 0,0 0 0,-1-1 0,1-1 0,-1 0 0,-16-2 0,22 1 0,1-1 0,0 1 0,-1-1 0,1 0 0,0 0 0,0 0 0,0-1 0,1 0 0,-1 0 0,0 0 0,1 0 0,0-1 0,0 0 0,0 0 0,0 0 0,1 0 0,0 0 0,-1-1 0,1 0 0,1 1 0,-1-1 0,1 0 0,-3-9 0,0-3 0,2 0 0,-1-1 0,2 1 0,0-1 0,2 0 0,0 0 0,0 0 0,2 1 0,0-1 0,5-18 0,6-18 0,3 1 0,22-51 0,8-2 30,4 1 0,5 3 0,77-107 0,-27 66-773,165-177 1,-245 293-6084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5:17.046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903 0 24575,'14'217'0,"-16"-124"0,-13 95 0,-26 92 0,8-61 0,30-196 0,-7 76 0,9-91 0,1 1 0,1-1 0,0 1 0,0-1 0,0 0 0,1 0 0,0 0 0,1 0 0,4 9 0,-6-14 0,1-1 0,-1 1 0,1-1 0,0 0 0,0 0 0,0 0 0,0 0 0,0 0 0,0 0 0,1 0 0,-1-1 0,0 1 0,1-1 0,0 0 0,-1 1 0,1-1 0,0-1 0,-1 1 0,1 0 0,0-1 0,0 1 0,0-1 0,0 0 0,-1 0 0,1 0 0,0 0 0,3-1 0,4-1 0,0 0 0,0 0 0,0-1 0,0-1 0,0 1 0,13-9 0,1-2 0,1-2 0,-2-1 0,0-1 0,-1-1 0,-1 0 0,0-2 0,-2-1 0,-1 0 0,24-38 0,-20 25 0,-2 0 0,-2-2 0,-1 0 0,-2-1 0,-1 0 0,9-50 0,-16 54 0,4-53 0,-10 73 0,-1 0 0,0 1 0,-1-1 0,0 1 0,-1-1 0,-8-25 0,6 57 0,3 18 0,-10 502 0,-42-2 0,8-304 0,-11-3 0,-10-2 0,-9-3 0,-10-4 0,-167 310 0,234-496 0,-9 19 0,-2-2 0,-3 0 0,-65 81 0,93-128 0,1 0 0,-1 0 0,-1 0 0,1-1 0,0 1 0,-1-1 0,1 0 0,-1 0 0,0-1 0,0 0 0,0 1 0,-1-2 0,1 1 0,0 0 0,-1-1 0,1 0 0,-1-1 0,1 1 0,-1-1 0,1 0 0,-1 0 0,0-1 0,1 1 0,-1-1 0,1-1 0,0 1 0,-1-1 0,1 0 0,0 0 0,-10-5 0,-4-5 0,-1 0 0,2 0 0,0-2 0,0 0 0,1-2 0,1 1 0,-25-32 0,18 16 0,2 0 0,0-1 0,-29-65 0,39 70 0,1 0 0,2 0 0,0-1 0,2 0 0,1-1 0,1 1 0,2-1 0,0 0 0,2 0 0,2 1 0,0-1 0,13-55 0,-4 43 0,2 1 0,2 0 0,1 1 0,2 0 0,2 2 0,1 0 0,2 2 0,34-41 0,3 5 0,3 3 0,3 3 0,3 3 0,2 3 0,3 3 0,2 3 0,137-70 0,-195 114 0,66-30 0,-74 35 0,0 1 0,0 0 0,1 0 0,-1 1 0,1 0 0,13 0 0,-24 3-28,-1-1 1,1 0-1,0 0 0,0 0 0,0 0 0,0 0 0,0 1 0,0-1 0,0 0 1,0 0-1,0 0 0,0 1 0,0-1 0,0 0 0,-1 0 0,1 0 1,0 0-1,0 1 0,0-1 0,1 0 0,-1 0 0,0 0 0,0 1 1,0-1-1,0 0 0,0 0 0,0 0 0,0 0 0,0 1 0,0-1 1,0 0-1,0 0 0,0 0 0,1 0 0,-1 0 0,0 1 0,0-1 0,0 0 1,0 0-1,0 0 0,1 0 0,-1 0 0,0 0 0,0 0 0,0 0 1,0 1-1,1-1 0,-1 0 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5:17.956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1 437 24575,'1'-10'0,"0"0"0,0 0 0,2 1 0,-1-1 0,1 0 0,0 1 0,1 0 0,0 0 0,1 0 0,0 1 0,0-1 0,0 1 0,1 0 0,1 0 0,12-12 0,5-2 0,2 1 0,0 0 0,40-23 0,-23 19 0,2 1 0,0 3 0,1 1 0,1 2 0,0 3 0,2 1 0,0 3 0,0 2 0,0 2 0,90-2 0,-127 10 0,0-1 0,0 1 0,0 1 0,0 0 0,22 7 0,-29-7 0,-1 0 0,0 0 0,1 0 0,-1 1 0,0-1 0,0 1 0,0 0 0,-1 0 0,1 1 0,-1-1 0,1 1 0,-1 0 0,0-1 0,-1 1 0,1 1 0,-1-1 0,3 7 0,-1 1 0,0 1 0,-2-1 0,1 1 0,-2 0 0,0 0 0,0 0 0,-1 0 0,-1 0 0,0-1 0,-1 1 0,-6 25 0,-4 3 0,-1 0 0,-25 51 0,-5-4 0,-4-3 0,-4-2 0,-88 112 0,-212 208 0,351-402 0,-1-1 0,1 0 0,0 1 0,0-1 0,-1 1 0,1-1 0,0 1 0,0-1 0,-1 1 0,1-1 0,0 1 0,0-1 0,0 1 0,0-1 0,0 1 0,0-1 0,0 1 0,0-1 0,0 1 0,0-1 0,0 1 0,0-1 0,0 1 0,0-1 0,1 1 0,-1-1 0,0 1 0,0-1 0,1 0 0,-1 1 0,0-1 0,0 1 0,1-1 0,-1 0 0,0 1 0,1-1 0,-1 0 0,1 1 0,-1-1 0,0 0 0,1 1 0,0-1 0,25 13 0,-21-10 0,207 75 0,-142-56 0,-1 3 0,81 43 0,-130-58 0,-1 1 0,0 2 0,-1 0 0,-1 0 0,0 2 0,-1 0 0,-1 1 0,0 1 0,-1 0 0,0 1 0,18 34 0,-23-33 0,-2-1 0,0 1 0,-2 1 0,0-1 0,-1 1 0,0 0 0,-2 0 0,-1 0 0,0 0 0,-1 0 0,-2 0 0,0 0 0,-1 0 0,0 0 0,-2-1 0,-10 29 0,4-18 0,-2 0 0,0-1 0,-2-1 0,-1 0 0,-2-1 0,0-1 0,-2 0 0,0-2 0,-40 37 0,37-42-57,0 0 0,-1-2 1,-1 0-1,0-2 0,-2-1 0,1-1 0,-2-1 0,0-2 0,0 0 0,0-2 0,-1-1 1,-1-2-1,1 0 0,-1-2 0,1-2 0,-1 0 0,0-2 0,0-1 0,1-2 1,0 0-1,-1-3 0,2 0 0,-35-13 0,-7-12-6769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5:18.790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0 24575,'0'0'0,"0"0"0,0 1 0,0 1 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5:43.834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6 0 24575,'0'0'0,"0"0"0,18 10 0,23 12 0,-1 2 0,-2 1 0,0 2 0,-2 2 0,39 39 0,-54-46 0,-1 2 0,0 0 0,-2 1 0,-1 1 0,-1 0 0,-1 1 0,-1 1 0,18 54 0,-21-42 0,-1 1 0,-3 1 0,-1-1 0,-1 1 0,-3 48 0,-4-33 0,-2 0 0,-4 0 0,-17 73 0,1-47 0,-3-1 0,-3-2 0,-4-1 0,-3-1 0,-49 73 0,84-147 0,-14 23 0,0-1 0,-2 0 0,0-2 0,-44 44 0,61-67 0,0-1 0,0 1 0,1 0 0,-1-1 0,0 1 0,0-1 0,0 1 0,0-1 0,0 1 0,-1-1 0,1 0 0,0 0 0,0 1 0,0-1 0,0 0 0,0 0 0,0 0 0,0 0 0,0 0 0,-1-1 0,1 1 0,0 0 0,0 0 0,0-1 0,0 1 0,0-1 0,0 1 0,0-1 0,0 1 0,0-1 0,0 1 0,0-1 0,1 0 0,-1 0 0,0 1 0,0-1 0,0 0 0,1 0 0,-2-1 0,-2-4 0,0 0 0,0-1 0,0 1 0,-4-13 0,0-3 0,2 0 0,0-1 0,1 1 0,2-1 0,0 0 0,1 0 0,2-27 0,3 6 0,1 0 0,18-80 0,-10 80-124,1 1 0,2 0 0,2 1 0,2 0 0,1 2 0,3 0-1,1 2 1,2 0 0,1 2 0,46-48 0,-21 35-6702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5:44.534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279 1 24575,'0'0'0,"5"8"0,22 52 0,37 121 0,0 70 0,-47-180 0,3 16 0,39 137 0,-59-224 0,0 1 0,1 0 0,-1-1 0,0 1 0,1 0 0,-1-1 0,1 1 0,-1 0 0,1-1 0,-1 1 0,1-1 0,0 1 0,-1-1 0,1 1 0,0-1 0,-1 0 0,1 1 0,0-1 0,-1 0 0,1 1 0,0-1 0,0 0 0,-1 0 0,1 0 0,0 0 0,0 1 0,0-1 0,-1 0 0,1 0 0,0-1 0,0 1 0,-1 0 0,1 0 0,0 0 0,0 0 0,-1-1 0,1 1 0,0 0 0,0-1 0,-1 1 0,1-1 0,0 1 0,-1 0 0,1-1 0,-1 0 0,2 0 0,32-28 0,-33 27 0,19-20 0,-1-2 0,-1 0 0,-1-1 0,-1 0 0,-1-2 0,-1 0 0,-2 0 0,-1-1 0,-1-1 0,-1 0 0,10-59 0,-17 59 0,-2 30 0,0-1 0,0 0 0,0 0 0,-1 0 0,1 0 0,0 0 0,0 0 0,0 0 0,0 0 0,0 0 0,0 0 0,0 0 0,0 0 0,0 0 0,0 1 0,0-1 0,0 0 0,0 0 0,-1 0 0,1 0 0,0 0 0,0 0 0,0 0 0,0 0 0,0 0 0,0 0 0,0 0 0,0 0 0,0 0 0,-1 0 0,1 0 0,0 0 0,0 0 0,0 0 0,0 0 0,0 0 0,0 0 0,0 0 0,0-1 0,0 1 0,0 0 0,-1 0 0,-10 51 0,-12 566 0,18-213 0,-2-291 0,-33 173 0,31-243 0,-2-1 0,-1 0 0,-3 0 0,-2-1 0,-1-1 0,-39 63 0,45-86 0,-1 0 0,0 0 0,-2-1 0,1-1 0,-2 0 0,-30 21 0,33-28 0,0 0 0,-1 0 0,0-2 0,0 0 0,-1 0 0,1-1 0,-1-1 0,0-1 0,-1 0 0,-18 1 0,24-3 0,0-1 0,1 0 0,-1-1 0,0 0 0,0 0 0,0-1 0,1-1 0,-1 1 0,1-1 0,0-1 0,-1 0 0,2 0 0,-1-1 0,0 0 0,1 0 0,-14-13 0,14 10 0,1 0 0,0 0 0,1 0 0,-1-1 0,2 0 0,-1 0 0,1-1 0,1 1 0,0-1 0,0 0 0,1 0 0,0-1 0,1 1 0,0 0 0,0-18 0,1 1 0,3 0 0,0 0 0,1 0 0,2 1 0,1-1 0,0 1 0,2 1 0,2-1 0,17-35 0,2 5 0,3 2 0,2 1 0,40-48 0,-34 51-195,3 1 0,1 2 0,3 2 0,1 2 0,3 2 0,100-61 0,-76 62-6631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5:45.145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347 84 24575,'8'-9'0,"5"1"0,0 0 0,1 1 0,0 1 0,0 0 0,0 1 0,25-5 0,92-9 0,-85 15 0,65 2 0,-91 3 0,-1 1 0,0 1 0,0 0 0,0 2 0,0 0 0,19 8 0,-33-11 0,-1 0 0,1 0 0,-1 1 0,0-1 0,0 1 0,0 0 0,0 0 0,-1 0 0,1 0 0,-1 1 0,0 0 0,0-1 0,0 1 0,-1 0 0,1 1 0,-1-1 0,0 0 0,2 6 0,-2-3 0,-1 0 0,1 1 0,-1-1 0,-1 1 0,0-1 0,0 1 0,0-1 0,-1 1 0,0-1 0,-4 12 0,-4 11 0,-2-1 0,-1-1 0,-2 0 0,-23 38 0,11-23 0,-1-1 0,-3 0 0,-1-3 0,-1 0 0,-42 36 0,74-75 0,0 0 0,0 1 0,0-1 0,0 0 0,0 0 0,0 0 0,0 1 0,0-1 0,0 0 0,0 0 0,0 0 0,0 1 0,0-1 0,0 0 0,0 0 0,0 0 0,0 1 0,0-1 0,0 0 0,0 0 0,0 0 0,0 1 0,0-1 0,0 0 0,0 0 0,1 0 0,-1 1 0,0-1 0,0 0 0,0 0 0,0 0 0,0 0 0,1 1 0,-1-1 0,0 0 0,0 0 0,0 0 0,0 0 0,1 0 0,14 10 0,24 9 0,-32-16 0,92 43 0,-23-13 0,135 82 0,-198-106 0,0 0 0,-1 1 0,-1 0 0,1 1 0,-2 0 0,1 1 0,-2 0 0,15 23 0,-20-27 0,0 0 0,0 0 0,-1 0 0,0 1 0,-1-1 0,0 1 0,0-1 0,-1 1 0,0 0 0,0 0 0,-1 0 0,-1 0 0,1-1 0,-1 1 0,-1 0 0,-3 15 0,-2-8 0,0 1 0,0-1 0,-2 0 0,0 0 0,0-1 0,-2 0 0,0-1 0,0 0 0,-2-1 0,-22 20 0,-4-2 0,0-1 0,-75 41 0,49-36 24,-1-3 0,-1-3 0,-1-2 0,-73 16 0,89-30-236,-1-2 0,0-3 0,0-2-1,-1-3 1,0-1 0,-61-8 0,16-7-6614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5:45.502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1 214 24575,'1285'-48'-281,"-9"-74"-1,-1187 111 282,171-16 0,-178 22 0,95 6 0,-167-1 38,39 6 230,-47-6-337,-1 1 1,1-1-1,0 1 0,-1-1 1,1 1-1,0 0 1,-1 0-1,1 0 1,-1 0-1,1 0 0,-1 0 1,0 0-1,1 0 1,-1 0-1,0 0 1,0 1-1,0-1 0,0 1 1,0-1-1,0 1 1,0-1-1,1 3 0,-1 14-6287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5:46.047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872 0 24575,'10'1'0,"0"1"0,0 0 0,-1 0 0,1 1 0,-1 0 0,13 6 0,-5-2 0,8 3 0,-1 2 0,0 0 0,-1 2 0,0 0 0,-1 2 0,0 0 0,-2 1 0,0 2 0,-1 0 0,0 1 0,-2 1 0,-1 0 0,0 1 0,14 28 0,-13-17 0,-2 1 0,-1 0 0,-2 1 0,-1 0 0,-2 1 0,-2 0 0,-1 0 0,-1 1 0,-1 72 0,-9-33 0,-3-1 0,-3 1 0,-3-2 0,-3 0 0,-4-1 0,-34 80 0,7-43 0,-4-1 0,-5-3 0,-81 113 0,72-127 0,-133 144 0,161-196 0,-2-2 0,-2-2 0,-1-2 0,-2-2 0,-78 43 0,105-66 0,1-1 0,-1-1 0,0-1 0,0-1 0,-1 0 0,0-1 0,-29 2 0,41-6 0,0 1 0,0-2 0,-1 1 0,1-1 0,0 0 0,0 0 0,0-1 0,0 0 0,0 0 0,0 0 0,1-1 0,-1 0 0,1-1 0,0 1 0,0-1 0,0-1 0,0 1 0,1-1 0,-1 0 0,1 0 0,0 0 0,-7-11 0,6 5 0,1 0 0,0 0 0,1 0 0,0 0 0,0 0 0,2-1 0,-1 0 0,1 0 0,1 1 0,0-1 0,1 0 0,0 0 0,3-20 0,2 1 0,1 1 0,1-1 0,2 1 0,14-33 0,4 3 0,2 1 0,3 1 0,2 1 0,3 2 0,55-63 0,-36 55 0,2 3 0,2 3 0,122-89 0,-136 115-682,61-30-1,-49 33-6143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5:46.708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415 1 24575,'-2'28'0,"-95"758"0,73-677 0,-59 163 0,54-200 0,-2-2 0,-3-1 0,-49 72 0,64-119 0,19-22 0,-1 1 0,1-1 0,0 0 0,0 0 0,-1 0 0,1 0 0,0 0 0,0 0 0,-1 0 0,1 0 0,0 0 0,0 0 0,-1 0 0,1 0 0,0 0 0,-1 0 0,1 0 0,0 0 0,0 0 0,-1 0 0,1 0 0,0 0 0,0 0 0,-1 0 0,1 0 0,0 0 0,0-1 0,-1 1 0,1 0 0,0 0 0,0 0 0,0 0 0,-1-1 0,1 1 0,0 0 0,0 0 0,0 0 0,0-1 0,-1 1 0,1 0 0,0 0 0,0-1 0,0 1 0,-1-6 0,0 1 0,1 0 0,-1 0 0,1-1 0,0 1 0,1 0 0,1-10 0,6-22 0,1 0 0,1 1 0,2 1 0,22-45 0,-7 24 0,66-96 0,-63 110 0,2 1 0,55-54 0,-65 74 0,1 1 0,1 1 0,0 1 0,2 1 0,44-21 0,-60 33 0,0 1 0,0 0 0,1 1 0,0 0 0,0 0 0,0 1 0,0 1 0,0 0 0,0 0 0,0 1 0,16 2 0,-20 0 0,1-1 0,-1 1 0,0 1 0,0-1 0,0 1 0,0 0 0,-1 1 0,1-1 0,-1 1 0,0 1 0,0-1 0,0 1 0,-1 0 0,0 0 0,0 1 0,0 0 0,8 12 0,-5-3 0,0 1 0,-1 0 0,-1 0 0,0 0 0,-1 1 0,-1 0 0,-1 0 0,0 0 0,-2 0 0,1 19 0,-2 15 0,-3 1 0,-9 55 0,-8 3 60,-55 179 0,-63 95-1545,118-331-5341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5:47.356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116 262 24575,'3'-1'0,"0"0"0,0 0 0,-1 0 0,1-1 0,0 1 0,-1-1 0,1 0 0,-1 0 0,0 0 0,1 0 0,1-3 0,7-4 0,40-26 0,1 3 0,1 2 0,1 2 0,2 3 0,0 2 0,61-15 0,-100 33 0,0 0 0,1 2 0,0 0 0,-1 1 0,1 0 0,25 2 0,-38 1 0,-1-1 0,1 1 0,0 0 0,0 0 0,-1 0 0,1 1 0,0-1 0,-1 1 0,0 0 0,1 1 0,-1-1 0,0 1 0,0 0 0,0 0 0,-1 0 0,1 0 0,-1 0 0,1 1 0,-1 0 0,0 0 0,-1 0 0,1 0 0,-1 0 0,1 0 0,-1 1 0,-1-1 0,1 1 0,1 6 0,0 6 0,-1 0 0,0 0 0,-2 0 0,0 1 0,0-1 0,-2 0 0,0 0 0,-1 0 0,-8 27 0,-9 17 0,-30 67 0,8-33 0,-5-3 0,-103 156 0,150-247 0,-1-1 0,1 1 0,-1 0 0,1 0 0,-1-1 0,1 1 0,0 0 0,-1 0 0,1 0 0,0 0 0,0 0 0,0-1 0,0 1 0,0 0 0,0 0 0,0 0 0,0 0 0,0 0 0,0 0 0,0 0 0,0-1 0,1 1 0,-1 0 0,0 0 0,1 0 0,-1-1 0,1 1 0,-1 0 0,1 0 0,-1-1 0,1 1 0,-1 0 0,1-1 0,0 1 0,-1 0 0,1-1 0,0 1 0,-1-1 0,1 1 0,0-1 0,0 0 0,1 1 0,43 16 0,-37-15 0,61 14 0,72 9 0,25 4 0,-136-22 0,-1 2 0,-1 0 0,43 21 0,-61-25 0,0 1 0,-1-1 0,1 2 0,-1 0 0,0 0 0,-1 0 0,0 1 0,0 0 0,-1 1 0,0 0 0,0 0 0,-1 0 0,0 1 0,-1 0 0,0 0 0,0 1 0,-1-1 0,-1 1 0,0 0 0,0 0 0,-1 0 0,0 0 0,-1 0 0,-1 1 0,0-1 0,0 0 0,-1 1 0,0-1 0,-1 0 0,-5 19 0,1-12 0,0 0 0,-1-1 0,0 0 0,-2 0 0,0 0 0,-1-1 0,-19 24 0,11-19 0,-1-1 0,0-1 0,-2-1 0,-39 28 0,22-23 0,0-1 0,-2-2 0,0-1 0,-1-3 0,-1-1 0,-58 13 0,61-20 17,-1-1 0,0-2 1,-1-2-1,1-2 0,-1-2 0,-56-7 0,67 3-166,1-1 1,0-1-1,0-2 1,0-1-1,1-1 1,1-1-1,0-1 1,0-2-1,-27-20 1,-4-11-6678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5:47.770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0 24575,'0'0'0,"0"1"0,0 0 0,0 0 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7:25.691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78 238 24575,'-1'-1'0,"-1"-1"0,-6-5 0,-4-10 0,-2-10 0,1-7 0,2-3 0,3 5 0,3 3 0,3 7 0,1 6 0,1 7 0,0 5 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7:27.443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0 195 24575,'0'0'0,"9"0"0,37-4 0,1267-106 0,-1290 108 0,-17 3 0,0-2 0,0 1 0,0-1 0,0 0 0,0 0 0,0 0 0,-1-1 0,9-3 0,-14 4 0,1 1 0,-1-1 0,0 1 0,1-1 0,-1 1 0,0-1 0,0 1 0,0-1 0,0 0 0,0 1 0,1-1 0,-1 1 0,0-1 0,0 0 0,0 1 0,-1-1 0,1 1 0,0-1 0,0 0 0,0 1 0,0-1 0,0 1 0,-1-1 0,1 1 0,0-1 0,-1 1 0,1-1 0,0 1 0,-1-1 0,0 0 0,-10-15 0,11 16 2,-1-1-1,1 0 1,0 1-1,-1-1 0,1 1 1,0-1-1,0 0 1,0 1-1,-1-1 1,1 0-1,0 1 1,0-1-1,0 1 0,0-1 1,0 0-1,0 1 1,0-1-1,1 0 1,-1 1-1,0-1 1,0 0-1,0 1 0,1-1 1,-1 1-1,1-2 1,1-6-1405,-1 0-5423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7:37.338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1 24575,'3'0'0,"0"0"0,-1 1 0,1-1 0,0 1 0,0-1 0,-1 1 0,1 0 0,3 2 0,9 2 0,51 13 0,-1 3 0,91 42 0,-123-46 0,0 2 0,-1 1 0,0 1 0,-2 1 0,-1 2 0,30 32 0,-34-29 0,-1 2 0,-2 0 0,-1 2 0,-1 0 0,-2 1 0,28 68 0,-28-52 0,-3 1 0,-2 1 0,-2 1 0,6 74 0,-13-28 0,-3-1 0,-5 0 0,-4 0 0,-40 184 0,14-138 0,-103 266 0,95-311 0,-3-2 0,-5-2 0,-89 125 0,129-204 0,-1 0 0,0 0 0,-1-1 0,0-1 0,-24 19 0,32-28 0,0-1 0,0 1 0,0-1 0,0 0 0,-1 0 0,1 0 0,-1-1 0,1 0 0,-1 1 0,0-2 0,0 1 0,1 0 0,-1-1 0,0 0 0,0 0 0,0 0 0,1-1 0,-1 0 0,0 0 0,1 0 0,-1 0 0,0-1 0,1 0 0,0 0 0,-6-3 0,3 1 0,0 0 0,1-1 0,-1 0 0,1 0 0,0-1 0,0 0 0,1 0 0,0 0 0,0-1 0,0 1 0,-5-11 0,4 4 0,1 1 0,0-1 0,1 0 0,0 0 0,1 0 0,-2-17 0,3-7 0,0 1 0,3-1 0,1 1 0,8-44 0,6-6 20,4 0 0,4 1 0,3 1 0,4 2 0,45-88 0,-20 66-391,4 2-1,4 3 1,101-119 0,-117 162-6455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7:37.949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317 1 24575,'21'295'0,"-4"-119"0,-9-16 0,-6 1 0,-32 266 0,17-340 0,-3 0 0,-4-1 0,-4-1 0,-4-2 0,-3 0 0,-60 113 0,81-179 0,5-5 0,-1-1 0,-1-1 0,0 1 0,0-1 0,-1-1 0,-13 15 0,20-24 0,1 1 0,-1-1 0,1 0 0,-1 1 0,1-1 0,-1 1 0,1-1 0,-1 0 0,1 1 0,-1-1 0,0 0 0,1 0 0,-1 1 0,0-1 0,1 0 0,-1 0 0,1 0 0,-1 0 0,0 0 0,1 0 0,-1 0 0,0 0 0,0 0 0,1 0 0,-1 0 0,1 0 0,-1-1 0,0 1 0,1 0 0,-1 0 0,0-1 0,1 1 0,-1 0 0,1-1 0,-1 1 0,1-1 0,-1 1 0,1-1 0,-1 1 0,1-1 0,0 1 0,-1-1 0,1 1 0,-1-1 0,1 1 0,0-2 0,-2-2 0,0 0 0,0 0 0,1 0 0,0-1 0,0 1 0,-1-5 0,0-14 0,1 0 0,1 1 0,1-1 0,1 0 0,1 0 0,8-29 0,47-136 0,-27 112 0,3 0 0,3 3 0,3 1 0,93-125 0,-95 148 0,3 2 0,1 2 0,3 2 0,1 1 0,2 3 0,2 2 0,61-35 0,-93 62 0,1 0 0,0 2 0,0 0 0,1 1 0,0 1 0,22-4 0,-34 8 0,0 1 0,-1 1 0,1-1 0,0 1 0,0 1 0,-1-1 0,1 1 0,0 1 0,-1-1 0,1 2 0,-1-1 0,1 1 0,-1-1 0,0 2 0,0-1 0,-1 1 0,1 0 0,-1 1 0,9 7 0,-7-4 0,0 1 0,0 0 0,0 1 0,-1 0 0,-1 0 0,0 0 0,0 1 0,5 14 0,-4-5 0,-1 0 0,0 0 0,-2 1 0,2 24 0,-2 10 0,-4 0 0,-9 91 0,-92 399-42,58-350-1281,29-128-5503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7:38.541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38 355 24575,'11'-22'0,"2"-1"0,2 1 0,1 0 0,0 1 0,2 0 0,0 2 0,1 0 0,2 1 0,-1 1 0,2 1 0,0 0 0,33-16 0,-27 18 0,0 1 0,1 1 0,0 2 0,1 1 0,0 1 0,0 1 0,1 2 0,-1 1 0,52 0 0,-68 4 0,0 1 0,0 1 0,0 0 0,0 1 0,0 0 0,-1 1 0,0 0 0,15 8 0,-21-9 0,-1 1 0,1 0 0,-1 1 0,0-1 0,0 1 0,0 0 0,-1 1 0,1-1 0,-1 1 0,-1 0 0,1 0 0,-1 1 0,0-1 0,-1 1 0,1 0 0,3 11 0,-3 0 0,0 0 0,-2 0 0,1 0 0,-2 1 0,-1-1 0,0 1 0,-1-1 0,-1 1 0,-1-1 0,-1 0 0,-7 23 0,-5 11 0,-3 0 0,-39 73 0,23-58 0,-3-1 0,-3-2 0,-3-2 0,-3-2 0,-2-2 0,-69 63 0,117-120 0,0 0 0,-1 0 0,1 0 0,0 0 0,0 0 0,0 0 0,0 0 0,0 0 0,0 1 0,0-1 0,0 0 0,0 1 0,0-1 0,1 0 0,-1 2 0,22-1 0,0-3 0,105-2 0,159 2 0,-237 3 0,-1 3 0,1 2 0,87 25 0,-123-29 0,-1 1 0,1 1 0,-1 0 0,0 1 0,-1 0 0,17 11 0,-24-14 0,0 0 0,0 0 0,0 0 0,0 0 0,0 0 0,0 1 0,-1-1 0,0 1 0,0 0 0,0 0 0,0-1 0,0 1 0,-1 0 0,1 1 0,-1-1 0,0 0 0,-1 0 0,1 0 0,-1 1 0,0-1 0,0 8 0,-2-4 0,1-1 0,-1 1 0,-1-1 0,1 1 0,-1-1 0,-1 0 0,1-1 0,-1 1 0,0 0 0,-1-1 0,0 0 0,0 0 0,-6 6 0,-9 6 0,-1 0 0,-32 21 0,-5-1 0,-2-3 0,-1-2 0,-93 34 0,51-30 0,-158 35 0,181-56-682,-129 9-1,88-21-6143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7:38.901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1 243 24575,'1261'-9'-430,"-9"-111"0,-976 87 403,306-31-130,-4 47 55,-522 19-485,93 15-1,-128-12-5282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7:39.470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303 26 24575,'22'-6'0,"-6"1"0,18-1 0,0 1 0,1 3 0,0 0 0,-1 2 0,1 2 0,56 10 0,-50-4 0,0 1 0,-1 3 0,-1 1 0,0 2 0,46 24 0,-66-29 0,0 2 0,-1 0 0,0 0 0,-1 2 0,0 0 0,-1 1 0,-1 1 0,-1 0 0,0 1 0,-1 1 0,0 0 0,-2 0 0,0 1 0,-2 1 0,0 0 0,-1 0 0,0 1 0,-2 0 0,-1 0 0,0 0 0,2 43 0,-6-21 0,-2 1 0,-1 0 0,-3-1 0,-2 0 0,-1 0 0,-2-1 0,-23 59 0,6-32 0,-3-2 0,-4 0 0,-64 96 0,57-105 0,-2-2 0,-2-2 0,-64 58 0,73-79 0,-2-1 0,0-3 0,-2-1 0,-2-2 0,-66 32 0,91-51 0,0 0 0,-1-1 0,0 0 0,0-2 0,0 0 0,0-1 0,-34 1 0,44-4 0,-1 0 0,1-1 0,-1 0 0,1-1 0,0 0 0,-1 0 0,1-1 0,0 0 0,1 0 0,-1-1 0,0 0 0,1 0 0,0-1 0,0 0 0,0 0 0,1 0 0,0-1 0,0 0 0,-6-7 0,4 2 0,0-1 0,1 1 0,0-1 0,1 0 0,0-1 0,1 1 0,1-1 0,0 0 0,-3-16 0,4 9 0,1-1 0,0 1 0,2 0 0,0-1 0,6-31 0,1 13 0,2 0 0,2 1 0,1 1 0,2 0 0,35-66 0,-13 41 0,2 2 0,3 1 0,3 2 0,1 2 0,4 2 0,1 3 0,3 1 0,108-76 0,-140 111-170,-1 2-1,2 0 0,0 1 1,0 1-1,1 1 0,0 1 1,27-6-1,-4 8-6655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7:40.243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340 0 24575,'0'0'0,"-2"8"0,-171 703 0,14-48 0,153-643 0,7-30 0,9-35 0,12-32 0,4 1 0,3 1 0,70-129 0,-98 203 0,4-9 0,0 0 0,1 1 0,0 0 0,1 0 0,9-9 0,-14 16 0,-1 1 0,0 0 0,1-1 0,0 1 0,-1 0 0,1 0 0,0 0 0,-1 0 0,1 0 0,0 1 0,0-1 0,0 0 0,0 1 0,0-1 0,0 1 0,0 0 0,0 0 0,0 0 0,0 0 0,0 0 0,0 0 0,0 0 0,0 1 0,-1-1 0,1 1 0,0-1 0,0 1 0,0 0 0,0 0 0,-1 0 0,1 0 0,0 0 0,-1 0 0,1 0 0,0 0 0,1 2 0,5 6 0,-1-1 0,0 1 0,0 0 0,-1 1 0,0 0 0,0 0 0,-1 0 0,-1 0 0,7 21 0,2 14 0,6 47 0,-18-88 0,19 127 0,-6 0 0,-4 216 0,-10-347 0,0 1 0,0-1 0,0 0 0,0 1 0,-1-1 0,1 0 0,0 0 0,0 1 0,0-1 0,0 0 0,0 1 0,0-1 0,0 0 0,0 1 0,0-1 0,0 0 0,0 1 0,0-1 0,1 0 0,-1 1 0,0-1 0,0 0 0,0 1 0,0-1 0,0 0 0,1 0 0,-1 1 0,0-1 0,0 0 0,0 0 0,1 1 0,-1-1 0,0 0 0,0 0 0,1 0 0,-1 1 0,0-1 0,1 0 0,-1 0 0,0 0 0,0 0 0,1 0 0,-1 0 0,0 0 0,1 0 0,-1 0 0,0 0 0,1 0 0,-1 0 0,0 0 0,1 0 0,-1 0 0,0 0 0,1 0 0,-1 0 0,0 0 0,1 0 0,-1 0 0,0 0 0,0-1 0,1 1 0,-1 0 0,0 0 0,0 0 0,1-1 0,-1 1 0,0 0 0,1-1 0,21-20 0,-21 19 0,27-32 0,-1-1 0,-2-1 0,-1-1 0,18-41 0,64-167 0,7-105 0,-94 268 0,-3 0 0,7-115 0,-23 139-1365,-1 47-5461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7:40.881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79 1 24575,'0'16'0,"1"194"0,-3 225 0,-4-295 0,-28 150 0,30-260 0,3-18 0,0 0 0,-1 0 0,-1 0 0,0-1 0,-1 1 0,0-1 0,-9 20 0,11-40 0,4-18 0,1 1 0,1 0 0,1 0 0,2 0 0,10-26 0,56-123 0,-71 171 0,37-81 0,5 1 0,2 2 0,5 2 0,108-131 0,-153 204 0,1-2 0,1 1 0,0 0 0,1 0 0,9-6 0,-16 12 0,0 1 0,0 0 0,0-1 0,0 1 0,0 0 0,0 0 0,0 1 0,1-1 0,-1 0 0,0 1 0,1-1 0,-1 1 0,0 0 0,1 0 0,-1 0 0,0 0 0,1 0 0,-1 1 0,0-1 0,1 1 0,-1-1 0,0 1 0,0 0 0,1 0 0,1 1 0,2 2 0,-1 0 0,1 1 0,-1-1 0,0 1 0,-1 0 0,1 0 0,-1 1 0,0-1 0,0 1 0,5 12 0,1 5 0,12 40 0,-8-11 0,-3 0 0,-2 0 0,-2 1 0,-3 0 0,-2 1 0,-7 75 0,-61 318 0,3-155-1365,59-277-5461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7:41.569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167 1 24575,'1'15'0,"0"0"0,1 0 0,4 16 0,3 24 0,-2 40 0,-5 0 0,-15 147 0,-48 191 0,47-351 0,-92 540 0,120-725 0,-2 8 0,3 1 0,40-128 0,-36 169 0,2 2 0,3 0 0,2 1 0,2 2 0,2 1 0,2 1 0,2 1 0,2 3 0,2 0 0,1 3 0,46-36 0,-71 65 0,0 1 0,1 0 0,0 0 0,0 2 0,1 0 0,-1 0 0,2 2 0,-1 0 0,1 1 0,0 0 0,-1 1 0,24 0 0,-28 3 0,0 0 0,0 1 0,0 0 0,0 0 0,0 2 0,0-1 0,-1 2 0,1-1 0,-1 2 0,0 0 0,0 0 0,0 0 0,-1 2 0,0-1 0,0 1 0,0 1 0,-1 0 0,11 12 0,-8-4 0,-1 0 0,0 0 0,-2 1 0,0 0 0,0 0 0,-2 1 0,0 0 0,-2 1 0,0-1 0,5 34 0,-4-1 0,-2 0 0,-4 95 0,-9-46 0,-41 193 0,-54 90 0,103-382 4,1 0 0,-1 0 1,1 0-1,0 0 0,-1 0 0,1 0 0,0 0 0,0 1 0,0-1 0,0 0 0,0 0 0,0 0 0,0 0 0,0 1 1,0-1-1,0 0 0,1 0 0,-1 0 0,1 2 0,0-3-70,0 0 0,0 1 1,0-1-1,0 0 0,0 0 0,0 0 1,0 0-1,0 0 0,0 0 0,0 0 0,0 0 1,0-1-1,0 1 0,0 0 0,0-1 1,0 1-1,0 0 0,-1-1 0,1 1 1,0-1-1,1 0 0,23-14-6760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2:50.117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3953 368 24575,'-1'-2'0,"0"0"0,-1 0 0,1 1 0,0-1 0,0 0 0,-1 1 0,1-1 0,-1 1 0,1-1 0,-1 1 0,0 0 0,0-1 0,-3 0 0,0-1 0,-31-21 0,-2 2 0,-1 1 0,-1 3 0,-63-22 0,-176-35 0,-149-14 0,-6 39 0,344 48 0,0 3 0,0 4 0,1 4 0,0 4 0,0 4 0,2 4 0,-145 54 0,170-49 0,1 3 0,1 3 0,2 2 0,-76 59 0,90-57 0,2 2 0,1 1 0,2 2 0,2 2 0,-54 82 0,13 9 0,7 3 0,-73 195 0,6 71 0,22 10 0,59-202 0,-131 523 0,60 13 0,55 407 0,64 2 0,9-1116 0,3 194 0,11 0 0,76 411 0,141 200 0,-41-397 0,39-17 0,-118-227 0,110 191 0,-23-42 0,-151-261 0,37 108 0,20 101 0,-85-243 0,-4-12 0,2-1 0,2-1 0,2-1 0,1 0 0,3-2 0,1-1 0,2-1 0,2-1 0,40 40 0,-16-28 0,2-2 0,2-3 0,2-2 0,1-3 0,3-3 0,1-2 0,1-3 0,116 37 0,59 5 0,317 54 0,259-16 0,389-45 0,-937-58 0,1335-26 0,-395-58 0,606-30 0,-1784 104 0,555-36 0,-463 22 0,-1-5 0,206-61 0,-287 68 0,-2-2 0,1-3 0,-2 0 0,71-48 0,-86 50 0,-1-2 0,-1-1 0,0 0 0,-2-1 0,0-2 0,-1 1 0,-2-2 0,23-39 0,-16 15 0,-2-2 0,-2 0 0,-2-2 0,16-81 0,19-215 0,-48 319 0,133-1448 0,-92 916 0,-28 372-8,39-560 25,-58-2-119,-23 452 8,-13 1 1,-13 2-1,-13 2 1,-182-507 0,-380-576 93,497 1145 0,-281-377 0,269 431 0,-7 7 0,-242-214 0,260 275 0,-4 7 0,-4 5 0,-168-88 0,123 91 0,-3 9 0,-239-75 0,155 81 0,-4 12 0,-1 12 0,-4 12 0,-324-8 0,-317 47-16,-1 44 14,-171 4 113,270-61 356,792 13-1832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2:52.262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87 24575,'0'0'0,"0"0"0,1 21 0,9 74 0,4-1 0,4-1 0,45 134 0,133 257 0,-196-484 0,0 0 0,0-1 0,0 1 0,0 0 0,0 0 0,0 0 0,0 0 0,0-1 0,0 1 0,0 0 0,0 0 0,0 0 0,0 0 0,0-1 0,0 1 0,0 0 0,0 0 0,0 0 0,0 0 0,0-1 0,0 1 0,0 0 0,0 0 0,1 0 0,-1 0 0,0-1 0,0 1 0,0 0 0,0 0 0,0 0 0,0 0 0,1 0 0,-1 0 0,0 0 0,0 0 0,0-1 0,0 1 0,0 0 0,1 0 0,-1 0 0,0 0 0,0 0 0,0 0 0,1 0 0,-1 0 0,0 0 0,0 0 0,0 0 0,0 0 0,1 0 0,-1 0 0,14 1 0,-7-1 0,-7 0 0,8 36 0,-9-36 0,1 1 0,0-1 0,0 1 0,0-1 0,-1 1 0,1-1 0,0 1 0,0 0 0,0-1 0,0 1 0,0-1 0,0 1 0,0-1 0,0 1 0,0-1 0,0 1 0,1-1 0,-1 1 0,0-1 0,0 1 0,0-1 0,1 1 0,-1-1 0,0 1 0,0-1 0,1 1 0,-1-1 0,1 1 0,7-16 0,9-34 0,151-627 0,-93 353 0,-73 314-108,1-3-143,0 0-1,1 0 1,0 0-1,7-14 1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2:53.733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12 1 24575,'-3'6'0,"1"0"0,1 0 0,-1 0 0,1 0 0,0 0 0,0 1 0,1-1 0,-1 0 0,2 1 0,-1-1 0,1 0 0,1 7 0,-1 7 0,6 141 0,17 216 0,-21-358-1365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2:58.780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0 262 24575,'0'0'0,"2"10"0,6 17 0,2 0 0,1-1 0,19 34 0,50 73 0,-48-83 0,335 561 0,-354-589 0,108 170 0,-120-190 0,-1-1 0,1 0 0,0 1 0,0-1 0,0 0 0,0 0 0,0 0 0,0 0 0,0 0 0,0 0 0,0 0 0,1 0 0,-1 0 0,0-1 0,1 1 0,-1 0 0,1-1 0,-1 1 0,0-1 0,1 0 0,-1 1 0,1-1 0,-1 0 0,1 0 0,-1 0 0,1 0 0,-1 0 0,1 0 0,-1 0 0,1-1 0,-1 1 0,1-1 0,-1 1 0,1-1 0,-1 1 0,0-1 0,1 0 0,-1 1 0,0-1 0,0 0 0,1 0 0,1-2 0,4-5 0,1-1 0,-2 1 0,1-1 0,10-19 0,-14 22 0,33-60 0,-4-1 0,-3-1 0,31-106 0,37-223 0,-87 353 0,23-105 0,22-246 0,-58 425-1365,0-5-5461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2:59.171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97 0 24575,'0'0'0,"1"12"0,3 141 0,-27 281 0,-12-191 85,-7 63-1535,41-295-5376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2:59.974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 1 24575,'21'29'0,"41"53"0,4-2 0,2-3 0,4-3 0,4-4 0,88 65 0,-54-58 2,89 71-1369,-182-134-5459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3:00.286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314 1 24575,'0'0'0,"0"0"0,-2 15 0,-28 76-227,-3-1-1,-4-1 1,-4-3-1,-4-1 1,-57 81-1,79-131-6598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3:02.541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16 26 24575,'38'-15'0,"-21"11"0,1 1 0,0 1 0,0 1 0,-1 1 0,1 0 0,0 1 0,0 1 0,0 1 0,-1 0 0,0 1 0,1 1 0,18 9 0,-17-7 0,0 2 0,-1 0 0,0 1 0,-1 0 0,0 2 0,-1 0 0,0 1 0,-1 1 0,0 0 0,19 24 0,-22-19 0,0 1 0,-2 0 0,0 0 0,-1 1 0,-1 0 0,-1 0 0,-1 1 0,0 0 0,-2 0 0,-1 0 0,-1 1 0,-1 41 0,-3-19 0,-1-1 0,-3 0 0,-2-1 0,-2 0 0,-24 68 0,16-64 0,-2 0 0,-2-1 0,-44 67 0,48-88 0,0 0 0,-2 0 0,-1-2 0,-1-1 0,-1 0 0,0-2 0,-29 19 0,44-34 0,-1 1 0,0-1 0,0-1 0,-1 0 0,1 0 0,-1-1 0,0 0 0,-14 3 0,20-6 0,1 0 0,-1 1 0,1-1 0,-1-1 0,0 1 0,1 0 0,-1-1 0,1 0 0,-1 0 0,1 0 0,0 0 0,-1 0 0,1-1 0,0 1 0,0-1 0,0 0 0,0 0 0,0 0 0,0-1 0,0 1 0,1 0 0,-1-1 0,1 0 0,0 0 0,0 0 0,0 0 0,-2-4 0,-1-3 0,1-1 0,1 0 0,-1-1 0,2 1 0,0 0 0,0-1 0,1 1 0,0-1 0,1 0 0,0 1 0,1-1 0,1 1 0,4-22 0,3-3 0,2 1 0,1 0 0,17-35 0,-7 25-195,2 0 0,2 2 0,2 1 0,1 1 0,2 1 0,62-60 0,-46 57-6631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3:03.011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138 1 24575,'0'0'0,"0"8"0,-3 108 0,-24 151 0,-41 112 0,29-170 0,72-254 0,-19 25 0,139-200 0,-114 170 0,1 3 0,60-55 0,-93 95 0,0 1 0,1 0 0,0 0 0,0 0 0,0 1 0,17-7 0,-23 11 0,0 1 0,0-1 0,0 1 0,1-1 0,-1 1 0,0 0 0,0-1 0,0 1 0,0 1 0,1-1 0,-1 0 0,0 0 0,0 1 0,0-1 0,0 1 0,0 0 0,0-1 0,0 1 0,0 0 0,0 0 0,0 1 0,0-1 0,0 0 0,-1 0 0,1 1 0,0-1 0,-1 1 0,1 0 0,-1-1 0,0 1 0,0 0 0,0 0 0,1 0 0,-2 0 0,3 4 0,3 11 0,0 0 0,0 0 0,-2 0 0,0 1 0,-2 0 0,1 0 0,-2 24 0,-8 130 0,6-159 0,-7 61-1365,1-12-5461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3:03.542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138 37 24575,'16'-5'0,"-1"0"0,1 1 0,0 1 0,28-2 0,-19 2 0,-21 2 0,102-9 0,-93 10 0,-1 0 0,1 1 0,0 0 0,0 1 0,-1 0 0,17 5 0,-28-6 0,1-1 0,-1 1 0,0 0 0,1 0 0,-1-1 0,0 1 0,0 0 0,1 0 0,-1 0 0,0 0 0,0 0 0,0 0 0,0 0 0,0 1 0,-1-1 0,1 0 0,0 1 0,-1-1 0,1 0 0,0 1 0,-1-1 0,0 1 0,1-1 0,-1 0 0,0 1 0,0-1 0,0 1 0,0-1 0,0 1 0,0-1 0,0 1 0,0-1 0,-1 1 0,1-1 0,0 1 0,-1-1 0,0 2 0,-3 7 0,1-1 0,-2 0 0,1-1 0,-8 12 0,-23 27 0,-1-2 0,-2-1 0,-56 49 0,76-76 0,17-15 0,0-1 0,0 0 0,0 0 0,0 1 0,1-1 0,-1 0 0,1 1 0,-1-1 0,1 1 0,-1-1 0,1 1 0,0-1 0,-1 1 0,1-1 0,0 1 0,0-1 0,0 1 0,0-1 0,1 1 0,-1-1 0,0 1 0,1-1 0,-1 1 0,1-1 0,-1 1 0,1-1 0,0 0 0,-1 1 0,1-1 0,0 0 0,0 1 0,0-1 0,0 0 0,2 2 0,5 6 0,1 0 0,0-1 0,12 10 0,-12-12 0,7 7 0,-11-9 0,1-1 0,-1 2 0,-1-1 0,1 0 0,-1 1 0,5 5 0,-8-8 0,0 0 0,0-1 0,-1 1 0,1 0 0,0 0 0,-1 0 0,1 0 0,-1 0 0,0 0 0,1 0 0,-1 0 0,0 0 0,0 0 0,0 0 0,-1 0 0,1 0 0,0 0 0,-1 0 0,1 0 0,-1 0 0,0 0 0,0 0 0,-1 3 0,-5 5 0,1 0 0,-2 0 0,1-1 0,-1 0 0,-1 0 0,1-1 0,-1 0 0,-1-1 0,0 1 0,-18 9 0,0-2 0,-1-1 0,-58 19 0,27-16-1365,5-5-5461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3:03.856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23 3 24575,'-2'1'0,"1"-1"0,0 1 0,-1 0 0,1-1 0,-1 1 0,1 0 0,0 0 0,0 0 0,-1 0 0,1 0 0,0 0 0,-2 2 0,3-3 0,0 1 0,-1-1 0,1 0 0,0 1 0,-1-1 0,1 0 0,0 1 0,0-1 0,-1 1 0,1-1 0,0 0 0,0 1 0,0-1 0,-1 1 0,1-1 0,0 1 0,0-1 0,0 0 0,0 1 0,0-1 0,0 1 0,0-1 0,0 1 0,0-1 0,0 1 0,0-1 0,1 0 0,-1 1 0,0-1 0,0 1 0,0-1 0,0 0 0,1 1 0,-1-1 0,0 1 0,0-1 0,1 0 0,-1 1 0,0-1 0,1 0 0,-1 1 0,0-1 0,1 0 0,-1 0 0,1 1 0,-1-1 0,1 0 0,16 7 0,1-2 0,-1 0 0,1 0 0,25 1 0,81 4 0,-87-8 0,455-4 0,1-33 0,0-1 0,-416 35-1365,-54 3-5461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3:04.277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495 1 24575,'1'4'0,"-1"0"0,1 1 0,0-1 0,1 0 0,-1 0 0,4 7 0,2 7 0,8 26 0,-3-1 0,-1 2 0,-3-1 0,4 48 0,-12-77 0,1-1 0,-2 0 0,0 0 0,0 0 0,-2 0 0,0-1 0,0 1 0,-1-1 0,-1 1 0,0-1 0,-1 0 0,0-1 0,-1 1 0,0-1 0,-1-1 0,-1 0 0,-14 16 0,7-12 0,-1-1 0,0 0 0,-1-1 0,-1-1 0,0-1 0,-41 17 0,30-16 0,-1-2 0,-1-1 0,1-1 0,-36 3 0,60-10 0,1 0 0,-1 0 0,0-1 0,1 0 0,-1-1 0,1 0 0,-1 0 0,1 0 0,-1 0 0,1-1 0,-11-5 0,14 6 0,1-1 0,-1 1 0,1-1 0,0 0 0,0 0 0,0 0 0,0-1 0,0 1 0,0 0 0,1-1 0,-1 1 0,1-1 0,0 1 0,-1-1 0,1 0 0,1 1 0,-1-1 0,0 0 0,0 0 0,1 0 0,0 0 0,0 0 0,-1 1 0,2-1 0,-1 0 0,0 0 0,1 0 0,0-4 0,3-8 0,0 0 0,1 0 0,0 1 0,1-1 0,1 2 0,0-1 0,1 1 0,1 0 0,19-23 0,1 3 0,2 1 0,43-34 0,-4 11-1365,-5 8-5461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3:04.874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406 0 24575,'-8'24'0,"-95"233"0,-166 297 0,248-517 0,17-31 0,19-28 0,37-52 0,96-108 0,-119 152 0,1 1 0,2 1 0,0 1 0,2 2 0,64-36 0,-87 55 0,0 1 0,1 0 0,-1 1 0,20-5 0,-29 8 0,0 1 0,0-1 0,1 1 0,-1 0 0,0-1 0,0 1 0,0 0 0,0 1 0,1-1 0,-1 0 0,0 1 0,0-1 0,0 1 0,0-1 0,0 1 0,0 0 0,0 0 0,0 0 0,0 0 0,0 0 0,-1 1 0,1-1 0,0 0 0,-1 1 0,1-1 0,-1 1 0,1 0 0,-1-1 0,0 1 0,0 0 0,0 0 0,0 0 0,1 3 0,2 7 0,-2-1 0,0 0 0,0 1 0,-1 0 0,-1-1 0,0 1 0,0 0 0,-1-1 0,-4 18 0,-28 102 0,32-130 0,-20 62-341,-4-1 0,-2-2-1,-40 68 1,51-102-6485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3:05.643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142 47 24575,'3'0'0,"-1"0"0,1-1 0,-1 1 0,1-1 0,-1 1 0,0-1 0,1 0 0,3-2 0,4-2 0,2 2 0,7-4 0,0 1 0,0 1 0,0 0 0,1 2 0,0 0 0,21 1 0,-39 2 0,-1 0 0,1 0 0,0 0 0,-1 0 0,1 1 0,0-1 0,0 1 0,-1-1 0,1 1 0,-1-1 0,1 1 0,-1 0 0,1 0 0,-1 0 0,1 0 0,-1 0 0,0 0 0,1 0 0,-1 0 0,0 1 0,0-1 0,0 0 0,0 1 0,0-1 0,0 1 0,0-1 0,-1 1 0,1-1 0,0 1 0,-1 0 0,0-1 0,1 1 0,-1 0 0,0-1 0,0 1 0,0 0 0,0-1 0,0 1 0,0 0 0,0 0 0,0-1 0,-1 3 0,-2 7 0,1 0 0,-2-1 0,1 1 0,-2-1 0,-6 13 0,-11 16 0,-2-1 0,-56 68 0,-72 62 0,84-97 0,67-70 0,0 0 0,0 0 0,0 0 0,0 0 0,0 0 0,0 0 0,0 0 0,1 0 0,-1 0 0,0 0 0,1 0 0,-1 1 0,1-1 0,-1 0 0,1 0 0,0 1 0,-1-1 0,1 0 0,0 1 0,0-1 0,0 0 0,0 3 0,1-3 0,0 0 0,-1 0 0,1 0 0,0 0 0,0 0 0,0 0 0,0-1 0,0 1 0,0 0 0,0-1 0,0 1 0,0 0 0,0-1 0,0 1 0,0-1 0,0 0 0,1 1 0,-1-1 0,2 0 0,10 2 0,0-1 0,0-1 0,20-1 0,-30 1 0,68-7 0,134-30 0,64-41 0,-245 68 0,-17 7 0,-1 1 0,1-1 0,0 1 0,0 0 0,10-1 0,-17 3 0,4-4-1365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3:06.270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 1 24575,'0'0'0,"0"0"0,1 1 0,-1 0 0,8 6 0,3 2-8191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3:07.707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637 1 24575,'0'0'0,"0"0"0,0 0 0,13 7 0,2 1 0,-1 0 0,0 1 0,0 0 0,-1 2 0,21 19 0,-27-22 0,0 0 0,-1 0 0,0 1 0,-1 0 0,0 0 0,0 0 0,-1 0 0,0 1 0,-1 0 0,4 16 0,-3 0 0,-1 0 0,-1 0 0,-1 0 0,-2 0 0,0 0 0,-2 0 0,-1 0 0,-10 38 0,-1-15 0,-2 0 0,-2-1 0,-33 61 0,21-53 0,-2-2 0,-3-1 0,-50 57 0,57-77 0,-2-1 0,-2-2 0,0-1 0,-2-1 0,-54 32 0,75-52 0,-1 0 0,1-2 0,-1 0 0,0 0 0,-1-2 0,1 0 0,-1 0 0,-17 1 0,28-5 0,0 0 0,1 0 0,-1 0 0,0-1 0,0 1 0,0-1 0,0 0 0,1-1 0,-1 1 0,0-1 0,1 0 0,0 0 0,-5-3 0,6 2 0,-1 1 0,2-1 0,-1 0 0,0 0 0,0 0 0,1-1 0,0 1 0,0-1 0,0 1 0,0-1 0,0 0 0,1 0 0,-1 0 0,1 1 0,0-1 0,0-1 0,0-6 0,0-1 0,1 1 0,1 0 0,0 0 0,0-1 0,1 1 0,0 0 0,1 0 0,1 0 0,-1 1 0,2-1 0,9-17 0,1 2 0,1 1 0,1 1 0,27-30 0,-4 14-227,2 1-1,1 3 1,2 1-1,1 2 1,83-44-1,-66 44-6598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3:08.301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372 1 24575,'-6'35'0,"-13"64"0,-5 0 0,-71 185 0,43-162 0,-123 206 0,336-562 0,-124 189 0,1 2 0,86-75 0,-115 111 0,0 0 0,0 0 0,1 1 0,20-10 0,-27 15 0,-1 0 0,1 0 0,0 0 0,0 0 0,-1 1 0,1-1 0,0 1 0,0 0 0,0 0 0,0 0 0,0 0 0,-1 0 0,1 1 0,0-1 0,0 1 0,0 0 0,-1 0 0,1 0 0,0 0 0,-1 0 0,1 1 0,-1-1 0,1 1 0,-1-1 0,3 4 0,1 1 0,0 1 0,-1 0 0,0 0 0,0 1 0,0 0 0,-1 0 0,0 0 0,0 0 0,-1 1 0,0-1 0,2 14 0,1 11 0,5 56 0,-9 244-1365,-3-320-5461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3:08.698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1 24575,'25'-1'0,"-1"2"0,1 0 0,-1 2 0,0 0 0,26 9 0,-45-11 0,1 1 0,-1 0 0,0 0 0,0 0 0,0 1 0,0 0 0,0 0 0,-1 0 0,1 0 0,-1 1 0,0 0 0,0 0 0,0 0 0,0 0 0,-1 0 0,0 1 0,1 0 0,-2 0 0,1 0 0,-1 0 0,1 0 0,-2 0 0,1 1 0,0-1 0,-1 0 0,0 1 0,0 0 0,-1 6 0,0 4 0,-1 0 0,-1 0 0,-1 0 0,0 0 0,-1 0 0,-1 0 0,0-1 0,-1 0 0,-14 27 0,-5 1 0,-58 76 0,83-119 0,0 0 0,0 0 0,-1 1 0,1-1 0,0 0 0,0 1 0,-1-1 0,1 0 0,0 1 0,0-1 0,0 1 0,0-1 0,-1 0 0,1 1 0,0-1 0,0 1 0,0-1 0,0 0 0,0 1 0,0-1 0,0 1 0,0-1 0,0 0 0,0 1 0,0-1 0,1 1 0,-1-1 0,0 0 0,0 1 0,0-1 0,0 0 0,1 1 0,-1-1 0,0 0 0,1 1 0,16 6 0,24-4 0,3-5 30,0-2 0,-1-1 0,52-15 0,124-43-1515,-199 57-5341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3:09.029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0 190 24575,'8'-1'0,"0"-1"0,0 2 0,-1-1 0,10 1 0,13 0 0,134-11-106,641-48 345,-5-48-1737,-758 99-5328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3:09.512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201 0 24575,'18'26'0,"25"29"0,-2 2 0,-3 3 0,35 72 0,-64-113 0,0 1 0,-1 1 0,-2-1 0,0 1 0,-1 0 0,-1 1 0,-1-1 0,-1 1 0,-1 0 0,-1-1 0,-1 1 0,0 0 0,-2-1 0,-8 35 0,5-37 0,-1-1 0,-1 0 0,0-1 0,-2 1 0,0-2 0,0 1 0,-2-1 0,0-1 0,0 0 0,-18 14 0,8-9 0,-1-1 0,0-2 0,-2 0 0,0-2 0,-1 0 0,-28 10 0,51-24 0,-5 3 0,0-1 0,0 0 0,-1 0 0,-10 2 0,17-5 0,0 0 0,0 0 0,0 0 0,0 0 0,0 0 0,-1 0 0,1 0 0,0-1 0,0 1 0,0-1 0,0 1 0,0-1 0,1 0 0,-1 0 0,0 0 0,0 0 0,0 0 0,1 0 0,-1 0 0,0-1 0,1 1 0,-1 0 0,-1-3 0,0-2 0,-1 0 0,1-1 0,0 1 0,1-1 0,-1 1 0,1-1 0,0 0 0,1 0 0,0 0 0,0 0 0,1 0 0,-1 0 0,2 0 0,-1 0 0,1 0 0,1-7 0,2-8 0,1 0 0,1 1 0,16-40 0,-8 31 20,1 1 0,2 0 0,1 1 0,1 1 0,32-35 0,-6 14-763,88-71 1,-80 78-6084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3:10.110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141 0 24575,'-4'26'0,"-45"188"0,-38 205 0,87-418 0,0 0 0,0-1 0,0 1 0,0 0 0,0 0 0,0-1 0,0 1 0,0 0 0,0 0 0,0-1 0,1 1 0,-1 0 0,0 0 0,0-1 0,1 1 0,-1 0 0,1-1 0,-1 1 0,0-1 0,1 1 0,-1 0 0,1-1 0,-1 1 0,1-1 0,0 1 0,-1-1 0,1 0 0,-1 1 0,1-1 0,0 1 0,0-1 0,0 0 0,2 1 0,1 0 0,-1 0 0,0-1 0,1 1 0,-1-1 0,0 0 0,1 0 0,3-1 0,6-1 0,0 0 0,0-1 0,14-5 0,-2-2 0,-1 0 0,0-2 0,-1-1 0,39-28 0,-51 33 0,-1-1 0,0 0 0,0 0 0,-1-1 0,0-1 0,0 1 0,-1-1 0,-1 0 0,0-1 0,-1 0 0,7-16 0,-13 27 0,8-20 0,-9 28 0,-3 30 0,4 307 0,0-344 0,0 1 0,0-1 0,0 1 0,0-1 0,0 1 0,0-1 0,0 1 0,1-1 0,-1 1 0,0 0 0,1-1 0,-1 0 0,0 1 0,0-1 0,1 1 0,-1-1 0,1 1 0,-1-1 0,1 0 0,-1 1 0,0-1 0,1 0 0,-1 1 0,1-1 0,-1 0 0,1 0 0,-1 0 0,1 1 0,0-1 0,-1 0 0,1 0 0,-1 0 0,1 0 0,-1 0 0,1 0 0,0 0 0,-1 0 0,1 0 0,-1 0 0,1 0 0,-1 0 0,1-1 0,-1 1 0,1 0 0,-1 0 0,1-1 0,-1 1 0,1 0 0,0-1 0,30-15 0,-30 15 0,18-12 0,0-1 0,0-2 0,-2 1 0,0-2 0,-1 0 0,-1-2 0,26-37 0,-19 20 0,-2-1 0,-1-1 0,22-65 0,-38 94-341,0-1 0,-1 0-1,3-18 1,-4 4-6485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3:10.643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101 1 24575,'1'0'0,"0"1"0,0 0 0,0-1 0,0 1 0,-1 0 0,1 0 0,0 0 0,0 0 0,-1 0 0,1 0 0,0 0 0,-1 0 0,1 0 0,-1 0 0,1 0 0,-1 0 0,0 0 0,1 1 0,-1 0 0,5 29 0,-4-21 0,2 21 0,0 0 0,-3 0 0,0 0 0,-2 0 0,-7 36 0,-41 154 0,7-40 0,35-145 0,4-20 0,1-1 0,0 1 0,1 0 0,1 0 0,0 1 0,2 20 0,0-35 0,0 0 0,0 0 0,0 0 0,0 0 0,0 0 0,0 0 0,0 0 0,1 0 0,-1-1 0,0 1 0,1 0 0,0-1 0,-1 1 0,1-1 0,0 0 0,0 0 0,0 0 0,0 1 0,0-2 0,0 1 0,0 0 0,0 0 0,0-1 0,0 1 0,0-1 0,0 0 0,4 1 0,1 0 0,0-1 0,-1 0 0,1 0 0,0 0 0,0-1 0,0 0 0,11-3 0,0-3 0,0-1 0,-1-1 0,0-1 0,0 0 0,-1-1 0,-1-1 0,0 0 0,14-15 0,101-120 0,-118 132 0,13-17 0,-18 21 0,1 0 0,1 0 0,0 1 0,1 0 0,0 0 0,0 1 0,16-10 0,-25 18 0,0 1 0,0-1 0,0 0 0,0 1 0,0-1 0,1 1 0,-1 0 0,0-1 0,0 1 0,1 0 0,-1 0 0,0-1 0,1 1 0,-1 0 0,0 0 0,1 0 0,-1 1 0,0-1 0,0 0 0,1 0 0,-1 1 0,0-1 0,0 1 0,0-1 0,3 2 0,-3 0 0,1 0 0,0-1 0,-1 1 0,1 0 0,-1 0 0,0 0 0,0 1 0,0-1 0,0 0 0,0 0 0,0 0 0,-1 1 0,1 2 0,1 6 0,0 0 0,-1 1 0,-1-1 0,-1 22 0,-16 69 0,-31 109 0,23-112 0,19-73-1365,0-8-5461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3:11.109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201 1 24575,'-14'25'0,"-21"45"0,3 2 0,3 1 0,4 1 0,2 1 0,-19 127 0,44-201 0,5-6 0,9-9 0,-16 14 0,120-123 0,56-52 0,-169 168 0,2 0 0,-1 1 0,1 0 0,0 0 0,0 1 0,0 0 0,13-5 0,-19 9 0,0 0 0,1 0 0,-1 1 0,1-1 0,-1 1 0,1 0 0,-1 0 0,1 0 0,-1 0 0,1 0 0,-1 1 0,1 0 0,-1-1 0,0 1 0,1 1 0,-1-1 0,0 0 0,0 1 0,1 0 0,-1 0 0,-1 0 0,1 0 0,0 0 0,0 0 0,2 4 0,4 4 0,-1 1 0,0 0 0,-1 0 0,-1 1 0,0 0 0,0 0 0,-1 0 0,0 1 0,-1-1 0,2 16 0,4 22 0,4 62 0,-14-112 0,12 207-1365,-9-162-5461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2:40.5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0 215 24575,'189'3'0,"257"-43"0,0-24 0,409-39 0,-782 98-85,153-1-1195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2:41.1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53 1 24575,'0'348'0,"-4"777"0,-37-2 0,34-984 0,7-139 9,0 0 1,0 0-1,0 0 0,0 0 0,0 0 1,0 0-1,0 0 0,0 0 0,0 0 0,0 0 1,0 0-1,0 0 0,1-5-1494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3:14.5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1 205 24575,'21'-21'0,"-9"13"0,1 1 0,0 1 0,0 0 0,0 0 0,21-5 0,76-13 0,-100 22 0,502-54 0,-111 18 0,-283 20-1365,-104 16-5461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3:14.9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349 0 24575,'0'0'0,"-1"6"0,-65 409 0,-99 519 0,130-782 0,-46 251 0,80-392-1365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3:23.2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2478 346 24575,'0'1'-12,"0"0"-1,0-1 0,1 1 1,-1 0-1,-1 0 0,1 0 1,0 0-1,0 0 0,0 0 1,0-1-1,-1 1 0,1 0 1,0 0-1,-1 0 1,1-1-1,0 1 0,-1 0 1,1 0-1,-1-1 0,1 1 1,-1 0-1,0-1 0,1 1 1,-1 0-1,0-1 0,0 1 1,-1 0 53,1-1 1,-1 0 0,1 0-1,0 0 1,-1 0 0,1 0-1,0 0 1,-1 0 0,1-1-1,0 1 1,-1 0-1,1-1 1,0 1 0,-1-1-1,0 0 1,-9-5-849,0-1 0,1 0-1,-11-9 1,14 10-1942,-70-49 1359,-158-79 8512,132 82-7201,72 38 79,0 1 0,-1 2 0,-1 0 0,0 3 0,0 0 0,-39-2 0,1 4 0,-134 9 0,64 0 0,-63 6 0,177-5-1060,0 1-1,0 2 0,0 1 1,1 1-1,0 1 1,-35 19-1,-144 96-289,89-50 3340,88-58-1104,-68 45 4418,85-53-5219,0 0 0,1 1 0,0 0 0,1 1 0,0 0-1,-9 14 1,-14 32-85,-44 111 0,31-62 0,17-39 0,4 1 0,2 0 0,-16 93 0,-19 218 0,49-313 0,2-3 0,3-1 0,2 1 0,3 0 0,3 0 0,2-1 0,3 0 0,3 0 0,28 79 0,-21-93 0,3 0 0,2-1 0,52 74 0,-43-71 0,-3 2 0,35 75 0,-34-37 0,33 142 0,-48-155 0,4-2 0,3 0 0,41 88 0,-34-112 0,1 0 0,76 88 0,-32-45 0,48 56 0,-107-132 0,2-1 0,0-1 0,0-1 0,2 0 0,39 20 0,-14-14 0,1-2 0,55 15 0,101 16 0,51 16 0,-238-60 0,-1 0 0,0 2 0,0-1 0,0 2 0,-1 0 0,0 1 0,-1 0 0,0 1 0,-1 0 0,16 18 0,4 12 0,-1 2 0,25 46 0,-29-44 0,63 79 0,-52-84 0,1-2 0,3-2 0,0-1 0,69 41 0,201 97 0,-195-112 0,-78-40 0,326 163 0,-288-151 0,2-2 0,150 35 0,-144-47 0,0-3 0,1-5 0,93 1 0,17-16 0,-1-10 0,0-8 0,205-50 0,-309 49 0,95-38 0,-141 43 0,-1-1 0,-1-3 0,-1-1 0,40-31 0,-63 40 0,-2-1 0,1-1 0,-2-1 0,0 0 0,-1-1 0,-1-1 0,-1 0 0,12-24 0,-9 12 0,-2-1 0,-2 0 0,0 0 0,12-64 0,-11 2 0,-4 0 0,-4-1 0,-8-99 0,-26-373 0,4 142 0,23 379 0,-41-563 0,28 503 0,-4 1 0,-4 0 0,-64-171 0,44 175 0,-5 1 0,-5 3 0,-3 3 0,-5 1 0,-4 4 0,-80-86 0,34 57 0,-5 6 0,-4 4 0,-203-138 0,236 190 0,-3 3 0,-161-68 0,-209-37 0,-68 49 0,192 48 0,202 31 0,32 5 0,-200-21 0,279 46-455,-1 0 0,-35 4 0,18 3-6371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3:25.1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0 134 24575,'12'21'0,"42"64"0,124 176 0,-173-254 0,1 0 0,0 0 0,1 0 0,0-1 0,-1 0 0,14 8 0,-18-13 0,1 0 0,-1 0 0,0 0 0,1 0 0,-1 0 0,1-1 0,0 1 0,-1-1 0,1 0 0,-1 1 0,1-1 0,0 0 0,-1-1 0,1 1 0,0 0 0,-1-1 0,1 1 0,-1-1 0,1 0 0,-1 0 0,1 0 0,-1 0 0,0 0 0,1-1 0,-1 1 0,0-1 0,3-2 0,4-4 0,0-1 0,0-1 0,-1 0 0,0 0 0,-1 0 0,0-1 0,6-12 0,36-87 0,-37 80 0,91-249 0,-102 277-85,-1 0 0,1 0-1,0 0 1,0 0 0,0 0-1,0 0 1,1 1 0,-1-1-1,0 0 1,1 1 0,-1-1-1,1 1 1,-1-1 0,1 1-1,2-2 1,10-4-6741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3:25.7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24575,'15'1'0,"1"0"0,-1 0 0,1 2 0,-1 0 0,0 0 0,0 2 0,0 0 0,18 8 0,-27-10 0,-1 0 0,1 0 0,-1 1 0,0-1 0,0 1 0,0 0 0,-1 1 0,1-1 0,-1 1 0,0 0 0,0 0 0,-1 0 0,1 0 0,-1 1 0,-1-1 0,1 1 0,-1 0 0,0 0 0,0 0 0,0 0 0,-1 0 0,0 0 0,0 8 0,-1 7 0,-1-1 0,-1 1 0,-1-1 0,-1 1 0,-1-1 0,-1-1 0,-11 27 0,-68 130 0,85-175 0,-1 0 0,0 0 0,1 0 0,-1 0 0,0 0 0,1 0 0,0 0 0,-1 0 0,1 1 0,0-1 0,-1 0 0,1 0 0,0 0 0,0 1 0,0-1 0,0 0 0,0 0 0,0 1 0,0-1 0,1 2 0,0-2 0,1 0 0,-1 0 0,0 1 0,1-1 0,-1 0 0,1 0 0,-1 0 0,1-1 0,-1 1 0,1 0 0,0 0 0,-1-1 0,1 1 0,0-1 0,2 1 0,19 3 0,0 0 0,0-1 0,0-2 0,0 0 0,35-4 0,116-22 0,-63-1-682,178-65-1,-230 69-6143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3:27.3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52 24575,'5'-3'0,"-4"3"0,-1-1 0,0 1 0,0 0 0,0 0 0,1 0 0,-1 0 0,0-1 0,0 1 0,0 0 0,1 0 0,-1 0 0,0 0 0,0 0 0,1 0 0,-1 0 0,0-1 0,0 1 0,0 0 0,1 0 0,-1 0 0,0 0 0,1 0 0,-1 0 0,0 0 0,0 0 0,1 0 0,-1 0 0,0 1 0,0-1 0,1 0 0,-1 0 0,0 0 0,0 0 0,0 0 0,1 0 0,-1 0 0,0 1 0,0-1 0,0 0 0,1 0 0,-1 1 0,10 5 0,0 2 0,-1 0 0,0 0 0,0 0 0,-1 1 0,0 0 0,0 1 0,-1 0 0,7 12 0,48 103 0,-55-109 0,24 60 0,-21-49 0,0-1 0,2 0 0,1 0 0,0-1 0,32 41 0,-44-64 0,1 0 0,0 0 0,0-1 0,0 1 0,0 0 0,0-1 0,0 0 0,1 1 0,-1-1 0,0 0 0,1 0 0,-1 0 0,1 0 0,-1-1 0,1 1 0,-1-1 0,1 0 0,2 1 0,0-2 0,-1 1 0,1-1 0,-1 0 0,1 0 0,-1 0 0,0 0 0,0-1 0,1 0 0,6-4 0,1-2 0,0 0 0,0-2 0,-1 1 0,0-2 0,14-15 0,1-8-124,-2 0 0,-1-2 0,-2 0 0,-1-1 0,-2-2 0,-2 0-1,-1 0 1,-2-1 0,-2-1 0,11-77 0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3:28.2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52 24575,'5'-2'0,"0"-1"0,0 1 0,0 0 0,1 1 0,-1 0 0,0-1 0,1 2 0,-1-1 0,9 0 0,6-1 0,44-8 0,-5 1 0,0 1 0,84 1 0,-141 7 0,1 0 0,0 0 0,-1 1 0,1-1 0,0 0 0,-1 1 0,1 0 0,-1 0 0,1 0 0,-1 0 0,1 0 0,-1 0 0,0 1 0,1-1 0,-1 1 0,0 0 0,0-1 0,0 1 0,0 0 0,0 0 0,-1 0 0,1 0 0,-1 1 0,1-1 0,-1 0 0,0 1 0,0-1 0,0 1 0,0-1 0,0 1 0,0 0 0,-1-1 0,0 1 0,1 0 0,-1-1 0,0 1 0,-1 5 0,0 9 0,0 0 0,-2 0 0,0-1 0,-10 28 0,12-39 0,-12 40 0,-1-1 0,-2 0 0,-3-1 0,-40 69 0,54-100 0,15-10 0,0-1 0,38 4 24,0-2 0,1-2 0,-1-2 0,57-10 0,-6-5-767,97-30 1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3:28.6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 0 24575,'0'0'0,"0"1"0,-1 1 0,0-1 0,0 1 0,-1 2 0,0 1 0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3:32.0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49 0 24575,'1'3'0,"0"0"0,1 0 0,-1-1 0,1 1 0,-1 0 0,1-1 0,0 1 0,0-1 0,0 0 0,0 0 0,1 1 0,-1-2 0,3 3 0,3 4 0,149 122 0,-54-48 0,-93-74 0,-1 1 0,-1 0 0,0 1 0,0 0 0,0 0 0,-2 0 0,1 1 0,-1 0 0,-1 0 0,0 1 0,4 12 0,-5-7 0,0 0 0,-1 0 0,0 0 0,-2 1 0,0-1 0,-1 0 0,-3 26 0,0-18 0,-2-1 0,0-1 0,-2 1 0,-1-1 0,0 0 0,-2 0 0,0-1 0,-2-1 0,0 1 0,-2-2 0,-25 30 0,28-37 0,-1-1 0,0-1 0,-1 0 0,-1-1 0,1 0 0,-2-1 0,1-1 0,-17 7 0,27-13 0,-1 0 0,0 0 0,1 0 0,-1-1 0,0 1 0,0-2 0,0 1 0,0 0 0,0-1 0,0 0 0,0 0 0,0 0 0,0-1 0,0 0 0,0 0 0,0 0 0,0 0 0,1-1 0,-1 0 0,0 0 0,1 0 0,-1 0 0,1-1 0,0 0 0,0 0 0,0 0 0,0 0 0,1-1 0,-1 1 0,-4-8 0,4 5 0,0 0 0,0 0 0,1 0 0,0 0 0,0-1 0,1 0 0,-1 0 0,2 1 0,-1-1 0,1 0 0,0-1 0,0-6 0,1 2 0,0 1 0,2-1 0,-1 0 0,1 1 0,1-1 0,7-19 0,-1 9 0,1 1 0,1 1 0,0 0 0,2 0 0,0 1 0,30-32 0,-19 27-455,1 2 0,44-30 0,-11 14-6371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3:32.5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63 0 24575,'4'35'0,"1"45"0,-3 0 0,-15 131 0,-43 159 0,51-342 0,7-24 0,5-11 0,7-15 0,29-52 0,-10 17 0,43-58 0,-65 100 0,1 0 0,1 1 0,0 1 0,1 0 0,0 0 0,1 2 0,1 0 0,24-14 0,-37 24 0,0-1 0,0 1 0,0 0 0,0 0 0,0 0 0,0 0 0,0 0 0,0 1 0,1-1 0,-1 1 0,0 0 0,0 0 0,1 0 0,-1 1 0,0-1 0,0 1 0,0-1 0,0 1 0,5 2 0,-4-1 0,0 1 0,-1-1 0,1 1 0,0 0 0,-1 0 0,0 0 0,1 1 0,-1-1 0,-1 1 0,1 0 0,0 0 0,1 4 0,4 8 0,-1 0 0,-1 1 0,-1 0 0,0-1 0,-2 2 0,3 17 0,-1 20-455,-3 0 0,-6 75 0,1-89-6371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3:33.3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0 373 24575,'21'-1'0,"-11"-1"0,241-12 0,-80 6 0,185-32 0,-32-42 0,-7-23 0,-150 47 0,0 9 120,-145 45-368,0 0 1,-1 1-1,1 2 1,0 0-1,40 4 1,-38 1-6579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3:34.0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 24575,'118'-10'0,"-116"10"0,32 1 0,55 7 0,-80-6 0,-1-1 0,0 1 0,0 0 0,0 1 0,0 0 0,0 0 0,-1 1 0,1-1 0,-1 2 0,0-1 0,0 1 0,10 9 0,-15-11 0,0 0 0,1 0 0,-1 0 0,0 0 0,-1 1 0,1-1 0,0 1 0,-1-1 0,0 1 0,0-1 0,0 1 0,0 0 0,0 7 0,-1-3 0,0-1 0,-1 1 0,0-1 0,0 1 0,0-1 0,-5 12 0,-3 5 0,-2 1 0,-27 44 0,32-59 0,-19 30 0,-1 0 0,-36 39 0,63-79 0,-1-1 0,0 1 0,1 0 0,-1 0 0,0 0 0,1 0 0,-1 0 0,0 0 0,1 0 0,-1 1 0,0-1 0,1 0 0,-1 0 0,0 0 0,1 0 0,-1 0 0,0 0 0,0 1 0,1-1 0,-1 0 0,0 0 0,0 0 0,1 1 0,-1-1 0,0 0 0,0 0 0,0 1 0,1-1 0,-1 0 0,0 0 0,0 1 0,0-1 0,0 0 0,0 1 0,1-1 0,-1 0 0,0 1 0,0-1 0,0 0 0,0 1 0,0-1 0,0 0 0,0 1 0,0-1 0,0 0 0,0 1 0,0-1 0,-1 0 0,1 1 0,0-1 0,0 0 0,0 0 0,0 1 0,0-1 0,-1 0 0,1 1 0,0-1 0,0 0 0,0 0 0,-1 0 0,1 1 0,0-1 0,-1 0 0,38-7 0,-28 5 0,410-118 120,-8-30-1605,-341 123-5341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3:34.7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117 26 24575,'9'-10'0,"-9"9"0,1 0 0,0 0 0,-1 0 0,1 0 0,0 0 0,0 0 0,-1 0 0,1 1 0,0-1 0,0 0 0,0 0 0,0 1 0,0-1 0,0 1 0,0-1 0,0 1 0,3-1 0,1 0 0,0 1 0,0-1 0,0 1 0,0 1 0,0-1 0,1 1 0,-1 0 0,0 0 0,0 0 0,0 1 0,-1 0 0,1 0 0,0 0 0,-1 0 0,1 1 0,-1 0 0,0 0 0,1 0 0,4 6 0,3 2 0,0 1 0,-1 0 0,0 1 0,16 25 0,-16-19 0,-1 1 0,-1 0 0,-1 0 0,0 1 0,-2 0 0,0 0 0,-2 1 0,0 0 0,-2-1 0,0 1 0,-1 0 0,-1 0 0,-1 0 0,-5 22 0,2-19 0,-1-1 0,-1 1 0,-1-1 0,-1-1 0,-2 1 0,0-1 0,-1-1 0,-1 0 0,-2-1 0,0 0 0,-1-1 0,-18 19 0,26-32 0,1-1 0,-1 0 0,0 0 0,-1 0 0,1-1 0,-1-1 0,0 1 0,-1-1 0,1 0 0,-15 4 0,19-7 0,0-1 0,0 1 0,-1 0 0,1-1 0,0 0 0,0 0 0,0 0 0,0-1 0,0 1 0,-1-1 0,1 0 0,0 0 0,0-1 0,0 1 0,1-1 0,-1 0 0,0 0 0,1 0 0,-1 0 0,1-1 0,0 1 0,-1-1 0,1 0 0,0 0 0,-3-5 0,2 2 0,0 0 0,0-1 0,0 0 0,1 0 0,0 0 0,1 0 0,0 0 0,0-1 0,0 1 0,1-1 0,0 1 0,0-1 0,1 1 0,0-1 0,2-13 0,0 5 0,1 0 0,0 0 0,2 0 0,-1 1 0,2-1 0,10-19 0,-8 20 17,1 1 0,0-1 0,2 2 1,-1 0-1,2 0 0,19-17 0,-7 9-512,2 2 0,40-24 0,-6 9-6331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3:35.2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132 3 24575,'0'0'0,"0"1"0,0-1 0,0 0 0,0 0 0,0 0 0,-1 0 0,1 0 0,0 0 0,0 0 0,0 0 0,0 0 0,0 0 0,0 0 0,0 0 0,0 0 0,0 0 0,0 0 0,-1 0 0,1 0 0,0 0 0,0 0 0,0 0 0,0 0 0,0 0 0,0 0 0,0 0 0,0 0 0,0 0 0,-1 0 0,1 0 0,0 0 0,0 0 0,0 0 0,0 0 0,0 0 0,0 0 0,0 0 0,0 0 0,0-1 0,0 1 0,0 0 0,-1 0 0,1 0 0,0 0 0,0 0 0,0 0 0,0 0 0,0 0 0,0 0 0,0 0 0,0-1 0,0 1 0,0 0 0,0 0 0,0 0 0,0 0 0,0 0 0,0 0 0,0 0 0,0 0 0,0 0 0,0-1 0,0 1 0,0 0 0,0 0 0,0 0 0,0 0 0,1 0 0,-9 10 0,-8 18 0,-3 14 0,1 0 0,3 1 0,2 1 0,1 1 0,3 0 0,1 0 0,2 0 0,1 55 0,5-100 0,0 0 0,0 0 0,0 0 0,0 1 0,0-1 0,0 0 0,0 0 0,0 0 0,0 0 0,0 0 0,0 0 0,0 1 0,0-1 0,0 0 0,0 0 0,0 0 0,0 0 0,0 0 0,0 0 0,1 0 0,-1 1 0,0-1 0,0 0 0,0 0 0,0 0 0,0 0 0,0 0 0,0 0 0,0 0 0,1 0 0,-1 0 0,0 0 0,0 0 0,0 1 0,0-1 0,0 0 0,0 0 0,0 0 0,1 0 0,-1 0 0,0 0 0,0 0 0,0 0 0,0 0 0,0 0 0,1 0 0,-1 0 0,0 0 0,0 0 0,0 0 0,0-1 0,0 1 0,0 0 0,0 0 0,1 0 0,-1 0 0,0 0 0,0 0 0,0 0 0,0 0 0,0 0 0,0 0 0,0 0 0,0-1 0,0 1 0,1 0 0,-1 0 0,0 0 0,0 0 0,13-15 0,17-28 0,-26 38 0,38-59 0,75-106 0,-95 141 0,2 1 0,1 1 0,44-36 0,-66 60 0,0 0 0,0 1 0,1 0 0,-1-1 0,1 1 0,0 1 0,-1-1 0,1 0 0,0 1 0,0 0 0,0 0 0,0 0 0,0 0 0,0 1 0,8 0 0,-9 0 0,0 1 0,0 0 0,0 0 0,0 0 0,0 0 0,0 1 0,-1-1 0,1 1 0,0 0 0,-1-1 0,1 1 0,-1 0 0,0 1 0,0-1 0,0 0 0,0 1 0,0-1 0,0 1 0,-1-1 0,1 1 0,1 5 0,4 8 0,-1 0 0,0 0 0,-2 1 0,0 0 0,0 0 0,0 25 0,-1 106 0,-3-121 0,-9 176-1365,6-164-5461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3:35.5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24575,'0'0'0,"0"0"0,0 0 0,0 2 0,1 5 0,0 11 0,1 12 0,-1 9 0,0 6 0,-1 6 0,0 4 0,0 2 0,0-3 0,0-5 0,0-6 0,1-11-8191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3:36.2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 6 24575,'0'0'0,"-1"-1"0,1 0 0,-1 0 0,0 0 0,1 0 0,-1 1 0,1-1 0,0 1 0,0 0 0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3:36.8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84 24575,'11'-24'0,"-8"20"0,0 1 0,0-1 0,1 1 0,-1 0 0,1 0 0,-1 0 0,1 1 0,0-1 0,0 1 0,1 0 0,-1 0 0,9-3 0,3 0 0,0 1 0,21-3 0,-16 5 0,0 0 0,-1 1 0,1 1 0,0 1 0,0 1 0,-1 1 0,1 1 0,-1 1 0,0 0 0,0 2 0,-1 0 0,37 19 0,-43-19 0,-1 1 0,1 0 0,-1 1 0,-1 1 0,0 0 0,0 0 0,-1 1 0,0 0 0,-1 0 0,0 1 0,-1 1 0,-1-1 0,0 2 0,0-1 0,-1 0 0,-1 1 0,0 0 0,5 29 0,-7-16 0,-1 1 0,-1 0 0,-2 0 0,-1 0 0,-1-1 0,-1 1 0,-9 32 0,1-19 0,-2 0 0,-1-1 0,-40 75 0,46-100 0,-1 1 0,0-2 0,-1 1 0,0-1 0,-2-1 0,1 0 0,-29 21 0,36-31 0,-1 1 0,1-1 0,-1 0 0,0 0 0,0-1 0,0 1 0,-1-1 0,1-1 0,0 1 0,-13 0 0,14-2 0,0 0 0,0-1 0,0 1 0,0-1 0,0-1 0,0 1 0,0 0 0,1-1 0,-1 0 0,1 0 0,-1-1 0,1 1 0,0-1 0,0 0 0,0 0 0,-4-4 0,3 1 0,-1 0 0,1 0 0,1-1 0,-1 1 0,1-1 0,0 0 0,1-1 0,-1 1 0,2-1 0,-1 1 0,1-1 0,0 0 0,0 0 0,1 0 0,0 0 0,1-10 0,0-3 0,0 0 0,2 1 0,1-1 0,0 1 0,8-25 0,1 11-105,1 0 0,1 0 0,2 1 0,2 1 0,0 1 0,2 1 0,2 0 0,0 2 0,2 0 0,1 2 0,1 0 0,43-30 0,-30 27-6721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3:37.3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51 1 24575,'0'0'0,"2"13"0,3 59 0,-8 115 0,-23 73 0,13-135 0,8-80 0,-6 84 0,45-175 0,191-383 0,-225 429 0,0 0 0,0 0 0,0-1 0,1 1 0,-1 0 0,0 0 0,0-1 0,0 1 0,0 0 0,0 0 0,1-1 0,-1 1 0,0 0 0,0 0 0,0 0 0,1-1 0,-1 1 0,0 0 0,0 0 0,1 0 0,-1 0 0,0 0 0,0 0 0,1 0 0,-1-1 0,0 1 0,0 0 0,1 0 0,-1 0 0,0 0 0,1 0 0,-1 0 0,0 0 0,0 0 0,1 0 0,-1 1 0,0-1 0,0 0 0,1 0 0,-1 0 0,0 0 0,0 0 0,1 0 0,-1 0 0,0 1 0,0-1 0,1 0 0,-1 0 0,0 0 0,0 1 0,0-1 0,0 0 0,1 0 0,-1 0 0,0 1 0,0-1 0,0 1 0,10 17 0,3 17-210,-2 1-1,-1 0 1,-2 0 0,6 61-1,-13-87-102,6 44-6513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3:37.6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114 1 24575,'0'0'0,"0"0"0,0 0 0,0 1 0,0 0 0,-2 9 0,0 9 0,-2 11 0,-3 9 0,-1 7 0,-2 5 0,-1 0 0,0 0 0,0-4 0,0-2 0,0-2 0,-2-1 0,1-8-8191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3:38.0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1 244 24575,'25'-13'0,"11"-1"0,1 1 0,0 2 0,52-9 0,120-8 0,-177 24 0,892-64 0,35-3 0,-946 69 62,-24 3-1489,-8 1-5399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3:38.5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79 0 24575,'0'0'0,"35"5"0,-17-1 0,0 1 0,0 0 0,0 1 0,-1 1 0,0 1 0,0 1 0,-1 0 0,0 1 0,22 18 0,-29-21 0,-1 0 0,0 1 0,-1 0 0,0 0 0,0 1 0,-1 0 0,0 0 0,0 1 0,-1-1 0,0 1 0,-1 0 0,0 1 0,-1-1 0,0 1 0,-1-1 0,0 1 0,1 19 0,-4-8 0,-1 0 0,-1 0 0,0 1 0,-2-2 0,-1 1 0,-1-1 0,0 0 0,-2 0 0,-20 36 0,8-22 0,-1-1 0,-2 0 0,-1-2 0,-45 43 0,60-64 0,0-2 0,-1 0 0,0 0 0,-1-1 0,-21 12 0,30-19 0,1 0 0,0 0 0,-1 0 0,1-1 0,-1 1 0,1-1 0,-1 1 0,1-1 0,-1 0 0,0 0 0,1 0 0,-1 0 0,1 0 0,-1-1 0,-4 0 0,5-1 0,0 1 0,0 0 0,0-1 0,0 1 0,0-1 0,0 0 0,0 1 0,1-1 0,-1 0 0,1 0 0,-1 0 0,1 0 0,0-1 0,0 1 0,0 0 0,0 0 0,0-1 0,0 1 0,0-5 0,-1-7 0,0 1 0,1 0 0,0 0 0,1-1 0,1 1 0,0 0 0,1 0 0,0 0 0,1 0 0,1 0 0,0 0 0,0 1 0,7-13 0,1 1 0,0 1 0,2 0 0,0 1 0,1 1 0,31-33 0,-29 38-195,0 1 0,1 1 0,0 0 0,1 2 0,0 0 0,41-17 0,-24 13-6631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3:39.1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 1 24575,'2'22'0,"-3"24"0,-8 64 0,5-76 0,1 0 0,1 0 0,2 0 0,5 37 0,-5-68 0,0 0 0,1-1 0,-1 1 0,1-1 0,0 1 0,0 0 0,0-1 0,0 0 0,1 1 0,-1-1 0,1 0 0,-1 0 0,1 1 0,0-1 0,-1 0 0,1-1 0,0 1 0,1 0 0,3 2 0,-2-2 0,-1-1 0,1 1 0,0-1 0,0 0 0,0 0 0,0-1 0,0 1 0,0-1 0,0 0 0,0 0 0,8-1 0,2-2 0,-1 0 0,0-1 0,0 0 0,0-1 0,0 0 0,21-13 0,-17 7 0,0 0 0,0-2 0,-2 1 0,0-2 0,0 0 0,-1-1 0,-1 0 0,0-1 0,-1-1 0,14-25 0,-38 67 0,2 1 0,-14 51 0,21-67 0,1-1 0,1 1 0,-1 0 0,2 0 0,-1 0 0,1-1 0,1 1 0,0 0 0,0 0 0,1 0 0,0-1 0,7 19 0,-7-25 0,-1 0 0,1 0 0,-1-1 0,1 1 0,0-1 0,0 1 0,0-1 0,0 1 0,0-1 0,1 0 0,-1 0 0,1-1 0,-1 1 0,1 0 0,0-1 0,-1 1 0,1-1 0,0 0 0,0 0 0,0 0 0,0 0 0,0-1 0,0 1 0,0-1 0,1 0 0,-1 0 0,0 0 0,0 0 0,0 0 0,0-1 0,0 1 0,0-1 0,0 0 0,0 0 0,4-2 0,3-1 0,0-1 0,0 0 0,0 0 0,0-1 0,-1-1 0,0 1 0,-1-2 0,14-13 0,-8 3 0,0-1 0,-2 0 0,0-1 0,-2 0 0,0 0 0,-1-2 0,-1 1 0,-1-1 0,-1 0 0,-1 0 0,-1 0 0,-1-1 0,-1 0 0,-1 0 0,-2-34 0,0 48-1365,0 3-5461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3:39.6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176 0 24575,'-83'198'0,"33"-86"0,43-95 0,-21 57 0,26-68 0,1 0 0,-1 0 0,1 1 0,1-1 0,-1 1 0,1-1 0,0 0 0,0 1 0,3 10 0,-3-16 0,0-1 0,0 1 0,0-1 0,0 1 0,1-1 0,-1 1 0,0-1 0,0 1 0,1-1 0,-1 1 0,0-1 0,1 1 0,-1-1 0,1 0 0,-1 1 0,1-1 0,-1 0 0,0 1 0,1-1 0,-1 0 0,1 1 0,-1-1 0,1 0 0,0 0 0,-1 0 0,1 0 0,-1 1 0,1-1 0,-1 0 0,1 0 0,0 0 0,23-7 0,17-20 0,-11 2 0,0-1 0,-2-1 0,26-33 0,66-101 0,-120 161 0,0-1 0,0 1 0,1 0 0,-1-1 0,0 1 0,0-1 0,1 1 0,-1 0 0,0-1 0,1 1 0,-1 0 0,0-1 0,1 1 0,-1 0 0,1 0 0,-1-1 0,1 1 0,-1 0 0,0 0 0,1 0 0,-1 0 0,1-1 0,-1 1 0,1 0 0,-1 0 0,1 0 0,-1 0 0,1 0 0,-1 0 0,1 0 0,-1 0 0,0 0 0,1 1 0,0-1 0,11 16 0,2 26 0,-11-15 19,0 1-1,-2 0 1,-4 47-1,-18 84-553,14-108-369,4-31-5922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3:40.1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86 1 24575,'0'0'0,"1"10"0,3 37 0,-2 0 0,-2 1 0,-11 87 0,0-67 0,-3-2 0,-24 71 0,35-125 0,-12 25 0,25-88 0,-4 32 0,1 0 0,1 0 0,0 1 0,1 0 0,1 0 0,20-25 0,-24 35 0,0 1 0,1 0 0,0 0 0,0 1 0,1-1 0,16-9 0,-19 14 0,0-1 0,0 1 0,1 0 0,-1 0 0,1 0 0,0 1 0,-1 0 0,1 0 0,0 1 0,-1-1 0,1 1 0,9 1 0,-7 1 0,-1 0 0,0 0 0,0 1 0,0 0 0,0 0 0,0 0 0,-1 1 0,0 0 0,0 1 0,0-1 0,0 1 0,0 0 0,-1 1 0,0-1 0,0 1 0,-1 0 0,0 0 0,7 13 0,-2-3 0,-1 1 0,0 0 0,-2 0 0,0 1 0,0-1 0,3 29 0,-4 19-1365,-5-40-5461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3:51.2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692 4068 24575,'3'1'0,"-1"0"0,1 0 0,-1 0 0,1 0 0,-1 0 0,1 1 0,-1-1 0,0 1 0,4 3 0,7 5 0,39 18 0,1-2 0,1-2 0,57 16 0,176 38 0,271 34 0,6-25 0,199 36 0,-126 8 0,-2 0 0,6-31 0,-100-43 0,2-36 0,-453-22 0,-1-5 0,0-3 0,0-5 0,-1-3 0,95-32 0,-137 33 0,-1-2 0,-1-2 0,-1-3 0,61-40 0,-75 41 0,-1 0 0,0-2 0,-2-1 0,-1-2 0,-1 0 0,36-53 0,-30 29 0,-2-1 0,-2-1 0,-3-2 0,-2 0 0,18-78 0,38-296 0,-51 206 0,-9-440 0,-27 499 0,-7 1 0,-7 1 0,-63-225 0,42 239 0,-6 1 0,-6 3 0,-6 3 0,-130-212 0,141 273 0,-3 3 0,-4 2 0,-2 2 0,-4 4 0,-3 2 0,-3 3 0,-2 4 0,-139-87 0,123 96-9,-3 5 0,-2 4 0,-185-56 0,150 64 39,-1 6 0,-206-17 1,153 35-77,-244 17 0,-172 64-536,262-6 515,-411 137-1,-293 202 79,385-60-11,543-272 0,3 5 0,3 5 0,-143 143 0,195-165 33,2 2 1,3 2-1,3 3 0,3 1 0,3 3 0,3 1 1,-42 113-1,38-61 86,5 1 1,6 2-1,-29 249 0,41-111-119,11 1 0,34 355 0,118 528 0,-106-891 0,-4-14 0,104 674 0,49-9 0,-106-589 0,135 542 0,-188-749 0,6-1 0,63 144 0,-66-191 0,3-1 0,2-2 0,3-1 0,2-2 0,52 55 0,18 0 0,6-5 0,162 116 0,-160-137 0,3-6 0,4-6 0,4-5 0,139 55 0,-147-79 0,1-5 0,2-6 0,1-5 0,237 27 0,120-36 0,2-26 0,-210 0 0,1601 2 0,-1866 2 0,1 0 0,0 0 0,0-1 0,16-3 0,-23 3 0,0 0 0,0 0 0,-1-1 0,1 1 0,-1-1 0,1 0 0,-1 0 0,1 0 0,-1-1 0,0 1 0,0-1 0,0 0 0,4-5 0,3-7 0,1-1 0,-2-1 0,0 1 0,-1-1 0,-1-1 0,-1 0 0,8-34 0,-3-4 0,5-74 0,-9-246 0,-32-3 0,13 229 0,-109-1899 0,105-6 0,89 554 0,37 3 0,-63 670 0,-46 599 0,-45-367 0,42 581 0,-2-17 0,0 26 0,-1 14 0,-8 42 0,2 0 0,2 1 0,2 0 0,0 63 0,4-68 0,-20 674 0,-5 63 0,-82 280-715,25-316 800,37 4-108,58 453 23,4-378 0,-16-261 0,5 495 0,63-4 0,-28-723 653,-39-337-653,1 1 0,0-1 0,1 0 0,-1 1 0,1-1 0,-1 0 0,3-4 0,2-15 0,29-428 0,-30-7 0,-4 374 0,-6-999-510,7-931-853,22 874 1123,26-1788-101,-46 2714 402,-1-238-281,-27 4 2439,24 438-2108,1 7-86,0-1 1,0 1 0,-1 0 0,1-1 0,-1 1-1,0 0 1,0 0 0,0-1 0,-1 1-1,-1-3 1,3 6-26,-1 0 0,1 0 0,-1 0 0,1 0 0,-1 0 0,1 0 0,0 0 0,-1 0 0,1 0 0,-1 1 0,1-1 0,0 0 0,-1 0 0,1 0 0,-1 1 0,1-1 0,0 0 0,-1 0 0,1 1 0,0-1 0,0 0 0,-1 1 0,1-1 0,0 0 0,0 1 0,-1-1 0,1 1 0,0-1 0,0 0 0,0 1 0,0-1 0,-1 1 0,1-1 0,0 0 0,0 1 0,0-1 0,0 2 0,-9 21 0,-11 68 0,3 0 0,-5 104 0,17-153 0,-99 1609-1558,43-519 481,-34-1 1077,-4 43 0,52 2 0,65-165 22,27-1-512,-24-580-251,-16-322 714,44 492 2611,-46-579-2206,-3-16-295,0 0-1,1 1 1,0-1 0,0 1-1,1-1 1,-1 0 0,1 0-1,0 0 1,0 0 0,4 5-1,4-25-82,14-49 0,28-114 0,0-75 0,-47 226 0,107-716-693,-32-7-259,-56 519 868,153-1862 84,-52-4 0,-89 1 0,-41 1560 193,-19-860 997,23 1330-968,1 26-181,-2-1 1,-8-50-1,-3 127-41,-7 69 0,4 2 0,-2 119 0,10-114 0,-117 2209-1415,68-1079 866,13-181 549,45-1 0,118 636-88,-73-1174 74,-19 456 1755,-28-939-2876,1-11-5596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3:51.4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8:09.050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2517 402 24575,'-18'-27'0,"9"15"0,-1 0 0,0 1 0,0 1 0,-1-1 0,-1 2 0,0-1 0,0 2 0,-1 0 0,-22-11 0,14 10 0,-1 1 0,1 0 0,-1 2 0,-1 1 0,-40-4 0,13 6 0,0 3 0,0 2 0,0 2 0,1 2 0,-61 16 0,12 3 0,1 5 0,1 4 0,2 5 0,-139 78 0,126-53 0,3 4 0,2 5 0,-123 116 0,158-123 0,3 3 0,2 2 0,4 3 0,4 2 0,2 3 0,5 2 0,2 1 0,5 3 0,3 2 0,4 0 0,-25 106 0,39-114 0,4 0 0,3 1 0,4 1 0,3-1 0,4 1 0,3 0 0,4 0 0,3-1 0,4 0 0,3-1 0,4 0 0,3-2 0,43 95 0,-28-94-23,3-2-1,4-2 0,2-1 1,4-3-1,3-3 0,3-1 0,3-4 1,2-1-1,3-4 0,3-3 1,97 61-1,-90-69 0,2-3 1,2-4-1,1-3 0,3-4 1,0-3-1,1-4 0,2-4 1,0-4-1,2-3 0,-1-4 0,99-2 1,-72-13-75,0-5 1,-1-5-1,-1-5 1,0-4-1,149-55 1,-107 21-49,-4-7-1,-2-6 1,160-105 0,-179 91 69,-3-5 0,-4-6-1,188-192 1,-235 207 33,-3-3 0,-4-4 0,-5-2 0,-3-3 0,-4-3 0,43-102 0,-74 138 44,-4 0 0,-1-2 0,-4 0 0,-2-1 0,-3 0 0,-2-1 0,-1-81 0,-9 86 0,-2-1 0,-4 1 0,-1 0 0,-4 1 0,-2 0 0,-2 1 0,-47-108 0,30 98 0,-2 2 0,-3 2 0,-3 1 0,-3 2 0,-66-71 0,42 61 0,-4 3 0,-2 3 0,-127-82 0,84 73 0,-248-113 0,-141 6 0,384 144 144,-2 6-1,-195-23 1,299 51-112,0 1 0,0 1 0,0 1 0,0 1 0,0 0-1,0 1 1,1 2 0,-1 0 0,1 1 0,0 0 0,1 2 0,-1 0 0,-32 22 0,-5 11-6746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8:09.867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137 1 24575,'-6'25'0,"-29"174"0,-11 211 0,20 205 0,26-452 0,1-51 0,-14 123 0,8-214 0,1-29 0,1-37 0,7-24 0,2 1 0,28-121 0,62-127 0,-81 271 0,2 1 0,3 1 0,1 1 0,43-65 0,-54 94 0,0 1 0,0 1 0,1-1 0,1 2 0,0-1 0,1 2 0,20-13 0,-23 16 0,1 1 0,-1 1 0,1 0 0,0 0 0,1 1 0,-1 1 0,0 0 0,1 0 0,-1 1 0,1 0 0,16 2 0,-13 0 0,0 1 0,0 1 0,0 0 0,0 1 0,0 1 0,-1 0 0,0 1 0,0 1 0,0 0 0,-1 0 0,0 2 0,-1-1 0,0 2 0,0-1 0,11 13 0,-9-6 0,-1-1 0,-1 2 0,0-1 0,-2 2 0,0 0 0,0 0 0,-2 0 0,0 1 0,-1 1 0,8 37 0,-7-8 0,-3 0 0,-1 0 0,-3 1 0,-1-1 0,-12 79 0,-64 242 0,-38 33-1365,105-371-5461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8:10.398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1 257 24575,'15'-16'0,"1"0"0,1 1 0,0 1 0,1 1 0,30-17 0,103-45 0,-106 56 0,71-20 0,-95 33 0,0 2 0,0 0 0,0 1 0,0 1 0,0 1 0,23 3 0,-39-2 0,1 0 0,0 1 0,-1 0 0,1 0 0,0 0 0,-1 1 0,0 0 0,1 0 0,-1 0 0,0 1 0,0 0 0,0 0 0,0 0 0,-1 0 0,1 1 0,-1 0 0,0 0 0,0 0 0,0 0 0,-1 1 0,1-1 0,-1 1 0,0 0 0,0 0 0,-1 0 0,0 1 0,0-1 0,0 0 0,2 11 0,-1 5 0,-2 1 0,0 0 0,-1 0 0,-1 0 0,-1 0 0,-1-1 0,-1 1 0,-12 38 0,-6 7 0,-45 89 0,-71 101 0,107-210 0,-2 0 0,-2-2 0,-45 44 0,71-76 0,25-17 0,3-2 0,576-200 0,-234 73 0,47 14-1365,-350 107-5461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8:11.710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1260 24575,'1'-2'0,"-1"1"0,0-1 0,1 1 0,-1-1 0,1 1 0,-1-1 0,1 1 0,0 0 0,0-1 0,-1 1 0,1 0 0,2-2 0,11-9 0,2 0 0,0 2 0,0 0 0,1 0 0,0 1 0,31-10 0,-22 8 0,123-48 19,3 7 0,222-45 0,329-25-863,157 18 766,1142 7-1,-1780 96 79,1016 12 0,-806 23 549,-289-20-154,-143-14-395,0 0 0,1 0 0,-1 0 0,0 0 0,0 0 0,1 0 0,-1 0 0,0-1 0,0 1 0,1 0 0,-1 0 0,0 0 0,0-1 0,0 1 0,0 0 0,1 0 0,-1-1 0,0 1 0,0 0 0,0 0 0,0-1 0,0 1 0,0 0 0,0 0 0,0-1 0,1 1 0,-1 0 0,0 0 0,0-1 0,0 1 0,0 0 0,0-1 0,-1 1 0,1 0 0,0 0 0,0-1 0,0 1 0,0 0 0,0 0 0,0-1 0,0 1 0,0 0 0,-1 0 0,1-1 0,0 1 0,0 0 0,0 0 0,-1 0 0,1-1 0,0 1 0,-1 0 0,-9-17 0,-3 3 0,-2 1 0,1 0 0,-2 0 0,-30-18 0,-78-36 0,91 50 0,-138-64 0,-305-99 0,-198-12 0,573 167 0,276 87 0,297 107 0,-14 32 0,-382-163 0,112 78 0,-166-101 0,0 2 0,-2 0 0,0 1 0,-1 1 0,-1 1 0,-1 1 0,-1 0 0,0 2 0,15 29 0,-28-45 0,0 0 0,0 0 0,0 0 0,-1 0 0,0 1 0,-1-1 0,1 1 0,-1-1 0,-1 1 0,0 0 0,0-1 0,0 1 0,-1-1 0,0 1 0,-3 11 0,-1-7 0,1-1 0,-2 0 0,1 0 0,-2 0 0,1-1 0,-1 0 0,-1 0 0,0-1 0,-11 10 0,-27 24 0,-1-2 0,-95 62 0,-119 51 0,142-93-455,-2-4 0,-183 56 0,202-82-6371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8:14.026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0 24575,'0'0'0,"1"3"0,-1 0 0,1 0 0,0 0 0,0 0 0,0 0 0,1-1 0,-1 1 0,0 0 0,3 3 0,7 12 0,21 66 0,-2 2 0,-5 0 0,15 93 0,20 273 0,-59-443 0,29 381 0,-27-291 0,-19 191 0,10-260 0,4-24 0,5-19 0,11-41 0,3 0 0,2 2 0,43-84 0,103-139 0,-116 206 0,97-107 0,-119 149 0,1 0 0,1 2 0,1 1 0,1 2 0,1 0 0,38-18 0,-58 35 0,0-1 0,0 2 0,0 0 0,1 0 0,0 1 0,0 1 0,0 0 0,0 1 0,23 0 0,-27 2 0,0 0 0,1 1 0,-1 0 0,0 0 0,1 1 0,-1 0 0,-1 1 0,1 0 0,0 0 0,-1 1 0,0 0 0,0 1 0,-1-1 0,8 8 0,0 3 0,-1 1 0,0 0 0,-1 1 0,-1 1 0,-1 0 0,0 0 0,-2 1 0,0 1 0,-1-1 0,8 36 0,-1 10 0,-3 1 0,4 78 0,-8 254 0,-4-55 0,4-269-1365,1-19-5461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8:14.293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73 0 24575,'0'0'0,"0"6"0,-16 147 0,-40 576 0,55-680-682,6 64-1,-1-90-6143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8:14.973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2314 287 24575,'-27'-29'0,"-1"2"0,-2 1 0,0 2 0,-2 1 0,0 1 0,-2 1 0,0 2 0,-1 2 0,-58-21 0,58 28 0,1 1 0,-2 1 0,1 3 0,-1 0 0,1 2 0,-1 2 0,0 2 0,0 0 0,0 3 0,-55 12 0,29 1-63,-1 3-1,2 2 0,1 3 0,1 3 1,2 2-1,-106 75 0,79-41-19,2 3 0,4 4-1,-108 126 1,125-124 83,3 4 0,3 2 0,4 2 0,4 2 0,3 3 0,4 1 0,4 2 0,3 1 0,5 2 0,4 1 0,3 0 0,5 2 0,4 0 0,5 1 0,3 0 0,5-1 0,16 130 0,2-115-109,5 0 1,5-2-1,5-1 1,4-2-1,4-1 1,5-2-1,116 182 1,-82-165-17,5-4 1,5-4-1,5-4 1,4-4-1,197 156 1,-193-182 127,3-4 0,3-5 0,196 88 1,-219-119-31,2-4 0,1-5 0,2-3 0,0-4 0,161 15 0,-185-33-41,1-3 1,0-3-1,-1-3 1,0-3 0,0-3-1,-1-3 1,-1-3-1,-1-2 1,0-4-1,-2-2 1,91-52 0,-82 34 74,-1-3 0,-2-4 0,-2-2 0,-3-3 1,-2-2-1,-3-4 0,-3-1 0,92-137 0,-86 98 8,-4-4-1,-5-1 1,-5-3-1,-4-2 0,48-195 1,-61 166-253,-7-1 1,-5-1 0,-7 0 0,-8-204 0,-10 238 197,-5 1 0,-5 0 0,-4 0 0,-5 2 0,-76-200 0,67 226 43,-4 1-1,-3 2 0,-4 2 1,-3 2-1,-3 2 1,-3 3-1,-120-119 1,112 132-3,-2 3 0,-3 3 0,-1 3 0,-3 2 0,-1 4 0,-80-32 0,63 38 0,-1 3 0,-2 4 0,0 4 0,-187-21 0,177 36 0,1 5 0,-1 4 0,1 5 0,-1 4 0,2 4 0,0 5 0,1 4 0,1 5 0,2 4 0,1 4 0,-98 52 0,118-47-150,2 4 1,3 3 0,-118 104-1,43-10-2836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8:19.744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1140 24575,'11'-10'0,"11"-11"0,178-176 0,-164 156 0,-1-1 0,-2-2 0,30-54 0,-36 48 0,-2-1 0,-2-1 0,-2 0 0,13-57 0,-25 73 0,-2 0 0,-1 0 0,-1 0 0,-3-1 0,0 0 0,-3 1 0,-5-46 0,5 80 0,1 0 0,0-1 0,-1 1 0,1 0 0,-1 0 0,1 0 0,-1 0 0,0 0 0,0 0 0,0 0 0,0 0 0,-1 1 0,1-1 0,-3-2 0,3 3 0,1 0 0,-1 1 0,0-1 0,0 1 0,0 0 0,0-1 0,0 1 0,0 0 0,0-1 0,0 1 0,0 0 0,0 0 0,0 0 0,0 0 0,-1 0 0,1 0 0,0 0 0,0 1 0,0-1 0,0 0 0,-1 1 0,-5 2 0,0 1 0,1 0 0,-1 0 0,1 1 0,0 0 0,0 0 0,-5 6 0,-18 20 0,2 1 0,1 2 0,1 0 0,2 1 0,-35 75 0,26-38 0,4 1 0,-26 103 0,31-72 0,5 1 0,4 1 0,0 201 0,51 322 0,-24-483 0,-10-134 0,2-11 0,9-17 0,-7 7 0,81-111 0,30-38 0,-91 126 0,1 1 0,55-46 0,-72 68 0,1 0 0,0 1 0,0 0 0,1 1 0,0 1 0,0 0 0,1 0 0,-1 1 0,1 1 0,17-3 0,-23 6 0,0 1 0,0-1 0,0 1 0,1 1 0,-1-1 0,0 1 0,0 1 0,0 0 0,0 0 0,0 0 0,0 1 0,-1 0 0,1 1 0,-1-1 0,0 1 0,0 1 0,0 0 0,-1 0 0,8 7 0,-2 0 9,-1 2 1,0-1-1,0 1 0,-2 1 0,0 0 1,0 0-1,-2 1 0,0 0 0,-1 0 0,0 1 1,-1-1-1,4 32 0,-2 3-504,-2 1 0,-5 103 0,-3-104-6331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8:20.136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 0 24575,'1'2'0,"0"0"0,1 0 0,-1 0 0,1 0 0,-1-1 0,1 1 0,0-1 0,0 1 0,0-1 0,-1 0 0,1 0 0,0 0 0,0 0 0,1 0 0,-1 0 0,0 0 0,0-1 0,5 2 0,-3-1 0,124 28 0,-89-23 0,-1 2 0,64 23 0,-92-28 0,0 2 0,0-1 0,-1 1 0,0 1 0,0 0 0,-1 0 0,1 0 0,-1 1 0,-1 1 0,1-1 0,-1 1 0,0 0 0,-1 1 0,9 15 0,-11-14 0,0 1 0,0-1 0,-2 1 0,1 0 0,-1 0 0,-1 0 0,0 0 0,0 0 0,-1 0 0,-1 0 0,1 0 0,-2 0 0,0 0 0,0 0 0,-1 0 0,-5 12 0,-6 14 0,-2-1 0,-1-1 0,-26 40 0,-179 229 0,158-222 0,57-73 0,-4 4 0,1 1 0,0 0 0,-15 31 0,23-43 0,1 1 0,0-1 0,0 1 0,0-1 0,0 1 0,0-1 0,0 1 0,1 0 0,0-1 0,-1 1 0,1 0 0,0 0 0,0-1 0,0 1 0,1 0 0,-1-1 0,1 1 0,-1 0 0,1-1 0,0 1 0,0-1 0,0 1 0,0-1 0,1 1 0,-1-1 0,1 0 0,-1 1 0,1-1 0,0 0 0,0 0 0,0-1 0,4 4 0,2 0 0,1-1 0,0 0 0,0-1 0,0 0 0,0-1 0,1 1 0,-1-2 0,1 1 0,-1-1 0,1-1 0,-1 0 0,13-1 0,19-3 0,59-13 0,-33 0-273,-1-2 0,-1-3 0,-1-3 0,98-54 0,-75 31-6553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8:20.371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1 24575,'0'0'0,"2"0"0,6 0 0,15 0 0,20 0 0,22 2 0,19 3 0,11 4 0,6 3 0,-4 3 0,-9 2 0,-19-1-8191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8:20.588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1 196 24575,'0'0'0,"0"0"0,0 0 0,3-1 0,9-2 0,16-5 0,20-7 0,19-8 0,14-8 0,9-7 0,4-3 0,-14 5-8191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8:21.577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186 652 24575,'-6'11'0,"-13"50"0,2 0 0,3 1 0,-9 93 0,16-101 0,-33 268 0,26 3 0,13-312 0,-3-17 0,-6-25 0,1-3 0,2 0 0,1-1 0,2 0 0,0-41 0,14-140 0,7 73 0,7 1 0,6 2 0,6 0 0,74-183 0,-85 261 0,42-76 0,-57 118 0,1 1 0,0 0 0,1 1 0,1 0 0,1 1 0,0 0 0,1 1 0,23-16 0,-31 25 0,0 1 0,0 0 0,1 1 0,-1-1 0,1 2 0,0-1 0,0 1 0,0 0 0,0 0 0,0 1 0,0 0 0,14 1 0,-11 1 0,1 1 0,-1 0 0,0 0 0,0 1 0,0 0 0,0 1 0,0 1 0,11 6 0,3 4 0,-1 1 0,-1 1 0,0 1 0,-1 1 0,-2 1 0,26 31 0,-15-12 0,-2 1 0,-1 1 0,-2 2 0,31 70 0,-30-46 0,-3 1 0,25 110 0,-22-31 0,-7 1 0,1 210 0,-20-319 0,1-18 0,-2 0 0,0 0 0,-1 0 0,-6 31 0,7-51 0,-1 0 0,1 1 0,0-1 0,-1 0 0,1 0 0,-1 1 0,1-1 0,-1 0 0,0 0 0,1 0 0,-1 0 0,0 0 0,0 0 0,0 0 0,0 0 0,0 0 0,0 0 0,0-1 0,-2 3 0,1-3 0,0 1 0,-1-1 0,1 0 0,0 1 0,0-1 0,-1 0 0,1 0 0,0 0 0,0 0 0,-1-1 0,1 1 0,-3-2 0,-29-8 0,0-2 0,1-2 0,1-1 0,-43-27 0,19 12 0,-26-14 0,-330-186 0,410 229 0,1 1 0,0-1 0,0 1 0,0-1 0,0 1 0,0-1 0,0 0 0,1 0 0,-1 0 0,0 1 0,0-1 0,0 0 0,1 0 0,-1 0 0,0 0 0,1 0 0,-1 0 0,1-1 0,-1 1 0,1 0 0,0 0 0,0 0 0,-1-2 0,1 2 0,1-1 0,-1 1 0,1 0 0,-1 0 0,1 0 0,0-1 0,-1 1 0,1 0 0,0 0 0,0 0 0,-1 0 0,1 0 0,0 0 0,0 0 0,0 1 0,1-1 0,0-1 0,9-4 0,0 1 0,0 0 0,19-6 0,-24 9 0,53-16 36,1 3 0,68-8 0,124-4-1152,-228 25 759,58-6-6469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8:22.035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960 0 24575,'-9'15'0,"-33"54"0,2 3 0,-40 104 0,-40 160 0,-203 862 0,242-865 0,47-201 0,-100 435 0,46 6 0,88-568 0,-6 65 0,4 81 0,2-133 0,2 1 0,0 0 0,1-1 0,1 1 0,1-1 0,0 0 0,2 0 0,0-1 0,13 25 0,-14-34-97,0 0-1,0-1 1,1 0-1,0 0 1,0 0-1,0-1 1,1 0-1,0 0 1,0-1-1,1 0 1,-1-1-1,1 1 0,14 3 1,47 12-6729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8:15.559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318 1 24575,'-5'31'0,"-69"1001"-333,84 9 0,-13-358 333,-9-493 0,-57 293 0,37-336-628,-79 219 1,90-313-5643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8:16.063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564 83 24575,'-9'6'0,"0"0"0,0 0 0,0 1 0,-14 13 0,6-4 0,-44 40 0,3 3 0,3 2 0,2 2 0,3 3 0,3 2 0,3 2 0,-50 108 0,87-164 0,4-10 0,1 0 0,0 0 0,0 0 0,0 1 0,0-1 0,1 1 0,0-1 0,0 1 0,0-1 0,0 8 0,1-11 0,0-1 0,0 0 0,0 0 0,1 0 0,-1 0 0,0 0 0,0 0 0,0 1 0,1-1 0,-1 0 0,0 0 0,0 0 0,0 0 0,0 0 0,1 0 0,-1 0 0,0 0 0,0 0 0,1 0 0,-1 0 0,0 0 0,0 0 0,0 0 0,1 0 0,-1 0 0,0 0 0,0 0 0,0 0 0,1 0 0,-1 0 0,0 0 0,0 0 0,0 0 0,1-1 0,-1 1 0,0 0 0,0 0 0,0 0 0,0 0 0,0 0 0,1-1 0,8-5 0,1 0 0,-1 0 0,-1-1 0,1 0 0,9-11 0,3-2 0,326-337 0,-73 70 0,-258 271 0,1 0 0,0 1 0,1 1 0,38-22 0,-50 32 0,1 1 0,0 0 0,0 0 0,0 1 0,0 0 0,1 0 0,-1 1 0,1 0 0,-1 0 0,1 1 0,-1 0 0,1 0 0,-1 0 0,1 1 0,-1 1 0,0-1 0,1 1 0,11 5 0,-5 0 0,0 0 0,0 1 0,-1 1 0,0 0 0,-1 1 0,0 1 0,0 0 0,-1 0 0,19 26 0,-5-2 0,-1 2 0,26 57 0,-16-21 30,-4 2 0,-3 1 0,23 109 0,-25-61-773,11 179 1,-28-178-6084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8:16.830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0 638 24575,'1'-11'0,"0"1"0,0-1 0,1 1 0,0-1 0,1 1 0,0 0 0,8-16 0,1 0 0,26-37 0,-16 31 0,2 1 0,0 1 0,3 1 0,0 1 0,2 1 0,1 2 0,1 1 0,0 2 0,54-29 0,-58 37 0,1 1 0,1 2 0,0 1 0,0 1 0,43-7 0,-50 13 0,1 0 0,-1 2 0,1 1 0,-1 0 0,1 2 0,-1 0 0,42 11 0,-52-9 0,0 0 0,0 0 0,0 1 0,-1 1 0,0 0 0,0 1 0,0-1 0,-1 2 0,0 0 0,-1 0 0,1 1 0,-2 0 0,1 0 0,-1 1 0,10 17 0,-9-11 0,0 1 0,-2 0 0,0 1 0,-1-1 0,-1 1 0,0 0 0,-1 1 0,-1-1 0,0 36 0,-3-7 0,-2 0 0,-3-1 0,-1 0 0,-17 62 0,4-41 0,-3 0 0,-37 77 0,52-130 0,-1 2 0,12-16 0,8-8 0,71-62 0,140-156 0,43-110 0,-210 257 0,-3-1 0,67-140 0,-116 208 0,-9 16 0,-12 21 0,-27 54 0,3 2 0,4 1 0,4 2 0,4 2 0,-26 121 0,42-149 0,3 1 0,-4 79 0,13-116 0,1 1 0,1 0 0,1-1 0,1 1 0,0 0 0,2-1 0,1 0 0,1-1 0,12 27 0,-14-38-80,1-1 0,0 1-1,0-1 1,1 0 0,0-1-1,1 1 1,0-1 0,0-1-1,1 0 1,0 0 0,0 0 0,1-1-1,0-1 1,0 0 0,0 0-1,20 6 1,35 6-6746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8:17.284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54 70 24575,'1'-2'0,"0"0"0,1 0 0,-1 1 0,0-1 0,1 0 0,0 1 0,-1-1 0,1 1 0,0 0 0,-1-1 0,1 1 0,0 0 0,0 0 0,3-1 0,-1 0 0,13-6 0,0 1 0,0 1 0,0 0 0,0 1 0,1 1 0,0 1 0,0 0 0,0 1 0,0 1 0,1 1 0,-1 1 0,0 0 0,20 5 0,-26-4 0,0 1 0,0 0 0,-1 1 0,0 1 0,1-1 0,-1 2 0,-1 0 0,1 0 0,11 9 0,-16-9 0,0-1 0,0 1 0,0 0 0,-1 1 0,0 0 0,0-1 0,-1 1 0,0 1 0,0-1 0,0 1 0,-1-1 0,0 1 0,-1 0 0,3 12 0,-3-5 0,-1 1 0,-1 0 0,0-1 0,-1 1 0,-1 0 0,0-1 0,-1 1 0,0-1 0,-2 0 0,0 0 0,-7 16 0,-9 13 0,-1-1 0,-36 52 0,-17 11 0,-4-3 0,-171 170 0,244-268 0,2 0 0,16-4 0,31-3 0,1-3 0,-1-1 0,0-2 0,57-18 0,-79 20 0,138-41-341,-3-8 0,-1-6-1,244-135 1,-331 157-6485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8:24.621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195 80 24575,'0'0'0,"0"5"0,-37 772 0,13-579 0,-94 364 0,104-520 0,12-42 0,3-10 0,19-73 0,20-32 0,5 1 0,5 3 0,5 2 0,4 3 0,110-150 0,-136 213 0,75-75 0,-96 106 0,1 1 0,0 1 0,0 0 0,1 1 0,0 0 0,1 1 0,0 1 0,0 0 0,0 1 0,26-7 0,-32 12 0,-1 0 0,1 1 0,-1 0 0,1 0 0,0 1 0,-1 0 0,1 1 0,-1-1 0,0 1 0,1 1 0,-1 0 0,0 0 0,0 1 0,-1 0 0,1 0 0,-1 0 0,0 1 0,0 1 0,0-1 0,-1 1 0,6 7 0,9 10 0,0 1 0,-3 1 0,0 1 0,20 38 0,47 109 0,-29-55 0,-54-113 0,1 0 0,0 0 0,0 0 0,0 0 0,1 0 0,-1-1 0,1 1 0,5 3 0,-8-7 0,1 0 0,0 0 0,-1 0 0,1 0 0,-1-1 0,1 1 0,0-1 0,0 1 0,-1-1 0,1 0 0,0 0 0,0 0 0,-1 0 0,1 0 0,0 0 0,0 0 0,-1 0 0,1-1 0,0 1 0,-1-1 0,1 1 0,0-1 0,-1 0 0,1 1 0,-1-1 0,1 0 0,-1 0 0,1 0 0,-1 0 0,1-1 0,0 0 0,14-14 0,-1 0 0,-1-1 0,-1 0 0,0-1 0,-1-1 0,12-25 0,53-107 0,-7-3 0,-7-3 0,44-169 0,-87 255-1365,-8 21-5461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8:24.842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0 191 24575,'0'0'0,"0"0"0,0 0 0,0 0 0,4 1 0,10 5 0,21 5 0,26 2 0,25-2 0,24-7 0,16-9 0,9-12 0,-1-12 0,-8-10 0,-16-7 0,-19-7 0,-26 5-8191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8:25.059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289 1 24575,'0'0'0,"-1"1"0,0 1 0,-6 10 0,-10 21 0,-8 25 0,-7 29 0,-4 23 0,-1 17 0,3 12 0,5 1 0,6-4 0,6-11 0,5-16 0,4-19 0,3-20 0,2-22 0,2-19-8191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8:25.216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1 241 24575,'0'0'0,"0"0"0,2 2 0,9 2 0,18 5 0,28 2 0,32-4 0,29-9 0,23-12 0,17-18 0,8-23 0,-3-30 0,-29 0-8191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8:25.639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274 0 24575,'-3'93'0,"-16"102"0,-28 85 0,39-234 0,-188 847 0,210-939 0,1 0 0,24-47 0,59-101 0,-55 115 0,85-115 0,-109 168 0,2 1 0,1 1 0,1 1 0,1 0 0,0 2 0,2 1 0,52-30 0,-69 45 0,0 0 0,0 1 0,1 1 0,0 0 0,0 0 0,0 0 0,0 2 0,0-1 0,0 1 0,0 1 0,13 0 0,-15 1 0,-1 0 0,0 1 0,-1-1 0,1 2 0,0-1 0,0 1 0,-1 0 0,0 0 0,1 0 0,-1 1 0,0 0 0,-1 1 0,1-1 0,-1 1 0,0 0 0,8 10 0,1 4 14,-2 1 0,0 0 0,-1 1-1,-1 0 1,-1 1 0,-1-1 0,6 29 0,27 162-1209,-38-197 914,8 67-6545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8:26.702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 5 24575,'0'0'0,"0"-1"0,0 1 0,0 0 0,1 0 0,-1-1 0,0 1 0,0 0 0,0 0 0,1 0 0,-1-1 0,0 1 0,0 0 0,0 0 0,1 0 0,-1 0 0,0-1 0,1 1 0,-1 0 0,0 0 0,0 0 0,1 0 0,-1 0 0,0 0 0,1 0 0,-1 0 0,0 0 0,0 0 0,1 0 0,-1 0 0,0 0 0,1 0 0,-1 0 0,0 0 0,0 0 0,1 0 0,-1 1 0,0-1 0,0 0 0,1 0 0,-1 0 0,0 0 0,1 1 0,16 7 0,-16-8 0,11 7 0,-1 1 0,1 0 0,-1 0 0,-1 1 0,0 1 0,0 0 0,-1 0 0,0 1 0,-1 0 0,0 0 0,0 1 0,-2 0 0,1 1 0,-2-1 0,8 24 0,-3-3 0,-2 0 0,-1 1 0,-1 0 0,-2 0 0,-1 46 0,-5-7 0,-3 0 0,-4-1 0,-25 107 0,-87 205 0,118-378 0,0 6 0,18-28 0,71-89 0,84-136 0,49-132 0,-209 355 0,30-54 0,-3-3 0,53-151 0,-89 217 0,-8 17 0,-10 20 0,-24 47 0,4 1 0,3 2 0,4 1 0,2 2 0,-17 93 0,35-124 0,1 1 0,3 1 0,3-1 0,1 1 0,3 0 0,2 0 0,2-1 0,3 0 0,24 86 0,-25-113-114,2-1 1,1 0-1,1-1 0,0 0 0,2 0 1,1-1-1,0-1 0,2-1 0,0 0 1,1-1-1,33 28 0,4-7-6712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8:27.079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188 1 24575,'0'0'0,"5"0"0,8 3 0,0 0 0,0 1 0,0 0 0,0 1 0,-1 0 0,1 1 0,-2 0 0,1 1 0,-1 1 0,0 0 0,0 0 0,-1 1 0,13 14 0,-15-14 0,0 0 0,-1 1 0,0 0 0,-1 0 0,0 0 0,-1 1 0,0 0 0,0 0 0,-1 0 0,-1 1 0,0-1 0,0 1 0,-1 0 0,-1 0 0,0 18 0,-3-2 0,-2 0 0,-1 0 0,-1-1 0,-1 0 0,-2 0 0,0-1 0,-23 44 0,-109 165 0,-80 72 0,220-306 0,1-1 0,-1 1 0,0 0 0,0 0 0,1 0 0,-1 0 0,0 0 0,1 0 0,-1 0 0,1 0 0,-1 0 0,1 0 0,0 0 0,-1 1 0,1-1 0,0 0 0,0 0 0,0 0 0,0 0 0,0 1 0,0-1 0,0 0 0,0 0 0,0 0 0,1 0 0,-1 1 0,0-1 0,1 0 0,-1 0 0,1 0 0,-1 0 0,1 0 0,-1 0 0,1 0 0,0 0 0,0 0 0,0 0 0,-1-1 0,1 1 0,0 0 0,0 0 0,0-1 0,0 1 0,0-1 0,0 1 0,0-1 0,0 1 0,0-1 0,1 1 0,-1-1 0,2 0 0,7 3 0,1-1 0,0-1 0,0 0 0,17-1 0,16-3-273,1-2 0,-1-1 0,-1-3 0,74-24 0,-13-2-6553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8:27.269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 1 24575,'0'0'0,"0"0"0,0 0 0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8:28.050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115 1 24575,'0'0'0,"0"12"0,-64 1081 0,49-970 0,-20 283 0,35-406 0,0 0 0,0 0 0,0 0 0,0 0 0,0 1 0,0-1 0,0 0 0,0 0 0,0 0 0,0 0 0,-1 1 0,1-1 0,0 0 0,0 0 0,1 0 0,-1 0 0,0 0 0,0 1 0,0-1 0,0 0 0,0 0 0,0 0 0,0 0 0,0 0 0,0 1 0,0-1 0,0 0 0,0 0 0,0 0 0,1 0 0,-1 0 0,0 0 0,0 1 0,0-1 0,0 0 0,0 0 0,0 0 0,1 0 0,-1 0 0,0 0 0,0 0 0,0 0 0,0 0 0,0 0 0,1 0 0,-1 0 0,0 0 0,0 0 0,0 0 0,0 0 0,0 0 0,1 0 0,-1 0 0,0 0 0,0 0 0,0 0 0,0 0 0,1 0 0,-1 0 0,0 0 0,0 0 0,12-12 0,12-23 0,30-62 0,53-131 0,24-113 0,-128 333 0,137-404 0,-140 412 0,0 0 0,0-1 0,0 1 0,0 0 0,0 0 0,0 0 0,0-1 0,0 1 0,0 0 0,0 0 0,0 0 0,0 0 0,0-1 0,0 1 0,0 0 0,1 0 0,-1 0 0,0-1 0,0 1 0,0 0 0,0 0 0,0 0 0,0 0 0,1 0 0,-1-1 0,0 1 0,0 0 0,0 0 0,0 0 0,0 0 0,1 0 0,-1 0 0,0 0 0,0 0 0,0 0 0,1-1 0,-1 1 0,0 0 0,0 0 0,0 0 0,1 0 0,-1 0 0,0 0 0,0 0 0,0 0 0,1 0 0,-1 1 0,0-1 0,0 0 0,0 0 0,0 0 0,1 0 0,-1 0 0,0 0 0,0 0 0,9 15 0,5 25 0,24 128 0,24 246 0,-46-285 0,-9-75 0,38 238 0,-45-291 0,0 0 0,0 1 0,1-1 0,-1 0 0,0 0 0,1 0 0,-1 0 0,0 1 0,1-1 0,0 0 0,-1 0 0,1 0 0,0 0 0,-1 0 0,1 0 0,0 0 0,0-1 0,0 1 0,2 1 0,-3-2 0,1 1 0,0-1 0,0 0 0,0 0 0,-1 0 0,1 0 0,0 0 0,0-1 0,0 1 0,0 0 0,-1 0 0,1 0 0,0-1 0,0 1 0,-1 0 0,1-1 0,0 1 0,0-1 0,-1 1 0,1-1 0,0 0 0,6-6 0,-1 0 0,1 0 0,-2 0 0,6-9 0,-10 14 0,33-53 0,-3 0 0,-3-2 0,33-91 0,42-189 0,-32 51 0,-54 213 0,-11 49-1365,0 8-5461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8:28.586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1 373 24575,'623'-103'0,"-572"92"0,-1-1 0,0-3 0,71-32 0,-118 45 0,1 1 0,-1-1 0,0 0 0,0 0 0,0 0 0,0-1 0,0 1 0,0-1 0,-1 1 0,1-1 0,-1 0 0,0 0 0,0 0 0,0 0 0,0-1 0,2-5 0,-4 6 0,1 0 0,-1-1 0,1 1 0,-1 0 0,0 0 0,0 0 0,0-1 0,-1 1 0,1 0 0,-1 0 0,0 0 0,0 0 0,0 0 0,0 0 0,0 0 0,-1 0 0,0 0 0,1 0 0,-3-2 0,-1-2 0,-1 1 0,1 1 0,-1-1 0,0 1 0,-1 0 0,1 0 0,-1 1 0,0 0 0,0 0 0,0 0 0,-1 1 0,1 0 0,-1 1 0,0 0 0,0 0 0,1 0 0,-1 1 0,0 0 0,0 1 0,-10 0 0,9 0 0,0 0 0,0 1 0,0 0 0,0 1 0,0 0 0,0 0 0,1 1 0,-1 0 0,1 1 0,-1 0 0,1 0 0,0 1 0,1 0 0,-1 0 0,1 0 0,0 1 0,-11 12 0,9-5 0,0 0 0,1 1 0,1 0 0,0 0 0,0 1 0,-7 27 0,-16 97 0,26-118 0,-60 449 0,2-21 0,56-417-682,-18 55-1,6-41-6143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8:28.819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76 24575,'18'8'0,"59"5"0,1-2 0,116-1 0,-163-9 0,70 2 60,109-10 0,-173 3-272,1-2 0,-1-1 0,0-2-1,0-1 1,-1-2 0,39-19 0,-7-4-6614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8:29.318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383 1 24575,'0'11'0,"-8"92"0,-30 156 0,-46 97 0,-21 15 0,67-257 0,-64 129 0,94-232 0,11-30 0,9-25 0,2 1 0,2 0 0,2 1 0,1 1 0,35-54 0,-17 38 0,4 1 0,90-97 0,-86 108 0,80-63 0,-107 95 0,-1 0 0,2 1 0,0 1 0,0 1 0,1 1 0,0 1 0,1 0 0,30-6 0,-45 13 0,-1 0 0,1 0 0,0 1 0,-1 0 0,1 0 0,0 1 0,-1-1 0,1 1 0,-1 0 0,1 1 0,-1-1 0,1 1 0,-1 0 0,0 0 0,6 4 0,-5-1 0,0-1 0,0 1 0,-1 0 0,1 0 0,-1 1 0,-1-1 0,1 1 0,-1 0 0,0 0 0,4 10 0,2 5 0,-2 1 0,-1 0 0,-1 1 0,0 0 0,-2-1 0,2 32 0,-3 26-227,-3 1-1,-3-1 1,-5 0-1,-2-1 1,-29 107-1,22-119-6598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8:29.710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 34 24575,'12'-5'0,"22"-3"0,1 2 0,-1 2 0,1 1 0,0 1 0,39 4 0,-20-2 0,534 30 0,33 1 0,-414-40 120,-170 5-491,1-1-1,-1-2 1,47-16 0,-32 2-6455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8:29.990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250 1 24575,'-15'40'0,"-39"143"60,-48 306 0,28 199-1545,70-616-5341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8:32.479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423 61 24575,'-12'-22'0,"7"9"0,4 11 0,-1 0 0,1-1 0,-1 1 0,1 0 0,-1 0 0,0 0 0,0 0 0,0 0 0,-3-2 0,4 3 0,0 1 0,0 0 0,0-1 0,0 1 0,-1 0 0,1 0 0,0 0 0,0 0 0,0 0 0,0 0 0,0 0 0,-1 0 0,1 0 0,0 1 0,0-1 0,0 0 0,0 1 0,0-1 0,0 1 0,0-1 0,0 1 0,0-1 0,0 1 0,0 0 0,0-1 0,0 1 0,1 0 0,-2 1 0,-8 8 0,0 0 0,1 1 0,0 0 0,1 0 0,-12 23 0,-28 69 0,42-89 0,-39 99 0,5 1 0,-41 198 0,54-161 0,-13 260 0,38-352 0,7 72 0,-5-130 0,-1 1 0,2-1 0,-1 0 0,0 1 0,0-1 0,0 0 0,0 0 0,1 1 0,-1-1 0,1 0 0,-1 0 0,1 0 0,-1 0 0,1 1 0,0-1 0,-1 0 0,1 0 0,0 0 0,0 0 0,0-1 0,0 1 0,1 1 0,-1-2 0,1 1 0,-1-1 0,0 0 0,0 0 0,0 0 0,1 0 0,-1 0 0,0 0 0,0-1 0,0 1 0,0 0 0,1-1 0,-1 1 0,0 0 0,0-1 0,0 0 0,0 1 0,0-1 0,1 0 0,8-6 0,-1-1 0,0 0 0,13-16 0,-18 20 0,28-34 0,-1-2 0,-3-2 0,0 0 0,-3-2 0,-2-1 0,18-50 0,-13 21 0,-3-2 0,-4-1 0,13-91 0,-29 120 0,25 92 0,19 35 0,70 88 0,-100-143 0,1-1 0,1-2 0,2 0 0,0-1 0,1-1 0,0-1 0,48 26 0,-63-39 0,0-2 0,0 1 0,0-1 0,1 0 0,-1-1 0,1 0 0,-1-1 0,1 0 0,-1 0 0,1-1 0,0 0 0,-1-1 0,1 0 0,0-1 0,-1 0 0,1 0 0,-1-1 0,0 0 0,0-1 0,0 0 0,0 0 0,-1-1 0,0 0 0,9-7 0,10-9 0,0-2 0,-1 0 0,-1-2 0,-2-1 0,0-1 0,32-51 0,-15 10 0,62-137 0,-31 20 0,-60 147 0,-1-1 0,10-77 0,-19 95-1365,-2 9-5461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8:32.949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168 0 24575,'-2'67'0,"-13"71"0,6-64 0,-132 898 0,179-1062 0,9-29 0,231-503 0,-272 610 0,0 0 0,1 1 0,0-1 0,15-18 0,-20 28 0,-1 1 0,0-1 0,1 1 0,-1-1 0,1 1 0,0 0 0,-1-1 0,1 1 0,0 0 0,0 0 0,0 0 0,0 0 0,0 1 0,-1-1 0,2 1 0,-1-1 0,0 1 0,0-1 0,0 1 0,0 0 0,0 0 0,0 0 0,0 0 0,0 0 0,0 1 0,0-1 0,0 1 0,0-1 0,0 1 0,3 1 0,0 1 0,0 1 0,0-1 0,0 1 0,-1 0 0,1 0 0,-1 1 0,0-1 0,-1 1 0,1 0 0,-1 0 0,0 0 0,3 6 0,3 10 0,13 41 0,-5-3 30,-4 1 0,-2 1 0,4 83 0,-12 186-1515,-5-284-5341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8:33.371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3 1 24575,'0'16'0,"-2"263"0,20 603 0,-17-868 0,-2-11 0,1 1 0,0 0 0,0 0 0,1 0 0,-1-1 0,1 1 0,0 0 0,0 0 0,3 6 0,-3-11 0,1 0 0,0 0 0,-1 0 0,1 0 0,-1 0 0,0-1 0,1 1 0,-1 0 0,0-1 0,0 1 0,0-1 0,0 1 0,2-4 0,-2 3 0,102-150 0,57-78 0,-132 194 0,2 3 0,1 0 0,1 2 0,43-32 0,-62 53 0,0 1 0,1 1 0,0 0 0,0 1 0,1 0 0,-1 1 0,2 1 0,-1 0 0,16-2 0,-22 6 0,-1 0 0,1 0 0,0 1 0,-1 1 0,1-1 0,-1 1 0,1 1 0,-1-1 0,1 2 0,-1-1 0,0 1 0,0 0 0,0 1 0,-1 0 0,1 0 0,-1 1 0,0-1 0,9 9 0,1 3 14,-1 1-1,-1 1 1,0 0 0,-2 0-1,0 2 1,-1 0-1,10 21 1,58 154-1165,-74-179 828,22 65-6503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8:34.450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440 1 24575,'-1'5'0,"-1"0"0,0 0 0,1 0 0,0 0 0,0 0 0,0 9 0,-2 16 0,-112 468 0,19-93 0,-70 606 0,144-855 0,17-115 0,3-25 0,0 0 0,0 1 0,-2-1 0,-7 21 0,8-80 0,7-4 0,2 1 0,2 0 0,25-85 0,68-125 0,-66 182 0,78-122 0,-92 165 0,1 1 0,1 2 0,2 0 0,1 1 0,0 2 0,40-29 0,-59 49 0,1-1 0,0 2 0,0-1 0,1 1 0,-1 0 0,1 1 0,0 0 0,0 1 0,14-3 0,-19 5 0,1-1 0,-1 1 0,0 1 0,1-1 0,-1 1 0,0-1 0,0 1 0,0 0 0,1 1 0,-1-1 0,0 1 0,0 0 0,-1 0 0,1 0 0,0 0 0,-1 1 0,1-1 0,-1 1 0,0 0 0,0 0 0,0 0 0,3 5 0,3 6 0,0-1 0,-1 2 0,-1-1 0,-1 1 0,0 0 0,0 0 0,-2 1 0,0 0 0,3 20 0,-1 17 0,0 82 0,-10-37 20,-4-1 0,-3 0 0,-6-1 0,-3 0 0,-46 128 0,-207 445-1505,239-595-5341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8:34.700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20 0 24575,'7'28'0,"-2"1"0,0-1 0,1 52 0,-3-33 0,2 39-273,-4 1 0,-4-1 0,-4 0 0,-26 128 0,24-174-6553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8:34.903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 38 24575,'0'0'0,"0"-2"0,0 0 0,0-4 0,0 0 0,0 0 0,0-2 0,1 1-8191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8:35.558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26 1 24575,'1'1'0,"0"1"0,0 0 0,0 0 0,0 0 0,0-1 0,-1 1 0,1 0 0,-1 0 0,1 0 0,-1 0 0,0 0 0,1 3 0,0 6 0,9 65 0,-3 1 0,-3 83 0,-19 160 0,10-240 0,-9 123 0,-8 309 0,22-509 0,4 33 0,-4-36 0,0 1 0,0-1 0,1 0 0,-1 1 0,0-1 0,0 0 0,0 1 0,0-1 0,1 0 0,-1 1 0,0-1 0,0 0 0,1 1 0,-1-1 0,0 0 0,1 0 0,-1 1 0,0-1 0,1 0 0,-1 0 0,0 0 0,1 1 0,-1-1 0,0 0 0,1 0 0,-1 0 0,1 0 0,0 0 0,0 0 0,0-1 0,0 1 0,0-1 0,0 1 0,0-1 0,0 1 0,0-1 0,0 0 0,-1 1 0,1-1 0,0 0 0,0 0 0,-1 1 0,2-3 0,14-20 0,-2-1 0,-1 0 0,0-1 0,-2-1 0,14-45 0,-14 39 0,54-170 0,73-403 0,-131 579 0,0 28 0,2 15 0,18 56 0,-3 2 0,23 131 0,-35-151 0,26 143 0,-15-69 0,6-2 0,45 126 0,-74-252 0,2 6 0,1 0 0,0-1 0,0 1 0,0-1 0,9 12 0,-11-17 0,0 0 0,0 0 0,0 0 0,0 0 0,0-1 0,0 1 0,0 0 0,0 0 0,1-1 0,-1 1 0,0-1 0,0 1 0,1-1 0,-1 0 0,0 1 0,1-1 0,-1 0 0,0 0 0,1 0 0,-1 0 0,1 0 0,-1 0 0,0 0 0,1 0 0,-1-1 0,0 1 0,1-1 0,-1 1 0,0-1 0,0 1 0,1-1 0,-1 0 0,0 1 0,0-1 0,0 0 0,2-2 0,8-7 0,0-1 0,0-1 0,-2 0 0,1 0 0,-2-1 0,1 0 0,11-27 0,18-41 0,-3-1 0,-4-2 0,24-104 0,38-268 0,-45 93-1365,-45 331-5461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8:36.120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292 0 24575,'1'24'0,"6"117"0,-7-1 0,-6 1 0,-42 240 0,-131 407 0,161-715 0,-27 94 0,42-218 0,7 6 0,1 1 0,3-1 0,2 1 0,1 1 0,3 0 0,1 1 0,31-61 0,-13 39 0,4 1 0,2 2 0,91-106 0,-112 145 0,1 2 0,1 0 0,1 1 0,31-21 0,-44 35 0,0 0 0,0 1 0,0 0 0,1 1 0,-1 0 0,1 0 0,14-2 0,-18 4 0,1 0 0,0 1 0,-1 0 0,1 0 0,0 1 0,-1-1 0,1 1 0,-1 1 0,1-1 0,-1 1 0,1 0 0,-1 0 0,7 4 0,-2 1 0,1 0 0,-1 1 0,-1 0 0,1 1 0,-1 0 0,-1 0 0,0 1 0,0 0 0,-1 0 0,0 1 0,10 21 0,-4-2 0,-2 0 0,0 0 0,10 52 0,-8-7 0,-3 2 0,-3 0 0,-6 134 0,-11-81 0,-35 180 0,21-207-1365,17-79-5461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8:36.664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 1 24575,'3'9'0,"25"79"0,-4 2 0,-4 0 0,-4 1 0,7 121 0,-22 371 0,-10-376 0,-46 272 0,53-470 0,1-17 0,3-21 0,10-41 0,2 1 0,4 0 0,30-78 0,105-189 0,-101 235 0,6 2 0,69-91 0,-123 184 0,0 1 0,1 0 0,-1 0 0,1 0 0,0 1 0,0-1 0,0 1 0,1 0 0,0 1 0,-1 0 0,9-4 0,-12 6 0,1 1 0,0-1 0,0 1 0,0 0 0,0 0 0,0 0 0,-1 0 0,1 0 0,0 1 0,0-1 0,0 1 0,0 0 0,-1 0 0,1 0 0,0 0 0,-1 0 0,1 0 0,-1 1 0,1-1 0,-1 1 0,0 0 0,0 0 0,0 0 0,0 0 0,0 0 0,0 0 0,3 5 0,5 7 0,-1 0 0,0 0 0,-1 1 0,0 0 0,-2 1 0,7 19 0,22 103 0,-34-133 0,24 126 0,-6 2 0,-5 0 0,-7 1 0,-5 0 0,-28 241 0,-1-221 0,22-131 0,-2 0 0,0 0 0,-2 0 0,-14 26 0,4-21-1365,0-12-5461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8:37.275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958 1 24575,'11'12'0,"26"32"0,-2 2 0,-2 2 0,40 76 0,63 171 0,-61-100-226,-9 3 1,63 317-1,-85-256-113,19 429 1,-60-490 117,-8-1 0,-9 0 0,-43 215 0,26-260 44,-7-2 1,-7-1-1,-6-3 0,-104 208 0,72-200 49,-6-3-1,-8-4 0,-5-5 0,-7-5 1,-5-4-1,-6-5 0,-232 189 0,319-290 423,17-12-110,-1-2 1,0 0 0,0-1 0,-1-1-1,-1-1 1,-35 15 0,45-23-5811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9:03.77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0 117 24575,'0'-1'0,"0"0"0,0 0 0,0 0 0,0 0 0,0 0 0,0 0 0,1 0 0,-1 1 0,0-1 0,0 0 0,1 0 0,-1 0 0,1 0 0,-1 0 0,1 0 0,-1 0 0,1 1 0,-1-1 0,1 0 0,1-1 0,15-16 0,-6 9 0,0 1 0,1 0 0,0 0 0,0 1 0,1 1 0,0 0 0,0 0 0,0 2 0,1-1 0,0 2 0,0 0 0,0 1 0,0 0 0,0 1 0,0 0 0,0 1 0,0 1 0,28 5 0,-13 0 0,1 1 0,-1 1 0,-1 1 0,0 2 0,0 1 0,-1 2 0,0 0 0,24 19 0,-25-15 0,-2 1 0,0 1 0,-2 2 0,0 0 0,-1 1 0,-1 1 0,-2 1 0,30 50 0,-30-39 0,-2 0 0,-1 1 0,-2 1 0,-2 0 0,-1 1 0,8 60 0,-11-26 0,-3 0 0,-3 1 0,-4-1 0,-17 112 0,4-96 0,-5-1 0,-3 0 0,-44 106 0,46-142 0,-1-2 0,-52 81 0,63-113 0,-1 0 0,-1-1 0,0-1 0,-1 0 0,0-1 0,-1-1 0,-1 0 0,-1-1 0,1-1 0,-22 10 0,30-18 0,-1 0 0,0 0 0,1-1 0,-1-1 0,0 0 0,0 0 0,0-1 0,-1 0 0,1 0 0,0-1 0,0-1 0,-1 0 0,1 0 0,0-1 0,0-1 0,0 1 0,1-1 0,-1-1 0,1 0 0,-1 0 0,1-1 0,0 0 0,1-1 0,0 0 0,-1 0 0,2-1 0,-1 0 0,1 0 0,0-1 0,1 0 0,-1 0 0,2 0 0,-1-1 0,1 0 0,1 0 0,-5-11 0,2-1 0,0 0 0,2 0 0,1-1 0,0 1 0,2-1 0,0 0 0,2 0 0,0 0 0,1 0 0,9-42 0,3 5 0,2 1 0,40-99 0,-22 79 0,71-124 0,-78 160 0,2 1 0,2 1 0,1 1 0,46-43 0,-67 73-195,0-1 0,1 1 0,0 1 0,1 0 0,-1 1 0,27-12 0,-14 11-6631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9:04.35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282 1 24575,'0'0'0,"-3"11"0,-202 877 0,202-873 0,-49 294 0,42-224 0,1 141 0,12-209 0,-3-17 0,1 1 0,-1-1 0,0 0 0,0 0 0,0 0 0,0 0 0,0 0 0,1 1 0,-1-1 0,0 0 0,0 0 0,0 0 0,0 0 0,1 0 0,-1 0 0,0 0 0,0 0 0,0 0 0,1 0 0,-1 0 0,0 0 0,0 0 0,0 0 0,1 0 0,-1 0 0,0 0 0,0 0 0,0 0 0,1 0 0,-1 0 0,0 0 0,0 0 0,0 0 0,1 0 0,-1 0 0,0 0 0,0-1 0,0 1 0,1 0 0,20-26 0,-17 19 0,75-121 0,91-202 0,7-14 0,-159 314 0,0 1 0,40-48 0,-52 71 0,0-1 0,0 1 0,0 0 0,0 0 0,1 1 0,0 0 0,0 0 0,1 1 0,-1 0 0,1 0 0,0 1 0,0-1 0,0 2 0,1-1 0,-1 1 0,16-1 0,-18 3 0,0 1 0,-1 0 0,1 0 0,0 0 0,-1 1 0,1 0 0,-1 0 0,1 1 0,-1-1 0,0 1 0,0 0 0,0 1 0,0-1 0,-1 1 0,0 0 0,1 0 0,-1 0 0,-1 0 0,1 1 0,-1 0 0,1 0 0,3 8 0,4 7 0,-2 0 0,0 1 0,-1 0 0,8 32 0,-5-1 24,-1-1 0,-3 2 0,-3-1 0,-1 57 0,-28 208-1509,17-259-5341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9:04.94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1 199 24575,'0'-4'0,"1"1"0,0-1 0,0 1 0,0-1 0,0 1 0,0 0 0,1-1 0,-1 1 0,1 0 0,0 0 0,3-4 0,27-31 0,-18 24 0,0 2 0,0-1 0,1 2 0,1 0 0,22-12 0,-29 18 0,0 0 0,1 1 0,-1 0 0,1 0 0,0 2 0,0-1 0,1 1 0,-1 0 0,0 1 0,1 0 0,14 2 0,-20-1 0,-1 1 0,0 0 0,0 1 0,0-1 0,0 1 0,0-1 0,0 1 0,-1 0 0,1 1 0,0-1 0,-1 1 0,0-1 0,0 1 0,0 0 0,0 0 0,0 1 0,0-1 0,-1 0 0,0 1 0,1 0 0,-1-1 0,-1 1 0,1 0 0,0 0 0,-1 0 0,0 0 0,1 8 0,1 4 0,0 1 0,-2 0 0,0 0 0,0 1 0,-4 25 0,-7 19 0,-3-1 0,-2-1 0,-3 0 0,-32 71 0,49-130 0,0 1 0,1 0 0,0-1 0,-1 1 0,1 0 0,0 0 0,0-1 0,0 1 0,0 0 0,0 0 0,0-1 0,0 1 0,1 0 0,-1 0 0,1-1 0,-1 1 0,1 0 0,0-1 0,-1 1 0,1-1 0,0 1 0,0-1 0,0 1 0,0-1 0,1 0 0,-1 1 0,0-1 0,1 0 0,-1 0 0,3 2 0,4 2 0,1 0 0,0 0 0,0 0 0,12 3 0,-10-4 0,179 59 0,-121-44 0,96 43 0,-159-60 0,0 1 0,0 0 0,0 1 0,-1-1 0,1 1 0,-1 0 0,0 1 0,0-1 0,0 1 0,-1 0 0,8 11 0,-10-13 0,-1 0 0,0 0 0,0 0 0,0 1 0,0-1 0,0 0 0,-1 1 0,1-1 0,-1 1 0,0-1 0,0 0 0,0 1 0,-1-1 0,1 1 0,-1-1 0,0 1 0,0-1 0,0 0 0,0 0 0,0 1 0,-1-1 0,1 0 0,-1 0 0,-4 5 0,-5 6 0,-1 0 0,0 0 0,-1-1 0,0 0 0,-1-1 0,-1-1 0,-21 13 0,-5 0 0,-74 32 0,59-34-227,-1-2-1,-1-3 1,-1-2-1,0-3 1,-94 8-1,60-16-6598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9:05.51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1032 24575,'21'-21'0,"-8"12"0,1 1 0,-1 1 0,2 0 0,-1 1 0,19-6 0,83-18 0,-80 22 0,740-143-367,-377 79-57,184-41 697,598-109-1209,6 49 260,-121 76 673,-371 38-96,-645 54 95,-12 3 488,61-13 0,-81 8-907,-9-1-6077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9:06.15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87 24575,'2'-29'0,"-1"26"0,0 0 0,0 0 0,1 0 0,-1 1 0,1-1 0,0 0 0,0 0 0,0 1 0,0-1 0,0 1 0,0 0 0,1 0 0,-1 0 0,1 0 0,0 0 0,-1 0 0,1 1 0,0-1 0,0 1 0,0 0 0,0 0 0,0 0 0,5-1 0,3 0 0,1 0 0,-1 1 0,1 0 0,-1 1 0,18 1 0,1 3 0,0 1 0,-1 2 0,0 1 0,-1 1 0,0 2 0,0 0 0,-1 2 0,-1 1 0,37 26 0,-26-14 0,-1 3 0,-1 0 0,-2 2 0,-1 2 0,44 57 0,-58-65 0,0 1 0,-2 1 0,-1 1 0,-1 0 0,-1 1 0,-2 0 0,-1 1 0,-1 0 0,9 61 0,-15-67 0,-2 1 0,0-1 0,-2 1 0,-1-1 0,-1 0 0,-1 1 0,0-1 0,-2-1 0,-1 1 0,-1-1 0,-1 0 0,-1-1 0,-16 26 0,14-29 0,-1-1 0,0 0 0,-2-1 0,0-1 0,0-1 0,-2 0 0,0-1 0,0 0 0,-2-2 0,-24 14 0,27-17 0,1-2 0,-2 0 0,1-1 0,-1-1 0,1 0 0,-1-1 0,-1-1 0,1 0 0,0-2 0,-1 0 0,1-1 0,-1 0 0,-26-5 0,35 3 0,1 0 0,-1 0 0,1-1 0,0 0 0,0-1 0,0 1 0,0-2 0,0 1 0,1-1 0,0 0 0,0 0 0,0-1 0,1 0 0,0 0 0,0-1 0,0 0 0,1 0 0,0 0 0,-6-13 0,5 8 0,1 0 0,1-1 0,0 0 0,1 0 0,1 0 0,0-1 0,0 1 0,1 0 0,1-1 0,1 1 0,-1-1 0,5-15 0,3-8 0,1 1 0,2 0 0,2 1 0,1 0 0,2 1 0,1 1 0,2 1 0,1 0 0,2 1 0,0 1 0,2 2 0,2 0 0,0 2 0,2 0 0,0 2 0,2 1 0,59-34 0,-68 47-341,0 0 0,1 1-1,30-7 1,-5 6-6485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9:06.81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1 344 24575,'2'19'0,"16"273"0,-15-179 0,28 177 0,-30-284 0,0 1 0,1 1 0,0 0 0,0-1 0,0 1 0,7 12 0,-8-19 0,0 1 0,-1-1 0,1 0 0,0 0 0,0 0 0,0 0 0,0-1 0,0 1 0,0 0 0,0 0 0,0 0 0,0-1 0,1 1 0,-1-1 0,0 1 0,0-1 0,1 1 0,-1-1 0,0 0 0,0 0 0,1 1 0,-1-1 0,0 0 0,1 0 0,-1 0 0,0-1 0,1 1 0,-1 0 0,0 0 0,1-1 0,-1 1 0,0 0 0,0-1 0,1 0 0,-1 1 0,0-1 0,0 0 0,0 1 0,0-1 0,0 0 0,2-2 0,6-4 0,0-1 0,-1 0 0,0 0 0,0-1 0,-1 0 0,0-1 0,0 0 0,-1 0 0,7-15 0,4-13 0,15-50 0,-16 42 0,-3-1 0,-2 0 0,9-90 0,-20 136 0,0 1 0,0-1 0,0 1 0,0 0 0,0-1 0,0 1 0,0 0 0,0-1 0,1 1 0,-1-1 0,0 1 0,0 0 0,0-1 0,0 1 0,0 0 0,1-1 0,-1 1 0,0 0 0,0-1 0,0 1 0,1 0 0,-1 0 0,0-1 0,1 1 0,-1 0 0,0 0 0,1-1 0,-1 1 0,0 0 0,1 0 0,-1 0 0,0 0 0,1 0 0,-1-1 0,0 1 0,1 0 0,-1 0 0,0 0 0,1 0 0,18 8 0,15 22 0,-33-29 0,33 36 0,40 56 0,22 23 0,-94-114 0,0 1 0,0-1 0,0 1 0,1-1 0,-1 0 0,1 0 0,0 0 0,-1-1 0,1 1 0,0 0 0,0-1 0,0 0 0,0 0 0,0 0 0,1 0 0,-1 0 0,0-1 0,0 1 0,1-1 0,-1 0 0,0 0 0,1 0 0,-1-1 0,0 1 0,0-1 0,0 1 0,1-1 0,-1 0 0,0 0 0,0-1 0,0 1 0,0-1 0,5-3 0,1-2 0,0-1 0,0-1 0,0 1 0,-1-2 0,-1 1 0,0-1 0,0 0 0,6-12 0,9-20 0,-2-1 0,-3-1 0,-1 0 0,-2-1 0,16-91 0,-22 79 0,-2-1 0,-2 0 0,-4-1 0,-9-84 0,8 131-273,-1-1 0,0 1 0,-1 0 0,-6-17 0,5 21-6553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9:07.34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0 24575,'0'0'0,"1"14"0,68 625 0,-70-627 0,-2-21 0,-4-24 0,5 4 0,0 0 0,2 0 0,2 0 0,0 0 0,2 0 0,1 0 0,1 1 0,1 0 0,2 0 0,1 1 0,1 0 0,29-50 0,-36 70 0,1 0 0,1 0 0,-1 0 0,1 1 0,0 0 0,1 0 0,0 0 0,-1 1 0,2 0 0,-1 1 0,9-5 0,-11 7 0,-1 0 0,1 1 0,-1 0 0,1 0 0,-1 0 0,1 0 0,0 1 0,-1 0 0,1 0 0,0 0 0,0 0 0,-1 1 0,1 0 0,0 0 0,-1 0 0,1 1 0,-1-1 0,0 1 0,1 0 0,-1 0 0,8 6 0,0 2 0,1 0 0,-2 2 0,1-1 0,-1 1 0,-1 1 0,0 0 0,-1 1 0,-1-1 0,0 2 0,8 18 0,4 16 0,25 92 0,-19-31-455,-6 1 0,7 123 0,-22-170-6371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9:07.84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0 24575,'0'0'0,"6"16"0,8 40 0,-2 0 0,4 62 0,1 116 0,-12-78 0,-21 244 0,17-427 0,5-38 0,5 19 0,1 0 0,3 1 0,2 1 0,1 0 0,3 1 0,33-53 0,-34 66 0,1 0 0,1 1 0,2 2 0,0 0 0,2 1 0,1 2 0,1 1 0,59-38 0,-72 53 0,0 0 0,1 1 0,-1 1 0,1 0 0,0 1 0,1 1 0,-1 1 0,1 0 0,26-1 0,-33 4 0,-1 1 0,1-1 0,-1 1 0,1 1 0,-1 0 0,0 0 0,1 1 0,-1 0 0,-1 1 0,1 0 0,0 0 0,-1 1 0,0 0 0,0 0 0,0 1 0,-1 0 0,0 0 0,8 10 0,-2 0 0,-2 0 0,0 2 0,0-1 0,-2 1 0,0 1 0,-1 0 0,9 36 0,24 142 0,-30-118-682,3 142-1,-15-191-6143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8:51.8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24575,'67'1650'-1398,"93"-12"920,-155-1591 430,170 1345-937,-172-1369 892,19 101 2148,-22-124-2042,0 0 1,0 0-1,0 0 1,0-1-1,0 1 1,1 0-1,-1 0 1,0 0-1,0 0 1,0 0-1,0 0 1,0 0-1,0 0 1,0 0-1,0 0 1,0-1-1,0 1 1,0 0-1,0 0 1,1 0-1,-1 0 1,0 0-1,0 0 1,0 0-1,0 0 1,0 0-1,0 0 1,0 0-1,0 0 1,1 0-1,-1 0 1,0 0-1,0 0 1,0 0-1,0 0 1,0 0-1,0 0 1,0 0-1,1 0 1,-1 0-1,0 0 1,0 0-1,0 0 1,0 0-1,0 0 1,0 0-1,0 0 1,0 1-1,0-1 1,1 0-1,-1 0 1,0 0-1,0 0 1,0 0-1,0 0 1,0 0-1,0 0 1,0 0-1,0 0 1,0 1-1,0-1 1,0 0-1,0 0 1,0 0-1,0 0 1,8-16 125,6-26-222,94-345 83,15-44 0,27 10 0,-95 293 0,4 4 0,95-147 0,-143 255 0,0 0 0,1 1 0,0 0 0,22-20 0,-31 32 0,1 0 0,0 0 0,-1 1 0,1-1 0,0 1 0,0 0 0,1 0 0,-1 0 0,0 0 0,1 1 0,-1 0 0,1 0 0,-1 0 0,1 0 0,0 1 0,-1-1 0,1 1 0,0 1 0,-1-1 0,1 1 0,0-1 0,-1 1 0,9 3 0,-3 1 0,-1 0 0,0 0 0,0 0 0,0 1 0,-1 1 0,0-1 0,0 1 0,0 1 0,-1-1 0,11 16 0,1 5 0,-1 2 0,16 32 0,-1 11 3,-3 2-1,-3 1 1,32 152-1,12 249-123,-20 87-475,2 18 711,38-8-1443,-78-517-4943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8:52.4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61 55 24575,'0'-3'0,"1"1"0,-1-1 0,1 0 0,0 1 0,0-1 0,0 1 0,0-1 0,3-2 0,-1 2 0,1 0 0,0 0 0,0 0 0,0 1 0,0 0 0,0 0 0,0 0 0,1 0 0,-1 1 0,1-1 0,0 1 0,-1 0 0,1 1 0,0-1 0,-1 1 0,6 0 0,10 0 0,0 1 0,29 6 0,-22-1 0,0 1 0,0 1 0,0 1 0,-1 1 0,0 1 0,-1 2 0,-1 0 0,0 2 0,-1 1 0,0 1 0,-1 0 0,-1 2 0,-1 0 0,-1 2 0,-1 0 0,0 1 0,-2 0 0,0 2 0,-2 0 0,0 1 0,-2 0 0,-1 0 0,-1 2 0,-1-1 0,7 35 0,-7-8 0,-2 2 0,-2-1 0,-3 0 0,-2 1 0,-3-1 0,-1 1 0,-24 101 0,-5-28 0,-5-1 0,-60 131 0,-150 253 0,248-511 0,0 0 0,0 0 0,0 1 0,0-1 0,0 0 0,0 0 0,-1 0 0,1 0 0,0 0 0,0 0 0,0 0 0,0 0 0,0 0 0,0 0 0,0 1 0,0-1 0,0 0 0,0 0 0,0 0 0,0 0 0,0 0 0,0 0 0,0 0 0,0 0 0,0 1 0,0-1 0,0 0 0,0 0 0,0 0 0,0 0 0,0 0 0,0 0 0,0 0 0,0 1 0,0-1 0,0 0 0,0 0 0,0 0 0,0 0 0,0 0 0,1 0 0,-1 0 0,0 0 0,0 0 0,0 0 0,0 0 0,0 1 0,0-1 0,0 0 0,0 0 0,0 0 0,1 0 0,-1 0 0,0 0 0,0 0 0,0 0 0,0 0 0,0 0 0,0 0 0,0 0 0,0 0 0,1 0 0,-1 0 0,0 0 0,0 0 0,0 0 0,12-3 0,-8 2 0,235-78 0,41-13 0,-235 81 0,0 2 0,0 2 0,0 1 0,64 1 0,-90 6 0,-1 0 0,1 1 0,-1 1 0,0 1 0,0 0 0,0 2 0,0 0 0,-1 1 0,0 0 0,0 1 0,-1 1 0,19 14 0,-22-13 0,-1 1 0,0 1 0,-1-1 0,0 2 0,0 0 0,-1 0 0,-1 0 0,-1 1 0,0 1 0,0 0 0,-2 0 0,1 0 0,-2 1 0,4 16 0,-3 0 0,-2 0 0,-1 1 0,-1-1 0,-2 1 0,-1-1 0,-1 1 0,-2-1 0,-2 0 0,0 0 0,-20 54 0,3-25 0,-2-2 0,-3 0 0,-2-2 0,-56 78 0,38-68 0,-4-3 0,-2-2 0,-3-2 0,-104 84 0,113-107 0,-2-1 0,-1-3 0,-2-2 0,-1-3 0,-1-1 0,-112 35 0,136-53 24,-1-2 0,0-1 0,-1-2 0,-47 2 0,63-7-172,-1 1-1,1-2 0,-1 0 1,1-2-1,0 1 1,0-2-1,0 0 1,0-2-1,-25-12 1,-18-21-6678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8:53.6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51 3795 24575,'-5'-6'0,"0"0"0,0 0 0,1 0 0,0 0 0,0-1 0,0 0 0,1 0 0,-1 0 0,2 0 0,-1 0 0,1-1 0,0 1 0,1-1 0,0 1 0,0-1 0,1 0 0,-1 1 0,2-1 0,-1 0 0,1 1 0,2-11 0,4-8 0,1 1 0,0 0 0,2 0 0,25-44 0,15-17 0,5 1 0,111-133 0,161-133 0,19 25-200,450-326-1,433-220-265,-796 574 615,-375 258-101,202-147-155,-193 134 436,103-106 0,-167 155-297,0 1-20,0 1 0,0-2 0,0 1 0,-1 0 0,0 0 0,0-1 0,3-5 0,-5 8-12,0 0 0,0 0-1,1 0 1,-1 0 0,0 0 0,0 0-1,-1 0 1,1 0 0,0 0-1,0 0 1,-1 0 0,1 0 0,0 0-1,-1 0 1,1 0 0,-1 0 0,1 0-1,-1 0 1,1 0 0,-1 1 0,0-1-1,1 0 1,-1 0 0,0 1 0,0-1-1,0 0 1,0 1 0,1-1 0,-1 1-1,0-1 1,0 1 0,0-1 0,-2 0-1,-17-8 1,0 1 0,0 1 0,-1 1 0,0 0 0,-23-2 0,-113-9 0,37 11 0,0 5 0,0 6 0,-219 35 0,336-39 0,-16 3 0,12 0 0,40 14 0,1-2 0,1-2 0,70 20 0,114 13 0,-152-35 0,18 4 0,105 22 0,-159-30 0,0 1 0,-1 2 0,54 27 0,-76-34 0,-1 1 0,0 0 0,0 0 0,0 0 0,0 1 0,-1 0 0,0 0 0,0 1 0,-1-1 0,0 1 0,0 1 0,0-1 0,-1 1 0,0 0 0,-1 0 0,1 0 0,-2 0 0,1 0 0,-1 1 0,0-1 0,-1 1 0,0-1 0,0 1 0,-1 0 0,0-1 0,-1 1 0,-2 13 0,-3 10 0,-1 0 0,-1 0 0,-2-1 0,-1 0 0,-2-1 0,-18 33 0,-112 166 0,-147 134 0,106-141 0,174-209-341,-1 1 0,2 0-1,-11 22 1,10-12-6485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8:54.6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127 1 24575,'0'0'0,"0"0"0,2 11 0,21 138 0,-7 0 0,-6 0 0,-16 247 0,-75 271 0,5-73 0,63-425 0,12 257 0,2-414 0,-1-1 0,1 0 0,0-1 0,4 15 0,-5-24 0,0-1 0,1 0 0,-1 0 0,0 0 0,0 1 0,0-1 0,0 0 0,1 0 0,-1 0 0,0 0 0,0 0 0,0 1 0,1-1 0,-1 0 0,0 0 0,0 0 0,0 0 0,1 0 0,-1 0 0,0 0 0,0 0 0,1 0 0,-1 0 0,0 0 0,0 0 0,1 0 0,-1 0 0,0 0 0,0 0 0,1 0 0,-1 0 0,0 0 0,0 0 0,0 0 0,1 0 0,-1-1 0,0 1 0,0 0 0,0 0 0,1 0 0,-1 0 0,0 0 0,0-1 0,0 1 0,0 0 0,1 0 0,-1 0 0,0-1 0,0 1 0,0 0 0,0 0 0,0-1 0,0 1 0,0 0 0,0 0 0,0 0 0,0-1 0,0 1 0,12-18 0,-12 18 0,45-86 0,-5-2 0,35-108 0,-29 71 0,84-188 0,-102 256 0,3 2 0,1 0 0,53-65 0,-74 107 0,0 0 0,0 1 0,1 1 0,0 0 0,1 0 0,1 2 0,0-1 0,28-13 0,-35 20 0,1 0 0,0 0 0,0 1 0,0 0 0,0 0 0,0 1 0,0 0 0,1 1 0,-1 0 0,0 0 0,1 1 0,-1 0 0,0 0 0,0 1 0,0 0 0,0 0 0,0 1 0,0 0 0,10 6 0,-5-1 0,-1 0 0,0 1 0,0 1 0,-1 0 0,0 0 0,-1 1 0,0 0 0,-1 1 0,0 0 0,-1 1 0,-1 0 0,9 18 0,0 7 0,-1 1 0,-2 0 0,10 50 0,-3 12 0,-5 1 0,3 133 0,-20 211 0,-1-300 0,-1 136-1365,4-253-5461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8:55.1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 24575,'12'-2'0,"0"0"0,-1 1 0,1 0 0,0 1 0,0 0 0,-1 1 0,1 1 0,0 0 0,-1 0 0,15 6 0,-7-2 0,-1 1 0,0 1 0,0 0 0,-1 2 0,21 14 0,-25-14 0,0 1 0,-2-1 0,1 2 0,-1 0 0,-1 0 0,0 1 0,-1 0 0,14 26 0,-12-18 0,-2 1 0,-1 1 0,-1-1 0,0 1 0,4 32 0,-6 0 0,-1 1 0,-3 0 0,-3-1 0,-10 73 0,-40 136 0,11-72 0,40-189 0,0 0 0,1 0 0,-1 0 0,1 0 0,0 0 0,0 0 0,0 0 0,1 0 0,0 6 0,0-8 0,0 0 0,0 0 0,-1 1 0,1-1 0,0 0 0,0 0 0,0 0 0,1 0 0,-1 0 0,0 0 0,0 0 0,0 0 0,1-1 0,-1 1 0,1 0 0,-1-1 0,0 1 0,1-1 0,-1 1 0,1-1 0,-1 0 0,1 0 0,1 1 0,27 1 0,0 0 0,0-2 0,0-1 0,54-10 0,-46 6 0,692-140 31,-409 71-1427,-312 72-5430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8:56.1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24575,'16'1'0,"28"4"0,-1 2 0,1 2 0,49 18 0,124 54 0,-209-78 0,224 97 0,-5 10 0,-4 9 0,-6 10 0,355 279 0,-34 49 0,-14-10 0,-507-437 0,-17-10 0,0 0 0,0 0 0,0 0 0,1 0 0,-1 0 0,0 0 0,0 0 0,0 0 0,0 0 0,1 0 0,-1 0 0,0 0 0,0 0 0,0 0 0,1 0 0,-1 0 0,0-1 0,0 1 0,0 0 0,0 0 0,1 0 0,-1 0 0,0 0 0,0 0 0,0-1 0,0 1 0,0 0 0,0 0 0,0 0 0,1 0 0,-1 0 0,0-1 0,0 1 0,0 0 0,0 0 0,0 0 0,0-1 0,0 1 0,0 0 0,0 0 0,0 0 0,0 0 0,0-1 0,-8-33 0,5 27 0,-17-49 0,-3 2 0,-2 1 0,-44-69 0,-111-141 0,-83-65 0,292 378 0,-9-13 0,-12-25 0,48 85 0,50 116 0,-92-179 0,-1 2 0,-2-1 0,-1 1 0,-2 1 0,-2-1 0,-1 1 0,0 54 0,-7-50 0,-2-1 0,-2 0 0,-1 0 0,-2 0 0,-2-1 0,-2 0 0,-1-1 0,-2-1 0,-1 0 0,-2-1 0,-2-1 0,-30 39 0,25-39 0,-3-1 0,0-2 0,-2-1 0,-2-1 0,-1-2 0,-1-1 0,-1-1 0,-1-3 0,-1-1 0,-1-1 0,-46 16 0,23-18-1365,15-11-5461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8:56.9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58 1 24575,'0'14'0,"-38"1257"0,19-1007 0,19-264 0,0 0 0,0 0 0,0 0 0,1 0 0,-1 0 0,0 0 0,0 0 0,0-1 0,1 1 0,-1 0 0,0 0 0,0 0 0,0 0 0,0 0 0,1 0 0,-1 0 0,0 0 0,0 0 0,0 0 0,1 0 0,-1 1 0,0-1 0,0 0 0,0 0 0,0 0 0,1 0 0,-1 0 0,0 0 0,0 0 0,0 0 0,0 0 0,0 1 0,1-1 0,-1 0 0,0 0 0,0 0 0,0 0 0,0 0 0,0 1 0,0-1 0,0 0 0,0 0 0,0 0 0,1 1 0,-1-1 0,0 0 0,0 0 0,0 0 0,0 0 0,0 1 0,0-1 0,0 0 0,0 0 0,0 0 0,0 1 0,0-1 0,-1 0 0,1 0 0,0 0 0,0 0 0,0 1 0,0-1 0,0 0 0,0 0 0,0 0 0,12-14 0,-9 10 0,68-93 0,68-120 0,37-118 0,-135 250 0,-41 84 0,0 1 0,0 0 0,0-1 0,0 1 0,0 0 0,0-1 0,1 1 0,-1 0 0,0-1 0,0 1 0,0 0 0,0 0 0,1-1 0,-1 1 0,0 0 0,0-1 0,1 1 0,-1 0 0,0 0 0,0 0 0,1-1 0,-1 1 0,0 0 0,1 0 0,-1 0 0,0 0 0,1 0 0,-1 0 0,0-1 0,1 1 0,-1 0 0,0 0 0,1 0 0,-1 0 0,0 0 0,1 0 0,-1 0 0,0 0 0,1 1 0,-1-1 0,0 0 0,1 0 0,-1 0 0,0 0 0,0 0 0,1 0 0,-1 1 0,0-1 0,1 0 0,-1 0 0,0 0 0,0 1 0,1-1 0,-1 0 0,0 1 0,13 20 0,-12-21 0,11 26 0,-1 1 0,-1-1 0,9 41 0,12 90 0,-28-139 0,43 323 0,-2-12 0,-41-312 0,-1-3 0,0 0 0,2 0 0,-1-1 0,8 17 0,-11-29 0,1 1 0,-1-1 0,1 0 0,0 0 0,-1 1 0,1-1 0,0 0 0,0 0 0,0 0 0,0 0 0,0 0 0,0 0 0,0 0 0,0 0 0,1-1 0,-1 1 0,0 0 0,0-1 0,1 1 0,-1 0 0,1-1 0,-1 0 0,0 1 0,1-1 0,-1 0 0,1 0 0,-1 0 0,1 0 0,-1 0 0,0 0 0,1 0 0,-1 0 0,1-1 0,-1 1 0,3-1 0,1-2 0,1 0 0,0 0 0,-1 0 0,1 0 0,-1-1 0,0 0 0,5-5 0,10-11 0,-2-1 0,0-1 0,-1 0 0,-2-1 0,0-1 0,12-26 0,4-18 0,24-75 0,-12 8 0,-6-1 0,19-143 0,-3-288 0,-53 553-1365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8:57.5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24575,'1'24'0,"0"-16"0,8 83 0,33 396 0,-30 1 0,-13-429 0,0 37 0,-5 0 0,-19 108 0,21-198 0,1-13 0,-3-17 0,3 0 0,1-1 0,1 0 0,1 0 0,1 1 0,2-1 0,0 0 0,11-35 0,2 3 0,3 1 0,27-54 0,-16 45 0,4 2 0,2 1 0,76-98 0,-83 124 0,2 1 0,1 2 0,2 1 0,1 2 0,1 1 0,74-44 0,-93 63 0,0 2 0,1 0 0,0 1 0,0 1 0,0 0 0,1 2 0,-1 0 0,33-2 0,-41 5 0,0 1 0,0 1 0,0 0 0,0 0 0,0 1 0,0 0 0,0 1 0,-1 0 0,1 1 0,-1 0 0,0 0 0,0 1 0,0 0 0,-1 1 0,0-1 0,0 2 0,0-1 0,7 9 0,0 3 0,-1 1 0,0 0 0,-2 1 0,0 1 0,-1 0 0,-1 0 0,-1 1 0,-1 0 0,-1 1 0,4 24 0,2 21 0,-3 0 0,1 82 0,-8-12 0,-6 1 0,-6-1 0,-6 0 0,-45 188 0,43-265-1365,13-48-5461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8:58.1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24575,'30'112'0,"-6"0"0,-4 2 0,5 120 0,-22 459 0,-55 0 0,8-140 0,44-541 0,6-25 0,-2 5 0,240-547 0,-199 468 0,4 2 0,3 2 0,4 3 0,79-88 0,-113 145 0,0 0 0,1 1 0,2 1 0,0 2 0,1 0 0,40-21 0,-56 35 0,1 1 0,0 0 0,0 0 0,0 1 0,0 1 0,0-1 0,1 2 0,-1 0 0,13 0 0,-15 2 0,0 0 0,0 0 0,-1 1 0,1 0 0,0 0 0,-1 1 0,1 1 0,-1-1 0,0 1 0,0 1 0,-1-1 0,15 12 0,-6-1 0,-1 0 0,-1 1 0,0 1 0,-1 0 0,-1 1 0,0 1 0,-1 0 0,-2 0 0,0 1 0,0 0 0,6 29 0,3 17 0,-3 2 0,8 86 0,-10-3 0,-6 0 0,-25 286 0,17-425-1365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9:00.8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3832 338 24575,'-2'-3'0,"0"0"0,0 0 0,-1 1 0,1-1 0,-1 1 0,0-1 0,0 1 0,0 0 0,0 0 0,0 0 0,0 1 0,-5-3 0,-2-1 0,-30-15 0,0 2 0,-1 2 0,-1 1 0,0 3 0,-64-11 0,12 9 0,-142-3 0,85 18 3,0 7 0,-192 33-1,-292 102-101,175 9-330,342-103 396,-199 115-1,241-116 51,2 3 0,2 3-1,-86 83 1,108-85-22,1 2-1,3 2 1,2 1 0,-61 110-1,58-75 13,5 3 0,3 1 0,5 2-1,5 2 1,3 0 0,-17 149 0,23-53-204,8 0-1,21 288 1,14-208-89,13-1 0,105 401 0,-47-351-60,226 524-1,-206-610 347,10-5 0,9-6 0,251 324 0,-171-292 0,11-9 0,347 301 0,-140-190-707,928 591 1,-932-706 156,621 261 1,517 42-550,1223 77 1099,-572-324-1010,-1049-229 1102,-957-76-70,-1-9 1,0-10 0,320-72 0,-421 65 167,0-4 0,-3-6-1,-1-4 1,-2-4 0,140-87 0,-180 92-189,-2-2 0,-2-2 0,-2-3 0,-3-3 0,-1-1 0,-3-3 0,-2-2 0,-3-2 0,48-85 0,-57 76-9,-2-2 0,-4-2 0,-2 0 0,-4-2 0,-3-1 0,-4 0 0,-3-1 0,-3-1 0,-3 0 0,-4 0 0,-8-94 0,-5 62 157,-5 1 1,-4 0 0,-6 2-1,-4 1 1,-4 1 0,-5 1 0,-71-133-1,16 69-80,-6 5 0,-8 4 0,-7 5 0,-157-163 1,15 55-41,-358-282 1,100 147-531,-763-449 1,-650-180 486,1680 906-7,-731-357 39,14-30-800,-776-486 782,92-109 132,1405 915 51,-504-356 1708,614 458-1468,-3 5 0,-3 7 0,-271-99 0,348 150-266,-2 3 0,0 3 0,-1 2 0,0 3-1,-97-2 1,103 15-6962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9:12.0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5 24575,'0'0'0,"-1"-1"0,0 0 0,0 0 0,1 0 0,-1 0 0,0 5 0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9:13.6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1254 24575,'0'0'0,"0"0"0,61-2 0,0-3 0,84-17 0,115-40 0,-245 58 0,617-184 0,-60 16 0,352-55 0,5 25 0,-875 190 0,-21 4 0,53-7 0,-100-5 0,-5 6 0,0 0 0,-1 1 0,0 1 0,-38-16 0,-93-28 0,139 52 0,-661-169 0,666 174 0,13 7 0,18 12 0,3-6 0,0-2 0,1-1 0,32 10 0,93 18 0,-127-33 0,311 58 0,-11-2 0,-311-59 0,-10-3 0,0 1 0,0-1 0,0 1 0,0 1 0,-1-1 0,1 1 0,0 0 0,-1 0 0,1 0 0,-1 0 0,0 1 0,1 0 0,3 3 0,-8-4 0,1-1 0,-1 1 0,1-1 0,-1 1 0,0-1 0,0 1 0,1-1 0,-1 1 0,0-1 0,0 1 0,-1-1 0,1 1 0,0-1 0,0 1 0,-1-1 0,1 0 0,-1 1 0,1-1 0,-1 1 0,0-1 0,-1 2 0,-21 33 0,18-30 0,-49 62 0,-87 86 0,-79 50 0,206-191 0,9-10 0,10-8 0,-2 5-1365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9:17.3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24575,'60'51'0,"2"-3"0,114 66 0,151 53 0,345 98 0,15-39 0,-561-186 0,-34-10 0,492 160 0,-10 29 0,-563-214 0,235 94 0,-245-98 0,0-1 0,0 0 0,-1 1 0,1-1 0,0 0 0,0 0 0,0 0 0,-1 0 0,1 0 0,0 0 0,0 0 0,0 0 0,0 0 0,-1 0 0,1 0 0,0 0 0,0 0 0,0-1 0,-1 1 0,1 0 0,0-1 0,0 1 0,-1 0 0,1-1 0,0 1 0,-1-1 0,1 1 0,0-1 0,-1 0 0,1 1 0,-1-1 0,1 1 0,-1-1 0,1 0 0,-1 0 0,1 1 0,-1-1 0,0 0 0,0 0 0,1 1 0,-1-1 0,0 0 0,0 0 0,0 0 0,0-1 0,1-3 0,-1 0 0,1 0 0,-2 0 0,1 0 0,0 0 0,-3-8 0,-2-5 0,-1-1 0,-1 1 0,0 1 0,-2 0 0,0 0 0,-1 0 0,-14-18 0,-13-11 0,-43-44 0,42 50 0,-3 1 0,0 2 0,-3 1 0,-76-46 0,109 79 0,8 10 0,11 19 0,-5-18 0,13 32 0,1-1 0,2-1 0,47 69 0,90 100 0,-107-145 0,-22-30 0,-10-11 0,0 0 0,-1 1 0,17 33 0,-29-49 0,-2 0 0,1 0 0,-1 0 0,0 0 0,0 0 0,0 0 0,-1 1 0,0-1 0,0 1 0,-1-1 0,0 1 0,0-1 0,-1 1 0,1-1 0,-1 1 0,-1-1 0,1 0 0,-1 1 0,-4 7 0,-1 0 0,-1 0 0,-1 0 0,-1-1 0,0 0 0,0-1 0,-1 0 0,-18 14 0,-10 6 0,-47 28 0,22-19-195,-2-4 0,-2-2 0,-1-3 0,-1-3 0,-1-3 0,-109 24 0,101-36-6631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9:18.5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 1 24575,'34'474'0,"0"-23"0,-43-165 0,4-232 0,-3 0 0,-2 0 0,-22 65 0,28-111 0,1-10 0,-2-17 0,3-4 0,2 0 0,0 0 0,1 0 0,9-41 0,30-94 0,-17 85 0,4 1 0,54-104 0,-56 129 0,3 1 0,2 1 0,2 2 0,55-59 0,-73 88 0,1 1 0,0 0 0,1 1 0,1 0 0,0 1 0,0 1 0,1 1 0,0 1 0,1 0 0,-1 1 0,22-4 0,-28 8 0,0 1 0,-1 1 0,1 0 0,0 0 0,0 1 0,0 0 0,0 2 0,0-1 0,0 1 0,0 1 0,0 0 0,-1 0 0,0 1 0,0 1 0,0 0 0,0 1 0,-1 0 0,1 0 0,13 12 0,-10-5 0,-1-1 0,0 2 0,-1 0 0,-1 0 0,0 1 0,-1 1 0,0 0 0,12 28 0,-12-17 0,0 0 0,-2 1 0,-1 0 0,6 55 0,-9-3 0,-3 0 0,-20 158 0,-40 191-1365,58-418-5461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9:18.9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110 0 24575,'0'0'0,"9"31"0,3 22 0,-3 1 0,-2 0 0,-3 1 0,-2 0 0,-5 55 0,-42 274 0,44-375 0,-95 515-1365,88-490-5461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9:20.2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 0 24575,'4'62'0,"4"266"0,-38 353 0,29-665 0,-5 128 0,6-144 0,0 1 0,0 0 0,0 0 0,0 0 0,-1 0 0,1 0 0,0-1 0,1 1 0,-1 0 0,0 0 0,0 0 0,0 0 0,0 0 0,1-1 0,-1 1 0,0 0 0,1 0 0,-1 0 0,1-1 0,-1 1 0,1 0 0,-1-1 0,1 1 0,-1 0 0,1-1 0,0 1 0,-1-1 0,1 1 0,0-1 0,-1 1 0,1-1 0,0 1 0,0-1 0,0 0 0,-1 0 0,1 1 0,0-1 0,0 0 0,0 0 0,0 0 0,0 0 0,1 0 0,2-1 0,0 0 0,0-1 0,0 1 0,0-1 0,0 0 0,-1 0 0,1-1 0,4-3 0,17-14 0,0-1 0,-2-2 0,0 0 0,35-48 0,64-118 0,-91 136 0,-3-1 0,-1-1 0,31-99 0,-52 141 0,-8 33 0,1 0 0,-5 156 0,-4 398 0,10-550 0,0-9 0,0 1 0,1-1 0,0 1 0,1-1 0,1 0 0,8 25 0,-11-38 0,1 0 0,0-1 0,-1 1 0,1-1 0,0 1 0,0-1 0,0 1 0,0-1 0,0 1 0,1-1 0,-1 0 0,0 0 0,1 1 0,-1-1 0,1 0 0,-1 0 0,1-1 0,-1 1 0,1 0 0,-1 0 0,1-1 0,0 1 0,0-1 0,-1 1 0,1-1 0,0 0 0,0 0 0,-1 0 0,1 0 0,0 0 0,0 0 0,0 0 0,-1-1 0,1 1 0,0 0 0,-1-1 0,1 0 0,0 1 0,-1-1 0,3-1 0,5-3 0,0 0 0,0-1 0,-1 0 0,0 0 0,0-1 0,7-8 0,16-20 0,-1-1 0,-2-2 0,-2-1 0,34-67 0,66-179 0,-86 182 0,-4-2 0,-5-2 0,-5-1 0,13-116 0,-37 205 0,0 14 0,-1 0 0,-1-1 0,1 1 0,-1-1 0,0 1 0,0-1 0,0 1 0,-1-1 0,0 1 0,-3-10 0,3 14-1365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9:20.8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256 1 24575,'5'102'0,"-1"18"0,-12 18 0,-7 0 0,-5-1 0,-6-1 0,-7-1 0,-5-2 0,-60 139 0,79-225 0,12-33 0,11-31 0,23-58 0,64-123 0,60-59 0,-135 233 0,61-89 0,-65 98 0,0 0 0,2 0 0,0 2 0,29-24 0,-41 36 0,0-1 0,0 1 0,0 0 0,0-1 0,0 1 0,1 0 0,-1 0 0,0 0 0,1 1 0,-1-1 0,0 1 0,1-1 0,-1 1 0,0 0 0,1 0 0,-1 0 0,1 0 0,-1 0 0,1 0 0,-1 1 0,0-1 0,1 1 0,-1 0 0,0-1 0,1 1 0,-1 0 0,0 0 0,0 1 0,0-1 0,0 0 0,0 1 0,0-1 0,2 3 0,1 2 0,0 1 0,0-1 0,0 1 0,-1 0 0,0 0 0,-1 0 0,1 1 0,4 15 0,-2 4 0,0 0 0,-2 0 0,0 1 0,-2 0 0,-2-1 0,0 1 0,-6 37 0,-3 1 0,-37 124 0,-63 106 26,-24-9-127,42-96-1189,78-162-5536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9:21.4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504 1 24575,'0'9'0,"-13"122"0,-6-1 0,-65 239 0,21-173 0,-96 209 0,152-391 0,-20 49 0,-3-1 0,-63 98 0,84-149 0,17-27 0,92-149 0,8 5 0,166-190 0,-260 333 0,8-7 0,34-32 0,-51 51 0,1 0 0,0 1 0,0 0 0,0 0 0,0 0 0,0 1 0,1 0 0,0 0 0,0 0 0,-1 1 0,1 0 0,10-1 0,-13 3 0,0 1 0,0-1 0,0 1 0,0 0 0,0 0 0,0 0 0,0 0 0,0 1 0,0-1 0,-1 1 0,1 0 0,0 1 0,-1-1 0,0 0 0,1 1 0,-1 0 0,0 0 0,0 0 0,-1 0 0,1 0 0,-1 0 0,1 1 0,2 7 0,3 3 0,-1 1 0,-1-1 0,0 2 0,-1-1 0,3 17 0,-1 5 0,-2 1 0,-2 0 0,-1 0 0,-2 0 0,-2 0 0,-8 50 0,-8 9 0,-37 117 0,1-45 0,-105 225 0,154-386 0,-4 18 0,15-20 0,13-8 0,38-18-1365,15-8-5461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9:32.50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2999 12367 24575,'0'0'0,"14"14"0,17 15 0,1-1 0,1-2 0,2-1 0,0-2 0,1-1 0,1-2 0,2-2 0,-1-1 0,2-2 0,0-2 0,1-1 0,0-2 0,0-2 0,69 4 0,-27-11 0,-1-4 0,1-3 0,129-27 0,238-81 0,-321 75 0,160-73 0,-202 71 0,-2-3 0,131-92 0,-163 96 0,0-3 0,-3-1 0,-2-3 0,65-82 0,-81 86 0,-1-2 0,-3-2 0,-1 0 0,-3-2 0,-1 0 0,19-67 0,-20 33 0,-4 0 0,-3-2 0,-5 0 0,-2-1 0,-5 1 0,-7-90 0,-85-510 0,54 491 0,-49-323 0,71 398 0,5-1 0,11-164 0,7 169 0,4 0 0,6 1 0,5 1 0,4 1 0,6 2 0,4 1 0,76-149 0,-20 89 0,7 4 0,165-203 0,302-255 0,-402 465 0,7 8 0,7 8 0,5 8 0,307-167 0,-330 218 0,3 7 0,3 7 0,3 8 0,3 8 0,2 7 0,215-28 0,-163 52 0,2 9 0,0 10 0,-1 10 0,351 56 0,255 89 0,-5 28 0,-788-170 0,1116 273 0,-22 80 0,-706-195 0,238 86 0,-482-193 0,319 59 0,-239-81-83,2-12 0,1-12 1,385-27-1,-361-15-28,-1-12 1,560-153-1,-401 39 111,-350 111 0,-2-5 0,122-78 0,-176 96 66,-1-3 1,-1-1-1,-3-3 0,60-64 1,-84 81-42,-1-1 1,-1-1-1,-1 0 1,-1-1-1,0 0 1,-2-1-1,-1-1 1,-1 0-1,-1 0 1,-1-1-1,-1 1 1,3-28-1,-6 18-25,-2-1 0,-1 0 0,-2 0 0,-1 1 0,-2-1 0,-16-61 0,6 50 0,-2 0 0,-1 2 0,-3 0 0,-36-57 0,6 27 0,-3 1 0,-3 3 0,-4 3 0,-128-111 0,-21 8-99,-377-232 0,-272-77-342,-192-42 441,-32 73 0,-464-77 0,145 52 0,52-93 0,1071 431 0,-492-227 0,515 256 0,-287-78 0,317 123-10,-1 11-1,-3 9 0,-1 10 0,-2 11 1,-309 12-1,254 28 11,-376 75 0,-269 137 0,579-115 129,5 15 1,6 14 0,7 16-1,-368 239 1,173-21-71,28 36-65,84-66 8,-449 303-2,-27-39 0,877-601 0,-674 483 0,590-412 0,3 5 0,4 3 0,5 5 0,-110 152 0,146-165 0,3 2 0,5 3 0,3 1 0,4 2 0,-36 134 0,25-33 0,-43 338 0,70-286-325,10 0-1,11 1 1,11 0-1,45 266 0,197 893-2,-199-1188 654,9-3 0,121 281 0,-131-383-163,5-2 0,4-2 0,6-4 0,3-2 0,156 173 0,-120-173-163,3-3 0,234 160 0,275 119 0,-546-336 0,-3-3 0,651 415 0,-623-382 0,78 55 0,-136-102 0,1-2 0,70 31 0,-95-49 0,-1 0 0,1-1 0,0-1 0,1 0 0,-1 0 0,0-2 0,1 1 0,-1-2 0,1 0 0,23-4 0,-19 0 0,0 0 0,-1-2 0,1 0 0,-1-1 0,-1-1 0,0-1 0,27-17 0,59-48-1365,-4-6-5461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9:35.47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261 1 24575,'47'0'0,"-1"1"0,1 3 0,-1 1 0,77 20 0,-108-21 0,-1 2 0,1 0 0,-1 0 0,0 2 0,0-1 0,-1 2 0,20 15 0,-25-16 0,0 0 0,0 0 0,-1 1 0,0 0 0,-1 0 0,0 0 0,0 1 0,-1 0 0,0 0 0,-1 1 0,6 19 0,-6-7 0,0 1 0,-1-1 0,-1 1 0,-2-1 0,0 1 0,-2-1 0,0 0 0,-8 32 0,-2-4 0,-2-1 0,-35 81 0,23-72 0,-3-2 0,-2-2 0,-69 95 0,77-122 0,0 0 0,-2-1 0,-1-2 0,-1 0 0,-1-2 0,-1-1 0,-1-2 0,-39 21 0,52-33 0,-1 0 0,0-1 0,-26 6 0,37-11 0,0 0 0,0-1 0,0 0 0,0-1 0,0 0 0,0 0 0,0 0 0,0-1 0,0 0 0,0 0 0,0-1 0,-8-2 0,12 2 0,0 0 0,0 1 0,0-1 0,0 0 0,1-1 0,-1 1 0,1 0 0,0-1 0,-1 0 0,1 1 0,0-1 0,1 0 0,-1 0 0,0 0 0,1 0 0,0 0 0,-1 0 0,1-1 0,1 1 0,-1 0 0,0-1 0,1 1 0,0 0 0,-1-1 0,1 1 0,1-1 0,0-4 0,1-9 0,0 0 0,1 1 0,1 0 0,9-22 0,3-3 0,2 0 0,2 2 0,2 0 0,1 1 0,2 1 0,43-49 0,-32 46 0,2 1 0,2 2 0,1 2 0,91-60 0,-79 65-1365,-8 7-5461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9:36.04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284 0 24575,'0'0'0,"1"4"0,0 0 0,0-1 0,0 1 0,-1 0 0,1 0 0,-1 0 0,0 5 0,0-7 0,-1 58 0,-2-1 0,-3 1 0,-18 77 0,-60 172 0,13-107 0,52-158 0,-1-1 0,-37 60 0,54-103 0,3-10 0,4-16 0,7-6 0,1 1 0,1 0 0,2 0 0,1 2 0,30-42 0,-11 24 0,2 1 0,56-53 0,-66 73 0,1 1 0,50-34 0,-67 53 0,-1-1 0,1 1 0,0 1 0,0 0 0,0 0 0,1 1 0,-1 1 0,1 0 0,0 1 0,0 0 0,0 0 0,13 1 0,-18 2 0,-1-1 0,0 1 0,0 0 0,0 1 0,0-1 0,0 1 0,0 0 0,0 1 0,0-1 0,-1 1 0,1 1 0,-1-1 0,0 1 0,0-1 0,5 6 0,-3-2 0,-2 1 0,1-1 0,-1 1 0,0 0 0,0 0 0,-1 0 0,0 0 0,0 1 0,3 12 0,-2 3 0,0 0 0,-1 0 0,-2 1 0,0-1 0,-2 1 0,-5 45 0,-8 4-130,-3 0-1,-4-1 1,-36 86-1,37-104-712,6-18-5983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9:36.65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373 163 24575,'19'-21'0,"-11"13"0,8-9 0,1 0 0,0 0 0,2 2 0,0 0 0,1 1 0,24-13 0,-41 25 0,0 1 0,0-1 0,1 1 0,-1 0 0,0 0 0,0 0 0,1 0 0,-1 1 0,0-1 0,1 1 0,-1 0 0,0 0 0,1 0 0,-1 0 0,1 1 0,-1-1 0,0 1 0,0 0 0,1 0 0,-1 0 0,0 1 0,0-1 0,0 1 0,0-1 0,0 1 0,0 0 0,-1 0 0,1 0 0,-1 1 0,1-1 0,-1 1 0,0-1 0,0 1 0,0 0 0,0 0 0,1 3 0,2 4 0,-1 0 0,0 0 0,0 0 0,-1 1 0,-1-1 0,0 1 0,0 0 0,-1 0 0,0 0 0,-2 12 0,-2 14 0,-1 0 0,-3-1 0,0 0 0,-3 0 0,-1 0 0,-1-2 0,-2 1 0,-2-2 0,-38 63 0,52-93 0,-2 3 0,1-1 0,-1 1 0,0-1 0,-1 0 0,1 0 0,-1-1 0,0 1 0,-10 6 0,15-11 0,0 0 0,0 0 0,0 0 0,0 0 0,0 0 0,0 0 0,0 0 0,0 0 0,0-1 0,0 1 0,0 0 0,0 0 0,0 0 0,0 0 0,0 0 0,0 0 0,0 0 0,0 0 0,0 0 0,-1 0 0,1 0 0,0 0 0,0-1 0,0 1 0,0 0 0,0 0 0,0 0 0,0 0 0,0 0 0,0 0 0,0 0 0,0 0 0,0 0 0,-1 0 0,1 0 0,0 0 0,10-8 0,28-9 0,2 1 0,-1 2 0,2 2 0,0 2 0,78-10 0,-111 20 0,0-1 0,0 1 0,0 0 0,0 1 0,0 0 0,0 0 0,0 1 0,0 0 0,0 0 0,-1 1 0,1 0 0,-1 0 0,0 1 0,9 5 0,-13-6 0,1 0 0,-1 0 0,1 1 0,-1-1 0,0 1 0,0 0 0,-1 0 0,1 0 0,-1 0 0,0 0 0,0 1 0,0-1 0,0 1 0,-1-1 0,0 1 0,0-1 0,0 1 0,0 0 0,-1 0 0,0-1 0,0 1 0,0 0 0,-1 0 0,1-1 0,-3 7 0,0 1 0,-1 0 0,0 0 0,-1-1 0,0 0 0,-1 0 0,0 0 0,-1-1 0,0 1 0,0-2 0,-1 1 0,-16 14 0,-1-2 0,0-1 0,-1-1 0,-37 20 0,24-17-91,-2-3 0,-1-1 0,0-2 0,-2-2 0,1-1 0,-2-3 0,0-1 0,0-3 0,0-2 0,-1-1 0,0-3 0,1-1 0,-1-3 0,-70-12 0,81 7-6735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9:37.10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0 122 24575,'79'15'0,"1"-4"0,0-3 0,87-2 0,-144-5 0,652-16 0,1-39 0,-411 31 0,-33 2 0,498-28 0,-593 52-1365,-122-1-5461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9:37.63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353 1 24575,'32'2'0,"-8"2"0,0 1 0,0 1 0,0 1 0,-1 2 0,0 0 0,0 1 0,-1 1 0,-1 1 0,0 1 0,37 30 0,-44-32 0,-2 1 0,1 1 0,-2 0 0,0 1 0,0 0 0,-1 1 0,-1 0 0,0 1 0,-1 0 0,-1 0 0,-1 0 0,0 1 0,-1 0 0,-1 0 0,0 0 0,1 19 0,-5-9 0,0 1 0,-2-1 0,-1 0 0,-1 0 0,-1 0 0,-1-1 0,-2 1 0,0-1 0,-2-1 0,-1 0 0,-1 0 0,-1-1 0,-18 24 0,-1-2 0,-3-1 0,-1-2 0,-2-2 0,-2-1 0,-60 46 0,51-48 0,-53 31 0,86-59 0,-1-1 0,-1 0 0,1-1 0,-1-1 0,-1-1 0,1-1 0,-27 5 0,42-9 0,-1-1 0,1 1 0,-1-1 0,1 0 0,-1 0 0,1 0 0,-1 0 0,1 0 0,-1-1 0,1 0 0,-1 0 0,1 0 0,0 0 0,-1 0 0,1-1 0,0 1 0,0-1 0,0 0 0,0 0 0,0 0 0,1 0 0,-1 0 0,0-1 0,1 1 0,0-1 0,0 0 0,0 0 0,0 0 0,0 0 0,0 0 0,1 0 0,-1 0 0,1-1 0,0 1 0,0 0 0,-1-7 0,0-3 0,1-1 0,1 1 0,0-1 0,1 1 0,0-1 0,1 1 0,0 0 0,6-19 0,4-4 15,2 0 0,1 1 0,2 0 0,1 1 0,2 1 0,1 1 0,28-33 0,-13 23-312,1 2 0,3 1 0,1 2 0,61-42 0,-34 34-6529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9:38.15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413 0 24575,'0'5'0,"-1"-1"0,0 0 0,0 0 0,0-1 0,0 1 0,-1 0 0,-2 6 0,-4 7 0,-167 411 0,-37 105 0,206-509 0,6-24 0,0-1 0,0 1 0,0 0 0,0 0 0,0 0 0,0 0 0,0 0 0,0 0 0,0 0 0,0 0 0,1 0 0,-1 0 0,0 0 0,0 0 0,0 0 0,0 0 0,0 0 0,0 0 0,0 0 0,0 0 0,0 0 0,0 0 0,0 0 0,0 0 0,0 0 0,1 0 0,-1 0 0,0 0 0,0 0 0,0 0 0,0 0 0,0 0 0,0 1 0,18-38 0,-7 13 0,26-46 0,2 2 0,91-118 0,-103 152 0,1 2 0,2 2 0,1 0 0,2 2 0,0 1 0,74-43 0,-94 63 0,0 0 0,0 1 0,1 1 0,0 0 0,-1 1 0,2 1 0,16-3 0,-25 6 0,0-1 0,0 1 0,0 1 0,0-1 0,0 1 0,0 0 0,0 0 0,-1 0 0,1 1 0,0 0 0,-1 0 0,1 1 0,-1 0 0,1 0 0,-1 0 0,0 0 0,-1 1 0,1 0 0,7 8 0,-2-1 0,-2 1 0,1 1 0,-2 0 0,1 0 0,-2 0 0,0 1 0,-1 0 0,0 0 0,-1 0 0,0 1 0,-1-1 0,1 25 0,-1 2 0,-3 1 0,-1-1 0,-8 55 0,-39 133-1365,33-173-5461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9:38.62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174 56 24575,'22'-10'0,"1"1"0,0 1 0,1 0 0,0 2 0,0 1 0,0 1 0,26-1 0,-40 4 0,-1 2 0,1-1 0,0 1 0,0 1 0,-1 0 0,1 0 0,-1 1 0,1 0 0,-1 1 0,0 0 0,14 8 0,-18-9 0,-1 0 0,0 0 0,0 0 0,0 1 0,-1-1 0,1 1 0,-1 0 0,0 0 0,0 0 0,0 1 0,-1-1 0,0 1 0,0-1 0,0 1 0,0 0 0,0 0 0,-1 0 0,0 0 0,0 0 0,0 0 0,-1 0 0,0 0 0,0 0 0,-1 7 0,-1 4 0,-2-1 0,0 0 0,0 0 0,-2 0 0,0 0 0,0-1 0,-12 18 0,-66 93 0,75-112 0,-99 127 0,-212 212 0,330-351 0,1-1 0,-1 0 0,18-3 0,161-36-682,231-79-1,-366 101-6143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9:38.90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0 24575,'0'0'0,"1"1"0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9:39.50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294 1 24575,'38'12'0,"33"3"0,47 12 0,-101-22 0,-1 1 0,0 1 0,-1 0 0,1 1 0,15 12 0,-10-5 0,-2 1 0,0 1 0,0 0 0,-2 2 0,0 0 0,-2 1 0,0 0 0,-1 1 0,-1 1 0,-1 0 0,10 26 0,-10-17 0,-2 0 0,-1 1 0,-1 0 0,-2 1 0,-1 0 0,-1 0 0,-3 0 0,-1 38 0,-7 3 0,-3-1 0,-3 1 0,-3-2 0,-45 125 0,9-66 0,-109 195 0,14-83 0,117-200 0,-2-2 0,-1-1 0,-56 50 0,79-80 0,-1-1 0,0-1 0,-1 0 0,0 0 0,0-1 0,-17 7 0,26-13 0,0 0 0,-1 1 0,0-1 0,1 0 0,-1-1 0,0 1 0,1-1 0,-1 1 0,0-1 0,0 0 0,0 0 0,1-1 0,-1 1 0,0-1 0,1 0 0,-1 0 0,0 0 0,1 0 0,-1-1 0,1 0 0,0 1 0,-1-1 0,1 0 0,0-1 0,0 1 0,0 0 0,-4-6 0,2 0 0,0 1 0,0-1 0,1 1 0,1-1 0,-1 0 0,1-1 0,1 1 0,-1 0 0,1-1 0,1 1 0,0-1 0,0 0 0,1 0 0,0-12 0,2-12 0,2 0 0,10-47 0,-6 44 0,2 0 0,2 0 0,1 1 0,1 1 0,2 1 0,2 0 0,1 1 0,1 0 0,1 2 0,2 1 0,2 0 0,0 2 0,1 1 0,2 1 0,1 2 0,0 0 0,41-22 0,11 2-1365,-9 10-5461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9:40.02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246 1 24575,'-2'152'0,"-7"0"0,-51 264 0,25-250 0,-101 290 0,132-444 0,7-17 0,6-13 0,37-59 0,96-125 0,-119 173 0,2 2 0,0 1 0,2 1 0,1 1 0,1 1 0,0 2 0,40-21 0,-62 38 0,-1 1 0,1 0 0,-1 0 0,1 1 0,0 0 0,0 0 0,0 1 0,0 0 0,9 0 0,-12 1 0,-1 0 0,0 0 0,1 1 0,-1 0 0,0 0 0,1 0 0,-1 0 0,0 0 0,0 1 0,0-1 0,0 1 0,0 0 0,0 0 0,-1 0 0,1 0 0,-1 0 0,1 1 0,-1-1 0,0 1 0,0-1 0,3 5 0,2 7 0,0 0 0,0 0 0,-2 1 0,1 0 0,-2 0 0,0 0 0,-1 1 0,0-1 0,0 21 0,-1 20 0,-6 67 0,-3-40-682,-35 154-1,29-183-6143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9:40.48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157 0 24575,'28'8'0,"-15"-3"0,28 5 0,79 24 0,-108-30 0,0 1 0,-1 0 0,0 1 0,0 0 0,0 1 0,-1 0 0,16 14 0,-23-18 0,0 0 0,0 1 0,-1-1 0,1 0 0,-1 1 0,0 0 0,0-1 0,0 1 0,0 0 0,-1 0 0,1 0 0,-1 0 0,0 0 0,-1 1 0,1-1 0,0 7 0,-2-3 0,1-1 0,-1 0 0,-1 0 0,0 1 0,0-1 0,0 0 0,0 0 0,-8 12 0,-4 5 0,-2-1 0,0 0 0,-38 38 0,53-59 0,-61 61 0,-3-2 0,-2-3 0,-96 64 0,150-108 0,13-14 0,-1 0 0,1 1 0,0-1 0,0 1 0,0-1 0,0 1 0,0-1 0,0 0 0,0 1 0,0-1 0,0 1 0,0-1 0,1 1 0,-1-1 0,0 0 0,0 1 0,0-1 0,0 1 0,1-1 0,-1 0 0,0 1 0,0-1 0,1 0 0,-1 1 0,1-1 0,2 3 0,0-1 0,1 0 0,-1 0 0,0-1 0,1 1 0,0-1 0,6 2 0,25 5 0,0-1 0,1-2 0,0-1 0,47-1 0,146-17 0,349-77-1365,-550 85-5461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9:40.82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0 305 24575,'17'-6'0,"-2"-2"0,33-6 0,1 1 0,72-9 0,110-1 0,383-9 0,253-24 0,-157-70-1365,-695 122-5461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9:41.58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542 139 24575,'14'-11'0,"18"-12"0,2 2 0,55-26 0,-74 40 0,0 1 0,0 1 0,1 0 0,-1 1 0,1 1 0,0 0 0,0 1 0,0 1 0,19 0 0,-28 2 0,0 0 0,-1 0 0,1 0 0,0 1 0,0 0 0,-1 0 0,1 1 0,-1 0 0,0 0 0,0 0 0,0 1 0,0 0 0,-1 0 0,9 8 0,-7-5 0,-1 0 0,0 1 0,-1 0 0,1 1 0,-1-1 0,-1 1 0,0 0 0,0 0 0,3 13 0,-1 1 0,-2 0 0,0 0 0,-2 0 0,-1 0 0,0 1 0,-2-1 0,-1 0 0,-4 24 0,-4-1 0,-3-1 0,-1 0 0,-2 0 0,-2-2 0,-2 0 0,-2-2 0,-41 60 0,10-29 0,-2-2 0,-3-2 0,-70 61 0,77-82 0,-85 62 0,116-95 0,0-1 0,-2-1 0,1-1 0,-1 0 0,-1-2 0,0-1 0,-47 11 0,62-18 0,0 0 0,0 0 0,-1-1 0,1 0 0,0 0 0,-1-1 0,1 0 0,0-1 0,0 0 0,0 0 0,0 0 0,-8-5 0,12 5 0,0 0 0,0-1 0,0 1 0,1-1 0,-1 0 0,1 0 0,-1 0 0,1-1 0,0 1 0,0-1 0,1 0 0,-1 0 0,1 1 0,0-2 0,0 1 0,0 0 0,1 0 0,-1-1 0,1 1 0,0 0 0,0-1 0,1 0 0,-1-5 0,1-6 0,1 1 0,1-1 0,0 1 0,1-1 0,0 1 0,2 0 0,0 0 0,0 0 0,11-18 0,3-3 0,2 0 0,35-45 0,-30 48-72,2 1 1,1 1-1,1 1 0,1 2 0,2 1 0,1 1 0,1 2 0,1 2 1,0 1-1,2 2 0,1 1 0,0 2 0,1 2 0,0 2 0,1 1 1,1 2-1,0 2 0,52-2 0,-41 8-6754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9:42.27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271 0 24575,'9'37'0,"1"0"0,-9-10 0,-2-1 0,0 1 0,-1-1 0,-2 1 0,-1-1 0,-1 0 0,-17 45 0,-5-1 0,-54 98 0,78-160 0,-19 36 0,-2-1 0,-1-1 0,-34 41 0,78-122 0,46-67 0,6 3 0,88-101 0,-155 201 0,3-6 0,0 2 0,1-1 0,1 1 0,-1 0 0,1 0 0,10-6 0,-16 12 0,0 0 0,1 0 0,-1 0 0,0 0 0,1 1 0,-1-1 0,0 1 0,1-1 0,-1 1 0,1 0 0,-1 0 0,1 0 0,-1 0 0,1 1 0,-1-1 0,0 0 0,1 1 0,-1 0 0,1 0 0,-1 0 0,0 0 0,0 0 0,0 0 0,0 0 0,1 1 0,-2-1 0,1 1 0,0-1 0,0 1 0,2 3 0,6 6 0,-1 0 0,-1 0 0,0 1 0,0 0 0,-2 1 0,1 0 0,-1 0 0,-1 0 0,6 26 0,2 14 0,5 64 0,-17-113 0,13 155 0,-14-158 0,0 0 0,0 0 0,1 0 0,-1 0 0,0 0 0,0 0 0,0 0 0,1 0 0,-1 0 0,1 0 0,-1 0 0,1 0 0,-1 0 0,1 0 0,-1 0 0,1 0 0,0 0 0,1 1 0,-2-2 0,1 0 0,-1 0 0,1 1 0,0-1 0,-1 0 0,1 0 0,0 0 0,-1 0 0,1 0 0,0 0 0,0 0 0,-1 0 0,1 0 0,0 0 0,-1 0 0,1 0 0,0-1 0,-1 1 0,1 0 0,-1 0 0,2-1 0,4-3 0,-1 0 0,1 0 0,-1 0 0,9-11 0,19-22 0,-2-2 0,-2-1 0,31-55 0,60-141 0,-107 209 0,-1-1 0,-2 0 0,-1-1 0,11-56 0,-20 73-1365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9:42.80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116 0 24575,'-4'38'0,"-44"208"0,23-130 0,-12 139 0,37-254 0,0-1 0,-1 1 0,1-1 0,0 1 0,0-1 0,0 0 0,0 1 0,0-1 0,0 1 0,0-1 0,0 1 0,0-1 0,0 0 0,0 1 0,0-1 0,0 1 0,1-1 0,-1 1 0,0-1 0,0 0 0,0 1 0,1-1 0,-1 0 0,0 1 0,0-1 0,1 0 0,-1 1 0,0-1 0,1 0 0,-1 1 0,0-1 0,1 0 0,-1 0 0,1 1 0,-1-1 0,0 0 0,1 0 0,-1 0 0,1 0 0,-1 0 0,0 1 0,1-1 0,-1 0 0,1 0 0,-1 0 0,1 0 0,-1 0 0,0 0 0,1-1 0,-1 1 0,1 0 0,-1 0 0,1 0 0,-1 0 0,0 0 0,1-1 0,-1 1 0,1 0 0,-1 0 0,0-1 0,1 1 0,-1 0 0,0 0 0,1-1 0,-1 1 0,0-1 0,33-25 0,-28 21 0,214-213 0,-95 90 0,-118 121 0,2 0 0,-1 0 0,1 1 0,0 0 0,0 0 0,15-6 0,-22 11 0,1 0 0,0 0 0,0 1 0,0-1 0,0 1 0,0 0 0,0 0 0,0-1 0,0 1 0,0 0 0,0 1 0,0-1 0,0 0 0,0 0 0,0 1 0,2 0 0,-2 0 0,0 1 0,0-1 0,0 1 0,0-1 0,0 1 0,0 0 0,-1-1 0,1 1 0,0 0 0,-1 0 0,0 0 0,1 0 0,-1 1 0,0-1 0,0 0 0,1 4 0,2 8 0,0 0 0,-1 0 0,-1 1 0,0-1 0,-1 1 0,-1-1 0,0 1 0,-4 27 0,-29 117 0,30-149 0,-24 90-682,-59 140-1,79-225-6143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9:43.36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533 0 24575,'-3'27'0,"-8"17"0,-2 0 0,-1-1 0,-3-1 0,-1 0 0,-24 38 0,-130 193 0,150-240 0,-20 29 0,-137 192 0,277-400 0,-69 109 0,1 0 0,2 2 0,1 1 0,51-39 0,-66 60 0,0 0 0,0 1 0,1 1 0,1 1 0,0 1 0,0 0 0,1 1 0,0 2 0,0 0 0,1 1 0,35-3 0,-52 7 0,1 1 0,0 0 0,-1 0 0,1 1 0,0 0 0,-1 0 0,1 0 0,-1 0 0,1 1 0,-1 0 0,0 0 0,0 0 0,0 1 0,0 0 0,0 0 0,0 0 0,4 4 0,-5-2 0,0 0 0,0 0 0,0 0 0,-1 0 0,0 1 0,0-1 0,0 1 0,-1 0 0,1 0 0,-1 0 0,-1 0 0,1 0 0,-1 0 0,0 1 0,0 6 0,-1 15 0,0 1 0,-2-1 0,-2 0 0,0 1 0,-2-2 0,-16 50 0,-74 156 0,44-128 0,50-101 0,-8 17 0,10-20 0,0-1 0,0 0 0,0 1 0,-1-1 0,1 0 0,0 1 0,0-1 0,0 0 0,0 1 0,0-1 0,1 1 0,-1-1 0,0 0 0,0 1 0,0-1 0,0 0 0,0 1 0,0-1 0,0 0 0,1 1 0,-1-1 0,0 0 0,0 0 0,1 1 0,-1-1 0,0 0 0,0 1 0,1-1 0,-1 0 0,0 0 0,1 0 0,-1 1 0,0-1 0,1 0 0,-1 0 0,0 0 0,1 0 0,-1 0 0,0 0 0,1 0 0,-1 0 0,0 0 0,1 1 0,-1-1 0,0-1 0,1 1 0,-1 0 0,1 0 0,-1 0 0,0 0 0,1 0 0,-1 0 0,0 0 0,1 0 0,-1-1 0,0 1 0,1 0 0,16-6-61,0 0-1,0-1 1,0-1-1,-1 0 0,0-1 1,-1-1-1,15-12 1,5-3-812,99-66-5953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0:37.4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1 938 24575,'0'0'0,"26"17"0,-12-11 0,0 0 0,1-2 0,-1 0 0,1 0 0,0-1 0,0-1 0,15 0 0,113-4 0,-142 2 0,419-53 7,2-33-68,-332 67 7,101-23-292,991-184 152,-184 117 244,-695 80 440,-322 4-382,1 9-108,0 0 0,-1 2 0,0 0 0,-39-19 0,-94-37 0,145 67 0,-393-141 0,305 118 0,-1 5 0,-131-12 0,205 30 0,-1 2 0,0 0 0,-38 5 0,61-4 0,-1 0 0,1 0 0,-1 0 0,0 0 0,1 0 0,-1 0 0,1 0 0,-1 0 0,0 0 0,1 0 0,-1 0 0,1 0 0,-1 1 0,1-1 0,-1 0 0,0 0 0,1 1 0,-1-1 0,1 0 0,0 1 0,-1-1 0,1 1 0,-1-1 0,1 1 0,-1-1 0,1 0 0,0 1 0,-1-1 0,1 1 0,0 0 0,0-1 0,-1 1 0,1-1 0,0 1 0,0-1 0,0 1 0,0 0 0,0 0 0,0 1 0,1 0 0,0 0 0,0 0 0,0-1 0,1 1 0,-1 0 0,0 0 0,1-1 0,-1 1 0,1-1 0,1 2 0,18 14 0,1-2 0,1 0 0,0-1 0,36 16 0,109 36 0,-149-59 0,272 86 0,-86-30 0,-200-63 6,-1 2 1,0-1-1,0 0 0,0 1 0,0 0 0,0 0 0,0 0 1,0 1-1,-1-1 0,1 1 0,-1 0 0,0 0 0,1 0 1,3 6-1,-6-6-72,0 0-1,0-1 1,-1 1 0,1 0-1,-1 0 1,0 0 0,0 0 0,0 0-1,0 0 1,0 1 0,-1-2 0,1 1-1,-1 0 1,0 0 0,0 0 0,0 0-1,0 0 1,0-1 0,-1 1-1,1 0 1,-3 2 0,-35 55-6760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9:54.22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567 9 24575,'1'-1'0,"-1"1"0,1-1 0,-1 0 0,1 1 0,-1-1 0,1 1 0,0-1 0,-1 1 0,1 0 0,0-1 0,0 1 0,-1 0 0,1-1 0,0 1 0,0 0 0,-1 0 0,1 0 0,0-1 0,0 1 0,-1 0 0,1 0 0,0 0 0,1 1 0,23-2 0,-4 2 0,-1 1 0,1 2 0,-1 0 0,0 1 0,-1 0 0,1 2 0,-1 0 0,0 2 0,-1 0 0,0 1 0,25 18 0,-12-5 0,0 2 0,-2 1 0,0 1 0,-2 2 0,26 36 0,-16-13-48,-3 2-1,-2 2 0,-2 0 1,-3 2-1,-3 2 0,-2 0 1,-3 1-1,-2 1 0,9 72 1,-10-17-50,-6 1 1,-5 0 0,-5 0-1,-16 130 1,-13-27-379,-97 371 1,-135 195-477,10-198 599,180-447 104,-6-3-1,-96 130 1,163-256 224,-19 27 170,-34 36 0,53-66-50,1 0 0,-1-1 0,-1 0 0,0-1 0,0 0 0,0-1 0,-1-1 0,-18 9 0,26-14-33,1 0-1,-1 1 1,1-1-1,-1 0 0,1-1 1,-1 1-1,0-1 1,1 1-1,-1-1 1,0 0-1,1-1 1,-1 1-1,0-1 0,1 1 1,-1-1-1,1 0 1,-1 0-1,1-1 1,-1 1-1,1-1 0,0 0 1,-1 1-1,1-1 1,0-1-1,0 1 1,1 0-1,-1-1 0,0 0 1,1 1-1,0-1 1,-1 0-1,1 0 1,0 0-1,1-1 1,-1 1-1,-1-5 0,-3-7-1,0 0 0,2-1 1,0 0-1,1 1 0,0-1 0,1 0 0,1-24 0,3-20-60,2 0 0,4 0 0,2 0 0,29-97 0,102-226 0,-38 156-445,10 6 0,9 4-1,181-241 1,-274 419-5862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9:54.80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789 1 24575,'0'14'0,"-3"85"0,-20 127 0,-36 101 0,-99 315-293,-30-2-332,-121 467-113,301-1070 773,-8 30 483,-8 84 0,25-140-189,5-16-147,11-27-98,-13 25-94,286-625 10,95-182 0,-369 784 0,50-83 0,-56 98 0,1 0 0,1 0 0,0 2 0,26-24 0,-35 35 0,-1-1 0,1 1 0,0 0 0,-1 0 0,1 0 0,0 1 0,0-1 0,1 1 0,-1-1 0,0 1 0,0 0 0,1 0 0,-1 0 0,0 1 0,1-1 0,-1 1 0,1 0 0,-1 0 0,1 0 0,-1 0 0,1 1 0,-1 0 0,0-1 0,1 1 0,-1 0 0,0 0 0,0 1 0,1-1 0,-1 1 0,4 3 0,1 1 0,-1 0 0,0 1 0,-1 0 0,0 1 0,0 0 0,0 0 0,-1 0 0,0 0 0,-1 1 0,5 11 0,5 19 0,-1 0 0,-2 1 0,-2 0 0,-1 1 0,2 44 0,-4 211 0,-57 299 133,6-158-1631,41-365-5328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9:55.40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201 426 24575,'-1'-2'0,"-1"0"0,0 0 0,1 0 0,0-1 0,-1 1 0,1 0 0,0-1 0,0 1 0,1-1 0,-1 1 0,0-1 0,1 1 0,0-1 0,-1 0 0,1 1 0,0-1 0,0 0 0,1 1 0,-1-1 0,1-3 0,1 0 0,-1-1 0,1 1 0,1-1 0,-1 1 0,1 0 0,7-11 0,3-1 0,1 1 0,1 0 0,0 1 0,2 1 0,-1 0 0,2 1 0,28-17 0,2 3 0,93-41 0,-107 55 0,2 0 0,-1 2 0,2 2 0,-1 1 0,1 2 0,42-3 0,-66 10 0,1 0 0,-1 1 0,0 0 0,1 1 0,-1 0 0,0 1 0,0 1 0,24 10 0,-28-10 0,0 1 0,-1 1 0,0-1 0,0 1 0,0 0 0,-1 1 0,0 0 0,0 0 0,-1 1 0,0 0 0,0 0 0,-1 0 0,7 14 0,-4-3 0,0 0 0,-1 1 0,-2-1 0,0 1 0,0 1 0,-2-1 0,1 39 0,-4-9 0,-3 1 0,-9 54 0,-6-8 0,-4-1 0,-4-1 0,-74 176 0,43-147 0,-5-4 0,-102 148 0,143-237 0,11-14 0,-1-1 0,0-1 0,-2 0 0,-21 21 0,90-53 0,-1 2 0,1 3 0,0 2 0,1 2 0,86 0 0,-102 8 0,-1 3 0,1 1 0,-1 1 0,0 3 0,0 1 0,-1 2 0,45 19 0,-66-23 0,-2 2 0,1-1 0,-1 2 0,0 0 0,-1 1 0,0 1 0,23 24 0,-31-28 0,0 0 0,-1 0 0,0 1 0,-1 0 0,0 0 0,0 0 0,0 1 0,-2 0 0,1 0 0,-1 0 0,0 0 0,-1 0 0,-1 0 0,1 1 0,-1 15 0,-3-8 0,0 1 0,-1 0 0,-1-1 0,-1 1 0,0-1 0,-2-1 0,0 1 0,-1-1 0,0 0 0,-2-1 0,-20 29 0,0-7 0,-1-1 0,-2-2 0,-56 47 0,40-41 14,-3-3-1,-1-1 0,-1-3 0,-2-3 1,-2-2-1,0-2 0,-2-4 1,-70 20-1,80-31-148,0-1 0,0-3 0,-1-2 0,0-2 0,0-2 0,0-3 0,0-2 0,0-2 0,0-2 0,-82-23 0,35-2-6691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9:55.87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0 174 24575,'17'-10'0,"18"0"0,-1 0 0,1 2 0,0 2 0,69-4 0,-96 10 0,516-6-512,10 42-209,-357-22 647,1626 23-1711,-435-133 922,-144 6-403,-1 76 878,-1222 14 392,254 15 2112,-228-12-6818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9:56.48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1 194 24575,'7'-10'0,"0"1"0,0 1 0,1-1 0,0 2 0,1-1 0,0 1 0,0 0 0,0 0 0,1 2 0,0-1 0,13-5 0,-16 7 0,26-12 0,0 1 0,1 2 0,1 1 0,0 2 0,0 1 0,1 2 0,0 1 0,0 2 0,47 0 0,-37 6 0,-1 1 0,0 3 0,0 1 0,-1 2 0,0 3 0,-1 1 0,45 20 0,-41-12 0,-2 1 0,0 3 0,-2 1 0,0 3 0,-2 1 0,-2 2 0,-1 1 0,-1 3 0,-2 0 0,-1 3 0,-2 1 0,-2 1 0,-2 1 0,30 61 0,-34-46-13,-2 1 1,-3 0-1,-2 2 0,-3 0 0,-3 0 0,-2 1 0,-3 1 0,-2 84 1,-9-41-127,-4 1 0,-4-1 0,-6-1 0,-33 109 0,11-77 139,-5-2-1,-7-2 1,-5-3 0,-6-2 0,-6-3 0,-106 143-1,136-214-1,-2-2 0,-49 46 0,75-82 2,-1-1-1,0 0 1,-1-1 0,0-1 0,-1 0 0,0-2 0,-1 0 0,0-1 0,-37 11 0,50-18 15,-1-1 0,1 1 0,-1-2 0,1 1 0,-1-1-1,0 0 1,1 0 0,-1-1 0,0 0 0,1 0 0,0-1 0,-1 0-1,1-1 1,0 1 0,0-1 0,0 0 0,0-1 0,1 0 0,-12-9 0,9 5 24,1 0 1,1 0-1,-1-1 1,1 0-1,1-1 1,0 0-1,0 0 1,1 0 0,0 0-1,1-1 1,0 0-1,-4-20 1,1-9-39,1 1 0,3-1 0,1 0 0,2 1 0,1-1 1,14-77-1,4 25-2,56-166 1,-16 105-108,6 4 0,128-215 0,221-247-217,-231 381-932,-154 197-5028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9:57.67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1 24575,'4'20'0,"16"89"5,8 171-1,-20 111-114,-8-388 109,-26 904-486,14-640 460,10-76 27,2-184-1,0 1 0,1-1 0,-1 1-1,2-1 1,-1 0 0,3 8 0,-4-15 1,1 1 1,-1 0 0,1 0-1,-1-1 1,0 1 0,1 0-1,0 0 1,-1-1 0,1 1-1,-1 0 1,1-1 0,0 1-1,-1-1 1,1 1 0,0-1-1,-1 1 1,1-1 0,0 0-1,0 1 1,0-1 0,-1 0-1,3 1 1,-1-1 5,0-1 1,0 1-1,0 0 1,0-1-1,0 1 0,-1-1 1,1 0-1,0 1 1,0-1-1,0 0 0,-1 0 1,1 0-1,-1-1 1,3-1-1,15-15 80,0-1-1,-2-1 1,0 0-1,-2-1 1,16-28-1,33-56-85,-5-3 0,50-128 0,-50 83 0,43-176 0,-102 327 0,10-33 0,8-62 0,-35 396 0,9-116 0,0-51 0,-8 195 0,15-221 0,13 111 0,-10-193 0,2-1 0,0 0 0,1 1 0,1-1 0,11 25 0,-16-44 0,1-1 0,-1 0 0,1 0 0,0 0 0,0 0 0,0 0 0,0 0 0,0 0 0,1-1 0,-1 1 0,1-1 0,-1 0 0,1 0 0,0 0 0,0 0 0,0 0 0,0 0 0,7 2 0,-7-4 0,1 0 0,-1 0 0,1 0 0,-1 0 0,1 0 0,-1-1 0,1 0 0,-1 1 0,1-1 0,-1 0 0,0-1 0,0 1 0,0-1 0,1 1 0,-1-1 0,-1 0 0,1 0 0,0 0 0,4-5 0,11-11 0,-1-1 0,0-1 0,-2-1 0,0 0 0,-1-1 0,18-41 0,17-40 0,-5-3 0,46-164 0,24-235 0,-50 93 0,-52 296 0,-6-182 0,-12 230-1365,3 57-5461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9:58.22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304 1 24575,'0'11'0,"-32"473"0,-41-5 0,0-85 0,-33-9 0,89-343 0,15-43 0,2-9 0,19-76 0,23-48 0,7 2 0,66-126 0,166-234 0,-259 456 0,-12 18 0,2 1 0,-1 0 0,2 0 0,18-17 0,-31 33 0,1 1 0,0-1 0,-1 0 0,1 1 0,0-1 0,0 1 0,-1-1 0,1 1 0,0-1 0,0 1 0,0 0 0,0-1 0,0 1 0,-1 0 0,1 0 0,0 0 0,0-1 0,0 1 0,0 0 0,0 0 0,0 0 0,0 0 0,0 1 0,0-1 0,0 0 0,0 0 0,0 1 0,-1-1 0,1 0 0,0 1 0,0-1 0,0 1 0,0-1 0,-1 1 0,1-1 0,0 1 0,-1 0 0,1-1 0,0 1 0,-1 0 0,2 1 0,2 3 0,-1 1 0,1 0 0,-1 0 0,5 11 0,6 22 0,-2 0 0,-2 1 0,11 76 0,-2 130 0,-23 226 98,-30 0-1012,27-395 365,3-25-6277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49:58.79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144 1 24575,'0'16'0,"-50"1045"0,31-788 0,-11 219 0,-14 202 0,55-793 0,35-143 0,51-106 0,70-104 0,-120 350 0,4 1 0,81-117 0,-125 207 0,10-14 0,26-29 0,-38 48 0,0 1 0,1-1 0,0 1 0,0 1 0,0-1 0,0 1 0,1 0 0,0 0 0,0 1 0,8-4 0,-12 7 0,0-1 0,0 0 0,0 1 0,0 0 0,-1-1 0,1 1 0,0 0 0,0 1 0,0-1 0,0 0 0,0 1 0,-1 0 0,1 0 0,0-1 0,0 2 0,-1-1 0,1 0 0,-1 0 0,1 1 0,-1 0 0,1-1 0,-1 1 0,0 0 0,0 0 0,2 3 0,3 3 0,-1 0 0,0 0 0,-1 1 0,0 0 0,-1 0 0,5 11 0,5 19 0,-2 1 0,-2 0 0,-2 1 0,6 73 0,-8 171 0,-69 424 9,30-422-1383,22-182-5452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0:01.57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1 222 24575,'92'1'0,"121"-4"0,832-119 0,-558 54 0,-117 39-1365,-283 28-5461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0:01.88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1 346 24575,'0'0'0,"15"2"0,36 4 0,1-4 0,77-4 0,104-23 0,-229 25 0,639-126 120,-12-56-1605,-565 162-5341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0:02.76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0 121 24575,'17'-13'0,"11"-2"0,0 1 0,1 0 0,0 3 0,1 0 0,1 2 0,57-10 0,-40 12 0,0 2 0,0 3 0,90 6 0,-99-1 0,0 3 0,-1 1 0,0 2 0,-1 2 0,0 1 0,0 2 0,-1 1 0,-1 2 0,-1 2 0,0 1 0,-2 1 0,0 2 0,-2 1 0,0 2 0,-2 1 0,-1 0 0,-1 3 0,-1 0 0,39 63 0,-37-42 5,-2 2 0,-3 1 1,-1 1-1,-4 0 0,-1 2 0,-3-1 0,-3 2 0,5 92 0,-11-46-201,-6 0 0,-4-1 0,-38 205 0,10-162 181,-6-1 1,-6-2-1,-6-2 0,-6-2 0,-7-3 1,-5-3-1,-6-3 0,-6-4 0,-162 193 1,220-291 14,9-10 0,0 0 0,-1-1 0,0-1 0,-2 0 0,0-2 0,-29 19 0,45-31 14,-1-1 0,1 0 0,-1 0 0,0 0 0,1 0 1,-1 0-1,0-1 0,1 1 0,-1-1 0,0 0 0,0 1 0,0-1 1,1-1-1,-1 1 0,0 0 0,0-1 0,1 1 0,-1-1 1,0 0-1,1 0 0,-1 0 0,0 0 0,1 0 0,-1-1 0,1 1 1,0-1-1,0 1 0,-1-1 0,-2-3 0,-1-2 37,0-1 1,1 1-1,-1-1 0,2 0 0,-1 0 1,1 0-1,0 0 0,-2-11 0,-3-9-51,2-1 0,1 0 0,1 0 0,2-1 0,0 0 0,4-56 0,6 14 0,26-124 0,2 58 0,6 1 0,74-163 0,156-247 0,-258 522-1365,-4 10-5461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0:03.40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769 0 24575,'-3'76'0,"-2"-1"0,-19 86 0,12-88 0,-285 1309-1224,-115-20 1136,408-1351 429,-8 25 357,12-29-487,10-17-149,95-140-62,247-331 0,-265 374 0,4 5 0,139-121 0,-210 205 0,50-38 0,-63 51 0,0 1 0,0-1 0,0 2 0,1-1 0,0 1 0,0 0 0,0 1 0,10-3 0,-16 5 0,1 0 0,0 0 0,-1 0 0,1 0 0,0 0 0,-1 0 0,1 1 0,0-1 0,-1 1 0,1 0 0,0 0 0,-1 0 0,1 0 0,-1 0 0,0 0 0,1 1 0,1 1 0,1 1 0,-2 0 0,1 0 0,0 0 0,-1 0 0,1 0 0,-1 1 0,-1 0 0,4 5 0,2 10 0,0 0 0,-2 1 0,6 29 0,-11-48 0,14 80 0,-4 0 0,2 140 0,-25 169 0,9-333 0,-10 177-1365,8-148-5461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0:03.90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1 419 24575,'1'-6'0,"0"-1"0,0 1 0,1 0 0,0 1 0,0-1 0,1 0 0,0 1 0,0-1 0,0 1 0,1 0 0,-1 0 0,8-8 0,-7 7 0,21-24 0,2 1 0,0 1 0,2 1 0,1 2 0,1 1 0,1 1 0,0 2 0,2 1 0,1 1 0,0 3 0,1 0 0,1 3 0,54-14 0,-66 22 0,1 1 0,29 0 0,-48 3 0,1 1 0,-1 0 0,0 1 0,0 0 0,0 0 0,0 0 0,0 1 0,-1 0 0,1 0 0,0 1 0,-1 0 0,11 6 0,-14-7 0,0 1 0,-1-1 0,1 1 0,-1 0 0,0-1 0,0 1 0,0 0 0,0 0 0,-1 0 0,1 1 0,-1-1 0,1 0 0,-1 1 0,0-1 0,-1 0 0,1 1 0,-1-1 0,1 8 0,-1 1 0,-1 0 0,0 0 0,-1 0 0,-5 17 0,-6 15 0,-2 1 0,-2-2 0,-42 78 0,-88 116 0,-36 22 0,34-52 0,133-183 0,1 0 0,-25 51 0,37-68 0,0 1 0,1-1 0,0 1 0,0 0 0,0 0 0,1 0 0,0 0 0,1 0 0,0 0 0,0 0 0,1 0 0,0 0 0,0 0 0,1 0 0,3 8 0,2 1 0,1-1 0,0-1 0,1 0 0,1 0 0,1-1 0,0 0 0,0-1 0,20 17 0,118 90 0,-119-98 0,37 26 0,45 34 0,-95-67 0,0 0 0,-1 0 0,-1 1 0,14 20 0,-28-34 12,1 1 0,0-1 0,-1 1 0,1 0-1,-1 0 1,0 0 0,0 0 0,0 0 0,1 5 0,-2-7-83,0 1 0,0-1 1,0 1-1,0-1 0,0 0 1,-1 1-1,1-1 0,0 1 1,-1-1-1,1 1 1,-1-1-1,1 0 0,-1 0 1,0 1-1,0-1 0,0 0 1,0 0-1,1 0 0,-2 1 1,-1 0-1,-14 12-6755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0:04.85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85 24575,'26'0'0,"978"33"-808,-56 0 67,-55-58 758,1-33-27,-154 8-82,-295 33-338,-310 18 434,170 22 0,-299-22-57,12 1 466,1 1 0,-1 1 0,32 10 0,-50-14-405,0 0 1,1 0-1,-1 0 1,0 0-1,1 0 1,-1 0-1,0 0 0,1 0 1,-1 0-1,0 1 1,1-1-1,-1 0 1,0 0-1,1 0 1,-1 0-1,0 1 0,1-1 1,-1 0-1,0 0 1,0 0-1,1 1 1,-1-1-1,0 0 1,0 0-1,0 1 1,1-1-1,-1 0 0,0 1 1,0-1-1,0 0 1,0 1-1,0-1 1,1 0-1,-1 1 1,0-1-1,0 0 0,0 1 1,0-1-1,0 0 1,0 1-1,0-1 1,0 0-1,0 1 1,-1-1-1,1 0 0,0 1 1,0-1-1,0 0 1,0 1-1,0-1 1,0 0-1,-1 1 1,1-1-1,0 0 0,0 0 1,0 1-1,-1-1 1,1 0-1,-21 12-988,18-11 554,-29 14-6400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0:13.95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252 1 24575,'0'0'0,"11"2"0,17 8 0,0 0 0,-1 2 0,-1 1 0,0 1 0,-1 1 0,0 2 0,-1 0 0,-1 1 0,-1 2 0,-1 0 0,0 1 0,-2 1 0,0 1 0,-2 1 0,0 0 0,-2 1 0,-1 1 0,-1 0 0,-1 1 0,-1 1 0,-1 0 0,-2 0 0,-1 1 0,4 30 0,-7-8 0,-1 1 0,-2 0 0,-3-1 0,-2 1 0,-3-1 0,-15 63 0,-2-22 0,-4-2 0,-61 132 0,50-139 0,-53 83 0,67-127 0,-1-2 0,-2-1 0,-1-1 0,-38 34 0,57-60 0,-1 0 0,0 0 0,0-1 0,-1 0 0,0-1 0,-23 10 0,32-16 0,-1 1 0,1-1 0,-1 0 0,0 0 0,0 0 0,1-1 0,-1 1 0,0-1 0,0 0 0,0 0 0,1-1 0,-1 1 0,0-1 0,0 1 0,1-1 0,-1 0 0,0-1 0,1 1 0,-1-1 0,1 1 0,0-1 0,-1 0 0,1 0 0,0-1 0,0 1 0,0 0 0,0-1 0,-3-5 0,-1 0 0,2-1 0,0 0 0,0 0 0,0-1 0,1 1 0,1-1 0,-1 0 0,2 0 0,-1 0 0,-1-16 0,2-5 0,0 0 0,4-40 0,2 24 24,3 0 0,1 1 0,2 0 0,32-88 0,-14 67-519,2 1 0,60-94 0,-26 63-6331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0:14.50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108 0 24575,'10'23'0,"1"9"0,-2 1 0,0 0 0,-3 1 0,0-1 0,0 41 0,-7 174 0,-10-56 0,-9 0 0,-8-2 0,-69 251 0,90-413 0,16-46 0,7-14 0,37-73 0,-12 22 0,70-107 0,-109 187 0,0 0 0,0 0 0,0 1 0,0-1 0,1 0 0,-1 1 0,1 0 0,-1-1 0,1 1 0,0 0 0,0 0 0,0 1 0,0-1 0,0 1 0,0-1 0,1 1 0,4-1 0,-5 2 0,0 0 0,0 0 0,0 1 0,-1 0 0,1-1 0,0 1 0,0 0 0,-1 0 0,1 0 0,-1 1 0,1-1 0,-1 1 0,1-1 0,-1 1 0,0 0 0,0 0 0,0 0 0,0 0 0,0 0 0,0 1 0,-1-1 0,3 3 0,12 20 0,-1 0 0,-1 1 0,-1 0 0,12 34 0,32 120 0,-41-123 0,-5-17 0,-7-25 0,-1-1 0,2 1 0,0-1 0,1 1 0,0-1 0,1-1 0,14 21 0,-20-32 0,0 0 0,0-1 0,1 1 0,-1-1 0,1 0 0,-1 1 0,1-1 0,0 0 0,-1 0 0,1 0 0,0 0 0,0 0 0,0 0 0,0-1 0,0 1 0,0-1 0,0 1 0,0-1 0,0 0 0,0 0 0,0 0 0,0 0 0,0 0 0,0 0 0,0 0 0,0-1 0,0 1 0,0-1 0,0 1 0,3-3 0,2-1 0,0 0 0,0 0 0,-1-1 0,0 0 0,0 0 0,0 0 0,5-7 0,15-20 0,-2 0 0,-1-1 0,-2-1 0,-1-1 0,26-64 0,-15 17 0,34-134 0,-51 157-341,-3 0 0,-2-1-1,1-71 1,-11 65-6485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0:14.98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188 0 24575,'-10'354'0,"-16"0"0,-120 587 0,141-922 0,5-15 0,1-9 0,6-15 0,25-64 0,3 1 0,4 2 0,4 2 0,3 2 0,97-125 0,-100 149 0,69-67 0,-88 98 0,2 0 0,0 2 0,1 0 0,55-28 0,-72 43 0,-1 1 0,1 0 0,0 0 0,0 1 0,0 0 0,0 1 0,0 1 0,1-1 0,14 1 0,-19 1 0,-1 1 0,0 0 0,-1 0 0,1 0 0,0 0 0,0 1 0,0 0 0,-1 0 0,1 0 0,-1 1 0,1-1 0,-1 1 0,0 0 0,0 0 0,0 1 0,-1-1 0,1 1 0,-1 0 0,0 0 0,0 0 0,4 6 0,0 5 0,1-1 0,-2 1 0,0 1 0,-1-1 0,0 1 0,-1 0 0,3 27 0,-3 10 0,-2 55 0,-9 51-455,-8 0 0,-55 246 0,51-316-6371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0:15.47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101 0 24575,'3'2'0,"1"-1"0,-1 1 0,0 0 0,0 0 0,0 0 0,0 0 0,0 1 0,-1-1 0,1 1 0,-1 0 0,4 4 0,22 38 0,-23-36 0,14 30 0,-2 0 0,-1 1 0,-2 1 0,-2 0 0,-1 1 0,5 48 0,-5 3 0,-2 165 0,-18-95 0,-6-1 0,-7 0 0,-8-2 0,-6-1 0,-100 269 0,125-399 0,7-15 0,-1 0 0,-1 0 0,0-1 0,-9 13 0,13-25 0,3-7 0,4-18 0,2 1 0,17-43 0,-19 52 0,49-115 0,5 1 0,6 4 0,5 2 0,6 4 0,118-143 0,-155 215 0,3 2 0,47-40 0,-73 71 0,1 0 0,0 1 0,1 0 0,0 2 0,1 0 0,0 1 0,0 1 0,1 1 0,28-7 0,-39 12 0,1 1 0,0 0 0,0 0 0,-1 1 0,1 0 0,0 1 0,0 0 0,0 0 0,-1 1 0,1 1 0,-1 0 0,1 0 0,13 7 0,-12-4 0,-1 1 0,1 0 0,-1 1 0,0 0 0,-1 0 0,0 1 0,0 0 0,-1 1 0,10 15 0,-2 1 0,-1 2 0,-2-1 0,-1 2 0,-1 0 0,-1 0 0,-1 0 0,7 57 0,-10-35-170,-2 0-1,-2 0 0,-3 0 1,-2-1-1,-2 1 0,-2 0 1,-17 58-1,5-44-6655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0:16.44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0 227 24575,'9'3'0,"1"0"0,-1 0 0,1-1 0,0-1 0,-1 1 0,1-2 0,0 1 0,15-2 0,1 1 0,123-3 0,0-7 0,163-31 0,293-86 0,-382 77 0,-220 49-120,-2 1 76,0 1-1,-1-1 1,1 0-1,0 0 1,-1-1-1,1 1 1,0 0-1,-1 0 1,1 0-1,0 0 1,-1 0 0,1-1-1,-1 1 1,1 0-1,0-1 1,-1 1-1,1 0 1,-1-1-1,1 1 1,-1-1-1,1 1 1,-1 0-1,1-1 1,-1 0-1,0 1 1,1-1-1,0 0 1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0:16.93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1 24575,'0'0'0,"8"14"0,18 42 0,-2 0 0,-2 2 0,26 119 0,7 188 0,-43-196 0,-19 308 0,-79 164 0,84-632 120,1-7-321,1-5-1083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0:17.90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380 1 24575,'9'7'0,"123"84"0,18 14 0,-89-56-6,-3 2 0,-1 3 0,-3 3 0,-3 1 0,-2 3 0,-3 2-1,75 135 1,-92-139-59,-2 0 0,-4 2 0,-1 1 1,-4 1-1,-2 1 0,-3 0 0,-3 0 0,-3 1 0,-2 129 0,-11-113 65,-4 0 0,-4 0 0,-3-1 0,-4-1 0,-3 0 0,-4-2 0,-66 132 0,39-109 0,-5-1 0,-3-4 0,-5-2 0,-156 164 0,31-81 0,157-148 0,-1-2 0,-1-2 0,-68 32 0,92-49 0,0-2 0,-1 1 0,1-2 0,-1 0 0,0-1 0,-18 2 0,28-4 0,1-1 0,0 0 0,-1 0 0,1-1 0,0 1 0,-1-1 0,1 0 0,0 0 0,0 0 0,0 0 0,0-1 0,0 0 0,0 0 0,0 0 0,0 0 0,1-1 0,-1 1 0,1-1 0,-1 0 0,1 0 0,0 0 0,0-1 0,1 1 0,-1-1 0,-2-5 0,1 0 0,0 0-1,0 0 1,1 0 0,1-1 0,0 1 0,0-1 0,0 0-1,2 0 1,-1-16 0,3-4 39,1 1 1,8-36-1,7-12 40,4 0 0,4 2 0,2 1 0,4 1-1,43-70 1,6 8-422,155-199-1,-94 162-888,-14 27-4931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0:18.36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289 0 24575,'3'9'0,"7"24"0,-2 0 0,0 0 0,-3 1 0,3 45 0,-8 142 0,-10-47 0,-7-1 0,-47 195 0,-113 337 0,119-489 0,55-208 0,1 1 0,14-19 0,104-126 0,314-333 0,-419 458 0,23-20 0,56-42 0,-81 66 0,0 1 0,1 1 0,-1-1 0,1 2 0,0-1 0,0 1 0,1 1 0,-1 0 0,1 0 0,0 1 0,0 0 0,11 0 0,-15 3 0,-1 0 0,0 0 0,0 0 0,0 1 0,0 0 0,0 0 0,0 1 0,0-1 0,0 1 0,-1 1 0,0-1 0,1 1 0,-1 0 0,-1 0 0,1 0 0,0 1 0,-1 0 0,0-1 0,5 10 0,3 4 0,-1 2 0,0-1 0,-2 1 0,10 29 0,-3 4-273,-2 0 0,-3 1 0,-2 0 0,3 70 0,-8-18-6553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0:18.80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0 114 24575,'3'-1'0,"0"0"0,-1 0 0,1 1 0,0-2 0,-1 1 0,1 0 0,-1 0 0,1-1 0,2-2 0,13-6 0,24-7 0,1 1 0,1 2 0,0 2 0,0 2 0,2 2 0,61-3 0,-68 9 0,1 2 0,0 2 0,-1 1 0,0 2 0,1 2 0,-2 2 0,64 22 0,-84-24 0,0 0 0,0 2 0,-1 0 0,25 17 0,-39-23 0,1-1 0,-1 1 0,0-1 0,0 1 0,0 0 0,0 0 0,0 1 0,-1-1 0,1 0 0,-1 1 0,0-1 0,0 1 0,0 0 0,-1 0 0,1 0 0,-1 0 0,0 0 0,0 0 0,-1 0 0,1 0 0,-1 0 0,0 0 0,0 1 0,0-1 0,0 0 0,-1 0 0,-1 7 0,-4 5 0,-1 0 0,0-1 0,-1-1 0,-1 1 0,-19 24 0,-63 64 0,69-80 0,-14 14 0,14-16 0,1 2 0,-32 44 0,48-61 0,1 1 0,0 0 0,1 0 0,-1 0 0,1 0 0,1 0 0,-1 1 0,1-1 0,1 1 0,-1 0 0,1-1 0,1 1 0,0 0 0,0 0 0,0 0 0,2 8 0,2-2 0,1 1 0,0-1 0,1 0 0,0 0 0,2-1 0,-1 0 0,1 0 0,1-1 0,1 0 0,12 13 0,19 16 0,58 46 0,-88-78 0,205 154 0,-71-56 0,-137-101 0,-3-3 0,-1 0 0,0 0 0,0 0 0,0 1 0,0 0 0,4 6 0,-8-9 0,1 0 0,0 0 0,-1 0 0,1 1 0,-1-1 0,0 0 0,1 0 0,-1 1 0,0-1 0,0 0 0,0 1 0,0-1 0,0 0 0,0 1 0,0-1 0,0 0 0,-1 1 0,1-1 0,0 0 0,-1 0 0,1 1 0,-1-1 0,1 0 0,-1 0 0,0 0 0,1 0 0,-1 0 0,0 0 0,0 0 0,0 0 0,-1 1 0,-13 11 0,-1-1 0,0-1 0,-1-1 0,0 0 0,0-1 0,-1-1 0,-19 7 0,24-10 0,-139 53-1365,-5-4-5461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0:19.11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1 565 24575,'20'-1'0,"-4"2"0,197-5 0,956-87-1997,-1-63 1,-144-12 1283,-522 81 466,-58 26-293,-374 54-2158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0:19.54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1172 0 24575,'2'0'0,"-1"0"0,1 1 0,0-1 0,-1 0 0,1 1 0,-1-1 0,1 1 0,-1-1 0,1 1 0,-1 0 0,3 1 0,7 4 0,26 9 0,-1 2 0,-1 1 0,-1 2 0,0 1 0,-1 2 0,-2 1 0,0 1 0,36 41 0,-47-45 0,-2 2 0,-1 0 0,0 1 0,-2 1 0,0 0 0,-2 1 0,-1 0 0,-1 1 0,-2 1 0,0-1 0,-2 1 0,5 37 0,-9-27 1,-2 0 0,-2 0 1,-1 0-1,-2-1 0,-2 1 0,-1-1 0,-2 0 0,-1 0 0,-2-1 0,-27 54 1,2-15-41,-4-1 1,-4-3 0,-91 114 0,50-82-324,-196 179-1,216-225 362,-3-4 1,-2-2-1,-2-4 0,-87 42 1,128-74-10,-1-1 0,0-2 1,-1-1-1,-1-1 0,1-3 1,-60 7-1,80-13 20,1-1 1,0-1-1,-1 0 0,1 0 1,0-1-1,0-1 0,0 0 1,0-1-1,-14-6 1,19 5 32,0 1 1,1-1 0,-1 0 0,1 0-1,0-1 1,0 0 0,1 0-1,0 0 1,0-1 0,0 0 0,1-1-1,0 1 1,1-1 0,-8-15 0,7 10-31,1-1 0,0 1 0,1-1 0,1 0 0,0 1 0,1-1 0,0-1 0,1 1 0,1 0 0,0 0 0,1 0 0,0 1 0,7-21 0,1 1-14,1 1 0,2 1 0,1 0-1,28-44 1,-10 27-194,3 1 0,2 2 0,1 1 0,2 2 0,3 2 0,48-37 0,26-9-6631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0:20.05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683 1 24575,'3'16'0,"-2"5"0,0 1 0,-1-1 0,-1 0 0,-6 30 0,-24 85 0,27-119 0,-44 145 0,-6-3 0,-7-2 0,-7-2 0,-7-4 0,-155 235 0,209-355 0,7-8 0,-2-1 0,0-1 0,-23 24 0,36-44 0,4-5 0,6-13 0,23-38 0,1 2 0,40-50 0,91-97 0,158-132 0,-243 264 0,2 3 0,132-80 0,-169 120 0,86-37 0,-114 56 0,0 1 0,1 1 0,-1 0 0,1 1 0,0 0 0,0 1 0,0 1 0,0 0 0,0 1 0,19 3 0,-29-2 0,-1-1 0,0 2 0,0-1 0,0 1 0,0-1 0,0 1 0,0 0 0,0 0 0,-1 1 0,1-1 0,-1 1 0,1 0 0,-1 0 0,0 0 0,0 0 0,-1 0 0,1 1 0,-1-1 0,1 1 0,-1 0 0,0 0 0,0 0 0,-1 0 0,1 0 0,0 5 0,1 6 0,0 0 0,-1 0 0,-1 0 0,0 0 0,-1 1 0,-2 15 0,-6 35 24,-3 0 0,-2-1 0,-4 0 0,-31 80 0,-125 236-1509,111-265-5341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0:20.59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798 90 24575,'8'-5'0,"0"-1"0,1 2 0,0-1 0,0 1 0,0 0 0,0 1 0,18-4 0,-11 3 0,35-10 0,0 3 0,0 2 0,1 2 0,1 2 0,-1 3 0,0 2 0,1 3 0,65 10 0,-114-12 0,0-1 0,-1 1 0,1 0 0,-1 0 0,1 0 0,-1 0 0,1 1 0,-1-1 0,0 1 0,0 0 0,0 0 0,0 0 0,0 0 0,3 3 0,-5-4 0,-1 0 0,1 1 0,-1-1 0,1 0 0,-1 0 0,1 0 0,-1 1 0,0-1 0,0 0 0,1 0 0,-1 1 0,0-1 0,0 0 0,0 0 0,0 1 0,-1 1 0,0 1 0,0 1 0,-1-1 0,1-1 0,-1 1 0,0 0 0,0 0 0,-3 3 0,-33 42 0,-2-1 0,-2-2 0,-78 67 0,70-68 0,-460 396-272,0 1 2,486-421 270,-10 9 0,2 2 0,-31 39 0,62-70 5,-1 0 1,1 1 0,0 0-1,0-1 1,0 1 0,0 0-1,0 0 1,0-1 0,1 1-1,-1 0 1,1 0-1,-1 0 1,1 0 0,-1 2-1,1-3 3,1 0-1,-1 0 1,0-1-1,0 1 1,1 0-1,-1 0 1,0-1-1,1 1 1,-1 0-1,0-1 1,1 1-1,-1 0 0,1-1 1,0 1-1,-1-1 1,1 1-1,-1 0 1,1-1-1,0 0 1,-1 1-1,1-1 1,0 1-1,-1-1 1,2 0-1,5 2 32,0 0-1,0-1 1,0 0 0,0 0 0,0-1-1,13-1 1,53-4-39,0-4 0,75-18 0,145-49 0,-266 69 0,427-130 0,-13 4 0,-397 122-1365,-9 2-5461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0:20.87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1 24575,'0'0'0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0:21.39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0 222 24575,'18'-20'0,"1"4"0,1 0 0,0 2 0,2 0 0,-1 2 0,26-11 0,3 2 0,72-21 0,-77 30 0,1 2 0,0 2 0,1 1 0,-1 3 0,1 2 0,0 2 0,0 2 0,0 1 0,67 16 0,-77-10 0,0 1 0,-1 2 0,0 2 0,-2 1 0,1 1 0,-2 2 0,0 2 0,-1 1 0,-2 1 0,0 2 0,-1 1 0,31 34 0,-35-29-4,-1 1 0,-1 1 0,-1 1 0,-2 1 0,-2 0-1,15 40 1,-15-25 19,-2 0-1,-2 2 0,-2 0 1,5 56-1,-10-24-140,-4 1 0,-4-1-1,-3 1 1,-4-1-1,-29 132 1,13-117 112,-4-1-1,-5-2 1,-3-1 0,-5-1 0,-4-3-1,-4-1 1,-3-3 0,-4-2-1,-108 123 1,121-160 14,-64 54 0,89-86 0,-1-1 0,-1 0 0,0-2 0,-1 0 0,0-1 0,-36 12 0,48-20 0,0 0 0,0-1 0,0-1 0,0 1 0,0-1 0,0-1 0,0 0 0,0 0 0,-1-1 0,1 0 0,-13-3 0,15 2 0,1-1 0,-1 1 0,0-1 0,1 0 0,0-1 0,0 0 0,0 0 0,0 0 0,0-1 0,1 0 0,0 0 0,0 0 0,0 0 0,1-1 0,-4-6 0,0-1 48,1-1-1,1 0 1,0 0 0,1 0-1,0 0 1,2-1 0,-1 0-1,2 0 1,0 0-1,0-26 1,3 2 36,2 0-1,1 0 1,10-41-1,3 13-66,2 1 0,4 1 1,2 0-1,3 2 0,2 2 0,46-68 0,-14 37-388,4 3-1,4 2 1,85-80 0,-46 61-6455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0:21.89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98 1 24575,'1'1'0,"1"0"0,-1 0 0,1 1 0,-1-1 0,1 0 0,-1 1 0,0-1 0,1 1 0,-1-1 0,0 1 0,0 0 0,0 0 0,-1-1 0,1 1 0,0 0 0,0 2 0,2 2 0,11 27 0,-2-1 0,-1 1 0,-2 1 0,9 59 0,3 148 0,-17-36 0,-9 0 0,-37 240 0,-108 404 0,137-791 0,22-128 0,6 16 0,2 0 0,2 1 0,46-86 0,-17 51 0,75-101 0,49-27 0,-139 180 0,2 1 0,2 2 0,63-44 0,-88 68 0,0 2 0,1 0 0,-1 0 0,2 1 0,-1 1 0,1 0 0,0 1 0,15-3 0,-23 6 0,0 0 0,0 1 0,0 0 0,0 0 0,0 1 0,0-1 0,0 1 0,0 0 0,0 1 0,-1 0 0,1 0 0,0 0 0,-1 0 0,0 1 0,0 0 0,1 0 0,-1 0 0,-1 1 0,1 0 0,-1 0 0,9 9 0,-4-1 0,1 1 0,-2 0 0,0 1 0,0 0 0,-1 0 0,-1 0 0,-1 1 0,6 19 0,-1 13 0,8 68 0,-10-14-455,-4-1 0,-14 153 0,-4-118-6371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0:22.29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44 24575,'14'-12'0,"-4"7"0,0 1 0,0 0 0,0 0 0,1 1 0,-1 0 0,1 0 0,0 2 0,21-2 0,5 2 0,50 5 0,-62-2 0,-1 2 0,1 0 0,-1 2 0,-1 1 0,1 0 0,-1 2 0,-1 1 0,1 1 0,-2 0 0,30 22 0,-38-24 0,-1 1 0,0 1 0,-1 0 0,0 0 0,0 1 0,-2 0 0,1 1 0,-2 0 0,0 1 0,0 0 0,-1 0 0,-1 0 0,0 1 0,-1 0 0,-1 0 0,0 0 0,2 24 0,-5-18 0,-2-1 0,0 1 0,0-1 0,-2 1 0,-1-1 0,0 0 0,-2 0 0,0 0 0,-1-1 0,-1 0 0,-1 0 0,-1-1 0,-12 18 0,-9 10 0,-2-2 0,-2-2 0,-67 64 0,59-64 0,-1-2 0,-3-2 0,-1-2 0,-58 33 0,94-60 0,14-3 0,31 0 0,219 2 0,9-21 0,-194 8 0,748-79 0,-790 80 0,-12 3 0,0-1 0,0-1 0,0 0 0,-1-1 0,1 0 0,14-7 0,-26 10-52,-1 1-1,1-1 1,0 1-1,0-1 1,-1 1-1,1-1 1,0 0-1,-1 1 1,1-1-1,0 0 1,-1 1-1,1-1 1,-1 0-1,1 0 1,-1 0-1,0 1 1,1-1-1,-1 0 1,0 0-1,0 0 1,1 0-1,-1 0 0,0 0 1,0 0-1,0-1 1,-10-18-6774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0:22.62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1 800 24575,'0'0'0,"11"-6"0,64-29 0,3 4 0,149-41 0,-169 56 0,953-224-706,15 56-30,-996 179 735,1217-196-1452,-1182 192-3842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0:23.45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243 230 24575,'0'-15'0,"-1"7"0,1 1 0,0-1 0,0 0 0,0 1 0,1-1 0,0 1 0,1-1 0,0 1 0,0-1 0,0 1 0,1 0 0,0 0 0,1 0 0,6-9 0,-5 8 0,1 1 0,1 0 0,-1 0 0,1 0 0,1 1 0,-1 0 0,1 1 0,0 0 0,0 0 0,0 0 0,17-5 0,-13 6 0,2 0 0,-1 1 0,0 1 0,0 0 0,1 1 0,0 0 0,21 2 0,-11 2 0,1 1 0,-1 1 0,-1 0 0,1 2 0,-1 1 0,0 1 0,-1 1 0,39 24 0,-31-14 0,-2 2 0,-1 1 0,-1 2 0,0 0 0,-2 1 0,-1 2 0,-2 0 0,0 2 0,-2 0 0,-1 1 0,26 64 0,-21-34 0,-2 1 0,-3 2 0,-3 0 0,-2 0 0,6 109 0,-17-90-55,-4 1 0,-3-1 0,-4 0 0,-3 0 0,-4-1 0,-4-1 0,-50 132 0,26-105-17,-5-2-1,-4-3 0,-5-2 0,-136 178 0,142-214 73,-66 63 0,91-101 0,-2-2 0,-1-1 0,-1-2 0,-53 30 0,71-45 0,0-1 0,-1 0 0,1-1 0,-1 0 0,-1-1 0,-27 4 0,37-8 0,0 1 0,0-1 0,0 0 0,0 0 0,0-1 0,1 0 0,-1 0 0,0 0 0,0 0 0,1 0 0,-1-1 0,1 0 0,-1 0 0,1-1 0,0 1 0,0-1 0,0 0 0,0 0 0,0 0 0,0 0 0,1-1 0,0 1 0,-6-9 0,4 4 0,1-1 0,0 0 0,0 1 0,1-2 0,0 1 0,0 0 0,1 0 0,1-1 0,-2-16 0,3-1 0,0 1 0,7-42 0,4 5 4,3 0-1,3 1 1,3 0-1,2 2 1,3 1 0,38-67-1,11-1 49,148-191-1,274-251-1303,-405 474-5011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0:24.02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94 1 24575,'2'106'0,"-3"126"0,-48 376 0,5-69 0,42-523 0,3 20 0,-1-35 0,0-1 0,0 0 0,0 1 0,0-1 0,0 0 0,1 0 0,-1 1 0,0-1 0,0 0 0,0 0 0,1 1 0,-1-1 0,0 0 0,0 0 0,1 0 0,-1 0 0,0 1 0,1-1 0,-1 0 0,0 0 0,0 0 0,1 0 0,-1 0 0,0 0 0,1 0 0,-1 0 0,0 0 0,1 0 0,-1 0 0,0 0 0,1 0 0,-1 0 0,0 0 0,1 0 0,-1 0 0,0 0 0,0 0 0,1 0 0,-1-1 0,0 1 0,1 0 0,-1 0 0,0 0 0,0-1 0,1 1 0,-1 0 0,0 0 0,0-1 0,18-13 0,-18 14 0,35-35 0,-2-1 0,-1-1 0,33-51 0,69-133 0,-93 144 0,-3-1 0,37-111 0,-74 187 0,0 6 0,0 15 0,-1 31 0,-4 77 0,-2 177 0,8-206 0,16 106 0,-17-199 0,1 13 0,1 0 0,1-1 0,9 29 0,-12-44 0,-1-1 0,1 0 0,-1 1 0,1-1 0,-1 0 0,1 0 0,0 0 0,-1 1 0,1-1 0,0 0 0,0 0 0,0 0 0,0 0 0,0 0 0,0 0 0,0-1 0,0 1 0,1 0 0,-1-1 0,0 1 0,0 0 0,1-1 0,-1 1 0,0-1 0,0 0 0,1 1 0,-1-1 0,1 0 0,-1 0 0,0 0 0,1 0 0,-1 0 0,0 0 0,1 0 0,-1-1 0,0 1 0,1 0 0,1-2 0,3-1 0,0 0 0,0 0 0,-1-1 0,1 0 0,-1 0 0,0-1 0,6-6 0,19-22 0,-2-1 0,-2-1 0,-1-2 0,33-63 0,65-172 0,-61 109 0,-7-2 0,-8-3 0,49-323 0,-91 446-1365,-3 18-5461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0:24.52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248 1 24575,'0'0'0,"3"8"0,4 28 0,-2 1 0,-1 0 0,-1 0 0,-3 0 0,-4 44 0,3-48 0,-12 142 0,-7-2 0,-8 0 0,-8-2 0,-107 310 0,137-463 0,4-10 0,-1-1 0,0 1 0,-8 13 0,12-37 0,12-54 0,4 0 0,2 1 0,38-89 0,-15 63 0,91-151 0,-98 189 0,2 2 0,2 2 0,3 1 0,48-46 0,-84 92 0,1 0 0,-1 1 0,1-1 0,0 1 0,0 1 0,9-5 0,-15 9 0,1-1 0,0 0 0,0 1 0,0-1 0,0 1 0,0 0 0,0 0 0,-1 0 0,1 0 0,0 0 0,0 0 0,0 0 0,0 0 0,0 1 0,0-1 0,-1 1 0,1 0 0,0-1 0,0 1 0,-1 0 0,1 0 0,0 0 0,-1 0 0,1 0 0,-1 0 0,1 1 0,-1-1 0,0 1 0,1-1 0,-1 1 0,0-1 0,1 3 0,5 7 0,0 0 0,-1 1 0,-1 0 0,0 0 0,0 0 0,3 16 0,12 83 0,-17-91 0,12 110 60,-1 137 0,-19 133-1545,3-346-5341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0:25.03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340 0 24575,'11'22'0,"-3"-7"0,-1 1 0,-1 1 0,-1-1 0,0 1 0,5 32 0,1 92 0,-11-37 0,-5 0 0,-4 0 0,-5-1 0,-32 120 0,-141 403 0,71-264 0,111-346 0,-2 6 0,-6 37 0,13-59 0,0 0 0,0 0 0,0 0 0,0 0 0,0 0 0,0 1 0,0-1 0,0 0 0,0 0 0,0 0 0,0 0 0,0 0 0,0 1 0,0-1 0,0 0 0,0 0 0,0 0 0,0 0 0,0 0 0,0 0 0,0 1 0,0-1 0,0 0 0,0 0 0,0 0 0,1 0 0,-1 0 0,0 0 0,0 0 0,0 0 0,0 1 0,0-1 0,0 0 0,0 0 0,1 0 0,-1 0 0,0 0 0,0 0 0,0 0 0,0 0 0,0 0 0,1 0 0,-1 0 0,0 0 0,0 0 0,0 0 0,0 0 0,0 0 0,1 0 0,-1 0 0,0 0 0,0 0 0,0 0 0,0 0 0,0-1 0,0 1 0,1 0 0,-1 0 0,0 0 0,0 0 0,15-9 0,17-17 0,368-390 0,-25 23 0,-357 376 0,17-16 0,45-33 0,-71 59 0,1 0 0,0 1 0,0 0 0,0 1 0,1 0 0,0 1 0,0 0 0,0 0 0,1 1 0,13-1 0,-21 3 0,1 1 0,-1 0 0,0 1 0,1-1 0,-1 1 0,0-1 0,1 1 0,-1 1 0,0-1 0,0 0 0,0 1 0,0 0 0,0 0 0,0 0 0,4 4 0,-2-1 0,-1 0 0,0 0 0,0 0 0,0 1 0,-1 0 0,0-1 0,0 2 0,4 9 0,2 6 0,-2 1 0,-1 0 0,0 1 0,4 33 0,-2 23-227,-2 1-1,-5 0 1,-3-1-1,-3 1 1,-26 136-1,15-138-6598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0:27.78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0 295 24575,'0'0'0,"2"0"0,11-2 0,29-4 0,41-8 0,41-6 0,34-8 0,20-3 0,5-1 0,-2 0 0,-14 2 0,-15 3 0,-20 3 0,-23 6 0,-24 3 0,-27 6 0,-23 3-8191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0:28.02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1 24575,'0'0'0,"0"1"0,2 6 0,4 14 0,6 30 0,6 41 0,3 46 0,-1 41 0,-2 31 0,-2 16 0,-4 5-595,-1-6 595,-4-8 0,-3-41-7596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2:00.0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24575,'0'0'0,"0"0"0,0 0 0,2 0 0,1 1 0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2:07.9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24575,'1'2'0,"-1"1"0,1 0 0,0-1 0,1 1 0,-1-1 0,0 0 0,1 1 0,-1-1 0,1 0 0,2 2 0,3 5 0,5 8 0,0-1 0,1 0 0,0-2 0,2 1 0,-1-2 0,2 0 0,0 0 0,0-2 0,1 0 0,1-1 0,0 0 0,0-2 0,1 0 0,0-1 0,0-1 0,0-1 0,1 0 0,0-2 0,25 2 0,6-3 0,0-2 0,-1-3 0,74-13 0,47-2 0,-143 17 0,0 1 0,-1 1 0,1 2 0,33 7 0,-5 6 0,-2 2 0,0 3 0,54 28 0,-61-25 0,1-3 0,1-2 0,0-2 0,62 13 0,-68-24 0,0-2 0,0-1 0,68-6 0,127-27 0,18-1 0,-216 29 0,0 2 0,0 1 0,0 2 0,57 13 0,58 27 0,-100-25 0,1-3 0,81 11 0,-85-22 0,0-2 0,0-3 0,75-10 0,152-41 0,-137 22 0,137-7 0,-58 9 0,-196 24 0,166-22 0,-152 23 0,-1 2 0,1 1 0,40 7 0,2 4 0,1-3 0,-1-4 0,127-10 0,149-62 0,-277 49 0,-53 14 0,0 1 0,1 1 0,-1 1 0,54 5 0,107 24 0,-120-15 0,87 4 0,14-22 0,-44-1 0,-87 9 0,-1 1 0,1 3 0,69 18 0,35 6 0,30-21 0,-5-1 0,-119-3 0,0-3 0,1-2 0,58-7 0,143-33 0,-234 37 0,20-2 0,1 1 0,69 1 0,74 17 0,57 0 0,1-40 0,-112 7 0,-89 17 0,1 2 0,-1 1 0,63 11 0,37 1 0,-60-15 0,125-18 0,-72 4 0,192 5 0,-61 5 0,93-29 0,-323 35 0,0 2 0,0 1 0,-1 1 0,1 2 0,38 12 0,-26-7 0,66 9 0,-68-17 0,0-2 0,1-1 0,76-12 0,120-39 0,-129 25 0,-70 21 0,0 1 0,0 1 0,0 3 0,71 7 0,14 0 0,-30-9 0,0-4 0,95-18 0,-135 19 0,-1 2 0,1 2 0,-1 3 0,69 11 0,65 3 0,-51-19 0,194-29 0,-283 28 0,0 3 0,88 10 0,29-1 0,-63-15 0,171-34 0,-182 24 0,-57 15 0,-1 0 0,1 2 0,0 2 0,-1 0 0,0 3 0,35 8 0,18 2 0,56-1 0,0-6 0,155-11 0,303 18 0,-407-5 0,71 19 0,-23-1 0,-200-25 0,1-3 0,0-2 0,78-13 0,-62 7 0,0 3 0,0 2 0,79 6 0,48-2 0,40-24 0,-83 7 0,69 11 0,-25 2 0,-52-13 0,-1-7 0,144-43 0,-171 40 0,-52 16 0,0 3 0,0 3 0,92 3 0,-76 1 0,130 1 0,-199-5-1365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1:13.4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94 24575,'1'-2'0,"0"1"0,0-1 0,0 0 0,0 1 0,0-1 0,0 0 0,0 1 0,0-1 0,1 1 0,-1 0 0,1-1 0,-1 1 0,1 0 0,-1 0 0,1 0 0,0 0 0,-1 0 0,1 0 0,0 1 0,2-2 0,1 0 0,21-10 0,0 2 0,1 1 0,0 0 0,0 2 0,1 2 0,0 0 0,52-1 0,-33 6 0,-1 1 0,1 3 0,-1 2 0,47 11 0,-48-5 0,0 2 0,0 2 0,-2 2 0,0 1 0,-1 3 0,-1 1 0,-1 2 0,-1 2 0,-2 2 0,0 1 0,-2 1 0,35 42 0,-38-35 0,-2 2 0,-1 1 0,-2 1 0,-2 1 0,-1 1 0,-3 1 0,-2 1 0,-2 1 0,-1 0 0,-3 2 0,10 69 0,-15-27 0,-3 0 0,-4 0 0,-4 0 0,-18 114 0,-89 354 0,-39 52 0,149-612-23,-1 1 0,1-1 0,0 0 0,0 0 0,-1 1 0,1-1 1,-1 0-1,1 0 0,0 1 0,-1-1 0,0 0 0,1 1 0,-1-1 0,1 1 0,-1-1 0,1 1 0,-1-1 0,0 1 0,-1-1 0,0-1-883,-7-6-5920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1:14.1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1907 1639 24575,'-23'-26'0,"0"1"0,-2 2 0,-1 0 0,-1 2 0,0 0 0,-2 2 0,0 2 0,-1 0 0,-1 2 0,-36-12 0,-39-9 0,-189-38 0,253 65 0,-120-24 0,-234-58 0,334 73 0,1-3 0,1-3 0,1-3 0,-68-40 0,106 54 0,0-1 0,1-1 0,1-1 0,0 0 0,-27-33 0,40 42 0,1 0 0,-1 0 0,1-1 0,1 0 0,-1 0 0,1 0 0,1-1 0,0 0 0,0 1 0,0-1 0,1 0 0,1 0 0,-1 0 0,1 0 0,1 0 0,0-1 0,0 1 0,3-14 0,0 10 0,1 0 0,1 0 0,0 0 0,1 1 0,0 0 0,1 0 0,0 0 0,1 1 0,0 0 0,1 0 0,14-13 0,6-3 0,2 1 0,57-37 0,-12 17 0,3 2 0,164-64 0,182-28 0,-324 107-341,1 6 0,2 4-1,137-8 1,-174 25-6485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1:14.6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361 1 24575,'0'14'0,"-9"96"0,-22 112 0,15-120 0,10-67-1,-255 1861-878,254-1822 951,1-10 259,-18 86 0,34-172-287,2 0 1,23-34 0,-20 33-33,224-313-12,-177 261 0,4 2 0,92-78 0,-137 133 0,0 0 0,2 2 0,0 1 0,0 1 0,37-16 0,-52 26 0,-1 1 0,1 1 0,0-1 0,0 1 0,0 1 0,0-1 0,0 1 0,0 1 0,0 0 0,0 0 0,0 0 0,0 1 0,0 0 0,0 1 0,0-1 0,0 2 0,0-1 0,-1 1 0,1 0 0,-1 1 0,0 0 0,12 8 0,-7-1 0,-1 0 0,0 1 0,-1 0 0,0 1 0,-1 0 0,0 0 0,-1 1 0,-1 0 0,0 1 0,-1-1 0,-1 1 0,0 1 0,5 26 0,-2 8 0,-1 1 0,0 101 0,-33 191 119,-29-7-1569,55-333 1416,-18 97-6792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1:15.4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73 1 24575,'2'14'0,"7"72"0,-2 100 0,-15 86 0,5-196 0,-73 931-1365,72-969-5461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1:15.9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470 4 24575,'-6'-1'0,"5"1"0,-1-1 0,1 1 0,0 0 0,-1-1 0,1 1 0,0 0 0,-1 0 0,1 0 0,-1 0 0,1 0 0,0 0 0,-1 0 0,-1 1 0,-6 4 0,0 0 0,0 1 0,0 0 0,1 0 0,0 1 0,0 0 0,1 1 0,-10 11 0,16-18 0,-32 39 0,1 1 0,2 1 0,2 2 0,2 0 0,-33 80 0,28-47 0,3 2 0,-30 147 0,45-158 0,4 1 0,-2 110 0,12-139 0,1 0 0,2 1 0,2-1 0,1-1 0,24 71 0,-25-92 0,1-1 0,1 0 0,1-1 0,0 0 0,1 0 0,19 23 0,-21-31 0,-1 0 0,2 0 0,-1-1 0,1 0 0,0-1 0,0 0 0,1 0 0,0-1 0,0 0 0,0 0 0,1-2 0,12 4 0,-4-3 0,0-2 0,0 0 0,0-2 0,0 0 0,0 0 0,0-2 0,0-1 0,0 0 0,-1-1 0,1-1 0,-1-1 0,32-14 0,-12 1 0,-1-1 0,-1-1 0,0-2 0,58-50 0,-60 41 0,-1 0 0,-1-2 0,-2-2 0,-1-1 0,-2-1 0,-2-1 0,-1-1 0,-2-1 0,-2-2 0,26-80 0,-37 90 0,-1 1 0,-2-2 0,-2 1 0,0 0 0,-3-1 0,-3-57 0,-2 62 0,0 1 0,-2 1 0,-1-1 0,-1 1 0,-1 0 0,-2 1 0,0 0 0,-25-39 0,22 43 0,0 2 0,-1-1 0,-1 2 0,0 0 0,-2 1 0,0 1 0,-1 1 0,-1 0 0,0 1 0,-1 2 0,-1 0 0,0 1 0,0 1 0,-1 1 0,-1 1 0,-34-8 0,29 12-455,0 1 0,-30 0 0,-51 6-6371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1:16.3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0 412 24575,'24'0'0,"147"-5"0,979-52-1560,-359 17 986,26-2-1783,1090-107 2348,-1581 114 82,576-45-1215,-809 77 1203,128 11-1,-210-8-23,0 1 1,0 0 0,0 1-1,0 0 1,0 1-1,-1 0 1,1 1-1,-1 0 1,0 0-1,0 1 1,12 9-1,2 14-3230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1:16.7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 24575,'0'0'0,"1"0"0,-1-1 0,1 1 0,-1 0 0,1 0 0,0-1 0,-1 1 0,1 0 0,-1 0 0,1 0 0,-1 0 0,1 0 0,0-1 0,-1 1 0,1 0 0,0 1 0,-1-1 0,1 0 0,-1 0 0,1 0 0,0 0 0,-1 0 0,1 1 0,-1-1 0,1 0 0,0 1 0,23 6 0,6 7 0,0 0 0,0 2 0,-1 1 0,-1 1 0,-1 2 0,31 28 0,-13-5 0,-1 2 0,53 71 0,-64-72 0,-2 2 0,-3 1 0,-1 1 0,-2 1 0,25 74 0,-37-84 0,-2 1 0,-2-1 0,-2 1 0,-1 1 0,-2-1 0,-2 1 0,-2 0 0,-5 43 0,-5-15 0,-3-1 0,-3-1 0,-39 106 0,10-61 0,-73 126 0,102-207 0,8-14 0,-1 0 0,0-1 0,-2 0 0,1-1 0,-21 21 0,31-36 0,0 1 0,-1-1 0,1 1 0,0-1 0,-1 1 0,1-1 0,-1 1 0,1-1 0,-1 0 0,1 1 0,-1-1 0,1 0 0,-1 0 0,0 1 0,1-1 0,-1 0 0,1 0 0,-1 0 0,0 0 0,1 1 0,-1-1 0,1 0 0,-1 0 0,0 0 0,1-1 0,-1 1 0,0 0 0,1 0 0,-1 0 0,1 0 0,-1 0 0,0-1 0,1 1 0,-1 0 0,1-1 0,-1 1 0,1 0 0,-1-1 0,1 1 0,-1-1 0,1 1 0,0 0 0,-1-1 0,1 1 0,0-1 0,-1 1 0,1-1 0,0 0 0,-1 1 0,1-1 0,0 1 0,0-1 0,0 1 0,-1-1 0,1 0 0,0 1 0,0-1 0,0 0 0,0 1 0,0-2 0,-1-5 0,0-1 0,0 1 0,0-1 0,1-8 0,4-21 0,1 0 0,1 1 0,2 0 0,21-57 0,69-138 0,62-59-1365,-82 169-5461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1:17.2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24575,'0'11'0,"0"195"0,5 499 0,42-4 0,-45-681 0,-2-14 0,0-1 0,1 1 0,-1 0 0,1-1 0,0 1 0,1-1 0,-1 1 0,1-1 0,0 0 0,0 1 0,1-1 0,5 8 0,-7-12 0,0-1 0,-1 1 0,1-1 0,0 1 0,0-1 0,0 1 0,0-1 0,0 1 0,0-1 0,0 0 0,0 0 0,0 0 0,1 1 0,-1-1 0,0 0 0,0 0 0,0 0 0,0-1 0,0 1 0,0 0 0,0 0 0,0 0 0,0-1 0,0 1 0,0-1 0,0 1 0,0-1 0,1 0 0,28-22 0,-29 22 0,28-28 0,-2 0 0,-1-2 0,-2-1 0,26-43 0,73-150 0,-87 154 0,-33 65 0,1-1 0,-1 0 0,1 1 0,1 0 0,-1 0 0,1 0 0,0 1 0,7-7 0,-11 11 0,0 0 0,1 0 0,0 1 0,-1-1 0,1 0 0,-1 1 0,1-1 0,0 1 0,-1-1 0,1 1 0,0 0 0,0-1 0,-1 1 0,1 0 0,3 1 0,-2-1 0,0 1 0,0 0 0,0 0 0,0 1 0,0-1 0,0 1 0,-1-1 0,1 1 0,0 0 0,-1 0 0,4 3 0,10 10 0,-1 2 0,-1 0 0,0 1 0,-1 0 0,11 20 0,50 106 0,-65-125 0,110 255 0,-117-270 0,-1 1 0,1 0 0,1-1 0,-1 1 0,1 0 0,0-1 0,0 1 0,4 4 0,-6-9 0,-1 1 0,1-1 0,0 1 0,0-1 0,-1 1 0,1-1 0,0 1 0,0-1 0,0 0 0,-1 1 0,1-1 0,0 0 0,0 0 0,0 0 0,0 0 0,0 0 0,0 0 0,-1 0 0,3 0 0,-1-1 0,0 1 0,-1-1 0,1 0 0,0 0 0,0 0 0,-1 0 0,1 0 0,0 0 0,-1-1 0,1 1 0,-1 0 0,2-3 0,9-11 0,0 0 0,-2-1 0,0 0 0,0-1 0,7-20 0,33-97 0,-46 122 0,20-64-195,-4-2 0,-2 0 0,-5-1 0,-2-1 0,-5 1 0,-6-155 0,-6 161-6631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1:17.7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65 1 24575,'5'11'0,"-1"1"0,0 0 0,-1 0 0,0 1 0,-1-1 0,0 22 0,2 1 0,22 266 0,-22 540 0,-13-662 0,-43 244 0,40-386 0,11-37 0,1 1 0,0-1 0,0 1 0,-1-1 0,1 0 0,0 1 0,0-1 0,-1 0 0,1 1 0,-1-1 0,1 0 0,0 1 0,-1-1 0,1 0 0,-1 0 0,1 1 0,0-1 0,-1 0 0,1 0 0,-1 0 0,1 0 0,-1 1 0,1-1 0,-1 0 0,0 0 0,0-1 0,0 1 0,0-1 0,0 1 0,0-1 0,1 1 0,-1-1 0,0 0 0,0 1 0,0-1 0,1 0 0,-1 0 0,0 0 0,1 0 0,-1 0 0,1 1 0,-1-1 0,0-2 0,-4-10 0,1-1 0,0 1 0,1-1 0,0 0 0,1 0 0,0-1 0,2 1 0,0-17 0,1-42 0,3 1 0,4 0 0,2 0 0,30-103 0,-13 84 0,4 1 0,83-166 0,-36 119 0,-68 121 0,2 0 0,-1 1 0,2 1 0,0 0 0,29-24 0,-41 37 0,0 0 0,1 0 0,0 0 0,-1 0 0,1 0 0,0 0 0,0 0 0,-1 1 0,1-1 0,0 1 0,0-1 0,0 1 0,0 0 0,0 0 0,-1-1 0,1 1 0,0 1 0,0-1 0,0 0 0,0 0 0,0 1 0,0-1 0,0 1 0,-1-1 0,1 1 0,0 0 0,0 0 0,-1 0 0,1 0 0,-1 0 0,1 0 0,-1 0 0,1 1 0,-1-1 0,0 0 0,2 3 0,4 5 0,-1 0 0,0 0 0,0 1 0,-1 0 0,5 12 0,8 24 0,-3 1 0,-1 1 0,14 93 0,-2 152 0,-21-172-1365,-2-20-5461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1:18.2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24575,'9'18'0,"25"54"0,-3 1 0,-4 2 0,-3 1 0,-3 0 0,-3 2 0,10 115 0,-17-41 0,-6 1 0,-21 212 0,0-199 0,-7-1 0,-61 226 0,80-379 0,4-15 0,6-25 0,37-128 0,6 2 0,8 2 0,114-222 0,-32 134 0,-109 195 0,3 2 0,1 1 0,41-40 0,-64 71 0,1 1 0,0 0 0,0 1 0,1 0 0,15-7 0,-26 14 0,1 1 0,-1-1 0,1 1 0,0 0 0,0 0 0,0 0 0,0 1 0,0-1 0,0 0 0,0 1 0,0 0 0,0 0 0,0 0 0,0 0 0,0 0 0,0 1 0,0 0 0,0-1 0,0 1 0,0 0 0,-1 0 0,1 0 0,0 1 0,0-1 0,-1 1 0,1-1 0,-1 1 0,1 0 0,-1 0 0,0 0 0,4 5 0,0 2 0,0 0 0,-1 1 0,0 0 0,0-1 0,-1 2 0,-1-1 0,0 0 0,0 1 0,2 16 0,0 14 0,-1 48 0,-4-72 0,0 94 60,-21 150 0,-39 106-1545,39-262-5341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1:18.5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 27 24575,'0'0'0,"0"0"0,0 0 0,0-1 0,0 1 0,0 0 0,0 0 0,0 0 0,0 0 0,0 0 0,0 0 0,0 0 0,1 0 0,-1 0 0,0 0 0,0-1 0,0 1 0,0 0 0,0 0 0,0 0 0,0 0 0,0 0 0,0 0 0,0 0 0,0 0 0,0-1 0,0 1 0,0 0 0,0 0 0,0 0 0,0 0 0,0 0 0,0 0 0,-1 0 0,1 0 0,0-1 0,0 1 0,0 0 0,0 0 0,0 0 0,0 0 0,0 0 0,0 0 0,0 0 0,0 0 0,0 0 0,0 0 0,-1 0 0,1 0 0,0 0 0,0-1 0,0 1 0,0 0 0,0 0 0,0 0 0,0 0 0,0 0 0,-1 0 0,1 0 0,0 0 0,0 0 0,0 0 0,0 0 0,0 0 0,0 0 0,0 0 0,0 0 0,-1 0 0,1 1 0,0-1 0,11-6 0,20 0 0,1 1 0,0 2 0,50 1 0,-47 2 0,1038 33-213,-797-18-939,-235-13-5674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1:18.8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1 590 24575,'0'0'0,"2"-1"0,12-3 0,28-9 0,44-12 0,44-15 0,40-14 0,27-9 0,14-7 0,3-1 0,-9 2 0,-15 5 0,-18 11 0,-18 15 0,-37 13-8191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1:22.3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 27 24575,'3'-3'0,"0"1"0,0 0 0,0 0 0,1 0 0,-1 1 0,1-1 0,-1 1 0,1 0 0,0 0 0,0 0 0,-1 0 0,1 1 0,5-1 0,2 0 0,10-2 0,0 2 0,0 0 0,0 1 0,0 1 0,0 1 0,0 1 0,0 1 0,0 0 0,-1 2 0,0 0 0,0 2 0,0 0 0,-1 1 0,0 1 0,-1 1 0,0 0 0,20 18 0,-15-9 0,0 1 0,-1 1 0,-1 1 0,-2 0 0,0 2 0,-1 0 0,-2 2 0,0-1 0,-2 2 0,-1 0 0,12 41 0,-12-26 0,-2 1 0,-3 1 0,-1 0 0,2 83 0,-10-62 0,-4 0 0,-21 115 0,-5-51 0,-7-1 0,-89 207 0,62-185 0,-7-4 0,-167 255 0,231-391 0,4-5 0,0 1 0,0-1 0,-1 0 0,0 0 0,0 0 0,-1-1 0,0 0 0,1 0 0,-13 7 0,17-11 0,0-1 0,0 1 0,0-1 0,0 0 0,0 1 0,0-1 0,0 0 0,0 0 0,0 0 0,-1 0 0,1 0 0,0 0 0,0 0 0,0 0 0,0 0 0,0 0 0,0 0 0,0-1 0,0 1 0,0-1 0,0 1 0,0 0 0,0-1 0,0 0 0,1 1 0,-1-1 0,-1 0 0,0-2 0,0 1 0,0-1 0,1 1 0,-1-1 0,0 1 0,1-1 0,0 0 0,0 0 0,-1-3 0,-3-15 0,1 0 0,1 0 0,0 0 0,2 0 0,1 0 0,0 0 0,4-22 0,28-149 0,-31 189 0,51-209 0,-41 177 0,1 1 0,2 1 0,1 0 0,22-34 0,-24 49-170,1 1-1,1 0 0,0 1 1,1 1-1,1 1 0,0 0 1,22-13-1,24-15-6655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1:22.8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 0 24575,'31'149'0,"20"240"0,-45-254 0,-15 158 0,2-216 0,-4 0 0,-2-1 0,-37 112 0,45-172 0,4-11 0,-1 1 0,1-1 0,-1 0 0,0 0 0,0 0 0,-1 0 0,1 0 0,-1-1 0,0 1 0,-8 7 0,9-14 0,2-6 0,7-12 0,0 0 0,2 1 0,0 0 0,1 0 0,0 1 0,22-28 0,-21 30 0,32-44 0,2 2 0,71-69 0,-81 92 0,3 2 0,0 1 0,2 3 0,63-36 0,-90 57 0,2 1 0,-1 0 0,1 1 0,0 1 0,1 1 0,-1 0 0,17-2 0,-25 5 0,-1 1 0,1 0 0,-1 0 0,1 0 0,-1 1 0,1 0 0,-1 0 0,0 1 0,0 0 0,1 0 0,-1 0 0,0 1 0,-1 0 0,1 0 0,0 0 0,-1 1 0,0 0 0,0 0 0,9 9 0,-3 1 0,0 0 0,-1 1 0,-1 0 0,0 1 0,-1 0 0,-1 1 0,0 0 0,-1 0 0,5 27 0,2 18 0,5 86 0,-9 113-1365,-11-151-5461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1:23.0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24575,'0'0'0,"1"1"0,-1 0 0,4 10 0,8 20 0,7 26 0,5 28 0,0 25 0,-3 17 0,-5 9 0,-7 2 0,-7-2 0,-6-2 0,-3-7 0,-2-12 0,1-27-8191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1:23.4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57 51 24575,'0'21'0,"-28"400"0,2-104 0,26-311 0,-1 6 0,0 0 0,1 0 0,0 0 0,1 0 0,1 0 0,5 22 0,-6-32 0,-1 0 0,1-1 0,0 1 0,-1-1 0,1 1 0,0-1 0,0 1 0,0-1 0,0 0 0,1 1 0,-1-1 0,0 0 0,0 0 0,1 0 0,-1 0 0,1 0 0,-1 0 0,1 0 0,-1-1 0,1 1 0,-1 0 0,1-1 0,0 1 0,-1-1 0,1 0 0,0 1 0,0-1 0,-1 0 0,1 0 0,0 0 0,-1 0 0,1-1 0,3 0 0,2-1 0,1 0 0,-1-1 0,0 0 0,0 0 0,0-1 0,9-6 0,10-8 0,-2-1 0,0-2 0,-1 0 0,-2-1 0,0-2 0,33-48 0,-26 29 0,-2-1 0,-2-1 0,27-71 0,-38 81 0,-2 0 0,-1-1 0,-2 0 0,-1-1 0,-2 1 0,-1-1 0,-2 0 0,-3-41 0,0 71-114,1 0 1,-1 0-1,-1 0 0,1 0 0,-1 1 1,0-1-1,-1 0 0,1 1 0,-1 0 1,-1-1-1,-4-6 0,-14-10-6712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1:23.7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8 415 24575,'0'0'0,"-1"0"0,1 0 0,0 0 0,0 0 0,-1 0 0,1 0 0,0 0 0,-1 0 0,1 0 0,0 0 0,0 0 0,-1 1 0,1-1 0,0 0 0,-1 0 0,1 0 0,0 0 0,0 1 0,0-1 0,-1 0 0,1 0 0,0 0 0,0 1 0,0-1 0,-1 0 0,1 0 0,0 1 0,0-1 0,0 0 0,0 1 0,0-1 0,0 0 0,0 0 0,0 1 0,0-1 0,0 0 0,0 1 0,0-1 0,0 0 0,0 0 0,0 1 0,0-1 0,0 0 0,0 1 0,0-1 0,0 0 0,0 1 0,0-1 0,0 0 0,1 0 0,-1 1 0,0-1 0,0 0 0,3 4 0,0 0 0,1 0 0,-1 0 0,1-1 0,-1 0 0,1 1 0,0-1 0,0-1 0,0 1 0,1-1 0,-1 1 0,1-1 0,-1-1 0,1 1 0,5 1 0,29 10 0,0-2 0,1-2 0,0-1 0,76 4 0,26-6-358,282-24-1,142-64-918,38-49 1090,-10-24-114,-248 63 228,-298 79 125,-15 3-217,0 1 0,1 2 0,-1 1-1,1 2 1,58 0 0,-48 10-4532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1:24.0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252 1 24575,'11'15'0,"-3"-6"0,23 38 0,-1 2 0,-3 0 0,-3 2 0,25 70 0,-14-14 0,26 130 0,-43-147 0,11 152 0,-27-208 0,-1 1 0,-3 0 0,0-1 0,-2 1 0,-2-1 0,-1 0 0,-19 54 0,20-74 0,0 0 0,-1-1 0,0 0 0,-1 0 0,-1-1 0,0 0 0,0-1 0,-1 0 0,0 0 0,-1-1 0,-1 0 0,-24 15 0,27-20 0,-1 0 0,1 0 0,-1-1 0,-1 0 0,1-1 0,0 0 0,-1-1 0,0 0 0,0-1 0,1 0 0,-1 0 0,0-1 0,0-1 0,0 0 0,1 0 0,-1-1 0,0-1 0,-12-4 0,11 3 12,0-1 0,0-1 0,1 1 0,-1-2 0,1 0 0,1 0 0,0-1 0,0-1 0,-14-14 0,18 17-111,0-1 0,1 0 0,0-1 0,0 1 0,1-1 0,0 0 0,0 0 0,1 0 0,0-1 0,0 1 0,1-1 0,0 1 0,1-1 0,-1-13 0,5-29-6727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1:24.5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111 0 24575,'12'135'0,"-30"418"0,-42-1 0,20-245 0,38-298 0,0 11 0,10-37 0,119-342 0,-3 6 0,-117 334 0,-4 9 0,0 1 0,1 0 0,0-1 0,0 1 0,1 1 0,0-1 0,0 1 0,1-1 0,9-8 0,-14 16 0,1 0 0,-1 0 0,0 0 0,1 0 0,-1 0 0,0 0 0,1 1 0,-1-1 0,1 0 0,-1 1 0,1 0 0,-1-1 0,1 1 0,0 0 0,-1 0 0,1 0 0,-1 0 0,1 0 0,0 0 0,-1 0 0,1 0 0,-1 1 0,3 0 0,0 0 0,0 1 0,-1 0 0,0 1 0,1-1 0,-1 0 0,0 1 0,0 0 0,5 5 0,7 10 0,0 1 0,-2 1 0,0 1 0,-1 0 0,14 35 0,39 122 0,-55-145 0,71 231 0,-65-231 0,-15-32 0,0 0 0,0 0 0,0 0 0,0 0 0,-1 0 0,1 0 0,0 0 0,1 0 0,-1-1 0,0 1 0,0-1 0,0 1 0,0-1 0,0 1 0,1-1 0,1 1 0,0-1 0,0-1 0,0 0 0,0 0 0,0 0 0,-1 0 0,1 0 0,0-1 0,-1 1 0,1-1 0,-1 1 0,1-1 0,-1 0 0,0 0 0,0 0 0,0-1 0,0 1 0,0 0 0,0-1 0,2-4 0,23-32 0,-3-1 0,0 0 0,22-58 0,44-138 0,-83 217 0,85-276-1365,-80 246-5461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1:24.9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402 0 24575,'-6'240'0,"-58"375"0,-121 215 0,182-820 0,-56 175 0,57-181 0,0 1 0,0 0 0,-1 0 0,1-1 0,-1 1 0,0-1 0,0 0 0,0 0 0,-7 7 0,9-11 0,1 0 0,-1 1 0,1-1 0,-1 0 0,1 1 0,-1-1 0,1 0 0,-1 0 0,1 0 0,-1 0 0,0 1 0,1-1 0,-1 0 0,1 0 0,-1 0 0,0 0 0,1 0 0,-1 0 0,1-1 0,-1 1 0,0 0 0,1 0 0,-1 0 0,1 0 0,-1-1 0,1 1 0,-1 0 0,1-1 0,-1 1 0,0-1 0,-1-1 0,0-1 0,0 1 0,1 0 0,-1-1 0,1 0 0,0 1 0,0-1 0,0 0 0,0 1 0,-1-6 0,-4-19 0,1 0 0,2 0 0,0-1 0,2-44 0,18-116 0,-17 184 0,14-98 0,31-124 0,-34 186 0,1 0 0,2 0 0,2 2 0,2 0 0,1 1 0,24-35 0,-36 62 0,0 1 0,1-1 0,0 1 0,1 1 0,0-1 0,0 2 0,1-1 0,13-7 0,-19 12 0,1 1 0,-1 0 0,1 0 0,-1 1 0,1-1 0,0 1 0,-1 0 0,1 0 0,0 1 0,0-1 0,0 1 0,0 0 0,0 0 0,0 1 0,0 0 0,-1-1 0,1 2 0,0-1 0,0 0 0,-1 1 0,1 0 0,7 4 0,-3 1 0,1 0 0,-1 1 0,0 0 0,-1 1 0,0 0 0,0 0 0,-1 0 0,0 1 0,0 0 0,-1 1 0,-1-1 0,0 1 0,4 13 0,4 14 0,-2 0 0,11 65 0,-10-11-682,1 148-1,-13-159-6143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1:25.4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165 0 24575,'3'22'0,"3"79"0,-9 131 0,-24 102 0,10-177 0,-63 262 0,78-410 0,-8 22 0,10-30 0,0 0 0,-1 1 0,1-1 0,-1 0 0,1 0 0,-1 0 0,0 0 0,1 0 0,-1 0 0,0 0 0,0-1 0,1 1 0,-1 0 0,0 0 0,0-1 0,0 1 0,0 0 0,-2 0 0,3-1 0,-1 0 0,0 0 0,1 0 0,-1 0 0,1-1 0,-1 1 0,1 0 0,-1 0 0,1 0 0,-1-1 0,1 1 0,-1 0 0,1-1 0,-1 1 0,1-1 0,-1 1 0,1 0 0,0-1 0,-1 1 0,1-1 0,0 1 0,-1-1 0,1 1 0,0-1 0,0 1 0,-1-1 0,1 0 0,0 1 0,0-1 0,0 1 0,0-2 0,-3-12 0,1-1 0,0 1 0,1-1 0,1 1 0,1-1 0,0 1 0,4-22 0,-5 35 0,10-68 0,2 0 0,4 1 0,3 1 0,3 1 0,2 0 0,3 2 0,60-102 0,-74 146 0,0 1 0,2-1 0,0 2 0,1 0 0,33-27 0,-42 40 0,0 0 0,0 1 0,0-1 0,0 2 0,1-1 0,0 1 0,0 0 0,14-3 0,-16 5 0,-1 0 0,1 1 0,-1 0 0,1 0 0,-1 1 0,1-1 0,-1 1 0,0 0 0,1 0 0,-1 1 0,0 0 0,0 0 0,0 0 0,8 5 0,-3-1 0,-1 2 0,0-1 0,0 1 0,-1 0 0,0 1 0,0 0 0,-1 0 0,0 1 0,-1-1 0,0 2 0,-1-1 0,5 12 0,3 11 0,-1 1 0,12 58 0,-10-20-341,-4 0 0,-3 1-1,-3 101 1,-5-139-6485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1:26.1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1 257 24575,'6'2'0,"0"-1"0,0 0 0,0 0 0,1 0 0,-1-1 0,0 1 0,1-2 0,-1 1 0,0-1 0,8-2 0,6 1 0,74-10 0,-1-3 0,111-34 0,180-76 0,-269 85 0,-104 35-116,21-5 362,-31 10-301,0 0-1,0 0 1,0 0 0,0-1-1,0 1 1,0 0-1,0 0 1,0 1 0,0-1-1,0 0 1,0 0 0,0 0-1,0 1 1,0-1-1,0 0 1,0 1 0,0-1-1,0 1 1,0-1 0,-1 1-1,1 0 1,0-1-1,0 1 1,-1 0 0,1 0-1,0 0 1,5 10-6771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1:26.5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 0 24575,'0'0'0,"0"11"0,1 347-67,-5 619-1231,3-953-5528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1:26.9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435 14 24575,'13'-7'0,"-1"5"0,-1 0 0,1 1 0,0 0 0,0 1 0,0 0 0,-1 1 0,1 0 0,0 1 0,-1 0 0,1 1 0,-1 0 0,0 1 0,0 0 0,0 0 0,0 2 0,-1-1 0,10 8 0,-2-2 0,-2 2 0,1 0 0,-2 1 0,1 0 0,-2 2 0,0-1 0,-1 2 0,20 32 0,-16-15 0,-2 0 0,0 0 0,-3 2 0,-1 0 0,-1 0 0,-3 1 0,0 0 0,-3 0 0,-1 0 0,-2 45 0,-4-16 0,-2-1 0,-4 1 0,-2-1 0,-40 125 0,24-116 0,-2-1 0,-4-1 0,-73 116 0,72-137 0,-1-2 0,-3-2 0,-2-1 0,-2-2 0,-65 54 0,91-85 0,-1-1 0,0 0 0,-1-2 0,0 0 0,0-1 0,-26 9 0,38-16 0,1 0 0,-1 0 0,1-1 0,-1 0 0,0 0 0,0-1 0,1 1 0,-1-1 0,0 0 0,0-1 0,0 0 0,1 0 0,-1 0 0,0 0 0,1-1 0,-1 0 0,1 0 0,0 0 0,-1-1 0,1 0 0,0 0 0,1 0 0,-1-1 0,1 1 0,-1-1 0,-4-6 0,3 2 0,0 0 0,1-1 0,0 1 0,0-2 0,1 1 0,0 0 0,0-1 0,1 0 0,1 1 0,-1-1 0,2 0 0,-2-14 0,2-2 0,1 1 0,1-1 0,9-47 0,-2 33 27,2 1-1,1 1 0,27-58 1,-7 30-763,42-64 1,7 6-6091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1:27.3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343 1 24575,'4'11'0,"2"17"0,0 0 0,-2 0 0,1 40 0,-9 85 0,3-120 0,-13 153 0,-59 290 0,-101 172 0,161-607 0,1 1 0,-2-2 0,-35 69 0,41-99 0,4-12 0,3-24 0,6-4 0,1 0 0,2 0 0,1 1 0,18-39 0,0 8 0,38-58 0,-33 66 0,3 1 0,46-52 0,-57 77 0,0 1 0,1 1 0,2 1 0,0 2 0,40-25 0,-56 40 0,0 0 0,0 1 0,0 0 0,1 0 0,0 1 0,0 1 0,0 0 0,0 1 0,1 0 0,17 0 0,-22 2 0,-1 1 0,1 0 0,0 0 0,0 1 0,-1 0 0,1 0 0,-1 1 0,0 0 0,1 0 0,-1 1 0,-1-1 0,1 2 0,-1-1 0,1 1 0,-1 0 0,0 0 0,7 9 0,1 4 11,-2 0 0,0 0 0,0 1 0,-2 1 0,-1 0 0,0 0-1,-1 1 1,-2 0 0,0 0 0,4 30 0,-1 8-506,-3 1 0,-2 93 0,-8-54-6331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1:27.9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117 0 24575,'13'109'0,"13"189"0,-27-189 0,-4 0 0,-5-1 0,-5 0 0,-4-1 0,-5 0 0,-48 130 0,63-208 0,19-48 0,7-16 0,260-470 0,-269 496 0,-4 17 0,-5 27 0,0-32 0,-10 102 0,-31 130 0,-43 103 0,84-335 0,-4 26 0,11-23 0,11-10 0,0-6 0,0-1 0,-2 0 0,1-1 0,-1-1 0,-1 0 0,15-18 0,71-99 0,-72 89 0,-2 0 0,-2-2 0,-2-1 0,-2 0 0,-2-2 0,-2 0 0,13-61 0,-27 103-85,-1 0 0,-1 0-1,1 0 1,0 0 0,-1 0-1,0 0 1,0 0 0,0 0-1,-1-1 1,1 1 0,-1 0-1,0 0 1,0 0 0,-1 0-1,-1-4 1,-12-10-6741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1:28.2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1 799 24575,'19'13'0,"-1"-7"0,0-1 0,1-1 0,0 0 0,-1-2 0,33 1 0,48 0-19,-1-5-1,166-24 1,199-66-1186,299-121 940,-9-41 251,-352 116-281,-315 108-76,1 4 0,140-24 1,-152 42-4872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1:28.8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340 19 24575,'0'-1'0,"0"1"0,0-1 0,-1 1 0,1 0 0,0-1 0,0 0 0,0 1 0,0-1 0,0 1 0,0-1 0,0 1 0,0-1 0,0 1 0,0-1 0,0 1 0,1-1 0,-1 1 0,0-1 0,0 1 0,0 0 0,1-1 0,-1 1 0,0-1 0,0 1 0,1-1 0,-1 1 0,0 0 0,1-1 0,-1 1 0,1 0 0,-1-1 0,0 1 0,1 0 0,-1 0 0,1-1 0,-1 1 0,1 0 0,-1 0 0,1 0 0,0-1 0,5 1 0,-1-1 0,1 1 0,0 0 0,0 0 0,-1 0 0,1 1 0,0 0 0,-1 0 0,1 0 0,-1 1 0,7 3 0,7 3 0,33 19 0,-26-10 0,0 1 0,-2 1 0,0 1 0,-1 1 0,-1 1 0,-1 2 0,-1-1 0,-1 2 0,-2 1 0,0 0 0,-1 1 0,-2 1 0,-1 0 0,14 45 0,-14-31 0,-2 2 0,-2-1 0,-2 1 0,-2 0 0,-2 1 0,-1-1 0,-3 1 0,-1-1 0,-14 73 0,0-50 0,-1-1 0,-4-1 0,-3-1 0,-2-2 0,-3 0 0,-43 67 0,37-74 0,-2-2 0,-3-2 0,-1-1 0,-3-2 0,-2-2 0,-81 62 0,110-94 0,-1-1 0,0-1 0,-1-1 0,-1-1 0,1-1 0,-32 11 0,48-19 0,-1 0 0,1 0 0,0 0 0,-1 0 0,1-1 0,0 0 0,-1 1 0,1-1 0,-1-1 0,1 1 0,0 0 0,-1-1 0,1 1 0,0-1 0,-1 0 0,1 0 0,0-1 0,0 1 0,0-1 0,-5-3 0,5 2 0,1 0 0,0 0 0,0 0 0,0 0 0,0 0 0,0-1 0,1 1 0,0-1 0,-1 1 0,1-1 0,1 0 0,-1 1 0,0-1 0,1 0 0,0 1 0,0-1 0,0 0 0,0 0 0,1-4 0,3-19 0,0 1 0,2 0 0,0 0 0,2 0 0,18-38 0,69-121 0,-94 184 0,73-121-455,6 2 0,96-109 0,-68 102-6371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1:29.4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142 0 24575,'2'15'0,"7"67"0,-4 1 0,-5 93 0,-28 162 0,-101 454 0,170-864 0,197-443 0,-190 409 0,-46 99 0,14-22 0,-15 29 0,-1-1 0,1 1 0,-1 0 0,1-1 0,-1 1 0,1 0 0,-1-1 0,1 1 0,-1 0 0,1 0 0,-1-1 0,1 1 0,-1 0 0,1 0 0,0 0 0,-1 0 0,1 0 0,-1 0 0,1 0 0,-1 0 0,1 0 0,0 0 0,-1 0 0,1 0 0,-1 0 0,1 0 0,-1 0 0,1 1 0,0-1 0,-1 0 0,1 0 0,-1 1 0,1-1 0,-1 0 0,0 1 0,1-1 0,-1 1 0,1-1 0,-1 1 0,1-1 0,-1 1 0,0-1 0,0 1 0,1-1 0,-1 1 0,0-1 0,1 2 0,8 15 0,0 1 0,-1 0 0,-1 0 0,-1 1 0,0 0 0,4 32 0,-2-15 0,53 281 0,-36-180 0,-23-128 0,9 38 0,-11-46 0,0 0 0,0-1 0,0 1 0,1 0 0,-1 0 0,0 0 0,1 0 0,-1 0 0,1-1 0,-1 1 0,1 0 0,-1 0 0,1-1 0,0 1 0,-1 0 0,1-1 0,0 1 0,0-1 0,-1 1 0,1-1 0,0 1 0,0-1 0,0 1 0,0-1 0,-1 0 0,1 0 0,0 1 0,0-1 0,0 0 0,0 0 0,0 0 0,0 0 0,0 0 0,0 0 0,0 0 0,0 0 0,-1 0 0,1-1 0,2 1 0,4-6 0,0 1 0,0-1 0,-1 0 0,1 0 0,-1-1 0,-1 0 0,0 0 0,0 0 0,0-1 0,6-12 0,-6 11 0,35-65 0,-2-2 0,-4-1 0,26-90 0,-27 55 0,31-199 0,-53 179-1365,-8 151-5461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1:30.5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24575,'2'11'0,"42"209"0,-10 2 0,6 262 0,-68 453 0,31-1062 0,11 38 0,3 1 0,5 1 0,3 0 0,3 2 0,5 1 0,3 2 0,3 1 0,50-73 0,-51 93 0,54-63 0,-76 103 0,1 1 0,0 1 0,1 0 0,1 2 0,1 0 0,39-23 0,-54 35 0,-1 1 0,1 0 0,-1 0 0,1 1 0,0 0 0,0-1 0,0 1 0,0 1 0,0-1 0,0 1 0,0 0 0,0 0 0,8 1 0,-9 0 0,0 1 0,0-1 0,0 1 0,-1 0 0,1-1 0,0 2 0,-1-1 0,0 0 0,1 1 0,-1-1 0,0 1 0,-1 0 0,1 0 0,0 0 0,-1 1 0,0-1 0,3 5 0,2 6 0,0 0 0,-1 0 0,-1 0 0,0 1 0,-1 0 0,-1 0 0,0 0 0,1 19 0,-2 20 0,-4 55 0,2-106 0,-15 174 0,-41 180 0,-9 84 0,60-332-1365,6-24-5461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1:31.1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1150 84 24575,'-1'-2'0,"0"1"0,0-1 0,-1 0 0,1 1 0,0-1 0,-1 1 0,1-1 0,-1 1 0,0 0 0,1-1 0,-1 1 0,0 0 0,0 0 0,1 0 0,-1 1 0,-2-2 0,-1 0 0,-18-9 0,-1 2 0,0 0 0,-1 2 0,0 0 0,0 2 0,0 1 0,-1 0 0,-38 2 0,10 2 0,0 3 0,1 2 0,-58 14 0,72-10 0,1 1 0,-1 2 0,2 2 0,0 1 0,0 2 0,2 2 0,-63 43 0,79-48 0,0 1 0,2 1 0,0 0 0,0 2 0,2 0 0,0 0 0,1 1 0,1 1 0,1 1 0,0 0 0,2 0 0,1 1 0,0 0 0,-8 37 0,14-46 0,1 0 0,0-1 0,1 2 0,1-1 0,0 0 0,1 0 0,0 0 0,1 0 0,6 21 0,-6-27 0,0-1 0,1 1 0,0-1 0,0 0 0,0 0 0,1 0 0,0-1 0,0 1 0,1-1 0,-1 0 0,1 0 0,0 0 0,0-1 0,1 0 0,-1 0 0,1 0 0,0-1 0,0 0 0,0 0 0,8 3 0,0-3 0,-1 0 0,1-1 0,0 0 0,0-1 0,0-1 0,0 0 0,-1-1 0,1 0 0,0-1 0,0-1 0,-1 0 0,1-1 0,21-9 0,1-2 0,-1-2 0,-1-2 0,55-38 0,-38 18 0,-1-2 0,-3-2 0,-1-2 0,-3-2 0,-1-1 0,-3-3 0,-1-1 0,30-60 0,-67 111 0,-1 0 0,0 0 0,1 0 0,-1 0 0,1 0 0,-1 0 0,1 0 0,-1 0 0,1 0 0,0 0 0,0 0 0,-1 0 0,1 0 0,0 1 0,0-1 0,0 0 0,0 1 0,0-1 0,0 0 0,0 1 0,0 0 0,2-1 0,-2 2 0,0 0 0,0 1 0,0-1 0,-1 1 0,1 0 0,0-1 0,-1 1 0,1 0 0,-1-1 0,1 1 0,-1 0 0,0 0 0,0-1 0,0 1 0,0 0 0,0 2 0,1 44 0,-2 0 0,-14 86 0,-32 102 0,36-185 0,-331 1263-674,317-1226 743,3-12-69,-61 194 0,79-263 84,3-8 288,2-12-1588,3-6-5610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1:31.5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1:32.1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24575,'-1'7'0,"11"382"0,-4-290 0,31 469 0,18 346 0,-56-882 0,-2-40 0,-1-53 0,7 26 0,3 0 0,0 0 0,3 1 0,0 0 0,3 0 0,28-59 0,-7 30 0,3 1 0,61-79 0,-57 87 0,2 2 0,3 2 0,2 2 0,2 2 0,102-73 0,-138 111 0,-1 0 0,1 1 0,0 1 0,0 0 0,29-8 0,-38 13 0,0 0 0,0 0 0,1 1 0,-1-1 0,0 1 0,1 0 0,-1 1 0,0-1 0,1 1 0,-1-1 0,0 1 0,0 1 0,0-1 0,1 0 0,-1 1 0,-1 0 0,1 0 0,0 0 0,0 1 0,-1-1 0,1 1 0,-1 0 0,5 5 0,1 4 0,-1-1 0,-1 1 0,0 1 0,0-1 0,-1 1 0,-1 0 0,0 1 0,-1-1 0,-1 1 0,3 21 0,2 22 0,-1 69 0,-7-113 0,-5 313 109,-1-136-1583,5-85-5352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1:33.0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102 1 24575,'16'3'0,"0"0"0,0 1 0,0 1 0,-1 1 0,0 0 0,0 1 0,18 10 0,-1 4 0,-1 1 0,30 26 0,-26-16 0,-2 1 0,-1 1 0,-1 2 0,-2 1 0,-2 2 0,-2 0 0,-1 2 0,-2 1 0,-2 0 0,-2 1 0,-1 1 0,-3 1 0,-1 1 0,-3-1 0,-2 2 0,-1-1 0,-3 1 0,-1 0 0,-3 0 0,-2 0 0,-2 0 0,-2 0 0,-13 50 0,5-44 0,-3-1 0,-2-1 0,-2-1 0,-48 83 0,47-97 0,-3 0 0,0-1 0,-3-1 0,0-2 0,-2-1 0,-49 39 0,63-58 0,-1 0 0,0-2 0,0 0 0,-1-1 0,0 0 0,-38 11 0,50-18 0,-1-1 0,0 0 0,0 0 0,0-1 0,1 1 0,-1-1 0,0-1 0,0 1 0,0-1 0,-9-3 0,11 3 0,1-1 0,-1 0 0,1 0 0,0-1 0,0 1 0,0-1 0,1 0 0,-1 0 0,0 0 0,1 0 0,0-1 0,0 1 0,0-1 0,0 0 0,1 0 0,-5-7 0,3 0 0,0 1 0,0-1 0,1 0 0,1 0 0,-1 0 0,2 0 0,0 0 0,0 0 0,1-1 0,2-18 0,2-1 0,1 1 0,16-52 0,-8 42-85,1 0 0,3 1-1,1 0 1,1 2 0,2 0-1,2 1 1,2 2 0,0 0-1,3 2 1,0 1 0,2 1-1,2 1 1,0 2 0,2 1-1,58-33 1,-7 16-6741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1:33.4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582 56 24575,'0'-3'0,"0"1"0,1 0 0,-1 0 0,0 0 0,-1 0 0,1 0 0,0 0 0,-1 0 0,1 0 0,-1 0 0,1 0 0,-1 0 0,0 0 0,0 0 0,0 1 0,0-1 0,0 0 0,0 1 0,-1-1 0,1 0 0,-1 1 0,1 0 0,-1-1 0,1 1 0,-1 0 0,0 0 0,1 0 0,-1 0 0,0 0 0,0 0 0,0 0 0,0 0 0,0 1 0,0-1 0,0 1 0,0 0 0,0 0 0,0-1 0,-3 2 0,-8-1 0,0 2 0,0 0 0,1 1 0,0 0 0,-16 6 0,27-9 0,-43 16 0,1 1 0,2 2 0,-48 28 0,63-31 0,1 2 0,0 0 0,1 1 0,1 2 0,-37 42 0,52-53 0,1 0 0,-11 20 0,17-28 0,0 0 0,0 0 0,0 0 0,0 0 0,1 0 0,-1 0 0,1 0 0,0 1 0,-1-1 0,1 4 0,0-5 0,0-1 0,1 1 0,-1 0 0,0-1 0,1 1 0,-1 0 0,0-1 0,1 1 0,-1-1 0,0 1 0,1-1 0,-1 1 0,1-1 0,-1 1 0,1-1 0,-1 1 0,1-1 0,0 1 0,-1-1 0,1 0 0,-1 1 0,1-1 0,0 0 0,-1 0 0,1 1 0,0-1 0,0 0 0,-1 0 0,1 0 0,0 0 0,-1 0 0,2 0 0,11-1 0,0-1 0,0 0 0,0-1 0,-1 0 0,1-1 0,-1-1 0,0 0 0,22-12 0,-16 8 0,125-66 0,-116 60 0,-26 14 0,0 0 0,0 0 0,0 1 0,1-1 0,-1 1 0,0-1 0,0 1 0,0-1 0,1 1 0,-1 0 0,0-1 0,0 1 0,1 0 0,-1 0 0,0 0 0,0 0 0,1 0 0,-1 0 0,0 1 0,0-1 0,1 0 0,-1 1 0,0-1 0,0 0 0,0 1 0,0 0 0,1-1 0,-1 1 0,0 0 0,0-1 0,0 1 0,0 0 0,0 0 0,-1 0 0,1 0 0,0 0 0,0 0 0,-1 0 0,1 0 0,1 2 0,1 5 0,0 0 0,0 0 0,-1 1 0,0-1 0,1 10 0,-2-13 0,7 56 0,-3 1 0,-2 0 0,-7 75 0,-32 188 0,32-292 0,-58 308-1365,38-254-5461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1:33.7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1 267 24575,'19'0'0,"-2"-2"0,815-47-436,808-59-780,-784 6-45,-828 97-4017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1:34.1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476 0 24575,'5'17'0,"85"262"0,19 74 0,-95-295 0,-2 0 0,-3 1 0,-3 0 0,-2 70 0,-5-96 0,-2 0 0,-2 0 0,-1 0 0,-1 0 0,-2-1 0,-1 0 0,-2-1 0,-1 0 0,-17 30 0,20-43 0,-1 0 0,-1-1 0,-1 0 0,0 0 0,-1-2 0,0 1 0,-2-2 0,0 0 0,0-1 0,-1-1 0,-1 0 0,0-1 0,0-1 0,-1-1 0,-27 9 0,35-14 0,0-1 0,-1 0 0,1-1 0,-1-1 0,0 1 0,1-2 0,-1 0 0,0 0 0,0-1 0,1 0 0,-1-1 0,1-1 0,-1 0 0,1 0 0,0-1 0,0-1 0,0 1 0,1-2 0,0 0 0,0 0 0,0 0 0,1-2 0,0 1 0,0-1 0,0 0 0,1-1 0,1 0 0,0 0 0,0 0 0,0-1 0,1 0 0,1-1 0,0 1 0,0-1 0,1 0 0,0 0 0,1-1 0,1 1 0,0-1 0,-1-15 0,3 7-114,1-1 1,1 1-1,2-1 0,0 1 0,0 0 1,2 0-1,1 0 0,0 1 0,1 0 1,1 0-1,19-27 0,21-29-6712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1:34.5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63 1 24575,'5'18'0,"5"31"0,-1 0 0,-3 1 0,1 61 0,-14 154 0,-84 540 0,89-778 0,2-27 0,0 0 0,0 0 0,0 0 0,1 1 0,-1-1 0,0 0 0,0 0 0,0 0 0,0 0 0,0 1 0,0-1 0,0 0 0,0 0 0,0 0 0,1 0 0,-1 0 0,0 0 0,0 0 0,0 1 0,0-1 0,0 0 0,0 0 0,1 0 0,-1 0 0,0 0 0,0 0 0,0 0 0,0 0 0,1 0 0,-1 0 0,0 0 0,0 0 0,0 0 0,0 0 0,1 0 0,-1 0 0,0 0 0,0 0 0,0 0 0,0 0 0,0 0 0,1 0 0,-1 0 0,0 0 0,0 0 0,0 0 0,0-1 0,0 1 0,1 0 0,-1 0 0,0 0 0,0 0 0,0 0 0,0 0 0,0-1 0,0 1 0,1 0 0,27-41 0,216-427 0,-131 236 0,-111 229 0,-1 0 0,0 0 0,1 0 0,0 0 0,-1 1 0,1-1 0,0 0 0,1 1 0,-1 0 0,0-1 0,1 1 0,4-3 0,-6 5 0,0-1 0,-1 1 0,1 0 0,0 0 0,-1 0 0,1 0 0,0 0 0,0 0 0,-1 0 0,1 0 0,0 0 0,-1 0 0,1 0 0,0 1 0,-1-1 0,1 0 0,0 0 0,-1 1 0,1-1 0,0 0 0,-1 1 0,2 0 0,0 1 0,0 0 0,0 0 0,-1 0 0,1 0 0,0 1 0,-1-1 0,1 1 0,0 3 0,10 21 0,-2 0 0,14 57 0,3 66 0,-17-90 0,1 11 0,13 63 0,-24-132 0,1 1 0,-1-1 0,1 0 0,0 1 0,0-1 0,0 0 0,0 0 0,0 1 0,0-1 0,0 0 0,1 0 0,-1 0 0,1 0 0,0-1 0,-1 1 0,1 0 0,0-1 0,2 2 0,-2-2 0,0-1 0,0 0 0,0 1 0,0-1 0,0 0 0,0 0 0,0 0 0,0-1 0,0 1 0,0 0 0,0-1 0,0 1 0,0-1 0,0 0 0,0 0 0,0 1 0,-1-1 0,1 0 0,0-1 0,-1 1 0,1 0 0,-1 0 0,3-3 0,13-11 0,0-2 0,-1 0 0,-1 0 0,-1-2 0,0 0 0,13-25 0,61-131 0,19-105-1365,-87 213-5461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1:35.0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147 1 24575,'1'11'0,"1"150"0,-6-1 0,-26 162 0,-76 315 0,96-585 0,25-99 0,26-54 0,-24 61 0,-10 23 0,86-187 0,-81 182 0,1 0 0,1 1 0,1 0 0,0 1 0,2 1 0,33-30 0,-45 45 0,0 0 0,1 0 0,0 0 0,0 1 0,0 0 0,0 0 0,0 0 0,12-3 0,-15 6 0,0-1 0,1 1 0,-1 0 0,0 0 0,1 0 0,-1 0 0,0 0 0,1 1 0,-1-1 0,0 1 0,0 0 0,0 0 0,0 0 0,1 1 0,-2-1 0,1 1 0,0-1 0,0 1 0,4 4 0,2 3 0,0 0 0,-1 1 0,0 0 0,-1 1 0,0-1 0,-1 1 0,0 1 0,-1-1 0,0 1 0,5 18 0,-1 4 0,-1 0 0,6 58 0,-11-55 30,-3 1 0,0-1 0,-10 61 0,-35 106-1515,28-143-5341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1:35.5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163 1 24575,'-1'10'0,"-8"159"0,-59 628 0,66-785 0,1-3 0,0 1 0,-1 0 0,0-1 0,0 0 0,-1 1 0,0-1 0,-7 12 0,10-20 0,0 0 0,-1-1 0,1 1 0,0-1 0,0 1 0,-1-1 0,1 1 0,0-1 0,-1 0 0,1 1 0,-1-1 0,1 1 0,-1-1 0,1 0 0,0 1 0,-1-1 0,1 0 0,-1 0 0,0 1 0,1-1 0,-1 0 0,1 0 0,-1 0 0,1 0 0,-1 0 0,1 1 0,-1-1 0,0 0 0,1 0 0,-1 0 0,1-1 0,-1 1 0,1 0 0,-1 0 0,0 0 0,1 0 0,-1 0 0,1-1 0,-1 1 0,-1-2 0,0 1 0,1-1 0,-1 0 0,1 1 0,0-1 0,0 0 0,-1 0 0,1 0 0,0 0 0,-1-3 0,-3-9 0,1 0 0,0-1 0,1 0 0,0 0 0,1 0 0,0-23 0,8-96 0,0 79 0,1 0 0,3 0 0,2 1 0,3 1 0,2 0 0,43-93 0,-53 132 0,2 0 0,-1 0 0,2 0 0,0 1 0,0 0 0,19-16 0,-26 26 0,0 0 0,1 0 0,-1 1 0,1-1 0,0 1 0,0-1 0,0 1 0,0 1 0,0-1 0,1 1 0,-1-1 0,0 1 0,1 0 0,-1 1 0,1-1 0,-1 1 0,1 0 0,-1 0 0,1 0 0,-1 0 0,1 1 0,-1 0 0,1 0 0,-1 0 0,0 1 0,1-1 0,5 4 0,1 3 0,0-1 0,-1 1 0,0 1 0,0 0 0,-1 0 0,0 1 0,-1 0 0,0 0 0,-1 1 0,0 0 0,9 18 0,-2 3 0,0 0 0,-2 1 0,9 41 0,-6-1 0,-4 1 0,-2 0 0,-4 1 0,-3-1 0,-4 1 0,-20 142 0,9-153-1365,9-51-5461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1:35.8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1 173 24575,'0'-2'0,"0"-2"0,1-2 0,5-5 0,16-4 0,29-8 0,35-3 0,32 1 0,25 6 0,13 9 0,3 7 0,-6 5 0,-12-2 0,-19-4 0,-20-8 0,-29-2-8191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1:36.0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95 1 24575,'0'0'0,"0"2"0,4 13 0,7 33 0,3 52 0,-4 52 0,-9 46 0,-10 32 0,-11 18-824,-6 0 824,-3-16 0,4-26 0,7-32 0,11-34 0,7-39-7367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1:38.1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 17 24575,'-1'-1'0,"1"0"0,-4-6 0,0-1-8191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1:38.7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3020 506 24575,'-1'-1'0,"-1"0"0,0-1 0,0 1 0,0-1 0,1 1 0,-1-1 0,1 0 0,-1 0 0,-1-3 0,-4-4 0,-46-47 0,-3 1 0,-2 3 0,-82-57 0,99 82 0,-1 2 0,-1 2 0,0 1 0,-2 3 0,-1 1 0,-70-17 0,47 22 4,0 2 0,-1 4-1,0 2 1,0 4-1,-1 3 1,1 3 0,0 3-1,1 2 1,0 4 0,-75 26-1,61-12-65,2 3 0,1 4 0,2 3 0,1 3-1,2 4 1,3 3 0,-120 104 0,122-85 50,3 2 1,3 3-1,3 3 1,4 2 0,3 3-1,4 2 1,3 2-1,4 3 1,-42 119-1,54-112 15,3 2 0,5 2-1,4 0 1,4 0-1,5 2 1,4 0-1,4-1 1,22 192-1,1-160-122,7-1-1,4-2 0,7-1 1,5-1-1,100 198 1,-70-187-25,5-3 0,7-4 0,5-4 1,164 176-1,-182-227 147,2-3-1,4-4 1,2-3-1,129 78 1,-150-109-14,2-2 0,0-3-1,2-3 1,1-2 0,1-4 0,1-2 0,114 15 0,-111-27-67,-1-3 0,1-3 0,0-3 0,-1-3 1,0-3-1,0-3 0,84-26 0,-72 12-37,-2-4-1,0-4 1,-2-3 0,-2-3-1,107-76 1,-96 51 90,-3-4-1,-2-4 1,-4-2 0,-4-5 0,-3-2-1,-3-3 1,-4-3 0,-5-3 0,93-192 0,-116 200 26,-3-2 0,-4 0 0,-4-2 0,-4-1 0,-3-1 0,-5 0 0,2-109 0,-14 116 0,-3 0 0,-4 0 0,-4 0 0,-3 1 0,-4 1 0,-3 0 0,-4 2 0,-37-80 0,24 75 1,-5 3 0,-3 1-1,-3 2 1,-116-137 0,121 165-10,-2 1 0,-3 3 0,-1 2 0,-2 3 0,-2 1 0,-1 3 1,-94-45-1,113 66-45,-1 1 0,0 2 0,0 1 1,-2 2-1,1 1 0,-1 3 0,0 1 1,0 1-1,0 3 0,0 1 0,0 2 1,0 1-1,-42 11 0,-83 32-3641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1:36.7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245 0 24575,'10'2'0,"10"4"0,0 1 0,-1 1 0,0 1 0,0 0 0,-1 2 0,32 23 0,-10-4 0,-1 1 0,-2 2 0,-1 1 0,-2 2 0,-1 2 0,48 72 0,-50-60 0,-2 2 0,-2 2 0,-3 0 0,-2 1 0,21 80 0,-28-75 0,-3 0 0,-3 2 0,-2-1 0,-3 1 0,-2 0 0,-3 0 0,-3 0 0,-3-1 0,-2 0 0,-3 0 0,-3-1 0,-25 68 0,15-69 0,-1-2 0,-3-1 0,-3-1 0,-74 98 0,78-119 0,-1-1 0,-2-1 0,-1-2 0,-2-1 0,0-1 0,-2-2 0,-72 40 0,92-59 0,1 0 0,-1-1 0,0 0 0,0-1 0,-1-1 0,1-1 0,-1 0 0,-21 0 0,32-3 0,1 0 0,-1 0 0,1-1 0,-1 1 0,1-1 0,0-1 0,0 1 0,-1-1 0,1 1 0,0-2 0,0 1 0,1 0 0,-1-1 0,0 0 0,1 0 0,0-1 0,0 1 0,0-1 0,0 0 0,0 0 0,1 0 0,-1 0 0,1-1 0,0 1 0,1-1 0,-1 0 0,1 0 0,0 0 0,-2-6 0,1-1 0,0-1 0,1 0 0,0 0 0,1 0 0,0 0 0,3-25 0,1 7 0,16-60 0,3 19 0,2 1 0,4 2 0,3 0 0,79-127 0,-29 76 0,157-180 0,-70 122-1365,-108 120-5461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1:39.4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181 1 24575,'0'0'0,"-3"10"0,-36 168 0,-16 186 0,9 182 0,45-541 0,1-4 0,-37 769 0,40-798 0,1 1 0,1-1 0,17-51 0,45-105 0,-31 99 0,3 2 0,4 1 0,4 2 0,3 3 0,116-138 0,-165 215 0,13-16 0,1 1 0,0 0 0,34-24 0,-44 37 0,-1-1 0,1 1 0,-1 0 0,1 0 0,0 0 0,-1 0 0,1 1 0,0 0 0,9-1 0,-11 2 0,0 0 0,0 0 0,0 1 0,0-1 0,0 1 0,0 0 0,-1 0 0,1 0 0,0 0 0,0 0 0,0 0 0,-1 1 0,1-1 0,-1 1 0,1 0 0,-1 0 0,3 3 0,2 3 0,0 0 0,-1 0 0,0 0 0,0 1 0,-1 0 0,-1 1 0,1-1 0,5 19 0,0 9 0,7 40 0,-14-60 0,42 365-292,-37-297-781,0 8-5753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1:39.9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1135 31 24575,'-9'-15'0,"6"13"0,-1 0 0,1 0 0,0 0 0,-1 1 0,1 0 0,-1-1 0,1 1 0,-1 0 0,1 1 0,-1-1 0,0 1 0,1-1 0,-1 1 0,-4 1 0,-56 8 0,26 1 0,1 2 0,0 1 0,1 2 0,1 2 0,-46 28 0,8 3 0,-90 76 0,97-70 0,3 4 0,2 2 0,4 3 0,2 2 0,-78 120 0,123-169 0,0 1 0,1 0 0,0 1 0,2 0 0,0 0 0,1 1 0,-4 22 0,10-37 0,-1-1 0,1 0 0,0 0 0,0 1 0,0-1 0,1 0 0,-1 1 0,1-1 0,-1 0 0,1 0 0,0 0 0,3 6 0,-3-8 0,0 1 0,1 0 0,-1 0 0,0-1 0,1 1 0,0-1 0,-1 1 0,1-1 0,0 0 0,-1 0 0,1 0 0,0 0 0,0 0 0,0 0 0,3 1 0,3-1 0,-1 0 0,0 0 0,1-1 0,-1 0 0,0 0 0,1 0 0,-1-1 0,0 0 0,0-1 0,12-3 0,20-9 0,0-2 0,-1-1 0,-1-2 0,0-1 0,43-34 0,159-142 0,-137 97 0,-4-5 0,84-118 0,-182 222 0,0 0 0,0 0 0,1 0 0,-1 0 0,0 1 0,0-1 0,0 0 0,0 0 0,0 0 0,0 0 0,0 0 0,0 0 0,1 0 0,-1 1 0,0-1 0,0 0 0,0 0 0,0 0 0,0 0 0,1 0 0,-1 0 0,0 0 0,0 0 0,0 0 0,0 0 0,1 0 0,-1 0 0,0 0 0,0 0 0,0 0 0,0 0 0,1 0 0,-1 0 0,0 0 0,0 0 0,0 0 0,0 0 0,1 0 0,-1 0 0,0 0 0,0 0 0,0 0 0,0 0 0,0-1 0,1 1 0,-1 0 0,0 0 0,0 0 0,-5 25 0,-158 412 0,126-349 0,-78 181-43,-142 373-1279,244-602-5504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1:40.2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0 639 24575,'15'0'0,"1470"-93"-1710,-797 9 571,-6-31 0,707-214-1,-1329 312-1923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1:40.6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150 0 24575,'17'20'0,"38"39"0,178 216 0,-209-242 0,-2 1 0,-1 2 0,-1 0 0,-2 1 0,-2 1 0,20 65 0,-32-85 0,-1-1 0,-1 1 0,0 0 0,-1 0 0,-1 0 0,0 0 0,-2-1 0,0 1 0,-1 0 0,0-1 0,-2 1 0,0-1 0,-1-1 0,-1 1 0,0-1 0,-1 0 0,-1 0 0,0-1 0,-1 0 0,-1-1 0,0 0 0,-1-1 0,-1 0 0,0-1 0,-1 0 0,0-1 0,0-1 0,-1 0 0,0-1 0,-24 10 0,20-11 0,0 0 0,-1-2 0,1 0 0,-1-1 0,0-1 0,-1-1 0,-34 0 0,45-3 0,-1 0 0,0-1 0,1-1 0,0 0 0,-1 0 0,1-1 0,-13-6 0,17 7 0,0-1 0,0 0 0,1-1 0,0 0 0,-1 1 0,1-2 0,1 1 0,-1 0 0,1-1 0,0 0 0,0 0 0,-7-11 0,9 10 6,-1 0-1,1 0 1,-1 0-1,2 0 0,-1 0 1,1-1-1,0 1 1,0 0-1,1-1 1,0 1-1,0-1 1,0 1-1,1-1 0,0 1 1,0-1-1,1 1 1,-1 0-1,1 0 1,1 0-1,-1 0 1,4-6-1,3-4-217,1 1 0,0 0 0,1 0-1,0 1 1,1 1 0,17-15 0,25-19-6614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1:41.1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332 1 24575,'0'12'0,"-5"103"0,-35 201 0,-59 105 0,62-291 0,-87 206 0,111-312 0,13-24 0,-1 0 0,1 0 0,0 1 0,0-1 0,0 0 0,0 0 0,0 0 0,0 0 0,-1 1 0,1-1 0,0 0 0,0 0 0,0 0 0,0 0 0,0 0 0,-1 0 0,1 0 0,0 1 0,0-1 0,0 0 0,-1 0 0,1 0 0,0 0 0,0 0 0,0 0 0,-1 0 0,1 0 0,0 0 0,0 0 0,0 0 0,-1 0 0,1 0 0,0 0 0,0 0 0,0 0 0,-1-1 0,1 1 0,0 0 0,0 0 0,0 0 0,0 0 0,-1 0 0,1 0 0,0 0 0,0-1 0,0 1 0,0 0 0,0 0 0,-1 0 0,1 0 0,0-1 0,0 1 0,0 0 0,0 0 0,0 0 0,0 0 0,0-1 0,0 1 0,0 0 0,0 0 0,0 0 0,0-1 0,0 1 0,-2-10 0,1 1 0,0-1 0,0 1 0,1-1 0,0 1 0,1-1 0,0 1 0,5-17 0,-3 4 0,11-52 0,3 0 0,34-96 0,-33 124 0,2 0 0,1 1 0,3 1 0,47-67 0,-60 96 0,1 0 0,1 1 0,0 1 0,1 0 0,0 1 0,1 0 0,32-18 0,-40 26 0,1 0 0,-1 0 0,1 1 0,0 1 0,0 0 0,0 0 0,0 0 0,1 1 0,-1 0 0,0 0 0,1 1 0,-1 0 0,1 1 0,-1 0 0,0 0 0,0 1 0,1 0 0,-1 0 0,-1 1 0,9 4 0,-5-2-8,0 1 0,-1 1 0,0 0 0,0 0 0,-1 1 0,0 0 0,0 1 0,0-1 0,10 16 0,-8-7 41,-1 0 1,0 0-1,-2 1 0,0 0 1,8 24-1,-3 7-404,-3 0-1,-1 1 1,3 83 0,-8-55-6455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1:41.6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493 219 24575,'-1'-1'0,"0"1"0,1 0 0,-1 0 0,0-1 0,0 1 0,1 0 0,-1-1 0,0 1 0,1-1 0,-1 1 0,0-1 0,1 1 0,-1-1 0,1 1 0,-1-1 0,1 1 0,-1-1 0,1 0 0,-1 1 0,1-1 0,-1-1 0,1 1 0,0 1 0,0-1 0,-1 0 0,1 1 0,0-1 0,-1 0 0,1 1 0,0-1 0,-1 1 0,1-1 0,-1 1 0,1-1 0,-1 1 0,1-1 0,-1 1 0,1-1 0,-1 1 0,0 0 0,1-1 0,-1 1 0,1 0 0,-1 0 0,0-1 0,1 1 0,-1 0 0,0 0 0,1 0 0,-1 0 0,0 0 0,1 0 0,-1 0 0,0 0 0,0 0 0,1 0 0,-1 0 0,0 0 0,1 1 0,-1-1 0,0 0 0,1 0 0,-1 1 0,0 0 0,-5 3 0,1 0 0,0 0 0,0 1 0,0 0 0,0 0 0,1 0 0,0 1 0,0-1 0,0 1 0,1 0 0,-5 11 0,-2 8 0,-13 42 0,14-30 0,2 0 0,1 1 0,1 0 0,3 0 0,1 1 0,6 63 0,10 3 0,31 118 0,-38-189 0,-1 1 0,-2 0 0,-2 0 0,-1 1 0,-2-1 0,-1 0 0,-7 44 0,3-57 0,0 0 0,-1 0 0,-1 0 0,-1-1 0,0 0 0,-2 0 0,-1-1 0,0 0 0,-2-1 0,0-1 0,-1 0 0,-20 20 0,20-25 0,0 0 0,-1-1 0,0 0 0,-30 16 0,39-24 0,0-1 0,0 0 0,-1-1 0,1 1 0,0-1 0,-1 0 0,0-1 0,1 0 0,-1 0 0,0 0 0,0-1 0,1 0 0,-1 0 0,0-1 0,0 1 0,-10-4 0,14 3 0,1 0 0,-1 0 0,0-1 0,1 1 0,-1-1 0,1 1 0,-1-1 0,1 0 0,0 0 0,0 0 0,0 0 0,0 0 0,0-1 0,1 1 0,-1-1 0,0 1 0,1-1 0,0 0 0,0 1 0,0-1 0,0 0 0,0 0 0,0 0 0,1 1 0,-1-1 0,1-6 0,0-2 0,1 0 0,0 1 0,0-1 0,1 0 0,0 0 0,6-13 0,5-13 0,2 0 0,1 1 0,39-62 0,83-95 0,350-375 0,-101 129 0,-385 436 0,25-29 0,25-41 0,-50 70 0,0-1 0,0 1 0,-1 0 0,1 0 0,-1 0 0,0-1 0,0 1 0,1-6 0,-2 8 0,0 0 0,0 0 0,0 1 0,-1-1 0,1 0 0,0 0 0,0 1 0,-1-1 0,1 0 0,0 1 0,-1-1 0,1 0 0,-1 1 0,1-1 0,-1 0 0,1 1 0,-1-1 0,1 1 0,-1-1 0,0 1 0,1-1 0,-1 1 0,0-1 0,1 1 0,-1 0 0,0 0 0,1-1 0,-1 1 0,0 0 0,0 0 0,0 0 0,1-1 0,-1 1 0,0 0 0,0 0 0,1 0 0,-1 1 0,0-1 0,0 0 0,0 0 0,1 0 0,-1 0 0,-1 1 0,-13 2-227,0 0-1,0 1 1,1 1-1,-1 0 1,-14 9-1,-33 14-6598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1:41.9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7 24575,'0'0'0,"0"0"0,0 0 0,-1-1 0,1-5 0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1:42.3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283 1 24575,'15'1'0,"0"0"0,-1 1 0,1 1 0,-1 0 0,1 1 0,-1 1 0,21 9 0,90 55 0,-74-36 0,-2 2 0,-1 2 0,-2 3 0,-2 1 0,-2 2 0,-2 2 0,-1 1 0,-3 3 0,-2 0 0,40 78 0,-52-82 0,-2 2 0,-1 1 0,-3 0 0,-2 1 0,11 69 0,-19-77 0,-3 0 0,-1 0 0,-2 0 0,-1 0 0,-3 0 0,-1-1 0,-12 47 0,2-37 0,-2-1 0,-2-1 0,-2 0 0,-2-2 0,-2 0 0,-2-2 0,-50 62 0,31-50 0,-2-3 0,-2-2 0,-3-2 0,-110 78 0,119-97 0,-1-2 0,-52 22 0,77-41 0,-1 0 0,-1-2 0,0 0 0,0-1 0,0-2 0,-1 0 0,-27 1 0,43-5 0,1 0 0,-1 0 0,0 0 0,0-1 0,0 0 0,0 0 0,0 0 0,1-1 0,-1 0 0,1-1 0,-1 1 0,1-1 0,0-1 0,0 1 0,0-1 0,0 0 0,1 0 0,0-1 0,0 1 0,0-1 0,0 0 0,1-1 0,-1 1 0,1-1 0,1 0 0,-1 0 0,1 0 0,0 0 0,1-1 0,-1 1 0,1-1 0,1 0 0,-1 1 0,1-1 0,0 0 0,0-9 0,1-6 0,0 0 0,1 0 0,1 0 0,1 1 0,1-1 0,1 1 0,1-1 0,13-28 0,1 3 0,3 0 0,44-66 0,-13 35-136,4 3-1,3 2 1,3 2-1,3 4 1,3 2-1,3 4 1,2 3-1,3 3 0,92-48 1,-81 57-6690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1:42.7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289 0 24575,'0'19'0,"0"87"0,-4-1 0,-19 106 0,-52 206 0,70-393 0,-166 733 0,171-757 0,0 0 0,0 0 0,0 0 0,0 0 0,0-1 0,0 1 0,0 0 0,0 0 0,0 0 0,0 0 0,0 0 0,0 0 0,0 0 0,0 0 0,0 0 0,0 0 0,0 0 0,0 0 0,-1 0 0,1 0 0,0 0 0,0 0 0,0 0 0,0 0 0,0 0 0,0 0 0,0 0 0,0 0 0,0 0 0,0 0 0,0 0 0,0 0 0,0 0 0,0 0 0,-1 0 0,1 0 0,0 0 0,0 0 0,0 0 0,0 0 0,0 0 0,0 0 0,0 0 0,0 0 0,0 0 0,0 0 0,0 0 0,0 0 0,0 0 0,0 0 0,0 0 0,-1 0 0,-2-13 0,-2-21 0,7 1 0,1 0 0,2 1 0,0-1 0,3 1 0,0 0 0,3 0 0,0 1 0,2 1 0,1 0 0,1 1 0,2 0 0,1 2 0,32-39 0,-43 57 0,1 1 0,0 0 0,1 0 0,0 1 0,0 0 0,0 1 0,1 0 0,0 0 0,0 1 0,1 0 0,16-5 0,-19 9 0,-1-1 0,1 1 0,0 0 0,0 1 0,-1 0 0,1 0 0,0 1 0,-1 0 0,1 0 0,-1 0 0,1 1 0,-1 1 0,1-1 0,-1 1 0,0 0 0,0 1 0,-1-1 0,8 6 0,2 4 16,0 0 1,0 1-1,-1 0 0,-1 2 0,0-1 1,19 31-1,58 113-1300,-87-152 1089,24 49-6631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1:43.2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249 75 24575,'5'-63'0,"-5"62"0,0 1 0,0 0 0,0 0 0,0-1 0,0 1 0,0 0 0,0-1 0,0 1 0,0 0 0,0 0 0,-1-1 0,1 1 0,0 0 0,0 0 0,0-1 0,0 1 0,0 0 0,0 0 0,-1 0 0,1-1 0,0 1 0,0 0 0,0 0 0,-1 0 0,1-1 0,0 1 0,0 0 0,0 0 0,-1 0 0,1 0 0,0 0 0,0 0 0,-1-1 0,1 1 0,0 0 0,-1 0 0,1 0 0,0 0 0,0 0 0,-1 0 0,1 0 0,0 0 0,0 0 0,-1 0 0,1 0 0,0 1 0,0-1 0,-1 0 0,1 0 0,0 0 0,0 0 0,-1 0 0,1 0 0,0 1 0,0-1 0,-1 0 0,1 0 0,0 0 0,0 0 0,0 1 0,0-1 0,-1 0 0,1 0 0,0 1 0,-20 15 0,2 3 0,0 1 0,1 0 0,1 2 0,1 0 0,1 0 0,1 2 0,1-1 0,1 2 0,1-1 0,1 2 0,2-1 0,0 1 0,2 0 0,-4 38 0,6-12 0,2-1 0,2 1 0,3-1 0,2 1 0,2-1 0,23 78 0,11 1 0,14 55 0,-54-180 0,-1 0 0,-1 0 0,1 0 0,-1 1 0,0-1 0,0 0 0,0 0 0,-1 1 0,0-1 0,0 0 0,0 0 0,0 0 0,-1 0 0,0 0 0,-3 5 0,3-7 0,0 0 0,-1 0 0,1 1 0,-1-2 0,0 1 0,0 0 0,0-1 0,0 1 0,-1-1 0,1 0 0,-1 0 0,1 0 0,-1 0 0,1-1 0,-1 0 0,0 1 0,0-1 0,0-1 0,-7 2 0,8-2 0,-1 1 0,1-1 0,0 0 0,-1 0 0,1 0 0,-1 0 0,1 0 0,-1-1 0,1 0 0,0 0 0,-1 0 0,1 0 0,0 0 0,0 0 0,0-1 0,0 0 0,0 0 0,0 0 0,0 0 0,1 0 0,-1 0 0,1-1 0,-1 1 0,1-1 0,0 1 0,0-1 0,0 0 0,0 0 0,1 0 0,-3-5 0,1-2 0,0 1 0,1-1 0,1 1 0,-1-1 0,1 1 0,1-1 0,0 0 0,0 1 0,1-1 0,3-13 0,6-21 0,1 2 0,3 0 0,1 0 0,36-67 0,103-152 0,-144 246 0,379-547 0,-386 553 24,-14 12-983,8-3 529,-22 9-6396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1:43.5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0 961 24575,'25'3'0,"20"-3"0,70-11 0,-82 7 0,177-24 0,75-17-328,1418-294-3612,-10-64 2288,-1635 389 1543,39-10 132,331-65 195,-344 83 192,-32 8-3223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1:43.9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305 1 24575,'0'0'0,"7"2"0,14 5 0,0 1 0,0 1 0,-1 1 0,0 1 0,28 21 0,87 78 0,-97-75 0,-1 3 0,-1 1 0,-2 1 0,-2 2 0,-2 2 0,35 66 0,-49-77 0,-1 1 0,-2 1 0,-1 0 0,-2 0 0,-1 1 0,-2 0 0,-1 1 0,-2 0 0,-2-1 0,-2 41 0,-4-36 0,-2 1 0,-1-2 0,-2 1 0,-2-1 0,-2-1 0,-1 0 0,-2-1 0,-2-1 0,-1 0 0,-27 36 0,21-36 0,-2-2 0,-1 0 0,-2-2 0,-1-2 0,-2 0 0,-1-2 0,-1-2 0,-1-1 0,-47 25 0,58-38 0,-1-1 0,0-2 0,0 0 0,-1-2 0,-45 9 0,60-15 0,0-1 0,-1-1 0,1 1 0,0-2 0,0 0 0,-20-4 0,25 3 0,0 0 0,0 0 0,0-1 0,0 0 0,1 0 0,-1-1 0,1 0 0,0 0 0,0 0 0,0-1 0,-9-10 0,10 9 0,0-1 0,0 0 0,1 0 0,0 0 0,0 0 0,1-1 0,0 0 0,0 0 0,1 1 0,0-1 0,0-1 0,1 1 0,0 0 0,1 0 0,-1-1 0,1 1 0,2-10 0,1-6 0,2 1 0,0 0 0,1 0 0,18-42 0,1 13-341,1 2 0,3 2-1,64-84 1,8 8-6485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1:44.4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541 1 24575,'0'3'0,"-1"0"0,1 1 0,-1-1 0,0 1 0,0-1 0,0 0 0,0 1 0,0-1 0,-3 4 0,-5 13 0,-350 774 0,311-697 0,14-24 0,-46 82 0,170-303 0,92-139 0,-179 284 0,5-10 0,2 0 0,0 1 0,1 0 0,18-17 0,-27 27 0,0 1 0,1-1 0,-1 0 0,1 0 0,-1 1 0,1 0 0,0-1 0,-1 1 0,1 0 0,0 0 0,0 1 0,-1-1 0,1 1 0,0-1 0,0 1 0,0 0 0,0 0 0,0 0 0,0 0 0,0 1 0,0-1 0,0 1 0,-1 0 0,1-1 0,0 1 0,0 1 0,-1-1 0,1 0 0,-1 1 0,1-1 0,2 3 0,5 5 0,-1-1 0,-1 2 0,1-1 0,-1 1 0,-1 0 0,0 1 0,9 19 0,33 86 0,-43-102 0,43 132 0,-49-145 0,0 0 0,0 0 0,1 0 0,-1 1 0,0-1 0,1 0 0,-1 0 0,1 0 0,0 0 0,-1 0 0,1 0 0,0 0 0,-1 0 0,1 0 0,0 0 0,0 0 0,0-1 0,0 1 0,0 0 0,0 0 0,0-1 0,0 1 0,0-1 0,0 1 0,0-1 0,0 1 0,1-1 0,-1 0 0,0 0 0,0 0 0,0 1 0,2-1 0,0-1 0,1-1 0,-1 1 0,0 0 0,0-1 0,0 0 0,0 0 0,0 0 0,0 0 0,0 0 0,4-5 0,22-23 0,-1-1 0,-2-2 0,41-63 0,50-119 0,-100 183-341,-2-1 0,-2-1-1,19-68 1,-30 87-6485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1:45.1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62 0 24575,'2'18'0,"8"82"0,-6 175 0,-31 98 0,25-353 0,-47 425 0,60-489 0,1 0 0,2 0 0,25-53 0,-15 43 0,2 1 0,47-70 0,-59 101 0,2 1 0,1 0 0,0 1 0,2 1 0,0 1 0,1 0 0,40-26 0,-54 40 0,1 1 0,-1-1 0,1 1 0,0 1 0,0-1 0,0 1 0,0 0 0,0 1 0,1 0 0,-1 0 0,0 0 0,12 1 0,-14 1 0,1 0 0,-1 0 0,0 1 0,0-1 0,1 1 0,-1 0 0,0 0 0,-1 1 0,1 0 0,0 0 0,-1 0 0,0 0 0,1 1 0,-1-1 0,-1 1 0,1 0 0,4 7 0,2 4 0,0 2 0,-1-1 0,-1 1 0,-1 0 0,0 1 0,-1 0 0,-1 0 0,-1 0 0,-1 0 0,2 28 0,-2 11 0,-2 1 0,-7 60 0,-4-23 0,11-87 0,5-14 0,10-23 0,113-245 0,-24 46 0,-103 224 0,0-1 0,0 1 0,1 0 0,-1 1 0,1-1 0,-1 0 0,1 1 0,6-6 0,-8 9 0,0-1 0,0 1 0,0-1 0,0 1 0,1-1 0,-1 1 0,0 0 0,0 0 0,1 0 0,-1-1 0,0 1 0,1 0 0,-1 0 0,0 1 0,0-1 0,1 0 0,-1 0 0,0 1 0,0-1 0,1 1 0,-1-1 0,0 1 0,0-1 0,0 1 0,0 0 0,0-1 0,0 1 0,0 0 0,0 0 0,0 0 0,0 0 0,0 0 0,1 2 0,6 6 0,0 1 0,0 0 0,-1 1 0,-1-1 0,1 1 0,-2 1 0,5 12 0,26 88 0,-34-105 0,18 77 0,-3 0 0,-4 0 0,-3 1 0,-5 1 0,-3 0 0,-9 87 0,2-142 0,2-23 0,0-20 0,2-10 0,1 1 0,1 0 0,0-1 0,2 1 0,10-38 0,0 11 0,29-68 0,-26 79 0,2 1 0,1 1 0,2 0 0,39-50 0,-51 73 0,2 0 0,-1 0 0,2 1 0,0 0 0,0 1 0,0 1 0,1 0 0,1 0 0,0 2 0,0-1 0,0 2 0,1 0 0,0 1 0,24-6 0,-29 9 0,1 1 0,-1 1 0,0-1 0,1 2 0,-1-1 0,0 2 0,1-1 0,-1 1 0,0 1 0,0 0 0,0 0 0,17 9 0,-15-5 0,-1 1 0,0-1 0,0 2 0,0-1 0,-1 2 0,-1-1 0,1 1 0,14 22 0,-11-12 0,-1 1 0,-1 0 0,-1 0 0,-1 1 0,-1 1 0,-1-1 0,-1 1 0,0 0 0,-2 1 0,2 44 0,-9-6-1365,-4-12-5461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1:46.2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239 23 24575,'2'4'0,"-1"1"0,1-1 0,0-1 0,0 1 0,4 7 0,-4-8 0,0 0 0,0 0 0,0 0 0,0 0 0,0-1 0,1 1 0,-1 0 0,4 2 0,-5-5 0,-1 0 0,1 1 0,0-1 0,0 0 0,-1 0 0,1 0 0,0 1 0,0-1 0,-1 0 0,1 0 0,0 0 0,0 0 0,0-1 0,-1 1 0,1 0 0,0 0 0,0 0 0,-1 0 0,1-1 0,0 1 0,-1 0 0,1-1 0,0 1 0,-1-1 0,1 1 0,0-1 0,-1 1 0,1-1 0,-1 1 0,1-1 0,-1 0 0,1 1 0,-1-1 0,0 1 0,1-1 0,-1 0 0,0 0 0,1 1 0,-1-2 0,4-5 0,0-1 0,0 0 0,-1 0 0,0 0 0,3-15 0,-6 23 0,0 0 0,0-1 0,0 1 0,0 0 0,0 0 0,0 0 0,1-1 0,-1 1 0,0 0 0,0 0 0,0-1 0,0 1 0,0 0 0,0 0 0,0 0 0,0-1 0,0 1 0,0 0 0,0 0 0,-1-1 0,1 1 0,0 0 0,0 0 0,0 0 0,0-1 0,0 1 0,0 0 0,0 0 0,-1 0 0,1 0 0,0-1 0,0 1 0,0 0 0,0 0 0,0 0 0,-1 0 0,1 0 0,0 0 0,0-1 0,0 1 0,-1 0 0,1 0 0,0 0 0,0 0 0,-1 0 0,1 0 0,-14 5 0,-17 18 0,-12 11 0,2 2 0,2 2 0,1 1 0,3 2 0,-38 55 0,72-95 0,1 0 0,-1 0 0,0 0 0,0 1 0,1-1 0,-1 0 0,1 0 0,-1 1 0,1-1 0,0 0 0,-1 1 0,1-1 0,0 1 0,0-1 0,0 0 0,0 1 0,0 1 0,1-1 0,0 0 0,0-1 0,0 1 0,0 0 0,0-1 0,1 1 0,-1-1 0,0 1 0,1-1 0,-1 1 0,1-1 0,1 1 0,19 15-1365,4 1-5461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1:48.8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4062 507 24575,'-9'-14'0,"-1"0"0,0 1 0,-1 0 0,-1 0 0,0 2 0,0-1 0,-1 1 0,-1 1 0,0 0 0,0 1 0,-26-12 0,-5 2 0,0 1 0,-85-20 0,19 13 0,-1 5 0,-168-8 0,122 24 0,-194 18 0,257-4 0,1 4 0,1 4 0,0 4 0,-130 50 0,155-45 0,2 3 0,2 4 0,1 1 0,1 4 0,3 2 0,-80 72 0,55-31 0,4 3 0,4 3 0,-82 125 0,-166 312 0,300-484 0,-2 3 0,-304 551 0,264-460 0,7 2 0,-65 222 0,81-180 0,-33 315 0,29 191 0,38-504 0,-3 495 0,21-459 0,43 238 0,-4-201 0,161 486 0,-90-425 0,168 314 0,-222-504 0,5-3 0,89 118 0,-119-188 0,2-2 0,2-2 0,2-1 0,2-3 0,2-2 0,94 60 0,-73-61 0,2-2 0,1-4 0,2-4 0,2-2 0,0-4 0,2-4 0,0-3 0,1-3 0,1-4 0,0-4 0,0-3 0,1-4 0,-1-3 0,0-4 0,0-3 0,85-24 0,-71 9 0,-1-5 0,-1-4 0,-2-4 0,-2-4 0,-2-4 0,-2-3 0,85-66 0,-110 68 0,-2-2 0,-2-3 0,-3-3 0,-2-1 0,-3-3 0,-2-2 0,-3-2 0,-2-2 0,54-117 0,-55 81 0,-4-2 0,-6 0 0,32-177 0,10-329 0,-52 318 0,-28-507 0,-44 205 0,-2-21 0,31-2 0,71-216 0,65 6 0,-91 680 0,9-270 0,-32 364 0,-3 0 0,-1 0 0,-4 0 0,-1 1 0,-3 0 0,-2 1 0,-2 0 0,-40-84 0,22 71 0,-4 3 0,-2 1 0,-2 2 0,-3 2 0,-3 2 0,-70-62 0,37 46 0,-4 3 0,-3 3 0,-141-75 0,55 50 0,135 71 0,-1 1 0,-60-14 0,56 24-1365,11 7-5461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1:50.3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199 42 24575,'0'-1'0,"-1"0"0,1 0 0,0 0 0,0 0 0,0 0 0,-1 0 0,1 0 0,0 0 0,0 0 0,1 0 0,-1-1 0,0 1 0,0 0 0,0 0 0,1 0 0,-1 0 0,0 0 0,1 0 0,-1 0 0,1 0 0,0 0 0,-1 0 0,1 1 0,-1-1 0,1 0 0,0 0 0,0 0 0,0 1 0,-1-1 0,1 0 0,0 1 0,0-1 0,0 1 0,0-1 0,1 0 0,3 0 0,-1-1 0,1 1 0,0-1 0,-1 1 0,1 1 0,0-1 0,6 1 0,5 0 0,-1 1 0,1 1 0,-1 1 0,1 0 0,-1 1 0,0 1 0,0 0 0,-1 1 0,1 1 0,15 9 0,-6-1 0,-1 0 0,-1 2 0,0 0 0,-1 2 0,20 22 0,-20-17 0,-1 1 0,-1 1 0,-2 1 0,0 0 0,-2 1 0,-1 0 0,-1 2 0,-2-1 0,12 49 0,-14-37 0,-2 1 0,-2 0 0,-2 1 0,-2-1 0,-2 1 0,-8 65 0,-4-38 0,-3 0 0,-2-1 0,-4-1 0,-3-1 0,-2-1 0,-3-1 0,-4-2 0,-53 78 0,40-75 0,-73 81 0,94-119 0,-1-1 0,-2-1 0,0-2 0,-64 40 0,85-59 0,0-1 0,0 0 0,0-1 0,-1 1 0,1-2 0,-16 4 0,22-6 0,0 1 0,0-1 0,0 0 0,-1 0 0,1 0 0,0 0 0,0 0 0,0-1 0,0 1 0,0 0 0,0-1 0,0 0 0,0 1 0,1-1 0,-1 0 0,0 0 0,0 0 0,0 0 0,1-1 0,-1 1 0,1 0 0,-1-1 0,1 1 0,-1-1 0,1 1 0,0-1 0,0 0 0,0 1 0,0-1 0,0 0 0,0 0 0,0 0 0,0 0 0,0-2 0,0-3 0,0-1 0,0 1 0,0 0 0,1 0 0,0-1 0,0 1 0,1 0 0,2-13 0,22-62 0,-5 29 24,4 2 0,1 1 0,2 1 0,47-63 0,-15 36-767,117-119 1,-80 102-6084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1:50.7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24575,'21'185'0,"1"15"0,-8 201 0,-57 634 0,88-1100 0,172-243 0,-171 253 0,1 2 0,4 2 0,74-59 0,-110 99 0,1-1 0,0 2 0,1 0 0,0 1 0,0 0 0,1 2 0,36-11 0,-46 16 0,-1 1 0,1 0 0,-1 0 0,1 1 0,0 0 0,-1 0 0,1 1 0,-1 0 0,1 0 0,-1 1 0,0 0 0,1 0 0,-1 0 0,0 1 0,0 0 0,-1 1 0,1 0 0,-1 0 0,1 0 0,-1 1 0,0-1 0,-1 2 0,6 5 0,3 6 0,-1 0 0,-1 2 0,0 0 0,-1 0 0,-2 0 0,0 2 0,0-1 0,8 37 0,28 178 0,-45-231 0,13 94-1365,-4-14-5461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1:52.6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 0 24575,'-1'4'0,"0"-1"0,1 0 0,0 0 0,-1 0 0,1 1 0,0-1 0,1 0 0,0 4 0,0 4 0,-1 201 0,0-212 0,0 0 0,0 0 0,4 27 0,14 69 0,-4 1 0,3 147 0,-19 84-1365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1:53.0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293 0 24575,'-7'1'0,"0"-1"0,0 1 0,1 1 0,-1 0 0,0 0 0,0 0 0,1 0 0,0 1 0,-1 0 0,1 1 0,0 0 0,1-1 0,-1 2 0,1-1 0,-1 1 0,1-1 0,-7 11 0,-4 5 0,1 1 0,1 0 0,-17 35 0,13-19 0,2 1 0,2 0 0,2 0 0,1 2 0,2-1 0,2 1 0,1 0 0,2 1 0,2 44 0,4-37 0,1-1 0,2 1 0,3-1 0,2 0 0,1-1 0,3 0 0,28 63 0,-37-98 0,1 4 0,1 0 0,1 0 0,14 21 0,-20-34 0,-1 0 0,1 0 0,-1 0 0,1 0 0,0 0 0,-1 0 0,1-1 0,0 1 0,0-1 0,0 1 0,0-1 0,1 1 0,-1-1 0,0 0 0,1 0 0,-1 0 0,0-1 0,1 1 0,-1 0 0,1-1 0,-1 0 0,1 1 0,0-1 0,-1 0 0,1 0 0,-1-1 0,1 1 0,-1 0 0,1-1 0,2-1 0,1-1 0,0 0 0,0-1 0,-1 0 0,1 0 0,-1 0 0,0-1 0,0 0 0,0 0 0,-1 0 0,0-1 0,0 1 0,5-11 0,4-7 0,-2 0 0,8-26 0,-4 2 0,-2 0 0,-1-1 0,-3-1 0,-2 1 0,-3-1 0,-1-1 0,-8-96 0,4 127 40,-2 1 0,-6-26 0,7 38-164,1 1 0,-1-1 1,-1 1-1,1 0 0,-1 0 0,0 0 1,0 0-1,0 1 0,-1-1 0,0 1 1,-7-7-1,-19-9-6702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1:53.3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1 272 24575,'7'3'0,"22"5"0,0-1 0,0-1 0,1-1 0,40 0 0,-54-3 0,629 6-396,4-48-791,-618 38 1178,1887-196-266,-1715 175 15,337-27-840,-490 48-3864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1:53.8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192 0 24575,'15'13'0,"6"7"0,-1 2 0,-2 0 0,0 2 0,15 25 0,56 110 0,-88-157 0,37 71 0,-3 1 0,-4 2 0,42 157 0,-65-196 0,-1 1 0,-1-1 0,-2 1 0,-2 0 0,-2 0 0,-1 0 0,-2 0 0,-2 0 0,-1-1 0,-21 69 0,20-86 0,-2 0 0,0-2 0,-1 1 0,-1-1 0,0 0 0,-2-1 0,0-1 0,-1 0 0,0 0 0,-2-2 0,-26 22 0,33-30 0,1 0 0,-1 0 0,0-1 0,-1-1 0,1 1 0,-1-1 0,0-1 0,0 0 0,0 0 0,0-1 0,-1 0 0,1-1 0,0 0 0,-1-1 0,1 0 0,-1 0 0,1-1 0,-1-1 0,1 0 0,0 0 0,0-1 0,0 0 0,0-1 0,0 0 0,-9-5 0,11 3 0,-1 1 0,1-1 0,0 0 0,0-1 0,1 0 0,0 0 0,0-1 0,1 0 0,-1 0 0,-7-14 0,7 8 0,1 1 0,0-1 0,1-1 0,1 1 0,0-1 0,-3-23 0,4 10 0,2 0 0,1 0 0,1 1 0,1-1 0,1 0 0,2 0 0,10-35 0,-6 37-124,0 1 0,2 0 0,0 0 0,2 1 0,1 1 0,1 0-1,1 1 1,0 1 0,2 0 0,25-23 0,10-2-6702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1:54.2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24575,'4'17'0,"25"159"0,11 267 0,-34-340 0,6 109 0,19 231 0,-29-434 0,1-11 0,5-17 0,-6 14 0,65-182 0,24-62 0,-66 188 0,67-113 0,-82 159 0,0-1 0,1 1 0,1 0 0,1 1 0,0 1 0,0 0 0,21-14 0,-29 23 0,0 1 0,1-1 0,-1 1 0,1 0 0,0 1 0,0 0 0,0 0 0,0 0 0,1 0 0,-1 1 0,0 0 0,1 1 0,-1-1 0,1 1 0,-1 0 0,0 1 0,1 0 0,-1 0 0,1 0 0,-1 1 0,0-1 0,0 2 0,0-1 0,9 6 0,-2 0 0,-1 0 0,0 1 0,0 1 0,-1 0 0,-1 1 0,1 0 0,-2 0 0,0 1 0,0 1 0,10 19 0,1 6 0,-1 2 0,18 57 0,-9 0-682,26 149-1,-39-152-6143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1:54.8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836 166 24575,'-10'-26'0,"6"17"0,1 1 0,-2 0 0,1-1 0,-1 2 0,0-1 0,-1 0 0,0 1 0,0 0 0,0 0 0,-1 1 0,0 0 0,0 0 0,-1 1 0,0 0 0,0 0 0,0 0 0,0 1 0,-1 0 0,1 1 0,-1 0 0,0 1 0,0-1 0,0 2 0,-1-1 0,1 1 0,0 1 0,0 0 0,-13 1 0,-6 1 0,1 2 0,-1 1 0,1 1 0,0 2 0,0 0 0,1 2 0,0 1 0,1 0 0,-43 29 0,42-23 0,1 1 0,1 1 0,0 1 0,2 1 0,0 1 0,2 1 0,0 1 0,-28 47 0,38-53 0,1 0 0,1 1 0,0 0 0,2 1 0,0 0 0,1 0 0,2 0 0,0 1 0,0-1 0,2 23 0,1-34 0,1 1 0,0-1 0,1 1 0,0-1 0,0 0 0,1 0 0,0 0 0,0 0 0,1 0 0,7 11 0,-6-14 0,-1 0 0,1-1 0,0 1 0,0-1 0,0 0 0,1-1 0,0 1 0,0-1 0,0 0 0,0-1 0,1 1 0,-1-1 0,1-1 0,0 1 0,8 1 0,-2-1 0,1-1 0,0-1 0,0 0 0,0-1 0,0 0 0,0-1 0,0 0 0,0-2 0,0 1 0,0-2 0,25-9 0,-6-1 0,-1-1 0,-1-1 0,47-33 0,-45 26 0,-1-1 0,-2-1 0,-1-2 0,0-1 0,-2-2 0,-2 0 0,-1-1 0,26-44 0,-50 75 0,0 0 0,0 0 0,0 0 0,0 0 0,0 0 0,0 0 0,0 0 0,0 0 0,0 0 0,0 1 0,0-1 0,0 0 0,0 0 0,0 0 0,0 0 0,0 0 0,0 0 0,0 0 0,0 0 0,0 0 0,0 1 0,0-1 0,0 0 0,0 0 0,1 0 0,-1 0 0,0 0 0,0 0 0,0 0 0,0 0 0,0 0 0,0 0 0,0 0 0,0 0 0,0 0 0,0 0 0,0 0 0,1 0 0,-1 0 0,0 1 0,0-1 0,0 0 0,0 0 0,0 0 0,0 0 0,0 0 0,0 0 0,0 0 0,1-1 0,-1 1 0,0 0 0,0 0 0,0 0 0,0 0 0,0 20 0,-4 30 0,-85 421 0,-30 1 0,7-34 0,97-369-1365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1:55.8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45 24575,'0'0'0,"0"0"0,6 0 0,22 0 0,45 0 0,53 0 0,45 0 0,32-2 0,14-2 0,-1-1 0,-13-2 0,-21-6 0,-42-1-8191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1:56.0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315 0 24575,'0'0'0,"0"3"0,-1 7 0,-3 25 0,-9 40 0,-8 46 0,-9 42 0,-6 31 0,-5 21 0,-1 6 0,-1-2 0,-2-10 0,6-41-8191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2:15.0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4509 507 24575,'-15'-37'0,"-1"1"0,-2 0 0,-2 1 0,-1 1 0,-30-37 0,36 53 0,-1 1 0,-1 0 0,-1 2 0,0 0 0,0 1 0,-2 0 0,0 2 0,0 1 0,-1 0 0,-29-10 0,1 5 0,0 3 0,0 2 0,-2 2 0,1 3 0,-100-1 0,49 10 0,-1 5 0,-100 20 0,96-7-6,2 5-1,0 5 1,2 4-1,-99 49 1,87-27-181,2 5 1,4 4 0,-104 85-1,86-49-240,-221 235-1,212-182 249,-131 199-1,87-77 180,-144 300 0,-77 328 0,305-648 3,12 4 0,-50 278 0,101-363-25,8 1-1,7 2 1,9 0 0,16 204 0,3-273-25,5-1 1,4-1 0,5-1-1,5-1 1,5-1 0,4-2-1,4-2 1,5-2 0,4-2-1,101 141 1,-26-71 46,214 220 0,186 113 0,-377-367 0,314 212 0,-388-298 0,3-3 0,1-4 0,2-3 0,1-4 0,2-3 0,145 30 0,-121-44 0,2-4 0,-1-5 0,1-5 0,0-5 0,0-5 0,189-38 0,-111 2 0,-3-8 0,-2-9 0,180-85 0,-108 25-153,-5-12 0,251-176 0,-224 110-232,350-322 0,-147 22 385,-369 360 0,179-289 0,-226 311 0,-5-2 0,-5-3 0,46-149 0,-71 167 0,-4-2 0,-5 0 0,-4-2 0,3-153 0,-20 147 0,-5 0 0,-5 1 0,-5-1 0,-31-111 0,7 80 0,-7 1 0,-99-211 0,47 158 0,-141-210 0,-159-148 0,211 322 0,-10 8 0,-404-356 0,452 459 0,-5 7 0,-5 7 0,-4 7 0,-4 7 0,-261-105 0,235 129-20,-2 9 0,-3 9 0,-319-43 0,269 69 431,-1 10 0,-390 27 0,604-9-222,-5 0 699,-77 15 0,116-16-862,-1 0 0,1 0 0,-1 0 0,1 0 0,-1 0 0,1 0 0,0 0 0,0 1 0,0-1 0,-1 0-1,1 1 1,1-1 0,-1 1 0,0-1 0,0 1 0,0 0 0,1-1 0,-1 1 0,1 0 0,-1-1 0,1 1 0,0 0 0,0 0-1,0-1 1,0 1 0,0 0 0,0 0 0,0-1 0,1 3 0,-1 4-36,1 0-1,0-1 1,1 1-1,-1 0 1,5 11-1,-4-15-80,-1 0 0,1-1 0,0 1 0,0 0 0,0-1 0,0 0 0,0 1 0,1-1 0,-1 0 0,1 0 0,0 0 0,0-1 0,0 1 0,5 3 0,3-2-6735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2:16.8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1974 24575,'15'3'0,"30"2"0,0-2 0,1-2 0,88-8 0,139-43 0,-85 0-323,-3-8 0,261-121 0,332-219-1159,256-206 523,-280 159 2104,-715 421-339,-25 15-514,1 0 0,-1 1 0,1 0-1,25-8 1,-43 17-292,1-1 0,-1 1 0,0-1 0,1 0 0,-1 0 0,0 0 0,0-1 0,1 1 0,-1 0 0,-4-2 0,-8-2 0,-109-14 0,-242-2 0,272 18 0,-202-4 0,-216-8 0,4-38 0,492 49 0,21 2 0,29 3 0,-34-2 0,647 79 0,-396-43 0,-30-7 0,495 86 0,-651-99 0,67 24 0,-114-34 0,0 2 0,0 0 0,-1 1 0,0 1 0,-1 0 0,0 1 0,0 1 0,18 19 0,-29-26 0,-1-1 0,0 1 0,0 0 0,-1 0 0,0 1 0,0-1 0,0 1 0,0 0 0,-1-1 0,0 1 0,0 0 0,-1 0 0,1 1 0,-1-1 0,-1 0 0,1 7 0,-2-2 0,0 1 0,-1-1 0,-1 0 0,0 0 0,0 0 0,-1 0 0,0-1 0,-8 14 0,-33 59 10,-94 131 1,-82 70-290,-551 586-1121,-56-50 1460,720-719 1529,111-105-1588,0-1 0,0 0 0,-1 0 0,0 0 0,1 0 0,-2 0 0,1 0 0,2-10 0,2-8-1,-3 12-1365,1 0-5461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7:05.17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6 24575,'0'0'0,"0"0"0,0-1 0,0 0 0,0 0 0,0 0 0,0 0 0,0 1 0,1 4 0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6:25.18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7 24575,'13'-3'0,"1"1"0,-1 1 0,0 0 0,1 1 0,-1 0 0,25 5 0,78 21 0,-70-13 0,-1 3 0,-1 1 0,0 3 0,-2 1 0,0 2 0,-2 2 0,63 51 0,-57-37 0,-3 2 0,-1 2 0,-2 2 0,-2 2 0,55 88 0,-58-74 0,-3 1 0,-2 2 0,-3 1 0,-3 0 0,-2 2 0,-4 1 0,-3 1 0,-2 0 0,-4 0 0,-3 1 0,-3 88 0,-7-89 0,-3-1 0,-3 0 0,-20 70 0,19-98 0,-2 0 0,-2 0 0,-1-2 0,-2 0 0,-2-1 0,-30 42 0,44-70 0,-1 1 0,0-1 0,-1-1 0,-14 13 0,19-19 0,0 0 0,0 0 0,0 0 0,0 0 0,-1-1 0,1 1 0,0-1 0,-1 0 0,1 0 0,-1 0 0,1-1 0,-1 1 0,1-1 0,-1 0 0,1 0 0,-1 0 0,0 0 0,-6-2 0,-10-4 0,1 0 0,0-1 0,0-1 0,1 0 0,0-2 0,0 0 0,1-1 0,0-1 0,1 0 0,1-1 0,-18-19 0,14 12 0,1-1 0,1-1 0,0-1 0,2 0 0,1-2 0,1 1 0,-17-44 0,23 45 0,0 0 0,1 0 0,2-1 0,0 0 0,2 1 0,0-1 0,2 0 0,4-47 0,1 40 0,2 0 0,1 0 0,1 0 0,1 1 0,2 1 0,17-32 0,1 10 0,1 2 0,3 2 0,2 1 0,1 1 0,3 3 0,1 1 0,48-36 0,-82 70-101,-5 5-14,0 0 0,1-1 0,-1 1 0,1 0 0,-1 0 1,1 0-1,0 1 0,0-1 0,0 1 0,4-2 0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6:26.30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1174 5 24575,'-39'-3'0,"-1"1"0,-67 6 0,-80 22 0,132-16 0,0 3 0,1 2 0,1 2 0,0 2 0,2 3 0,-73 42 0,96-47 0,0 1 0,1 2 0,2 0 0,0 2 0,1 0 0,1 2 0,1 1 0,1 0 0,1 2 0,2 0 0,0 1 0,-18 42 0,29-53 0,1-1 0,1 1 0,0 0 0,1 0 0,1 0 0,0 0 0,2 1 0,0-1 0,1 1 0,3 25 0,-1-30 0,1 0 0,0-1 0,1 1 0,0-1 0,1 0 0,0 0 0,1 0 0,0-1 0,1 0 0,1 0 0,0 0 0,0-1 0,1-1 0,15 15 0,-7-10 0,1-1 0,0-1 0,1-1 0,0 0 0,1-1 0,0-2 0,1 0 0,-1-1 0,37 8 0,-31-10 0,0-2 0,0 0 0,1-2 0,-1 0 0,1-2 0,-1-1 0,44-9 0,-47 1 0,-22 9 0,-15 6 0,-87 41 0,2 4 0,-99 67 0,179-104 0,1 0 0,1 2 0,0 0 0,1 0 0,0 2 0,2 0 0,0 1 0,1 0 0,-16 28 0,24-36 0,0-1 0,1 1 0,0 0 0,1 0 0,0 1 0,0-1 0,1 1 0,1-1 0,0 1 0,0 0 0,1-1 0,0 1 0,1 0 0,0 0 0,1-1 0,0 1 0,1-1 0,0 0 0,0 1 0,1-1 0,7 13 0,-2-9 0,0 0 0,1-1 0,0 0 0,1 0 0,0-1 0,1-1 0,0 0 0,1-1 0,18 12 0,-10-9 0,1-2 0,1 0 0,0-1 0,0-1 0,38 8 0,-6-6 0,0-3 0,0-3 0,0-1 0,100-8 0,-86-1-455,0-4 0,101-24 0,-134 23-6371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6:27.04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151 78 24575,'0'0'0,"0"0"0,24-11 0,-11 4 0,17-5 0,1 1 0,0 1 0,0 2 0,39-5 0,-53 10 0,1 2 0,-1 0 0,0 1 0,1 0 0,-1 2 0,0 0 0,1 1 0,-1 0 0,26 10 0,-36-11 0,-1 1 0,0 0 0,0 0 0,0 1 0,0 0 0,-1 0 0,1 0 0,-1 1 0,0-1 0,-1 1 0,1 0 0,-1 1 0,0-1 0,0 1 0,5 10 0,-5-7 0,-1 0 0,0 0 0,-1 1 0,0-1 0,0 1 0,-1-1 0,-1 1 0,1 0 0,-1-1 0,-2 11 0,-3 11 0,-1-1 0,-2 1 0,-1-1 0,-1 0 0,-24 47 0,19-46 0,-21 33 0,29-53 0,0-1 0,0-1 0,-1 1 0,-1-1 0,0-1 0,-18 14 0,27-21 0,0-1 0,0 0 0,0 0 0,0 0 0,0 0 0,-1 0 0,1 0 0,0 1 0,0-1 0,0 0 0,0 0 0,0 0 0,0 0 0,0 0 0,0 1 0,0-1 0,0 0 0,0 0 0,0 0 0,0 0 0,0 1 0,0-1 0,0 0 0,0 0 0,0 0 0,0 0 0,0 1 0,0-1 0,0 0 0,0 0 0,0 0 0,0 0 0,0 0 0,0 1 0,0-1 0,0 0 0,0 0 0,1 0 0,-1 0 0,0 0 0,0 1 0,0-1 0,0 0 0,0 0 0,0 0 0,1 0 0,-1 0 0,0 0 0,0 0 0,1 0 0,13 8 0,18 1 0,121 11 0,-107-16 0,83 18 0,-113-18 0,-1 1 0,0 0 0,0 1 0,0 1 0,-1 1 0,0 0 0,0 0 0,-1 1 0,14 13 0,-12-8 0,-1 0 0,0 0 0,-2 1 0,1 1 0,-2 0 0,0 1 0,-1 0 0,-1 1 0,0 0 0,-2 0 0,8 25 0,-12-30 0,0 0 0,-1 0 0,-1 1 0,0-1 0,0 1 0,-2-1 0,1 0 0,-2 1 0,0-1 0,0 0 0,-2 0 0,1 0 0,-2 0 0,1 0 0,-2-1 0,0 0 0,-11 18 0,0-7 0,0-2 0,-1 0 0,-2-1 0,0 0 0,-1-2 0,0-1 0,-2 0 0,-38 21 0,14-13 0,-1-1 0,-1-4 0,-80 24 0,93-34 0,-1-2 0,0-1 0,0-2 0,-1-2 0,-69-2 0,82-3 0,0-1 0,0-1 0,1-1 0,0-1 0,0-1 0,1-1 0,0-2 0,0 0 0,-40-25 0,59 32-124,-1 0 0,1 0 0,0-1 0,0 0 0,1 0 0,-1 0-1,1 0 1,-1 0 0,1-1 0,-4-8 0,-5-17-6702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6:27.68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0 336 24575,'0'0'0,"4"-1"0,974-147 0,-742 117 0,674-75-239,5 56-165,269 78 349,47 0 753,-1220-29-2063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6:28.45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348 4 24575,'22'-2'0,"-12"2"0,24-1 0,1 1 0,-1 2 0,1 1 0,-1 1 0,0 3 0,0 0 0,-1 2 0,0 2 0,-1 1 0,51 27 0,-57-25 0,-1 2 0,0 1 0,-2 1 0,0 1 0,0 1 0,-2 1 0,-1 0 0,-1 2 0,0 0 0,-2 2 0,-1 0 0,24 49 0,-21-27 0,-1 2 0,-3 0 0,-2 1 0,-2 0 0,-2 1 0,-3 0 0,1 80 0,-9-35 0,-4 0 0,-5 0 0,-25 105 0,10-87 0,-69 182 0,67-227 0,-2-2 0,-4-1 0,-74 108 0,88-147 0,-1 0 0,-2-1 0,0-2 0,-2 0 0,0-2 0,-2-1 0,0 0 0,-53 28 0,65-42 0,0-1 0,0 0 0,0-1 0,0 0 0,-1-2 0,0 0 0,0 0 0,-30 0 0,33-4 0,0 0 0,-1-1 0,1-1 0,0 0 0,0 0 0,0-1 0,1-1 0,-1 0 0,1-1 0,0 0 0,-20-15 0,15 8 0,0-1 0,1-1 0,1 0 0,1-1 0,0-1 0,0 0 0,2-1 0,0 0 0,2-1 0,0 0 0,1-1 0,0 0 0,2 0 0,0-1 0,2 0 0,-5-36 0,5 20 0,2-1 0,2 0 0,1 1 0,3-1 0,0 0 0,3 1 0,1 0 0,21-65 0,-6 42 0,4 0 0,2 2 0,2 0 0,3 3 0,2 0 0,61-70 0,-42 63 0,2 3 0,3 3 0,3 2 0,115-78 0,-138 108-455,1 1 0,74-30 0,-98 47-6371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6:29.51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535 1 24575,'0'4'0,"-1"1"0,0-1 0,0 1 0,0-1 0,0 1 0,-4 5 0,-3 10 0,-83 274 0,-218 734 0,297-983 0,-58 225 0,58-212 0,3 0 0,-4 98 0,13-149 0,0-1 0,0 0 0,1 1 0,-1-1 0,1 0 0,3 10 0,-3-15 0,-1-1 0,0 1 0,1 0 0,-1 0 0,1-1 0,-1 1 0,1 0 0,-1-1 0,1 1 0,-1-1 0,1 1 0,-1-1 0,1 1 0,0-1 0,-1 1 0,1-1 0,0 1 0,0-1 0,-1 0 0,1 0 0,0 1 0,1-1 0,-1 0 0,1 0 0,0 0 0,0 0 0,-1-1 0,1 1 0,0-1 0,-1 1 0,1-1 0,0 0 0,-1 1 0,1-1 0,-1 0 0,1 0 0,1-2 0,13-9 0,-1-1 0,-1-1 0,0 0 0,-1-1 0,18-27 0,48-91 0,-29 32 0,-5-1 0,54-185 0,13-231 0,-103 453 0,-26 154 0,-6 118 0,10 1 0,23 380 0,15-372 0,-19-188 0,0 0 0,2-1 0,1 1 0,1-1 0,20 38 0,-29-64 0,0 0 0,0 1 0,-1-1 0,1 0 0,0 1 0,0-1 0,0 0 0,0 0 0,1 0 0,-1 0 0,0 0 0,0 0 0,1 0 0,-1 0 0,1 0 0,-1-1 0,0 1 0,1-1 0,-1 1 0,1-1 0,-1 1 0,4-1 0,-3 0 0,1 0 0,-1-1 0,1 1 0,0-1 0,-1 1 0,1-1 0,-1 0 0,0 0 0,1 0 0,-1-1 0,0 1 0,4-3 0,4-5 0,1 0 0,-1-1 0,-1 0 0,10-15 0,11-16 0,-3-2 0,-2 0 0,39-92 0,38-152 0,-41 83 0,-9-2 0,-9-3 0,23-300 0,-64 473 0,1 12 0,-1-1 0,-1 1 0,-2-1 0,-6-48 0,3 64-1365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6:29.92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1 167 24575,'0'0'0,"17"2"0,68 4 0,0-3 0,0-4 0,0-4 0,0-3 0,-1-4 0,0-4 0,-1-3 0,-1-4 0,138-59 0,-204 75-1365,-7 2-5461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6:30.54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937 0 24575,'0'0'0,"-1"9"0,-34 218 0,-10-3 0,-10-1 0,-9-3 0,-114 259 0,163-444 0,-55 117 0,60-133 0,-2 1 0,0-1 0,-1-1 0,-1 0 0,-20 19 0,26-31 0,1 0 0,-1-1 0,-1 0 0,1-1 0,-1 0 0,1 0 0,-1 0 0,0-1 0,-1-1 0,1 0 0,0 0 0,-1-1 0,1 0 0,-1 0 0,1-1 0,-19-2 0,10 0 0,1 0 0,0-1 0,0-1 0,0-1 0,0-1 0,1 0 0,0-1 0,-22-12 0,33 16 0,-1-1 0,1 0 0,-1-1 0,1 1 0,-5-6 0,45 10 0,234 5 0,304-33 0,-524 22-682,63-15-1,-73 10-6143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6:31.60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1428 24575,'2'-2'0,"0"1"0,1 0 0,-1 0 0,1 0 0,-1 0 0,1 0 0,-1 1 0,1-1 0,4 1 0,7-3 0,26-11 0,-1-1 0,0-2 0,-1-2 0,-1-1 0,-1-2 0,-1-2 0,-1-1 0,-1-1 0,-1-2 0,38-44 0,-33 30 0,-2-2 0,-2-1 0,-2-1 0,-2-2 0,-2-1 0,-3-1 0,26-73 0,-37 81 0,-1-1 0,-2 0 0,-2-1 0,-1 1 0,0-81 0,-8 100 0,-1 0 0,-1 0 0,-1 1 0,-1-1 0,-10-28 0,10 38 0,-1 0 0,-1 0 0,0 0 0,-1 1 0,0-1 0,-1 2 0,0 0 0,-22-21 0,28 29 0,-1 0 0,0 0 0,-1 1 0,1 0 0,0 0 0,-1 0 0,0 0 0,0 1 0,0 0 0,-7-3 0,10 5 0,-1 0 0,1 0 0,-1 0 0,1 0 0,-1 0 0,1 1 0,-1-1 0,1 1 0,-1-1 0,1 1 0,-1 0 0,1 0 0,0 0 0,-1 0 0,1 1 0,0-1 0,0 0 0,0 1 0,0 0 0,0-1 0,0 1 0,1 0 0,-1 0 0,-1 3 0,-9 11 0,0 0 0,2 2 0,0-1 0,1 1 0,-13 36 0,-24 104 0,-95 650 0,109-577 0,-1 0 0,-79 464 0,106-663 0,-28 118 0,27-123 0,-1-1 0,-2 0 0,-19 36 0,26-60 0,3-9 0,2-14 0,22-77 0,4 2 0,4 0 0,64-132 0,-58 149 0,3 3 0,3 1 0,3 1 0,3 4 0,4 1 0,2 3 0,69-62 0,-101 106 0,1 1 0,45-29 0,-64 46 0,1 0 0,0 0 0,0 0 0,0 1 0,0 0 0,1 1 0,0-1 0,-1 1 0,1 1 0,0 0 0,0 0 0,0 0 0,0 1 0,-1 0 0,1 1 0,13 2 0,-16-2 0,-1 1 0,1 0 0,-1 0 0,0 1 0,0-1 0,0 1 0,0 0 0,0 0 0,-1 0 0,1 1 0,-1-1 0,0 1 0,0 0 0,0 0 0,-1 0 0,1 0 0,-1 0 0,0 1 0,0-1 0,0 1 0,1 6 0,1 6 0,-1 0 0,0 0 0,-1 1 0,0 30 0,-4 10 0,-3-1 0,-17 81 0,-38 114 0,48-205 0,-44 163 0,-54 222 0,108-422 0,-4 15 0,1 0 0,1 1 0,1 0 0,0 28 0,3-51 0,0 0 0,0 0 0,1-1 0,-1 1 0,0 0 0,1 0 0,0 0 0,0 0 0,0 0 0,0-1 0,0 1 0,0 0 0,1-1 0,-1 1 0,1-1 0,0 0 0,0 1 0,0-1 0,0 0 0,0 0 0,0 0 0,1 0 0,-1-1 0,0 1 0,1-1 0,0 1 0,-1-1 0,4 1 0,3 0 0,-1-1 0,0 0 0,0 0 0,1-1 0,-1 0 0,0-1 0,1 1 0,-1-2 0,12-2 0,10-4 6,0-2-1,0 0 1,37-20-1,82-53-1392,28-29-5439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6:32.29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83 24575,'16'0'0,"1255"-51"11,-746 21-1387,-495 28-5450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6:32.62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0 337 24575,'22'2'0,"117"-12"0,231-48 0,-333 52 0,785-176-76,-549 118-1213,-192 45-5537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6:39.10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16 24575,'0'0'0,"1"-1"0,-1 0 0,0 0 0,0 1 0,1-1 0,-1 0 0,0 1 0,1-1 0,-1 0 0,1 1 0,-1-1 0,1 1 0,-1-1 0,1 1 0,0-1 0,-1 1 0,1-1 0,-1 1 0,1 0 0,0-1 0,0 1 0,-1 0 0,1 0 0,0-1 0,-1 1 0,1 0 0,0 0 0,0 0 0,0 0 0,26-2 0,-7 3 0,-1 0 0,0 2 0,0 1 0,-1 0 0,1 1 0,18 8 0,3 4 0,64 36 0,-64-29 0,-2 2 0,0 2 0,-2 1 0,-1 2 0,-2 1 0,55 68 0,-52-51 0,-2 2 0,-3 1 0,-1 2 0,37 97 0,-34-55 0,-5 1 0,-3 1 0,-6 1 0,-3 1 0,-5 0 0,-2 121 0,-10-119 0,-5 1 0,-25 139 0,19-180 0,-3-1 0,-2-1 0,-4-1 0,-1 0 0,-35 61 0,51-109 0,-34 56 0,36-62 0,0 0 0,0 0 0,0-1 0,-1 1 0,1-1 0,-1 0 0,0 0 0,0-1 0,-11 6 0,14-8 0,0 0 0,-1-1 0,1 1 0,-1 0 0,1-1 0,-1 0 0,1 0 0,-1 0 0,1 0 0,-1 0 0,0 0 0,1-1 0,-1 1 0,1-1 0,0 0 0,-1 1 0,1-1 0,-1 0 0,1-1 0,0 1 0,0 0 0,0-1 0,0 1 0,0-1 0,0 1 0,0-1 0,0 0 0,1 0 0,-1 0 0,0 0 0,1 0 0,-2-5 0,-4-4 0,1 0 0,0-1 0,1 0 0,0-1 0,-3-15 0,0-9 0,1-1 0,2 0 0,2 0 0,1-1 0,5-55 0,6 7 0,25-110 0,-19 128-195,2 2 0,4 0 0,3 1 0,2 1 0,3 2 0,45-73 0,-41 87-6631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6:39.76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1368 108 24575,'0'-4'0,"1"0"0,0-1 0,0 1 0,0 0 0,0-1 0,1 1 0,0 0 0,3-6 0,-3 6 0,1 0 0,-1 0 0,-1-1 0,1 1 0,-1-1 0,1 0 0,0-6 0,-2 11 0,-1-1 0,1 0 0,0 0 0,0 0 0,0 0 0,-1 0 0,1 1 0,0-1 0,-1 0 0,1 0 0,-1 1 0,1-1 0,-1 0 0,1 1 0,-1-1 0,0 0 0,1 1 0,-1-1 0,0 1 0,1-1 0,-1 1 0,0-1 0,1 1 0,-1-1 0,0 1 0,0 0 0,0 0 0,0-1 0,1 1 0,-1 0 0,-1 0 0,-31-4 0,33 4 0,-26 0 0,0 2 0,0 0 0,0 2 0,1 1 0,-47 14 0,37-6 0,0 1 0,0 1 0,-47 30 0,58-29 0,0 1 0,1 1 0,1 1 0,1 1 0,1 1 0,0 0 0,2 2 0,0 0 0,2 1 0,1 1 0,-25 52 0,32-57 0,1 1 0,0 0 0,1 0 0,2 1 0,0-1 0,1 1 0,1 0 0,1 0 0,2 0 0,0 0 0,0 0 0,2-1 0,1 1 0,1-1 0,1 1 0,12 28 0,-6-24 0,1-1 0,2-1 0,0-1 0,1 0 0,2 0 0,0-2 0,2 0 0,0-2 0,1 0 0,1-1 0,0-1 0,1-1 0,1-1 0,1-1 0,0-2 0,1 0 0,0-2 0,1 0 0,31 6 0,-49-15 0,15 4 0,-17-2 0,-7 1 0,-261 153 0,152-95 0,-13 7 0,-153 93 0,198-112 0,-101 86 0,160-121 0,1 1 0,0 1 0,1 1 0,1 0 0,1 1 0,-20 34 0,30-46 0,1 1 0,-1-1 0,1 1 0,1 0 0,-1 0 0,1 0 0,1 1 0,-1-1 0,1 0 0,1 1 0,0-1 0,0 1 0,0-1 0,1 0 0,1 1 0,-1-1 0,1 0 0,1 0 0,-1 0 0,1 0 0,8 14 0,-2-10 0,-1 0 0,2 0 0,-1-1 0,1-1 0,1 1 0,0-2 0,1 1 0,0-2 0,0 0 0,0 0 0,28 12 0,-2-5 0,0-1 0,0-2 0,48 9 0,-12-9-151,0-2-1,0-3 0,0-4 0,1-3 1,0-4-1,-1-2 0,0-4 1,90-24-1,-84 12-6674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6:40.27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1 180 24575,'12'-9'0,"22"-10"0,0 0 0,1 3 0,0 1 0,49-14 0,-10 9 0,91-13 0,-104 24 0,95-2 0,-133 11 0,1 1 0,-1 1 0,1 1 0,-1 1 0,0 1 0,0 1 0,26 10 0,-44-14 0,-2-1 0,1 1 0,0 0 0,0 0 0,0 0 0,-1 0 0,1 0 0,-1 1 0,0 0 0,0 0 0,0 0 0,0 0 0,0 0 0,-1 1 0,1-1 0,-1 1 0,0-1 0,0 1 0,0 0 0,-1 0 0,1 0 0,-1 0 0,0 0 0,0 0 0,-1 0 0,1 1 0,-1-1 0,0 0 0,0 0 0,0 1 0,0-1 0,-1 0 0,0 0 0,-1 4 0,-5 19 0,-1-1 0,-2 0 0,-1-1 0,0 0 0,-27 41 0,-89 112 0,121-170 0,-180 211 0,109-133 0,71-79 0,0 0 0,0 1 0,0 0 0,1 0 0,0 0 0,0 1 0,-5 15 0,9-20 0,0 0 0,0 0 0,1 0 0,-1-1 0,1 1 0,0 0 0,0 0 0,1 0 0,-1 0 0,1 0 0,0-1 0,0 1 0,0 0 0,0-1 0,1 1 0,-1 0 0,1-1 0,0 0 0,0 1 0,1-1 0,4 5 0,5 6 0,2-1 0,0-1 0,0 0 0,1-1 0,0 0 0,30 14 0,109 43 0,-140-62 0,152 51 0,-92-33 0,91 42 0,-161-65 0,0 1 0,-1 0 0,1 0 0,-1 0 0,0 1 0,0-1 0,0 1 0,0 0 0,0-1 0,0 1 0,2 4 0,-4-5 0,0 0 0,-1 0 0,1-1 0,-1 1 0,1 0 0,-1 0 0,0-1 0,0 1 0,0 0 0,0 0 0,0 0 0,0-1 0,0 1 0,-1 0 0,1 0 0,0 0 0,-1-1 0,0 1 0,1 0 0,-1-1 0,0 1 0,0-1 0,0 1 0,0-1 0,0 1 0,-3 2 0,-5 6 0,-1 1 0,0-2 0,-1 1 0,0-1 0,0-1 0,-25 14 0,-83 33 0,117-54 0,-85 32 40,-1-4 0,-135 27 0,98-34-783,-161 7 1,173-24-6084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6:40.69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1 174 24575,'7'-2'0,"1"1"0,0 0 0,0 1 0,0 0 0,12 2 0,14 0 0,32-2 31,743-5-209,2-27-981,-151-25 1254,327-17-577,-756 68 395,1 11 1,286 42-1,-308-5 98,-179-33-6260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6:41.29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43 16 24575,'14'-8'0,"-1"5"0,-1 1 0,1 1 0,0 0 0,0 0 0,0 1 0,24 4 0,-1 2 0,45 13 0,-42-8 0,-1 2 0,0 2 0,-1 2 0,-1 1 0,0 2 0,-2 1 0,34 27 0,-48-33 0,-1 2 0,0 0 0,-2 2 0,0-1 0,-1 2 0,-1 0 0,0 1 0,-2 1 0,-1 0 0,0 0 0,-2 2 0,12 36 0,-14-26 0,-2 0 0,-2 0 0,-1 1 0,-1-1 0,-2 1 0,-2-1 0,-1 1 0,-8 36 0,-3-2 0,-4 0 0,-52 127 0,36-118 0,-3-2 0,-82 124 0,85-152 0,-3 0 0,-1-3 0,-3-1 0,-77 66 0,95-93 0,1 0 0,-33 17 0,49-31 0,0 1 0,0-1 0,-1 0 0,1-1 0,-1 0 0,0 0 0,0 0 0,0-1 0,0 0 0,0 0 0,0-1 0,0 0 0,0 0 0,-10-2 0,14 1 0,0 0 0,-1 0 0,1-1 0,0 0 0,0 1 0,0-1 0,1 0 0,-1-1 0,0 1 0,1 0 0,-1-1 0,1 0 0,0 1 0,0-1 0,0 0 0,0 0 0,0 0 0,1 0 0,-1 0 0,1-1 0,0 1 0,0 0 0,0-1 0,0 1 0,1-1 0,-1 1 0,1-1 0,0-5 0,0-7 0,1-1 0,0 0 0,1 0 0,7-29 0,6-4 0,2 1 0,1 0 0,3 2 0,44-73 0,133-166 0,-123 190-341,4 3 0,4 3-1,142-117 1,-181 173-6485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6:42.40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475 0 24575,'1'12'0,"0"0"0,1-1 0,3 14 0,3 17 0,1 78 0,-9 160 0,-1 10 0,1-281 0,1 0 0,0 0 0,1 1 0,0-1 0,0 0 0,0-1 0,1 1 0,5 8 0,-7-14 0,0-1 0,1 1 0,0-1 0,-1 0 0,1 0 0,0 0 0,0 0 0,0 0 0,1 0 0,-1 0 0,0-1 0,1 1 0,-1-1 0,1 1 0,-1-1 0,1 0 0,0 0 0,0 0 0,-1-1 0,1 1 0,0-1 0,0 1 0,0-1 0,-1 0 0,1 0 0,0 0 0,0 0 0,0-1 0,4 0 0,4-3 0,0 1 0,0-2 0,0 1 0,-1-1 0,0-1 0,0 0 0,0 0 0,-1-1 0,0 0 0,0-1 0,-1 0 0,0 0 0,12-16 0,4-9 0,-1 0 0,28-56 0,-25 39 0,-3-1 0,-1-1 0,-3-2 0,-2 1 0,15-88 0,-30 132 0,-2 5 0,1 1 0,0 0 0,-1 0 0,1-1 0,-1 1 0,0 0 0,0 0 0,0-1 0,0 1 0,-1 0 0,0-1 0,-1-3 0,-4 21 0,-75 383 0,58-264 0,-5 18 0,-113 577 0,-58-14 0,-12-194 0,201-501 0,0 0 0,-2 0 0,0-1 0,-1-1 0,-25 28 0,35-42 0,-1 0 0,1 0 0,-1 0 0,0 0 0,0-1 0,0 0 0,0 1 0,0-1 0,-1-1 0,1 1 0,-1-1 0,1 0 0,-10 2 0,10-3 0,0-1 0,0 1 0,0-1 0,1 0 0,-1 0 0,0 0 0,0 0 0,1-1 0,-1 0 0,1 0 0,-1 0 0,1 0 0,-1 0 0,1 0 0,0-1 0,0 0 0,1 1 0,-1-1 0,-3-4 0,-1-3 0,1 1 0,0-1 0,0 0 0,1 0 0,0-1 0,1 1 0,0-1 0,1 0 0,0 0 0,1-1 0,-2-13 0,1-6 0,2 0 0,4-63 0,6 27 0,2 0 0,3 1 0,3 0 0,3 2 0,33-75 0,-13 52 0,4 2 0,3 2 0,64-85 0,-75 120-273,2 2 0,2 1 0,1 2 0,95-74 0,-77 76-6553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6:43.02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520 177 24575,'0'0'0,"21"-9"0,-10 3 0,36-15 0,161-66 0,-171 74 0,1 2 0,0 1 0,67-8 0,-97 17 0,0 1 0,0-1 0,0 1 0,0 1 0,0 0 0,-1 0 0,1 0 0,0 1 0,0 0 0,13 6 0,-18-6 0,0 0 0,1 0 0,-1 0 0,0 1 0,0-1 0,0 1 0,-1 0 0,1 0 0,-1 0 0,1 0 0,-1 1 0,0-1 0,0 1 0,-1-1 0,1 1 0,-1-1 0,0 1 0,0 0 0,0 0 0,0 0 0,0-1 0,-1 1 0,0 8 0,-1 12 0,0 0 0,-2 0 0,-1 0 0,-1 0 0,-1-1 0,-1 1 0,-16 34 0,-5 3 0,-53 86 0,-84 84 0,59-91 0,103-137 0,1 0 0,0 1 0,0-1 0,0 1 0,0-1 0,0 1 0,1-1 0,-1 1 0,1 0 0,0 0 0,0 0 0,1 0 0,-1-1 0,1 1 0,0 0 0,0 5 0,1-5 0,0-1 0,1 1 0,-1 0 0,1 0 0,0-1 0,0 1 0,0-1 0,1 0 0,-1 1 0,1-1 0,0 0 0,0-1 0,0 1 0,0 0 0,6 3 0,13 9 0,0-1 0,1-1 0,1-1 0,28 11 0,104 28 0,-112-39 0,-2 1 0,1 2 0,-2 3 0,64 35 0,-94-46 0,0 1 0,-1 0 0,0 1 0,-1 0 0,0 0 0,0 1 0,-1 0 0,-1 0 0,1 1 0,-2 0 0,7 14 0,-7-10 0,0 0 0,-1 1 0,-1-1 0,-1 1 0,0 0 0,-1 0 0,0 1 0,-2 16 0,-1-3 0,-2 0 0,-2-1 0,0 1 0,-2-1 0,-1-1 0,-2 1 0,0-2 0,-2 1 0,-21 34 0,11-27 0,-1-2 0,-2 0 0,-1-2 0,-2 0 0,0-2 0,-2-1 0,-2-2 0,0-1 0,-1-1 0,-2-2 0,0-2 0,-1-1 0,-55 21 0,47-24 0,-1-2 0,0-1 0,-1-3 0,0-2 0,0-1 0,-1-3 0,1-2 0,-1-1 0,0-3 0,0-2 0,-68-15 0,-39-27-1365,22-9-5461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6:45.01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24575,'0'0'0,"0"0"0,0 0 0,0 0 0,1 1 0,-1 0 0,1 0 0,0 0 0,-1-1 0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6:45.78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394 1 24575,'3'0'0,"-1"0"0,0 0 0,0 0 0,1 0 0,-1 1 0,0-1 0,0 1 0,0-1 0,1 1 0,1 1 0,13 3 0,43 12 0,0 2 0,-1 2 0,-1 4 0,-1 2 0,-1 2 0,-2 2 0,-1 3 0,-1 3 0,-3 1 0,47 47 0,-61-50 0,-2 1 0,-2 2 0,-1 1 0,-3 1 0,40 75 0,-50-79 0,-2 2 0,-1 0 0,-1 1 0,-3 0 0,-1 0 0,-1 1 0,2 58 0,-10-48 1,-2 0 0,-2 0 1,-3-1-1,-1 1 0,-3-2 0,-2 1 0,-38 91 0,4-36-38,-4-2 0,-90 130 0,59-110-65,-4-4 0,-6-4 0,-5-4 0,-166 146 0,261-255 102,-37 32 0,-65 42 0,94-68 0,-1-1 0,-1 0 0,1 0 0,-1-1 0,0-1 0,0 0 0,0 0 0,0-2 0,-1 1 0,1-2 0,-21 1 0,27-2 26,1 0 0,-1-1 0,1 0 0,-1 0 0,1-1 0,-1 0-1,1 1 1,0-2 0,0 1 0,0-1 0,0 0 0,0 0 0,1 0 0,-1 0 0,-3-5 0,2 2-8,1 0 0,0-1-1,1 1 1,-1-1 0,1 0-1,0-1 1,1 1 0,0-1-1,-3-10 1,0-4-15,2-1 0,1 1 0,0-1 0,2 0-1,1 0 1,3-33 0,3 3-19,3-1 0,2 2 0,3-1 0,23-58 0,-8 40 83,3 2-1,58-92 1,-9 41-562,5 4 0,165-172 0,-166 199-6331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6:46.50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1088 0 24575,'7'112'0,"-37"362"0,-39-2 0,14-175 0,69-306 0,9-13 0,45-58 0,114-175 0,26-113 0,-175 301 0,-30 67 0,1 9 0,2 18 0,-2 10 0,-2 1 0,-1 0 0,-3 0 0,-7 51 0,-42 155 0,-3-51-224,-138 320 0,-143 158-225,76-241 449,183-318 0,-152 171 0,215-269 0,-12 13 0,-34 30 0,52-51 0,-1-1 0,1 1 0,-1-1 0,0 0 0,0-1 0,-1 0 0,1 0 0,-1-1 0,-18 4 0,25-6 7,-1-1-1,1 0 1,-1 1 0,0-1-1,1 0 1,-1 0 0,1-1-1,-1 1 1,1-1 0,-1 1-1,1-1 1,-1 0 0,1 0-1,0 0 1,-1 0 0,1 0-1,0 0 1,0-1 0,0 1-1,-3-3 1,2 0 21,0 1 0,0-1 0,1 0 0,-1 0 0,1 0 0,0 0 0,0 0 0,0 0 0,1-1 0,-2-7 1,0-6 60,1 0 1,0 0 0,2-1 0,2-34-1,6 0-89,1 0 0,3 1 0,2 0 0,40-96 0,-10 53 0,88-142 0,-78 154-227,3 3-1,4 3 1,3 2-1,4 4 1,101-85-1,-78 82-6598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6:47.07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807 1 24575,'0'0'0,"134"9"0,-52-7 0,-18-2 0,1 4 0,66 12 0,-125-15 0,0 0 0,-1 0 0,1 1 0,-1 0 0,1 0 0,-1 0 0,0 1 0,0-1 0,0 1 0,0 1 0,0-1 0,8 8 0,-11-8 0,0 0 0,0 1 0,0-1 0,-1 0 0,1 1 0,-1-1 0,0 1 0,0-1 0,0 1 0,0 0 0,-1-1 0,1 1 0,-1 0 0,0-1 0,0 1 0,0 0 0,-1 0 0,1-1 0,-1 1 0,0-1 0,-3 8 0,-3 10 0,-1 0 0,-1 0 0,-1-1 0,-1-1 0,-17 24 0,-76 88 0,99-125 0,-89 100 0,-5-3 0,-5-5 0,-145 106 0,238-197 0,-8 9 0,18-16 0,1 1 0,0-1 0,0 1 0,0-1 0,0 1 0,0 0 0,0-1 0,0 1 0,0-1 0,0 1 0,0-1 0,0 1 0,0-1 0,0 1 0,1 0 0,-1-1 0,0 1 0,0-1 0,1 1 0,-1-1 0,0 1 0,1-1 0,-1 0 0,0 1 0,1-1 0,-1 1 0,1-1 0,-1 0 0,0 1 0,1-1 0,-1 0 0,1 1 0,-1-1 0,1 0 0,0 0 0,-1 0 0,1 1 0,-1-1 0,1 0 0,52 24 0,1-2 0,88 24 0,-65-23 0,-31-9 0,1 0 0,55 24 0,-90-33 0,-1 1 0,0-1 0,-1 2 0,0-1 0,0 2 0,0-1 0,-1 1 0,0 1 0,0 0 0,9 12 0,-15-16 0,0 0 0,0 1 0,0-1 0,-1 1 0,0-1 0,0 1 0,0 0 0,0 0 0,-1-1 0,0 1 0,-1 0 0,1 0 0,-1 0 0,-1 7 0,0-3 0,-1-1 0,0 0 0,-1 1 0,1-1 0,-2 0 0,0-1 0,0 1 0,-6 10 0,-5 2 0,0 0 0,-2-1 0,0-1 0,-1 0 0,-35 27 0,4-9 0,-2-3 0,-2-1 0,0-3 0,-2-3 0,-1-2 0,-61 19 0,36-19 0,-1-4 0,-1-3 0,-157 13 0,132-27-1365,18-5-5461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6:47.4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1 335 24575,'1406'-39'-951,"-611"-26"951,-1-27 0,249-23 0,-1022 113 5,127-12-611,228 7 0,-343 9-5427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6:48.01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945 0 24575,'0'0'0,"8"7"0,26 20 0,-2 2 0,-1 1 0,-2 1 0,0 2 0,-3 1 0,-1 1 0,-1 1 0,-2 1 0,-1 1 0,-3 1 0,-1 1 0,13 46 0,-17-40 0,-2-1 0,-2 2 0,-2 0 0,-2 0 0,-2 0 0,-2 0 0,-2 0 0,-2 0 0,-3 0 0,-22 90 0,4-58-76,-5-1-1,-3-1 1,-3-2 0,-3-1-1,-3-2 1,-4-2-1,-2-2 1,-88 95 0,100-124 60,-2-3-1,-2-1 1,-1-1 0,-2-3 0,-61 36 0,81-54 26,-2-1-1,0-1 1,0-1 0,-1-2-1,0 0 1,0-1-1,-1-2 1,0 0-1,0-2 1,0-1-1,0-1 1,-38-4-1,51 2 56,1-1-1,-1-1 0,1 0 1,0-1-1,-1 0 0,2-1 1,-1 0-1,-12-8 1,17 9-60,0-1 0,1 0 1,0 0-1,0-1 0,0 0 1,1 0-1,0 0 1,0 0-1,0-1 0,1 0 1,0 0-1,0 0 0,1 0 1,-3-9-1,2 0-5,0-1 0,1-1 0,1 1 0,0 0 0,1 0 0,1-1 0,1 1 0,1 0 0,0-1 0,5-17 0,4-8 0,1 1 0,35-76 0,-8 39 20,4 1 0,3 2 0,4 2 0,2 2 0,79-83 0,-44 66-391,3 4-1,5 3 1,124-82 0,-152 119-6455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7:01.03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91 0 24575,'19'82'0,"2"50"0,-5 1 0,-5 1 0,-7-1 0,-5 1 0,-21 143 0,-83 419 0,97-676 0,7-19 0,1-1 0,0 0 0,0 0 0,-1 0 0,1 0 0,0 0 0,-1 0 0,1 0 0,0-1 0,0 1 0,-1 0 0,1 0 0,0 0 0,0 0 0,-1 0 0,1 0 0,0 0 0,0 0 0,-1-1 0,1 1 0,0 0 0,0 0 0,0 0 0,-1-1 0,1 1 0,0 0 0,0 0 0,0 0 0,0-1 0,0 1 0,0 0 0,-1 0 0,1-1 0,0 1 0,0 0 0,0 0 0,0-1 0,0 1 0,-10-45 0,5 2 0,3 0 0,1-1 0,3 1 0,1-1 0,14-68 0,-4 51 0,4 1 0,2 1 0,34-76 0,-40 107 0,0 0 0,2 2 0,1-1 0,2 2 0,39-46 0,-50 64 0,1 0 0,0 0 0,1 0 0,-1 1 0,1 1 0,0-1 0,1 2 0,19-8 0,-21 9 0,-1 2 0,2-1 0,-1 1 0,0 0 0,0 1 0,0 0 0,0 0 0,1 1 0,-1-1 0,0 2 0,0 0 0,15 4 0,-13-2 0,0 0 0,-1 1 0,1 0 0,-1 1 0,0-1 0,0 2 0,-1-1 0,0 1 0,14 16 0,-11-10 0,-1 0 0,-1 1 0,0 1 0,-1-1 0,11 28 0,-7-8 0,-1 0 0,-3 0 0,0 1 0,-3 1 0,3 46 0,-7-19-16,-12 114 0,-25 61 163,-5 51-1627,37-241-5346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7:01.68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482 192 24575,'4'-26'0,"-2"17"0,1 1 0,0-1 0,1 0 0,0 1 0,0 0 0,1 0 0,0 0 0,0 0 0,1 1 0,0 0 0,0 0 0,1 0 0,0 1 0,0 0 0,0 1 0,1-1 0,0 1 0,0 1 0,0 0 0,1 0 0,-1 0 0,17-4 0,-14 5 0,-1 1 0,1 0 0,0 0 0,0 1 0,0 0 0,1 1 0,-1 0 0,0 1 0,0 0 0,0 1 0,0 0 0,-1 1 0,1 0 0,0 1 0,-1 0 0,0 0 0,0 1 0,16 11 0,-17-9 0,-1 0 0,1 1 0,-2-1 0,1 2 0,-1-1 0,-1 1 0,1 0 0,-1 0 0,-1 1 0,0-1 0,5 13 0,-5-6 0,-1-1 0,0 0 0,-1 1 0,-1 0 0,0 0 0,-1 31 0,-5-7 0,-1 0 0,-2-1 0,-2 1 0,-1-2 0,-21 49 0,-4 2 0,-3-3 0,-5-1 0,-3-2 0,-68 92 0,114-175 0,0 1 0,0-1 0,0 0 0,0 0 0,-1 1 0,1-1 0,0 0 0,0 0 0,0 0 0,0 1 0,0-1 0,0 0 0,1 0 0,-1 0 0,0 1 0,0-1 0,0 0 0,0 0 0,0 1 0,0-1 0,0 0 0,0 0 0,0 0 0,1 0 0,-1 1 0,0-1 0,0 0 0,0 0 0,0 0 0,1 0 0,-1 0 0,0 1 0,0-1 0,0 0 0,0 0 0,1 0 0,-1 0 0,0 0 0,0 0 0,1 0 0,-1 0 0,0 0 0,0 0 0,0 0 0,1 0 0,-1 0 0,0 0 0,18 3 0,-14-2 0,100 14 0,-35-7 0,-1 3 0,128 38 0,-177-42 0,1 1 0,-1 1 0,-1 0 0,0 1 0,0 1 0,-1 1 0,0 1 0,-1 0 0,-1 1 0,0 0 0,0 1 0,-2 1 0,0 0 0,13 23 0,-17-24 0,-2 1 0,1-1 0,-2 2 0,0-1 0,-1 1 0,0 0 0,-2 0 0,0 0 0,-1 0 0,0 1 0,-2-1 0,0 0 0,-1 1 0,-3 19 0,0-17 0,-1 0 0,-1-1 0,0 0 0,-2 0 0,0 0 0,-1-1 0,0 0 0,-2-1 0,0 0 0,-1 0 0,-28 28 0,14-21 0,-1-1 0,-1-1 0,-1-2 0,-1 0 0,0-3 0,-2 0 0,0-2 0,0-1 0,-2-2 0,1-1 0,-2-1 0,-61 8 0,44-12 0,0-2 0,0-2 0,0-2 0,0-3 0,0-1 0,0-4 0,1-1 0,-55-18 0,62 12-455,0-1 0,-77-43 0,43 12-6371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7:08.85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181 0 24575,'0'0'0,"12"3"0,33 8 0,-2 3 0,0 1 0,0 3 0,-2 1 0,56 35 0,-49-24 0,-2 3 0,-1 1 0,-2 3 0,40 43 0,-61-56 0,-2 1 0,0 1 0,-1 1 0,-2 1 0,-1 1 0,-1 0 0,-2 1 0,0 0 0,14 58 0,-17-39 0,-2 0 0,-2 1 0,-2 0 0,-2 0 0,-9 88 0,-7-25 0,-6-1 0,-4-1 0,-5-1 0,-5-2 0,-5-1 0,-103 200 0,119-262 0,-2-2 0,-2 0 0,-2-2 0,-44 49 0,62-79 0,-1 0 0,0 0 0,0-2 0,-1 0 0,0 0 0,-1-1 0,-24 11 0,28-16 0,0 1 0,-1-2 0,0 1 0,0-1 0,1-1 0,-1 0 0,0 0 0,0-1 0,0-1 0,0 0 0,0 0 0,-13-4 0,13 2 0,0 0 0,0-1 0,1 0 0,0 0 0,0-1 0,0-1 0,0 0 0,1 0 0,0 0 0,0-1 0,1-1 0,-11-11 0,10 8 0,1 0 0,0-1 0,1 0 0,0 0 0,1-1 0,1 1 0,0-1 0,0 0 0,-2-15 0,2-2 0,1 0 0,1 0 0,2 0 0,1 0 0,1-1 0,2 1 0,1 0 0,13-48 0,2 12 0,4 1 0,2 1 0,3 1 0,3 2 0,46-69 0,-10 31 0,5 3 0,95-99 0,11 19 0,-138 140 0,3 3 0,74-46 0,-79 59-1365,-10 9-5461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7:09.55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551 0 24575,'4'17'0,"5"52"0,-3 1 0,-3-1 0,-7 76 0,-37 208 0,1-130 0,-106 337 0,-135 195 0,272-733 0,-28 57 0,33-78 0,0-10 0,-1-14 0,4-2 0,1 0 0,1-1 0,1 1 0,1-1 0,8-30 0,44-126 0,-18 85 0,4 2 0,3 2 0,5 1 0,4 4 0,4 1 0,3 3 0,74-78 0,-131 159 0,8-10 0,1 0 0,1 1 0,0 1 0,0 0 0,17-10 0,-27 19 0,0 0 0,0 1 0,0-1 0,0 1 0,0 0 0,0 0 0,0 0 0,0 1 0,0-1 0,0 1 0,0-1 0,1 1 0,-1 0 0,0 0 0,0 1 0,0-1 0,1 1 0,-1-1 0,0 1 0,0 0 0,0 0 0,0 1 0,0-1 0,0 0 0,-1 1 0,1 0 0,0 0 0,-1 0 0,1 0 0,-1 0 0,0 0 0,0 0 0,0 1 0,3 3 0,2 5 0,0 0 0,0 1 0,-1 0 0,-1 0 0,0 0 0,0 0 0,-1 1 0,-1 0 0,3 21 0,-1 9 0,-1 73 0,-10-6 30,-3 0 0,-6-1 0,-55 205 0,-146 305-1515,211-607-5341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7:10.26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709 1 24575,'167'8'0,"-136"-5"0,0 2 0,0 1 0,0 1 0,-1 2 0,0 1 0,48 23 0,-69-29 0,0 1 0,-1 0 0,0 1 0,0 0 0,0 0 0,0 0 0,-1 1 0,0 1 0,-1-1 0,0 1 0,0 0 0,0 0 0,-1 1 0,-1-1 0,1 1 0,-1 0 0,-1 1 0,0-1 0,0 1 0,-1-1 0,0 1 0,0 0 0,-1 0 0,-1 0 0,0 13 0,-3 3 0,-1-1 0,-1 1 0,-1-1 0,-1 0 0,-1 0 0,-2-1 0,-23 45 0,-2-9 0,-73 96 0,76-113 0,-2-2 0,-1-2 0,-74 63 0,93-93 0,38-21 0,11 2 0,0 2 0,0 1 0,1 2 0,0 1 0,0 1 0,0 2 0,0 1 0,0 2 0,0 2 0,60 13 0,-75-12 0,0 1 0,-1 1 0,0 1 0,0 0 0,-1 1 0,0 1 0,0 1 0,27 23 0,-33-23 0,0 0 0,-1 0 0,0 1 0,-1 0 0,-1 1 0,0 0 0,0 1 0,-2-1 0,1 1 0,-2 1 0,0-1 0,4 22 0,-5-19 0,-2 0 0,0-1 0,-1 1 0,-1 0 0,0 0 0,-1 0 0,-1 0 0,-1-1 0,-5 18 0,2-12 0,-2-1 0,0 0 0,-2 0 0,0-1 0,-1 0 0,-16 21 0,4-11 0,-2-1 0,-1-1 0,-1-2 0,-1 0 0,-2-2 0,0-1 0,-61 35 0,35-29 0,-1-3 0,-1-3 0,0-2 0,-2-2 0,-1-4 0,0-2 0,0-2 0,-1-3 0,0-3 0,-1-3 0,1-3 0,0-2 0,-113-20 0,157 20-114,1-1 1,0 0-1,0-1 0,0-1 0,0-1 1,1 0-1,0-1 0,1-1 0,0 0 1,0-1-1,-23-21 0,10-1-6712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7:10.73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62 24575,'45'21'0,"2"-2"0,0-2 0,97 20 0,150 6 0,-28-22-184,410-18 0,270-75-319,-674 47 619,-94 9-215,627-51 319,4 25-1581,-781 42-4835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8:02.4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117 1230 24575,'0'3'0,"0"-1"0,0 0 0,0 0 0,0 0 0,0 0 0,0 1 0,-1-1 0,1 0 0,-2 4 0,1 0 0,-15 85 0,-51 397 0,38 428 0,29-915 0,0 1 0,-1-1 0,1 1 0,0-1 0,0 1 0,1-1 0,-1 1 0,0-1 0,0 0 0,1 1 0,-1-1 0,1 0 0,-1 1 0,1-1 0,0 0 0,-1 1 0,1-1 0,0 0 0,0 0 0,1 2 0,1-2 0,-1 0 0,1 0 0,-1 0 0,1-1 0,-1 1 0,1 0 0,0-1 0,-1 0 0,5 0 0,8 2 0,59 6 0,0-2 0,0-4 0,142-15 0,73-22 0,135-18 0,-136 20 0,0 0 0,-223 27 0,122 4 0,-72 4 0,46-7 0,-1-7 0,200-41 0,506-75 0,6 50 0,56 33 0,-598 33 0,-146 6 0,388-32 0,-547 35 0,-13 2 0,-1-1 0,1 0 0,-1 0 0,22-8 0,-33 10 0,0 0 0,0 0 0,0 0 0,0 0 0,0 0 0,0 0 0,0 0 0,0 0 0,0 0 0,0 0 0,0 0 0,0 0 0,0 0 0,0 0 0,35-2 0,322-95 0,8 28 0,-206 40 0,761-164 0,-799 166 0,234-21 0,-250 40 0,-91 10 0,-13-2 0,0 1 0,-1-1 0,1 0 0,0 0 0,0 1 0,-1-1 0,1 0 0,0 0 0,0 0 0,-1 0 0,1 0 0,0 0 0,0 0 0,-1 0 0,1 0 0,0-1 0,-1 1 0,1 0 0,0 0 0,0-1 0,-1 1 0,1 0 0,0-1 0,-1 1 0,1-1 0,-1 1 0,1-1 0,-1 1 0,1-1 0,-1 1 0,1-1 0,-1 1 0,1-1 0,-1 0 0,0 1 0,1-1 0,0-1 0,13-25 0,0 0 0,-2-1 0,0 0 0,-3-1 0,11-47 0,-16 60 0,21-91 0,17-188 0,-17-115 0,-23 371 0,2-33 0,-1 17 0,-5-107 0,2 164 0,0 0 0,0 0 0,-1 0 0,1 0 0,-1 0 0,1 0 0,-1 0 0,1-1 0,-1 1 0,0 0 0,-1 2 0,-4 9 0,-38 128 0,-37 219 0,61-259 0,-7 45 0,-24 105 0,46-237 0,3-15 0,3-26 0,35-389 0,-26-2 0,-9 371 0,1 29 0,-1-1 0,-2 0 0,1 1 0,-7-34 0,4 52 0,0 0 0,0 0 0,0 1 0,1-1 0,-1 1 0,0 0 0,0 0 0,1 0 0,-5 2 0,-19 12 0,1 1 0,1 1 0,0 2 0,1 0 0,-26 29 0,25-25 0,-130 128 0,-188 236 0,306-338 0,36-49 0,0 0 0,0 0 0,0 0 0,0 0 0,0 0 0,0 0 0,0 0 0,0 0 0,0 0 0,1 0 0,-1 0 0,0 0 0,0 0 0,0 0 0,0 0 0,0 0 0,0 0 0,0-1 0,0 1 0,0 0 0,0 0 0,0 0 0,1 0 0,-1 0 0,0 0 0,0 1 0,0-1 0,0 0 0,0 0 0,0 0 0,0 0 0,0 0 0,0 0 0,0 0 0,0 0 0,0 0 0,0 0 0,1 0 0,-1 0 0,0 0 0,0 0 0,0 0 0,0 0 0,0 0 0,0 0 0,0 0 0,0 0 0,0 1 0,0-1 0,0 0 0,0 0 0,0 0 0,0 0 0,0 0 0,0 0 0,0 0 0,0 0 0,0 0 0,0 0 0,0 0 0,0 0 0,0 1 0,0-1 0,11-5 0,33-20 0,-2-1 0,67-55 0,67-76 0,-160 141 0,267-266 0,-24 22 0,19 25 0,-264 224 0,0 1 0,1 1 0,0 1 0,0 0 0,31-11 0,-39 17 0,-1 1 0,1-1 0,0 1 0,0 1 0,-1-1 0,1 1 0,0 0 0,0 1 0,0-1 0,-1 2 0,1-1 0,0 1 0,-1-1 0,1 2 0,-1-1 0,0 1 0,10 6 0,3 3 0,-1 2 0,0 0 0,-1 1 0,-1 1 0,0 1 0,-2 0 0,17 23 0,6 17 0,35 70 0,-12-5 0,65 193 0,9 140 0,-130-441 0,0 0 0,-1-1 0,0 1 0,1 17 0,-5-30-49,1 0 1,-1 0-1,1 0 0,-1 0 0,1 0 1,-1-1-1,1 1 0,-1 0 0,0-1 1,0 1-1,1 0 0,-1-1 0,0 1 1,0-1-1,0 1 0,0-1 0,1 1 1,-1-1-1,0 1 0,0-1 0,0 0 1,0 0-1,0 0 0,0 1 0,0-1 0,0 0 1,-2 0-1,0-7-6777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8:06.48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 66 24575,'-14'-27'0,"7"15"0,6 11 0,1 1 0,-1-1 0,1 1 0,0-1 0,-1 0 0,1 1 0,0-1 0,0 0 0,-1 1 0,1-1 0,0 0 0,0 1 0,0-1 0,0 0 0,0 0 0,0 1 0,0-1 0,0 0 0,0 1 0,0-1 0,1 0 0,-1 0 0,0 1 0,0-1 0,1 1 0,-1-1 0,0 0 0,1 1 0,-1-1 0,1 1 0,-1-1 0,1 0 0,-1 1 0,1-1 0,-1 1 0,1 0 0,-1-1 0,1 1 0,-1-1 0,1 1 0,0 0 0,-1 0 0,1-1 0,0 1 0,-1 0 0,1 0 0,0 0 0,0-1 0,-1 1 0,1 0 0,0 0 0,-1 0 0,1 0 0,0 1 0,0-1 0,-1 0 0,2 0 0,48 8 0,-49-8 0,28 9 0,0 0 0,0 2 0,-1 2 0,-1 0 0,0 2 0,-1 0 0,0 2 0,-1 1 0,-1 1 0,40 42 0,-39-34 0,-2 0 0,0 2 0,-2 1 0,-2 0 0,0 1 0,-2 1 0,-2 1 0,-1 0 0,10 36 0,-12-18 0,-2-1 0,-2 2 0,-3-1 0,-2 1 0,-2-1 0,-2 1 0,-3 0 0,-11 56 0,-2-19 0,-5-1 0,-3 0 0,-64 145 0,-5-43 0,76-160 0,-1 0 0,-1-1 0,-46 49 0,61-73 0,0 1 0,-1-1 0,0 0 0,0-1 0,0 0 0,-1 0 0,0 0 0,1-1 0,-1 0 0,0 0 0,-1 0 0,1-1 0,-10 2 0,13-4 0,0 0 0,0 0 0,0 0 0,0-1 0,0 1 0,0-1 0,0 0 0,0 0 0,0 0 0,0-1 0,1 1 0,-1-1 0,0 0 0,1 0 0,0 0 0,-1-1 0,1 1 0,0-1 0,0 0 0,0 0 0,0 0 0,1 0 0,-1 0 0,1 0 0,0-1 0,-2-3 0,-1-4 0,0 0 0,0-1 0,1 1 0,1-1 0,0 0 0,0 0 0,1 0 0,1 0 0,0 0 0,1-1 0,0 1 0,2-13 0,2-6 0,2 0 0,0 0 0,18-48 0,-5 31 20,2 0 0,2 1 0,2 1 0,2 1 0,49-62 0,-30 52-391,2 1-1,3 3 1,80-64 0,-46 50-6455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8:07.12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58 0 24575,'0'16'0,"-58"1202"0,137-1697 0,-78 476 0,-1 0 0,1 0 0,0 0 0,0 0 0,0 0 0,0 0 0,1 0 0,-1 0 0,1 1 0,3-6 0,-4 8 0,0-1 0,0 1 0,0-1 0,0 1 0,0-1 0,0 1 0,0 0 0,0 0 0,0-1 0,0 1 0,0 0 0,1 0 0,-1 0 0,0 0 0,0 0 0,0 0 0,0 1 0,0-1 0,0 0 0,0 0 0,0 1 0,0-1 0,0 1 0,0-1 0,0 1 0,0-1 0,0 1 0,-1-1 0,1 1 0,0 0 0,0 0 0,0-1 0,-1 1 0,2 2 0,8 7 0,0 1 0,-1 0 0,-1 0 0,0 1 0,0 0 0,9 23 0,32 87 0,-41-98 0,70 232 0,-14-41 0,-63-211 0,1 0 0,-1 0 0,1 0 0,0 0 0,0 0 0,0 0 0,0-1 0,1 1 0,-1-1 0,1 1 0,5 4 0,-8-8 0,1 1 0,0-1 0,0 1 0,0-1 0,0 1 0,0-1 0,0 0 0,0 0 0,0 1 0,0-1 0,0 0 0,1 0 0,-1 0 0,0 0 0,0 0 0,0 0 0,0 0 0,0-1 0,1 1 0,1-1 0,-1 0 0,1-1 0,-1 1 0,0 0 0,1-1 0,-1 0 0,0 1 0,0-1 0,0 0 0,2-3 0,10-13 0,-1 0 0,-1-1 0,-1 0 0,0 0 0,15-41 0,27-113 0,-35 98 0,-3 0 0,6-83 0,-17 106 0,-3-1 0,-2 0 0,-15-101 0,9 124-1365,2 9-5461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8:07.64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1 325 24575,'64'-3'0,"113"-20"0,-107 11 0,-64 11 0,361-63 0,-299 48 0,-1-3 0,0-3 0,84-41 0,-149 63 0,1-1 0,-1-1 0,1 1 0,-1 0 0,0-1 0,0 1 0,1-1 0,-1 1 0,0-1 0,-1 0 0,1 0 0,0 0 0,0 0 0,1-3 0,-3 5 0,0-1 0,0 0 0,0 1 0,0-1 0,0 0 0,0 1 0,0-1 0,0 1 0,0-1 0,0 0 0,0 1 0,-1-1 0,1 1 0,0-1 0,0 0 0,-1 1 0,1-1 0,0 1 0,-1-1 0,1 1 0,0-1 0,-2 0 0,-22-15 0,2 7 0,-1 1 0,0 1 0,-1 1 0,0 1 0,-28-2 0,5 3 0,-83 4 0,122 0 0,0 1 0,0 0 0,1 0 0,-1 1 0,1 0 0,-1 0 0,1 0 0,-9 5 0,12-4 0,0-1 0,0 1 0,0 0 0,1 0 0,0 0 0,-1 1 0,1-1 0,0 1 0,0 0 0,1 0 0,-1 0 0,1 0 0,0 0 0,-3 8 0,-2 11 0,1 0 0,0 1 0,2-1 0,-2 39 0,5 101 0,2-105 0,2 144-35,-3 254-1295,-2-421-5496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8:08.53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1276 24575,'0'0'0,"5"5"0,15 8 0,0-1 0,1 0 0,0-2 0,1 0 0,1-1 0,-1-2 0,1 0 0,35 6 0,-9-6 0,-1-2 0,1-2 0,56-4 0,-55-2 0,0-2 0,0-3 0,-1-2 0,0-2 0,-1-2 0,74-33 0,-83 29 0,-1-2 0,-1-1 0,0-3 0,-2 0 0,-1-3 0,-1-1 0,-2-1 0,29-33 0,-49 49 0,-1 1 0,14-24 0,-23 33 0,1 1 0,-1-1 0,1 0 0,-1 0 0,0 1 0,0-1 0,0 0 0,0 0 0,-1 0 0,1 0 0,-1 0 0,1 0 0,-1-1 0,0 1 0,-1 0 0,1 0 0,0 0 0,-1 0 0,0 0 0,-1-4 0,-7-2 0,16 12 0,5 0 0,1-1 0,0 0 0,-1-1 0,1 0 0,0-1 0,0 0 0,0-1 0,0 0 0,0-1 0,-1-1 0,1 0 0,-1-1 0,0 0 0,17-8 0,-9 3 0,-1-1 0,-1-1 0,1-1 0,-2 0 0,0-2 0,0 0 0,28-31 0,-29 24 0,0 0 0,-1-2 0,-2 1 0,0-2 0,-1 0 0,-2 0 0,0-1 0,-2 0 0,-1-1 0,-1 0 0,-1 0 0,3-48 0,-6 50 0,-2 1 0,-1-1 0,-1 1 0,-1 0 0,-1-1 0,-1 2 0,-1-1 0,-1 0 0,-1 1 0,-1 1 0,-1-1 0,0 1 0,-2 1 0,-25-34 0,35 52 0,0-1 0,0 1 0,0-1 0,0 1 0,-1 0 0,1 0 0,-1 0 0,1 0 0,-6-2 0,7 4 0,0-1 0,0 1 0,0 0 0,-1 0 0,1 0 0,0 0 0,0 0 0,0 0 0,0 1 0,-1-1 0,1 0 0,0 0 0,0 1 0,0-1 0,0 1 0,0-1 0,0 1 0,0-1 0,0 1 0,0 0 0,0 0 0,0-1 0,0 1 0,1 0 0,-1 0 0,0 0 0,0 0 0,1 0 0,-1 0 0,0 2 0,-6 8 0,0 1 0,1 0 0,1 0 0,0 0 0,0 1 0,-3 15 0,-12 85 0,19-101 0,-10 81 0,5 0 0,5 94 0,28 189 0,0 127 0,-28-489 0,-1 12 0,6-22 0,6-12 0,153-200 0,-109 133 0,100-106 0,-144 171 0,0 0 0,1 1 0,1 0 0,-1 1 0,1 0 0,20-10 0,-26 16 0,-1 0 0,1 0 0,-1 0 0,1 1 0,0 0 0,0 0 0,0 0 0,0 1 0,0 0 0,0 0 0,0 0 0,0 1 0,-1 0 0,1 0 0,0 1 0,0-1 0,10 6 0,-4 0 0,0 0 0,0 1 0,-1 0 0,0 1 0,0 1 0,-1 0 0,-1 0 0,1 0 0,-2 2 0,0-1 0,0 1 0,-1 0 0,0 0 0,9 24 0,3 17 0,-2 0 0,14 72 0,-28-113 0,5 27 0,-1-3 0,14 39 0,-17-64 0,0 0 0,1-1 0,0 1 0,1-1 0,0 0 0,0-1 0,15 16 0,-11-15-455,0-1 0,21 14 0,23 10-6371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8:28.74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2893 209 24575,'-2771'-208'0,"2649"501"0,3015-378 0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8:34.86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3 136 24575,'-1'-20'0,"0"17"0,1 1 0,0 0 0,0-1 0,-1 1 0,1 0 0,1-1 0,-1 1 0,0 0 0,1-1 0,-1 1 0,1 0 0,-1 0 0,1 0 0,0-1 0,0 1 0,0 0 0,0 0 0,1 0 0,-1 0 0,0 1 0,1-1 0,0 0 0,-1 0 0,3-1 0,4-4 0,0 1 0,0 0 0,0 1 0,0 0 0,1 0 0,0 0 0,0 1 0,0 1 0,1 0 0,-1 0 0,16-2 0,-11 3 0,1 1 0,0 0 0,0 2 0,-1-1 0,1 2 0,0 0 0,16 5 0,-5 1 0,0 0 0,0 2 0,-1 2 0,-1 0 0,1 1 0,-2 1 0,42 35 0,-50-37 0,-1 1 0,0 1 0,-1 0 0,-1 0 0,0 2 0,-2 0 0,15 26 0,-19-29 0,0 0 0,-2-1 0,1 2 0,-2-1 0,0 0 0,0 1 0,-2 0 0,1 0 0,-2-1 0,0 1 0,-2 19 0,-3-2 0,-2-1 0,-1 0 0,-1 0 0,-2 0 0,-1-1 0,-1-1 0,-22 35 0,-5 1 0,-90 107 0,111-148 0,0 2 0,-2-2 0,0 0 0,-1-1 0,-40 30 0,68-55 0,1 0 0,0 0 0,0 1 0,0 0 0,1 0 0,9-1 0,12-3 0,674-199 0,-2 1 0,-689 201 0,-7 1 0,1 0 0,0 1 0,0 0 0,0 0 0,0 0 0,0 1 0,0-1 0,7 2 0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8:35.99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0 323 24575,'0'0'0,"3"-8"0,9-4 0,1-1 0,0 2 0,0 0 0,1 0 0,0 1 0,1 1 0,0 1 0,22-10 0,-17 9 0,61-30 0,2 5 0,2 3 0,0 4 0,2 3 0,106-14 0,-169 34 0,0 1 0,0 1 0,1 1 0,42 4 0,-62-2 0,0-1 0,1 1 0,-1 0 0,0 1 0,0-1 0,0 1 0,0 0 0,0 0 0,0 1 0,0 0 0,-1-1 0,1 1 0,-1 1 0,0-1 0,0 1 0,0 0 0,0-1 0,-1 2 0,1-1 0,-1 0 0,0 1 0,-1-1 0,1 1 0,-1 0 0,0 0 0,0 0 0,2 9 0,-1 3 0,-2 0 0,0 0 0,-1 1 0,0-1 0,-2 0 0,0 0 0,0-1 0,-2 1 0,-6 18 0,-59 147 0,68-182 0,-50 108 0,-5-3 0,-4-3 0,-5-2 0,-4-3 0,-4-3 0,-100 98 0,154-175 0,21-18 0,1 0 0,-1-1 0,0 1 0,1 0 0,-1 0 0,1 1 0,0-1 0,-1 0 0,1 1 0,0-1 0,-1 1 0,4 0 0,10-2 0,755-201 0,-289 69 0,5 28 0,-481 104 0,-3 2 0,0-1 0,0 0 0,0 1 0,0 0 0,0 0 0,-1 0 0,1 0 0,0 0 0,0 0 0,0 1 0,4 0 0,8 18-1365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8:49.37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167 1431 24575,'-8'-11'0,"0"0"0,1 0 0,1-1 0,-1 0 0,2 0 0,-8-25 0,6 20 0,-13-44 0,-24-111 0,6-67 0,38 236 0,-1 1 0,0 0 0,1 0 0,-1-1 0,1 1 0,0 0 0,0 0 0,0-1 0,0 1 0,0 0 0,0 0 0,1-1 0,-1 1 0,1 0 0,-1 0 0,1 0 0,0 0 0,0 0 0,0 0 0,0 0 0,0 0 0,1 0 0,-1 0 0,1 0 0,-1 1 0,1-1 0,2-1 0,31-32 0,2 3 0,2 1 0,62-39 0,-35 31 0,111-48 0,-100 57 0,2 4 0,157-32 0,173 0 0,-296 44 0,1661-138 0,-1076 118 0,2045-76 0,-732 146-521,-4 99 333,-1222-69 188,619 39 0,-1197-98 178,0-9-1,0-10 0,258-47 0,-320 31-177,161-26 0,-304 54 0,-1 0 0,1 0 0,-1 1 0,1-1 0,-1 1 0,1-1 0,-1 1 0,1-1 0,-1 1 0,0 0 0,1 0 0,-1 0 0,0 0 0,0 0 0,1 0 0,-1 0 0,0 0 0,0 0 0,0 0 0,0 0 0,-1 1 0,1-1 0,0 0 0,0 1 0,-1-1 0,1 1 0,-1-1 0,1 1 0,-1-1 0,0 1 0,1 1 0,8 56 0,-8-52 0,4 87 0,-5 1 0,-17 137 0,-1 88 0,23-178 0,29 191 0,-37-333 0,0-1 0,0 1 0,0-1 0,1 0 0,-1 0 0,0-1 0,1 1 0,-1 0 0,1-1 0,-3-1 0,-24-16 0,1-2 0,0 0 0,1-2 0,2-1 0,0-1 0,2-1 0,1-2 0,1 0 0,1-1 0,2 0 0,1-2 0,-19-45 0,30 43 0,6 31 0,1 19 0,1 14 0,1 0 0,1-1 0,2 1 0,1-1 0,1-1 0,18 43 0,-25-70 0,1 0 0,-1 0 0,1 0 0,-1 0 0,1 0 0,0 0 0,-1 0 0,1 0 0,0-1 0,0 1 0,0-1 0,1 0 0,-1 1 0,0-1 0,0 0 0,1 0 0,-1 0 0,1 0 0,-1-1 0,1 1 0,-1-1 0,1 0 0,-1 1 0,1-1 0,-1 0 0,1 0 0,-1-1 0,6 0 0,6-1 0,1-2 0,0 1 0,23-11 0,-29 11 0,39-17 30,0-2 0,-2-1 0,47-34 0,120-101-1515,-178 129-5341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8:31.89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38 1 24575,'2'37'0,"10"64"0,0-24 0,17 595 0,-65-1 0,23-498 0,13-173 0,0 0 0,0 0 0,0 0 0,0 0 0,0 0 0,0 0 0,0 0 0,0 0 0,0 0 0,0 0 0,-1 0 0,1 0 0,0 0 0,0 0 0,0 0 0,0 0 0,0 0 0,0 0 0,0 0 0,0 0 0,0 0 0,0 0 0,0 0 0,0 0 0,0 0 0,0 0 0,-1 0 0,1 0 0,0 0 0,0 0 0,0 0 0,0 1 0,0-1 0,0 0 0,0 0 0,0 0 0,0 0 0,0 0 0,0 0 0,0 0 0,0 0 0,0 0 0,0 0 0,0 0 0,0 0 0,0 0 0,0 0 0,0 0 0,0 0 0,0 1 0,0-1 0,0 0 0,0 0 0,0 0 0,0 0 0,-5-10 0,-4-18 0,-1-23 0,2-1 0,2 0 0,3 0 0,3-64 0,37-209 0,-29 277 0,3 0 0,1 1 0,2 0 0,3 1 0,34-70 0,-41 98 0,1 0 0,0 1 0,1 0 0,1 1 0,1 0 0,0 1 0,1 0 0,0 2 0,2-1 0,-1 2 0,1 0 0,1 1 0,0 1 0,1 1 0,33-12 0,-37 16 0,1 1 0,0 0 0,0 1 0,0 1 0,0 1 0,1 0 0,-1 1 0,0 1 0,1 0 0,-1 2 0,0-1 0,0 2 0,-1 0 0,1 1 0,25 12 0,-25-9 0,-1 1 0,-1 0 0,1 2 0,-1-1 0,-1 2 0,0 0 0,-1 0 0,0 1 0,-1 1 0,0 0 0,-1 0 0,-1 1 0,0 1 0,10 24 0,-5 0 0,-1 1 0,-2 0 0,-1 1 0,-3 0 0,-1 1 0,-3-1 0,-1 60 0,-39 299 0,21-296 15,-9 77-1395,23-163-5446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8:32.44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1 177 24575,'0'-6'0,"0"-1"0,1 1 0,0 0 0,0 0 0,0 0 0,1-1 0,0 1 0,0 1 0,1-1 0,-1 0 0,1 0 0,1 1 0,-1 0 0,7-8 0,-4 6 0,1 0 0,0 1 0,0 0 0,1 1 0,0-1 0,0 1 0,0 1 0,0 0 0,11-5 0,-5 5 0,-1-1 0,0 2 0,1 0 0,0 0 0,-1 2 0,1-1 0,0 2 0,0 0 0,0 0 0,0 1 0,0 1 0,0 1 0,16 4 0,-20-3 0,0 0 0,0 1 0,0 0 0,-1 0 0,0 1 0,0 0 0,-1 1 0,0 0 0,0 0 0,0 1 0,-1 0 0,8 11 0,-6-6 0,-2 1 0,1-1 0,-2 1 0,0 0 0,0 1 0,-2-1 0,6 29 0,-5-10 0,-2 0 0,-2 1 0,-1-1 0,-1 0 0,-2 0 0,-2 0 0,-10 43 0,-1-19 0,-3 0 0,-2-2 0,-2-1 0,-3-1 0,-34 52 0,106-113 0,165-45 0,189-38 0,-357 84-273,0 3 0,1 1 0,-1 2 0,65 7 0,-72-1-6553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8:32.79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24575,'5'2'0,"1"1"0,-1-1 0,0 0 0,0 0 0,1-1 0,-1 1 0,1-1 0,0-1 0,-1 1 0,1-1 0,7 0 0,9 2 0,762 48-1365,-728-49-5461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8:33.04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1 285 24575,'20'-1'0,"0"-1"0,38-8 0,-21 2 0,189-37-455,-2-10 0,227-89 0,-400 125-6371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8:37.74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636 356 24575,'-188'458'0,"34"-76"0,-23-13 0,167-350 0,6-10 0,0-1 0,-1 1 0,0-1 0,0 0 0,-1-1 0,0 1 0,0-1 0,-8 7 0,13-14 0,1 1 0,-1-1 0,0 1 0,1-1 0,-1 1 0,0-1 0,0 0 0,1 1 0,-1-1 0,0 0 0,0 0 0,0 1 0,1-1 0,-1 0 0,0 0 0,0 0 0,0 0 0,0 0 0,1 0 0,-1 0 0,0 0 0,0-1 0,0 1 0,0 0 0,1 0 0,-1-1 0,0 1 0,0 0 0,1-1 0,-1 1 0,0-1 0,1 1 0,-1-1 0,0 1 0,1-1 0,-1 0 0,1 1 0,-1-1 0,1 1 0,-1-1 0,1 0 0,-1 0 0,1 1 0,-1-3 0,-1-2 0,-1-1 0,1 0 0,0 0 0,1 0 0,-1-8 0,-2-20 0,1-1 0,3 1 0,0-1 0,2 1 0,8-39 0,45-173 0,12 27 0,10 3 0,131-260 0,-189 436 0,-8 13 0,2 1 0,1 1 0,30-42 0,-43 65 0,0 0 0,1 1 0,-1-1 0,0 1 0,0-1 0,1 1 0,-1 0 0,1 0 0,-1 0 0,1-1 0,0 1 0,-1 1 0,1-1 0,0 0 0,-1 0 0,1 1 0,0-1 0,0 1 0,0-1 0,0 1 0,0 0 0,0 0 0,0 0 0,-1 0 0,1 0 0,0 0 0,0 0 0,0 1 0,0-1 0,0 1 0,0-1 0,-1 1 0,1 0 0,0-1 0,0 1 0,2 2 0,2 2 0,0 0 0,-1 1 0,1-1 0,-1 1 0,0 0 0,-1 1 0,1-1 0,3 10 0,8 15 0,-2 1 0,-1 0 0,-2 1 0,11 53 0,14 144 0,-8 279 0,-11-116 0,-2-256-1365,-7-92-5461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8:37.96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0 314 24575,'0'0'0,"0"0"0,2-1 0,10-2 0,20-7 0,27-7 0,27-9 0,20-7 0,11-4 0,5-4 0,-2-5 0,-5-6 0,-23 4-8191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8:38.3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551 1 24575,'0'4'0,"-1"1"0,1-1 0,-1 0 0,0 0 0,-1 1 0,1-1 0,-3 6 0,-5 11 0,-165 452 0,-76 241 0,220-604 0,5 1 0,5 0 0,5 2 0,-2 188 0,18-242 0,3 1 0,3-1 0,15 61 0,-15-92 0,0-1 0,2 0 0,2 0 0,0-1 0,2-1 0,0 0 0,2 0 0,25 32 0,-30-46-124,1 0 0,0 0 0,0-1 0,1-1 0,1 0 0,-1 0-1,2-2 1,-1 1 0,1-2 0,14 6 0,50 11-6702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8:39.06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1 368 24575,'1'-22'0,"0"3"0,1-1 0,0 0 0,2 1 0,0 0 0,1 0 0,14-34 0,-13 42 0,0 0 0,0 0 0,1 1 0,0 0 0,1 0 0,0 1 0,1 0 0,0 1 0,0-1 0,1 2 0,0-1 0,13-6 0,-10 6 0,1 1 0,0 1 0,0 0 0,0 1 0,1 1 0,0 0 0,0 1 0,0 0 0,0 1 0,1 1 0,-1 0 0,0 2 0,1-1 0,-1 2 0,0 0 0,0 1 0,0 0 0,0 1 0,-1 1 0,1 0 0,-1 1 0,0 1 0,-1 0 0,1 1 0,-2 0 0,1 1 0,-1 1 0,0 0 0,-1 0 0,0 1 0,-1 0 0,0 1 0,12 20 0,-11-12 0,0 0 0,-1 0 0,-2 1 0,0 0 0,-1 1 0,-1 0 0,3 24 0,-5-13 0,-1 1 0,-2-1 0,-1 0 0,-5 43 0,-6-12 0,-2 0 0,-3 0 0,-2-1 0,-37 81 0,38-103 0,-32 53 0,49-94 0,0 0 0,0 1 0,0-1 0,0 0 0,0 1 0,0-1 0,0 0 0,0 0 0,0 1 0,0-1 0,-1 0 0,1 0 0,0 1 0,0-1 0,0 0 0,0 0 0,-1 1 0,1-1 0,0 0 0,0 0 0,0 0 0,-1 0 0,1 1 0,0-1 0,0 0 0,-1 0 0,1 0 0,0 0 0,0 0 0,-1 0 0,1 0 0,0 0 0,-1 0 0,1 0 0,0 0 0,0 0 0,-1 0 0,1 0 0,0 0 0,-1 0 0,1 0 0,0 0 0,0 0 0,-1 0 0,1 0 0,-4-17 0,5 0 0,1 0 0,0 0 0,1 0 0,1 0 0,8-22 0,36-84 0,-40 106 0,47-104 0,5 2 0,5 4 0,113-154 0,-176 268 0,-3 6 0,-8 19 0,-16 36 0,-13 22 0,8-19 0,2 1 0,-19 68 0,42-114 0,0 1 0,2-1 0,0 1 0,0-1 0,2 1 0,0 0 0,2 0 0,0-1 0,1 1 0,1 0 0,0-1 0,9 27 0,-7-34-59,0 0 0,1 0-1,1-1 1,0 0-1,0 0 1,1 0 0,0-1-1,0 0 1,1 0 0,0-1-1,1-1 1,0 1 0,0-1-1,0-1 1,1 0-1,0-1 1,1 0 0,-1 0-1,1-1 1,-1-1 0,1 0-1,17 2 1,32 3-6767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8:39.66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0 117 24575,'23'-18'0,"15"-3"0,1 3 0,58-21 0,-82 34 0,0 1 0,1 0 0,0 1 0,-1 1 0,1 0 0,0 2 0,0-1 0,0 2 0,31 4 0,-42-4 0,0 1 0,0-1 0,0 1 0,0 0 0,0 0 0,0 0 0,-1 1 0,1-1 0,-1 1 0,1 0 0,-1 1 0,0-1 0,-1 1 0,1-1 0,-1 1 0,1 0 0,-1 1 0,0-1 0,2 5 0,-2-1 0,0-1 0,-1 0 0,1 1 0,-2-1 0,1 1 0,-1-1 0,0 1 0,-1 0 0,0 0 0,0-1 0,-1 1 0,-1 10 0,-5 10 0,0 0 0,-2 0 0,0-1 0,-2-1 0,-1 0 0,-1 0 0,-23 32 0,-6 2 0,-84 92 0,119-144 0,-78 79 0,125-85 0,41-6 0,129-22 0,79-36 0,-49 10 0,-229 49-1365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8:39.91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24575,'0'0'0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8:40.72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99 0 24575,'2'18'0,"5"79"0,-5 1 0,-10 102 0,-38 197 0,31-281 0,7-50 0,-7 40 0,4 0 0,5 136 0,6-241 0,0 0 0,0 0 0,0 0 0,0 0 0,0-1 0,0 1 0,0 0 0,1 0 0,-1 0 0,0 0 0,0 0 0,1-1 0,-1 1 0,1 0 0,-1 0 0,1-1 0,-1 1 0,1 0 0,-1 0 0,1-1 0,0 1 0,-1-1 0,1 1 0,0-1 0,-1 1 0,1-1 0,0 1 0,0-1 0,0 1 0,-1-1 0,1 0 0,0 0 0,0 1 0,0-1 0,0 0 0,0 0 0,0 0 0,-1 0 0,1 0 0,0 0 0,0 0 0,0 0 0,0 0 0,0-1 0,0 1 0,-1 0 0,1 0 0,0-1 0,0 1 0,0-1 0,-1 1 0,2-2 0,7-2 0,0-1 0,0 0 0,12-11 0,-19 15 0,33-28 0,-1-2 0,-1-1 0,-2-2 0,-1-1 0,-2-1 0,32-54 0,121-252 0,-170 320 0,-10 18 0,1-1 0,1 0 0,-1 0 0,1 1 0,0-1 0,0 0 0,0 1 0,5-5 0,-7 9 0,0-1 0,0 0 0,1 0 0,-1 1 0,0-1 0,0 1 0,1-1 0,-1 1 0,0 0 0,1-1 0,-1 1 0,1 0 0,-1 0 0,0 0 0,1 0 0,-1 0 0,0 0 0,1 0 0,-1 1 0,1-1 0,-1 0 0,0 1 0,0-1 0,1 1 0,-1 0 0,0-1 0,0 1 0,1 0 0,-1 0 0,0-1 0,0 1 0,0 0 0,1 2 0,8 6 0,0 0 0,-1 2 0,0-1 0,-1 1 0,0 0 0,-1 1 0,10 20 0,36 95 0,-50-118 0,77 254 0,-14-38 0,-66-224 0,0 0 0,0 0 0,0 0 0,0 0 0,1 0 0,-1 0 0,0 0 0,1 0 0,-1 0 0,1 0 0,-1 0 0,1 0 0,-1 0 0,1-1 0,0 1 0,0 0 0,-1 0 0,1-1 0,0 1 0,0 0 0,0-1 0,-1 1 0,1-1 0,0 1 0,0-1 0,0 1 0,0-1 0,0 0 0,0 1 0,0-1 0,0 0 0,0 0 0,0 0 0,0 0 0,0 0 0,0 0 0,0 0 0,0 0 0,0 0 0,0-1 0,0 1 0,0 0 0,0-1 0,0 1 0,0 0 0,0-1 0,0 1 0,0-1 0,0 0 0,0 1 0,-1-1 0,1 0 0,0 1 0,0-1 0,-1 0 0,2-1 0,6-7 0,0 0 0,0-1 0,11-18 0,-19 27 0,32-53 0,-2-2 0,39-106 0,25-129 0,-91 283 0,35-117 0,39-234 0,-76 351-1365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8:42.04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115 669 24575,'18'-14'0,"5"-1"0,0 1 0,1 1 0,0 2 0,46-16 0,109-23 0,-147 42 0,79-18 0,145-14 0,-244 40 0,-16 4 0,-26 9 0,23-10 0,-357 119 0,359-120 0,1 0 0,-1 1 0,1-1 0,0 1 0,0 0 0,0 0 0,0 0 0,0 1 0,1-1 0,0 1 0,-1 0 0,1 0 0,1 0 0,-1 1 0,1-1 0,-1 0 0,1 1 0,0 0 0,-1 5 0,-4 13 0,0 1 0,-4 38 0,8-47 0,-7 66 0,4 0 0,3 1 0,11 119 0,-8-198 0,0-1 0,0 1 0,-1 0 0,1-1 0,-1 1 0,0 0 0,1-1 0,-1 1 0,-1-1 0,1 1 0,0-1 0,0 1 0,-1-1 0,1 0 0,-1 0 0,0 1 0,0-1 0,0 0 0,0-1 0,0 1 0,0 0 0,0-1 0,-1 1 0,1-1 0,-5 2 0,-7 4 0,0-1 0,-1-1 0,-22 5 0,18-5 0,-60 16 0,-75 23 0,154-44 0,0 0 0,1 0 0,-1 0 0,0 1 0,0-1 0,1 0 0,-1 0 0,0 0 0,0 0 0,0 1 0,0-1 0,1 0 0,-1 0 0,0 0 0,0 1 0,0-1 0,0 0 0,0 0 0,1 0 0,-1 1 0,0-1 0,0 0 0,0 0 0,0 1 0,0-1 0,0 0 0,0 0 0,0 1 0,0-1 0,0 0 0,0 0 0,0 1 0,0-1 0,0 0 0,0 0 0,0 1 0,-1-1 0,1 0 0,0 0 0,0 1 0,0-1 0,0 0 0,0 0 0,0 0 0,-1 1 0,1-1 0,0 0 0,0 0 0,0 0 0,-1 0 0,1 1 0,0-1 0,0 0 0,-1 0 0,1 0 0,0 0 0,0 0 0,0 0 0,-1 0 0,1 0 0,0 0 0,0 0 0,-1 0 0,26 8 0,21 1 0,0-3 0,72 1 0,95-11 0,-161 1 0,0-1 0,0-3 0,-1-3 0,0-1 0,-1-3 0,68-27 0,-97 32 0,0-1 0,-1-1 0,0-1 0,-1 0 0,0-1 0,-1-2 0,-1 0 0,0 0 0,-1-2 0,-1 0 0,0-1 0,-2 0 0,0-1 0,0 0 0,-2-2 0,17-40 0,89-240 0,0 2 0,-25-4 0,-84 271 0,6-62 0,-17 82 0,-5 14 0,-12 19 0,2 3 0,2 1 0,1 1 0,1 0 0,-15 37 0,-34 121 0,20-22 0,-40 283 0,26 176 0,57-620 0,0-1 0,0 0 0,0 0 0,0 1 0,0-1 0,0 0 0,0 1 0,0-1 0,0 0 0,0 0 0,0 1 0,0-1 0,0 0 0,0 0 0,0 1 0,0-1 0,0 0 0,0 0 0,0 1 0,0-1 0,0 0 0,0 0 0,1 1 0,-1-1 0,0 0 0,0 0 0,0 0 0,0 1 0,1-1 0,-1 0 0,0 0 0,0 0 0,1 0 0,-1 0 0,0 1 0,0-1 0,1 0 0,-1 0 0,0 0 0,0 0 0,1 0 0,-1 0 0,0 0 0,0 0 0,1 0 0,-1 0 0,0 0 0,0 0 0,1 0 0,-1 0 0,0 0 0,0 0 0,1 0 0,-1 0 0,0 0 0,0 0 0,1-1 0,17-10 0,-15 9 0,189-158 0,-14 10 0,-154 132 0,1 2 0,0 0 0,2 2 0,0 1 0,44-16 0,-63 27 0,0-1 0,0 1 0,0 1 0,0-1 0,0 2 0,0-1 0,0 1 0,0 0 0,1 1 0,-1-1 0,0 2 0,0-1 0,0 1 0,9 4 0,-10-3 0,-1 0 0,1 1 0,-1 0 0,0 1 0,0 0 0,0-1 0,-1 2 0,0-1 0,0 1 0,0-1 0,0 1 0,-1 1 0,0-1 0,0 1 0,3 9 0,6 14 0,-2 1 0,-2 0 0,12 61 0,-13-33 0,2 75 0,-10-122-1365,-1-6-5461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8:42.43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0 108 24575,'0'0'0,"0"0"0,1-1 0,1 0 0,11-5 0,18-5 0,24-3 0,22 1 0,18 3 0,14 5 0,6 4 0,2 3 0,-6 1 0,-11 0 0,-12-2 0,-12-10 0,-12-13 0,-18-2-8191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8:42.67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24575,'5'34'0,"28"360"0,-26 3 0,-7-294 0,9 52-1365,-1-97-5461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8:43.30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109 0 24575,'0'0'0,"6"60"0,1-18 0,1 66 0,-5 1 0,-5-1 0,-17 121 0,-6-60 0,-61 213 0,85-435 0,5 6 0,3 1 0,1-1 0,2 1 0,2 1 0,3 0 0,1 1 0,2 0 0,2 2 0,2 0 0,2 1 0,44-59 0,-58 88 0,-1 1 0,1 0 0,1 0 0,0 1 0,1 0 0,0 1 0,0 0 0,25-13 0,-30 20 0,-1-1 0,1 1 0,0 0 0,-1 0 0,1 1 0,0 0 0,0 0 0,0 1 0,0 0 0,0 0 0,0 0 0,-1 1 0,1 0 0,0 0 0,0 1 0,0 0 0,-1 0 0,1 1 0,-1 0 0,0 0 0,8 5 0,0 2 0,0 1 0,-1 0 0,0 1 0,-1 0 0,0 1 0,-1 0 0,0 1 0,-2 0 0,1 1 0,-2 0 0,0 1 0,0 0 0,5 18 0,2 11 0,-2 2 0,-2-1 0,9 73 0,-14-60-227,-3 1-1,-2 0 1,-2-1-1,-4 1 1,-15 77-1,9-89-6598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8:43.53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24575,'0'0'0,"0"2"0,2 7 0,2 15 0,3 18 0,1 17 0,1 12 0,-3 5 0,-2 0 0,-3-7 0,-2-7 0,-1-10 0,-1-9 0,0-11-8191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8:43.74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4 24575,'0'0'0,"0"0"0,0 0 0,1 0 0,1 0 0,-1 0 0,1 0 0,3-4 0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8:43.89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5 24575,'0'0'0,"1"0"0,0 0 0,8-1 0,6 0 0,5 0 0,6 0 0,-3 0-8191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8:44.30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24575,'0'0'0,"3"2"0,37 30 0,-1 1 0,-2 2 0,-1 1 0,-2 2 0,47 66 0,-41-48 0,-2 2 0,-3 1 0,-3 2 0,47 121 0,-66-144 0,-1 0 0,-3 0 0,-1 1 0,-1 0 0,-2 1 0,-2-1 0,-2 1 0,-2 0 0,-10 76 0,5-89 12,-1-1-1,-1-1 1,-2 1-1,0-1 1,-2-1-1,0 0 1,-2-1 0,0 0-1,-30 35 1,12-23-309,-1-1 1,-2-1 0,-1-2 0,-62 40 0,-62 29-6530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8:52.77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104 1712 24575,'-2'-1'0,"1"0"0,-1 0 0,0-1 0,1 1 0,-1-1 0,1 1 0,0-1 0,-1 1 0,1-1 0,0 0 0,-2-3 0,1 1 0,-9-12 0,1 0 0,1 0 0,1-1 0,0 0 0,2-1 0,0 0 0,-6-29 0,7 18 0,1-1 0,2 0 0,0 0 0,4-34 0,8-16 0,3 1 0,37-123 0,-11 62 0,7 2 0,105-217 0,-140 333 0,1 0 0,2 2 0,0-1 0,1 2 0,0 0 0,2 1 0,0 0 0,2 2 0,-1 0 0,2 1 0,0 1 0,1 1 0,0 0 0,1 2 0,0 0 0,1 2 0,34-10 0,4 4 0,1 3 0,0 2 0,1 4 0,76 0 0,254 26 0,768 100-486,-459-43 258,498 32 228,3-57 0,-543-59-353,789-109-1,-1387 107 1078,36-2-492,-2-5 1,141-41-1,-236 56-232,1 0 0,0 1 0,-1-1 0,1 0 0,0 1 0,-1-1 0,1 1 0,0 0 0,0-1 0,-1 1 0,1 0 0,0 0 0,0 0 0,3 1 0,-4 1 0,-1-1 0,1 1 0,0-1 0,-1 1 0,1 0 0,-1-1 0,1 1 0,-1 0 0,0-1 0,0 1 0,0 0 0,0 0 0,0-1 0,0 4 0,0 2 0,0 58 0,-3 0 0,-12 66 0,-33 128 0,34-194 0,-7 42 0,-34 154 0,38-195 0,-48 118 0,61-174 0,2-5 0,0 0 0,0 0 0,-1 0 0,0 0 0,-4 6 0,6-10 0,0 0 0,0 0 0,0 0 0,-1 0 0,1 0 0,0-1 0,0 1 0,0 0 0,-1-1 0,1 1 0,0-1 0,-1 1 0,1-1 0,0 1 0,-1-1 0,1 0 0,0 0 0,-1 0 0,1 0 0,-1 0 0,1 0 0,-1 0 0,1 0 0,0 0 0,-1-1 0,-1 0 0,-9-3 0,0-2 0,0 1 0,1-2 0,-1 0 0,2 0 0,-1-1 0,1 0 0,0 0 0,0-1 0,-9-12 0,-8-11 0,-42-66 0,38 48 0,2-1 0,-34-88 0,68 152 0,2-1 0,-1 0 0,2 0 0,0-1 0,0 0 0,1-1 0,0 1 0,0-2 0,2 1 0,-1-1 0,1-1 0,0 0 0,14 7 0,-3-3 0,0 0 0,2-2 0,-1 0 0,1-2 0,0-1 0,35 6 0,-19-8 0,-1-2 0,1-2 0,-1-1 0,1-2 0,-1-2 0,0-2 0,0-1 0,45-15 0,-5-4 0,0-4 0,134-71 0,-158 71-341,-1-2 0,-1-3-1,61-52 1,-61 37-6485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9:40.5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4816 506 23773,'50'61'0,"-3"2"0,-4 3 0,-3 3 0,-4 3 0,-4 2 0,-4 2 0,-3 3 0,-5 2 0,-3 2 0,-4 2 0,-5 2 0,-3 1 0,-4 2 0,-4 1 0,-4 2 0,-5 0 0,-3 2 0,-4 0 0,-4 1 0,-4 1 0,-3 0 0,-5 0 0,-3 0 0,-4 0 0,-3 0 0,-4-1 0,-4 0 0,-3-1 0,-3 0 0,-3-2 0,-4 0 0,-2-2 0,-4-2 0,-2-1 0,-3-1 0,-2-3 0,-3-1 0,-2-2 0,-2-3 0,-3-2 0,-1-2 0,-2-3 0,-2-2 0,-1-4 0,-1-2 0,-2-3 0,-1-3 0,0-3 0,-2-4 0,0-2 0,0-5 0,-1-2 0,1-4 0,-1-4 0,0-3 0,1-4 0,1-4 0,0-3 0,1-4 0,1-4 0,1-4 0,1-3 0,2-4 0,1-5 0,2-3 0,2-3 0,2-5 0,2-3 0,2-4 0,3-4 0,2-3 0,3-4 0,2-3 0,4-4 0,2-4 0,3-2 0,4-4 0,3-4 0,3-2 0,4-3 0,3-4 0,3-2 0,5-3 0,3-2 0,4-3 0,3-3 0,5-2 0,3-2 0,5-2 0,3-2 0,4-1 0,4-3 0,5-1 0,3-1 0,4-1 0,4-2 0,4-1 0,4 0 0,4-1 0,4 0 0,4-1 0,3 0 0,5-1 0,3 1 0,3 0 0,4 1 0,4 0 0,2 1 0,5 0 0,2 2 0,3 1 0,4 1 0,2 1 0,3 2 0,3 1 0,3 3 0,2 1 0,2 2 0,2 3 0,2 2 0,3 2 0,1 3 0,1 3 0,3 2 0,0 3 0,2 3 0,0 3 0,2 3 0,0 4 0,1 3 0,1 3 0,-1 3 0,1 4 0,0 4 0,-1 3 0,0 4 0,0 4 0,-1 3 0,-1 4 0,-1 4 0,-1 4 0,-1 3 0,-2 5 0,-1 3 0,-2 4 0,-2 3 0,-2 5 0,-2 3 0,-2 4 0,-3 4 0,-2 3 0,-3 4 0,-3 4 0,-2 2 0,-3 5 0,-4 3 0,-2 3 0,-4 3 0,-3 3 0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9:42.9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2529 365 24575,'-25'-23'0,"-41"-27"0,18 13 0,-10-9 0,-83-50 0,112 79 0,0 2 0,-1 1 0,-1 2 0,0 1 0,-46-11 0,37 14 0,-2 2 0,1 2 0,0 1 0,-1 3 0,1 1 0,-1 2 0,1 1 0,0 3 0,-54 15 0,49-7 0,0 2 0,1 1 0,2 3 0,0 1 0,1 3 0,1 1 0,-66 56 0,39-20 0,3 3 0,-78 99 0,-93 163 0,159-209 0,5 3 0,5 3 0,7 3 0,4 3 0,7 2 0,-40 164 0,56-156 0,6 1 0,6 1 0,7 1 0,7 260 0,14-312 0,4 0 0,3-1 0,35 114 0,-26-133 0,3-1 0,2-2 0,4-1 0,63 101 0,-40-90 0,2-3 0,4-2 0,3-3 0,3-3 0,3-2 0,3-4 0,2-3 0,3-4 0,2-3 0,2-3 0,2-4 0,2-4 0,2-3 0,1-5 0,116 27 0,-139-46 0,0-2 0,0-4 0,1-3 0,0-2 0,0-4 0,-1-2 0,1-3 0,-1-4 0,124-35 0,-122 23 0,0-3 0,-2-3 0,-1-2 0,-1-4 0,-2-2 0,-2-3 0,-1-3 0,-3-2 0,53-54 0,-54 42 0,-3-3 0,-2-2 0,-3-2 0,67-120 0,-71 99 0,-3-1 0,-4-2 0,39-153 0,-50 132 0,-5 0 0,-5-1 0,-4-1 0,-6 0 0,-4 0 0,-5 0 0,-31-184 0,19 211 0,-4 2 0,-4 0 0,-3 1 0,-4 2 0,-53-99 0,48 114 0,-3 1 0,-3 2 0,-3 2 0,-2 2 0,-2 2 0,-79-67 0,62 67 0,-4 2 0,-1 3 0,-3 3 0,-2 4 0,-1 3 0,-2 3 0,-94-29 0,165 64 0,5 0 0,0 1 0,1 0 0,-1 0 0,0 0 0,0 0 0,0 1 0,0-1 0,0 1 0,0-1 0,0 1 0,0 0 0,0 0 0,0 1 0,0-1 0,0 1 0,0-1 0,-4 2 0,7-1 2,-1-1-1,1 1 0,0-1 1,-1 1-1,1-1 1,0 1-1,-1-1 0,1 1 1,0-1-1,0 1 1,0-1-1,0 1 0,-1-1 1,1 1-1,0-1 1,0 1-1,0 0 0,0-1 1,0 1-1,0-1 1,1 1-1,-1-1 1,0 1-1,0-1 0,0 1 1,0 0-1,1-1 1,-1 1-1,0-1 0,0 0 1,1 1-1,-1-1 1,0 1-1,2 0 0,15 18-329,-11-13-758,7 10-5740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9:00.7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3639 286 24575,'-23'-23'0,"-12"-4"0,-1 2 0,0 2 0,-2 0 0,-1 3 0,0 1 0,-60-19 0,29 17 0,-1 2 0,0 4 0,-79-8 0,68 17 0,-1 2 0,0 5 0,0 2 0,1 5 0,-122 26 0,110-10 0,2 3 0,1 5 0,1 4 0,-113 61 0,91-31 0,4 4 0,2 4 0,5 5 0,2 5 0,4 4 0,5 4 0,-124 161 0,115-119 0,6 5 0,6 4 0,7 3 0,6 4 0,6 3 0,8 3 0,6 2 0,7 2 0,-40 256 0,50-105 0,13 1 0,15 1 0,33 344 0,-4-436 0,9-1 0,10-1 0,10-2 0,9-3 0,108 262 0,-23-154 0,15-8 0,344 512 0,-376-640 0,339 479 0,-402-582 0,4-2 0,3-3 0,3-3 0,4-4 0,2-3 0,99 64 0,-42-48 0,218 100 0,168 18 0,559 90 0,-1056-286 0,1256 227 0,15-85 0,-886-105 0,-230-23 0,866 63 0,-839-83 0,0-9 0,-1-10 0,-1-8 0,355-95 0,-377 67 0,-4-8 0,-2-8 0,-4-7 0,-3-8 0,214-146 0,-303 176 0,-4-5 0,-2-2 0,-2-3 0,-4-4 0,-3-3 0,-3-2 0,-4-3 0,61-104 0,-47 50 0,-6-3 0,-5-3 0,48-164 0,-59 127 0,-8-2 0,27-228 0,-55 250 0,-7-1 0,-6-1 0,-8 1 0,-30-193 0,3 165 0,-7 1 0,-9 2 0,-87-211 0,-2 63-115,-14 6-1,-15 8 1,-13 7 0,-235-305-1,221 364-100,-11 8 0,-11 10 0,-9 9 0,-468-356 0,504 448 216,-5 8 0,-5 8 0,-343-140 0,305 165 0,-5 10 0,-2 10 0,-269-38 0,-609 2 6,-7 92-163,551 12-108,334 0 328,-252-5 1872,479 6-1881,0 0-47,0-1 0,-27-5 0,41 4 111,7 2-1601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9:01.3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1 175 24575,'18'31'0,"39"71"0,129 208 0,-174-293 0,0-1 0,0 0 0,2-1 0,0 0 0,0-1 0,30 21 0,-36-30 0,0 0 0,0-1 0,0 0 0,0 0 0,1-1 0,-1 0 0,1 0 0,0-1 0,0 0 0,0-1 0,0 0 0,0 0 0,0-1 0,0-1 0,0 1 0,1-1 0,12-3 0,-2-3 0,0 0 0,-1-1 0,1 0 0,-2-2 0,1 0 0,-1-2 0,-1 0 0,0 0 0,-1-2 0,27-27 0,-7 0 0,-1-1 0,57-92 0,-63 88 0,-2-2 0,-2-1 0,-3-1 0,-2-1 0,21-81 0,-39 125-120,-1 5 37,-1 0 0,1 0 0,0 0 0,-1-1 0,0 1 0,1 0 0,-1 0 0,0 0 0,0-1 0,0 1 0,-1 0 0,1 0 0,-1 0 0,0-5 0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9:01.5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24575,'0'0'0,"0"0"0,0 2 0,1 4 0,2 7 0,2 9 0,2 9 0,2 8 0,1 5 0,0 3 0,1 1 0,-1 0 0,2 0 0,2 0 0,0-7-8191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7:40.8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 0 24575,'0'0'0,"2"16"0,25 207 0,-9 1 0,-19 374 0,-49-147 0,47-499 0,7 6 0,3 0 0,1 0 0,3 1 0,28-74 0,-14 56 0,2 2 0,57-87 0,-62 111 0,2 0 0,53-56 0,-69 81 0,0 0 0,0 0 0,1 1 0,0 0 0,1 1 0,-1 0 0,1 1 0,0-1 0,0 2 0,1 0 0,0 0 0,-1 1 0,1 0 0,0 1 0,16-2 0,-20 5 0,-1-1 0,1 1 0,0 0 0,-1 1 0,1 0 0,-1 0 0,1 0 0,-1 1 0,0 0 0,0 0 0,0 1 0,-1-1 0,1 1 0,-1 1 0,0-1 0,0 1 0,0 0 0,-1 0 0,0 0 0,0 0 0,0 1 0,0 0 0,4 10 0,3 6 0,-2 1 0,0 0 0,-2 0 0,0 1 0,4 28 0,-2 14 12,-2 0 0,-2 71 0,-16 134-177,3-109-1071,6-100-5590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7:41.3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87 24575,'10'-8'0,"-1"1"0,1-1 0,1 1 0,-1 1 0,1 0 0,0 1 0,1 0 0,-1 0 0,15-3 0,-3 2 0,1 1 0,0 1 0,42-2 0,-56 6 0,0 0 0,0 0 0,0 1 0,0 1 0,0-1 0,0 2 0,0-1 0,12 6 0,-18-6 0,0 0 0,-1 0 0,1 0 0,-1 0 0,0 1 0,0-1 0,0 1 0,0 0 0,0 0 0,-1 0 0,1 0 0,-1 0 0,0 0 0,0 1 0,0 0 0,0-1 0,0 1 0,-1 0 0,0 0 0,0-1 0,0 1 0,0 0 0,0 8 0,-1 4 0,-1 0 0,0 0 0,-2 0 0,0 0 0,0-1 0,-2 1 0,0-1 0,0 0 0,-1 0 0,-10 15 0,-13 22 0,-47 63 0,14-36 0,36-48 0,-37 59 0,61-87 0,0 0 0,1 0 0,-1 0 0,1 1 0,0-1 0,0 0 0,0 1 0,1-1 0,-1 1 0,1-1 0,0 1 0,0-1 0,0 0 0,0 1 0,0-1 0,1 1 0,-1-1 0,1 1 0,0-1 0,0 0 0,1 1 0,-1-1 0,1 0 0,-1 0 0,1 0 0,0 0 0,0 0 0,0-1 0,1 1 0,-1-1 0,1 1 0,-1-1 0,1 0 0,3 2 0,10 8 0,1-2 0,-1 0 0,2-1 0,30 11 0,-47-19 0,83 28 0,125 29 0,-137-41 0,-69-16 0,0-1 0,1 1 0,-1 0 0,0 1 0,0-1 0,0 0 0,1 1 0,-2 0 0,1 0 0,0 0 0,0 0 0,3 3 0,-5-3 0,0 0 0,0 0 0,0 0 0,0-1 0,0 1 0,-1 0 0,1 0 0,0 0 0,-1 1 0,0-1 0,1 0 0,-1 0 0,0 0 0,0 0 0,0 0 0,-1 0 0,1 0 0,0 0 0,-1 0 0,-1 4 0,-2 7 0,-1-1 0,-1 1 0,0-1 0,-1-1 0,0 1 0,0-1 0,-1-1 0,-1 1 0,0-1 0,-13 10 0,-1 1 0,-1-2 0,0-1 0,-38 21 0,7-12-1365,7-6-5461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7:41.5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24575,'0'0'0,"5"0"0,9 1 0,14 2 0,17 1 0,13 1 0,11 2 0,7-1 0,2 1 0,-3-1 0,-8 0 0,-9-1 0,-16 0 0,-15-2-8191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7:41.7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94 24575,'0'0'0,"0"0"0,0 0 0,5 0 0,10 0 0,14 0 0,17-2 0,15-3 0,14-6 0,13-8 0,7-9 0,-13-1-8191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7:42.3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332 550 24575,'-1'6'0,"0"1"0,0-1 0,0 0 0,-1 0 0,0 0 0,-3 8 0,-4 10 0,-273 761 0,281-782 0,0-1 0,0 1 0,0-1 0,-1 1 0,1-1 0,0 0 0,-1 1 0,0-1 0,-2 3 0,3-5 0,1 0 0,0 0 0,0 0 0,-1 0 0,1 0 0,0 0 0,-1 0 0,1 0 0,0 0 0,0 0 0,-1 0 0,1 0 0,0 0 0,-1 0 0,1 0 0,0-1 0,0 1 0,-1 0 0,1 0 0,0 0 0,0 0 0,-1-1 0,1 1 0,0 0 0,0 0 0,0 0 0,-1-1 0,1 1 0,0 0 0,0 0 0,0-1 0,0 1 0,0 0 0,-1 0 0,1-1 0,0 1 0,0 0 0,0 0 0,0-1 0,0 1 0,0 0 0,0-1 0,0 1 0,0 0 0,0-1 0,-1-10 0,0 1 0,0-1 0,1 1 0,2-12 0,10-84 0,38-153 0,50-103 0,1 52 0,-65 213 0,56-106 0,-91 201 0,-1 1 0,1-1 0,0 0 0,0 1 0,0-1 0,0 0 0,1 1 0,-1-1 0,0 1 0,1-1 0,-1 1 0,1 0 0,-1 0 0,1 0 0,-1 0 0,1 0 0,0 0 0,0 0 0,3-1 0,-4 2 0,1 0 0,-1 0 0,1 1 0,-1-1 0,1 0 0,0 1 0,-1-1 0,1 1 0,-1-1 0,0 1 0,1 0 0,-1-1 0,1 1 0,-1 0 0,0 0 0,0 0 0,1 0 0,1 3 0,5 5 0,-1 1 0,0 0 0,-1 1 0,11 21 0,6 23 0,-2 1 0,-2 0 0,18 101 0,11 182 0,-23-54-1365,-21-225-5461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7:42.4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0 164 24575,'0'0'0,"2"-2"0,0 1 0,14-5 0,19-5 0,21-5 0,18-5 0,15-3 0,10-2 0,7-4 0,-15 3-8191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7:42.9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629 1 24575,'-58'73'0,"4"4"0,3 1 0,4 3 0,-56 129 0,45-64 0,-73 284 0,88-240 0,9 2 0,8 1 0,8 1 0,12 296 0,11-391 0,25 129 0,-23-189 0,2-2 0,2 1 0,1-1 0,2-1 0,2 0 0,28 47 0,-33-66 12,1 0 0,1-1 0,1 0 0,0-1 0,1-1 1,0 0-1,1-1 0,30 19 0,-23-19-223,1-1 1,0-1-1,0-2 1,1 0-1,0-1 0,32 5 1,84 6-6616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7:45.6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0 304 24575,'29'-25'0,"-14"14"0,1 1 0,0 0 0,1 1 0,0 1 0,0 0 0,1 1 0,0 2 0,0-1 0,0 2 0,30-3 0,-40 6 0,0 1 0,1 0 0,-1 0 0,0 1 0,0 0 0,1 1 0,-1 0 0,0 0 0,0 1 0,-1 0 0,12 5 0,-13-4 0,-1 0 0,1 0 0,-1 0 0,0 1 0,0 0 0,0 0 0,-1 0 0,0 1 0,0-1 0,0 1 0,0 0 0,-1 0 0,0 1 0,-1-1 0,4 10 0,-1 6 0,0 0 0,-2 0 0,-1 0 0,0 0 0,-2 0 0,0 1 0,-2-1 0,0 0 0,-7 27 0,-6 15 0,-43 113 0,2-40 0,-6-3 0,-84 132 0,132-247 0,14-19 0,0 0 0,-1 0 0,1 1 0,0-1 0,0 0 0,0 0 0,0 0 0,0 0 0,0 0 0,0 0 0,-1 0 0,1 0 0,0 0 0,0 0 0,0 0 0,0 0 0,0 0 0,0 0 0,-1 0 0,1 0 0,0 0 0,0 0 0,0 0 0,0 0 0,0 0 0,-1 0 0,1 0 0,0 0 0,0 0 0,0 0 0,0 0 0,0 0 0,0 0 0,0-1 0,0 1 0,-1 0 0,1 0 0,0 0 0,0 0 0,0 0 0,0 0 0,0 0 0,0 0 0,0-1 0,0 1 0,0 0 0,0 0 0,0 0 0,0 0 0,0 0 0,0 0 0,0-1 0,0 1 0,0 0 0,0 0 0,0 0 0,0 0 0,0 0 0,0 0 0,0-1 0,0 1 0,0 0 0,0 0 0,0 0 0,9-47 0,23-50 0,49-104 0,58-90 0,-128 269 0,362-668 0,-369 687 0,-6 16 0,-9 23 0,-46 103 0,-106 187 0,24-54 0,124-240 0,1 1 0,1 0 0,3 0 0,0 2 0,-9 66 0,18-87 0,1-1 0,0 0 0,1 1 0,0-1 0,1 0 0,0 1 0,1-1 0,5 14 0,-4-18 0,0 0 0,0-1 0,1 0 0,0 1 0,1-2 0,-1 1 0,2-1 0,-1 1 0,1-2 0,0 1 0,0-1 0,13 8 0,-10-8 12,0 0-1,0-1 0,1 0 0,-1-1 1,1 0-1,0-1 0,0-1 0,17 3 1,-4-3-501,1 0 0,45-5 0,13-6-6337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7:46.2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150 104 24575,'1'-2'0,"1"0"0,-1 0 0,0 1 0,1-1 0,-1 0 0,1 0 0,0 1 0,0-1 0,0 1 0,0 0 0,3-2 0,15-10 0,1 1 0,1 2 0,0 0 0,1 1 0,32-8 0,-44 13 0,1 2 0,-1 0 0,1 0 0,0 1 0,-1 0 0,1 1 0,0 1 0,-1 0 0,1 0 0,0 1 0,-1 0 0,1 1 0,13 6 0,-21-7 0,1 1 0,-1-1 0,1 1 0,-1 0 0,0 0 0,0 1 0,0-1 0,0 1 0,-1 0 0,0 0 0,1 0 0,-2 0 0,1 1 0,3 5 0,-3-2 0,0 0 0,0 0 0,-1 1 0,0-1 0,-1 1 0,0-1 0,1 18 0,-4-2 0,0 1 0,-1-1 0,-2 0 0,0 0 0,-10 26 0,2-14 0,-1 0 0,-2-1 0,-1-1 0,-2 0 0,-1-1 0,-1-1 0,-47 52 0,57-70 0,21-13 0,11-4 0,7 3 0,-1 1 0,0 2 0,0 0 0,0 2 0,0 0 0,-1 2 0,0 1 0,0 2 0,35 17 0,-47-20 0,0 0 0,0 1 0,-1 1 0,0 1 0,-1 0 0,0 0 0,0 1 0,-1 1 0,-1-1 0,0 2 0,0 0 0,-1 0 0,-1 1 0,0-1 0,-1 2 0,-1-1 0,8 25 0,-12-28 0,1 0 0,-2 0 0,0 0 0,0 0 0,-1 0 0,-1 1 0,1-1 0,-2 0 0,0 0 0,0 0 0,-4 11 0,0-6 0,0-2 0,-1 1 0,-1-1 0,0 0 0,0 0 0,-2-1 0,-11 13 0,0-3 0,-1-2 0,-2 0 0,0-2 0,-1 0 0,0-2 0,-2-1 0,-43 20 0,35-21 0,-1-1 0,0-2 0,0-2 0,-55 8 0,67-14 0,0-2 0,-1-1 0,1-1 0,0-1 0,0-1 0,-1-1 0,1-1 0,-23-7 0,40 9-124,0 0 0,0-1 0,1 0 0,-1 0 0,1-1 0,0 0-1,0 0 1,0 0 0,1 0 0,-6-7 0,-10-15-6702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7:46.4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1 24575,'0'0'0,"-1"1"0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7:47.1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24575,'0'6'0,"1"0"0,0-1 0,0 1 0,1-1 0,3 9 0,3 14 0,10 66 0,-4 1 0,4 180 0,-34 198 0,0-109 0,16-317 0,7 67 0,-7-113 0,0 1 0,0 0 0,0 0 0,1-1 0,-1 1 0,1 0 0,0-1 0,-1 1 0,1 0 0,0-1 0,0 1 0,2 2 0,-3-4 0,1 1 0,-1-1 0,1 0 0,-1 1 0,1-1 0,-1 0 0,1 0 0,-1 1 0,1-1 0,0 0 0,-1 0 0,1 0 0,0 0 0,-1 1 0,1-1 0,-1 0 0,1 0 0,0 0 0,-1 0 0,1-1 0,0 1 0,-1 0 0,2 0 0,2-3 0,0 1 0,1 0 0,-1-1 0,-1 0 0,1 0 0,0 0 0,-1 0 0,5-6 0,16-20 0,0-1 0,-2-1 0,-1-2 0,30-64 0,49-150 0,-55 115 0,-5-2 0,24-153 0,-61 275 0,-1 12 0,3 20 0,-3-9 0,39 327 0,-34-236 0,5-1 0,31 130 0,-42-227 0,0 1 0,1-1 0,-1 0 0,1 0 0,-1 0 0,1 0 0,0 0 0,1 0 0,3 4 0,-5-7 0,-1-1 0,1 1 0,-1-1 0,1 1 0,-1-1 0,1 0 0,0 1 0,-1-1 0,1 0 0,0 0 0,0 1 0,-1-1 0,1 0 0,0 0 0,-1 0 0,1 0 0,0 0 0,0 0 0,-1 0 0,1 0 0,0 0 0,-1-1 0,2 1 0,0-1 0,0 0 0,1 0 0,-1-1 0,0 1 0,0-1 0,0 1 0,0-1 0,0 0 0,3-3 0,11-15 0,-1-1 0,0 0 0,-2-1 0,17-35 0,35-103 0,-59 146 0,98-293 0,-81 223 0,20-150 0,-41 211-1365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7:47.4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0 209 24575,'4'-1'0,"-1"0"0,1 0 0,0 0 0,0 1 0,-1-1 0,1 1 0,7 0 0,11 0 0,198-29-455,-2-10 0,302-93 0,-506 128-6371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7:47.8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632 0 24575,'-7'34'0,"-84"329"0,-86 397 0,176-751 0,-1-1 0,0 0 0,0-1 0,-1 1 0,-5 11 0,6-16 0,0 0 0,-1 0 0,1 0 0,-1 0 0,1 0 0,-1-1 0,0 1 0,0-1 0,0 1 0,0-1 0,0 0 0,-1-1 0,-6 4 0,-3-1 0,0 0 0,-1-1 0,1 0 0,-1-1 0,1 0 0,-1-2 0,0 1 0,-25-4 0,28 2 0,-1 0 0,1-1 0,0-1 0,0 0 0,1 0 0,-1-1 0,1-1 0,-1 0 0,1 0 0,1-1 0,-14-9 0,23 15 0,-1 0 0,1 0 0,0 0 0,0-1 0,-1 1 0,1 0 0,0 0 0,-1-1 0,1 1 0,0 0 0,0 0 0,-1-1 0,1 1 0,0 0 0,0 0 0,0-1 0,-1 1 0,1 0 0,0-1 0,0 1 0,0 0 0,0-1 0,0 1 0,0-1 0,0 1 0,0 0 0,0-1 0,0 1 0,0 0 0,0-1 0,0 1 0,0 0 0,0-1 0,0 1 0,0 0 0,0-1 0,1 0 0,13-4 0,28 5 0,-39 0 0,10 1 0,199 6 0,-159-8 0,0-2 0,55-11 0,-50 1-682,78-26-1,-59 10-6143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7:48.6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128 1035 24575,'8'-7'0,"8"1"0,0 0 0,0-1 0,-1-1 0,1 0 0,-2-1 0,1-1 0,-2 0 0,18-16 0,-3-1 0,-1-1 0,37-51 0,-38 43 0,-3-1 0,-1-2 0,-2 0 0,-1-2 0,-2 0 0,18-68 0,-26 70 0,-1 0 0,-1 0 0,-3 0 0,-1-1 0,-2 0 0,-1 0 0,-10-60 0,10 94 0,-1 0 0,-1 0 0,1 1 0,-1-1 0,0 1 0,0-1 0,0 1 0,-1 0 0,0 0 0,0 0 0,-4-5 0,5 9 0,1-1 0,-1 1 0,0-1 0,0 1 0,0 0 0,0 0 0,-1 0 0,1 0 0,0 0 0,0 0 0,0 1 0,-1-1 0,1 1 0,0-1 0,-1 1 0,1 0 0,0 0 0,-1 0 0,1 0 0,-1 0 0,1 1 0,0-1 0,0 1 0,-1 0 0,1-1 0,0 1 0,0 0 0,0 0 0,-3 2 0,-7 4 0,-1 1 0,1 0 0,1 1 0,0 0 0,0 1 0,1 0 0,0 1 0,1 0 0,0 0 0,-10 19 0,-6 11 0,-35 83 0,19-19 0,6 1 0,-36 173 0,-12 228 0,81-489 0,-7 42 0,-9 58 0,5 1 0,3 130 0,10-243 0,0-1 0,0 0 0,1 0 0,0 1 0,0-1 0,0 0 0,3 7 0,-3-11 0,0 0 0,-1 1 0,1-1 0,0 0 0,0 0 0,0 0 0,0 0 0,0 0 0,0 0 0,1-1 0,-1 1 0,0 0 0,0-1 0,1 1 0,-1 0 0,0-1 0,1 1 0,-1-1 0,0 0 0,1 0 0,-1 1 0,1-1 0,-1 0 0,0 0 0,1 0 0,-1 0 0,1-1 0,-1 1 0,0 0 0,1-1 0,2 0 0,8-2 0,0-1 0,0-1 0,0 0 0,0-1 0,18-11 0,54-45 0,-57 41 0,183-152 0,-9 7 0,-140 120 0,91-53 0,-142 93 0,0 1 0,0 0 0,1 1 0,-1 0 0,1 0 0,0 1 0,14-2 0,-20 5 0,0 0 0,0 0 0,-1 0 0,1 0 0,0 1 0,0-1 0,-1 1 0,1 1 0,0-1 0,-1 1 0,1-1 0,-1 1 0,0 0 0,0 1 0,0-1 0,0 1 0,0 0 0,0 0 0,4 5 0,0 0 0,-1 1 0,-1 1 0,1 0 0,-1 0 0,-1 0 0,0 0 0,0 1 0,-1 0 0,-1 0 0,0 0 0,0 0 0,-1 1 0,1 11 0,0 14 0,-2 0 0,-6 65 0,-7-16 0,-23 90 0,15-89 0,19-83 11,0 1 0,0-1-1,1 0 1,-1 0 0,1 0 0,0 1-1,0-1 1,0 0 0,2 8 0,-1-10-68,0-1 0,0 1 1,0-1-1,0 0 0,0 1 1,0-1-1,0 0 0,0 0 1,1 1-1,-1-1 1,0 0-1,1 0 0,-1-1 1,1 1-1,-1 0 0,1 0 1,0-1-1,-1 1 0,1-1 1,0 1-1,-1-1 1,1 0-1,0 0 0,-1 1 1,3-2-1,37 3-6769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7:50.3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1 163 24575,'432'-35'0,"315"-33"0,-661 58-101,231-38-1163,-311 47-5562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7:50.6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100 1 24575,'0'0'0,"7"9"0,4 22 0,-1 0 0,-2 0 0,6 41 0,4 100 0,-15-138 0,6 84 0,-5-1 0,-15 144 0,3-189 0,-3 0 0,-3-1 0,-3 0 0,-50 127 0,38-131-1365,2-9-5461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7:52.7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301 1 24575,'0'0'0,"-4"124"0,-28 182 0,-47 115 0,67-364 0,-7 39 0,-111 467 0,120-540 0,9-23 0,1 0 0,0 0 0,0 0 0,0 0 0,0 1 0,0-1 0,0 0 0,-1 0 0,1 0 0,0 0 0,0 0 0,0 0 0,0 0 0,-1 1 0,1-1 0,0 0 0,0 0 0,0 0 0,0 0 0,-1 0 0,1 0 0,0 0 0,0 0 0,0 0 0,-1 0 0,1 0 0,0 0 0,0 0 0,0 0 0,0 0 0,-1 0 0,1-1 0,0 1 0,0 0 0,0 0 0,0 0 0,-1 0 0,1 0 0,0 0 0,0 0 0,0 0 0,0-1 0,0 1 0,-1 0 0,1 0 0,0 0 0,0 0 0,0-1 0,0 1 0,0 0 0,0 0 0,-2-4 0,1-1 0,0 1 0,0-1 0,0 1 0,1-1 0,-1 1 0,1-9 0,2-15 0,0-1 0,2 1 0,1 0 0,1 0 0,2 1 0,18-45 0,-9 32 0,3 2 0,0 0 0,46-61 0,-54 82 0,1 1 0,1 0 0,0 1 0,1 1 0,1 1 0,0 0 0,23-14 0,-34 24 0,0 0 0,0 1 0,0-1 0,0 1 0,1 0 0,-1 1 0,1-1 0,-1 1 0,1 0 0,0 0 0,-1 1 0,1 0 0,0 0 0,0 0 0,-1 1 0,1 0 0,0 0 0,-1 0 0,1 1 0,-1-1 0,0 1 0,1 1 0,-1-1 0,0 1 0,0 0 0,0 0 0,-1 0 0,1 1 0,-1 0 0,7 6 0,2 5 0,0 1 0,-2 1 0,1 0 0,-2 0 0,0 1 0,-1 1 0,-1-1 0,-1 1 0,9 35 0,-5-2 0,-1 0 0,4 84 0,-12-59-273,-3-1 0,-4 1 0,-3-1 0,-19 83 0,15-106-6553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7:53.0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22 24575,'14'-8'0,"-3"4"0,0 2 0,1-1 0,0 1 0,-1 1 0,1 0 0,0 1 0,0 0 0,-1 1 0,1 0 0,0 1 0,19 5 0,-2 1 0,1 2 0,-1 1 0,35 18 0,-50-22 0,-1 0 0,1 2 0,-2-1 0,1 2 0,-1 0 0,0 0 0,-1 1 0,-1 0 0,1 1 0,-2 0 0,0 1 0,10 18 0,-13-19 0,-1 0 0,0 0 0,-1 0 0,0 1 0,-1 0 0,-1 0 0,0 0 0,-1 0 0,0 0 0,-1 0 0,0 0 0,-1 0 0,-1 0 0,-5 25 0,3-27-66,3-8-79,0 0 1,-1 0 0,2 0-1,-1 0 1,0 0 0,1 0 0,-1 0-1,1 5 1,5-8-6682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7:53.1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 24575,'0'0'0,"0"0"0,0 0 0,0-1 0,0 0 0,0 0 0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7:53.6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433 4 24575,'0'-1'0,"0"1"0,0 0 0,-1 0 0,1 0 0,0 0 0,0 0 0,0 0 0,0 0 0,0 0 0,0 0 0,0 0 0,0 0 0,0-1 0,0 1 0,0 0 0,0 0 0,0 0 0,0 0 0,0 0 0,0 0 0,0 0 0,1 0 0,-1 0 0,0 0 0,0-1 0,0 1 0,0 0 0,0 0 0,0 0 0,0 0 0,0 0 0,0 0 0,0 0 0,0 0 0,0 0 0,0 0 0,0 0 0,0 0 0,1 0 0,-1 0 0,0 0 0,0 0 0,0 0 0,0 0 0,0 0 0,0 0 0,0 0 0,0 0 0,0 0 0,0 0 0,0 0 0,1 0 0,-1 0 0,0 0 0,0 0 0,0 0 0,0 0 0,0 0 0,0 0 0,0 0 0,0 0 0,0 0 0,0 0 0,0 0 0,1 0 0,-1 0 0,0 0 0,0 0 0,8 8 0,-5-5 0,25 30 0,-1 1 0,-1 1 0,23 43 0,57 125 0,-25-31-241,-8 4 0,77 281 0,-110-298 190,-7 1 1,-8 2-1,7 211 1,-31-263 50,-4-1 0,-5 1 0,-5-2 0,-4 1 0,-41 136 0,31-160 0,-4-1 0,-3-2 0,-4-1 0,-3-1 0,-4-3 0,-106 140 0,70-125-404,-3-3 0,-182 146 1,45-67-5652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7:54.2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1 232 24575,'0'0'0,"5"-2"0,101-29 0,197-32 0,-231 51 0,770-105-1365,-764 111-5461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7:55.3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750 937 24575,'0'0'0,"0"-2"0,-1 1 0,0 0 0,0-1 0,1 1 0,-1-1 0,1 1 0,0-1 0,-1 1 0,1 0 0,0-1 0,0-2 0,0 3 0,-1-15 0,0 0 0,2 1 0,0-1 0,1 0 0,0 0 0,8-25 0,37-92 0,-38 111 0,91-204 0,-5 13 0,-92 206 0,0 0 0,-1 0 0,1 0 0,-2 0 0,1-1 0,-1 1 0,0-14 0,-1 18 0,0 0 0,-1 0 0,1 0 0,-1 0 0,0 0 0,0 0 0,0 1 0,-1-1 0,1 0 0,0 0 0,-1 1 0,0-1 0,0 1 0,0-1 0,0 1 0,0 0 0,0 0 0,0 0 0,-1 0 0,1 0 0,-5-2 0,-9-4 0,0 0 0,-1 1 0,0 1 0,0 1 0,0 0 0,-1 1 0,-28-3 0,-131 0 0,88 10-273,0 4 0,1 4 0,0 3 0,-90 28 0,62-8-6553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9:04.8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1 253 24575,'58'-2'0,"0"-3"0,114-24 0,106-46 0,-255 68 0,371-116-1365,-358 112-5461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9:05.1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24575,'0'0'0,"0"30"0,2 1364-1365,-2-1342-5461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9:06.0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0 200 24575,'6'21'0,"193"672"0,-196-682 0,-1-2 0,0 0 0,1 0 0,0 0 0,1 0 0,7 12 0,-10-19 0,0-1 0,0 1 0,0-1 0,1 1 0,-1-1 0,0 0 0,1 1 0,-1-1 0,1 0 0,0 0 0,-1 0 0,1 0 0,0 0 0,0-1 0,0 1 0,-1 0 0,1-1 0,0 1 0,0-1 0,0 0 0,0 0 0,0 1 0,0-1 0,0-1 0,0 1 0,0 0 0,0 0 0,0-1 0,-1 1 0,1-1 0,0 0 0,3-1 0,4-2 0,1-1 0,-1-1 0,0 1 0,-1-1 0,1-1 0,-1 0 0,0 0 0,-1-1 0,8-8 0,6-12 0,27-44 0,1-12 0,60-147 0,13-101 0,-107 292 0,-7 19 0,0-1 0,-1 0 0,-2 0 0,6-37 0,-12 56-1365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9:06.4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24575,'1'15'0,"0"0"0,2-1 0,5 21 0,1 9 0,77 549-1365,-82-568-5461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9:06.7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24575,'0'0'0,"0"0"0,0 1 0,0 0 0,0 0 0,0 0 0,0 3 0,0 0 0,0 0 0,0-1 0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9:07.5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24575,'0'0'0,"6"8"0,92 101 0,4-4 0,4-5 0,144 104 0,-97-95 62,60 47-1489,-185-133-5399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9:07.8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567 0 24575,'-20'31'0,"-24"38"0,-209 332 0,177-269 0,-64 158 0,110-209-1365,27-67-5461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9:09.6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322 1 24575,'0'0'0,"14"5"0,13 7 0,-2 0 0,0 1 0,0 2 0,24 19 0,-38-25 0,-1 1 0,1 0 0,-2 0 0,1 1 0,-1 1 0,-1-1 0,0 1 0,-1 1 0,0 0 0,6 16 0,-3 1 0,-2 0 0,0 0 0,-3 1 0,0 1 0,-2-1 0,-1 0 0,-1 1 0,-5 40 0,-8 26 0,-31 125 0,36-192 0,-15 68 0,-43 118 0,56-190 0,-2 0 0,-2-1 0,0-1 0,-1 0 0,-2 0 0,0-2 0,-2 0 0,0-1 0,-26 24 0,32-36 0,0-1 0,0 0 0,-1-1 0,0 0 0,-1-1 0,0-1 0,-19 7 0,26-10 0,0-1 0,1-1 0,-1 1 0,0-1 0,0 0 0,1-1 0,-1 0 0,0 0 0,0 0 0,0-1 0,0 0 0,0 0 0,1-1 0,-1 0 0,1 0 0,-1 0 0,1-1 0,-9-5 0,11 5 0,0 0 0,0-1 0,0 0 0,1 0 0,0 0 0,0 0 0,0 0 0,0-1 0,0 1 0,1-1 0,0 0 0,0 0 0,0 0 0,1 0 0,-1 0 0,1 0 0,1 0 0,-1 0 0,1 0 0,-1-1 0,2 1 0,-1 0 0,0 0 0,2-7 0,2-9 0,0 0 0,2 1 0,0-1 0,14-30 0,6-1-170,3 0-1,1 1 0,3 2 1,2 2-1,2 0 0,1 3 1,83-72-1,-84 84-6655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9:10.1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305 0 24575,'7'31'0,"-1"-9"0,1 28 0,-2 1 0,-3 0 0,-1 0 0,-3 0 0,-2-1 0,-14 67 0,-92 296 0,30-180 0,61-188 0,-1 0 0,-3-2 0,-28 42 0,46-82 0,5-13 0,5-19 0,6-10 0,2 0 0,1 1 0,3 1 0,0 1 0,33-49 0,-14 31 0,2 3 0,76-81 0,-83 101 0,51-41 0,-71 64 0,0 0 0,0 1 0,0 1 0,1-1 0,0 2 0,0 0 0,0 0 0,1 1 0,19-4 0,-27 8 0,0 0 0,1 0 0,-1 0 0,0 0 0,0 1 0,1 0 0,-1 0 0,0 1 0,0-1 0,0 1 0,0 0 0,0 1 0,-1-1 0,1 1 0,-1 0 0,1 0 0,-1 0 0,0 0 0,0 1 0,0 0 0,-1 0 0,1 0 0,-1 0 0,0 0 0,0 1 0,2 4 0,4 9 0,0 0 0,-1 0 0,-1 1 0,-1-1 0,6 33 0,-5-10-455,-2 0 0,-1 46 0,-4-8-6371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9:12.6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209 70 24575,'3'-1'0,"0"1"0,0-1 0,0 0 0,0 0 0,0 0 0,-1 0 0,1 0 0,0-1 0,4-2 0,5-2 0,18-5 0,0 1 0,0 2 0,63-10 0,-72 16 0,1 1 0,-1 0 0,1 2 0,-1 0 0,0 1 0,40 10 0,-58-11 0,-1-1 0,1 1 0,0 0 0,0 0 0,-1 1 0,1-1 0,0 1 0,-1-1 0,1 1 0,-1 0 0,0-1 0,1 2 0,-1-1 0,0 0 0,0 0 0,-1 0 0,1 1 0,2 3 0,-3-2 0,0 0 0,0-1 0,0 1 0,0 0 0,-1-1 0,0 1 0,0 0 0,0 0 0,0-1 0,0 1 0,-1 0 0,0 0 0,0-1 0,-1 6 0,-6 14 0,-2 0 0,0-1 0,-1 0 0,-1 0 0,-1-2 0,-26 32 0,0-5 0,-68 61 0,89-93 0,13-13 0,1 1 0,0 0 0,1 0 0,-1 1 0,1-1 0,-1 1 0,1-1 0,-4 8 0,7-10 0,-1 1 0,1-1 0,0 0 0,0 1 0,1-1 0,-1 0 0,0 1 0,0-1 0,1 0 0,-1 1 0,1-1 0,-1 0 0,1 0 0,-1 1 0,1-1 0,0 0 0,0 0 0,-1 0 0,3 1 0,20 24 0,-18-20 0,29 25 0,-22-21 0,-1 0 0,0 1 0,19 24 0,-28-32 0,0 1 0,0-1 0,0 0 0,-1 1 0,1-1 0,-1 1 0,1-1 0,-1 1 0,-1 0 0,1-1 0,0 1 0,-1 0 0,0 0 0,0-1 0,0 1 0,0 0 0,-1 0 0,1-1 0,-1 1 0,0 0 0,-1 3 0,-4 5 0,1-1 0,-2-1 0,1 1 0,-2-1 0,1 0 0,-1-1 0,-1 1 0,1-2 0,-12 9 0,-8 6 0,-59 35 0,42-34-341,0-2 0,-1-1-1,-63 18 1,37-18-6485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9:13.0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35 24575,'0'0'0,"2"1"0,-1 1 0,0-1 0,1 0 0,-1 0 0,0 0 0,1 0 0,0 0 0,-1-1 0,1 1 0,-1 0 0,1-1 0,0 1 0,0-1 0,2 1 0,0 0 0,49 14 0,0-3 0,1-2 0,58 3 0,167-2 0,291-29 0,-1-35 0,-291 25 0,-145 18-1365,-116 9-5461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9:13.5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450 0 24575,'0'0'0,"21"22"0,7 9 0,-1 1 0,-1 1 0,-2 1 0,-2 1 0,31 65 0,-44-80 0,-1 1 0,-1 1 0,0-1 0,-2 1 0,-1 0 0,0 1 0,-2-1 0,0 0 0,-2 1 0,-1 0 0,0-1 0,-6 29 0,-1-20 0,-2 0 0,-1 0 0,-1-1 0,-1-1 0,-2 0 0,-1-1 0,-1 0 0,-1-2 0,-38 42 0,26-35 0,-2-1 0,-1-3 0,-1 0 0,-1-2 0,-2-2 0,-60 32 0,82-48 0,-1-1 0,0-1 0,0 0 0,-1-2 0,0 0 0,0 0 0,0-2 0,-23 3 0,38-6 0,0 0 0,0 0 0,1 0 0,-1 0 0,0 0 0,1-1 0,-1 1 0,0 0 0,1-1 0,-1 1 0,1-1 0,-1 0 0,0 1 0,1-1 0,0 0 0,-1 0 0,1 0 0,-1 0 0,1 0 0,0 0 0,0-1 0,0 1 0,0 0 0,0-1 0,0 1 0,0 0 0,0-1 0,0 1 0,1-1 0,-1 0 0,0 1 0,1-1 0,0 0 0,-1 1 0,1-1 0,0 0 0,0 1 0,0-1 0,0 0 0,0 1 0,1-4 0,0-6 0,1 1 0,0 0 0,1 0 0,0 0 0,8-16 0,4-6 24,2 1 0,2 1 0,1 1 0,30-36 0,105-96-1509,-88 99-5341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9:14.1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370 0 24575,'0'0'0,"-1"9"0,0 0 0,0 0 0,-1 0 0,-1 0 0,-4 12 0,-3 10 0,-116 356 0,-27-9 0,98-244 0,52-128 0,-4 11 0,7-13 0,6-8 0,25-29 0,-2-1 0,-1-1 0,41-68 0,-37 53 0,22-34 0,-23 33 0,3 1 0,55-64 0,-87 111 0,1 0 0,-1 1 0,1-1 0,0 0 0,0 1 0,0 0 0,1-1 0,-1 1 0,0 1 0,1-1 0,-1 0 0,1 1 0,0 0 0,0 0 0,-1 0 0,1 0 0,0 0 0,0 1 0,5 0 0,-5 0 0,-1 1 0,0 0 0,1 1 0,-1-1 0,0 0 0,0 1 0,0 0 0,0 0 0,0 0 0,0 0 0,-1 0 0,1 1 0,-1-1 0,1 1 0,-1-1 0,0 1 0,0 0 0,0 0 0,0 0 0,-1 0 0,3 6 0,1 5 0,0 1 0,0-1 0,-2 1 0,0 0 0,0 0 0,-2 0 0,0 0 0,-1 17 0,-2 15 0,-11 59 0,-11 16-682,-59 172-1,76-271-6143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9:14.7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1 166 24575,'0'0'0,"9"-1"0,-1-1 0,1 0 0,0 0 0,0-1 0,-1 0 0,16-8 0,0 0 0,94-40 0,53-19 0,-167 68 0,0 0 0,1 1 0,0 0 0,-1 0 0,1 0 0,-1 0 0,1 1 0,0 0 0,0 0 0,-1 0 0,1 0 0,0 1 0,-1 0 0,8 2 0,-9-2 0,-1 1 0,1-1 0,-1 1 0,1 0 0,-1 0 0,0 0 0,0 0 0,0 1 0,0-1 0,0 1 0,0-1 0,-1 1 0,1-1 0,-1 1 0,1 0 0,-1 0 0,0 0 0,0-1 0,-1 1 0,1 0 0,-1 0 0,1 0 0,-1 6 0,1 10 0,-2 0 0,0 0 0,0-1 0,-2 1 0,0-1 0,-2 1 0,-11 33 0,-2-7 0,-45 79 0,32-70 0,-3-1 0,-45 52 0,54-76 0,-1 0 0,-2-2 0,-1-1 0,-51 36 0,44-43 0,30-15 0,23-8 0,-4 1 0,99-24 0,476-95 0,-574 120-341,0 0 0,0 1-1,24 2 1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9:15.2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24575,'0'0'0,"0"0"0,0 0 0,0 0 0,0 0 0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9:16.3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413 91 24575,'43'-24'0,"-34"20"0,13-7 0,0 0 0,1 2 0,1 0 0,-1 1 0,41-6 0,-61 14 0,1 0 0,-1 0 0,1 1 0,-1-1 0,0 1 0,1 0 0,-1 0 0,0 0 0,0 0 0,0 1 0,1-1 0,-2 1 0,1 0 0,0 0 0,0 0 0,-1 0 0,1 1 0,-1-1 0,1 1 0,-1-1 0,0 1 0,0 0 0,0 0 0,-1 0 0,3 4 0,4 8 0,-1 1 0,-1 0 0,7 28 0,-2 0 0,-3 0 0,-1 2 0,-3-1 0,-1 0 0,-3 1 0,-1-1 0,-3 0 0,-1 1 0,-3-2 0,-1 1 0,-2-1 0,-21 51 0,14-48 0,-2 0 0,-3-1 0,-1-2 0,-2 0 0,-3-2 0,-1-1 0,-1-1 0,-3-2 0,-1-1 0,-69 55 0,77-71 0,-50 28 0,69-44 0,0-1 0,0 0 0,-1 0 0,1-1 0,-1 0 0,0-1 0,0 0 0,0 0 0,0-1 0,0 0 0,-14-1 0,18-1 0,0 0 0,0-1 0,0 1 0,1-1 0,-1 0 0,0 0 0,1-1 0,-1 1 0,1-1 0,0 0 0,0 0 0,0-1 0,0 1 0,1-1 0,-1 1 0,1-1 0,0-1 0,0 1 0,0 0 0,1-1 0,0 1 0,0-1 0,-3-8 0,-1-2 0,2-1 0,0-1 0,0 1 0,1 0 0,2-1 0,-1-17 0,2 12 9,2-1 1,0 1-1,2-1 0,0 1 0,2 0 1,0 0-1,1 1 0,2 0 0,0 0 0,1 1 1,1 0-1,13-19 0,-6 15-174,1 0 0,0 1 0,2 1 0,1 1 0,0 1 0,2 0 0,0 2 0,39-22 0,-15 14-6661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9:16.8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366 0 24575,'-4'16'0,"-86"310"0,-26 87 0,-32-13 0,142-390 0,5-14 0,4-21 0,6-10 0,2 0 0,1 1 0,1 0 0,2 1 0,21-33 0,6-3 0,62-76 0,28-11 0,-103 127 0,0 2 0,2 0 0,36-22 0,-61 45 0,0 0 0,0 0 0,0 1 0,0 0 0,1 1 0,0-1 0,8-1 0,-13 4 0,1-1 0,-1 1 0,1 0 0,-1 0 0,1 0 0,0 0 0,-1 1 0,1-1 0,-1 1 0,1-1 0,-1 1 0,0 0 0,1 0 0,-1 0 0,0 0 0,1 1 0,-1-1 0,0 1 0,0-1 0,0 1 0,0 0 0,2 3 0,2 3 0,0 1 0,0 0 0,-1 0 0,0 0 0,-1 1 0,0-1 0,-1 1 0,0 0 0,0 0 0,-1 1 0,0-1 0,0 13 0,0 20 0,-5 67 0,3-99 0,-29 275-721,25-257 77,-3 30-6182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9:17.3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24575,'6'1'0,"1"0"0,-1-1 0,1 0 0,0 0 0,9-2 0,26 1 0,-33 2 0,-1 0 0,0 1 0,0 0 0,0 0 0,0 1 0,-1-1 0,1 2 0,-1-1 0,0 1 0,0 1 0,0-1 0,0 1 0,-1 0 0,1 1 0,-1-1 0,-1 1 0,1 0 0,-1 1 0,0-1 0,0 1 0,-1 0 0,0 0 0,0 1 0,-1-1 0,0 1 0,0 0 0,-1 0 0,0 0 0,0 0 0,-1 0 0,0 0 0,-1 0 0,1 1 0,-2-1 0,1 0 0,-1 0 0,0 0 0,-1 0 0,-2 9 0,-4 10 0,-2 0 0,0-1 0,-1 0 0,-2 0 0,-26 38 0,12-25 0,-3-1 0,-52 54 0,82-92 0,-1 0 0,1 0 0,0 0 0,0 1 0,-1-1 0,1 0 0,0 0 0,0 1 0,0-1 0,0 0 0,-1 0 0,1 1 0,0-1 0,0 0 0,0 0 0,0 1 0,0-1 0,0 0 0,0 1 0,0-1 0,0 0 0,0 0 0,0 1 0,0-1 0,0 0 0,0 1 0,0-1 0,0 0 0,0 0 0,0 1 0,0-1 0,0 0 0,0 1 0,1-1 0,-1 0 0,0 0 0,0 0 0,0 1 0,0-1 0,1 0 0,-1 0 0,0 1 0,0-1 0,0 0 0,1 0 0,-1 0 0,0 0 0,0 1 0,1-1 0,-1 0 0,0 0 0,1 0 0,-1 0 0,20 6 0,-18-6 0,37 6 0,1-1 0,-1-2 0,71-4 0,121-25 0,285-82-1365,-494 102-5461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9:17.7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1 326 24575,'0'0'0,"5"0"0,1074-63-18,-7-77-489,-324 39 407,-690 93 36,-20 2-105,0 1 0,1 3 0,42 1 0,-68 3-6657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9:18.2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368 0 24575,'25'10'0,"-4"1"0,0 0 0,-2 1 0,1 1 0,-1 0 0,-1 2 0,-1 0 0,0 1 0,-1 1 0,0 0 0,16 26 0,-22-29 0,-1 1 0,0 1 0,-1 0 0,-1 0 0,0 0 0,-2 1 0,0 0 0,0 0 0,-2 0 0,0 0 0,-1 1 0,-1-1 0,0 1 0,-3 23 0,-3-9 0,-2 0 0,-1 0 0,-2-1 0,-1 0 0,-1 0 0,-1-1 0,-25 39 0,1-11 0,-2-1 0,-69 76 0,73-94 0,-60 50 0,77-74 0,0-1 0,-2-1 0,0 0 0,0-2 0,-38 16 0,55-26 0,-1 1 0,0-1 0,0 0 0,0 0 0,0 0 0,-1 0 0,1-1 0,0 0 0,0 0 0,0 0 0,0 0 0,0-1 0,-1 1 0,1-1 0,0 0 0,-5-3 0,6 3 0,1-1 0,-1 0 0,1 0 0,-1 0 0,1 0 0,0 0 0,0 0 0,0-1 0,0 1 0,1-1 0,-1 1 0,1-1 0,-1 0 0,1 0 0,0 1 0,0-1 0,0 0 0,1 0 0,-1 0 0,0 0 0,1 0 0,0-6 0,0-12 0,1 0 0,1 1 0,0-1 0,2 0 0,0 1 0,2 0 0,15-38 0,-2 14 0,2 0 0,37-54 0,-30 58-341,1 1 0,2 1-1,69-63 1,-39 49-6485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9:18.9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138 0 24575,'-10'27'0,"-70"213"0,66-185 0,2 0 0,-8 86 0,19-131 0,1 1 0,-1 0 0,2-1 0,0 1 0,0-1 0,1 1 0,4 14 0,-5-23 0,0 1 0,0 0 0,0-1 0,1 1 0,-1-1 0,1 0 0,0 1 0,-1-1 0,1 0 0,0 0 0,0 0 0,1 0 0,-1 0 0,0 0 0,1-1 0,-1 1 0,1-1 0,-1 0 0,1 0 0,0 0 0,-1 0 0,1 0 0,0 0 0,0-1 0,0 1 0,-1-1 0,1 0 0,0 0 0,0 0 0,0 0 0,5-1 0,7-2 0,-1-1 0,1 0 0,-1-1 0,0 0 0,0-1 0,-1-1 0,0 0 0,0 0 0,22-19 0,-1-2 0,-1-1 0,32-38 0,-63 65 0,76-90 0,-69 79 0,0 0 0,0 0 0,-2-1 0,1 0 0,7-23 0,-18 61 0,0 1 0,1 31 0,-2 17 0,-4 4 0,2-36 0,2 0 0,2 0 0,4 50 0,-1-85 0,0 1 0,0-1 0,0 0 0,1 0 0,0 0 0,0 0 0,1 0 0,0 0 0,0-1 0,0 1 0,0-1 0,1 0 0,5 7 0,-6-9 0,1-1 0,-1 1 0,0-1 0,1 1 0,0-1 0,-1 0 0,1 0 0,0-1 0,0 1 0,0-1 0,0 0 0,0 0 0,1 0 0,-1 0 0,0-1 0,0 0 0,0 0 0,1 0 0,-1 0 0,8-2 0,0-1 0,0-1 0,0 0 0,0-1 0,-1 0 0,0-1 0,0 0 0,0-1 0,0 0 0,-1-1 0,0 0 0,-1 0 0,16-19 0,-1-2 0,-1-1 0,-1-1 0,18-36 0,-18 29 0,-2-2 0,-2 0 0,-1-1 0,-3-1 0,-1 0 0,12-71 0,-24 76-1365,-2 27-5461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9:19.2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24575,'0'0'0,"14"3"0,123 24-455,1-6 0,267 5 0,-375-26-6371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9:19.4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92 1 24575,'2'14'0,"-5"97"0,-35 218 0,30-282 0,-31 192-1365,33-206-5461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9:19.7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0 117 24575,'0'0'0,"0"0"0,2 0 0,1-1 0,10-1 0,16-4 0,17-3 0,15-4 0,13-1 0,8 0 0,2 1 0,-1 0 0,-2 2 0,-1 0 0,-14 1-8191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9:20.4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1 936 24575,'0'0'0,"10"5"0,0 0 0,1-1 0,0-1 0,0 0 0,0 0 0,0-1 0,1-1 0,-1 0 0,0 0 0,18-2 0,-12-1 0,0-1 0,-1 0 0,1-1 0,-1-1 0,0-1 0,23-11 0,-11 2 0,0-1 0,-1-2 0,-1-1 0,-1 0 0,-1-2 0,-1-1 0,23-27 0,-27 26 0,-1-1 0,-2-1 0,0 0 0,-1-1 0,-2 0 0,-1-1 0,-1-1 0,-1 0 0,-1 0 0,9-57 0,-15 60 0,-1 0 0,-1 0 0,-1 0 0,-1 0 0,-1 1 0,-1-1 0,-2 0 0,0 1 0,-2 0 0,0 0 0,-2 1 0,0 0 0,-19-31 0,27 51 0,0 1 0,0 0 0,-1 0 0,1-1 0,-1 1 0,1 0 0,-1 0 0,0 0 0,0 1 0,0-1 0,0 0 0,-2-1 0,2 3 0,1 0 0,0 0 0,0 1 0,-1-1 0,1 0 0,0 0 0,0 1 0,-1-1 0,1 1 0,0-1 0,0 1 0,0 0 0,0-1 0,0 1 0,0 0 0,0 0 0,0 0 0,0 0 0,0 0 0,0 0 0,1 0 0,-1 0 0,0 0 0,1 0 0,-1 0 0,1 0 0,-1 2 0,-14 21 0,2 0 0,1 1 0,-11 31 0,-23 87 0,40-120 0,-118 451 0,95-329 0,-14 195 0,42-327 0,1-7 0,-1-1 0,1 0 0,0 1 0,0-1 0,0 0 0,3 11 0,-3-15 0,0 0 0,0-1 0,1 1 0,-1 0 0,1-1 0,-1 1 0,1 0 0,-1-1 0,1 1 0,-1 0 0,1-1 0,-1 1 0,1-1 0,0 1 0,-1-1 0,1 1 0,0-1 0,-1 0 0,1 1 0,1-1 0,0 1 0,-1-1 0,1 0 0,0 0 0,0 0 0,0 0 0,0 0 0,0-1 0,0 1 0,-1 0 0,1-1 0,0 1 0,2-2 0,20-8 0,0-2 0,0 0 0,27-19 0,66-55 0,-94 68 0,97-78 0,50-36 0,-159 124 0,0 0 0,1 1 0,0 1 0,0 0 0,1 0 0,0 1 0,14-3 0,-22 7 0,0 0 0,0 0 0,0 1 0,0-1 0,0 1 0,0 1 0,-1-1 0,1 1 0,0 0 0,0 0 0,0 0 0,0 0 0,-1 1 0,1 0 0,-1 0 0,1 0 0,-1 1 0,0 0 0,0-1 0,0 1 0,0 1 0,6 5 0,-1 3 0,1 0 0,-2 1 0,1 0 0,-2 0 0,0 1 0,0 0 0,-2 0 0,1 0 0,2 17 0,2 12 0,8 84 0,-14-88-341,-3 0 0,-1 0-1,-8 61 1,3-74-6485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9:20.8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0 121 24575,'0'0'0,"0"0"0,12 5 0,24 6 0,1-1 0,1-2 0,-1-1 0,1-3 0,0 0 0,1-3 0,64-5 0,-33-3 0,0-4 0,-1-3 0,85-29 0,37-29-1365,-150 53-5461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7:30.4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 24575,'0'0'0,"0"0"0,0-1 0,0 0 0,0-1 0,0 1 0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7:31.7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1299 407 24575,'-15'-28'0,"-4"2"0,-1 1 0,-1 2 0,-1 0 0,-1 1 0,-1 1 0,0 1 0,-2 2 0,0 0 0,-1 2 0,-57-26 0,20 16 0,-1 3 0,-1 3 0,-132-23 0,179 39 0,2 1 0,1 1 0,-1 0 0,-18 0 0,29 3 0,1-1 0,-1 1 0,1 0 0,0 0 0,-1 0 0,1 1 0,0 0 0,0 0 0,0 0 0,0 1 0,1-1 0,-1 1 0,-8 7 0,-5 7 0,1 1 0,1 1 0,0 1 0,1 0 0,-14 27 0,-53 119 0,43-68 0,5 1 0,3 2 0,6 1 0,-17 130 0,27-101 0,6 0 0,6 0 0,14 134 0,-2-174 0,4 0 0,3-1 0,5-1 0,4-1 0,49 120 0,-49-153 0,2-1 0,2-2 0,3 0 0,2-2 0,1-2 0,4-1 0,1-2 0,1-1 0,58 45 0,-44-48 0,1-2 0,2-2 0,2-3 0,1-3 0,1-2 0,2-4 0,74 21 0,-58-25 0,1-4 0,1-4 0,1-3 0,-1-4 0,129-6 0,-116-7 0,-1-4 0,0-4 0,-1-4 0,-1-5 0,-1-3 0,-1-5 0,-2-3 0,-1-4 0,-3-4 0,-1-3 0,92-68 0,-114 67 0,-2-3 0,-3-3 0,-1-2 0,-3-2 0,-3-2 0,-2-2 0,-3-3 0,-3-1 0,58-126 0,-77 140 0,-3-1 0,-2-1 0,-3-1 0,-2 0 0,-2-1 0,2-61 0,-10 72 0,-2-1 0,-2 1 0,-3-1 0,-1 1 0,-2 0 0,-2 1 0,-2 0 0,-20-50 0,13 50 0,-2 0 0,-2 1 0,-2 1 0,-1 2 0,-2 0 0,-58-60 0,39 54 0,-2 1 0,-2 3 0,-1 2 0,-78-44 0,40 34 0,-3 4 0,-109-38 0,-195-32 0,85 51 0,-624-43 0,922 106-47,-211-3 220,201 6-359,0 0-1,0 2 1,0 1-1,1 0 1,-1 2 0,1 1-1,-24 12 1,-15 13-6640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7:32.4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24575,'33'202'0,"-10"-82"0,41 490 0,-43 3 0,-16-336 0,-14-369 0,12 20 0,3 1 0,3-1 0,3 2 0,4 0 0,2 0 0,4 2 0,32-72 0,-44 116 0,1 0 0,1 2 0,1-1 0,1 1 0,33-38 0,-42 55 0,0 0 0,0 0 0,1 1 0,-1 0 0,1 0 0,0 0 0,0 1 0,0 0 0,1 0 0,-1 0 0,12-2 0,-12 4 0,-1 1 0,1-1 0,-1 1 0,1 1 0,-1-1 0,1 1 0,-1 0 0,1 0 0,-1 0 0,0 1 0,1 0 0,-1 0 0,0 0 0,0 0 0,0 1 0,7 6 0,3 2 0,-1 1 0,-1 0 0,0 2 0,-1-1 0,0 1 0,-1 1 0,-1 0 0,0 1 0,-1 0 0,8 20 0,1 7 0,-2 1 0,20 84 0,-21-36-341,-3 0 0,-4 1-1,-6 144 1,-3-197-6485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7:33.0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90 87 24575,'0'-2'0,"1"1"0,0-1 0,-1 1 0,1-1 0,0 1 0,0 0 0,0-1 0,0 1 0,0 0 0,0 0 0,0-1 0,0 1 0,0 0 0,1 0 0,-1 0 0,0 0 0,1 1 0,2-2 0,31-16 0,-31 16 0,15-6 0,1 1 0,0 0 0,0 2 0,0 0 0,1 1 0,0 1 0,-1 1 0,1 1 0,0 1 0,0 1 0,0 0 0,0 2 0,34 8 0,-50-9 0,1 0 0,0 1 0,-1-1 0,1 1 0,-1 0 0,0 1 0,0-1 0,0 1 0,0 0 0,0 0 0,-1 1 0,0-1 0,0 1 0,5 8 0,-5-5 0,0 0 0,0 1 0,0-1 0,-1 1 0,-1 0 0,0 0 0,0 1 0,1 15 0,-2 2 0,-2 0 0,0 0 0,-2 0 0,-1-1 0,-13 44 0,16-67 0,-3 17 0,-2 0 0,0 0 0,-2 0 0,0-1 0,-20 34 0,22-41 0,21-9 0,48 1 0,-34-3 0,1 2 0,0 0 0,-1 2 0,39 11 0,-61-14 0,0 1 0,-1-1 0,0 1 0,0 0 0,0 1 0,0-1 0,0 1 0,-1 0 0,1 1 0,-1-1 0,0 1 0,-1 0 0,1 0 0,-1 1 0,0-1 0,0 1 0,-1 0 0,0 0 0,0 0 0,0 1 0,-1-1 0,0 1 0,0-1 0,1 10 0,-1-6 0,-1 0 0,-1 0 0,0 0 0,0 1 0,-1-1 0,0 0 0,-1 0 0,0 0 0,-1 0 0,0 0 0,-5 11 0,1-7 0,-1 0 0,0 0 0,-1-1 0,0 0 0,-1 0 0,-19 18 0,6-10 0,-1-1 0,-1-1 0,-1-1 0,-1-2 0,0 0 0,-54 21 0,45-24-124,-1-2 0,0-1 0,-1-2 0,1-2 0,-1-1 0,-1-2-1,1-2 1,0-1 0,-1-2 0,-46-9 0,13-2-6702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7:34.2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0 432 24575,'0'0'0,"13"-1"0,1 0 0,21-5 0,2 0 0,885-62 0,-342 35 0,-131-6 0,247-18 0,2 52 0,217 93 0,-49-2 0,-848-89 0,-17 3 0,-1 0 0,0 0 0,0 0 0,0-1 0,0 1 0,0 0 0,1 0 0,-1-1 0,0 1 0,0 0 0,0-1 0,0 1 0,0 0 0,0 0 0,0-1 0,0 1 0,0 0 0,0 0 0,0-1 0,0 1 0,0 0 0,0-1 0,0 1 0,0 0 0,-1 0 0,1-1 0,0 1 0,0 0 0,0 0 0,0-1 0,0 1 0,-1 0 0,1 0 0,0-1 0,-28-24 0,-1 5 0,0 1 0,-2 1 0,-57-24 0,-103-29 0,187 69 0,-199-61 0,-310-54 0,545 137 0,50 19 0,1-4 0,167 47 0,-151-53 0,172 75 0,-259-98 0,1 0 0,-1 1 0,-1 1 0,20 15 0,-28-21 0,0 1 0,-1 0 0,1 0 0,-1 0 0,1 0 0,-1 0 0,0 1 0,0-1 0,-1 1 0,1-1 0,-1 1 0,1 0 0,-1-1 0,0 1 0,-1 0 0,1 0 0,-1 0 0,1 0 0,-1 0 0,0 0 0,-2 6 0,0 2 0,-1 0 0,-1 0 0,0-1 0,-1 0 0,0 0 0,-1 0 0,0 0 0,-11 13 0,-10 11 0,-32 30 0,52-57 0,-84 82 0,-4-4 0,-4-5 0,-3-4 0,-3-4 0,-147 76 0,35-48-1365,134-70-5461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7:36.8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446 2477 24575,'-10'-156'0,"1"34"0,1-432 0,26-2 0,-1 14 0,-17 512 0,3-12 0,-3-1 0,-2 1 0,-2-1 0,-13-62 0,18 104 0,-1 1 0,0 0 0,0-1 0,0 1 0,0 0 0,-1-1 0,1 1 0,0 0 0,0-1 0,0 1 0,0-1 0,0 1 0,0 0 0,0 0 0,-1-1 0,1 1 0,0 0 0,0-1 0,0 1 0,-1 0 0,1 0 0,0-1 0,-1 1 0,1 0 0,0 0 0,0-1 0,-1 1 0,1 0 0,0 0 0,-1 0 0,1 0 0,0 0 0,-1-1 0,1 1 0,0 0 0,-1 0 0,1 0 0,-1 0 0,1 0 0,0 0 0,-1 0 0,1 0 0,-1 1 0,-14 12 0,9-6 0,-47 53 0,2 3 0,4 2 0,2 2 0,-62 125 0,43-49 0,56-122 0,1 0 0,1 1 0,1 0 0,1 0 0,-1 23 0,6-42 0,4-11 0,4-16 0,19-57 0,125-332 0,-100 285 0,84-142 0,-134 263 0,1 1 0,0 0 0,0 0 0,0 0 0,1 0 0,0 1 0,0-1 0,0 2 0,1-1 0,6-4 0,-8 7 0,-1 1 0,0 0 0,0 0 0,1 0 0,-1 0 0,1 0 0,-1 1 0,0-1 0,1 1 0,-1 0 0,1 0 0,-1 1 0,1-1 0,-1 0 0,1 1 0,-1 0 0,0 0 0,1 0 0,-1 1 0,0-1 0,0 1 0,6 3 0,8 6 14,0 1-1,0 1 1,-1 0-1,-1 1 1,0 1-1,19 25 1,70 109-862,-87-123 236,11 18-6214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7:37.6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1384 24575,'1'2'0,"0"1"0,0 0 0,-1-1 0,2 1 0,-1-1 0,0 0 0,0 1 0,1-1 0,1 3 0,5 7 0,38 75 0,8 18 0,95 138 0,-140-231 0,0 0 0,1-1 0,0 0 0,21 17 0,-26-24 0,0-1 0,0 0 0,0 0 0,0 0 0,1-1 0,-1 1 0,1-1 0,-1-1 0,1 1 0,0-1 0,0 0 0,0 0 0,0-1 0,0 1 0,7-2 0,-3 0 0,1-1 0,0-1 0,-1 0 0,1 0 0,-1-1 0,0 0 0,17-10 0,1-3 0,39-32 0,16-21-115,130-141 1,56-105-466,-221 257 589,194-240-9,91-109 0,19 24 0,-325 356 0,-15 16 0,-1 0 0,2 0 0,0 1 0,0 0 0,1 2 0,16-10 0,-30 19 16,0 0 0,0 1 0,-1-1 1,1 0-1,0 0 0,0 0 1,0 0-1,0 0 0,0 1 0,0-1 1,0 0-1,0 0 0,0 0 1,1 0-1,-1 0 0,0 1 1,0-1-1,0 0 0,0 0 0,0 0 1,0 0-1,0 0 0,0 0 1,0 0-1,0 1 0,0-1 0,0 0 1,1 0-1,-1 0 0,0 0 1,0 0-1,0 0 0,0 0 0,0 0 1,0 0-1,1 0 0,-1 0 1,0 1-1,0-1 0,0 0 1,0 0-1,0 0 0,0 0 0,1 0 1,-1 0-1,0 0 0,0 0 1,-11 14 1,-8 5-1383,-7 5-5461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7:38.2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1791 24575,'14'25'0,"9"15"0,8 14 0,1-2 0,67 80 0,-94-125 0,1-1 0,0 0 0,0-1 0,1 1 0,0-1 0,0 0 0,0-1 0,0 0 0,1 0 0,0 0 0,0-1 0,0 0 0,0-1 0,9 2 0,-7-3 0,1-1 0,-1 0 0,1 0 0,-1-1 0,1 0 0,-1-1 0,0 0 0,0-1 0,0 0 0,0-1 0,15-7 0,13-8 3,-1-2-1,-1-2 0,-1-1 0,33-29 1,123-126-157,-169 158 99,751-834-976,-155 160 919,-596 671 98,27-29 8,3 3 0,70-55 0,-117 102-81,-5 2 134,1 0 0,0 0 0,-1 1 0,1-1 0,0 0 0,0 1 0,-1-1 0,1 0 0,0 1 0,0-1 0,0 1 1,0-1-1,0 1 0,0 0 0,0-1 0,0 1 0,0 0 0,0 0 0,0 0 0,0-1 0,0 1 0,0 0 1,0 1-1,0-1 0,0 0 0,0 0 0,0 0 0,0 0 0,0 1 0,1 0 0,12 0-1412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9:33.3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89 0 24575,'-18'283'0,"9"-175"0,-10 106-73,-22 401-1219,40-557-5534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9:33.9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8 905 24575,'-3'-24'0,"-1"6"0,3-3 0,2 1 0,1-1 0,0 1 0,1 0 0,2-1 0,0 1 0,1 1 0,0-1 0,2 1 0,0 1 0,15-24 0,2 0 0,3 1 0,0 1 0,57-58 0,-42 54 0,2 1 0,3 3 0,0 2 0,69-40 0,-80 56 0,0 2 0,2 2 0,0 2 0,1 1 0,0 2 0,1 1 0,47-6 0,-74 16 0,0 1 0,1 0 0,-1 1 0,0 1 0,0 0 0,0 0 0,22 7 0,-29-6 0,-1 0 0,1 0 0,0 1 0,-1 0 0,0 1 0,0 0 0,0 0 0,0 0 0,-1 0 0,1 1 0,-1 0 0,0 0 0,-1 0 0,1 1 0,-1 0 0,6 11 0,-4-3 0,0-1 0,-1 1 0,-1 0 0,-1 1 0,0-1 0,0 1 0,-2 0 0,0-1 0,0 1 0,-2 0 0,-2 19 0,-3 9 0,-2-1 0,-22 69 0,-4-16 0,-5-1 0,-4-2 0,-3-3 0,-5-1 0,-62 81 0,107-161 0,0 0 0,1 0 0,0 1 0,1-1 0,0 1 0,-5 13 0,9-18 0,-1 0 0,0 0 0,1 0 0,0 0 0,0 1 0,0-1 0,1 0 0,-1 0 0,1 0 0,0 0 0,0 0 0,0 0 0,1 0 0,0 0 0,-1-1 0,1 1 0,4 5 0,5 7 0,2 0 0,0-1 0,0 0 0,1-1 0,1-1 0,18 13 0,105 65 0,-112-75 0,-15-9 0,25 15 0,-2 1 0,52 43 0,-76-57 0,-1 1 0,0 0 0,0 1 0,-1-1 0,0 1 0,-1 1 0,-1 0 0,1 0 0,-2 0 0,0 0 0,0 1 0,3 16 0,-5-6 0,0 0 0,-2 1 0,0-1 0,-2 1 0,0-1 0,-2 0 0,-1 0 0,0 0 0,-2 0 0,0-1 0,-2 1 0,-17 34 0,6-18 0,-2-2 0,-2 0 0,-1-1 0,-2-1 0,-59 62 0,61-73 12,-2-2 0,0 0 0,-2-2 0,0 0 0,-1-2 0,-1-2 0,-1 0 0,0-2 0,-47 14 0,59-23-37,0-1 0,-1 0 0,0-2-1,0 0 1,0-1 0,0-1 0,-29-4 0,33 2-92,1-1 1,0-1-1,-1-1 0,2 0 0,-1-1 1,1 0-1,-1-2 0,2 1 0,-1-2 1,-15-12-1,-17-20-6709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9:34.7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292 338 24575,'-34'465'0,"20"-333"0,-48 428 0,-30 327 0,92-873 0,-1 11 0,-1-21 0,-3-13 0,-8-35 0,2-1 0,-9-72 0,3-97 0,14 164 0,-15-1071 0,20 982 0,-2 129 0,0-44 0,2 0 0,11-64 0,-10 101 0,1 0 0,1 1 0,0-1 0,1 1 0,1 0 0,1 1 0,0-1 0,1 1 0,0 1 0,1 0 0,13-13 0,-1 5 0,2 0 0,1 2 0,1 1 0,0 1 0,1 1 0,1 2 0,1 1 0,0 1 0,39-12 0,-16 9 0,1 2 0,1 2 0,0 3 0,87-3 0,-101 11 0,0 1 0,0 3 0,70 12 0,-96-12 0,0 0 0,-1 1 0,1 1 0,-1 0 0,0 0 0,0 1 0,-1 1 0,0 0 0,0 1 0,0 0 0,-1 1 0,-1 1 0,1-1 0,10 14 0,-16-15 0,0 1 0,0 0 0,-1 0 0,0 0 0,0 1 0,-1-1 0,0 1 0,-1 0 0,0 0 0,0 0 0,-1 0 0,-1 0 0,0 0 0,0 0 0,-1 0 0,-3 15 0,-1 2 0,-2-1 0,-1 0 0,-1 0 0,-1-1 0,-15 27 0,-6 4 0,-3-1 0,-3-2 0,-1-1 0,-3-2 0,-67 63 0,44-54 0,-2-3 0,-3-3 0,-114 68 0,141-97 0,-68 29 0,96-48 0,-1 1 0,1-2 0,-1 0 0,0-1 0,-1-1 0,1 0 0,0-1 0,-28-1 0,41 0-57,0 0 0,0 0 1,0 0-1,0 0 0,0 0 0,0 0 0,0-1 0,0 1 0,0-1 0,0 0 0,0 0 1,1 1-1,-1-1 0,0 0 0,0 0 0,1-1 0,-1 1 0,1 0 0,-1 0 1,1-1-1,-1 1 0,1-1 0,-1-1 0,-2-9-6769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9:35.3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0 516 24575,'0'0'0,"0"-1"0,0 1 0,0-1 0,0 1 0,1-1 0,-1 1 0,0-1 0,0 1 0,0-1 0,0 1 0,1-1 0,-1 1 0,0 0 0,0-1 0,1 1 0,-1-1 0,0 1 0,0 0 0,1-1 0,-1 1 0,1 0 0,-1-1 0,0 1 0,1 0 0,-1 0 0,1-1 0,-1 1 0,1 0 0,-1 0 0,0 0 0,1 0 0,-1-1 0,1 1 0,0 0 0,26-11 0,-23 10 0,486-151 0,14 37 0,-496 113 0,-1 1 0,640-131 0,4 45 0,-598 84-1365,-44 4-5461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9:35.8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 0 24575,'-12'24'0,"9"0"0,2 0 0,0 1 0,2-1 0,1 1 0,0-1 0,9 34 0,-6-33 0,167 702 0,-19-101 0,-75-123 0,-48-287 0,-40-246-1365,5 17-5461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9:36.4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1 728 24575,'27'-1'0,"106"-20"0,-1-5 0,131-44 0,-183 48 0,1512-485 0,-1429 448-1365,-113 38-5461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9:36.9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24575,'2'64'0,"3"0"0,16 80 0,41 124 0,-39-176 0,104 471 0,-41 7 0,-43-17 0,-42-576-1365,0 9-5461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9:37.2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24575,'0'0'0,"2"12"0,138 1267 0,-139-1258-94,0-11-160,0 1 0,-1-1-1,0 0 1,-3 15 0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9:37.4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 24575,'0'0'0,"1"0"0,-1-2 0,1 1 0,-1 0 0,1 1 0,-1-1 0,0 1 0,0 0 0,10 9 0,4 4-8191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9:38.3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1 347 24575,'62'77'0,"-2"4"0,-4 2 0,-4 2 0,-4 2 0,-3 2 0,-4 3 0,-5 0 0,-3 3 0,20 103 0,-48-171 0,-5-19 0,-2-19 0,-4-34 0,2 0 0,2 0 0,6-79 0,31-132 0,28-35 0,-51 251 0,2 1 0,1 0 0,2 2 0,2 0 0,26-40 0,-37 66 0,-1 1 0,1 0 0,1 1 0,0 0 0,0 0 0,1 1 0,0 0 0,20-12 0,-24 17 0,1 0 0,-1 0 0,1 1 0,-1 0 0,1 0 0,0 0 0,0 1 0,0 0 0,0 0 0,0 1 0,0 0 0,0 0 0,0 1 0,0 0 0,0 0 0,0 1 0,9 2 0,-2 2 0,0 1 0,0 0 0,-1 1 0,0 0 0,0 1 0,-1 0 0,0 1 0,-1 0 0,0 1 0,19 24 0,-6-1 0,-1 0 0,35 72 0,-22-27 0,-3 2 0,31 121 0,12 179 0,-73-361 0,0-17 0,0-32 0,0 3 0,86-510 0,-59 405 0,7 1 0,55-129 0,-84 237 0,16-32 0,-22 51 0,0-1 0,0 1 0,1-1 0,-1 1 0,1 0 0,0 0 0,0 0 0,0 0 0,0 0 0,7-4 0,-8 7 0,0-1 0,0 0 0,-1 1 0,1-1 0,0 1 0,0 0 0,0 0 0,0-1 0,0 1 0,0 1 0,0-1 0,0 0 0,0 0 0,0 1 0,0-1 0,0 1 0,0-1 0,-1 1 0,1 0 0,0 0 0,0 0 0,-1 0 0,1 0 0,-1 0 0,1 0 0,1 2 0,4 4 0,0 0 0,0 0 0,11 16 0,1 7 0,0 1 0,-2 0 0,-2 1 0,-1 1 0,14 48 0,-7-4 0,16 106 0,-21-53 49,0 133 0,-19 131-951,2-327 341,0-25-6265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9:38.8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122 703 24575,'23'52'0,"-3"-5"0,2-1 0,52 80 0,-72-122 0,0-1 0,1-1 0,0 1 0,-1 0 0,1 0 0,0-1 0,0 0 0,1 0 0,-1 0 0,0 0 0,1 0 0,-1 0 0,1-1 0,-1 0 0,1 0 0,4 1 0,-1-1 0,0 0 0,-1-1 0,1 0 0,-1-1 0,1 1 0,0-1 0,-1-1 0,12-2 0,2-4 0,-1-1 0,1 0 0,-1-1 0,31-22 0,-18 7 0,-1 0 0,0-2 0,-2-1 0,-1-2 0,-2-1 0,-1 0 0,30-50 0,-41 58 0,-1-1 0,0-1 0,-2-1 0,-1 1 0,-1-2 0,-1 1 0,-2-1 0,0 0 0,-2-1 0,-1 1 0,0-49 0,-4 63 0,-1-1 0,0 1 0,-1 0 0,0-1 0,-1 1 0,0 0 0,-1 1 0,-1-1 0,0 1 0,0 0 0,-2 1 0,1-1 0,-1 1 0,-1 1 0,0-1 0,0 2 0,-1-1 0,0 1 0,-1 1 0,0 0 0,0 0 0,-1 1 0,0 1 0,0 0 0,-1 0 0,1 1 0,-1 1 0,0 0 0,-1 1 0,1 1 0,0 0 0,-1 0 0,-14 1 0,10 2 0,0 0 0,1 1 0,-1 1 0,1 1 0,0 0 0,0 1 0,0 1 0,1 1 0,0 0 0,0 1 0,1 0 0,0 2 0,0 0 0,1 0 0,0 2 0,1-1 0,-16 20 0,4-2 0,2 1 0,1 0 0,1 2 0,2 1 0,1 0 0,1 1 0,-13 43 0,9-13 0,4 1 0,2 1 0,3 0 0,3 0 0,3 1 0,3 1 0,3-1 0,3 0 0,2 0 0,4 0 0,30 114 0,-31-151 0,2 0 0,1-1 0,1-1 0,2 0 0,0-1 0,33 45 0,-39-61 0,2 0 0,-1 0 0,2-1 0,-1 0 0,1-1 0,1 0 0,0-1 0,0 0 0,0-1 0,1-1 0,0 0 0,0 0 0,1-1 0,0-1 0,0 0 0,23 3 0,-12-6 12,0 0 0,-1-2 0,1-1 0,-1 0 0,1-2 0,-1-1-1,0-1 1,0-1 0,27-12 0,5-6-507,-1-2 1,76-51-1,-14-2-6331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9:47.2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566 144 24575,'0'0'0,"7"1"0,690 97 47,6-51-691,236-73 23,0-46-100,-470 34 591,1694-116 686,-2327 155 957,-1676 21-3446,-8 62 0,929-11 1612,-387 24 104,1271-94 708,-39-1 2660,656 21-2600,-2-32-1699,-468 7 1174,3694-93-3454,-3647 90 3338,51 0 3319,-258-3-1809,-357-23-1262,-16 23-1339,339 7 773,-1428 4 50,-196-4 389,1585-1-95,-888-35-795,988 36 1888,16 0-262,8 1-111,43 6-225,512 33-1000,4-34-686,-506-5 1283,1451-16-1230,377 1 166,-1333 21 419,-310-2 4084,-303-10-2246,1-1-1258,-112-4 37,-867-15-1426,-13 30-1225,651-1 2791,-57 0-165,-644 6-152,9 26 57,998-30 287,-187 18 1505,283-23-1627,0 0-1,0 0 1,0 0 0,0 0-1,1 0 1,-1 0-1,0 0 1,0 0 0,0 0-1,0 0 1,0 0-1,0 0 1,0 0 0,0 0-1,0 0 1,0 0-1,0 0 1,0 0 0,0 0-1,0 0 1,0 0-1,0 0 1,0 1 0,0-1-1,0 0 1,0 0-1,0 0 1,0 0 0,0 0-1,0 0 1,0 0-1,0 0 1,0 0-1,0 0 1,0 0 0,0 0-1,0 0 1,0 0-1,0 0 1,0 0 0,0 1-1,0-1 1,0 0-1,0 0 1,0 0 0,11 3-9,23 5 129,71 6 0,-100-14-163,511 24-72,13-34-1228,844-46-1408,564-12 1843,-1624 68 464,294-7 3351,-591 6-2673,-11 2-57,-1-1 1,1-1-1,0 1 0,-1-1 1,1 0-1,8-2 0,-19 2-163,1 0 0,0 0 0,0-1-1,0 1 1,0-1 0,0 0 0,0-1-1,-8-5 1,-7-1-39,18 8-1385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9:48.0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1032 24575,'0'0'0,"0"0"0,16-2 0,1125-102-564,-202 24-1550,711-131 906,159-16-401,962 7 1490,3 88-2198,-2528 124 2576,259-12-3289,-171-2 4781,-302 18-152,-30 2-2438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9:49.3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163 294 24575,'0'0'0,"0"0"0,0 0 0,-1 0 0,1-1 0,0 1 0,0 0 0,0 0 0,-1 0 0,1-1 0,0 1 0,0 0 0,-1 0 0,1 0 0,0 0 0,0 0 0,-1 0 0,1 0 0,0 0 0,-1 0 0,1 0 0,0 0 0,-1 0 0,1 0 0,0 0 0,0 0 0,-1 0 0,1 0 0,0 0 0,-1 0 0,1 0 0,0 0 0,0 0 0,-1 0 0,1 0 0,0 1 0,0-1 0,-1 0 0,1 0 0,0 0 0,0 1 0,0-1 0,-1 0 0,1 0 0,0 1 0,0-1 0,0 0 0,0 0 0,-1 1 0,1-1 0,0 0 0,0 0 0,0 1 0,0-1 0,0 0 0,0 1 0,0-1 0,0 0 0,0 1 0,-4 13 0,1 0 0,1 0 0,0 0 0,1 1 0,0-1 0,1 0 0,4 27 0,-2-17 0,46 368 0,29-1 0,-37-199 0,-24-115 0,53 357 0,-68-429 0,0 1 0,-1 0 0,0 0 0,0 0 0,-3 11 0,3-17 0,0 1 0,0-1 0,0 0 0,0 0 0,0 1 0,0-1 0,-1 0 0,1 0 0,0 0 0,0 1 0,0-1 0,0 0 0,-1 0 0,1 0 0,0 1 0,0-1 0,0 0 0,-1 0 0,1 0 0,0 0 0,0 0 0,-1 0 0,1 0 0,0 0 0,0 1 0,-1-1 0,1 0 0,0 0 0,0 0 0,-1 0 0,1 0 0,0 0 0,0 0 0,-1 0 0,1 0 0,0-1 0,0 1 0,-1 0 0,1 0 0,0 0 0,0 0 0,-1 0 0,1 0 0,0-1 0,-20-21 0,-5-15 0,2-1 0,-32-75 0,-23-95 0,33 65 0,6-2 0,7-2 0,5-1 0,-11-254 0,36 352 0,2 0 0,3 0 0,1 1 0,3-1 0,15-58 0,-17 92 0,1 1 0,0-1 0,1 1 0,0 1 0,1-1 0,1 1 0,0 0 0,16-16 0,-16 21 0,-1 1 0,1 0 0,1 1 0,0 0 0,0 0 0,0 1 0,1 1 0,-1-1 0,1 2 0,1 0 0,-1 0 0,22-4 0,-18 6 0,0 0 0,-1 1 0,1 1 0,0 0 0,0 1 0,-1 1 0,1 0 0,-1 1 0,1 0 0,-1 1 0,0 1 0,-1 0 0,1 1 0,-1 0 0,0 2 0,0-1 0,-1 1 0,0 1 0,0 0 0,16 18 0,-12-11 0,-1 2 0,-1 0 0,-1 0 0,0 1 0,-1 1 0,-1 0 0,-1 0 0,-1 1 0,-1 1 0,-1-1 0,0 1 0,5 39 0,-8-17 0,-1 0 0,-3 1 0,-1-1 0,-3 0 0,-11 61 0,3-50 0,-2-1 0,-3 0 0,-43 94 0,56-139 0,1-3 0,0 1 0,-1 0 0,0-1 0,-8 12 0,50-13 0,147 0 0,-100-4 0,0 2 0,148 28 0,-216-27 0,0 0 0,0 2 0,-1 0 0,0 1 0,0 0 0,0 1 0,-1 1 0,-1 1 0,1 0 0,-1 1 0,19 19 0,-25-21 0,0 1 0,-1-1 0,0 2 0,-1-1 0,1 1 0,-2 0 0,0 0 0,0 0 0,-1 1 0,-1 0 0,0 0 0,0 0 0,-1 0 0,-1 0 0,0 0 0,0 1 0,-2 14 0,-1-12 0,0 0 0,-1 0 0,0 0 0,-1 0 0,-1-1 0,0 0 0,-1 1 0,-11 18 0,5-14 0,-1 0 0,0-1 0,-2 0 0,0-1 0,-18 16 0,-5-1 0,-2-2 0,0-2 0,-2-1 0,-69 32 0,39-26 0,-1-3 0,-100 27 0,123-44 0,-1-2 0,0-3 0,0-1 0,-82-2 0,127-4-151,0-2-1,1 1 0,-1-1 0,0 0 1,0 0-1,0-1 0,0 1 1,-8-5-1,-2-5-6674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9:50.0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148 631 24575,'6'15'0,"14"38"0,-3 1 0,17 88 0,4 116 0,-33-222 0,24 228 0,13 93 0,-26-261 0,46 154 0,-62-249 0,7 22 0,1 0 0,17 34 0,-19-50 0,-4-14 0,-4-18 0,-95-410 0,55 270 0,-245-977 0,280 1116 0,-2-5 0,2-1 0,-5-45 0,11 67 0,1 1 0,0 0 0,0 0 0,1-1 0,0 1 0,1 0 0,0 0 0,0 0 0,1 0 0,0 0 0,1 1 0,0-1 0,5-7 0,1 2 0,1 2 0,0-1 0,0 2 0,2-1 0,-1 2 0,1-1 0,1 2 0,0 0 0,0 1 0,1 0 0,0 1 0,26-9 0,-2 4 0,0 1 0,0 2 0,1 2 0,44-3 0,-42 7 0,0 3 0,0 1 0,58 9 0,-78-7 0,0 2 0,0 0 0,0 2 0,-1 0 0,0 1 0,-1 2 0,1 0 0,18 13 0,-32-18 0,0 0 0,0 1 0,0 0 0,-1 0 0,1 1 0,-2-1 0,1 1 0,-1 1 0,0-1 0,0 1 0,-1 0 0,0 0 0,-1 0 0,4 11 0,-5-7 0,1-1 0,-2 1 0,0 0 0,0 0 0,-1 0 0,0 0 0,-1 0 0,-1 0 0,-4 18 0,-4 2 0,-1 0 0,-2 0 0,-1-1 0,-1 0 0,-2-2 0,-29 41 0,9-19-273,-2-2 0,-2-2 0,-1-2 0,-75 60 0,106-96-6553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9:50.3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0 429 24575,'13'3'0,"12"0"0,0-1 0,1-2 0,-1 0 0,36-6 0,103-24 0,-132 23 0,130-32 60,213-80 0,142-99-1545,-479 200-5341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9:50.6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24575,'73'1115'0,"44"-233"-1365,-110-835-5461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9:50.9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1 354 24575,'23'-8'0,"552"-174"0,12 43 0,-500 120-1365,-60 14-5461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9:51.2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24575,'5'30'0,"-3"-11"0,175 832 0,-30-157 0,-104-431-1365,-34-201-5461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9:52.2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7818 819 24575,'-17'-13'0,"-19"-15"0,-1 2 0,-2 1 0,-66-32 0,34 29 0,-1 3 0,-1 4 0,-121-20 0,-233-8 0,-1599 6-572,1402 69 572,-755 130 0,752-14 0,459-90 0,-266 121 0,318-115 0,2 4 0,-200 147 0,232-143 0,2 4 0,4 3 0,3 3 0,-69 94 0,79-84 0,4 2 0,4 3 0,4 3 0,4 1 0,5 3 0,4 1 0,4 2 0,4 1 0,-19 128 0,38-148 0,3 0 0,4 0 0,3 1 0,5 0 0,14 93 0,-5-107 0,2-2 0,3 0 0,3-1 0,3 0 0,3-2 0,56 97 0,-49-106-2,4 0-1,1-3 1,3-1 0,93 87-1,-68-81 11,2-3-1,3-3 1,93 50-1,-51-41-22,193 70 0,130 4-180,-146-69-304,515 49-1,308-89-1076,-767-46 1464,-1-15 1,561-131-1,-533 66 121,-5-15 0,417-193 0,5-99-42,-623 303-266,-5-7 1,220-195 0,-309 239 362,-4-3 0,-2-3 0,-4-3 0,105-166 0,-141 194-52,-2 0 1,-2-2-1,-3-1 1,-2-1-1,-2 0 1,-2-1-1,-3-1 0,-2 0 1,-3-1-1,1-77 1,-10 71-12,-3-1 1,-3 0 0,-2 1-1,-3 1 1,-38-107-1,20 90-7,-3 2 0,-3 1 0,-88-131 0,45 99 110,-5 3-1,-4 4 0,-5 4 1,-3 5-1,-149-108 0,115 104-105,-5 5-1,-3 7 0,-254-110 1,277 147 23,-3 5 0,-1 6 0,-2 4 1,0 6-1,-179-13 0,132 31 37,0 8 0,-266 35 0,-313 113-1690,357-44-1690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0:59:59.3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6561 569 24575,'-13'-10'0,"-8"-3"0,-1 1 0,0 1 0,0 1 0,-1 1 0,-42-11 0,-125-16 0,-299-10 0,-6 37 0,119 5 0,142-4 0,-323-3 0,402 16 0,-245 38 0,151 8 0,3 10 0,2 10 0,4 11 0,-318 157 0,398-159 0,3 8 0,5 6 0,-200 162 0,261-179 0,4 4 0,4 4 0,3 3 0,4 3 0,4 4 0,-69 122 0,72-90 0,6 4 0,6 2 0,6 2 0,-37 155 0,37-75 0,11 1 0,-13 223 0,39-200 0,12 1 0,42 370 0,10-261 0,105 374 0,-105-542 0,133 319 0,-129-382 0,7-2 0,4-3 0,120 159 0,-87-153 0,5-3 0,192 166 0,-128-146 0,245 152 0,217 67 0,16-43 0,114 20 0,-579-264 0,2-9 0,250 48 0,-212-73 0,0-10 0,2-8 0,0-11 0,-1-9 0,428-65 0,-529 46 0,0-6 0,-2-4 0,-1-6 0,151-72 0,-169 61 0,-3-3 0,-2-5 0,-3-4 0,-2-4 0,86-83 0,-122 97 0,-4-2 0,-1-2 0,-3-2 0,46-79 0,-44 53 0,-3-2 0,56-155 0,-55 100 0,30-160 0,-1-150 0,-45 176 49,-6-308-1,-75-277-290,-74 6-81,-48 12 177,-232-599 146,367 1328 0,-183-514 0,-35 16 0,217 529 74,-3 2 0,-4 3 0,-83-107 0,94 142-34,-1 1 0,-1 3 0,-2 1-1,-2 2 1,-2 2 0,0 1 0,-55-27-1,26 23-37,-3 3-1,0 3 1,-2 4 0,-1 3-1,-1 4 1,-83-10-1,20 14-47,0 5 0,-231 15 0,183 12-892,-352 79 1,316-39-5252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1:13.1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924 17 24575,'0'-1'0,"0"0"0,-1 0 0,1 0 0,0 0 0,-1 0 0,1 0 0,0 1 0,-1-1 0,1 0 0,-1 0 0,0 0 0,1 1 0,-1-1 0,0 0 0,1 1 0,-1-1 0,0 1 0,0-1 0,1 1 0,-1-1 0,-1 0 0,-11 20 0,7-8 0,-168 328-266,14 8-1,-134 432 1,121-167 266,141-459 0,6 2 0,-4 162 0,27-239 0,4-1 0,15 104 0,-10-140 0,2 0 0,2-1 0,2 0 0,1 0 0,2-2 0,21 39 0,-27-61 31,0-1-1,1 0 1,1-1 0,0 0 0,1 0-1,1-2 1,0 1 0,0-2 0,1 0-1,1 0 1,0-1 0,22 10 0,-14-10 13,-1-1 0,1-2 1,0 0-1,0-1 1,1-2-1,0 0 0,0-1 1,39-2-1,-28-2-271,-1-1-1,0-3 1,0 0-1,0-2 1,41-15-1,-12-2-6598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1:53.2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2190 236 24575,'-1'-2'0,"0"-1"0,0 1 0,0-1 0,-1 1 0,1-1 0,-1 1 0,0 0 0,0-1 0,1 1 0,-1 0 0,-3-2 0,0-1 0,-10-9 0,-1 0 0,0 1 0,-1 0 0,-1 2 0,0 0 0,0 1 0,-1 1 0,-32-12 0,-4 3 0,-107-20 0,97 27 0,1 2 0,-1 4 0,-1 2 0,1 3 0,0 3 0,-72 12 0,99-8 0,0 2 0,0 1 0,1 2 0,1 1 0,0 2 0,1 1 0,1 2 0,1 2 0,0 1 0,1 1 0,-49 46 0,29-14 0,3 2 0,2 2 0,-65 107 0,-90 208 0,133-230 0,-71 209 0,118-283 0,3 2 0,3 0 0,3 2 0,4-1 0,-1 100 0,14-69 0,4 0 0,5 0 0,4-2 0,33 106 0,-11-78 0,6-2 0,101 199 0,-106-251 0,3-1 0,3-3 0,2-1 0,4-3 0,66 66 0,-83-100 0,1-1 0,1-2 0,2-1 0,51 28 0,-58-40 0,2-1 0,0-2 0,0-1 0,1-1 0,1-2 0,42 6 0,-30-11 0,0-1 0,1-3 0,-1-2 0,0-3 0,0-1 0,0-2 0,0-3 0,-2-1 0,84-32 0,-40 5 0,-2-4 0,-2-4 0,152-107 0,-119 64-194,-4-5-1,-4-5 0,-5-5 0,156-196 1,-188 202 196,-5-3-1,-5-3 1,-4-3 0,-4-3 0,-6-1 0,41-132 0,-68 165-20,-3-2 1,-4 0 0,-3 0-1,-3-1 1,-5-1-1,-2 1 1,-11-97-1,2 125 7,-2-1-1,-2 1 0,-3 1 1,-2 0-1,-2 1 1,-3 0-1,-2 2 0,-1 0 1,-3 2-1,-2 1 0,-62-78 1,57 87 11,-2 1 0,-2 1 0,-1 2 0,-1 2 0,-2 1 0,-55-29 0,35 27 0,-2 2 0,-1 4 0,-132-37 0,89 39 0,-200-19 0,-103 30 0,74 25-40,241-4 139,-142 30 0,228-36-1,-13 4 693,21-6-826,1 0 1,-1 0-1,1 1 1,-1-1-1,1 0 1,-1 1-1,1-1 1,0 1-1,-1-1 1,1 0-1,0 1 1,-1-1-1,1 1 1,0-1-1,-1 1 1,1-1-1,0 1 1,0-1-1,0 1 1,0-1-1,-1 1 1,1-1-1,0 1 1,0-1-1,0 1 1,0 0-1,0-1 1,0 1-1,0-1 1,0 1-1,0-1 1,1 1-1,-1 0 1,4 11-6792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0:29.6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1858 451 24575,'-12'-13'0,"1"0"0,-1 1 0,-1 0 0,0 1 0,-25-15 0,15 10 0,-9-7 0,-2 1 0,0 2 0,-1 1 0,-1 2 0,-1 2 0,0 1 0,-1 2 0,0 1 0,-1 2 0,0 2 0,-1 2 0,1 1 0,-1 2 0,0 2 0,1 1 0,-1 2 0,0 2 0,-69 18 0,54-5 0,1 3 0,2 1 0,0 3 0,1 3 0,2 1 0,0 2 0,3 3 0,-60 55 0,60-46 0,3 2 0,2 1 0,1 3 0,3 1 0,2 2 0,2 1 0,-41 91 0,57-101 0,1 0 0,2 0 0,3 2 0,1 0 0,2 0 0,2 0 0,2 1 0,4 85 0,3-91 0,2 1 0,2-1 0,2 0 0,2-1 0,1 0 0,2 0 0,1-2 0,2 1 0,2-2 0,28 40 0,-19-36 0,2-2 0,2 0 0,1-3 0,2 0 0,1-3 0,1 0 0,2-3 0,55 32 0,-44-33 0,2-3 0,1-2 0,1-2 0,0-2 0,2-3 0,89 14 0,-77-21 0,1-3 0,0-3 0,0-3 0,-1-3 0,1-3 0,-1-3 0,0-3 0,-1-3 0,0-3 0,-1-3 0,-2-2 0,96-50 0,-106 42 0,0-2 0,-3-3 0,0-1 0,-3-3 0,-1-2 0,-2-2 0,-3-2 0,-1-2 0,-2-2 0,-2-1 0,42-80 0,-54 82 0,-1-1 0,-3-1 0,-2-1 0,-3-1 0,-1-1 0,-4 0 0,-1 0 0,-3-1 0,-2 0 0,-3-1 0,-2 1 0,-2 0 0,-12-68 0,5 78 0,-2 0 0,-2 0 0,-2 1 0,-2 1 0,-1 1 0,-3 0 0,-1 2 0,-2 0 0,-1 1 0,-3 2 0,-1 1 0,-58-57 0,55 64 0,-2 1 0,-1 2 0,-1 1 0,-1 1 0,-1 3 0,0 1 0,-2 2 0,0 1 0,-2 2 0,1 2 0,-2 2 0,1 2 0,-71-6 0,68 13-151,0 1-1,1 3 0,-1 2 0,1 2 1,0 1-1,0 3 0,1 1 1,-59 24-1,-11 16-6674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0:30.3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1772 219 24575,'0'-1'0,"0"0"0,0 0 0,0 0 0,0-1 0,-1 1 0,1 0 0,-1 0 0,1 0 0,-1 0 0,1 0 0,-1 0 0,1 0 0,-3-2 0,-1-1 0,0 0 0,0 1 0,-1 0 0,0-1 0,0 2 0,1-1 0,-2 1 0,1-1 0,0 1 0,-8-1 0,-61-12 0,59 13 0,-51-6 0,1 3 0,-1 3 0,1 2 0,-1 4 0,1 2 0,0 3 0,0 3 0,-114 37 0,121-29 0,2 3 0,0 2 0,2 2 0,1 3 0,1 2 0,2 2 0,1 2 0,2 3 0,-74 77 0,85-74 0,2 2 0,1 2 0,3 1 0,2 1 0,2 1 0,2 2 0,2 0 0,3 2 0,2 0 0,-20 107 0,32-121 0,1 1 0,2-1 0,2 1 0,1 0 0,2 0 0,17 75 0,-12-84 0,1 0 0,2-1 0,1-1 0,2 0 0,0-1 0,2 0 0,1-1 0,2-1 0,28 32 0,-21-30-5,1-2-1,1-1 1,2-2 0,0 0-1,1-2 1,64 32-1,-48-32 25,1-2 0,1-2 0,1-3 0,76 14-1,-37-17-181,1-4-1,-1-3 1,1-5-1,0-3 0,136-25 1,-110 6 117,-1-4-1,-1-6 1,-2-4 0,179-88-1,-203 80 55,-2-5 0,-2-3 0,-2-3-1,-3-5 1,136-134 0,-178 155-9,-1-1 0,-3-2-1,-1-1 1,-2-2 0,-3-1 0,34-77 0,-49 94 0,-1-2 1,-1 0-1,-2 0 0,-1 0 1,-2-1-1,-1 0 0,-1 0 1,-2 0-1,-2 0 0,0-1 1,-13-60-1,7 63 1,-2 0 0,-2 1 0,0 0 0,-2 1 0,-1 1 0,-2 0 0,-1 0 0,0 2 0,-2 0 0,-1 1 0,-1 2 0,-30-28 0,19 24 0,-1 1 0,-2 2 0,0 1 0,-1 1 0,-1 3 0,-1 0 0,-1 3 0,-75-22 0,47 22-589,-84-8 0,-57 7-5298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0:31.1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1 526 24575,'0'0'0,"19"5"0,97 24 5,187 21 0,122-17-129,1259-59-2087,-4-142 2807,-1473 145-513,-139 13 1563,-68 10-1646,0-1 0,0 1 0,0-1 0,-1 1 0,1-1 0,0 1 0,0-1 0,-1 0 0,1 1 0,0-1 0,0 1 0,-1 0 0,1-1 0,-1 1 0,1-1 0,0 1 0,-1 0 0,1-1 0,-1 1 0,1 0 0,-1-1 0,1 1 0,-1 0 0,1-1 0,-1 1 0,0 0 0,-67-41 0,-2 3 0,-100-39 0,106 49 0,-469-193 0,560 253 0,25 16 0,99 70 0,71 27 0,-161-106 0,-3-5 0,-37-23 0,-1 1 0,0 1 0,25 22 0,-45-35 0,1 1 0,0 0 0,0-1 0,0 1 0,-1 0 0,1 0 0,0 0 0,-1 0 0,1 0 0,-1 0 0,1 0 0,-1 0 0,1 0 0,-1 0 0,0 0 0,0 0 0,1 0 0,-1 0 0,0 0 0,0 0 0,0 0 0,0 0 0,0 0 0,0 0 0,0 0 0,-1 0 0,1 0 0,0 0 0,-1 0 0,1 0 0,-1 2 0,-6 7-273,1 0 0,-1 0 0,-1-1 0,-15 15 0,-57 52-6553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0:31.9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1067 1 24575,'-13'9'0,"5"0"0,-142 127 0,-173 117 0,240-191 0,-313 233-1365,302-226-5461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0:36.0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24575,'0'0'0,"0"0"0,3 1342 0,-1-1431 0,5 0 0,3 0 0,4 1 0,4 0 0,55-161 0,-68 234 0,-3 7 0,1 0 0,0 0 0,0 1 0,9-14 0,-12 20 0,1-1 0,0 1 0,0 0 0,0 0 0,0-1 0,1 1 0,-1 0 0,0 0 0,0 0 0,1 1 0,-1-1 0,0 0 0,1 0 0,-1 1 0,1-1 0,-1 1 0,1-1 0,-1 1 0,1 0 0,-1-1 0,1 1 0,-1 0 0,1 0 0,0 0 0,-1 0 0,1 1 0,-1-1 0,1 0 0,-1 0 0,1 1 0,1 0 0,6 3 0,-1 0 0,0 1 0,0 0 0,-1 0 0,0 1 0,1 0 0,-2 0 0,1 1 0,-1 0 0,0 0 0,0 0 0,-1 1 0,0 0 0,0 0 0,-1 0 0,0 0 0,5 18 0,-1 0 0,0 2 0,-2-1 0,-1 1 0,2 46 0,-5 32 0,-14 111 0,5-129 0,6-74-273,1 1 0,0-1 0,0 0 0,4 19 0,4-7-6553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0:36.2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51 0 24575,'0'0'0,"0"4"0,0 9 0,-1 19 0,0 24 0,-2 22 0,-2 19 0,-2 12 0,-2 5 0,1-1 0,-1-2 0,2-21-8191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0:37.3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504 4304 24575,'-2'-5'0,"0"0"0,0-1 0,0 1 0,1 0 0,0-1 0,0 1 0,0-1 0,1-8 0,-2-5 0,-8-124 0,11-180 0,33-151 0,-29 418 0,45-466-334,23-294-1147,-55 0 819,-23 668 1255,-7 1 0,-42-201 0,41 303 105,13 45-698,0-1 0,-1 1 0,1 0 0,0 0 0,-1 0 0,1-1 0,0 1 0,-1 0 0,1 0 0,0 0 0,-1 0 0,1 0 0,0 0 0,-1 0 0,1 0 0,-1 0 0,1 0 0,0 0 0,-1 0 0,1 0 0,0 0 0,-1 0 0,1 0 0,0 0 0,-1 0 0,1 1 0,-1-1 0,1 0 0,0 0 0,0 0 0,-1 1 0,1-1 0,0 0 0,-1 0 0,1 1 0,0-1 0,0 0 0,-1 1 0,-1 0 0,-36 27 0,1 2 0,1 1 0,2 2 0,-30 38 0,38-44 0,-69 77 0,-131 186 0,220-279 0,23-30 0,359-497 0,-201 263 0,-157 227 0,10-13 0,34-38 0,-54 68 0,1 0 0,1 0 0,-1 1 0,1 0 0,1 1 0,-1 0 0,1 0 0,0 1 0,13-4 0,-16 8 7,0 0-1,1 0 0,-1 1 0,0 1 1,1-1-1,-1 1 0,1 1 1,-1 0-1,0 0 0,1 0 0,-1 1 1,0 0-1,0 1 0,0 0 1,0 0-1,-1 1 0,1-1 0,10 9 1,8 5-378,-1 2-1,-1 1 1,32 33 0,4 10-6455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0:38.4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57 174 24575,'20'-32'0,"-20"31"0,0 1 0,0-1 0,1 0 0,-1 1 0,0-1 0,1 0 0,-1 1 0,0-1 0,1 0 0,-1 1 0,1-1 0,-1 1 0,1-1 0,0 1 0,-1-1 0,1 1 0,-1-1 0,1 1 0,0-1 0,-1 1 0,1 0 0,0-1 0,-1 1 0,1 0 0,0 0 0,0 0 0,-1 0 0,2-1 0,16 26 0,-18-25 0,17 33 0,-1 1 0,-2 0 0,14 52 0,17 114 0,-30-121 0,-4 0 0,-3 1 0,-4 0 0,-6 84 0,-1-124 0,-2 0 0,-1-1 0,-2 0 0,-2 0 0,-1 0 0,-2-1 0,-2-1 0,-1 0 0,-2-2 0,-24 36 0,39-66 0,-35 44 0,36-47 0,0 0 0,0 0 0,0 0 0,0 0 0,0 0 0,-1-1 0,1 1 0,0-1 0,-1 1 0,1-1 0,-1 0 0,0 0 0,1 0 0,-1-1 0,0 1 0,0 0 0,-4-1 0,6 0 0,-1 0 0,1 0 0,0-1 0,0 1 0,0 0 0,0-1 0,0 1 0,0-1 0,0 0 0,0 1 0,0-1 0,0 0 0,0 1 0,0-1 0,0 0 0,0 0 0,0 0 0,1 0 0,-1 0 0,0 0 0,1 0 0,-1 0 0,1 0 0,-1 0 0,1 0 0,-1-2 0,-5-37 0,6 13 0,1-1 0,1 0 0,2 0 0,7-30 0,38-111 0,-46 159 0,54-153 0,124-247 0,131-130 0,-290 511 0,-22 29 0,0 0 0,0 0 0,0 0 0,0 0 0,0 0 0,1-1 0,-1 1 0,0 0 0,0 0 0,0 0 0,0 0 0,0 0 0,0 0 0,0-1 0,0 1 0,1 0 0,-1 0 0,0 0 0,0 0 0,0 0 0,0 0 0,0 0 0,1 0 0,-1 0 0,0 0 0,0 0 0,0 0 0,0 0 0,1 0 0,-1 0 0,0 0 0,0 0 0,0 0 0,0 0 0,0 0 0,1 0 0,-1 0 0,0 0 0,0 0 0,0 0 0,0 0 0,0 0 0,1 0 0,-1 0 0,0 0 0,0 1 0,0-1 0,0 0 0,0 0 0,0 0 0,1 0 0,-1 0 0,0 0 0,0 0 0,0 1 0,0-1 0,0 0 0,0 0 0,0 0 0,0 0 0,0 1 0,0-1 0,0 0 0,0 0 0,0 0 0,0 0 0,0 0 0,0 1 0,-11 54 0,5-27 0,-30 120 0,-44 229 0,73-329 0,3 0 0,1 0 0,3 1 0,2-1 0,15 92 0,-13-123-97,-1-1-1,2 0 1,0 0-1,1 0 1,1-1-1,0 0 1,1 0-1,1 0 1,0-1-1,1-1 1,0 0-1,1 0 0,23 20 1,21 7-6729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0:38.6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78 0 24575,'0'0'0,"0"3"0,0 8 0,0 21 0,-1 31 0,-2 33 0,-3 28 0,-4 19 0,-2 9 0,-4 2 0,0-1 0,3-27-8191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1:29.5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8 789 24575,'-1'-2'0,"0"1"0,1 0 0,-1-1 0,0 1 0,1 0 0,-1-1 0,1 1 0,0-1 0,-1 1 0,1-1 0,0 1 0,0-3 0,0 4 0,-1-15 0,1 1 0,0-1 0,1 1 0,1-1 0,1 1 0,0-1 0,0 1 0,7-14 0,4-9 0,34-63 0,-26 61 0,2 1 0,1 1 0,2 2 0,1 0 0,2 2 0,48-40 0,-59 56 0,2 1 0,0 1 0,0 1 0,1 0 0,1 2 0,0 1 0,1 1 0,0 0 0,0 2 0,1 1 0,0 1 0,39-4 0,-50 10 0,-1-1 0,0 2 0,1 0 0,-1 1 0,0 0 0,0 0 0,0 2 0,0 0 0,0 0 0,-1 1 0,1 1 0,-2 0 0,18 11 0,-16-7 0,0 0 0,-1 1 0,-1 0 0,1 1 0,-2 0 0,0 1 0,0 0 0,-1 1 0,-1 0 0,12 28 0,-6-6 0,-3 1 0,-1 0 0,-1 1 0,-2-1 0,-2 2 0,-2-1 0,-1 0 0,-6 66 0,-5-15 0,-4-1 0,-40 143 0,-32 30 0,62-207 0,-1 0 0,-51 79 0,68-120 0,-1-1 0,-1 0 0,0 0 0,0-1 0,-2 0 0,-16 14 0,26-24 0,0 0 0,0 0 0,0 0 0,0-1 0,0 1 0,0 0 0,-1-1 0,1 1 0,0-1 0,-1 1 0,1-1 0,0 1 0,-1-1 0,1 0 0,0 0 0,-1 1 0,1-1 0,0 0 0,-1 0 0,1-1 0,-1 1 0,1 0 0,0 0 0,-1-1 0,1 1 0,0-1 0,0 1 0,-1-1 0,1 1 0,0-1 0,0 0 0,0 1 0,-1-1 0,1 0 0,0 0 0,0 0 0,0 0 0,1 0 0,-1 0 0,0 0 0,0-1 0,1 1 0,-1 0 0,0 0 0,1-1 0,-1 1 0,1 0 0,0 0 0,-1-3 0,-1-5 0,0 0 0,0 0 0,1-1 0,0 1 0,1 0 0,0-1 0,3-17 0,18-74 0,5 10-32,4 2 0,4 1 0,73-135 0,-36 99-227,152-201 1,-153 238 258,91-89 0,-120 137 0,2 2 0,1 1 0,1 3 0,56-31 0,-88 57 0,0 0 0,1 0 0,0 1 0,0 1 0,1 1 0,-1 0 0,1 1 0,20-2 0,-31 4 0,1 1 0,0 0 0,0 1 0,-1-1 0,1 1 0,0 0 0,-1 0 0,1 1 0,-1-1 0,1 1 0,-1 0 0,0 0 0,0 0 0,0 1 0,0-1 0,0 1 0,0 0 0,-1 0 0,1 0 0,-1 1 0,0 0 0,0-1 0,0 1 0,-1 0 0,1 0 0,-1 0 0,0 0 0,0 1 0,2 7 0,1 3 27,-2-1 0,1 1 0,-2-1 0,0 1 0,-1 28 0,-2-3 161,-9 46 0,-9 23-237,-6-1 1,-62 170-1,-111 200-257,32-128 623,7-14-1906,142-298-4771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1:30.2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552 840 24575,'0'15'0,"-4"59"0,-3 0 0,-29 126 0,-58 139 0,-278 630 0,363-948 0,8-16 0,-1 0 0,1 0 0,-1-1 0,0 1 0,-1-1 0,1 1 0,-1-1 0,0 0 0,-6 7 0,8-31 0,3-11 0,1 0 0,11-42 0,152-540-156,51 12-746,-207 573 866,26-68 36,126-324 0,20 13 0,-166 374-7,2 0-1,1 1 1,2 1 0,24-29 0,-38 52 32,1 1 1,0 0-1,0 0 1,0 0 0,1 1-1,-1 0 1,2 1-1,11-6 1,-15 9 34,1 0 0,-1 0 0,0 1 0,1 0 0,-1 0 0,1 0 0,0 1 0,-1 0 0,1 0 0,-1 0 0,1 1 0,-1 0 0,1 1 0,9 2 0,-5 1-60,-1 0 0,1 1 0,-1 0 0,1 0 0,-2 1 0,1 1 0,-1-1 0,0 2 0,-1-1 0,0 1 0,0 0 0,-1 1 0,0 0 0,-1 0 0,0 0 0,8 19 0,-2-1 0,-2 0 0,-1 1 0,-1 1 0,-1-1 0,4 45 0,-8-31 0,-2 1 0,-2 0 0,-2 0 0,-1 0 0,-3-1 0,-1 0 0,-3 0 0,-26 70 0,17-64 0,-2-1 0,-3-1 0,-1-1 0,-2-1 0,-2-2 0,-68 76 0,90-111-100,-41 39 333,45-44-348,1 0-1,-1 0 1,0-1 0,0 0 0,0 0-1,0 0 1,0 0 0,0-1 0,-1 0 0,1 1-1,0-2 1,-7 2 0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1:30.5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142 19 24575,'-2'-1'0,"0"1"0,-6-1 0,-6-1 0,-1 1 0,-4-1 0,1 0 0,5 1 0,3 0 0,-1 0 0,1 0 0,3 0 0,2 1 0,2-1 0,-1-2 0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1:31.3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671 0 24575,'-4'15'0,"-178"608"0,-33-9 0,61-177 0,147-418 0,-70 228 0,67-208 0,3-1 0,1 1 0,1 1 0,1 55 0,5-83 0,0-1 0,0 1 0,1-1 0,0 0 0,1 1 0,0-1 0,1 0 0,0 0 0,1-1 0,9 17 0,-10-21 0,1 0 0,-1-1 0,1 1 0,1-1 0,-1 0 0,1 0 0,0-1 0,0 0 0,0 0 0,0 0 0,1 0 0,0-1 0,-1-1 0,1 1 0,0-1 0,1 0 0,11 2 0,1-3 12,1 1 0,0-2 0,0-1 0,0-1-1,-1-1 1,1 0 0,-1-1 0,0-2 0,24-9 0,7-5-507,0-3 1,57-35-1,-4-6-6331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1:31.5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35 24575,'0'0'0,"0"0"0,5 0 0,10-1 0,20 0 0,28-3 0,27-1 0,25-3 0,16 0 0,-13 1-8191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1:32.4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926 397 24575,'-19'-28'0,"18"24"0,-1 1 0,1 0 0,-1 1 0,1-1 0,-1 0 0,0 0 0,-1 1 0,1-1 0,0 1 0,-1 0 0,1 0 0,-1 0 0,-3-2 0,2 2 0,-1 0 0,1 0 0,-1 1 0,0-1 0,1 1 0,-1 1 0,0-1 0,0 1 0,0 0 0,0 0 0,0 0 0,0 0 0,1 1 0,-6 1 0,-6 2 0,0 1 0,-30 13 0,6 2 0,1 2 0,1 2 0,1 1 0,2 2 0,0 1 0,-58 62 0,40-30 0,3 1 0,2 2 0,-40 75 0,60-91 0,3 0 0,1 2 0,3 1 0,2 1 0,-23 99 0,42-147 0,-2 6 0,0 1 0,1-1 0,0 1 0,1 13 0,0-22 0,0 1 0,0-1 0,0 0 0,1 0 0,-1 1 0,0-1 0,0 0 0,1 0 0,-1 0 0,1 1 0,-1-1 0,1 0 0,-1 0 0,1 0 0,0 0 0,-1 0 0,1 0 0,0 0 0,0 0 0,0 0 0,0 0 0,0-1 0,0 1 0,0 0 0,0-1 0,0 1 0,0-1 0,0 1 0,1-1 0,-1 1 0,0-1 0,0 0 0,0 1 0,1-1 0,-1 0 0,0 0 0,0 0 0,1 0 0,-1 0 0,0 0 0,0 0 0,2-1 0,4-1 0,0 0 0,0-1 0,0 1 0,-1-1 0,1 0 0,-1-1 0,11-8 0,44-38 0,-7-2 0,-3-2 0,48-65 0,81-132 0,-124 169 0,-55 80 0,6-7 0,-1-1 0,1 1 0,1 0 0,0 1 0,12-11 0,-18 18 0,0-1 0,0 1 0,0-1 0,0 1 0,1 0 0,-1 0 0,0 0 0,1 1 0,-1-1 0,1 0 0,-1 1 0,1 0 0,-1-1 0,1 1 0,-1 0 0,1 0 0,-1 1 0,1-1 0,-1 0 0,1 1 0,-1 0 0,1-1 0,-1 1 0,0 0 0,0 0 0,1 0 0,-1 1 0,0-1 0,4 4 0,13 11 0,0 1 0,-1 1 0,-1 1 0,-1 1 0,15 23 0,-11-15 0,45 47 0,-57-67 0,2 0 0,-1 0 0,1-1 0,0 0 0,0-1 0,0 0 0,1-1 0,0 0 0,15 5 0,-10-7 0,1 0 0,-1 0 0,0-2 0,1 0 0,-1-1 0,1-1 0,0 0 0,-1-1 0,0-1 0,0 0 0,0-1 0,24-10 0,2-3 0,-1-2 0,-1-2 0,51-34 0,-5-8 0,135-126 0,-101 80 0,-114 104 0,0-1 0,1 1 0,0 0 0,-1 1 0,12-6 0,-16 10 0,-1-1 0,1 0 0,0 1 0,0 0 0,-1-1 0,1 1 0,0 0 0,0 0 0,0 0 0,-1 0 0,1 0 0,0 0 0,0 0 0,0 1 0,-1-1 0,1 1 0,0-1 0,-1 1 0,1 0 0,0 0 0,-1-1 0,1 1 0,-1 0 0,1 0 0,-1 1 0,1-1 0,-1 0 0,0 0 0,0 1 0,2 1 0,3 5 0,-1 1 0,1 0 0,-1 0 0,-1 1 0,0-1 0,0 1 0,-1 0 0,3 13 0,11 88 0,-15-98 0,4 53 0,-2 0 0,-3 1 0,-4 0 0,-2-1 0,-3 0 0,-3 0 0,-20 69 0,25-121 0,9-39 0,15-51 3,4 2-1,34-82 1,79-144-105,23-11-206,-116 239 253,2 3 0,63-76-1,-98 133 56,1 2 0,0-1 0,1 1 0,0 1 0,0 0 0,19-12 0,-27 19 0,0 0 0,1 1 0,-1-1 0,1 1 0,-1 0 0,1 0 0,0 0 0,0 0 0,-1 1 0,1-1 0,0 1 0,0 0 0,-1 0 0,1 1 0,0-1 0,0 1 0,-1-1 0,1 1 0,0 0 0,-1 1 0,1-1 0,-1 1 0,0-1 0,1 1 0,-1 0 0,0 0 0,0 1 0,4 3 0,2 4 26,0 0 0,-1 1 0,0 0 0,-1 0-1,0 0 1,-1 1 0,0 0 0,-1 0 0,0 1-1,5 24 1,1 12 116,7 76 0,-11-13-597,-5-1 0,-16 154 0,5-168-6371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1:32.9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841 0 24575,'-4'137'7,"-22"137"0,-41 129-182,-184 572-348,-98-31 241,320-872 282,2-4 0,-56 100 0,79-163-21,4-11 1,9-23 222,28-56 231,63-107 1,69-78-496,54-34 62,-172 243 0,3 2 0,106-88 0,-141 131 0,1 1 0,1 1 0,0 1 0,1 1 0,1 1 0,-1 1 0,45-14 0,-59 22 0,0 0 0,0 1 0,0 0 0,0 0 0,0 1 0,0 0 0,0 0 0,0 1 0,0 0 0,0 0 0,-1 1 0,1 0 0,0 0 0,-1 1 0,1 0 0,-1 0 0,0 1 0,0 0 0,0 0 0,0 0 0,-1 1 0,0 0 0,0 1 0,0-1 0,-1 1 0,0 0 0,0 1 0,5 6 0,1 7 0,-1-1 0,-1 2 0,0 0 0,-2 0 0,0 0 0,-1 1 0,-2 0 0,0 0 0,-1 0 0,0 23 0,-2 24 0,-15 134 0,-4-82 0,-5-1 0,-44 136 0,59-234-69,6-19-23,1 1-1,-1-1 1,1 1-1,0-1 0,0 1 1,0-1-1,0 1 1,1 0-1,-1-1 0,1 1 1,0 0-1,0 0 1,1 6-1,7-4-6733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0:48.0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 0 24575,'0'0'0,"-1"2"0,0 0 0,-2 6 0,-2 6 0,0 1-8191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0:49.1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752 439 24575,'-14'24'0,"-349"803"0,55-106 0,256-623 0,52-98 0,0-1 0,-1 1 0,1 0 0,0 0 0,0-1 0,0 1 0,0 0 0,0 0 0,0-1 0,0 1 0,0 0 0,-1 0 0,1 0 0,0-1 0,0 1 0,0 0 0,-1 0 0,1 0 0,0 0 0,0-1 0,0 1 0,-1 0 0,1 0 0,0 0 0,0 0 0,-1 0 0,1 0 0,0 0 0,0 0 0,-1 0 0,1 0 0,0 0 0,0 0 0,-1 0 0,1 0 0,0 0 0,0 0 0,-1 0 0,1 0 0,0 0 0,0 0 0,-1 0 0,1 0 0,0 0 0,0 0 0,0 0 0,-1 1 0,1-1 0,0 0 0,0 0 0,0 0 0,-1 0 0,1 1 0,0-1 0,0 0 0,0 0 0,0 1 0,0-1 0,-1 0 0,1 0 0,0 0 0,0 1 0,0-1 0,-2-28 0,4-10 0,2-1 0,1 1 0,13-45 0,21-62-232,6 3-1,77-165 1,162-260-230,-85 217 462,25 19 0,-222 327 0,1 0-1,1 0 1,-1 0 0,1 0 0,-1 1-1,1-1 1,0 1 0,8-5-1,-11 8 35,1-1-1,0 1 1,-1 0-1,1 0 0,0-1 1,-1 1-1,1 0 1,-1 1-1,1-1 0,0 0 1,-1 0-1,1 1 1,0-1-1,-1 1 0,1-1 1,-1 1-1,1 0 1,-1-1-1,1 1 0,-1 0 1,0 0-1,1 0 1,-1 0-1,0 0 0,0 1 1,0-1-1,0 0 1,2 3-1,12 13 2,-1 2 0,-1 0 0,0 1 0,-2 0 0,11 24 0,40 117-52,-27-51 17,-5 3 0,23 170 0,-36-132 0,-3 220 0,-16-301-273,-3 1 0,-3-1 0,-3 0 0,-24 84 0,10-76-6553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0:49.3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 99 24575,'0'0'0,"-1"0"0,0-1 0,-1 0 0,7-1 0,15-3 0,25-4 0,28-3 0,24-2 0,18 1 0,9 0 0,2 2 0,-3 1 0,-23 2-8191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0:49.9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0 432 24575,'15'-4'0,"305"-84"0,4 14 0,621-58 0,-932 132 0,5-1 0,-17-1 0,-11-3 0,-90-29 0,-1 5 0,-172-27 0,263 54 0,-14-3 0,21 8 0,11 5 0,29 16 0,1-2 0,0-2 0,45 17 0,-34-15 0,273 120 0,-313-138-90,-3-2 120,0 0 1,-1 1 0,0 0-1,0 0 1,0 0 0,9 7 0,-13-9-78,-1 0 0,1 1 1,0-1-1,0 0 1,-1 0-1,1 1 1,-1-1-1,1 0 1,-1 1-1,1-1 1,-1 1-1,0-1 0,0 0 1,0 1-1,0-1 1,0 1-1,0-1 1,0 1-1,0-1 1,0 1-1,-1-1 0,1 0 1,-1 1-1,1-1 1,-1 0-1,1 1 1,-1-1-1,0 0 1,0 0-1,0 1 1,-1 0-1,-27 35-6779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0:50.7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1348 1 24575,'0'0'0,"-1"4"0,-15 67 0,-50 136 0,-49 63 0,111-262 0,-407 814-877,-53-31 604,427-731 273,-33 55 0,-89 108 0,159-222 4,0-1-1,-1 0 1,1 0 0,0 0 0,0 0-1,-1 1 1,1-1 0,0 0-1,0 0 1,-1 0 0,1 1 0,0-1-1,0 0 1,0 0 0,-1 1 0,1-1-1,0 0 1,0 1 0,0-1 0,0 0-1,0 1 1,0-1 0,0 0 0,0 0-1,-1 1 1,1-1 0,0 0 0,0 1-1,0-1 1,1 0 0,-1 1 0,0-1-1,0 0 1,0 1 0,0-1 0,0 0-1,0 1 1,0-1 0,0 0 0,1 0-1,-1 1 1,0-1 0,0 0 0,0 1-1,1-1 1,-1 0 0,0 0 0,0 0-1,1 1 1,-1-1 0,0 0-1,0 0 1,1 0 0,0 1 0,23 0 605,-14-2-465,42-2-340,1-3 0,-1-2 1,0-2-1,-1-3 1,93-36-1,-27 1-6630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0:50.9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0 121 24575,'0'0'0,"0"0"0,0 1 0,0 0 0,12 4 0,28 7 0,47-4 0,46-7 0,37-9 0,23-9 0,10-4 0,2-4 0,-4-2 0,-15 0 0,-40 4-8191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0:51.8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839 154 24575,'-4'-2'0,"1"-1"0,0 1 0,-1 0 0,1-1 0,0 0 0,1 0 0,-1 1 0,0-2 0,1 1 0,-4-7 0,-3-1 0,-2-2 0,-1 0 0,0 0 0,0 2 0,-1-1 0,-17-10 0,25 19 0,0 1 0,0-1 0,-1 0 0,1 1 0,-1 0 0,1 1 0,-1-1 0,0 1 0,0 0 0,0 0 0,1 1 0,-1 0 0,0 0 0,0 0 0,0 1 0,0 0 0,0 0 0,-11 4 0,-5 4 0,0 1 0,0 1 0,1 1 0,1 1 0,0 0 0,0 2 0,-20 20 0,-5 8 0,-64 82 0,73-78 0,2 2 0,-42 79 0,58-91 0,1 1 0,2 0 0,1 2 0,-11 56 0,24-91 0,-1 5 0,0 1 0,1-1 0,-1 19 0,2-28 0,0 1 0,0-1 0,0 0 0,0 1 0,0-1 0,0 1 0,1-1 0,-1 0 0,0 1 0,1-1 0,-1 0 0,1 1 0,-1-1 0,1 0 0,0 0 0,-1 0 0,1 1 0,0-1 0,0 0 0,0 0 0,0 0 0,0 0 0,0 0 0,0-1 0,0 1 0,1 0 0,-1 0 0,0-1 0,0 1 0,1-1 0,-1 1 0,0-1 0,1 1 0,-1-1 0,0 0 0,3 0 0,1 0 0,0-1 0,0 1 0,-1-1 0,1-1 0,0 1 0,0-1 0,-1 0 0,1 0 0,8-5 0,43-32 0,0-7 0,95-101 0,39-75 0,-32 36 0,-156 183 0,0 1 0,0 0 0,0-1 0,0 1 0,1 0 0,-1 0 0,1 0 0,-1 1 0,1-1 0,0 0 0,0 1 0,0 0 0,6-2 0,-7 3 0,0 0 0,0 0 0,0 1 0,0-1 0,0 1 0,0-1 0,0 1 0,0 0 0,0 0 0,-1-1 0,1 1 0,0 1 0,0-1 0,-1 0 0,1 0 0,0 1 0,-1-1 0,0 1 0,1-1 0,-1 1 0,2 3 0,7 8 0,-1 1 0,0 1 0,-2 0 0,1 0 0,-2 0 0,10 32 0,15 106 0,-18-80 0,-10-56 0,1 5 0,1 1 0,1-2 0,11 30 0,-15-47 0,0 0 0,-1 0 0,1 0 0,0 0 0,1-1 0,-1 1 0,1 0 0,0-1 0,0 0 0,0 0 0,0 0 0,0 0 0,1 0 0,-1-1 0,1 1 0,0-1 0,-1 0 0,1 0 0,0 0 0,0-1 0,1 1 0,-1-1 0,9 1 0,-6-2 0,0 0 0,0-1 0,0 0 0,0 0 0,0-1 0,0 0 0,0 0 0,11-6 0,2-1 0,32-23 0,3-8 0,-2-2 0,84-86 0,76-120 0,-212 247 0,-1 1 0,0-1 0,0 1 0,0-1 0,0 1 0,1-1 0,-1 1 0,0-1 0,1 1 0,-1-1 0,0 1 0,1 0 0,-1-1 0,0 1 0,1-1 0,-1 1 0,1 0 0,-1 0 0,1-1 0,-1 1 0,1 0 0,-1 0 0,1-1 0,-1 1 0,1 0 0,-1 0 0,1 0 0,-1 0 0,1 0 0,-1 0 0,1 0 0,-1 0 0,1 0 0,-1 0 0,1 0 0,-1 0 0,1 0 0,-1 0 0,2 1 0,-1 1 0,0 1 0,0-1 0,0 0 0,0 1 0,-1-1 0,1 1 0,-1-1 0,1 1 0,-1 3 0,3 43 0,-2-1 0,-2 1 0,-12 83 0,-47 145 0,42-206 0,-4 0 0,-3-2 0,-3 0 0,-37 66 0,45-109 0,20-26 0,0 0 0,0 1 0,0-1 0,-1 0 0,1 1 0,0-1 0,0 0 0,-1 1 0,1-1 0,0 0 0,0 0 0,-1 1 0,1-1 0,0 0 0,-1 0 0,1 1 0,0-1 0,-1 0 0,1 0 0,-1 0 0,1 0 0,0 0 0,-1 0 0,1 0 0,-1 0 0,1 0 0,0 0 0,-1 0 0,1 0 0,-1 0 0,1 0 0,0 0 0,-1 0 0,1 0 0,-1 0 0,1 0 0,0 0 0,-1-1 0,1 1 0,0 0 0,-1 0 0,1 0 0,0-1 0,-1 1 0,1 0 0,0-1 0,0 1 0,-1 0 0,1-1 0,0 1 0,0 0 0,0-1 0,-1 1 0,1 0 0,0-1 0,0 1 0,0 0 0,0-1 0,0 1 0,0-1 0,0 1 0,0 0 0,0-1 0,0 1 0,0-1 0,0 1 0,0 0 0,0-2 0,0-6 0,1-1 0,0 0 0,0 1 0,1-1 0,0 0 0,0 1 0,1 0 0,0-1 0,8-12 0,-9 15 0,31-62 0,2 1 0,72-102 0,-38 75 0,88-89 0,-112 134 0,61-50 0,-92 87 0,0 1 0,1 1 0,0 0 0,1 1 0,0 1 0,0 0 0,1 1 0,0 1 0,25-7 0,-37 12 0,1 0 0,-1 1 0,1-1 0,-1 1 0,0 0 0,1 1 0,-1-1 0,1 1 0,-1 0 0,0 0 0,0 1 0,1-1 0,-1 1 0,0 1 0,0-1 0,7 5 0,-6-2 0,0 0 0,-1 0 0,0 0 0,0 1 0,0 0 0,-1 0 0,0 0 0,0 0 0,0 1 0,5 12 0,-1 7 0,-1-1 0,-1 1 0,-1 0 0,-1 0 0,1 45 0,-6 14-455,-3 0 0,-19 108 0,5-91-6371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0:52.4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1517 24575,'0'2'0,"1"-1"0,-1 1 0,0 0 0,1-1 0,0 1 0,-1-1 0,1 1 0,0-1 0,0 0 0,0 1 0,0-1 0,0 0 0,0 1 0,0-1 0,0 0 0,1 0 0,-1 0 0,2 1 0,28 17 0,-30-19 0,18 9 0,1-1 0,0-1 0,0-1 0,1-1 0,41 5 0,-7-5 0,63-2 0,-80-4 0,0-2 0,-1-2 0,1-1 0,-1-2 0,0-2 0,-1-1 0,56-26 0,-50 16 0,0-2 0,-1-2 0,-1-1 0,-1-3 0,56-53 0,-53 40 0,-2-2 0,-2-2 0,-3-1 0,-1-2 0,-2-1 0,-3-1 0,-2-2 0,-2-1 0,-2-1 0,20-79 0,-29 78 0,-3-2 0,-2 1 0,2-85 0,-11 104 0,-1 0 0,-2 0 0,-2 1 0,-1-1 0,-2 1 0,-17-49 0,23 81 0,-1-5 0,-1 1 0,0 0 0,-10-17 0,13 25 0,0-1 0,0 1 0,0 0 0,0 0 0,0-1 0,0 1 0,0 0 0,0 0 0,0 0 0,0 0 0,0 0 0,-1 0 0,1 1 0,-1-1 0,1 0 0,0 1 0,-1-1 0,1 1 0,-1-1 0,1 1 0,-1 0 0,1 0 0,-1-1 0,1 1 0,-1 0 0,0 0 0,1 1 0,-1-1 0,1 0 0,-1 0 0,1 1 0,-1-1 0,-1 1 0,-6 6 0,0 0 0,0 0 0,0 0 0,1 1 0,0 1 0,1-1 0,0 1 0,0 0 0,-10 20 0,6-12 0,-51 82 4,5 3-1,-66 163 0,-55 235-506,33 6 385,-99 284 138,224-739-20,-2 0 0,-51 87 0,58-118-12,15-20 11,0 0 1,0 0 0,0 0 0,0 0 0,0 0-1,0 0 1,0 1 0,0-1 0,0 0 0,0 0-1,0 0 1,0 0 0,0 0 0,0 0 0,0 0-1,0 1 1,0-1 0,-1 0 0,1 0 0,0 0-1,0 0 1,0 0 0,0 0 0,0 0 0,0 0-1,0 0 1,0 0 0,-1 0 0,1 0 0,0 0-1,0 0 1,0 0 0,0 1 0,0-1 0,0 0-1,-1 0 1,1 0 0,0 0 0,0 0 0,0-1-1,0 1 1,0 0 0,0 0 0,-1 0 0,1 0-1,0 0 1,0 0 0,0 0 0,0 0 0,0 0-1,0 0 1,0 0 0,0 0 0,-1 0 0,1 0-1,0 0 1,0-1 0,0 1 0,0 0 0,0 0-1,1-5 17,1 1-1,-1-1 1,1 1-1,0 0 0,0-1 1,0 1-1,4-4 0,46-71 250,95-109-1,86-59-300,-159 175 36,113-82 0,-155 130 0,2 1 0,1 3 0,1 0 0,0 2 0,2 2 0,56-16 0,-76 27 0,0 1 0,1 1 0,0 1 0,0 1 0,-1 0 0,1 1 0,0 1 0,0 1 0,22 5 0,-27-3 0,1 0 0,-1 1 0,0 1 0,0 0 0,-1 1 0,0 1 0,0 0 0,-1 0 0,0 1 0,0 1 0,19 21 0,-12-9 0,-1 1 0,-1 1 0,-1 1 0,15 32 0,41 110 0,-41-91 0,-23-57 0,0-1 0,2 1 0,0-2 0,1 1 0,23 27 0,-25-36 0,-1 0 0,2-1 0,-1 0 0,1-1 0,1 0 0,-1 0 0,1-1 0,0 0 0,0-1 0,24 7 0,-13-7 6,1 0 0,-1-2 1,1 0-1,0-2 0,26-1 0,3-3-707,58-12 0,68-21-6125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0:54.8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885 1 24575,'0'0'0,"0"0"0,-2 8 0,-223 893 0,146-545 0,-215 699 0,251-951 0,43-102 0,-1-1 0,1 1 0,-1-1 0,0 1 0,0-1 0,0 1 0,0-1 0,0 0 0,0 0 0,-1 1 0,1-1 0,0 0 0,0 0 0,-1 0 0,1 0 0,-1 0 0,1-1 0,-1 1 0,-1 0 0,2-1 0,-1 0 0,1 0 0,0 0 0,-1 0 0,1 0 0,0-1 0,-1 1 0,1 0 0,0-1 0,0 1 0,-1-1 0,1 1 0,0-1 0,0 0 0,0 1 0,0-1 0,0 0 0,-2-2 0,-4-4 0,0-1 0,1-1 0,0 1 0,-9-18 0,-14-33 0,2-1 0,2-1 0,3-2 0,-26-128 0,50 185 0,7 10 0,15 12 0,-19-12 0,29 21 0,1-2 0,1-1 0,1-2 0,1-2 0,46 17 0,-52-25 0,0-1 0,1-2 0,0-1 0,0-1 0,1-2 0,-1-2 0,36-2 0,-24-2-124,0-3 0,0-1 0,-1-3 0,0-1 0,0-2 0,-1-3-1,-1-1 1,-1-1 0,-1-3 0,67-45 0,-80 44-6702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0:55.4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922 452 24575,'-5'15'0,"-281"582"0,248-524 0,8-15 0,-23 47 0,-123 181 0,167-274 0,0 0 0,-1-1 0,0 0 0,-1 0 0,-23 16 0,31-25 0,0 1 0,-1-2 0,1 1 0,0 0 0,-1 0 0,1-1 0,-1 0 0,0 0 0,1 0 0,-1 0 0,0-1 0,0 1 0,0-1 0,1 0 0,-1 0 0,0 0 0,0-1 0,0 1 0,1-1 0,-1 0 0,0 0 0,1 0 0,-1-1 0,0 1 0,1-1 0,0 0 0,-6-4 0,0-1 0,1-1 0,0 0 0,0 0 0,1-1 0,1 0 0,-1 0 0,1 0 0,1-1 0,-1 0 0,2 0 0,-6-15 0,-2-13 0,-13-75 0,14 30 0,3 0 0,4-1 0,4 0 0,3 1 0,4-1 0,3 1 0,4 1 0,4 0 0,29-80 0,-34 123 0,1 1 0,2 0 0,2 2 0,1 0 0,2 1 0,2 1 0,32-39 0,-42 59 0,0 0 0,1 0 0,1 2 0,0 0 0,0 0 0,1 2 0,1 0 0,0 0 0,0 2 0,0 0 0,1 1 0,0 1 0,1 1 0,0 0 0,-1 1 0,1 1 0,26 0 0,-24 3 0,0 1 0,0 2 0,0 0 0,-1 1 0,1 1 0,-1 0 0,0 2 0,0 0 0,-1 2 0,21 12 0,-24-12 0,-1 1 0,0 0 0,0 1 0,-1 1 0,-1 0 0,0 1 0,0 0 0,-1 1 0,-1 1 0,-1 0 0,17 31 0,-25-43 0,-1 0 0,1 1 0,-1-1 0,0 1 0,0-1 0,0 1 0,0 0 0,-1-1 0,1 1 0,-1 0 0,0-1 0,0 1 0,-1 0 0,1-1 0,-1 1 0,0-1 0,0 1 0,0-1 0,0 1 0,0-1 0,-4 6 0,-2 1 0,0-1 0,-1 0 0,0 0 0,0 0 0,-15 9 0,19-14 0,-163 124 0,84-68 0,72-51 0,0 0 0,1 1 0,0 0 0,0 0 0,1 1 0,0 1 0,1-1 0,0 1 0,1 1 0,1-1 0,0 1 0,0 0 0,1 1 0,1-1 0,-4 22 0,6-18 0,0-1 0,1 1 0,1 0 0,1 0 0,0-1 0,1 1 0,1-1 0,0 1 0,2-1 0,-1 0 0,2 0 0,14 28 0,-10-26 11,2 0 0,0 0 0,1-1 0,0-1 0,1 0 0,1-1-1,1 0 1,0-1 0,1-1 0,29 17 0,-14-11-259,1-3 1,1 0-1,0-3 1,1 0-1,43 8 1,29 1-6579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0:56.4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265 1406 24575,'0'2'0,"0"0"0,1 0 0,0 0 0,-1 0 0,1 0 0,0 0 0,0 0 0,0 0 0,2 3 0,-1-3 0,0 0 0,0 1 0,0-1 0,1 0 0,-1 0 0,0 0 0,1-1 0,0 1 0,-1-1 0,1 1 0,0-1 0,0 0 0,0 0 0,0 0 0,0 0 0,4 0 0,-1-1 0,0 1 0,0-1 0,-1-1 0,1 1 0,0-1 0,0 0 0,0 0 0,6-3 0,2-1 0,-1-1 0,1 0 0,-1-1 0,0-1 0,-1 0 0,13-11 0,-5 1 0,0-1 0,-1-2 0,-1 0 0,-1 0 0,-1-2 0,-1 0 0,-1-1 0,-2 0 0,0-1 0,-1 0 0,-1-1 0,11-49 0,-19 65 0,0-1 0,-1 1 0,0-1 0,-1 1 0,-2-21 0,2 28 0,0-1 0,-1 1 0,0 0 0,0 0 0,0 0 0,0 0 0,0 0 0,-1 0 0,1 0 0,-1 1 0,0-1 0,0 0 0,0 1 0,0-1 0,0 1 0,0 0 0,-1 0 0,1 0 0,-1 0 0,1 0 0,-1 0 0,0 1 0,-4-3 0,1 3 0,0-1 0,0 1 0,1 0 0,-1 0 0,0 1 0,0-1 0,0 1 0,0 1 0,0-1 0,-10 3 0,2 0 0,0 1 0,0 1 0,-21 10 0,6 0 0,2 1 0,0 2 0,0 1 0,2 0 0,0 2 0,2 1 0,0 1 0,2 1 0,-28 39 0,20-20 0,1 2 0,2 1 0,2 1 0,3 1 0,-18 56 0,26-63 0,2 1 0,1 0 0,3 1 0,-3 50 0,9-75 0,1 1 0,0-1 0,2 0 0,0 1 0,1-1 0,0 0 0,2 0 0,0-1 0,1 1 0,1-1 0,0-1 0,14 23 0,-16-31 0,1-1 0,0 1 0,0-1 0,1 0 0,0 0 0,1-1 0,-1 0 0,1 0 0,0-1 0,0 0 0,1-1 0,9 5 0,-6-5 0,0 0 0,0-1 0,1-1 0,-1 1 0,1-2 0,0 0 0,0-1 0,16-1 0,1-3 0,1-1 0,-1-2 0,-1-1 0,1-1 0,-2-1 0,1-2 0,27-15 0,12-12-143,-2-3-1,-2-2 0,-1-3 1,87-86-1,-42 22 43,126-166 0,-117 119 101,99-177 0,-157 231 0,-5-3 0,77-221 0,-118 287 0,-2 0 0,-2-1 0,5-49 0,-14 86 0,1-1 0,-1 1 0,1-1 0,-1 1 0,-1 0 0,1-1 0,-1 1 0,0-1 0,-1 1 0,1 0 0,-4-9 0,4 12 0,0 1 0,0 0 0,0 0 0,0 0 0,0 0 0,0 0 0,0 0 0,-1 0 0,1 0 0,0 0 0,0 1 0,-1-1 0,1 0 0,-1 1 0,1-1 0,0 1 0,-3-1 0,0 1 0,0 0 0,0 0 0,0 0 0,0 0 0,0 1 0,0-1 0,0 1 0,0 0 0,-4 2 0,-24 11 128,1 1 0,0 2-1,1 1 1,1 2 0,-35 29 0,-12 15-119,3 3 1,2 3-1,4 3 0,4 3 1,-61 93-1,52-57-209,5 4 0,5 3 0,-60 161 0,85-177 200,-43 186 0,70-239 0,3 1 0,1 0 0,3 0 0,2 1 0,10 95 0,-6-128 0,1-1 0,0 1 0,1-1 0,1 1 0,1-2 0,1 1 0,11 19 0,-15-29 0,1-1 0,1 0 0,0 1 0,0-2 0,0 1 0,1-1 0,-1 0 0,2 0 0,-1-1 0,1 0 0,-1 0 0,1-1 0,1 0 0,-1 0 0,0-1 0,17 4 0,-12-4 0,1-1 0,0-1 0,0-1 0,0 1 0,-1-2 0,1 0 0,0-1 0,16-4 0,0-2 0,0-1 0,50-24 0,-10-2-10,-1-4 0,-2-2 0,120-99 0,154-183-31,82-166 41,-420 485 0,1-2 0,1 0 0,1 0 0,-1 0 0,1 0 0,12-8 0,-17 14 0,-1-1 0,1 1 0,0-1 0,0 1 0,0-1 0,0 1 0,0 0 0,0 0 0,0-1 0,0 1 0,0 0 0,0 0 0,0 0 0,0 0 0,0 0 0,0 0 0,0 1 0,0-1 0,0 0 0,2 1 0,-2 0 0,1 0 0,-1 0 0,1 0 0,-1 1 0,1-1 0,-1 1 0,0-1 0,0 1 0,0-1 0,0 1 0,0-1 0,0 1 0,0 0 0,-1 0 0,2 2 0,6 28 150,0 0 0,-2 1 0,-2-1 0,-1 1 0,-1 45 0,-1-26-72,1 136-78,4 72 0,-6-257 0,0 1 0,1 0 0,-1-1 0,0 1 0,1 0 0,0-1 0,0 1 0,0-1 0,0 1 0,1-1 0,-1 1 0,1-1 0,0 0 0,0 0 0,0 0 0,4 4 0,-5-6 0,0-1 0,0 1 0,0 0 0,0-1 0,1 0 0,-1 1 0,0-1 0,0 0 0,1 1 0,-1-1 0,0 0 0,0 0 0,1 0 0,-1 0 0,0 0 0,0 0 0,1-1 0,1 1 0,1-2 0,0 1 0,0-1 0,0 0 0,0 0 0,0 0 0,-1-1 0,5-3 0,19-17 0,-1-1 0,-1-1 0,26-34 0,60-94 0,-84 114 0,82-124 0,-92 144 0,-16 18 0,-1 1 0,1-1 0,-1 1 0,1 0 0,0 0 0,-1-1 0,1 1 0,0 0 0,-1 0 0,1 0 0,0 0 0,-1 0 0,1 0 0,0 0 0,0 0 0,-1 0 0,1 0 0,0 0 0,-1 0 0,2 1 0,2 1 0,-1 1 0,1 0 0,-1 0 0,0 0 0,0 0 0,0 0 0,0 1 0,3 4 0,-2-2 0,89 109 0,-77-98 0,1-1 0,1 0 0,0-1 0,30 18 0,-17-16 0,1-2 0,0-1 0,1-2 0,1-1 0,0-1 0,0-2 0,0-1 0,1-2 0,64 1 0,-48-6 0,-1-3 0,0-1 0,0-3 0,0-2 0,-1-2 0,60-22 0,-81 23-273,1-2 0,-2-1 0,0-1 0,49-35 0,-23 3-6553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0:56.8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0 836 24575,'28'8'0,"12"0"0,2-2 0,67 0 0,98-6 0,82-17-357,75-21-1071,738-127-1513,0-36 2301,-971 176 775,1873-377 130,-1948 389 1308,-49 11-6371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1:16.8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1 546 24575,'0'0'0,"1"16"0,45 724 0,-23-266 0,-2-252 0,-15-181 0,2-1 0,2 0 0,20 53 0,-30-92 0,0-1 0,0 1 0,0-1 0,1 0 0,-1 1 0,0-1 0,0 1 0,1-1 0,-1 1 0,0-1 0,0 0 0,1 1 0,-1-1 0,0 1 0,1-1 0,-1 0 0,1 0 0,-1 1 0,0-1 0,1 0 0,-1 1 0,1-1 0,-1 0 0,1 0 0,-1 0 0,1 0 0,-1 0 0,0 1 0,1-1 0,-1 0 0,1 0 0,-1 0 0,1 0 0,-1 0 0,2-1 0,16-11 0,4-10 0,-2-1 0,-1-1 0,0-1 0,-2-1 0,18-36 0,-25 44 0,226-459 0,-36-20 0,-165 407 0,3-7 0,94-252 0,-25-5 0,-101 332 0,-2 7 0,0 0 0,-1 0 0,-1-1 0,0 1 0,-1-25 0,-1 40-22,0 0-1,0-1 0,0 1 0,0 0 0,0 0 1,0-1-1,0 1 0,-1 0 0,1 0 1,0-1-1,0 1 0,0 0 0,0 0 1,0-1-1,0 1 0,0 0 0,-1 0 1,1-1-1,0 1 0,0 0 0,0 0 1,-1 0-1,1 0 0,0-1 0,0 1 1,0 0-1,-1 0 0,1 0 0,0 0 1,0 0-1,-1 0 0,1-1 0,0 1 1,0 0-1,-1 0 0,1 0 0,0 0 1,0 0-1,-1 0 0,1 0 0,0 0 1,-1 0-1,1 0 0,0 1 0,0-1 1,-1 0-1,1 0 0,0 0 0,0 0 1,-1 0-1,1 0 0,0 0 0,0 1 0,0-1 1,-1 0-1,1 0 0,0 0 0,0 1 1,-1-1-1,-10 7-6803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1:17.7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1669 149 24575,'-13'-23'0,"8"16"0,0 0 0,-1 1 0,1 0 0,-1 0 0,0 0 0,-1 1 0,0 0 0,0 0 0,0 0 0,0 1 0,0 0 0,-11-3 0,-9-3 0,-1 2 0,-37-7 0,20 7 0,0 2 0,0 3 0,0 1 0,-1 2 0,1 2 0,0 2 0,0 2 0,0 3 0,1 1 0,0 1 0,1 3 0,1 2 0,0 2 0,1 1 0,1 2 0,0 2 0,2 1 0,1 3 0,-34 31 0,20-12 0,3 3 0,2 3 0,2 1 0,2 1 0,3 3 0,2 1 0,3 2 0,3 2 0,-43 117 0,48-102 0,4 1 0,3 0 0,4 2 0,3 0 0,4 0 0,3 1 0,4 0 0,9 85 0,-2-115 0,1 0 0,23 73 0,-25-104 0,2-1 0,1 0 0,0 0 0,1-1 0,1 0 0,1 0 0,0-1 0,2-1 0,14 16 0,-19-24 0,2-1 0,-1 1 0,1-2 0,0 0 0,0 0 0,0 0 0,1-1 0,0-1 0,0 0 0,1-1 0,-1 0 0,1 0 0,-1-1 0,1-1 0,0 0 0,0 0 0,-1-1 0,1-1 0,18-3 0,-8 0 0,0 0 0,-1-2 0,0-1 0,0 0 0,0-2 0,-1 0 0,0-1 0,-1-1 0,27-20 0,-14 5 0,-1-2 0,-2-1 0,0-1 0,38-53 0,-34 34 0,-2 0 0,41-90 0,-66 117 0,-6 20 0,0 6 0,-1 1 0,-7 46 0,-2-1 0,-19 57 0,-42 96 0,45-132 0,-73 190 0,-73 212 0,159-432 24,2 1 0,1-1 0,3 2 0,-4 57 0,11-80-148,0-1 0,0 1 1,2 0-1,1-1 0,0 1 0,2-1 1,0 0-1,1 0 0,1-1 0,0 0 1,17 28-1,-7-20-6702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1:19.4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257 1 24575,'0'0'0,"-4"10"0,-59 140 0,-74 202 0,123-305 0,3 1 0,1 0 0,2 1 0,3 0 0,0 84 0,7-89 0,13 76 0,-12-106 0,0 0 0,1 0 0,1 0 0,0 0 0,1-1 0,0 0 0,1 0 0,1 0 0,9 12 0,-14-21 0,0-1 0,1 1 0,0-1 0,0 0 0,0 0 0,0 0 0,0 0 0,0 0 0,1-1 0,-1 0 0,1 0 0,0 0 0,0-1 0,7 2 0,-4-2 0,0 0 0,0-1 0,0 0 0,0-1 0,0 1 0,0-1 0,0-1 0,10-2 0,4-4 0,-1 0 0,0-2 0,0 0 0,-1-1 0,25-18 0,-25 15 0,-1-1 0,0-1 0,-1 0 0,0-2 0,-2 0 0,0 0 0,-1-2 0,-1 0 0,-1 0 0,0-1 0,-2-1 0,-1 0 0,0-1 0,-2 0 0,0 0 0,-2 0 0,-1-1 0,0 0 0,-2-1 0,-1 1 0,-1 0 0,-1-1 0,-1 1 0,-1-1 0,-1 1 0,-1 0 0,-1 0 0,-14-38 0,6 31 0,0 1 0,-2 0 0,-2 1 0,-1 0 0,0 2 0,-3 0 0,0 1 0,-1 1 0,-1 2 0,-2 0 0,0 1 0,-2 1 0,0 2 0,-38-21 0,60 37 0,3 2 0,0 0 0,0 0 0,0 0 0,0 0 0,0 0 0,0 0 0,0 1 0,0-1 0,0 1 0,0-1 0,0 1 0,-1 0 0,-3 0 0,8 2 0,-1-1 0,1 1 0,0 0 0,0-1 0,-1 1 0,1-1 0,0 0 0,1 0 0,-1 0 0,0 0 0,0 0 0,3 1 0,50 13 0,2-1 0,-1-4 0,88 6 0,-72-10 0,122 28 0,-172-28 0,0 1 0,0 1 0,-1 0 0,0 2 0,0 0 0,-1 2 0,-1 0 0,0 1 0,27 25 0,-22-13 0,-2 1 0,-1 0 0,-1 2 0,-1 0 0,-2 1 0,-1 1 0,-1 0 0,18 53 0,-4 10 0,30 164 0,-45-186 0,-4 1 0,-4 0 0,-2 101 0,-4-165 0,0-1 0,-1 1 0,0-1 0,-1 1 0,1-1 0,-2 0 0,-3 11 0,5-16 0,0 0 0,-1 0 0,1 0 0,-1 0 0,1 0 0,-1-1 0,0 1 0,0 0 0,0-1 0,0 1 0,0-1 0,0 0 0,0 1 0,0-1 0,0 0 0,-1 0 0,1-1 0,0 1 0,-1 0 0,1-1 0,0 0 0,-1 1 0,1-1 0,-1 0 0,-3 0 0,-3-1 0,1 1 0,-1-1 0,0-1 0,0 1 0,1-2 0,-1 1 0,1-1 0,0 0 0,-1-1 0,1 0 0,1 0 0,-1-1 0,1 0 0,0 0 0,0 0 0,0-1 0,1 0 0,0-1 0,0 1 0,0-1 0,1-1 0,0 1 0,1 0 0,-1-1 0,1 0 0,1 0 0,-5-14 0,5 3 0,0 0 0,2 0 0,0 0 0,1 0 0,0 0 0,2-1 0,0 2 0,2-1 0,0 0 0,6-19 0,6-9 0,2 1 0,42-76 0,-13 42 30,3 2 0,4 3 0,111-121 0,225-168-1515,-347 329-5341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1:19.9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886 0 24575,'0'0'0,"0"0"0,-6 3 0,-28 14 0,-194 100 0,165-81 0,-91 70 0,124-82 0,1 1 0,1 2 0,2 0 0,-37 51 0,47-56 0,2 2 0,0 0 0,2 1 0,0 0 0,2 0 0,1 1 0,-8 37 0,13-46 0,1 1 0,1-1 0,1 1 0,0 0 0,1 0 0,1-1 0,1 1 0,0 0 0,2-1 0,7 25 0,-7-31 0,0 1 0,1-1 0,1 0 0,0-1 0,1 1 0,0-1 0,0-1 0,1 1 0,0-1 0,1 0 0,0-1 0,0 0 0,1-1 0,0 0 0,19 11 0,-18-14 0,-1 1 0,1-2 0,11 3 0,25 11 0,-46-17 0,-1 0 0,1 1 0,-1-1 0,1 0 0,-1 1 0,1-1 0,-1 1 0,1-1 0,-1 1 0,0-1 0,1 1 0,-1-1 0,0 1 0,1-1 0,-1 1 0,0-1 0,0 1 0,0-1 0,0 1 0,1 0 0,-1-1 0,0 1 0,0-1 0,0 1 0,0 0 0,0-1 0,0 1 0,-1 0 0,-6 21 0,7-22 0,-13 28 0,-1-1 0,-34 50 0,-48 49 0,37-50 0,38-50 0,-55 82 0,70-97 0,0 0 0,0 0 0,2 0 0,-1 0 0,1 1 0,1 0 0,0-1 0,-2 19 0,5-24 0,0 1 0,1 0 0,0 0 0,0 0 0,0-1 0,1 1 0,0 0 0,0-1 0,1 0 0,0 1 0,0-1 0,0 0 0,1 0 0,0-1 0,0 1 0,0-1 0,1 0 0,0 0 0,0 0 0,0-1 0,0 0 0,11 7 0,0-1 0,1-1 0,1 0 0,-1-1 0,1-1 0,1 0 0,34 6 0,-24-8 20,-1-1 0,0-2 0,0-1 0,1-1 0,42-7 0,-26 0-515,-1-2 0,71-24 0,-21-2-6331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1:20.4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461 0 24575,'-58'99'0,"-177"327"0,201-355 0,3 2 0,4 1 0,3 2 0,-16 84 0,36-139 0,0 1 0,2-1 0,0 30 0,2-50 0,0 0 0,0 0 0,0 0 0,1 0 0,-1 0 0,0 0 0,0 0 0,1 0 0,-1 0 0,1-1 0,-1 1 0,1 0 0,-1 0 0,1 0 0,-1-1 0,1 1 0,0 0 0,-1-1 0,1 1 0,0-1 0,0 1 0,-1 0 0,1-1 0,0 0 0,0 1 0,0-1 0,0 1 0,0-1 0,0 0 0,0 0 0,-1 0 0,1 1 0,0-1 0,0 0 0,0 0 0,0 0 0,0 0 0,0-1 0,0 1 0,2 0 0,43-13 0,-39 10 0,126-53 0,-17 4 0,-110 50 0,0 0 0,-1 0 0,1 1 0,0 0 0,0 0 0,1 0 0,-1 0 0,0 1 0,0 0 0,0 0 0,0 1 0,0 0 0,0 0 0,7 2 0,-8 0 0,0-1 0,0 0 0,0 1 0,-1 0 0,1 0 0,-1 1 0,0-1 0,0 1 0,0 0 0,0 0 0,-1 0 0,1 0 0,-1 1 0,0-1 0,-1 1 0,4 6 0,2 10 0,-1-1 0,0 1 0,-2 1 0,0-1 0,-2 1 0,0 0 0,-1 0 0,-2 0 0,-2 31 0,-4 7 0,-2-1 0,-19 71 0,5-50 40,-4-2 0,-55 120 0,-105 133-1525,168-304-5341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1:20.9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798 1 24575,'0'0'0,"0"0"0,6 15 0,78 194 0,-10 4 0,-9 4 0,48 293 0,8 314-317,-102-596 158,-18 376 1,-10-486 158,-5 0 0,-6-2 0,-4 0 0,-44 121 0,35-144 0,-4-3 0,-5 0 0,-3-3 0,-4-2 0,-77 103 0,62-105 0,-4-4 0,-3-2 0,-4-4 0,-2-2 0,-4-5 0,-126 82 0,113-96-1260,17-17-5037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1:24.6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1 444 24575,'15'-7'0,"60"-15"0,1 3 0,126-15 0,-149 26 0,859-93-405,8 42-89,-680 45 617,3304-160 503,-3481 173-476,-65-3-1515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1:27.3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228 4205 24575,'2'0'0,"0"0"0,-1 0 0,1 0 0,0 0 0,0 0 0,-1 0 0,1-1 0,0 1 0,0-1 0,-1 1 0,3-2 0,10-2 0,459-93-565,826-60-1,497 150-565,407 158 1060,-1001-61 42,-1134-84 120,-12-1 546,1-2 0,70-6 0,-118 2-617,-1-1-1,1 0 1,-1 0-1,0-1 1,0 0 0,0 0-1,0-1 1,-1 0-1,1-1 1,-1 0-1,0 0 1,-1 0-1,1-1 1,-1 0 0,0 0-1,0 0 1,-1-1-1,0 0 1,8-13-1,3-11-27,-1 0-1,-2 0 0,16-54 0,-28 82 13,82-334-4,-25-8 0,-38 219 0,3-20 0,77-527 0,-46-5 0,-52 578 0,-4 1 0,-5 0 0,-26-134 0,24 189 0,-3 1 0,-1 0 0,-2 1 0,-2 0 0,-2 1 0,-1 1 0,-3 1 0,-1 1 0,-52-63 0,43 66 0,-1 1 0,-2 1 0,-1 3 0,-64-41 0,42 36 0,-1 3 0,-107-41 0,34 30 0,-2 5 0,-217-32 0,-606-20-636,-4 78-1,-965 77 1187,1155-30-308,719-34 81,28-1-291,1 0-1,0 2 1,0 0 0,-45 12-1,63-11-31,1 0 0,-1 0 0,1 0 0,0 1 0,0 0 0,0 0 0,0 0 0,1 1 0,-7 8 0,-7 6 0,-185 182 0,9 9 0,-175 247 0,223-245 0,9 7 0,10 5 0,-101 249 0,150-282 0,9 3 0,8 3 0,9 3 0,-34 265 0,71-347 0,5 1 0,6 0 0,21 220 0,-16-334-1365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1:27.9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1 571 24575,'0'0'0,"0"0"0,0 9 0,0 18 0,0 0 0,2-1 0,11 51 0,-11-68 0,0-1 0,1 0 0,0 0 0,0 0 0,1-1 0,0 1 0,1-1 0,0 0 0,0 0 0,0 0 0,1-1 0,0 0 0,0 0 0,0 0 0,1-1 0,12 8 0,-6-6 0,0-1 0,1 0 0,-1-1 0,1-1 0,0 0 0,0-1 0,1 0 0,21 1 0,6-3 0,75-8 0,1-8-9,0-6-1,121-38 0,227-91-1155,326-146 626,-188 66 433,-542 207 93,12-5 95,1 3 0,117-23 1,-188 47 20,-2 0-98,-1 1-1,1 0 0,0-1 0,-1 1 1,1 0-1,0 0 0,0 0 0,-1 0 1,1 0-1,0 0 0,-1 0 0,1 1 1,0-1-1,2 2 0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1:28.2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1209 24575,'17'-2'0,"1"-1"0,-1 0 0,1-2 0,17-6 0,8-3 0,648-210-658,-1-29-461,-255 92 1345,351-117-259,13 31-1379,-773 240-3783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1:38.9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4446 1524 24575,'-9'-19'0,"1"9"0,0 1 0,0 0 0,-1 0 0,0 1 0,-1 0 0,0 0 0,0 1 0,0 1 0,-12-6 0,-20-9 0,-48-14 0,82 31 0,-129-42 6,-192-39-1,-155-3-100,383 71 15,-757-144-811,19-73 962,802 221-3,-380-152 848,417 165-916,0 0 0,-1-1 0,1 1 0,0 0 0,0 0 0,0 0 0,0 0 0,-1 0 0,1-1 0,0 1 0,0 0 0,0 0 0,0 0 0,0-1 0,0 1 0,0 0 0,0 0 0,-1-1 0,1 1 0,0 0 0,0 0 0,0 0 0,0-1 0,0 1 0,0 0 0,0 0 0,0-1 0,1 1 0,-1 0 0,0 0 0,0 0 0,0-1 0,0 1 0,0 0 0,0 0 0,0 0 0,0-1 0,1 1 0,7-13 0,-1 3 0,339-455 0,-304 412 0,-99 103 0,-405 316 0,-26-17 0,102-74 0,424-248 0,475 245 0,-150-89 0,-296-144-1365,-13-5-5461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1:39.4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176 0 24575,'0'0'0,"0"0"0,0 0 0,0 2 0,0 10 0,-1 27 0,-4 38 0,-5 44 0,-4 39 0,-5 30 0,-3 22 0,0 7 0,0 0 0,1-11 0,4-16 0,5-23 0,5-26 0,3-38-8191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1:39.9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290 1522 24575,'9'-43'0,"1"1"0,2 1 0,3 0 0,31-66 0,-1 22 0,57-79 0,-34 67-129,4 2-1,4 4 0,148-137 1,-152 165 79,2 3 1,3 3 0,3 4 0,2 3 0,94-41-1,-122 67 30,2 3 1,0 2-1,66-13 0,-92 26 19,0 1 1,1 2 0,0 1-1,0 1 1,0 1 0,0 2-1,50 10 1,-67-9 4,-1 1-1,1 0 0,-1 1 1,0 1-1,0 0 1,0 1-1,17 12 1,-23-14 38,-1 0 0,0 0 0,0 1 1,-1 0-1,1 0 0,-1 1 0,-1-1 1,1 1-1,-1 0 0,0 0 0,-1 1 1,1-1-1,-2 1 0,4 11 0,-4-8-23,0 0-1,-1 1 1,-1-1-1,1 0 1,-2 0-1,0 1 1,0-1-1,-5 18 1,0-5-6,-2-1-1,0-1 1,-16 30 0,-6 2-4,-2-2 0,-2 0 0,-70 78 0,-148 126-265,31-58-143,-8-10 1,-8-11-1,-396 225 1,615-392 390,-200 107-93,160-89 230,-108 35 1,146-59 611,11-1 18,25 7-578,383 167-181,13-24 0,263 113 0,-400-125-1365,-217-107-5461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1:41.1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190 1951 24575,'0'0'0,"4"2"0,3 1 0,1 0 0,-1-1 0,1 0 0,0 0 0,-1-1 0,1 0 0,0 0 0,0-1 0,12 0 0,8-3 0,37-8 0,-53 8 0,45-10 0,0-3 0,-1-3 0,0-2 0,-2-2 0,89-53 0,-86 41 0,-3-3 0,0-2 0,-3-3 0,87-92 0,-110 103 0,-1-2 0,-1-1 0,33-61 0,-50 80 0,-1-1 0,-1 0 0,0-1 0,-1 0 0,-1 0 0,-1 0 0,0 0 0,-2-1 0,0 0 0,-1-32 0,-2 41 0,0 1 0,-1-1 0,0 1 0,-1 0 0,0 0 0,0-1 0,-1 2 0,0-1 0,0 0 0,-1 1 0,-1 0 0,1 0 0,-1 0 0,0 1 0,-1 0 0,0 0 0,0 1 0,0 0 0,-1 0 0,-14-8 0,3 4 0,0 1 0,-1 0 0,-1 1 0,0 2 0,1 0 0,-2 1 0,1 1 0,-28-1 0,8 2 0,-1 3 0,0 1 0,1 2 0,-1 2 0,1 2 0,0 1 0,1 3 0,0 1 0,0 2 0,2 1 0,0 2 0,-60 37 0,63-32 0,2 2 0,1 1 0,0 1 0,2 2 0,1 1 0,2 1 0,0 1 0,3 2 0,0 0 0,2 2 0,2 0 0,1 1 0,-15 41 0,20-33 0,1 1 0,2 1 0,2 0 0,2 0 0,2 1 0,3 0 0,1 0 0,2 0 0,2-1 0,3 1 0,1-1 0,3 0 0,1-1 0,2 0 0,25 55 0,-22-63 0,3-1 0,1 0 0,1-1 0,3-2 0,0 0 0,2-1 0,52 48 0,-52-57 0,2-1 0,0-1 0,2-1 0,0-2 0,1-1 0,1-2 0,0-1 0,1-1 0,54 13 0,-48-18-6,0-1-1,0-2 1,0-2 0,1-2-1,-1-1 1,1-2 0,58-10-1,-51 2 28,1-2 1,-2-2-1,1-2 0,-2-2 0,65-37 0,-41 13-150,-3-2 1,-1-4-1,-3-2 0,-2-3 1,-2-3-1,-2-2 0,63-87 1,-34 27 68,-5-4 1,-6-3-1,107-248 0,-118 211 76,-7-2 0,65-325 0,-83 221-64,-35 228 96,-2-1 0,-2 1-1,-1 0 1,-13-65 0,14 102 44,1 0 0,-1 0-1,0 0 1,0 0 0,-1 0 0,1 0 0,-4-5 0,5 8-80,-1-1-1,1 0 0,-1 0 1,0 1-1,1-1 0,-1 1 1,0-1-1,0 1 0,0-1 1,1 1-1,-1-1 0,0 1 1,0-1-1,0 1 1,0 0-1,0 0 0,0-1 1,0 1-1,-1 0 0,-1 1-11,-1 0-1,0 0 0,1 0 1,-1 0-1,1 1 0,0-1 1,0 1-1,-1 0 1,1 0-1,0 0 0,0 1 1,1-1-1,-5 4 0,-21 22 1,1 1 0,1 1 0,1 1 0,-30 50 0,-69 154 0,66-98-67,5 3 0,7 1-1,7 3 1,5 1 0,7 1-1,6 2 1,-2 271 0,43-100 67,-14-275 0,2 0 0,2-1 0,2 0 0,1-1 0,23 46 0,-33-81 11,17 25 282,-19-31-284,0 0 0,0 0 0,0 0 0,0 0 0,0-1 0,0 1 0,0 0 0,1-1 0,-1 1 0,0-1 0,1 1 0,-1-1 0,0 1 0,1-1 0,-1 0 0,0 0 0,1 0 0,-1 0 0,1 0 0,-1 0 0,0 0 0,1 0 0,-1 0 0,0-1 0,2 0 0,11-5-9,-1 0 0,0-1 0,0-1 0,-1 0 0,0 0 0,16-15 0,-20 16 0,68-58 0,-3-3 0,-3-4 0,-3-2 0,-3-4 0,81-127 0,-133 180 0,-1 6 0,-6 22 0,1 12 0,18 79 0,4 12 0,54 139 0,-77-232 0,1-1 0,0 1 0,1-2 0,1 1 0,0-1 0,0 0 0,1 0 0,17 15 0,-20-21 0,1 0 0,0 0 0,0-1 0,1 0 0,-1 0 0,1 0 0,0-1 0,0 0 0,0-1 0,0 0 0,0 0 0,0-1 0,1 0 0,-1 0 0,11-1 0,2-2 0,-1-1 0,0-1 0,0 0 0,0-1 0,-1-2 0,0 0 0,0-1 0,0 0 0,29-20 0,-23 11 0,-1 0 0,0-1 0,-2-1 0,0-2 0,-1 0 0,21-27 0,-15 0 0,-27 48 0,1 0 0,0 0 0,0 0 0,-1 0 0,1 0 0,0 0 0,0 0 0,-1 0 0,1 0 0,0 0 0,-1 0 0,1 1 0,0-1 0,0 0 0,-1 1 0,1-1 0,0 0 0,-1 1 0,2 0 0,1 1 0,34 16 0,1-1 0,1-1 0,1-2 0,0-2 0,1-2 0,0-2 0,58 5 0,-5-7-26,1-3-1,121-14 0,183-47-2410,-109 0-3237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2:01.5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3819 24575,'451'9'0,"-2"-31"0,-325 15 0,1445-140 0,-1548 144 0,-14 1 0,0 1 0,1 0 0,-1 1 0,1-1 0,10 2 0,-16-1 0,0-1 0,0 1 0,0-1 0,0 1 0,0-1 0,0 0 0,0 0 0,0 0 0,0 0 0,-1-1 0,1 1 0,0 0 0,-1-1 0,1 1 0,-1-1 0,0 1 0,1-1 0,-1 0 0,0 1 0,0-1 0,1-3 0,-1 4 0,16-25 0,-2-1 0,-1 0 0,15-41 0,26-97 0,-48 143 0,200-845-568,-88-19 337,-82 377 231,-34 367 0,-24-223 0,16 326 50,-1 0-1,-2 0 0,-20-60 0,24 87-8,-2 0-1,1 0 0,-1 0 0,-1 1 0,0 0 0,0 0 0,-1 1 0,-1 0 1,0 0-1,0 1 0,-1 0 0,0 1 0,0 0 0,-21-12 0,1 6-40,0 1 0,-2 1 0,1 2 0,-53-10 0,-136-11 0,-396 2 0,1 63 0,580-32 0,21-1 0,0 0 0,0 0 0,0 2 0,0-1 0,-19 8 0,29-7 0,0 0 0,0 0 0,0 0 0,0 1 0,1-1 0,-1 1 0,1 0 0,0 0 0,0 1 0,0-1 0,1 0 0,-1 1 0,1 0 0,-2 5 0,-5 9 0,-46 94 3,5 3 1,-46 157-1,-44 257-103,127-474 66,-367 1598-590,265-1060 558,51 4 880,63-587-927,1-9 135,-1 0 0,1 1 1,0-1-1,0 0 0,0 0 1,0 0-1,1 0 0,-1 1 1,0-1-1,2 4 0,-1-6-84,0 1 0,0 0-1,0-1 1,0 0-1,0 1 1,0-1 0,0 1-1,0-1 1,0 0-1,0 0 1,0 0 0,0 0-1,0 0 1,1 0-1,-1 0 1,0 0 0,0 0-1,0 0 1,0 0 0,0-1-1,0 1 1,0 0-1,2-2 1,22-4-6764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2:05.0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675 502 24575,'-15'115'5,"-52"194"-1,-58 100-112,121-397 99,-425 1125-534,428-1135 548,1 0 0,-1-1 0,0 1 0,0 0 0,0-1 0,0 1 0,0-1 0,0 1 0,0-1-1,0 1 1,0-1 0,-1 0 0,1 0 0,-2 2 0,2-3 5,1 0 0,-1-1 0,1 1 0,0 0 0,-1 0 0,1 0 0,-1 0 0,1 0 0,-1 0 0,1-1 0,0 1 0,-1 0 0,1 0 0,-1-1 0,1 1 0,0 0 0,-1 0 0,1-1 0,0 1 0,-1 0 0,1-1 0,0 1 0,0-1 0,0 1 0,-1 0 0,1-1 0,0 1 0,0-1 0,0 1 0,0-1 0,-1 1 0,1 0 0,0-2 0,-2-7 37,0 0 1,1-1-1,0 1 1,0-13-1,4-43-43,2-1 0,26-124 0,55-132-166,212-483-652,64 27 878,-266 592-64,-96 184 21,1 1 0,0-1-1,0 1 1,-1-1-1,1 1 1,0 0 0,0-1-1,0 1 1,1 0-1,-1 0 1,0-1 0,0 1-1,1 0 1,-1 0 0,0 0-1,1 1 1,-1-1-1,1 0 1,0 1 0,-1-1-1,1 0 1,-1 1-1,1 0 1,0-1 0,-1 1-1,1 0 1,0 0-1,-1 0 1,1 0 0,0 0-1,-1 1 1,1-1-1,0 0 1,-1 1 0,1-1-1,0 1 1,-1-1 0,1 1-1,-1 0 1,1 0-1,-1 0 1,0 0 0,1 0-1,-1 0 1,2 2-1,7 6-29,0 1-1,0 0 0,-1 0 1,10 18-1,-19-28 10,29 44 0,-2 2 0,-2 1 0,-2 1 0,30 95 0,38 213 0,-42-81 60,14 293 0,-33 282-1545,-29-814-5341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2:05.2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0 267 24575,'0'0'0,"0"0"0,0-2 0,6-3 0,17-10 0,23-10 0,25-11 0,21-5 0,16-2 0,7 2 0,2 7 0,-19 9-8191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2:07.0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259 1719 24575,'3'0'0,"0"0"0,0 0 0,0 0 0,0-1 0,0 0 0,0 1 0,0-1 0,3-2 0,15-4 0,158-38 0,452-118 0,-10-35 0,-542 167 0,-311 146 0,-5-10 0,-311 92 0,534-193 0,11-3 0,7-1 0,12-1 0,90-5 0,-1-5 0,-1-5 0,-1-4 0,133-43 0,-172 37 0,-59 24 0,-16 7 0,-9 5 0,-154 78 0,-96 42 0,251-122 0,-1-1 0,0 0 0,0-2 0,-41 6 0,53-10 0,0 0 0,0-1 0,1-1 0,-1 1 0,0-1 0,0 0 0,1-1 0,-1 0 0,1 0 0,-1-1 0,1 0 0,0 0 0,0 0 0,0-1 0,1 0 0,-10-8 0,5 2 0,2 0 0,-1-1 0,1-1 0,1 1 0,0-2 0,1 1 0,0-1 0,1 0 0,1 0 0,-1 0 0,2-1 0,-3-16 0,-2-12 0,2-1 0,-2-78 0,9 19 0,5 1 0,4 0 0,25-112 0,94-293 0,-122 488 0,-10 31 0,-499 1661-1015,194-668 724,301-989 877,8-17-578,0 0 0,0 0-1,0 0 1,-1 0 0,1 1 0,0-1-1,0 0 1,0 0 0,0 0 0,-1 0-1,1 0 1,0 0 0,0-1 0,0 1-1,-1 0 1,1 0 0,0 0 0,0 0-1,0 0 1,0 0 0,-1 0-1,1 0 1,0 0 0,0 0 0,0 0-1,0-1 1,0 1 0,-1 0 0,1 0-1,0 0 1,0 0 0,0 0 0,0-1-1,0 1 1,0 0 0,0 0 0,0 0-1,0 0 1,0-1 0,-1 1 0,1 0-1,0 0 1,0 0 0,0-1 0,0 1-1,-6-41 285,4-23-262,3 1 1,16-121 0,45-135-216,22-15-264,182-464 0,224-284 521,-478 1059-72,62-114 0,-74 136 23,1 0 0,-1 0 0,0 0 1,1 0-1,-1 0 0,1 1 0,-1-1 0,1 0 0,0 0 0,-1 0 0,1 1 0,0-1 0,0 0 0,-1 1 0,1-1 1,0 1-1,0-1 0,0 1 0,0-1 0,0 1 0,0 0 0,0-1 0,0 1 0,0 0 0,0 0 0,1 0 0,-1 0 6,1 1-1,0 0 0,0 0 1,0 1-1,-1-1 0,1 0 0,-1 0 1,1 1-1,-1-1 0,0 1 1,1 0-1,1 3 0,17 24-28,0 1 0,-3 1 0,19 45 0,36 110 0,-61-155 0,159 513 0,-28 11 0,110 367 0,-249-911-85,52 142-1195,-50-143-5546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2:07.3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0 386 24575,'58'-29'0,"71"-33"0,632-225 0,-741 282-1365,-10 3-5461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2:07.9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3519 169 24575,'-8'-11'0,"-1"0"0,0 1 0,0 0 0,-1 1 0,0 0 0,-1 1 0,0 0 0,0 0 0,-1 2 0,1-1 0,-2 1 0,-14-5 0,-3 1 0,0 1 0,-1 2 0,0 1 0,-39-3 0,1 5-72,0 4 1,0 2-1,0 3 0,-127 26 0,67 1-205,-203 77-1,158-36 106,3 7-1,4 7 0,4 7 1,5 7-1,3 8 1,6 6-1,5 6 0,-197 214 1,262-246 185,4 4 1,3 4 0,5 2-1,-98 197 1,135-231-103,3 2 1,3 0-1,3 2 0,3 0 1,3 2-1,3-1 0,3 2 0,3-1 1,5 97-1,7-98 69,4-1 0,2-1 1,3 0-1,3-1 0,3 0 0,3-2 1,3-1-1,38 67 0,-17-50 22,2-2 1,4-2-1,4-3 1,2-2-1,106 96 0,-104-114 3,1-3 0,4-2 0,1-3 0,2-4 0,2-2 0,128 50-1,-116-60-74,2-4-1,0-4 0,2-3 0,0-4 1,173 6-1,-151-23-115,-1-3 1,0-6-1,-1-4 1,0-6-1,-1-3 1,-2-6 0,-1-4-1,-1-4 1,-3-5-1,122-71 1,-109 46 96,-3-4 0,-4-6 0,-3-4 0,-3-4 1,-5-5-1,-3-4 0,-5-3 0,94-138 1,-102 118 73,-5-4 1,-5-3-1,-6-3 1,-6-2 0,-5-3-1,57-230 1,-88 263 65,-4-2 1,-5-1-1,-2-201 1,-14 222-45,-4 0 0,-4 1 0,-3 1 1,-4 0-1,-42-114 0,39 138-7,-3 1 0,-2 1 0,-2 2 0,-2 0 0,-3 2 0,-2 2 0,-2 1 0,-2 2 0,-1 2 0,-3 1 0,-2 3 0,-1 2 0,-2 1 0,-1 3 0,-1 2 0,-2 2 0,-1 3 0,-59-20 0,37 22 10,-1 2 0,0 4 0,-2 4 0,0 3 0,-1 3 0,-130 5-1,118 8-66,-1 5-1,1 3 0,1 4 1,0 5-1,-117 43 0,-13 27-1311,219-92 1354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4:18.9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84 644 24575,'0'-12'0,"-2"0"0,1-1 0,-7-22 0,-1-4 0,-55-479 0,64 503 120,3 24-1605,0 0-5341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4:44.4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24575,'1414'32'0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5:03.9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38 0 24575,'-1'27'0,"-35"1373"0,37-1228 0,8-1 0,7 0 0,7 0 0,63 227 0,-47-265 0,56 129 0,-72-210 0,2-1 0,2-1 0,3-2 0,1-1 0,51 57 0,-39-57 0,2-2 0,2-3 0,2-1 0,74 47 0,-55-48 0,1-2 0,2-3 0,85 28 0,434 119 0,-443-148 0,1-8 0,167 10 0,346-28 0,0-36 0,-468 18 0,1086-47 0,2 34 0,-937 24 0,493-4 0,-4-53 0,-35-50 0,-7-37 0,8-69 0,-744 193 0,-1-2 0,-1-3 0,-1-2 0,-2-3 0,93-68 0,-109 69 0,-1-1 0,-2-2 0,-2-1 0,0-1 0,-2-1 0,-2-2 0,-1-1 0,30-63 0,-20 21 0,-4-1 0,25-101 0,22-174 0,-70 321 0,38-212 0,-10-3 0,-12 0 0,-12-391 0,-11 627 0,-16-176 0,13 165 0,-2 0 0,0 0 0,-2 1 0,0-1 0,-18-35 0,24 58 0,1 0 0,-1-1 0,0 1 0,1 0 0,-1 0 0,0 0 0,0 0 0,0-1 0,0 1 0,0 0 0,0 1 0,0-1 0,-1 0 0,1 0 0,0 0 0,0 1 0,-1-1 0,1 1 0,0-1 0,-1 1 0,1-1 0,0 1 0,-1 0 0,1 0 0,-1 0 0,-2 0 0,-1 1 0,-1 0 0,0 0 0,1 1 0,0 0 0,-10 4 0,10-3 0,-52 24 0,2 3 0,1 2 0,2 2 0,-54 47 0,18-5 0,-104 116 0,30-2 0,131-148 0,2 0 0,-43 85 0,65-105 0,7-22 0,-1 0 0,1 1 0,0-1 0,0 0 0,0 0 0,0 1 0,0-1 0,0 0 0,0 0 0,0 1 0,0-1 0,0 0 0,1 0 0,-1 0 0,0 1 0,0-1 0,0 0 0,0 0 0,0 1 0,0-1 0,0 0 0,1 0 0,-1 0 0,0 1 0,0-1 0,0 0 0,0 0 0,1 0 0,-1 0 0,0 0 0,0 1 0,0-1 0,1 0 0,-1 0 0,0 0 0,0 0 0,1 0 0,-1 0 0,5-1 0,-1 0 0,1 0 0,-1 0 0,0-1 0,0 0 0,8-3 0,-11 4 0,51-26 0,-1-2 0,-2-2 0,66-54 0,127-131 0,-128 110 0,-96 90 0,0 0 0,1 1 0,1 1 0,0 1 0,1 1 0,31-14 0,-42 23 0,-1-1 0,1 2 0,0-1 0,0 1 0,0 1 0,0 0 0,0 0 0,0 1 0,0 0 0,0 1 0,0 0 0,0 1 0,-1 0 0,1 0 0,0 1 0,-1 1 0,1-1 0,9 6 0,8 7 0,0 1 0,-1 1 0,-1 1 0,-1 2 0,27 28 0,101 126 0,-133-151 0,336 467-1365,-330-454-5461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2:21.9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949 5522 24575,'2'-5'0,"-1"0"0,0 1 0,-1-1 0,1 0 0,-1 0 0,0-4 0,1-16 0,69-669-194,-4 52-532,-28-3 621,-97-727 19,-124 11-1,139 1126 934,43 231-822,1 0 0,-1 0 1,-1 0-1,1 0 0,0 0 0,-1 0 0,0 1 1,0-1-1,0 0 0,-5-5 0,5 8-21,0-1-1,0 1 0,0 0 1,0 0-1,0 0 0,0 1 1,-1-1-1,1 0 1,0 1-1,0-1 0,-1 1 1,1 0-1,0 0 0,-1 0 1,1 0-1,0 0 0,-1 0 1,1 1-1,0-1 1,0 1-1,-3 1 0,-19 4-3,0 2 0,1 0 0,-39 21 0,-63 45 0,106-63 0,-64 42 0,2 3 0,3 4 0,3 3 0,-72 77 0,119-108 0,26-27 0,4-5 0,19-14 0,541-491 0,-279 239 0,-254 239 0,92-77 0,-104 92 0,1 0 0,0 1 0,0 1 0,1 0 0,28-9 0,-39 16 0,1 1 0,0 0 0,-1 1 0,1 0 0,0 0 0,0 1 0,-1 0 0,1 0 0,0 1 0,0 0 0,0 1 0,-1 0 0,1 0 0,-1 1 0,0 0 0,1 0 0,-1 1 0,-1 0 0,14 10 0,-2 0 0,0 2 0,-2 0 0,0 1 0,0 1 0,-2 0 0,17 26 0,18 33-34,-4 3 0,-4 1 0,-3 2-1,36 111 1,74 354-2025,-96-291-3902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2:22.5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0 517 24575,'12'-44'0,"5"-14"0,-2 27 0,1 1 0,1 1 0,1 0 0,2 1 0,1 1 0,1 2 0,1 0 0,42-36 0,-48 47 0,2 0 0,-1 1 0,2 0 0,-1 2 0,2 0 0,-1 2 0,2 0 0,-1 1 0,1 1 0,0 1 0,0 1 0,1 1 0,40-2 0,-48 7 0,0 0 0,0 1 0,0 0 0,0 1 0,0 1 0,0 0 0,-1 1 0,1 0 0,-2 2 0,1-1 0,0 2 0,-1 0 0,-1 0 0,1 1 0,-2 1 0,1 0 0,-1 1 0,-1 0 0,0 0 0,10 15 0,-6-5 0,0 1 0,-2 0 0,-1 1 0,-1 0 0,-1 1 0,-1 0 0,-1 0 0,-1 1 0,-1 0 0,-1 0 0,1 36 0,-5-19 0,-2-1 0,-1 0 0,-2 0 0,-2-1 0,-2 0 0,-2 0 0,-1-1 0,-2 0 0,-2-1 0,-1 0 0,-2-2 0,-1 0 0,-26 33 0,39-61 0,1 1 0,-1-2 0,-15 14 0,21-21 0,0 1 0,1 0 0,-1 0 0,0-1 0,1 1 0,-1-1 0,0 1 0,0-1 0,1 1 0,-1-1 0,0 1 0,0-1 0,0 0 0,0 1 0,0-1 0,0 0 0,1 0 0,-1 1 0,0-1 0,0 0 0,0 0 0,0 0 0,0 0 0,0-1 0,0 1 0,0 0 0,0 0 0,0 0 0,1-1 0,-1 1 0,0 0 0,0-1 0,0 1 0,0-1 0,1 1 0,-1-1 0,0 0 0,0 1 0,1-1 0,-1 1 0,0-1 0,1 0 0,-1 0 0,1 1 0,-1-1 0,1 0 0,0 0 0,-1 0 0,1 0 0,0 0 0,-1 1 0,1-1 0,0 0 0,0 0 0,0 0 0,0 0 0,0-1 0,-2-9 0,1 1 0,1 0 0,-1-1 0,2 1 0,-1 0 0,2-1 0,-1 1 0,4-11 0,29-83 0,-31 99 0,27-67 0,3 1 0,3 3 0,3 0 0,3 3 0,3 1 0,3 3 0,70-71 0,-106 120 0,-4 2 0,1 1 0,0 0 0,1 0 0,-1 1 0,2 0 0,-1 1 0,1 0 0,0 1 0,13-5 0,-21 10 0,0 1 0,-1-1 0,1 1 0,0 0 0,-1 0 0,1 0 0,0 0 0,0 0 0,-1 1 0,1-1 0,0 1 0,-1 0 0,1 0 0,-1 0 0,1 0 0,-1 0 0,0 1 0,1-1 0,-1 1 0,0-1 0,0 1 0,0 0 0,0 0 0,0 0 0,0 0 0,0 0 0,2 4 0,4 6 0,-1 1 0,1 0 0,9 24 0,1 12 30,-2 1 0,-1 0 0,7 58 0,10 158-1515,-28-217-5341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2:22.8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18 24575,'22'-4'0,"6"-1"0,0 1 0,0 1 0,0 2 0,1 0 0,-1 2 0,0 2 0,1 0 0,35 10 0,-51-10 0,-1 1 0,0 0 0,0 1 0,0 0 0,0 1 0,-1 0 0,0 1 0,0 0 0,0 1 0,-1 0 0,-1 1 0,1 0 0,-1 0 0,-1 1 0,0 0 0,0 0 0,-1 1 0,0 0 0,-1 1 0,7 16 0,-7-7 0,-1 0 0,0 0 0,-2 0 0,0 0 0,-2 0 0,0 1 0,-1-1 0,-2 1 0,0-1 0,-8 36 0,-1-12 0,-2-1 0,-2 0 0,-40 81 0,47-111 0,7-11 0,-1-1 0,1 0 0,-1 1 0,1-1 0,0 1 0,0-1 0,0 1 0,0 0 0,1-1 0,-1 1 0,1 0 0,-1 3 0,1-5 0,1 0 0,-1-1 0,0 1 0,1 0 0,-1-1 0,0 1 0,1-1 0,-1 1 0,1-1 0,-1 1 0,1-1 0,-1 1 0,1-1 0,0 1 0,-1-1 0,1 1 0,-1-1 0,1 0 0,0 1 0,1-1 0,28 5 0,19-5 26,0-2 0,72-12 0,100-31-685,-165 33-125,99-22-6042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2:31.8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1621 119 24575,'-14'0'0,"0"-2"0,0 0 0,-14-3 0,-27-4 0,0 6 0,1 3 0,-1 2 0,1 3 0,0 2 0,0 3 0,0 1 0,2 3 0,0 3 0,0 1 0,2 3 0,0 2 0,-54 34 0,50-23 0,2 3 0,1 1 0,2 3 0,2 2 0,2 2 0,2 2 0,1 1 0,3 3 0,3 1 0,-38 69 0,37-46 0,2 2 0,5 1 0,2 1 0,5 1 0,2 2 0,5 0 0,-7 87 0,16-80 0,4 1 0,4-1 0,4 0 0,3 0 0,5 0 0,35 127 0,-31-159 0,2 0 0,3-2 0,3 0 0,2-1 0,2-2 0,42 57 0,-43-72 0,1-2 0,2-1 0,1-1 0,2-1 0,1-2 0,2-2 0,0-1 0,66 34 0,-57-38-14,2-3 0,0-1-1,1-3 1,1-2 0,0-1 0,1-4-1,83 7 1,-70-14-28,0-3 0,-1-3 1,1-2-1,-1-3 0,106-30 0,-88 13 5,-1-3 1,-1-4-1,-2-3 1,-1-4-1,-2-3 1,-2-3-1,-3-3 1,-1-3-1,99-100 1,-118 101 36,-3-3 0,-2-1 0,-2-2 0,-3-2 0,-2-2 0,-3-1 0,-3-1 0,26-78 0,-39 85 0,-2-1 0,-2-1 0,-4 1 0,-1-2 0,-4 0 0,-1 1 0,-4-1 0,-2 0 0,-2 0 0,-15-67 0,4 62 0,-2 0 0,-3 1 0,-3 1 0,-2 1 0,-3 1 0,-3 2 0,-73-105 0,57 102 0,-3 2 0,-2 2 0,-2 2 0,-3 3 0,-2 3 0,-98-64 0,89 72 0,-1 2 0,-2 4 0,-1 3 0,-2 3 0,0 3 0,-103-21 0,109 34 0,0 3 0,-1 3 0,0 3 0,0 3 0,0 3 0,0 3 0,-99 19 0,-45 35-1244,28 9-4973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2:34.0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24 692 24575,'-10'-20'0,"-3"-13"0,12 32 0,1-1 0,0 1 0,0-1 0,0 1 0,0-1 0,1 0 0,-1 1 0,0-1 0,1 1 0,-1-1 0,1 1 0,-1-1 0,1 1 0,0-1 0,-1 1 0,1 0 0,0-1 0,0 1 0,0 0 0,0 0 0,2-2 0,5-3 0,0 0 0,0 1 0,1 0 0,-1 0 0,1 1 0,1 0 0,-1 1 0,0 0 0,19-3 0,33-7 0,0 3 0,119-5 0,132 18 0,-298-2 0,561 28-122,257 5-522,410-76 632,-425 6 151,-802 34 315,-11-3-281,-21-17-161,-11-5-12,-1 0 0,-47-32 0,-74-39 0,106 71 0,-133-80 0,-41-26 0,219 131 0,9 2 0,13 3 0,-4 2 0,0 2 0,-1 0 0,0 1 0,0 1 0,0 1 0,-1 0 0,-1 1 0,0 1 0,0 1 0,-1 0 0,-1 1 0,0 0 0,-1 1 0,-1 1 0,0 0 0,-1 1 0,-1 0 0,0 0 0,-2 1 0,0 0 0,-1 1 0,0 0 0,-2 0 0,0 0 0,-1 1 0,-1 0 0,-1 0 0,-1 0 0,-2 30 0,-4-13 19,-1 0 0,-3-1 0,0 0 0,-22 50 0,-70 129-1479,14-57-5366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2:35.3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3618 451 24575,'-248'-148'0,"193"122"0,0 2 0,-105-30 0,52 29 0,-2 4 0,-187-10 0,-227 29 0,103 36 0,306-17 0,-184 53 0,223-46 0,1 4 0,1 3 0,-86 49 0,106-48 0,1 3 0,2 2 0,2 2 0,-77 79 0,73-59 0,4 2 0,2 2 0,3 2 0,3 2 0,3 2 0,3 1 0,-31 89 0,35-69 0,4 2 0,4 0 0,4 2 0,4 0 0,-4 151 0,19-162-24,4-1 0,4 1-1,3-1 1,3-1 0,4 0 0,4-1-1,3-2 1,4 0 0,2-2 0,5-1-1,2-2 1,4-1 0,2-2 0,4-3-1,2-1 1,4-3 0,2-2 0,3-3-1,2-2 1,2-3 0,3-3 0,102 59-1,-94-69 25,2-3 0,1-3 0,1-4 0,2-4 0,1-3 0,1-3 0,0-4 0,2-4 0,-1-3 0,1-4 0,0-4 0,0-3 0,0-4 0,0-4 0,-1-3 0,-1-4 0,121-40 0,-122 26 0,0-3 0,-2-3 0,-2-4 0,-1-3 0,-3-4 0,91-76 0,-90 60 0,-4-4 0,-2-3 0,-4-3 0,-3-2 0,76-124 0,-70 84-177,-4-3 0,-6-3 0,74-228 0,-101 250 110,-6-2 0,-3-1 0,-5-1 0,-5 0 0,-3-149 0,-11 188 64,-3 1-1,-2-1 1,-4 1-1,-2 1 1,-3 0 0,-3 1-1,-55-118 1,48 128-32,-3 1 1,-3 1-1,-1 2 1,-2 1-1,-2 2 1,-3 2-1,-1 1 1,-93-70-1,76 72 35,-2 2 0,-1 3 0,-2 2 0,-1 4 0,-1 2 0,-1 3 0,-2 4 0,-81-15 0,82 24 0,-1 2 0,0 4 0,-1 2 0,1 4 0,0 2 0,0 4 0,0 2 0,-97 28 0,116-22-206,2 2 0,0 3 0,1 1 0,-45 29-1,-10 17-4947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2:36.1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4063 636 24575,'-43'-35'0,"-1"2"0,-2 2 0,-1 2 0,-1 2 0,-67-26 0,13 14 0,-179-44 0,146 54-36,-2 5 0,-1 7 1,-1 6-1,0 5 0,0 7 0,0 6 0,1 6 0,0 5 0,1 7 0,-178 57 0,202-44-9,1 5 0,3 5 0,2 5-1,3 4 1,-113 81 0,135-77 27,2 4 1,3 3-1,4 4 0,2 2 1,4 4-1,-79 118 0,105-133 18,4 2 0,2 1 0,3 1 0,2 2 0,4 1 0,-31 138 0,46-153 0,4 0 0,2 0 0,2 0 0,2 1 0,3-1 0,3 1 0,1-1 0,4-1 0,31 107 0,-19-101 0,3-1 0,2-1 0,2-2 0,3 0 0,3-3 0,1 0 0,50 53 0,-20-36 0,3-2 0,3-4 0,2-2 0,92 57 0,-15-25-458,4-6-1,4-7 0,3-8 1,4-6-1,2-8 0,2-7 1,3-7-1,1-8 0,282 23 1,-332-54 352,0-5 0,-1-6 1,1-5-1,-2-5 1,0-6-1,186-56 1,-208 43 69,0-4 0,-3-5 0,-1-4 1,-3-3-1,-2-5 0,-2-4 0,153-134 1,-171 127 35,-3-3 0,-3-4 0,-3-2 0,-4-2 0,-3-4 0,80-155 0,-108 178 0,-2-1 0,-3-1 0,-2-2 0,-3 1 0,-3-2 0,-2 0 0,-4-1 0,-2 0 0,-3 0 0,-2 0 0,-11-82 0,0 79-13,-4 1 0,-2 1 0,-3 1 0,-37-85 1,20 72-29,-3 2 1,-3 1 0,-54-71 0,19 47-43,-4 4-1,-3 3 1,-5 4-1,-191-145 1,160 146 55,-4 6 0,-3 6 0,-3 5 0,-178-66 0,192 93 30,-1 5 0,-3 6 0,0 5-1,-2 5 1,-192-9 0,188 29-38,-206 25-1,-165 70-351,26 29-170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2:44.6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1 595 24575,'0'0'0,"0"0"0,2-3 0,22-10 0,2 1 0,0 1 0,0 1 0,38-8 0,-5 1 0,1448-396 0,-1203 343-1365,-175 43-5461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2:45.0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1 233 24575,'0'0'0,"1"1"0,0 0 0,7 5 0,16 2 0,27 1 0,35-3 0,37-10 0,37-10 0,33-13 0,29-11 0,28-9-967,21-2 967,18 2 0,-39 10-7224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2:45.3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 24575,'0'0'0,"0"1"0,0 0 0,1 0 0,5 4 0,18 1 0,39 2 0,55-1 0,56-3 0,51-6 0,39-5-1040,30-5 1040,-36-1-7151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4:03.5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1 328 24575,'14'3'0,"49"11"0,1-4 0,95 4 0,136-17 0,531-79-1155,-3-56 1078,-638 105 52,-43 8-182,294-55-915,-402 73-4483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4:04.0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24575,'1'3'0,"1"0"0,0 0 0,0 0 0,0 0 0,1 0 0,-1-1 0,1 1 0,-1-1 0,1 0 0,0 0 0,0 0 0,0 0 0,6 3 0,-6-3 0,23 13 0,1-1 0,1-2 0,0 0 0,0-2 0,38 8 0,159 22 0,413 3-685,6-52 75,-608 8 668,1324-69-260,-1349 69-39,-10 1 245,0-1 0,0 1 0,0-1 0,0 1 0,0 0 0,0 0 0,0-1 0,0 1 0,0 0 0,0 0 0,0 0 0,0 0 0,0 0 0,0 1 0,0-1 0,0 0 0,0 0 0,0 1 0,0-1 0,0 0 0,0 1 0,0-1 0,0 1 0,0-1 0,-1 1 0,1 0 0,0-1 0,0 1 0,0 0 0,-1-1 0,1 1 0,0 0 0,0 2 0,2 11-6651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4:08.3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583 1893 24575,'-8'-15'0,"-1"-12"0,1 0 0,1 0 0,1-1 0,2 0 0,-2-56 0,13-143 0,-6 226 0,65-480 0,2-16 0,-66 314 0,-4 156 0,-1 0 0,-1 0 0,-2 0 0,-14-43 0,18 65 0,2 3 0,-1 1 0,1-1 0,-1 0 0,1 1 0,-1-1 0,0 1 0,0-1 0,0 1 0,0 0 0,0-1 0,-2-1 0,2 2 0,0 1 0,0 0 0,0 0 0,-1 0 0,1 0 0,0 0 0,0 0 0,0 0 0,0 0 0,0 0 0,0 0 0,0 1 0,0-1 0,0 0 0,0 1 0,0-1 0,0 1 0,0-1 0,0 1 0,0 0 0,0-1 0,1 1 0,-3 1 0,-115 92 0,-158 160 0,241-219 0,0-4 0,2 3 0,2 0 0,-41 57 0,68-77 0,6-14 0,4-8 0,115-182 0,177-213 0,-293 396 0,0 1 0,0 0 0,1 1 0,0-1 0,0 1 0,0 0 0,10-5 0,-12 8 0,-1 1 0,0 0 0,1 0 0,-1 0 0,0 1 0,1-1 0,-1 1 0,1 0 0,-1 0 0,1 0 0,-1 0 0,0 0 0,1 1 0,-1 0 0,1 0 0,-1 0 0,0 0 0,6 3 0,29 16 0,-1 1 0,0 3 0,-2 1 0,32 29 0,-22-18 0,38 29-1365,-7-4-5461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4:12.5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10 24575,'0'0'0,"3"0"0,7-1 0,21-3 0,6 0-8191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4:14.0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 24575,'0'0'0,"0"0"0,0-1 0,0 1 0,0 0 0,0 0 0,1-1 0,-1 1 0,0 0 0,0 0 0,0 0 0,1-1 0,-1 1 0,0 0 0,0 0 0,0 0 0,1 0 0,-1 0 0,0-1 0,0 1 0,1 0 0,-1 0 0,0 0 0,0 0 0,1 0 0,-1 0 0,0 0 0,0 0 0,1 0 0,-1 0 0,0 0 0,1 0 0,-1 0 0,0 0 0,0 0 0,1 0 0,-1 1 0,22 3 0,0 2 0,-1 1 0,0 0 0,0 2 0,-1 0 0,0 1 0,-1 1 0,0 1 0,-1 1 0,0 1 0,28 27 0,-37-32 0,-1 0 0,1 1 0,-2 0 0,1 0 0,-2 1 0,1 0 0,-1 0 0,-1 0 0,0 1 0,-1 0 0,0 0 0,-1 0 0,0 0 0,-1 1 0,0-1 0,-1 1 0,0 0 0,-1-1 0,-1 1 0,0-1 0,-5 26 0,-1-17 0,0 0 0,-1 0 0,-1 0 0,-20 32 0,-57 71 0,18-29 0,63-88 0,1 0 0,1-1 0,-1 1 0,1 1 0,0-1 0,0 0 0,1 1 0,0 0 0,1-1 0,-1 1 0,1 0 0,1 11 0,0-15 0,1 1 0,-1 0 0,1-1 0,1 1 0,-1-1 0,1 1 0,-1-1 0,1 0 0,0 0 0,1 1 0,-1-1 0,1-1 0,0 1 0,0 0 0,0-1 0,0 1 0,1-1 0,-1 0 0,1 0 0,0 0 0,7 3 0,0 0-136,0-2-1,1 0 1,-1 0-1,0-1 1,1 0-1,0-1 1,0-1-1,0 0 0,13 0 1,48-3-6690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4:14.8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63 24575,'17'-11'0,"15"-1"0,1 2 0,0 1 0,0 2 0,1 1 0,-1 2 0,1 1 0,53 3 0,-62 1 0,-1 1 0,-1 2 0,1 0 0,0 1 0,-1 2 0,0 0 0,0 1 0,-1 2 0,0 0 0,-1 1 0,31 22 0,-38-21-341,0 0 0,-1 1-1,12 15 1,-10-10-6485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4:15.4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 24575,'0'0'0,"5"-2"0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4:22.5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1 24575,'0'0'0,"0"0"0,0 17 0,-1 123 0,11 258 0,-9-388 0,0-1 0,0 0 0,1 0 0,0 0 0,3 9 0,-5-16 0,1-1 0,-1 1 0,1-1 0,0 1 0,0-1 0,-1 1 0,1-1 0,0 0 0,0 1 0,0-1 0,1 0 0,-1 0 0,0 0 0,0 1 0,1-1 0,-1-1 0,1 1 0,-1 0 0,1 0 0,-1 0 0,1-1 0,-1 1 0,1-1 0,-1 1 0,1-1 0,0 0 0,-1 0 0,3 0 0,4-1 0,-1-1 0,0 0 0,0-1 0,0 0 0,0 0 0,0-1 0,-1 1 0,1-1 0,-1-1 0,0 1 0,0-1 0,8-9 0,27-26 0,-1-1 0,-2-3 0,53-76 0,76-161 0,-133 213 0,-32 71 0,0 1 0,0-1 0,0 1 0,0 0 0,0 0 0,-1 0 0,0 0 0,2 8 0,11 60 0,-3 1 0,-3 1 0,-3 119 0,-40 224 0,5-210 0,-9-2 0,-69 214 0,106-414 0,-2 9 0,-1 0 0,-12 24 0,17-38 0,-1 1 0,1-1 0,-1 1 0,1-1 0,-1 1 0,1-1 0,-1 1 0,1-1 0,-1 0 0,1 1 0,-1-1 0,1 0 0,-1 1 0,0-1 0,1 0 0,-1 0 0,1 0 0,-1 1 0,0-1 0,1 0 0,-1 0 0,0 0 0,1 0 0,-1 0 0,0 0 0,1 0 0,-1-1 0,0 1 0,1 0 0,-1 0 0,1 0 0,-1-1 0,0 1 0,1 0 0,-1-1 0,1 1 0,-1 0 0,1-1 0,-1 1 0,1-1 0,-1 1 0,1-1 0,-1 1 0,1-1 0,0 1 0,-1-2 0,-21-26 0,15 16 7,1 0 0,0-1-1,1 0 1,1-1 0,0 1-1,0-1 1,1 0-1,1 0 1,1 0 0,0 0-1,0 0 1,2 0 0,0 0-1,0 0 1,1 0 0,1 0-1,7-20 1,0 5-193,1 1 1,1 0-1,2 1 0,0 1 1,2 0-1,1 1 1,23-25-1,19-19-6640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4:22.8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61 0 24575,'0'0'0,"0"11"0,-11 146-116,-34 582-1133,41-656-5577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2:30.2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1 530 24575,'0'0'0,"0"0"0,0 0 0,6-2 0,45-11 0,1 2 0,0 2 0,0 2 0,55 1 0,-88 5 0,970-14 0,-405 14 0,910-87 0,-1493 88 0,-1 0 0,1 0 0,-1-1 0,1 1 0,-1 0 0,1 0 0,-1 0 0,1-1 0,-1 1 0,0 0 0,1-1 0,-1 1 0,1 0 0,-1-1 0,0 1 0,1-1 0,-1 1 0,0 0 0,0-1 0,1 1 0,-1-1 0,0 1 0,0-1 0,0 1 0,1-1 0,-1 1 0,0-1 0,0 1 0,0-1 0,0 1 0,0-1 0,0 1 0,0-1 0,0 1 0,0-1 0,0 1 0,0-1 0,-1 1 0,1-1 0,0 1 0,0-1 0,0 1 0,-1-1 0,1 1 0,0 0 0,-1-2 0,-13-24 0,13 26 0,-17-26 0,-2 2 0,0 0 0,-2 1 0,-48-40 0,13 20 0,-68-40 0,113 76 0,-1-1 0,1 0 0,-1 1 0,-22-8 0,79 50 0,-21-19 0,-2 1 0,0 1 0,-1 1 0,-1 1 0,26 35 0,-39-47 0,-1 1 0,0-1 0,0 1 0,-1-1 0,0 1 0,0 1 0,-1-1 0,0 0 0,-1 1 0,0 0 0,-1-1 0,0 1 0,0 0 0,-1 0 0,0-1 0,-1 1 0,0 0 0,0 0 0,-4 12 0,-2-5-170,-1 0-1,-1 0 0,0-1 1,-1 0-1,-1 0 0,0-1 1,-22 22-1,-36 35-6655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2:30.9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1675 390 24575,'-23'-17'0,"0"2"0,-1 1 0,-1 1 0,0 1 0,-1 1 0,0 1 0,0 1 0,-1 2 0,0 0 0,0 2 0,-34-2 0,23 5 0,0 3 0,0 0 0,0 3 0,0 1 0,1 2 0,-1 1 0,-57 22 0,36-7 0,2 3 0,0 3 0,2 2 0,1 2 0,2 2 0,1 3 0,3 2 0,0 2 0,3 2 0,-56 71 0,59-62 0,2 3 0,3 1 0,2 2 0,3 1 0,3 2 0,2 1 0,3 1 0,3 1 0,-20 101 0,32-111 0,3 1 0,2 0 0,3 0 0,2 0 0,3 0 0,2 0 0,2 0 0,3-1 0,2-1 0,3 0 0,2-1 0,2 0 0,2-2 0,3-1 0,2 0 0,2-2 0,2-1 0,2-2 0,2-1 0,2-2 0,2-1 0,1-2 0,2-2 0,66 44 0,-57-48 0,2-3 0,1-2 0,1-2 0,1-3 0,2-2 0,0-3 0,1-2 0,0-3 0,1-3 0,1-2 0,121 0 0,-126-10 0,-1-2 0,1-3 0,-1-2 0,0-2 0,-1-3 0,-1-2 0,0-3 0,-1-2 0,-1-2 0,-1-2 0,-2-2 0,0-3 0,53-43 0,-52 30 0,-1-1 0,-2-3 0,-3-2 0,-1-1 0,-3-3 0,-2-1 0,42-84 0,-47 73 0,-4-2 0,-2-1 0,-3-1 0,-3-1 0,-3-1 0,10-103 0,-21 102 0,-3-1 0,-3 0 0,-3 1 0,-3-1 0,-4 1 0,-26-100 0,18 109 0,-3 1 0,-2 1 0,-3 1 0,-3 1 0,-2 2 0,-3 1 0,-59-74 0,57 86 0,-3 1 0,-2 3 0,-1 1 0,-2 2 0,-1 2 0,-2 3 0,-2 1 0,0 2 0,-2 3 0,-57-22 0,46 26 0,-1 2 0,-1 3 0,0 3 0,-1 3 0,0 3 0,-1 2 0,0 3 0,-98 9 0,-36 21-1365,25 7-5461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4:23.8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52 2693 24575,'-11'-40'0,"1"-1"0,2-1 0,2 0 0,1 0 0,2-56 0,23-213 0,-13 244 0,62-532 0,26-363 0,-93 920 0,1 20 0,-2 0 0,-1-1 0,-1 1 0,-1 0 0,-6-31 0,8 52 0,-1 1 0,0 0 0,0 0 0,0 0 0,0 0 0,1 0 0,-1 0 0,0 0 0,0 0 0,0 1 0,1-1 0,-1 0 0,0 0 0,0 1 0,0-1 0,1 0 0,-1 1 0,0-1 0,1 1 0,-1-1 0,0 1 0,0 0 0,-25 16 0,-21 18 0,-56 54 0,221-223 0,-71 77 0,98-118 0,-143 173 0,0 0 0,0 0 0,1 0 0,-1 0 0,1 0 0,-1 1 0,1-1 0,-1 1 0,1 0 0,0 0 0,0 0 0,0 0 0,-1 0 0,1 1 0,0-1 0,0 1 0,0-1 0,0 1 0,0 0 0,0 1 0,0-1 0,0 0 0,0 1 0,4 1 0,5 2 0,0 0 0,-1 1 0,1 1 0,14 9 0,-12-7 0,38 23-1365,-4-1-5461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4:24.3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24575,'9'29'0,"55"294"0,-28-120 0,-35-198 0,1 7 0,0-1 0,1 0 0,9 22 0,-11-31 0,1 1 0,-1-1 0,1 1 0,0-1 0,-1 1 0,1-1 0,0 0 0,0 0 0,0 0 0,1 0 0,-1 0 0,1-1 0,-1 1 0,1-1 0,-1 1 0,1-1 0,0 0 0,-1 0 0,1 0 0,4 1 0,0-2 0,0 1 0,0-1 0,0 0 0,0-1 0,0 0 0,0 0 0,0 0 0,-1-1 0,1 0 0,0 0 0,-1-1 0,9-4 0,9-6 0,39-29 0,-20 10 0,-2-2 0,-2-1 0,-1-3 0,-2 0 0,54-75 0,-90 112 0,0 1 0,1-1 0,-1 0 0,0 1 0,0-1 0,0 1 0,1-1 0,-1 1 0,0-1 0,1 1 0,-1 0 0,0-1 0,1 1 0,-1-1 0,1 1 0,-1-1 0,0 1 0,1 0 0,-1 0 0,1-1 0,-1 1 0,1 0 0,-1 0 0,1-1 0,-1 1 0,1 0 0,0 0 0,-1 0 0,1 0 0,-1 0 0,1 0 0,-1 0 0,1 0 0,0 0 0,-1 0 0,1 0 0,-1 0 0,1 0 0,-1 0 0,1 1 0,-1-1 0,2 0 0,-1 3 0,1-1 0,0 1 0,-1-1 0,0 1 0,0 0 0,0-1 0,0 1 0,1 4 0,8 32 0,-2 0 0,-2 1 0,2 48 0,-6 127 0,-4-122 0,-3-1 0,-5 0 0,-33 146 0,30-194 0,-1 0 0,-2-1 0,-35 65 0,34-79 0,-1-1 0,-1 0 0,-2-2 0,0 0 0,-43 39 0,57-58 0,-1 0 0,1 0 0,-2-1 0,1 0 0,-1 0 0,0-1 0,0 0 0,0 0 0,-16 4 0,24-8 0,0-1 0,0 0 0,1 0 0,-1 1 0,0-1 0,0 0 0,0 0 0,0 0 0,0 0 0,1 0 0,-1 0 0,0 0 0,0 0 0,0-1 0,0 1 0,0 0 0,1 0 0,-1-1 0,0 1 0,0 0 0,0-1 0,1 1 0,-1-1 0,0 1 0,1-1 0,-1 0 0,0 1 0,1-1 0,-1 1 0,1-1 0,-1 0 0,1 0 0,-1 1 0,1-1 0,-1 0 0,1 0 0,0 0 0,0 1 0,-1-1 0,1 0 0,0 0 0,0 0 0,0-1 0,0-3 0,0 0 0,0-1 0,0 1 0,1 0 0,0 0 0,3-8 0,10-25-171,2 0-1,1 1 1,2 1 0,39-54-1,-46 71-336,51-75-6318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4:24.6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24575,'2'0'0,"1"1"0,-1 0 0,1 0 0,-1 0 0,0 0 0,0 0 0,0 0 0,0 1 0,4 2 0,2 2 0,9 6 0,-1 0 0,0 1 0,-1 0 0,-1 1 0,0 1 0,0 0 0,-2 1 0,13 21 0,-11-13 0,-2 1 0,0 0 0,-2 0 0,0 1 0,8 39 0,-9-13 0,-1 0 0,-4 0 0,-1 0 0,-3 1 0,-12 101 0,11-148 0,1-2 0,-1-1 0,1 0 0,-1 1 0,1-1 0,0 1 0,0-1 0,1 1 0,1 6 0,-2-9 0,1 0 0,0 0 0,0 0 0,-1 0 0,1-1 0,0 1 0,0 0 0,0 0 0,0 0 0,0-1 0,0 1 0,0-1 0,0 1 0,1-1 0,-1 1 0,0-1 0,0 1 0,0-1 0,1 0 0,-1 0 0,0 0 0,0 0 0,1 0 0,-1 0 0,0 0 0,0 0 0,0 0 0,1-1 0,-1 1 0,1-1 0,35-6 0,-2-2 0,1-1 0,-1-3 0,37-17 0,-16 7 0,73-30-1365,-8 2-5461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4:57.5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1 466 24575,'0'0'0,"0"0"0,102 10 0,408-22 0,5-35 0,-458 41 0,1575-202 0,-1251 155 0,-304 43 0,235-37 0,-8-25 0,-303 72 6,-1 0 0,1 0 0,0-1 0,-1 1 0,1 0 0,0 0 0,-1 0 0,1-1 0,0 1 1,-1 0-1,1-1 0,-1 1 0,1-1 0,-1 1 0,1-1 0,-1 1 0,1-1 0,-1 1 0,1-1 0,-1 0 0,14-12-1498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4:58.8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0 632 24575,'63'-10'0,"438"-20"0,3 28 0,-306 2 0,1359-25 0,-1392 17 0,447-13 0,-588 18 0,-34-8 0,-7-2 0,-155-140 0,-177-202 0,376 378 0,40 28 0,-30-24 0,436 304 0,-462-323 0,-4-3 0,-1-1 0,0 1 0,0 0 0,7 7 0,-12-11 0,0 1 0,0-1 0,0 0 0,0 1 0,0-1 0,-1 0 0,1 1 0,0-1 0,-1 1 0,1-1 0,-1 1 0,1-1 0,-1 1 0,0 0 0,0-1 0,0 1 0,0 0 0,0-1 0,0 1 0,0-1 0,0 1 0,-1-1 0,1 1 0,0 0 0,-1-1 0,0 2 0,-8 11 0,0 0 0,-1-1 0,0 0 0,-1-1 0,-1 0 0,0-1 0,-19 15 0,11-9 0,-73 59 60,-158 99 0,-117 34-1545,273-159-5341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2:23.5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677 5801 24575,'24'-428'0,"30"5"0,-41 328 0,148-955-1287,65-517 1256,-183 1120-231,-21-683-1,-27 1011 263,-33-202 0,34 301 5,-1 1-1,-1-1 1,0 1 0,-13-25 0,15 37 65,1 1 1,-1 0-1,-1-1 1,1 1-1,-1 1 1,0-1-1,0 1 1,-1 0-1,1 0 1,-1 0-1,0 1 1,-1 0-1,1 0 1,-13-5-1,8 6-22,-1 0-1,1 0 0,-1 1 1,1 0-1,-1 1 0,0 1 1,1 0-1,-1 0 0,0 1 0,1 0 1,-19 6-1,-2 1 18,0 3 0,-57 26-1,24-4-64,2 2 0,1 4 0,2 2 0,-75 67 0,74-52 0,2 2 0,3 3 0,-77 108 0,126-159 0,3-5 0,0 0 0,0 0 0,1 0 0,-1 1 0,1 0 0,0 0 0,1-1 0,0 1 0,0 1 0,0-1 0,-1 8 0,3-13 0,0 0 0,0 0 0,1 0 0,-1 0 0,0 0 0,1 0 0,-1 0 0,0 0 0,1 0 0,-1-1 0,1 1 0,-1 0 0,1 0 0,0 0 0,-1 0 0,1-1 0,0 1 0,0 0 0,0 0 0,-1-1 0,1 1 0,0-1 0,0 1 0,0-1 0,0 1 0,0-1 0,0 0 0,0 1 0,0-1 0,0 0 0,0 0 0,0 0 0,0 0 0,0 0 0,2 0 0,44-4 0,-47 4 0,42-8 0,0-2 0,67-27 0,79-45 0,-160 69 0,331-169 0,-96 45 0,-231 121 0,1 1 0,0 2 0,51-14 0,-74 25 0,1 0 0,0 0 0,0 1 0,-1 0 0,1 1 0,0 0 0,0 1 0,0 0 0,0 1 0,0 0 0,-1 1 0,1 0 0,-1 0 0,0 1 0,15 8 0,-10-2 0,1 0 0,-2 2 0,1 0 0,-2 0 0,1 1 0,-2 1 0,0 0 0,12 18 0,3 11 0,39 83 0,-12 2-455,-7 2 0,50 218 0,-48-135-6371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2:24.1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0 190 24575,'10'-13'0,"1"0"0,0 1 0,0 0 0,1 1 0,1 1 0,0 0 0,0 0 0,1 1 0,0 1 0,1 0 0,15-6 0,1 2 0,1 1 0,-1 2 0,2 1 0,46-6 0,-52 11 0,0 1 0,0 2 0,0 0 0,0 2 0,0 1 0,0 1 0,-1 1 0,1 1 0,24 10 0,-38-11 0,-1 0 0,0 0 0,0 2 0,-1-1 0,0 1 0,0 1 0,0 0 0,-1 0 0,0 1 0,-1 1 0,0-1 0,0 2 0,-1-1 0,-1 1 0,0 0 0,0 1 0,-1-1 0,0 1 0,-1 0 0,5 17 0,-6-7 0,0 0 0,-2 1 0,0-1 0,-2 1 0,0-1 0,-2 0 0,0 1 0,-1-1 0,-2 0 0,-9 30 0,3-17 0,-2 0 0,-1-1 0,-2-1 0,-2 0 0,-33 47 0,32-58 0,10-14 0,9-8 0,0 0 0,0 0 0,-1 0 0,1 0 0,0 0 0,0 0 0,0 0 0,0 0 0,0 0 0,0 0 0,0 0 0,0 0 0,-1 0 0,1 0 0,0 0 0,0 0 0,0 0 0,0 0 0,0 0 0,0 0 0,0 0 0,-1 0 0,1 0 0,0 0 0,0 0 0,0-1 0,0 1 0,0 0 0,0 0 0,0 0 0,0 0 0,0 0 0,0 0 0,0 0 0,0 0 0,-1 0 0,1 0 0,0-1 0,0 1 0,0 0 0,0 0 0,0 0 0,0 0 0,0 0 0,0 0 0,0 0 0,0-1 0,0 1 0,0 0 0,0 0 0,0 0 0,0 0 0,0 0 0,0 0 0,0 0 0,0 0 0,0-1 0,1 1 0,-1 0 0,0 0 0,0 0 0,0 0 0,0 0 0,0 0 0,5-20 0,2 1 0,0 0 0,0 1 0,2 0 0,16-27 0,-5 11 0,51-96 0,5 4 0,94-117 0,-169 242 0,-1 1 0,0 0 0,0 0 0,0 0 0,0 0 0,0 0 0,0-1 0,1 1 0,-1 0 0,0 0 0,0 0 0,0 0 0,0 0 0,0 0 0,1 0 0,-1 0 0,0-1 0,0 1 0,0 0 0,1 0 0,-1 0 0,0 0 0,0 0 0,0 0 0,1 0 0,-1 0 0,0 0 0,0 0 0,0 0 0,0 0 0,1 0 0,-1 1 0,0-1 0,0 0 0,0 0 0,0 0 0,1 0 0,-1 0 0,0 0 0,0 1 0,7 8 0,3 20 0,-10-26 0,57 226 86,17 56-1537,-42-195-5375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2:24.5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60 24575,'15'-9'0,"2"1"0,1 0 0,0 1 0,1 1 0,-1 1 0,1 0 0,37-3 0,-25 6 0,0 1 0,1 1 0,45 7 0,-59-4 0,0 0 0,-1 1 0,0 1 0,0 1 0,0 0 0,-1 1 0,0 1 0,17 11 0,-23-13 0,-1 1 0,0 0 0,-1 1 0,1 0 0,-1 0 0,-1 1 0,0 0 0,0 0 0,-1 1 0,0 0 0,-1 0 0,0 0 0,7 21 0,-6-6 0,-1 0 0,-1 0 0,-1 0 0,-1 1 0,-2 0 0,0-1 0,-2 1 0,-1-1 0,0 1 0,-12 37 0,-7 10 0,-2-1 0,-45 88 0,65-151 0,-1 1 0,1 1 0,0-1 0,1 0 0,1 1 0,-1 0 0,2 0 0,-1-1 0,1 1 0,1 0 0,0 0 0,1 0 0,0 0 0,1 0 0,0 0 0,0-1 0,1 1 0,1-1 0,7 18 0,13 23 0,-12-27 0,-1 0 0,10 34 0,-19-48 0,0-1 0,0 0 0,-1 1 0,0-1 0,-1 1 0,0-1 0,0 1 0,-1 0 0,0-1 0,-4 13 0,-1-4 10,0 0 0,-2 0 0,0-1 0,-1-1 0,-1 1 0,0-1 0,-1-1 0,-1 0 0,0 0 0,-1-1 0,-19 16 0,4-7-307,-1-1 0,-1-1 0,-1-2 0,-64 30 0,-2-9-6529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2:26.7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2878 878 24575,'-17'-23'0,"-24"-31"0,-2 1 0,-98-93 0,110 119 0,-1 2 0,-1 2 0,-1 0 0,-1 3 0,0 0 0,-54-19 0,37 21 0,0 2 0,-1 3 0,-1 2 0,1 2 0,-2 3 0,1 2 0,-1 3 0,1 1 0,-97 15 0,102-7 0,1 3 0,1 1 0,0 3 0,1 1 0,0 3 0,2 2 0,0 1 0,1 2 0,2 3 0,1 1 0,-41 36 0,38-23 0,3 2 0,1 2 0,2 1 0,3 2 0,1 1 0,3 2 0,2 0 0,2 3 0,2 0 0,3 1 0,3 1 0,1 1 0,4 0 0,-10 84 0,17-80 0,2 1 0,4-1 0,2 1 0,2-1 0,25 114 0,-16-123 0,2 0 0,2-1 0,3-1 0,2-1 0,2-1 0,60 90 0,-46-88 0,3-1 0,2-2 0,1-2 0,3-2 0,1-2 0,2-3 0,2-1 0,1-3 0,2-2 0,1-3 0,1-2 0,2-2 0,0-3 0,91 20 0,-74-25 0,1-4 0,1-3 0,0-4 0,0-3 0,0-4 0,0-3 0,0-3 0,-1-3 0,0-5 0,-1-2 0,100-37 0,-107 28 0,-1-3 0,-2-3 0,-2-3 0,-1-3 0,-1-3 0,-3-2 0,-1-2 0,97-101 0,-123 109 0,0-2 0,-3-1 0,-1-1 0,-3-1 0,40-88 0,-50 92 0,-2-1 0,-1 0 0,-3-1 0,-1 0 0,-2 0 0,-1-1 0,-2-75 0,-7 67 0,-1 0 0,-2 0 0,-3 0 0,-2 1 0,-34-88 0,21 77 0,-3 2 0,-2 1 0,-3 1 0,-47-59 0,26 48 0,-2 3 0,-3 2 0,-3 2 0,-2 4 0,-2 2 0,-3 3 0,-97-52 0,87 61 0,-2 4 0,-2 3 0,-1 4 0,-1 3 0,-1 4 0,-1 4 0,-1 4 0,-1 4 0,-123 0 0,130 12 0,0 4 0,0 3 0,1 4 0,-96 27 0,111-19 0,0 2 0,2 3 0,1 4 0,1 1 0,-75 51 0,90-48 0,2 1 0,1 3 0,2 2 0,2 1 0,2 2 0,1 2 0,2 2 0,3 0 0,-31 59 0,28-37 0,4 1 0,3 2 0,2 1 0,4 1 0,3 0 0,-13 105 0,20-71 0,5 0 0,4 0 0,22 210 0,-7-227 0,5-1 0,4-2 0,3 0 0,4-1 0,42 89 0,-48-131 0,1 0 0,3-1 0,1-2 0,2-1 0,2-1 0,69 68 0,-69-79 0,2-2 0,1-1 0,1-1 0,1-2 0,0-2 0,2-1 0,0-2 0,64 19 0,-38-20 0,1-3 0,1-2 0,-1-4 0,1-2 0,1-3 0,-1-4 0,0-2 0,0-3 0,66-15 0,-34-1 0,-1-3 0,-1-5 0,-2-4 0,-1-5 0,112-64 0,-115 51 0,-3-3 0,-2-5 0,-2-3 0,-4-4 0,-2-3 0,91-109 0,-122 122 0,-3-2 0,-3-1 0,61-126 0,-77 131 0,-2-1 0,-3 0 0,-2-2 0,-3 0 0,7-72 0,-15 71 0,-3 0 0,-3 0 0,-2 1 0,-3-1 0,-3 0 0,-2 1 0,-18-59 0,7 52 0,-3 0 0,-3 2 0,-2 1 0,-3 1 0,-66-95 0,47 89 0,-2 3 0,-3 1 0,-3 4 0,-3 2 0,-2 2 0,-2 4 0,-3 2 0,-1 4 0,-3 2 0,-135-58 0,112 65 0,-1 4 0,-2 4 0,-1 5 0,0 4 0,-2 4 0,0 5 0,-1 4 0,-126 8 0,143 6 0,1 3 0,0 4 0,1 3 0,-92 33 0,110-27 0,1 3 0,2 3 0,1 3 0,1 3 0,-82 61 0,105-67 0,1 2 0,1 2 0,2 1 0,2 2 0,1 1 0,2 1 0,1 1 0,2 2 0,2 1 0,2 0 0,2 2 0,2 0 0,1 2 0,3 0 0,2 0 0,1 1 0,3 0 0,-3 52 0,9-26 0,2 0 0,4 0 0,3 0 0,3-1 0,3 0 0,4-1 0,46 129 0,-30-122 0,3 0 0,3-3 0,4-1 0,3-2 0,3-2 0,83 91 0,-71-96 0,3-3 0,3-3 0,2-2 0,3-4 0,2-3 0,88 44 0,-91-58 0,1-4 0,2-3 0,1-3 0,1-3 0,1-4 0,1-3 0,85 6 0,-70-17 0,1-4 0,-1-4 0,0-4 0,-1-4 0,0-4 0,0-4 0,-2-5 0,-1-3 0,100-44 0,-101 31 0,-3-3 0,-1-4 0,-3-4 0,-2-3 0,-2-3 0,-3-4 0,-2-3 0,116-135 0,-150 152 0,-3-1 0,-2-1 0,-2-2 0,-2-2 0,-3 0 0,-1-2 0,31-109 0,-46 122 0,-1-1 0,-2-1 0,-2 0 0,-2 1 0,-2-1 0,-2 0 0,-2 0 0,-1 0 0,-3 1 0,-2 0 0,-18-59 0,10 56 0,-2 1 0,-2 1 0,-2 1 0,-1 0 0,-2 2 0,-3 1 0,0 2 0,-39-39 0,38 47 0,-2 0 0,-1 2 0,-1 2 0,-1 1 0,-1 1 0,-2 3 0,0 0 0,-1 3 0,-57-19 0,90 35-76,-1 0 110,0-1 0,0 1 1,-1 1-1,1 0 1,-10-1-1,16 2-78,0 0 0,-1 0 0,1 0 0,-1 0 0,1 1 0,-1-1 0,1 0 0,0 1 0,-1-1 0,1 1 0,0 0 0,-1-1 0,1 1 0,0 0 0,0 0 0,0-1 0,0 1 0,-1 0 0,1 0 1,1 1-1,-1-1 0,0 0 0,0 0 0,0 0 0,0 0 0,1 1 0,-1-1 0,1 0 0,-1 1 0,1-1 0,-1 0 0,1 1 0,0 1 0,-1 3-6782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4:04.8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24575,'16'4'0,"-4"-3"0,772 108-675,8-46-41,-761-60 715,40 2 0,1355 63-166,-1368-67 381,-33 1 25,-1-1 0,0-2 0,1 0 1,45-10-1,-73 10-102,-4 0-120,6 1-17,1 1 0,-1-1 0,1 1-1,0-1 1,-1 1 0,1-1 0,0 1 0,-1-1 0,1 1-1,0-1 1,0 1 0,-1-1 0,1 1 0,0 0 0,0-1-1,0 1 1,0-1 0,0 1 0,0 0 0,0-1 0,0 1-1,0 0 1,-1 2 0,-1 1 0,0-1 0,0 0 0,0 0 0,-1 0 0,1-1 0,-1 1 0,1-1 0,-1 1 0,-3 2 0,-3 2 0,0-26 0,2 0-1365,0-2-5461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4:05.7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2933 316 24575,'-179'-68'0,"-57"-4"0,-478-82 0,622 142 0,-1 4 0,-180 7 0,210 6 0,1 3 0,1 3 0,0 3 0,0 2 0,-78 32 0,78-22 0,1 4 0,1 1 0,1 4 0,2 2 0,2 2 0,2 3 0,-59 59 0,72-60 0,2 2 0,1 1 0,3 2 0,2 1 0,1 1 0,3 2 0,2 0 0,3 2 0,-17 55 0,20-40-35,4 1 0,2 1 0,3 1 0,-2 121 0,14-102-61,4-1 0,4 0 0,28 116 0,-5-81 3,6-1 0,5-1-1,5-3 1,5-3 0,98 156 0,-53-122-148,6-5 0,6-5 0,6-4 0,5-6 0,7-5 0,4-6 0,286 192 0,-318-246 211,3-4 0,2-6 0,3-3 0,176 55 0,-213-86-76,0-2 0,1-4 0,1-3 1,0-4-1,0-2 0,0-4 0,1-3 0,111-17 1,-97 0 113,-1-4 1,-1-3-1,-1-4 1,-1-4-1,-2-4 1,-2-3-1,82-56 1,-42 14-377,-3-4 1,-5-6-1,169-177 1,-181 158 235,162-235 0,-200 248 76,-4-3-1,-5-3 1,43-115 0,-68 141 37,-4 0-1,-4-2 1,-2 0-1,13-167 1,-29 183 35,-3-1 1,-4 1 0,-1 0 0,-4 0-1,-3 0 1,-39-124 0,21 112 72,-3 3 1,-3 0 0,-4 3 0,-2 1-1,-4 2 1,-2 2 0,-92-97-1,34 57-102,-5 5 0,-4 5 0,-155-99-1,182 135 870,-2 4-1,-188-84 0,268 135-528,0 2 0,0 0-1,0 0 1,-16-2 0,22 4-339,1 1-1,-1 0 1,1 1 0,-1-1-1,1 1 1,-1-1-1,1 1 1,-1 0 0,1 0-1,0 1 1,0-1 0,0 1-1,-1-1 1,1 1 0,1 0-1,-5 3 1,-4 4-6814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2:40.7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2390 24575,'40'-734'0,"-36"709"0,53-674 0,-59 569 0,3-112 0,0 231 0,1 0 0,0 0 0,0 0 0,1 0 0,0 1 0,1-1 0,0 1 0,0 0 0,1 0 0,1 0 0,0 1 0,0 0 0,1 0 0,0 1 0,0-1 0,10-7 0,-1 4 0,-1 0 0,2 1 0,-1 1 0,2 1 0,-1 1 0,1 0 0,0 1 0,28-7 0,19-1 0,2 2 0,0 3 0,75-1 0,207 12 0,-297 0 0,298 11 0,194 2 0,-544-14 0,0 0 0,1 0 0,-1 0 0,1 0 0,-1 0 0,0-1 0,1 1 0,-1 0 0,0 0 0,1 0 0,-1 0 0,0-1 0,1 1 0,-1 0 0,0-1 0,1 1 0,-1 0 0,0 0 0,0-1 0,0 1 0,1 0 0,-1-1 0,0 1 0,0 0 0,0-1 0,1 1 0,-1-1 0,0 1 0,0 0 0,0-1 0,0 1 0,0-1 0,0 1 0,0 0 0,0-1 0,0 1 0,0 0 0,0-1 0,0 1 0,0-1 0,-1 1 0,1 0 0,0-1 0,0 1 0,0 0 0,0-1 0,-1 1 0,1 0 0,0-1 0,0 1 0,-1 0 0,1-1 0,0 1 0,-1 0 0,1-1 0,-17-24 0,16 24 0,-23-28 0,-2 1 0,0 1 0,-2 1 0,-1 2 0,-1 1 0,-1 1 0,-38-20 0,60 36 0,12 5 0,26 8 0,44 16 0,72 34 0,-131-51 0,-1 1 0,0 0 0,-1 1 0,0 1 0,0 0 0,-1 1 0,0 0 0,15 17 0,-23-21 8,1-1-1,-1 1 1,0 0-1,-1 0 1,1 0-1,-1 0 1,-1 0-1,1 0 1,-1 1-1,0-1 0,0 0 1,-1 1-1,0-1 1,0 1-1,-2 11 1,-2 5-503,-1-1 0,-15 43 0,0-12-6331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2:41.2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143 1 24575,'0'0'0,"-2"34"0,-64 572 0,8-77 0,47-387 0,6 1 0,6 0 0,7 0 0,34 192 0,-30-282-1365,-8-40-5461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2:41.9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415 199 24575,'24'-19'0,"21"-1"0,0 2 0,85-23 0,100-7 0,175-1 0,-314 45 0,-1 5 0,137 18 0,-196-16 0,-1 3 0,0 0 0,-1 2 0,45 18 0,-66-23 0,-1 0 0,0 1 0,0 0 0,0 0 0,-1 1 0,0 0 0,1 0 0,-2 0 0,1 1 0,-1 0 0,0 0 0,0 0 0,0 1 0,-1 0 0,0 0 0,0 0 0,-1 0 0,0 0 0,0 1 0,-1-1 0,0 1 0,2 13 0,-1 21 0,-2 1 0,-1 0 0,-2 0 0,-9 43 0,-44 169 0,-30 34 0,-39 167 0,99-330 0,5 2 0,6 1 0,4 203 0,10-330 0,-1 0 0,1-1 0,0 1 0,-1 0 0,1 0 0,-1 0 0,1 0 0,-1 0 0,0-1 0,0 1 0,0 0 0,0-1 0,0 1 0,0-1 0,-1 1 0,1-1 0,0 1 0,-1-1 0,1 0 0,-1 0 0,1 0 0,-1 0 0,0 0 0,1 0 0,-4 1 0,-5 3 0,-1-1 0,0-1 0,-14 3 0,14-3 0,-54 11 0,0-3 0,0-3 0,-75-1 0,-201-15 0,294 5 0,-278-17 0,-178-6 0,484 26-1365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3:51.2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24575,'0'0'0,"0"0"0,0 0 0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3:51.4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3:51.5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4:25.4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381 1959 24575,'-3'-10'0,"1"0"0,0-1 0,1 1 0,-1-17 0,1-1 0,-18-479 0,30-5 0,-6 329 0,0 39 0,0-208 0,-5 351 0,0-1 0,0 1 0,0 0 0,0 0 0,0 0 0,0 0 0,0-1 0,-1 1 0,1 0 0,0 0 0,-1 0 0,1 0 0,0 0 0,-1 0 0,1 0 0,-1 0 0,-1-2 0,1 3 0,-1 0 0,1 0 0,-1 0 0,1 0 0,-1 0 0,1 0 0,0 1 0,-1-1 0,1 1 0,0-1 0,-1 1 0,1-1 0,0 1 0,0 0 0,-2 1 0,-32 17 0,1 1 0,1 2 0,-40 35 0,-82 89 0,140-130 0,13-14 0,3-3 0,28-27 0,72-86 0,101-149 0,-201 261 5,1 0 0,-1 0-1,0 1 1,1-1 0,-1 0-1,1 1 1,0-1 0,-1 1-1,1 0 1,0-1-1,0 1 1,0 0 0,0 0-1,0 0 1,0 1 0,0-1-1,0 0 1,0 1 0,0-1-1,1 1 1,-1 0 0,3-1-1,1 2-189,1 0 0,0 0 0,-1 1 0,1 0 0,10 4 0,-12-4-177,14 5-6464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4:25.9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24575,'0'0'0,"1"6"0,5 25 0,1 0 0,1-1 0,1 0 0,18 37 0,-24-61 0,0 1 0,1-1 0,0 1 0,0-1 0,0 0 0,1 0 0,0-1 0,0 1 0,0-1 0,1 0 0,0-1 0,0 1 0,0-1 0,0 0 0,1-1 0,-1 0 0,1 0 0,0 0 0,0-1 0,0 1 0,0-2 0,1 1 0,-1-1 0,10 0 0,0-2 0,0 0 0,0-2 0,-1 0 0,1-1 0,0 0 0,-1-2 0,0 0 0,0 0 0,24-15 0,-8 1 0,0 0 0,-2-2 0,38-35 0,-67 55 0,0 1 0,1-1 0,0 0 0,-1 1 0,1-1 0,0 1 0,0 0 0,0 0 0,0 0 0,0 0 0,0 0 0,0 0 0,2-1 0,-2 3 0,-1 0 0,1 0 0,-1 0 0,0 0 0,0 0 0,0 0 0,0 1 0,0-1 0,0 0 0,0 1 0,0-1 0,0 0 0,0 1 0,-1-1 0,1 1 0,-1-1 0,1 1 0,-1-1 0,1 1 0,-1 0 0,0 1 0,9 32 0,-1 1 0,5 58 0,-4 79 0,-8-135 0,1 14 0,3 188 0,-7-176 0,-15 108 0,14-157 0,0 0 0,-1 0 0,-1 0 0,0-1 0,-1 0 0,-14 25 0,16-33 0,1-1 0,-1 0 0,0 0 0,0-1 0,0 1 0,0-1 0,-1 0 0,0 0 0,0 0 0,0-1 0,0 1 0,0-1 0,-1-1 0,0 1 0,1-1 0,-1 0 0,0 0 0,0-1 0,-9 2 0,13-3 0,0 1 0,0-1 0,0 0 0,1 0 0,-1 0 0,0 0 0,0 0 0,0 0 0,0-1 0,0 1 0,1-1 0,-1 1 0,0-1 0,0 0 0,1 1 0,-1-1 0,0 0 0,1 0 0,-1 0 0,1-1 0,-1 1 0,1 0 0,0 0 0,-1-1 0,1 1 0,0-1 0,0 1 0,0-1 0,0 1 0,0-1 0,0 0 0,1 0 0,-1 1 0,0-1 0,1 0 0,0 0 0,-1 0 0,1-3 0,0-2 0,0-1 0,0 0 0,1 1 0,0-1 0,0 1 0,1-1 0,0 1 0,4-12 0,8-9-227,0 1-1,2 1 1,1 0-1,1 2 1,40-44-1,1 6-6598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4:26.3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24575,'18'5'0,"3"1"0,1 1 0,-1 1 0,-1 1 0,1 1 0,-2 0 0,26 19 0,-37-23 0,0 1 0,-1 0 0,0 0 0,0 0 0,0 1 0,-1 0 0,0 0 0,-1 1 0,0-1 0,0 1 0,-1 0 0,0 1 0,-1-1 0,0 1 0,0-1 0,2 19 0,-4-13 0,0 1 0,-1-1 0,-1 1 0,0-1 0,-1 1 0,-1-1 0,0 0 0,-8 22 0,-1-8 0,0 0 0,-2 0 0,-21 30 0,33-55 0,0-1 0,0 1 0,0 0 0,0-1 0,0 1 0,1 0 0,0 0 0,0 0 0,0 0 0,0 1 0,1-1 0,0 0 0,0 0 0,0 0 0,0 0 0,0 0 0,3 9 0,0-5 0,0 0 0,1 0 0,0-1 0,0 1 0,1-1 0,0 0 0,10 11 0,94 92 0,-39-42 0,-63-61 0,0 0 0,-1 1 0,0 0 0,0 0 0,-1 0 0,8 17 0,-11-19 0,0-1 0,0 1 0,-1 0 0,0-1 0,0 1 0,0 0 0,-1 0 0,0 0 0,0 0 0,-1-1 0,1 1 0,-1 0 0,-2 6 0,-1 2 9,-1-1 0,0 0 0,-1 0 0,-1 0 0,0-1 0,-1 0 0,0 0 0,0-1 0,-13 13 0,-9 5-737,-59 48 1,-15-1-6099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4:43.7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1 350 24575,'28'-6'0,"48"-4"0,-22 4 0,800-119 21,68-8-297,-455 81-947,0 34 1167,-354 26 64,-1 5-1,146 35 1,-23-4 1248,546 23-1016,-728-65-225,170 20-15,-126-11 0,133 0 0,-75-19-1365,-3-5-5461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4:43.8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24 24575,'0'0'0,"1"0"0,7 0 0,21 0 0,43-3 0,53-6 0,4-3-8191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4:50.9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1673 322 24575,'-5'-13'0,"-1"1"0,0 1 0,-1-1 0,0 1 0,-1 0 0,-1 1 0,-9-11 0,11 14 0,-9-12 0,-2 2 0,0 1 0,-1 0 0,0 1 0,-1 1 0,-1 1 0,-34-17 0,24 17 0,0 1 0,-1 1 0,-1 2 0,0 1 0,-34-4 0,17 7 0,0 2 0,0 3 0,0 1 0,0 3 0,0 2 0,0 2 0,-69 21 0,84-18 0,0 1 0,1 1 0,1 2 0,0 2 0,2 1 0,-1 1 0,-42 36 0,60-44 0,1 1 0,1 1 0,0 0 0,0 1 0,1 0 0,1 0 0,1 1 0,0 1 0,1 0 0,0 0 0,1 0 0,1 1 0,1 0 0,0 0 0,2 0 0,-1 1 0,0 26 0,5-14 0,1 1 0,2 0 0,1-1 0,1 0 0,2 0 0,0 0 0,3-1 0,0 0 0,30 52 0,0-11 0,3-2 0,84 98 0,212 188 0,-185-200 0,-145-144 0,26 26 0,-1 1 0,44 64 0,-71-91 0,-2 1 0,1 0 0,-1 1 0,0-1 0,-1 1 0,-1 0 0,0 0 0,-1 1 0,0-1 0,-1 1 0,0 0 0,-1 0 0,0-1 0,-1 1 0,-2 18 0,-1-17 0,-1 1 0,-1-1 0,0 0 0,0 0 0,-2-1 0,0 0 0,0 0 0,-1 0 0,-1-1 0,-17 19 0,0-3 0,-2-2 0,0-2 0,-36 25 0,-2-6 0,-1-3 0,-2-3 0,-2-3 0,-1-3 0,-1-3 0,-2-3 0,0-4 0,-2-3 0,-121 13 0,186-30-86,-7 2-97,0-1 1,0-1-1,0-1 0,-1 0 0,1-2 1,-34-6-1,28-1-6643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4:51.8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392 1 24575,'0'0'0,"2"9"0,5 24 0,-1 0 0,-2 1 0,0 47 0,-12 106 0,-12-9 0,-57 244 0,-93 163 0,153-533 0,-5 15 0,-2-1 0,-48 90 0,68-153 0,4-13 0,4-20 0,23-72 0,5 2 0,78-169 0,93-131 0,-157 325 0,3 2 0,3 2 0,68-70 0,-94 114 0,1 2 0,1 0 0,2 2 0,60-37 0,-77 52 0,0 1 0,0 1 0,0 0 0,1 1 0,0 0 0,0 1 0,0 1 0,1 0 0,-1 1 0,1 1 0,0 0 0,-1 1 0,1 0 0,0 1 0,18 4 0,-27-3 0,0-1 0,-1 1 0,1 0 0,0 0 0,-1 1 0,1 0 0,-1 0 0,0 0 0,0 1 0,0-1 0,-1 1 0,1 0 0,-1 0 0,0 1 0,0 0 0,0-1 0,-1 1 0,1 0 0,-1 1 0,-1-1 0,1 1 0,-1-1 0,0 1 0,0 0 0,0-1 0,-1 1 0,0 0 0,0 0 0,-1 0 0,1 0 0,-2 12 0,-1 2 0,0 1 0,-2-1 0,0 0 0,-1 0 0,-1-1 0,-1 0 0,-1 0 0,-12 22 0,-10 8 0,-1 0 0,-3-3 0,-1-1 0,-3-1 0,-1-2 0,-2-2 0,-2-2 0,-2-1 0,-1-3 0,-1-2 0,-88 45 0,121-70 0,8-4 0,1 1 0,-1-2 0,1 1 0,-1-1 0,0 0 0,0 0 0,0 0 0,0-1 0,0 0 0,0 0 0,-7 0 0,21 2 0,-1 0 0,1 1 0,-1 0 0,0 0 0,11 10 0,7 3 0,215 117 0,-186-109 0,1-3 0,101 28 0,-122-42 0,1-2 0,-1-1 0,1-2 0,0-1 0,65-5 0,-75 0 0,0-1 0,0-2 0,0 0 0,-1-2 0,0 0 0,0-2 0,-1 0 0,42-27 0,-33 14 0,0-1 0,-2-1 0,-2-1 0,0-2 0,-1-1 0,-2-1 0,-1-1 0,-2-1 0,-1-1 0,-1-1 0,26-64 0,-37 69 0,-9 20 0,-7 19 0,-29 64 0,3 1 0,-42 148 0,66-194 0,-23 79-455,4 0 0,-27 219 0,53-291-6371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4:52.0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 24575,'0'0'0,"0"-1"0,0 0 0,0 1 0,0-1 0,0 0 0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4:52.5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260 160 24575,'12'24'0,"4"18"0,-1 1 0,-2 0 0,-2 1 0,8 63 0,2 182 0,-28 105 0,-2-295 0,-42 190 0,50-284 0,0 0 0,0-1 0,-1 0 0,1 1 0,-1-1 0,0 0 0,0 0 0,-1 0 0,1 0 0,-5 5 0,5-8 0,1 0 0,-1 0 0,1 0 0,-1 0 0,1-1 0,-1 1 0,1 0 0,-1-1 0,1 1 0,-1-1 0,0 0 0,1 1 0,-1-1 0,0 0 0,0 0 0,1 0 0,-1 0 0,0-1 0,1 1 0,-1 0 0,0-1 0,1 1 0,-1-1 0,1 1 0,-1-1 0,1 0 0,-1 0 0,1 0 0,-1 0 0,-1-2 0,-8-4 0,2-2 0,-1 1 0,1-1 0,0-1 0,1 1 0,0-1 0,1-1 0,0 0 0,0 0 0,-8-19 0,0-6 0,1-1 0,-11-48 0,11 21 0,3 1 0,3-1 0,3-1 0,2 1 0,3-1 0,4 1 0,1 0 0,4 0 0,3 0 0,2 1 0,3 1 0,30-72 0,-33 101 0,1 1 0,2 1 0,2 0 0,0 2 0,2 0 0,1 1 0,2 1 0,30-27 0,-39 41 0,0 1 0,1 1 0,1 0 0,0 1 0,0 1 0,1 0 0,19-6 0,-23 11 0,-1 0 0,1 1 0,0 1 0,0 0 0,0 1 0,0 0 0,0 1 0,0 1 0,0 0 0,23 6 0,-28-5 0,0 0 0,-1 1 0,1 0 0,-1 1 0,0 0 0,0 0 0,0 0 0,-1 1 0,1 0 0,-1 1 0,-1 0 0,1 0 0,-1 0 0,0 1 0,0 0 0,-1 0 0,1 0 0,5 13 0,-6-9 0,-1 0 0,0-1 0,-1 1 0,0 1 0,-1-1 0,0 0 0,-1 1 0,0-1 0,0 1 0,-2-1 0,1 1 0,-1-1 0,-1 0 0,-3 14 0,-4 3 0,-1 0 0,-1 0 0,-2-1 0,0-1 0,-2 0 0,-1-1 0,-1 0 0,-1-2 0,-36 38 0,3-11 0,-2-2 0,-113 77 0,85-72-682,-107 49-1,74-49-6143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4:53.3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6856 928 24575,'-1'-4'0,"-1"0"0,0 0 0,-1 0 0,1 0 0,-1 0 0,1 1 0,-1-1 0,0 1 0,-1-1 0,-4-3 0,-4-4 0,-27-28 0,-2 2 0,-2 2 0,-48-30 0,-158-79 0,63 55-322,-3 9-1,-4 8 0,-385-90 0,298 108 352,-2 12 0,-370-7 0,352 46-661,-565 67 0,654-31 522,2 9 1,3 10-1,-294 114 1,372-113 5,3 6 0,2 5 0,4 5 0,3 5 0,3 6 0,-194 178 0,234-185-13,4 4 0,3 2 0,-105 167 0,127-169 143,3 1 0,5 2 0,2 1 0,4 2 0,-19 87 0,31-84-26,4 0 0,3 1 0,4 0 0,4 1 0,4-1 0,3 1 0,5-1 0,3 0 0,33 119 0,-18-115 0,3-2 0,5 0 0,3-3 0,4-1 0,4-2 0,3-3 0,4-1 0,99 112 0,-79-112-55,3-4 0,3-4 0,3-2 0,114 71 0,-91-76-96,3-5 0,2-4 0,160 55 0,-114-61 26,1-7-1,3-6 1,1-8-1,1-7 0,0-6 1,193-9-1,-99-17-105,0-12 0,327-72 0,-297 28-116,486-183 0,-557 162 229,404-231-1,-494 240 66,-3-5 0,-5-5 1,-3-5-1,127-136 0,-184 168 28,-4-2-1,-2-3 1,-3-2-1,-3-2 1,66-144-1,-89 162 118,-2 0-1,-3-2 0,-2 0 1,-3 0-1,-2-1 0,-3 0 1,-2-1-1,-2 0 0,-8-89 1,-3 85-39,-2 0 0,-3 0 0,-2 1 0,-3 1 0,-3 1 0,-32-64 0,18 54 44,-4 2 0,-2 1 0,-3 2 0,-81-89 0,52 77-22,-4 3 0,-2 4 0,-4 3 0,-2 4 0,-3 3 0,-2 5 0,-162-71 0,119 72-59,-2 6-1,-2 6 1,-253-40-1,178 54-323,-387 3 0,202 37-1888,388-13 2129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5:10.1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78 1 24575,'4'63'0,"-3"740"120,-79-2-1605,74-768-5341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5:10.4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442 0 24575,'27'25'0,"-2"2"0,0 0 0,-2 2 0,-1 1 0,-2 0 0,0 1 0,16 40 0,-7-7 0,-3 1 0,31 121 0,-40-106 0,-2 2 0,-4-1 0,-4 1 0,-3 1 0,-4-1 0,-4 1 0,-24 140 0,10-133 0,-5-1 0,-4-1 0,-3-1 0,-4-2 0,-4-1 0,-85 139 0,-270 307-1365,306-423-5461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5:11.0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30 24575,'6'-4'0,"1"1"0,-1 0 0,1 0 0,0 1 0,0 0 0,0 0 0,0 0 0,0 1 0,11-1 0,-7 1 0,7-1 0,0 0 0,0 2 0,0 0 0,0 0 0,0 2 0,0 1 0,0 0 0,-1 1 0,27 9 0,-34-9 0,-1 0 0,1 1 0,-1 0 0,0 1 0,0 0 0,0 0 0,-1 1 0,0 0 0,0 1 0,-1-1 0,0 2 0,0-1 0,-1 1 0,0-1 0,0 2 0,-1-1 0,6 17 0,-4-4 0,-1 0 0,-1 0 0,-2 1 0,0 0 0,-1 0 0,-1 0 0,-1 0 0,-1 0 0,-7 38 0,-3-5 0,-3 0 0,-34 93 0,-15 0 0,53-127 0,-2-2 0,0 1 0,-1-2 0,-29 34 0,35-48 0,18-9 0,255-58-29,317-85-1307,-492 119-5490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5:11.3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24575,'1'2'0,"0"0"0,0 1 0,0-1 0,0 0 0,0 0 0,1 0 0,-1 0 0,1 0 0,0 0 0,2 3 0,6 7 0,352 540 0,-311-457 0,-3 1 0,-5 3 0,-4 1 0,29 121 0,-58-180 0,-2 1 0,-2-1 0,-2 1 0,-1 0 0,-4 49 0,-2-62 0,0-1 0,-2 1 0,-1-1 0,-2 0 0,-1-1 0,0 0 0,-2-1 0,-22 40 0,-1-15-273,-2-1 0,-3-2 0,-1-2 0,-52 47 0,-51 38-6553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5:16.1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1139 150 24575,'-10'-25'0,"4"14"0,6 10 0,-4-10 0,-1 0 0,0 0 0,0 0 0,-1 1 0,-10-14 0,13 21 0,0 0 0,-1 0 0,1 0 0,0 0 0,-1 1 0,0-1 0,0 1 0,0 0 0,0 0 0,0 0 0,0 1 0,0-1 0,-1 1 0,1 0 0,-1 0 0,1 1 0,-1-1 0,-5 1 0,-9 1 0,0 0 0,0 1 0,1 1 0,-1 1 0,1 0 0,0 2 0,-18 7 0,-12 8 0,-61 37 0,58-27 0,1 3 0,2 1 0,1 3 0,2 1 0,1 3 0,3 1 0,1 3 0,2 1 0,-48 79 0,58-77 0,2 1 0,2 1 0,2 2 0,3 0 0,2 0 0,3 2 0,1 0 0,4 0 0,1 1 0,1 77 0,7-80 0,3 0 0,3-1 0,1 1 0,3-1 0,2-1 0,30 82 0,-29-102 0,2-1 0,1 0 0,1 0 0,35 45 0,-36-56 0,1 0 0,0-2 0,1 0 0,1-1 0,1-1 0,0 0 0,24 12 0,-27-19 0,0 0 0,0 0 0,0-2 0,1 0 0,0-2 0,1 1 0,-1-2 0,0-1 0,1 0 0,21-1 0,-15-3 0,0 0 0,-1-2 0,1-1 0,-1 0 0,0-2 0,44-19 0,-25 4 0,-1-1 0,-1-2 0,-2-2 0,0-2 0,-2-1 0,-1-2 0,44-50 0,22-42 0,-90 107 0,0-1 0,-2 0 0,0-1 0,-1-1 0,9-26 0,-16 32 0,-3 13 0,-4 10 0,-20 64 0,-25 125 0,26-95 0,-134 563 0,27 10 0,112-552-682,-5 163-1,24-239-6143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5:16.9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490 882 24575,'-2'-27'0,"-1"-1"0,-1 0 0,-12-38 0,16 64 0,-1 0 0,1 0 0,-1 0 0,1 0 0,-1 0 0,0 0 0,0 0 0,0 0 0,0 0 0,0 0 0,0 1 0,0-1 0,-1 0 0,1 1 0,-1-1 0,-1-1 0,2 3 0,-1-1 0,1 0 0,0 1 0,0-1 0,-1 1 0,1 0 0,0-1 0,-1 1 0,1 0 0,0 0 0,-1 0 0,1 0 0,-1 0 0,1 0 0,0 0 0,-1 1 0,1-1 0,-2 1 0,-4 2 0,-1 1 0,1-1 0,0 2 0,1-1 0,-1 1 0,1 0 0,-6 6 0,-20 19 0,1 1 0,2 2 0,2 2 0,1 0 0,-42 76 0,42-61 0,3 0 0,2 2 0,2 1 0,-16 70 0,27-87 0,2 0 0,-2 42 0,8-67 0,-1-1 0,1 1 0,1 0 0,0-1 0,1 1 0,0 0 0,1-1 0,0 0 0,0 0 0,1 0 0,8 16 0,-10-24 0,-1 0 0,1 1 0,0-1 0,0 0 0,0 0 0,0-1 0,0 1 0,0 0 0,0-1 0,1 1 0,-1-1 0,0 0 0,1 0 0,-1 0 0,1 0 0,0 0 0,-1 0 0,1-1 0,0 1 0,-1-1 0,1 0 0,0 0 0,0 0 0,-1 0 0,1 0 0,0-1 0,-1 1 0,1-1 0,0 1 0,-1-1 0,1 0 0,-1 0 0,5-3 0,5-2 0,0-1 0,-1 0 0,0-1 0,0 0 0,16-16 0,7-12 0,-2-2 0,-1-1 0,-2-1 0,-1-2 0,-3 0 0,-1-2 0,25-67 0,-49 111 0,0-1 0,0 0 0,0 1 0,0-1 0,0 0 0,1 0 0,-1 1 0,0-1 0,0 0 0,1 1 0,-1-1 0,0 0 0,1 1 0,-1-1 0,0 1 0,1-1 0,-1 0 0,1 1 0,-1-1 0,1 1 0,-1-1 0,1 1 0,0 0 0,-1-1 0,1 1 0,0 0 0,1-1 0,8 25 0,-10-22 0,45 177 0,2 13 0,-39-167 0,1-1 0,1 0 0,2 0 0,0-1 0,21 29 0,-30-46 0,1-1 0,-1 0 0,1-1 0,0 1 0,1-1 0,-1 0 0,1 0 0,0 0 0,0 0 0,0-1 0,0 0 0,1 0 0,-1 0 0,1-1 0,0 0 0,-1 0 0,1 0 0,0-1 0,0 0 0,0 0 0,1-1 0,-1 1 0,0-1 0,0 0 0,0-1 0,0 0 0,0 0 0,0 0 0,0-1 0,0 1 0,11-6 0,2-3 0,1 0 0,-2-1 0,1-1 0,-2-1 0,0 0 0,0-2 0,21-22 0,2-10 0,49-73 0,-28 27 0,-5-2 0,-4-3 0,54-144 0,-58 108 0,-5-2 0,28-168 0,-58 240 0,-3 0 0,-3-1 0,-3-124 0,-4 186 0,0 1 0,0-1 0,-1 0 0,1 1 0,0-1 0,-1 1 0,0-1 0,0 1 0,1-1 0,-2 1 0,-1-4 0,3 6 0,0-1 0,-1 1 0,1 0 0,0 0 0,-1 0 0,1 0 0,0 0 0,0 0 0,-1 0 0,1 0 0,0 0 0,-1 0 0,1 0 0,0 0 0,-1 0 0,1 0 0,0 0 0,-1 0 0,1 0 0,0 0 0,0 0 0,-1 0 0,1 0 0,0 1 0,0-1 0,-1 0 0,1 0 0,0 0 0,0 1 0,-1-1 0,1 0 0,0 0 0,0 1 0,-15 20 0,-13 38 0,3 1 0,2 1 0,-22 99 0,40-141 0,-32 129 0,6 2 0,-14 191 0,39-249 0,4 0 0,4 0 0,3 0 0,5 0 0,23 94 0,-11-106-1365,-2-28-5461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5:17.3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0 684 24575,'1'2'0,"0"1"0,0-1 0,0 0 0,0 0 0,0 1 0,0-1 0,1 0 0,-1 0 0,1 0 0,-1 0 0,1 0 0,0-1 0,0 1 0,0 0 0,0-1 0,0 0 0,0 1 0,0-1 0,5 2 0,-6-3 0,24 14 0,2-1 0,-1-2 0,2-1 0,51 13 0,123 10 0,-111-26 0,1-4 0,-1-4 0,1-3 0,-1-5 0,93-21 0,-108 13 0,-1-3 0,-1-3 0,-1-4 0,-2-2 0,0-4 0,86-55 0,-114 60 0,-1-2 0,-1-2 0,-2-1 0,-1-2 0,-2-2 0,-1-2 0,57-84 0,-84 112 0,-1-2 0,-1 1 0,0-1 0,0 0 0,6-24 0,-11 35 0,-1-1 0,1 0 0,-1 0 0,1 0 0,-1 0 0,0 0 0,0 0 0,0 0 0,-1 0 0,1 0 0,-1 0 0,1 0 0,-1 1 0,0-1 0,0 0 0,0 0 0,-1 1 0,1-1 0,-1 0 0,1 1 0,-1 0 0,0-1 0,0 1 0,0 0 0,0 0 0,0 0 0,-1 0 0,1 0 0,-1 1 0,1-1 0,-1 1 0,-4-3 0,-3 1 0,0 0 0,0 0 0,0 1 0,0 0 0,-1 0 0,1 1 0,0 1 0,-1 0 0,-20 3 0,3 1 0,0 2 0,-40 13 0,43-10 0,-1 0 0,2 2 0,0 1 0,0 1 0,1 2 0,0 0 0,2 1 0,0 1 0,1 0 0,-20 23 0,18-14 0,1 1 0,1 1 0,2 0 0,0 2 0,2 0 0,2 1 0,-18 51 0,16-32 15,3 0 0,2 1 0,2 0 0,2 0 0,3 1 0,2 0 0,7 93 0,0-112-49,0 0 1,3-1-1,0 0 1,2 0-1,22 48 1,-21-59-110,1 1 1,1-1-1,1-1 0,0 0 1,2-1-1,0-1 0,1 0 1,23 18-1,45 25-6683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5:17.9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291 480 24575,'6'30'0,"2"16"0,-2 0 0,0 75 0,-16 98 0,0-99 0,-5-1 0,-6 0 0,-4-2 0,-56 157 0,76-258 0,-1-1 0,-1 0 0,0 0 0,0 0 0,-2-1 0,-10 14 0,18-26 0,-1-1 0,1 1 0,0-1 0,-1 0 0,0 1 0,1-1 0,-1 0 0,0 0 0,1 0 0,-1 0 0,0 0 0,0 0 0,0-1 0,-3 2 0,4-2 0,0 0 0,0 0 0,-1 0 0,1 0 0,0 0 0,0-1 0,0 1 0,0 0 0,0-1 0,-1 1 0,1-1 0,0 1 0,0-1 0,0 1 0,0-1 0,0 0 0,0 1 0,1-1 0,-2-1 0,-2-2 0,1-1 0,0 0 0,0 1 0,0-1 0,1 0 0,0 0 0,0-1 0,0 1 0,-2-10 0,-2-17 0,1-1 0,1 0 0,2 0 0,2-39 0,20-136 0,-18 189 0,40-250 0,11 2 0,105-314 0,-150 557 0,42-114 0,-49 134 0,1 1 0,-1-1 0,1 1 0,0-1 0,1 1 0,-1 0 0,0 0 0,1 0 0,0 0 0,0 0 0,0 1 0,0-1 0,4-2 0,-5 4 0,1 0 0,-1 1 0,0-1 0,0 1 0,0 0 0,1 0 0,-1 0 0,0 0 0,0 0 0,1 0 0,-1 0 0,0 1 0,0-1 0,0 1 0,1 0 0,-1 0 0,0 0 0,0-1 0,0 2 0,0-1 0,0 0 0,-1 0 0,1 1 0,3 2 0,8 8 0,0 0 0,-1 1 0,0 0 0,-1 1 0,0 1 0,11 21 0,47 102 0,-60-117 0,152 422 0,-65-156 0,-93-280 0,3 12 0,2-1 0,0 0 0,19 31 0,-25-46 0,0 1 0,1-1 0,-1 0 0,1 0 0,0 0 0,0 0 0,0 0 0,1 0 0,-1-1 0,0 0 0,1 1 0,0-1 0,-1-1 0,1 1 0,0 0 0,0-1 0,0 0 0,0 0 0,0 0 0,1 0 0,-1-1 0,0 0 0,8 0 0,-5-1 0,0-1 0,1 0 0,-1 0 0,0-1 0,0 1 0,0-2 0,-1 1 0,1-1 0,11-8 0,0-3 0,0 0 0,17-20 0,9-16 0,-2-1 0,-2-2 0,63-113 0,-59 81 0,-4-2 0,33-105 0,-73 192 0,10-27 0,-2 0 0,8-48 0,-15 71 0,-3 21 0,-1 23 0,-127 1110-1365,107-1003-5461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5:19.0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 1040 24575,'19'10'0,"1"-2"0,0 0 0,0-2 0,0 0 0,1-1 0,0 0 0,0-2 0,0-1 0,0-1 0,0 0 0,1-2 0,-1 0 0,0-2 0,0 0 0,0-1 0,-1-1 0,1-1 0,-1-1 0,0-1 0,-1 0 0,0-2 0,0 0 0,-1-1 0,0-1 0,-1-1 0,-1 0 0,0-1 0,0-1 0,-2 0 0,23-31 0,-20 21 0,-1-1 0,-1-1 0,-2-1 0,-1 1 0,0-2 0,7-33 0,-13 38 0,-1 0 0,-1 0 0,-1-1 0,-1 1 0,-1-1 0,-1 1 0,-2-1 0,-4-25 0,5 43 0,0-1 0,-1 1 0,0-1 0,-1 1 0,1 0 0,-1-1 0,-1 1 0,1 1 0,-1-1 0,-1 0 0,1 1 0,-1 0 0,0 0 0,0 0 0,-1 1 0,0 0 0,0 0 0,0 0 0,0 1 0,-1 0 0,0 0 0,1 1 0,-1-1 0,-1 1 0,1 1 0,0 0 0,-1 0 0,0 0 0,1 1 0,-1 0 0,0 0 0,1 1 0,-1 0 0,0 1 0,-11 1 0,-4 2 0,-1 1 0,1 1 0,0 1 0,0 1 0,1 1 0,0 1 0,1 1 0,0 1 0,1 1 0,0 1 0,1 0 0,0 2 0,1 0 0,-15 18 0,7-5 0,1 1 0,2 1 0,1 1 0,1 1 0,2 0 0,2 2 0,1 0 0,-12 38 0,20-46 0,0 0 0,2 0 0,1 1 0,2 0 0,0 0 0,2 0 0,1 0 0,6 47 0,-3-57 0,1-1 0,0 0 0,1 0 0,1 0 0,1 0 0,0-1 0,1 0 0,0 0 0,2-1 0,0 0 0,0-1 0,2 0 0,0-1 0,23 21 0,-21-22 0,2-1 0,-1-1 0,1 0 0,1-1 0,-1-1 0,2-1 0,-1 0 0,1-1 0,0-1 0,0 0 0,1-2 0,-1 0 0,1-1 0,-1-1 0,25-1 0,-15-2 0,0-2 0,0-1 0,-1-1 0,0-1 0,0-1 0,-1-2 0,0 0 0,0-2 0,38-24 0,-4-4 0,-2-3 0,-2-2 0,64-66 0,-49 36 0,103-142 0,-169 210 0,8-10 0,-1-1 0,0-1 0,-1 0 0,10-25 0,-18 31 0,-7 10 0,-17 13 0,-7 9 0,0 2 0,1 1 0,2 1 0,0 1 0,-28 36 0,17-14 0,2 2 0,-37 68 0,58-94 0,1 0 0,2 1 0,0 0 0,1 0 0,1 1 0,1 0 0,-5 34 0,12-53 0,0-1 0,-1 1 0,1-1 0,1 1 0,-1-1 0,1 1 0,0-1 0,0 1 0,0-1 0,0 1 0,1-1 0,0 0 0,0 0 0,4 7 0,-3-8 0,-1 0 0,1 0 0,0 0 0,0-1 0,1 1 0,-1-1 0,0 0 0,1 0 0,-1 0 0,1-1 0,0 1 0,-1-1 0,1 0 0,0 0 0,0 0 0,0 0 0,6 0 0,6 0 0,-1-1 0,1-1 0,0 0 0,-1-1 0,1-1 0,-1 0 0,1-1 0,-1-1 0,18-8 0,8-6 0,-2-1 0,42-29 0,-20 7 0,-2-3 0,-1-3 0,-3-2 0,-2-2 0,-2-3 0,52-73 0,-55 60 0,-2-2 0,-4-2 0,-3-1 0,-3-3 0,35-107 0,-33 50 0,-34 115 0,-1-1 0,-1 1 0,0-1 0,-1 0 0,-3-20 0,-2 18 0,3 21 0,1-1 0,0 1 0,0 0 0,0 0 0,0-1 0,0 1 0,-1 0 0,1-1 0,0 1 0,0 0 0,0 0 0,-1 0 0,1-1 0,0 1 0,0 0 0,-1 0 0,1 0 0,0-1 0,0 1 0,-1 0 0,1 0 0,0 0 0,-1 0 0,1 0 0,0 0 0,-1 0 0,1 0 0,0 0 0,0 0 0,-1 0 0,1 0 0,-3 1 0,1 1 0,1-1 0,-1 1 0,0 0 0,0 0 0,1 0 0,-1-1 0,1 2 0,-1-1 0,1 0 0,0 0 0,0 0 0,-1 5 0,-22 47 0,-30 109 0,-2 70 0,51-212 0,-91 498 0,75-349 0,1 186 0,20-340 0,-1-2 0,1 0 0,1 0 0,0 1 0,4 13 0,-5-27 0,0 0 0,0 0 0,1 0 0,-1 0 0,0 0 0,1 0 0,-1-1 0,1 1 0,-1 0 0,1 0 0,-1 0 0,1 0 0,0-1 0,-1 1 0,1 0 0,0-1 0,0 1 0,-1 0 0,1-1 0,0 1 0,0-1 0,0 1 0,0-1 0,0 0 0,0 1 0,0-1 0,0 0 0,0 0 0,0 0 0,0 1 0,0-1 0,0 0 0,0 0 0,0 0 0,0-1 0,0 1 0,0 0 0,0 0 0,-1 0 0,1-1 0,0 1 0,0-1 0,2 0 0,4-2 0,0-1 0,0 0 0,0 0 0,8-8 0,-12 10 0,44-38 0,70-77 0,-44 41 0,-70 73 0,-1 0 0,1 0 0,0 0 0,0 1 0,0-1 0,1 1 0,-1 0 0,0 0 0,1 0 0,0 0 0,-1 1 0,1-1 0,0 1 0,0 0 0,-1 0 0,1 1 0,0-1 0,0 1 0,0-1 0,0 1 0,0 1 0,0-1 0,0 0 0,0 1 0,0 0 0,0 0 0,0 0 0,-1 0 0,1 1 0,0 0 0,-1-1 0,1 1 0,-1 1 0,0-1 0,0 0 0,5 5 0,9 8 0,-1 0 0,0 2 0,-1 0 0,-1 0 0,-1 2 0,0-1 0,-2 2 0,11 21 0,-1 5 0,-2 1 0,19 74 0,-31-96-341,-2 0 0,-1 1-1,2 28 1,-6-3-6485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5:19.4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0 888 24575,'0'0'0,"7"1"0,63 9 0,95 1 0,52-9 0,83-10-361,75-15-1086,66-15 555,1181-145-1717,-1-32-259,-898 117 2434,-199 27 116,-55 9-953,-63 7 975,-68 10 381,-165 21 190,167-23 1141,-119 8 2609,-206 35-3063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5:20.3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848 1 24575,'-4'8'0,"-291"984"0,203-537 0,-1 0 0,87-427 0,4-13 0,-1-1 0,-1 0 0,0 0 0,-1 0 0,0 0 0,-1 0 0,-1-1 0,-8 13 0,13-24 0,1 0 0,0 0 0,-1 0 0,0-1 0,1 1 0,-1-1 0,0 1 0,0-1 0,0 0 0,0 0 0,0 0 0,0 0 0,0 0 0,0 0 0,0 0 0,-1-1 0,1 1 0,0-1 0,-5 1 0,3-2 0,1 1 0,-1-1 0,0 1 0,0-1 0,1-1 0,-1 1 0,1 0 0,-1-1 0,1 0 0,-7-4 0,-3-3 0,1-1 0,0-1 0,1 0 0,-15-19 0,2 1 0,2 0 0,1-2 0,1-1 0,2 0 0,-20-49 0,40 79 0,8 6 0,14 9 0,-20-10 0,26 12 12,-1 0 0,2-3 0,0 0 0,0-2 0,1-1 0,0-2 0,0 0 0,1-3 0,57 1 0,-42-5-224,-1-3 0,0-2 0,0-2-1,0-2 1,-1-2 0,54-20 0,-65 17-6614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5:20.7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223 0 24575,'-10'9'0,"-8"17"0,2 1 0,0 1 0,2 0 0,1 1 0,-9 32 0,11-32 0,-61 180 0,64-178 0,1 1 0,1 0 0,2 0 0,-1 59 0,5-90 0,0 0 0,0-1 0,0 1 0,0 0 0,0 0 0,0 0 0,0-1 0,0 1 0,0 0 0,0 0 0,0 0 0,0-1 0,0 1 0,1 0 0,-1 0 0,0-1 0,1 1 0,-1 0 0,0 0 0,1-1 0,-1 1 0,1 0 0,-1-1 0,1 1 0,0-1 0,-1 1 0,1-1 0,-1 1 0,1-1 0,0 1 0,0-1 0,-1 1 0,1-1 0,0 0 0,0 0 0,-1 1 0,1-1 0,0 0 0,0 0 0,-1 0 0,1 0 0,0 0 0,0 0 0,0 0 0,0 0 0,-1 0 0,1 0 0,0 0 0,0 0 0,-1-1 0,1 1 0,0 0 0,0-1 0,-1 1 0,2-1 0,6-3 0,0-1 0,0 0 0,-1-1 0,8-6 0,-8 6 0,50-44 0,-36 30 0,1 1 0,34-24 0,-54 42 0,1-1 0,-1 1 0,1-1 0,0 1 0,-1 0 0,1 0 0,0 0 0,0 0 0,0 1 0,0-1 0,0 1 0,0 0 0,0 0 0,0 0 0,-1 0 0,1 0 0,0 1 0,6 0 0,-5 1 0,-1 0 0,1 0 0,0 0 0,-1 0 0,1 1 0,-1-1 0,0 1 0,0 0 0,0 0 0,0 0 0,4 7 0,3 5 0,-1 1 0,-1 1 0,-1-1 0,11 36 0,-2 4-170,-3 0-1,-2 1 0,-2 1 1,-4 0-1,-1 0 0,-3 0 1,-11 87-1,6-116-6655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5:21.6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275 228 24575,'4'25'0,"13"82"0,-5 0 0,-5 0 0,-5 1 0,-4 0 0,-5-1 0,-22 113 0,26-201 0,-8 34 0,10-50 0,0 0 0,0 0 0,-1 0 0,1 0 0,0 0 0,-1 0 0,0-1 0,1 1 0,-1-1 0,0 1 0,-1-1 0,1 0 0,-3 3 0,3-4 0,0-1 0,0 1 0,0-1 0,0 0 0,0 0 0,1 1 0,-1-1 0,0 0 0,0-1 0,0 1 0,0 0 0,0 0 0,0-1 0,0 1 0,0-1 0,1 0 0,-1 1 0,0-1 0,0 0 0,1 0 0,-1 0 0,0 0 0,1-1 0,0 1 0,-1 0 0,1-1 0,-1 1 0,-1-3 0,-10-10 0,1-1 0,0 0 0,1 0 0,1-1 0,1-1 0,0 0 0,1 0 0,-7-19 0,-4-20 0,-16-78 0,23 78 0,3-1 0,2-1 0,3 1 0,4-85 0,1 116 0,2-1 0,1 1 0,0 0 0,2 0 0,2 1 0,0-1 0,1 1 0,2 1 0,0 0 0,2 1 0,30-43 0,-32 52 0,1 2 0,1 0 0,0 0 0,0 1 0,2 1 0,-1 0 0,1 1 0,0 0 0,1 1 0,0 1 0,0 1 0,1 0 0,0 1 0,0 1 0,0 1 0,28-3 0,-27 5 0,1 0 0,0 2 0,0 0 0,0 1 0,0 1 0,0 1 0,-1 0 0,0 1 0,0 2 0,0-1 0,-1 2 0,0 0 0,0 2 0,-1-1 0,18 15 0,-28-19 0,-1 0 0,0 0 0,0 1 0,0-1 0,-1 1 0,0 0 0,0 1 0,0-1 0,-1 0 0,4 10 0,0 5 0,-1 0 0,3 24 0,-4-22 0,13 42 0,-4-32 0,1 0 0,2-1 0,1-2 0,24 33 0,-26-42 0,0-1 0,2 0 0,0-2 0,1 0 0,1-1 0,30 20 0,-46-34 0,0-1 0,1 1 0,-1-1 0,1 0 0,-1 0 0,1-1 0,0 1 0,0-1 0,0 0 0,0 0 0,0-1 0,-1 1 0,1-1 0,0 0 0,9-2 0,-8 1 0,0-1 0,0 0 0,-1-1 0,1 1 0,-1-1 0,1 0 0,-1-1 0,0 1 0,0-1 0,0 0 0,-1 0 0,7-8 0,8-11 0,-1 0 0,-2-1 0,0-1 0,-2-1 0,15-34 0,-7 8 0,25-99 0,-44 138 0,1 1 0,-1 0 0,-1 0 0,0-1 0,0 1 0,-1-1 0,-1-14 0,-4 119 0,6-32 0,18 121 0,-16-160 0,0 0 0,2 0 0,1-1 0,0 0 0,2 0 0,0 0 0,1-1 0,1-1 0,17 23 0,-24-35 0,1 0 0,1-1 0,-1 0 0,1 0 0,0 0 0,0-1 0,1 1 0,-1-1 0,1-1 0,0 0 0,0 1 0,0-2 0,0 1 0,1-1 0,13 2 0,-12-4 0,1 1 0,-1-2 0,0 1 0,0-1 0,1-1 0,-1 1 0,0-2 0,0 1 0,0-1 0,-1-1 0,1 1 0,13-9 0,3-5 0,-1 0 0,0-2 0,-2 0 0,0-2 0,-1 0 0,-1-1 0,33-49 0,-16 13 0,-2-2 0,35-84 0,-67 137 0,8-15 0,-1-2 0,-2 1 0,12-48 0,-20 63-1365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5:22.3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24575,'7'3'0,"0"0"0,0-1 0,1 0 0,-1-1 0,1 0 0,-1 0 0,14 0 0,13 1 0,263 39-309,436 116-1,278 146-364,-950-283 671,488 162-162,-20 45 321,-516-219 343,4 2 116,-15-11-440,-7-8-159,-69-85-16,-3 2 0,-5 5 0,-3 3 0,-154-117 0,222 187 0,38 26 0,17 13 0,-1 1 0,64 62 0,54 76 0,-152-161 0,27 29 0,-2 1 0,45 69 0,-66-91 0,-1 0 0,0 1 0,-1-1 0,-1 1 0,0 1 0,0-1 0,-1 1 0,-1-1 0,0 1 0,-1 0 0,0 0 0,-1 0 0,0 0 0,-3 17 0,-3-5-682,-13 39-1,-13 19-6143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5:22.6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288 1 24575,'2'2'0,"-1"-1"0,0 1 0,1 0 0,-1 0 0,0 0 0,0 0 0,0 0 0,-1 1 0,1-1 0,0 0 0,-1 0 0,1 0 0,-1 1 0,0-1 0,0 4 0,2 47 0,-2-48 0,-1 73 0,-5-1 0,-2 0 0,-26 105 0,-84 222 0,-5-85 0,120-313 0,1-3 0,1-1 0,0 0 0,0 1 0,0-1 0,0 1 0,1-1 0,-1 1 0,1 0 0,-1 2 0,1-4 0,1 0 0,-1-1 0,0 1 0,1 0 0,-1 0 0,1-1 0,-1 1 0,1 0 0,-1-1 0,1 1 0,0 0 0,-1-1 0,1 1 0,0-1 0,-1 1 0,1-1 0,0 1 0,0-1 0,0 0 0,-1 1 0,1-1 0,0 0 0,0 0 0,0 0 0,0 1 0,-1-1 0,1 0 0,0 0 0,0 0 0,0 0 0,0 0 0,0-1 0,1 1 0,28-1 20,0 0-1,55-12 1,65-22-414,-92 21-636,49-13-5796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5:23.0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561 2 24575,'-5'0'0,"0"-1"0,1 1 0,-1 0 0,0 0 0,1 1 0,-1-1 0,0 1 0,1 0 0,-1 0 0,1 1 0,-1-1 0,1 1 0,-5 2 0,-1 0 0,-22 9 0,1 0 0,0 2 0,1 1 0,-41 30 0,57-37 0,1 1 0,0 1 0,1 0 0,0 1 0,1 0 0,0 1 0,1 0 0,1 1 0,0 0 0,1 0 0,-9 21 0,14-26 0,1 0 0,0-1 0,1 1 0,0 0 0,1 0 0,-1 0 0,2 0 0,-1 0 0,1 0 0,1 0 0,-1-1 0,2 1 0,-1 0 0,1-1 0,0 1 0,1-1 0,0 0 0,9 13 0,4 5 0,2-2 0,0 0 0,1-1 0,27 23 0,136 100 0,-131-108 0,-48-35 0,0 0 0,-1-1 0,1 2 0,-1-1 0,0 0 0,0 1 0,0-1 0,0 1 0,-1 0 0,4 5 0,-6-6 0,1-1 0,-1 0 0,1 0 0,-1 1 0,0-1 0,0 0 0,0 0 0,0 1 0,0-1 0,0 0 0,-1 1 0,1-1 0,-1 0 0,0 0 0,0 0 0,1 0 0,-1 0 0,-1 1 0,1-2 0,0 1 0,0 0 0,-4 3 0,-6 9 0,-1-2 0,-1 0 0,0 0 0,-1-1 0,0-1 0,-1 0 0,-23 11 0,0-2 0,0-3 0,-43 14 0,56-23 40,-1 0 0,-35 5 0,49-11-226,0 0 1,0-1-1,1 0 0,-1-1 1,0 0-1,1-1 1,-19-5-1,-15-11-6640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5:23.2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76 24575,'1'0'0,"5"-1"0,11-4 0,20-5 0,28-5 0,28-1 0,23 2 0,18 4 0,11 5 0,3 6 0,-5 4 0,-14 3 0,-20 1 0,-24-1 0,-25-1 0,-24-2 0,-17-2-8191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5:23.9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390 0 24575,'-7'35'0,"-254"806"0,155-535 0,103-299 0,-8 32 0,11-38 0,-1 1 0,1-1 0,0 0 0,-1 0 0,1 0 0,0 0 0,0 0 0,0 0 0,0 0 0,0 0 0,0 0 0,0 0 0,1 0 0,-1 0 0,0 0 0,0 0 0,1 0 0,-1 0 0,1 0 0,-1 0 0,1 0 0,-1 0 0,1 0 0,0 0 0,-1 0 0,2 1 0,0-2 0,-1 0 0,1 0 0,-1 0 0,1 0 0,-1 0 0,1 0 0,-1-1 0,1 1 0,-1 0 0,1-1 0,-1 1 0,0-1 0,1 0 0,-1 1 0,0-1 0,1 0 0,-1 0 0,2-1 0,22-18 0,0-2 0,-1 0 0,-1-1 0,-1-2 0,28-40 0,-25 32 0,291-415 0,-315 447 0,-1 0 0,0 0 0,1 0 0,-1 0 0,1 0 0,-1 0 0,1 0 0,0 1 0,-1-1 0,1 0 0,0 0 0,0 1 0,-1-1 0,1 0 0,0 1 0,0-1 0,0 1 0,0-1 0,0 1 0,0-1 0,0 1 0,0 0 0,0-1 0,0 1 0,0 0 0,0 0 0,0 0 0,0 0 0,0 0 0,0 0 0,0 0 0,0 0 0,0 0 0,0 0 0,1 1 0,1 1 0,-1 0 0,0 0 0,1 1 0,-1-1 0,0 1 0,0-1 0,-1 1 0,1 0 0,-1-1 0,1 1 0,1 5 0,5 14 0,-1-1 0,-1 2 0,-1-1 0,-1 1 0,-1 0 0,0 41 0,-4-2 0,-12 82 0,3-75 0,-2-2 0,-3 0 0,-3 0 0,-39 93 0,46-143 0,10-17 0,1 0 0,0 0 0,0 0 0,0 0 0,-1 0 0,1 0 0,0 0 0,0 0 0,0 0 0,-1 0 0,1 0 0,0 0 0,0 0 0,-1 0 0,1 0 0,0 0 0,0 0 0,0 0 0,0 0 0,-1-1 0,1 1 0,0 0 0,0 0 0,0 0 0,0 0 0,-1 0 0,1-1 0,0 1 0,0 0 0,0 0 0,0 0 0,0 0 0,0-1 0,0 1 0,-1 0 0,1 0 0,0 0 0,0-1 0,0 1 0,0 0 0,0 0 0,0-1 0,0 1 0,-1-6 0,0 0 0,1 0 0,0 1 0,0-1 0,1-9 0,7-41 0,3 0 0,29-89 0,55-106 0,-59 164 0,73-130 0,-108 216 0,4-8 0,0 1 0,1 0 0,0 0 0,11-11 0,-16 17 0,1 1 0,-1 0 0,0 0 0,1-1 0,-1 1 0,1 0 0,0 0 0,-1 1 0,1-1 0,0 0 0,0 1 0,-1-1 0,1 1 0,0-1 0,0 1 0,0 0 0,0 0 0,-1 0 0,1 0 0,0 0 0,0 0 0,0 0 0,0 1 0,0-1 0,-1 1 0,1-1 0,0 1 0,0 0 0,-1-1 0,4 3 0,1 1 0,0 1 0,-1 0 0,1 0 0,-1 1 0,0-1 0,0 1 0,-1 0 0,0 1 0,5 8 0,27 67 0,-31-71 0,19 54 0,23 105 0,-47-169 0,0 0 0,1 0 0,-1 0 0,0 0 0,0 0 0,1 1 0,-1-1 0,1 0 0,-1 0 0,1 0 0,-1 0 0,1 0 0,0 0 0,-1 0 0,1 0 0,0 0 0,0-1 0,0 1 0,0 0 0,1 0 0,-2-1 0,1 0 0,0 1 0,0-1 0,-1 0 0,1-1 0,0 1 0,0 0 0,0 0 0,-1 0 0,1 0 0,0-1 0,0 1 0,-1 0 0,1-1 0,0 1 0,-1 0 0,1-1 0,0 1 0,-1-1 0,1 1 0,0-1 0,0 0 0,6-7 0,-1 0 0,0 0 0,9-16 0,-9 15 0,115-206 0,-121 214 0,0 1 0,0-1 0,0 1 0,0 0 0,1-1 0,-1 1 0,0-1 0,0 1 0,0 0 0,0-1 0,1 1 0,-1 0 0,0-1 0,0 1 0,1 0 0,-1-1 0,0 1 0,1 0 0,-1-1 0,0 1 0,1 0 0,-1 0 0,1 0 0,-1-1 0,0 1 0,1 0 0,-1 0 0,1 0 0,-1 0 0,0 0 0,1 0 0,-1 0 0,1 0 0,-1 0 0,1 0 0,-1 0 0,0 0 0,1 0 0,-1 0 0,1 0 0,-1 0 0,1 0 0,-1 0 0,0 1 0,1-1 0,-1 0 0,1 0 0,-1 0 0,0 1 0,1-1 0,-1 0 0,0 1 0,0-1 0,1 0 0,-1 1 0,0-1 0,0 0 0,1 1 0,-1-1 0,0 1 0,0-1 0,0 0 0,0 1 0,1-1 0,-1 1 0,0-1 0,0 0 0,0 2 0,7 34 0,-4 7 30,-1-1 0,-3 1 0,-9 67 0,-2-32-773,-24 76 1,8-55-6084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5:24.2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0 558 24575,'9'-3'0,"0"-1"0,-1 1 0,1 1 0,1-1 0,14-1 0,21-4 0,111-25 0,86-18 0,1181-209-3184,19 92 3462,-1382 164-259,370-11-5,-408 17-900,-17 1-3546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6:04.7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1325 24575,'15'-7'0,"1003"-375"-279,33 85-95,-763 219 347,33-9 27,1250-322 0,-1496 393 432,74-21-1549,-115 26-5709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6:05.2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1 578 24575,'2'0'0,"0"0"0,0 0 0,1 0 0,-1 0 0,0 0 0,0 0 0,0 0 0,0-1 0,0 1 0,0-1 0,4-1 0,8-2 0,733-187-256,-255 60-333,635-101-636,-1020 216-4896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9:45.0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24575,'0'0'0,"0"0"0,1 0 0,1 0 0,-1 0 0,0 0 0,0 0 0,0 0 0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9:45.5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24575,'0'0'0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9:46.2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294 3 24575,'3'-2'0,"-3"2"0,-10 1 0,2 1 0,-1 1 0,1-1 0,-1 1 0,1 1 0,0-1 0,1 1 0,-1 1 0,0-1 0,1 2 0,-7 5 0,-1 0 0,-82 60 120,84-60-368,1 0 1,0 1-1,1 0 1,1 1-1,-13 17 1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9:52.1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623 1 24575,'-11'1'0,"0"0"0,-1 2 0,1-1 0,0 1 0,0 1 0,1 0 0,-1 0 0,1 1 0,-12 7 0,5-3 0,-8 4 0,1 0 0,0 2 0,1 1 0,1 1 0,1 1 0,0 1 0,1 0 0,1 2 0,1 0 0,1 1 0,1 1 0,1 0 0,0 1 0,2 1 0,1 0 0,2 1 0,0 0 0,-8 38 0,3 2 0,-9 124 0,14 70 0,0 0 0,-58 273 0,64-508 0,0-5 0,1 0 0,1 1 0,0-1 0,2 1 0,2 27 0,-2-45 0,1 0 0,0 0 0,-1 0 0,1 0 0,0 0 0,0-1 0,1 1 0,-1 0 0,0-1 0,1 1 0,0 0 0,0-1 0,-1 0 0,2 1 0,-1-1 0,0 0 0,0 0 0,1 0 0,-1-1 0,1 1 0,-1 0 0,1-1 0,0 0 0,-1 1 0,1-1 0,0 0 0,0-1 0,0 1 0,0 0 0,0-1 0,4 1 0,4-1 0,0-1 0,0 0 0,1 0 0,-1-1 0,0 0 0,0-1 0,15-6 0,6-4-682,41-23-1,31-25-6143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9:52.5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59 257 24575,'-19'-14'0,"15"11"0,0-1 0,0 1 0,1-1 0,-1 0 0,1 0 0,0 0 0,0 0 0,1 0 0,-5-9 0,7 10 0,-1 0 0,1 0 0,-1 0 0,1 0 0,0 1 0,0-1 0,0 0 0,0 0 0,1 0 0,-1 0 0,1 0 0,0 0 0,0 1 0,0-1 0,0 0 0,0 0 0,1 1 0,2-5 0,3-4 0,1 0 0,0 0 0,0 1 0,1 0 0,0 1 0,1 0 0,0 0 0,1 1 0,0 0 0,0 1 0,0 0 0,1 1 0,0 0 0,21-7 0,-29 12 0,-1 1 0,0-1 0,0 1 0,1 0 0,-1 0 0,0 0 0,0 0 0,1 0 0,-1 1 0,0-1 0,0 1 0,0 0 0,0 0 0,1 0 0,-1 1 0,-1-1 0,1 1 0,0-1 0,0 1 0,0 0 0,-1 0 0,1 0 0,-1 1 0,0-1 0,0 0 0,0 1 0,0 0 0,0-1 0,0 1 0,0 0 0,-1 0 0,0 0 0,2 5 0,2 7 0,-1-1 0,0 1 0,-1 0 0,-1 0 0,0 0 0,-1 16 0,-2 37-8,-15 120-1,-30 67 113,-1 14-1556,44-240-5374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9:52.8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295 1 24575,'0'0'0,"0"0"0,-5 8 0,-43 81 0,3 2 0,5 2 0,3 2 0,5 2 0,4 0 0,-24 163 0,49-241 0,2-11 0,-1-1 0,1 1 0,1 0 0,-1 0 0,1 0 0,1 0 0,2 15 0,-3-23 0,1 1 0,-1 0 0,0-1 0,1 1 0,-1-1 0,0 1 0,1-1 0,-1 1 0,1-1 0,-1 0 0,1 1 0,-1-1 0,1 1 0,-1-1 0,1 0 0,-1 1 0,1-1 0,-1 0 0,1 0 0,0 0 0,-1 1 0,1-1 0,-1 0 0,1 0 0,0 0 0,-1 0 0,1 0 0,0 0 0,-1 0 0,1 0 0,0 0 0,-1-1 0,1 1 0,-1 0 0,1 0 0,0 0 0,-1-1 0,1 1 0,-1 0 0,1-1 0,-1 1 0,1 0 0,0-2 0,25-16 0,-9 2 0,-1 0 0,0 0 0,-1-2 0,-1 0 0,-1 0 0,0-2 0,-1 1 0,-2-2 0,0 1 0,9-26 0,-17 35-1365,-1 3-5461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9:53.2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171 6 24575,'0'-1'0,"-1"0"0,1 1 0,0 0 0,0 0 0,0 0 0,0 0 0,0-1 0,0 1 0,0 0 0,0 0 0,0 0 0,0 0 0,0 0 0,0-1 0,0 1 0,0 0 0,-1 0 0,1 0 0,0 0 0,0 0 0,0 0 0,0-1 0,0 1 0,0 0 0,-1 0 0,1 0 0,0 0 0,0 0 0,0 0 0,0 0 0,-1 0 0,1 0 0,0 0 0,0 0 0,0 0 0,0 0 0,0 0 0,-1 0 0,1 0 0,0 0 0,0 0 0,0 0 0,0 0 0,-1 0 0,1 0 0,0 0 0,0 0 0,0 0 0,0 0 0,0 1 0,-1-1 0,1 0 0,0 0 0,0 0 0,0 0 0,0 0 0,0 0 0,0 0 0,0 1 0,-1-1 0,1 0 0,0 0 0,0 0 0,-7 5 0,0-1 0,0 1 0,0 1 0,1-1 0,0 1 0,0 0 0,0 0 0,-7 12 0,1 0 0,0 1 0,-10 24 0,12-18 0,0 0 0,2 1 0,1 0 0,2 1 0,0-1 0,1 1 0,2 0 0,1 0 0,1 0 0,1 0 0,2 0 0,10 48 0,-6-44 0,1-1 0,2 0 0,1-1 0,1 0 0,2-1 0,1 0 0,1-1 0,1-1 0,1 0 0,41 43 0,-54-62 0,-8-6 0,-11-12 0,11 5 0,1 1 0,0-1 0,0 0 0,1 1 0,0-1 0,0 0 0,0 0 0,1 0 0,0-8 0,7-57 0,-5 56 0,16-83 0,4 1 0,40-105 0,-9 32 0,-47 150-341,-1-1 0,-1 1-1,1-30 1,-5 11-6485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9:53.6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25 24575,'36'-2'0,"43"-6"0,0-1 0,-39 5 0,0 3 0,1 1 0,67 10 0,-97-9 0,1 2 0,-1-1 0,0 1 0,1 1 0,-1 0 0,-1 1 0,1 0 0,-1 0 0,0 1 0,0 1 0,0 0 0,-1 0 0,0 1 0,-1 0 0,1 0 0,-2 1 0,11 14 0,-8-6 0,-2 0 0,0 1 0,-1 0 0,-1 0 0,0 1 0,-2-1 0,0 1 0,1 20 0,3 162 0,-9-154 0,-16 816 0,15-799 0,-3 0 0,-18 86 0,18-125 0,-2-1 0,-1 1 0,-1-1 0,-2-1 0,0 0 0,-1 0 0,-1-1 0,-28 36 0,8-22-273,-1-1 0,-2-2 0,0-2 0,-52 33 0,26-22-6553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9:54.2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794 77 24575,'-22'-19'0,"13"11"0,-1 2 0,0 0 0,-1 0 0,0 1 0,1 0 0,-2 0 0,1 1 0,0 1 0,-1 0 0,0 1 0,-20-2 0,15 4 0,1 0 0,-1 1 0,1 1 0,-1 0 0,1 1 0,0 1 0,-30 12 0,24-8 0,2 2 0,-1 1 0,2 0 0,-1 1 0,2 2 0,0 0 0,0 0 0,1 2 0,1 0 0,1 1 0,0 0 0,-19 32 0,17-16 0,0 0 0,3 2 0,1-1 0,1 2 0,2 0 0,-6 44 0,-17 228 0,28-235 0,-51 510 0,52-550 0,0-10 0,1 0 0,1 0 0,1 0 0,1 0 0,1 0 0,2-1 0,5 29 0,-7-47 4,0-1-1,0 1 1,0-1 0,0 0-1,1 1 1,0-1-1,-1 0 1,1 0-1,0 0 1,1 0 0,-1-1-1,0 1 1,1 0-1,0-1 1,-1 0 0,1 0-1,0 0 1,0 0-1,0 0 1,1 0-1,-1-1 1,0 1 0,4 0-1,0-1-135,0 0 0,1-1 0,-1 1 0,0-1 1,0-1-1,1 1 0,-1-1 0,0-1 0,0 1 0,8-4 0,63-24-6694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9:54.5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97 24575,'0'0'0,"6"-9"0,11-4 0,2 0 0,-1 1 0,25-11 0,-34 18 0,1 1 0,0 0 0,-1 1 0,1 0 0,0 1 0,0 0 0,1 0 0,-1 1 0,12 0 0,-18 1 0,0 1 0,1-1 0,-1 1 0,0 0 0,0 0 0,0 1 0,0-1 0,0 1 0,-1 0 0,1 0 0,0 0 0,-1 0 0,1 1 0,-1-1 0,0 1 0,5 5 0,-3-1 0,-1-1 0,1 1 0,-1 0 0,-1-1 0,1 2 0,-1-1 0,0 0 0,2 11 0,0 9 0,0 0 0,-2 0 0,-1 1 0,-2 29 0,-9 69-565,-45 232 0,51-344 330,-10 57-6591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9:54.9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575 1 24575,'-33'23'0,"-18"26"0,3 2 0,2 1 0,-54 82 0,40-40 0,-68 140 0,60-78 0,58-129 0,2 0 0,1 0 0,-7 53 0,13-77 0,1-1 0,0 1 0,-1 0 0,1 0 0,1 0 0,-1 0 0,0 0 0,1 0 0,-1 0 0,1 0 0,0-1 0,0 1 0,0 0 0,0 0 0,1-1 0,-1 1 0,1-1 0,-1 1 0,4 2 0,-2-3 0,-1 0 0,1-1 0,-1 1 0,1-1 0,0 0 0,0 0 0,0 0 0,0 0 0,-1 0 0,1-1 0,0 1 0,0-1 0,0 0 0,0 0 0,0 0 0,0 0 0,0-1 0,5 0 0,7-2 0,-1-1 0,0-1 0,0 0 0,0-1 0,-1 0 0,1-1 0,-2-1 0,1 0 0,-1 0 0,0-1 0,-1-1 0,0 0 0,0-1 0,17-22 0,-27 31-47,1 0 0,-1 0 0,1 0 0,-1 1 0,0-1 0,0 0 0,0-1 0,0 1 0,-1 0-1,1 0 1,0 0 0,-1 0 0,1-1 0,-1 1 0,0 0 0,0 0 0,0-1 0,0 1 0,0 0 0,0-1 0,-1 1 0,1 0-1,-1 0 1,0 0 0,0 0 0,1-1 0,-1 1 0,-2-2 0,-4-5-6779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9:55.4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256 1 24575,'-60'44'0,"42"-28"0,0 0 0,1 2 0,1 0 0,0 1 0,2 1 0,0 0 0,1 0 0,1 2 0,1 0 0,-11 33 0,16-36 0,1-1 0,0 1 0,2 0 0,1 0 0,0 0 0,1 1 0,1-1 0,1 0 0,0 0 0,2 1 0,0-1 0,1-1 0,13 36 0,-7-29 0,2-1 0,0 0 0,2-1 0,1 0 0,0-1 0,24 25 0,-7-13 0,2-1 0,65 49 0,-96-80 0,1 1 0,-1-1 0,0 1 0,0 0 0,0-1 0,-1 1 0,1 0 0,-1 1 0,3 2 0,-5-4 0,0-1 0,0 0 0,1 0 0,-1 0 0,0 0 0,0 0 0,0 1 0,0-1 0,-1 0 0,1 0 0,0 0 0,0 0 0,-1 0 0,1 0 0,0 0 0,-1 1 0,0-1 0,1 0 0,-1-1 0,1 1 0,-1 0 0,0 0 0,0 0 0,1 0 0,-1 0 0,0-1 0,0 1 0,0 0 0,0-1 0,0 1 0,0 0 0,0-1 0,0 0 0,-1 1 0,-5 3 0,0 0 0,0-1 0,-1 0 0,1 0 0,-1-1 0,1 0 0,-1 0 0,0-1 0,0 1 0,1-2 0,-1 1 0,0-1 0,0-1 0,-15-2 0,18 2 0,1 0 0,0 0 0,1 0 0,-1-1 0,0 0 0,0 0 0,1 0 0,-1 0 0,1 0 0,-1-1 0,1 0 0,0 0 0,0 1 0,0-2 0,0 1 0,1 0 0,0 0 0,-1-1 0,1 0 0,0 1 0,0-1 0,1 0 0,-1 0 0,1 0 0,0 0 0,0 0 0,0 0 0,1 0 0,0 0 0,-1-5 0,2-12 0,0 0 0,1 0 0,1 0 0,1 0 0,1 1 0,14-37 0,59-119 0,-64 146 0,35-64 30,27-62-1425,-70 141-5431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9:55.9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551 29 24575,'32'-7'0,"14"-1"0,71-5 0,-99 12 0,0 1 0,0 1 0,0 0 0,0 2 0,-1 0 0,1 1 0,19 7 0,-30-8 0,0 0 0,0 1 0,-1 0 0,1 0 0,-1 0 0,0 1 0,0 0 0,0 1 0,-1-1 0,0 1 0,0 0 0,0 0 0,-1 0 0,0 1 0,0 0 0,0 0 0,-1 0 0,0 0 0,-1 0 0,0 1 0,0-1 0,1 10 0,1 11 0,-1 0 0,-2 0 0,0 1 0,-7 51 0,-25 121 0,-65 235 0,74-349 0,-3 18 0,-93 327 0,97-370 0,-3-2 0,-2-1 0,-3 0 0,-66 97 0,80-135 0,-1-1 0,0-1 0,-2 0 0,0-2 0,-1 0 0,-1 0 0,-1-2 0,-29 17 0,41-27 0,-1 0 0,0-1 0,0 0 0,0 0 0,0-1 0,-1-1 0,1 0 0,-1 0 0,0-1 0,1 0 0,-1-1 0,0 0 0,0-1 0,1 0 0,-1-1 0,1 0 0,-1 0 0,1-1 0,0-1 0,0 1 0,0-2 0,-12-6 0,15 6-59,0 0 0,1 0-1,-1-1 1,1 0-1,0 0 1,1 0 0,-1-1-1,1 0 1,0 0 0,1 0-1,0 0 1,0-1 0,1 0-1,0 0 1,0 0-1,0 0 1,1 0 0,1-1-1,-1 1 1,1-1 0,1 1-1,0-17 1,0 19-6767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2:19.7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90 5397 24575,'3'-108'0,"5"1"0,37-176 0,78-204 0,-69 289 0,103-471 0,-63-11 0,-65 27 0,-25 0 0,-1 109 0,1 351 0,-10-393 0,-1 526 0,7 60 0,0 0 0,-1 0 0,1 0 0,0-1 0,0 1 0,-1 0 0,1 0 0,0 0 0,0 0 0,-1-1 0,1 1 0,0 0 0,0 0 0,-1 0 0,1 0 0,0 0 0,0 0 0,-1 0 0,1 0 0,0 0 0,-1 0 0,1 0 0,0 0 0,0 0 0,-1 0 0,1 0 0,0 0 0,0 0 0,-1 0 0,1 0 0,0 0 0,-1 1 0,1-1 0,0 0 0,0 0 0,0 0 0,-1 0 0,1 1 0,0-1 0,0 0 0,-1 1 0,-13 9 0,13-9 0,-67 58 0,3 3 0,3 3 0,-61 84 0,-18 41 0,119-157 0,2 1 0,1 2 0,-27 71 0,46-104 0,-8 26 0,8-29 0,0 0 0,0 1 0,0-1 0,0 0 0,0 1 0,0-1 0,0 0 0,-1 1 0,1-1 0,0 1 0,0-1 0,1 0 0,-1 1 0,0-1 0,0 0 0,0 1 0,0-1 0,0 0 0,0 1 0,0-1 0,1 0 0,-1 1 0,0-1 0,0 0 0,0 1 0,1-1 0,-1 0 0,0 0 0,0 1 0,1-1 0,-1 0 0,0 0 0,1 1 0,-1-1 0,0 0 0,1 0 0,-1 0 0,0 0 0,1 0 0,-1 1 0,0-1 0,1 0 0,-1 0 0,0 0 0,1 0 0,-1 0 0,1 0 0,-1 0 0,0 0 0,1 0 0,-1 0 0,0-1 0,1 1 0,-1 0 0,0 0 0,1 0 0,-1 0 0,0 0 0,1-1 0,-1 1 0,0 0 0,1 0 0,-1-1 0,0 1 0,13-8 0,-1 0 0,0 0 0,0-1 0,15-17 0,-13 14 0,99-99 0,141-177 0,71-153 0,-322 436 0,0 1 0,0-1 0,1 0 0,0 1 0,0 0 0,0 0 0,1 0 0,-1 1 0,6-4 0,-7 6 0,0-1 0,1 1 0,-1 0 0,0 1 0,1-1 0,-1 0 0,0 1 0,1 0 0,-1 0 0,1 0 0,-1 0 0,1 0 0,-1 1 0,0-1 0,1 1 0,3 2 0,17 5 0,-1 1 0,0 2 0,-1 0 0,0 1 0,-1 1 0,28 23 0,6 10 0,48 52 0,75 110-1365,-102-105-5461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2:20.5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0 113 24575,'7'-9'0,"0"1"0,1 0 0,-1 0 0,2 0 0,-1 1 0,1 1 0,0-1 0,0 1 0,1 1 0,0 0 0,0 0 0,21-6 0,-15 6 0,0 1 0,0 0 0,0 2 0,1 0 0,0 0 0,-1 2 0,34 2 0,-38 0 0,0 0 0,0 1 0,0 0 0,-1 1 0,1 0 0,-1 1 0,0 1 0,0-1 0,0 2 0,-1-1 0,0 2 0,14 12 0,-12-8 0,0 1 0,-1 1 0,0 0 0,-2 0 0,1 1 0,-2 0 0,0 1 0,6 17 0,-1 6 0,-1 1 0,-3 1 0,-1 0 0,-2 0 0,-2 0 0,-1 69 0,-8-11 0,-4 0 0,-37 163 0,46-261 0,-1 0 0,1-1 0,-1 1 0,1 0 0,0 0 0,0 0 0,0 0 0,-1 0 0,1 0 0,0-1 0,0 1 0,0 0 0,0 0 0,0 0 0,0 0 0,1 0 0,-1 0 0,0 0 0,0 0 0,1-1 0,-1 1 0,1 0 0,-1 0 0,0 0 0,2 1 0,0-2 0,-1 0 0,1 0 0,-1-1 0,1 1 0,0 0 0,-1-1 0,1 1 0,-1-1 0,1 0 0,-1 1 0,1-1 0,-1 0 0,0 0 0,1 0 0,-1 0 0,2-1 0,22-18 0,0 0 0,-1-2 0,-2-1 0,25-30 0,76-113 0,47-110 0,-144 224 0,-2-1 0,-2-2 0,22-86 0,-43 136 0,2-4 0,-1 0 0,0 1 0,-1-1 0,0 0 0,0 0 0,-2-16 0,1 25 0,0 0 0,0 0 0,0-1 0,1 1 0,-1 0 0,0 0 0,0 0 0,0 0 0,0-1 0,0 1 0,0 0 0,0 0 0,0 0 0,-1 0 0,1 0 0,0-1 0,0 1 0,0 0 0,0 0 0,0 0 0,0 0 0,0 0 0,0 0 0,0-1 0,0 1 0,0 0 0,0 0 0,-1 0 0,1 0 0,0 0 0,0 0 0,0 0 0,0 0 0,0 0 0,0-1 0,-1 1 0,1 0 0,0 0 0,0 0 0,0 0 0,0 0 0,-1 0 0,1 0 0,0 0 0,0 0 0,0 0 0,0 0 0,-1 0 0,-5 8 0,-7 18 0,-14 47 0,2 1 0,4 1 0,-15 101 0,28-120 0,3 0 0,2 1 0,2-1 0,3 1 0,13 76 0,-12-115-136,0-1-1,1 1 1,1-1-1,0-1 1,1 1-1,1-1 1,1 0-1,0 0 0,19 25 1,4-8-6690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2:20.7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24575,'0'0'0,"0"0"0,0 1 0,1 3 0,0 12 0,2 19 0,2 28 0,3 28 0,2 26 0,2 23 0,1 21 0,-2-16-8191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9:49.2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725 121 24575,'-2'-21'0,"0"14"0,1 1 0,-1-1 0,1 0 0,-2 0 0,1 1 0,-1 0 0,-4-7 0,5 10 0,0 0 0,0 0 0,-1 1 0,1-1 0,-1 1 0,1 0 0,-1-1 0,0 1 0,0 0 0,0 1 0,0-1 0,-1 1 0,1-1 0,0 1 0,-1 0 0,-3-1 0,-9 0 0,1 0 0,0 1 0,-1 0 0,1 2 0,-1-1 0,1 2 0,-1 0 0,1 1 0,0 1 0,-21 7 0,8-1 0,1 2 0,1 0 0,0 2 0,-41 28 0,46-26 0,0 1 0,2 1 0,0 0 0,1 2 0,1 0 0,0 1 0,2 1 0,-21 37 0,20-25 0,1 0 0,2 1 0,1 0 0,2 1 0,-9 53 0,10-22 0,3 1 0,4 83 0,22 127 0,19 23 0,12 116 0,-42-294 0,-9 173 0,-28-39 0,0-1 0,27-242 0,1 0 0,0-1 0,1 1 0,0 0 0,1-1 0,1 1 0,0-1 0,6 16 0,-6-22 0,0-1 0,1 1 0,-1-1 0,2 1 0,-1-1 0,1 0 0,-1-1 0,2 1 0,-1-1 0,1 0 0,-1 0 0,1-1 0,1 0 0,-1 0 0,0 0 0,12 4 0,-3-2 13,1-1 0,0-1 0,1 0 1,-1-1-1,0-1 0,1 0 0,-1-2 0,22 0 0,-1-4-507,0 0-1,55-15 1,-2-6-6332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9:49.7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1 148 24575,'-1'-3'0,"1"0"0,0 1 0,1-1 0,-1 0 0,0 0 0,1 0 0,0 1 0,-1-1 0,1 0 0,0 0 0,0 1 0,1-1 0,-1 1 0,1-1 0,-1 1 0,1 0 0,0-1 0,2-1 0,36-37 0,-33 35 0,0 1 0,1-1 0,-1 1 0,1 0 0,0 1 0,0 0 0,0 0 0,1 1 0,-1 0 0,1 0 0,0 1 0,17-2 0,-19 3 0,0 2 0,1-1 0,-1 1 0,0 0 0,0 0 0,1 1 0,-1 0 0,0 0 0,-1 1 0,1 0 0,0 0 0,-1 1 0,0-1 0,0 1 0,0 1 0,9 7 0,-1 2 0,-1 1 0,0 0 0,-1 1 0,-1 0 0,0 1 0,-1 0 0,-1 1 0,-1 0 0,10 31 0,0 9 0,16 110 0,-7 172 0,-15-120 0,-12-218-49,0 2-17,0-1 1,0 0-1,0 1 0,0-1 0,1 0 0,-1 1 1,1-1-1,0 0 0,0 0 0,0 1 0,1-1 0,-1 0 1,1 0-1,-1-1 0,1 1 0,0 0 0,0 0 1,1-1-1,3 5 0,10 0-6760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9:50.2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158 0 24575,'-3'6'0,"1"0"0,-1 0 0,0 0 0,0-1 0,-7 10 0,-7 13 0,-5 16 0,3 0 0,2 1 0,2 2 0,-13 63 0,22-81 0,2 1 0,1-1 0,1 1 0,2 0 0,1-1 0,1 1 0,1-1 0,11 43 0,-10-61 0,0 1 0,0-1 0,1 0 0,0 0 0,1 0 0,0-1 0,0 1 0,2-2 0,-1 1 0,1-1 0,0 0 0,1-1 0,0 0 0,0 0 0,17 10 0,-18-14 0,0 1 0,1-2 0,0 1 0,-1-1 0,2 0 0,-1-1 0,0 0 0,0 0 0,1-1 0,-1-1 0,0 1 0,1-1 0,-1-1 0,1 0 0,-1 0 0,0-1 0,1 0 0,-1-1 0,0 0 0,11-5 0,-5 0 0,0 0 0,-1-1 0,0 0 0,-1-1 0,0-1 0,-1 0 0,0-1 0,0 0 0,-1-1 0,10-15 0,-15 19 0,1 0 0,-2-1 0,0 1 0,0-1 0,-1 0 0,0-1 0,0 1 0,-1 0 0,-1-1 0,0 0 0,0 0 0,-1 1 0,0-1 0,-1 0 0,0 0 0,-3-16 0,2 21-4,-1 0-1,1 1 0,-1 0 0,0-1 1,0 1-1,-1 0 0,1 0 0,-1 0 1,-1 0-1,1 1 0,0-1 0,-1 1 1,0 0-1,0 0 0,0 0 1,-8-4-1,6 4 22,-1 1-1,0 0 1,0 0 0,0 0-1,0 1 1,0 0 0,0 1-1,-1-1 1,1 1 0,-1 1-1,-9 0 1,0 1-166,-1 1 1,1 0-1,0 2 1,0 0-1,0 1 1,0 0-1,1 1 1,0 1-1,-29 17 1,19-6-6678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9:50.7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0 244 24575,'0'0'0,"0"0"0,0 0 0,2 21 0,1 4 0,2 0 0,0 0 0,2 0 0,1 0 0,1-1 0,1-1 0,1 1 0,17 25 0,14 17 0,70 82 0,-108-145 0,-1 1 0,0 1 0,1-1 0,-2 0 0,1 1 0,-1-1 0,1 1 0,-1 0 0,0 0 0,-1 0 0,1 0 0,-1 0 0,0 0 0,-1 1 0,1-1 0,-1 0 0,0 0 0,0 1 0,0-1 0,-1 0 0,0 0 0,0 0 0,0 1 0,-1-1 0,0 0 0,0-1 0,0 1 0,0 0 0,-1-1 0,0 1 0,0-1 0,-5 6 0,2-2 0,0-1 0,-1 1 0,0-1 0,-1-1 0,1 0 0,-1 0 0,-1 0 0,1-1 0,-14 6 0,19-9 0,0-1 0,0 0 0,0 0 0,0 0 0,0 0 0,0 0 0,-1 0 0,1-1 0,0 0 0,0 1 0,-1-1 0,1 0 0,0-1 0,-1 1 0,1-1 0,0 1 0,0-1 0,-1 0 0,1 0 0,0-1 0,0 1 0,0 0 0,0-1 0,1 0 0,-1 0 0,0 0 0,1 0 0,-1 0 0,1 0 0,0-1 0,-4-4 0,1-2 0,0 0 0,1 0 0,0-1 0,0 0 0,1 0 0,0 0 0,1 0 0,0 0 0,1 0 0,0-1 0,1 1 0,0-12 0,3-19 0,11-68 0,12-5 0,48-139 0,-35 131 0,-36 113 15,0 1 0,-1-1 0,-1 1 0,1-1 0,-2 0 0,1 0 0,-1-10 0,-1 15-98,1 0 1,-1 0-1,0 0 1,0 0-1,-1 1 1,1-1-1,-1 0 1,0 1-1,0-1 1,0 1-1,0 0 1,0 0-1,-1 0 1,1 0-1,-1 0 1,0 0-1,-6-4 1,-6-3-6744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9:51.2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35 24575,'19'-5'0,"7"-3"0,1 1 0,0 2 0,0 1 0,1 1 0,35 1 0,-53 2 0,-1 1 0,0 0 0,1 0 0,-1 1 0,0 0 0,0 1 0,0 0 0,0 0 0,-1 1 0,1 0 0,-1 0 0,0 1 0,0 0 0,-1 1 0,0 0 0,0 0 0,0 0 0,0 1 0,8 12 0,-3 0 0,-1 1 0,-1 0 0,0 1 0,-2 0 0,0 1 0,-2 0 0,7 41 0,10 166 0,-23-224 0,8 651 0,-1 2 0,22-315 0,5 120 0,-33-429 0,-2-1 0,-2 1 0,0-1 0,-3 1 0,0-1 0,-2-1 0,-2 1 0,-15 35 0,15-48 0,0 0 0,-2 0 0,0-1 0,-1 0 0,-1-1 0,0-1 0,-2 0 0,0-1 0,-1-1 0,0 0 0,-1-1 0,-37 21 0,45-29-195,-1-1 0,0 0 0,0-1 0,0 0 0,-1 0 0,-17 2 0,-6-4-6631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9:56.6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9:57.8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24575,'0'0'0,"0"0"0,0 0 0,1 10 0,2 37 0,32 327 0,-26-322 0,1 0 0,3-1 0,3-1 0,1 0 0,28 53 0,-37-86 0,1-1 0,1 0 0,1 0 0,0-1 0,1 0 0,18 17 0,-26-29 0,-1 0 0,0 0 0,1 0 0,0 0 0,0-1 0,-1 1 0,2-1 0,-1 0 0,0 0 0,0-1 0,1 1 0,-1-1 0,1 0 0,-1 0 0,1 0 0,-1-1 0,1 0 0,-1 1 0,1-2 0,0 1 0,-1 0 0,1-1 0,-1 0 0,1 0 0,-1 0 0,1-1 0,-1 0 0,0 0 0,0 0 0,8-5 0,-3 0 0,0-1 0,0 0 0,-1-1 0,0 0 0,0 0 0,-1 0 0,0-1 0,-1 0 0,0-1 0,-1 0 0,5-13 0,1-5 0,-2 0 0,-1 0 0,5-38 0,-10 5 0,9 107 0,32 82 0,-35-105 0,2 0 0,0 0 0,2-1 0,0-1 0,24 27 0,-35-44 0,0 0 0,1-1 0,-1 1 0,1 0 0,0-1 0,0 0 0,0 0 0,0 0 0,0 0 0,0 0 0,1 0 0,-1-1 0,0 1 0,1-1 0,-1 0 0,1 0 0,0-1 0,-1 1 0,1-1 0,0 0 0,-1 0 0,1 0 0,0 0 0,0-1 0,-1 1 0,1-1 0,-1 0 0,1 0 0,-1 0 0,1 0 0,-1-1 0,1 0 0,-1 1 0,3-4 0,4-2 0,-1-1 0,0 0 0,0 0 0,-1-1 0,0-1 0,0 1 0,-1-1 0,-1 0 0,8-15 0,0-5 20,-1-1 0,-1 0 0,-1-1 0,-2 0 0,8-60 0,-11 43-391,-3 0-1,-2 0 1,-6-66 0,2 93-6455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9:58.3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24575,'15'10'0,"6"-1"0,0-1 0,1-1 0,0 0 0,0-2 0,0-1 0,1 0 0,33 0 0,7-3 0,90-11 0,-144 9 0,21-1 0,0-1 0,0-2 0,0-1 0,50-18 0,-114 38 0,2-1 0,0 1 0,-49 30 0,76-40 0,-1 1 0,1 0 0,0 0 0,1 1 0,-1-1 0,1 1 0,0 0 0,0 0 0,1 1 0,0-1 0,0 1 0,0-1 0,-1 8 0,-3 14 0,-8 53 0,13-60 0,-11 97 0,5 1 0,5 0 0,26 233 0,-15-301-1365,-4-38-5461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9:58.5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0 252 24575,'0'0'0,"0"0"0,0 0 0,3-1 0,9-1 0,16-4 0,15-6 0,17-9 0,12-8 0,10-8 0,8-8 0,5-7 0,-15 5-8191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9:59.2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0 897 24575,'12'-10'0,"24"-26"0,-2-1 0,-1-1 0,-2-2 0,-2-1 0,-1-2 0,-3-1 0,35-80 0,-50 98 0,-1-1 0,-1 0 0,-1 0 0,-2 0 0,0-1 0,0-41 0,-5 54 0,0 1 0,-1 0 0,0 0 0,-1 0 0,-1 0 0,-1 0 0,1 0 0,-2 1 0,0 0 0,-1 0 0,0 0 0,-1 0 0,0 1 0,-14-17 0,19 26 0,0 1 0,0-1 0,0 1 0,-1-1 0,1 1 0,0 0 0,-1 0 0,1 0 0,-1 1 0,0-1 0,0 1 0,1-1 0,-1 1 0,0 0 0,0 0 0,0 0 0,-1 0 0,1 1 0,0-1 0,0 1 0,-3 0 0,2 1 0,1 0 0,0 0 0,0 0 0,0 1 0,0 0 0,0-1 0,0 1 0,0 0 0,1 0 0,-1 1 0,1-1 0,-1 0 0,1 1 0,0 0 0,0-1 0,0 1 0,0 0 0,1 0 0,-3 6 0,-8 17 0,1 1 0,2 1 0,0-1 0,2 1 0,2 0 0,-5 43 0,6 4 0,5 98 0,5-88 0,5 0 0,23 95 0,60 161 0,29 148 0,-122-476 0,4 12 0,1-22 0,5-11 0,33-50 0,-2-1 0,56-109 0,-20 34 0,-74 127 0,0 0 0,1 1 0,-1-1 0,2 1 0,-1 0 0,1 0 0,0 1 0,0 0 0,0 0 0,8-5 0,-10 8 0,-1 1 0,1 0 0,-1 0 0,1 0 0,0 0 0,-1 0 0,1 1 0,0-1 0,0 1 0,-1 0 0,1 0 0,0 0 0,0 1 0,-1 0 0,1-1 0,0 1 0,-1 0 0,1 1 0,-1-1 0,1 1 0,-1-1 0,0 1 0,5 4 0,6 4 0,0 1 0,-1 1 0,-1 0 0,0 1 0,0 0 0,-2 1 0,1 0 0,-2 1 0,0 0 0,-1 0 0,10 26 0,3 14 0,-3 1 0,12 63 0,6 46 0,-34-158 15,0-1 0,0 0-1,0 1 1,0-1-1,7 10 1,-8-14-84,0 0 0,1-1-1,-1 1 1,1-1 0,-1 1 0,1-1 0,-1 0-1,1 0 1,0 1 0,0-1 0,0 0 0,0-1-1,0 1 1,-1 0 0,1 0 0,1-1 0,-1 1 0,0-1-1,0 0 1,3 0 0,39-5-6757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10:02.3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4 168 24575,'-2'-3'0,"0"0"0,10 1 0,49-6 0,79-2 0,-53 6 0,1161-66 0,-199 13 0,-1035 56-112,8 0-306,0-1 1,25-5-1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10:04.8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938 324 24575,'-1'0'0,"0"0"0,0 0 0,0 1 0,0-1 0,0 0 0,0 1 0,0-1 0,0 0 0,0 1 0,0-1 0,0 1 0,0-1 0,1 1 0,-1 0 0,0-1 0,0 1 0,1 0 0,-1 0 0,0-1 0,1 1 0,-1 0 0,1 0 0,-2 2 0,-22 27 0,-37 60 0,3 2 0,5 2 0,4 3 0,-40 111 0,-113 425 0,188-581 0,57-186 0,-10 35 0,315-1069 0,-341 1143 0,-2 10 0,0 0 0,2-25 0,-16 56 0,-309 616 0,34 21 0,191-434 0,36-85 0,66-194 0,15-44 0,5 2 0,45-107 0,104-191 0,-46 129 0,194-297 0,-326 568 0,0 0 0,0 1 0,1-1 0,-1 0 0,0 0 0,0 0 0,0 0 0,0 0 0,0 0 0,0 0 0,0 0 0,0 0 0,0 0 0,0 0 0,0 0 0,0 1 0,0-1 0,0 0 0,0 0 0,0 0 0,0 0 0,0 0 0,0 0 0,0 0 0,0 0 0,1 0 0,-1 0 0,0 0 0,0 0 0,0 0 0,0 0 0,0 0 0,0 0 0,0 0 0,0 0 0,0 0 0,0 0 0,0 0 0,1 0 0,-1 0 0,0 0 0,0 0 0,0 0 0,-3 18 0,-9 29 0,-26 76 0,-5-1 0,-103 201 0,-159 212 0,38-107 0,260-422 0,4-13 0,4-21 0,6-19 0,2 0 0,23-73 0,44-94 0,-68 193 0,103-258 0,12 6 0,198-325 0,-289 550 0,-41 80 0,4-8 0,-46 142 0,-8-3 0,-96 190 0,-194 294 0,316-593 0,19-33 0,1 1 0,-19 43 0,27-46 0,5-19 0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10:06.7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182 738 24575,'8'0'0,"57"-1"0,0-3 0,0-4 0,79-18 0,-79 14 0,1654-372-642,-1579 350 635,544-159 121,-667 185 399,-45 11-491,-463 121-22,398-97 0,-477 142-662,-200 55 596,-7-37 76,750-182 35,-100 20 292,-144 10-1,356-50-336,629-137-480,0-34-65,-648 168 539,876-249 6,-201 54 0,-682 197 161,-76 23 194,-103 31 160,91-30-508,-896 261-585,-21-54 387,912-209 202,-4 1 28,0-1 0,-55 0-1,82-7 538,13-3-471,-2 4-106,0-1-1,1 1 0,-1-1 1,1 0-1,-1 1 1,0-1-1,0 1 1,1-1-1,-1 0 1,0 1-1,0-1 1,0 0-1,1 1 1,-1-1-1,0 0 1,0 1-1,0-1 1,0 0-1,-1 1 1,1-1-1,0 0 0,0 1 1,0-1-1,0 0 1,-1 1-1,1-1 1,0 1-1,0-1 1,-1 0-1,31 4-1363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3:41.8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0 365 24575,'0'0'0,"0"0"0,5 1 0,86 14 0,158 5 0,91-25 0,111-39 0,-450 44 0,-1-1 0,1 1 0,-1 0 0,1-1 0,-1 1 0,0 0 0,1-1 0,-1 1 0,1-1 0,-1 1 0,0-1 0,1 1 0,-1-1 0,0 1 0,0-1 0,0 1 0,1-1 0,-1 0 0,0 1 0,0-1 0,0 1 0,0-1 0,0 0 0,0 1 0,0-1 0,0 1 0,0-1 0,0 1 0,0-1 0,0 0 0,-1 1 0,1-1 0,0 1 0,0-1 0,-1 1 0,1-1 0,0 1 0,-1-1 0,0 0 0,-12-24 0,-1 5 0,-1 0 0,-1 2 0,-1 0 0,-1 0 0,-31-23 0,-106-63 0,138 93 0,1 1 0,0 0 0,-1 1 0,1 1 0,-30-11 0,107 49 0,381 146 0,-416-165 0,0 1 0,0 2 0,33 23 0,-51-31 0,-1 0 0,1 0 0,-2 0 0,1 1 0,-1 0 0,0 1 0,0-1 0,-1 1 0,0 0 0,0 0 0,-1 1 0,0-1 0,-1 1 0,4 13 0,-5-9 10,0 0-1,-1 0 0,-1 0 0,0 0 1,0 0-1,-1 0 0,-1-1 1,0 1-1,-5 12 0,-4 11-738,-28 60 0,-8 3-6097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3:47.5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5395 808 24575,'-8'-27'0,"-2"-4"0,0 1 0,-2 1 0,-2 0 0,0 0 0,-2 1 0,-1 1 0,-1 1 0,-1 1 0,-1 0 0,-33-31 0,2 13 2,-1 2-1,-2 2 0,-1 2 1,-2 3-1,-2 3 1,-1 2-1,-93-31 0,51 28-35,0 4-1,-2 5 0,-208-19 1,183 36-60,-1 5 0,1 6-1,-165 27 1,135-2-125,0 6-1,-185 69 1,121-18-3,4 10 0,4 10-1,-343 228 1,-52 123-117,478-341 226,5 5 0,-146 181 0,229-248 113,3 2 0,2 2 0,3 1 0,2 2 0,-32 83 0,53-107 0,1 0 0,1 1 0,3 0 0,1 0 0,1 1 0,3-1 0,1 1 0,2 0 0,2 0 0,12 70 0,0-51 34,3 1 1,3-2-1,2-1 0,2 0 1,3-2-1,2-1 1,3-1-1,2-2 0,53 63 1,-12-29 34,4-2 0,4-4-1,3-4 1,110 74 0,-37-43-787,5-7 1,233 104-1,-189-115 93,367 103 1,-429-154 613,2-6-1,1-7 1,1-7-1,0-6 1,1-7-1,0-6 1,0-7-1,-1-6 1,-1-7-1,0-6 1,-3-7-1,0-6 1,-3-7-1,176-83 1,-169 54 11,-3-6 0,-4-7 0,-3-6 0,182-163 0,-190 136 0,-6-5 0,-5-6 0,-6-6 0,98-156 0,-145 188 26,95-208 1,-126 229-93,-4-2 0,-5-2 1,20-101-1,-36 125 6,-3-1 1,-3-1-1,-3 1 0,-11-132 1,0 143 51,-2 0 0,-2 1 1,-3 0-1,-2 1 1,-3 1-1,-38-74 0,29 75 8,-2 2 0,-2 1 0,-3 2 0,-1 1 0,-70-65 0,48 58 0,-4 2 0,-1 3 0,-114-65 0,72 58 0,-205-79 0,-119 5 0,59 52-50,264 63 362,-163-4 0,253 19 501,9-1-352,-1 1 0,0 0 1,1 1-1,-1 0 0,0 0 0,1 1 1,-9 2-1,15-4-420,1 1 1,0 0-1,0-1 0,0 1 0,0 0 1,0-1-1,0 1 0,0 0 0,0 0 1,0 0-1,0 0 0,1 0 0,-1 0 1,0 0-1,0 0 0,1 0 1,-1 0-1,1 0 0,-1 1 0,1-1 1,0 0-1,-1 0 0,1 1 0,0-1 1,0 0-1,0 0 0,0 1 0,0 1 1,0-1-49,0 0 0,1 1 0,-1-1 0,1 0 0,0 1 0,-1-1 0,1 0 1,0 0-1,1 0 0,-1 0 0,0 1 0,0-2 0,3 4 0,-3-3 0,1-1 1,-1 1-1,1 0 0,-1 1 0,0-1 0,0 0 0,0 0 0,0 0 1,0 1-1,-1-1 0,2 4 0,0 5-1276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3:56.4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10 136 24575,'-4'-13'0,"3"11"0,0 0 0,0 0 0,1 0 0,-1 0 0,0 0 0,1-1 0,0 1 0,0 0 0,-1 0 0,1-1 0,0 1 0,1 0 0,-1 0 0,0-1 0,1 1 0,-1 0 0,1 0 0,0 0 0,0-1 0,-1 1 0,1 0 0,1 0 0,-1 0 0,0 1 0,3-5 0,2 1 0,1-1 0,0 0 0,0 1 0,0 1 0,0-1 0,1 1 0,0 0 0,0 1 0,0 0 0,0 0 0,1 0 0,10-1 0,1 1 0,1 0 0,0 1 0,0 1 0,22 2 0,-25 0 0,-1 1 0,0 1 0,1 0 0,-1 1 0,-1 1 0,1 0 0,-1 2 0,1 0 0,-2 0 0,1 2 0,-1 0 0,-1 0 0,1 2 0,-2-1 0,0 2 0,0 0 0,-1 1 0,0 0 0,-1 0 0,-1 1 0,0 1 0,-1 0 0,0 0 0,-1 1 0,-1 0 0,-1 0 0,0 1 0,-1-1 0,3 20 0,-4-10 0,-2 0 0,-1 0 0,-1 1 0,-1-1 0,-1 0 0,-11 49 0,0-24 0,-2 0 0,-32 69 0,46-118 0,0 0 0,1-1 0,0 1 0,-1 0 0,1 0 0,0 0 0,0 0 0,0-1 0,0 1 0,0 0 0,0 0 0,0 0 0,1 0 0,-1-1 0,1 1 0,-1 0 0,1 0 0,0-1 0,-1 1 0,1 0 0,0-1 0,0 1 0,0-1 0,1 1 0,-1-1 0,0 0 0,0 1 0,1-1 0,-1 0 0,1 0 0,-1 0 0,1 0 0,-1 0 0,1 0 0,0-1 0,0 1 0,2 0 0,5 3 0,1 0 0,0-1 0,0 0 0,0-1 0,18 2 0,-2-4 14,-1 0 1,1-1-1,-1-2 0,1 0 0,-1-2 0,0-1 1,38-14-1,-11 0-507,-1-3 0,67-40 0,10-16-6333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3:56.7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145 0 24575,'9'19'0,"254"712"0,-217-584 0,51 298 0,-88-375 0,-3 1 0,-2 0 0,-5 0 0,-2 0 0,-3-1 0,-25 113 0,8-100 24,-3-2 0,-5 0 0,-2-2 0,-48 80 0,1-24-767,-125 162 1,146-223-6084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3:57.3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365 93 24575,'2'118'0,"-4"113"0,-31 230 0,15-318 0,-42 169 0,52-278 0,-2-1 0,-1-1 0,-1 1 0,-30 55 0,40-85 0,0 1 0,0 0 0,0-1 0,-1 0 0,1 1 0,-1-1 0,0 0 0,0 0 0,0-1 0,0 1 0,0-1 0,-1 1 0,1-1 0,-1 0 0,1 0 0,-1-1 0,0 1 0,0-1 0,-7 2 0,9-3 0,0 0 0,0 0 0,0-1 0,0 1 0,0 0 0,0-1 0,0 0 0,0 1 0,0-1 0,0 0 0,0 0 0,1 0 0,-1 0 0,0-1 0,1 1 0,-3-2 0,1-1 0,-1 0 0,1-1 0,0 1 0,0-1 0,0 1 0,0-1 0,-3-10 0,-2-8 0,1 0 0,1-1 0,-5-48 0,3-84 0,9 25 0,6-1 0,6 2 0,5 0 0,6 1 0,64-198 0,-82 307 0,1-1 0,1 2 0,0-1 0,2 1 0,0 0 0,1 1 0,17-21 0,-25 36 0,0-1 0,0 1 0,1 0 0,-1 1 0,1-1 0,-1 1 0,1-1 0,0 1 0,0 0 0,0 0 0,0 1 0,0-1 0,1 1 0,-1 0 0,0 0 0,1 1 0,-1-1 0,0 1 0,1 0 0,-1 0 0,1 0 0,-1 1 0,1-1 0,-1 1 0,0 0 0,1 0 0,-1 1 0,0-1 0,0 1 0,0 0 0,0 0 0,5 4 0,7 5 0,0 1 0,0 1 0,-2 0 0,1 1 0,-2 1 0,14 17 0,19 30 0,-3 1 0,57 112 0,53 155 0,-56-113 0,-91-205 0,1 5 0,1 1 0,1-2 0,0 1 0,1-2 0,1 1 0,23 24 0,-32-37 0,1-1 0,-1 0 0,1 0 0,0 0 0,0-1 0,0 1 0,0-1 0,0 1 0,0-1 0,0 0 0,0 0 0,1-1 0,-1 1 0,0-1 0,1 1 0,-1-1 0,0 0 0,1 0 0,-1 0 0,0-1 0,1 1 0,-1-1 0,0 0 0,0 0 0,1 0 0,-1 0 0,0-1 0,0 1 0,0-1 0,4-3 0,5-4 0,0 0 0,-1-1 0,0-1 0,-1 0 0,15-19 0,11-20 0,-3-2 0,-2-1 0,-2-1 0,36-94 0,56-245 0,-118 381 0,41-178 0,-35 144 0,5-92 0,-6 883 0,-5-658 0,-3-64-48,16 347 222,-7-267-919,33 155-1,-8-130-6080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3:58.3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405 207 24575,'-3'-21'0,"0"0"0,-1 0 0,-1 0 0,-1 1 0,-1 0 0,-16-33 0,23 50 0,-1 1 0,0 0 0,0 0 0,0 0 0,0 0 0,-1 0 0,1 0 0,0 1 0,-1-1 0,0 0 0,1 1 0,-1-1 0,-2-1 0,2 3 0,1-1 0,0 1 0,-1 0 0,1 0 0,-1 0 0,1 0 0,-1 0 0,1 0 0,0 0 0,-1 0 0,1 1 0,-1-1 0,1 0 0,0 1 0,-1-1 0,1 1 0,0 0 0,-1-1 0,1 1 0,0 0 0,0 0 0,0 0 0,0 0 0,-2 2 0,-10 9 0,0 0 0,0 2 0,1 0 0,1 0 0,-14 24 0,-42 87 0,64-118 0,-28 58 0,-31 98 0,49-122 0,3 1 0,1 1 0,-6 73 0,14-112 0,1 0 0,0 0 0,0 0 0,0 0 0,1 0 0,-1 0 0,1-1 0,0 1 0,2 5 0,-3-8 0,1-1 0,-1 0 0,0 1 0,0-1 0,1 1 0,-1-1 0,1 1 0,-1-1 0,0 0 0,1 1 0,-1-1 0,1 0 0,-1 0 0,1 1 0,-1-1 0,0 0 0,1 0 0,-1 0 0,1 1 0,0-1 0,-1 0 0,1 0 0,-1 0 0,1 0 0,-1 0 0,2 0 0,-1-1 0,1 1 0,0-1 0,0 0 0,0 1 0,-1-1 0,1 0 0,0 0 0,-1-1 0,1 1 0,-1 0 0,3-2 0,16-20 0,0 0 0,-2 0 0,-1-2 0,-1 0 0,17-35 0,-15 26 0,48-94 0,11-19 0,-75 145 0,-1 0 0,0 0 0,0 0 0,1 0 0,-1 1 0,1-1 0,-1 0 0,1 1 0,-1-1 0,1 1 0,0 0 0,0-1 0,0 1 0,0 0 0,0 0 0,0 0 0,0 1 0,0-1 0,1 0 0,-1 1 0,0-1 0,0 1 0,1 0 0,-1 0 0,0 0 0,0 0 0,1 0 0,-1 0 0,0 1 0,0-1 0,0 1 0,1 0 0,-1-1 0,0 1 0,0 0 0,3 2 0,8 4 0,-1 1 0,0 1 0,0 0 0,17 16 0,-12-9 0,-3-5 0,0 0 0,0 0 0,1-1 0,1-1 0,29 13 0,-34-18 0,-1-1 0,1 0 0,0-1 0,0 0 0,0-1 0,0 0 0,0-1 0,0 0 0,0 0 0,20-5 0,-5 0 0,0-2 0,0-1 0,46-22 0,69-47 0,-13 7 0,-121 66 0,1 0 0,0 1 0,1 0 0,-1 0 0,1 1 0,-1 0 0,1 0 0,-1 1 0,1 0 0,0 1 0,0 0 0,0 0 0,-1 1 0,1 0 0,0 1 0,-1-1 0,1 2 0,-1-1 0,0 1 0,0 1 0,0-1 0,0 1 0,0 1 0,-1-1 0,0 1 0,0 1 0,8 7 0,13 14 0,-2 1 0,-1 2 0,-1 0 0,34 57 0,-1-1 0,-57-85 0,1 0 0,-1 0 0,1-1 0,0 1 0,-1 0 0,1 0 0,0-1 0,0 1 0,0 0 0,-1-1 0,1 1 0,0-1 0,0 1 0,0-1 0,0 1 0,0-1 0,0 0 0,0 0 0,0 1 0,0-1 0,0 0 0,0 0 0,0 0 0,0 0 0,0 0 0,2 0 0,-1-1 0,1 0 0,-1 0 0,0 0 0,1 0 0,-1 0 0,0-1 0,0 1 0,0-1 0,0 0 0,3-2 0,5-7 0,-1 0 0,-1-1 0,8-13 0,-13 20 0,-2 4 0,0-1 0,0 1 0,0-1 0,1 1 0,-1 0 0,0-1 0,1 1 0,-1 0 0,1 0 0,-1 0 0,1 0 0,-1 0 0,1 0 0,0 0 0,-1 1 0,1-1 0,0 1 0,0-1 0,0 1 0,-1-1 0,1 1 0,0 0 0,0 0 0,0 0 0,0 0 0,0 0 0,-1 1 0,1-1 0,0 0 0,0 1 0,0 0 0,2 0 0,6 4 0,-1 0 0,1 0 0,-1 1 0,14 10 0,-12-8 0,-3-3 0,20 16 0,2-2 0,62 31 0,-82-45 0,1-1 0,0-1 0,1 0 0,-1 0 0,0-1 0,1 0 0,-1-1 0,1-1 0,0 0 0,-1 0 0,1-1 0,-1-1 0,15-3 0,-3-2 0,0-2 0,-1 0 0,0-2 0,0 0 0,-1-2 0,0 0 0,-1-1 0,-1-1 0,33-33 0,-12 6 0,-3-1 0,-1-2 0,33-55 0,-68 98 0,1-1 0,-1 1 0,1-1 0,-1 1 0,1 0 0,0 0 0,0 0 0,0 0 0,0 0 0,1 0 0,-1 0 0,0 1 0,3-2 0,-3 3 0,0 0 0,-1 0 0,1 0 0,-1 0 0,1 1 0,0-1 0,-1 1 0,1-1 0,-1 1 0,1-1 0,-1 1 0,0 0 0,1 0 0,-1-1 0,0 1 0,1 0 0,-1 0 0,0 1 0,0-1 0,0 0 0,0 0 0,0 0 0,0 1 0,0-1 0,1 3 0,9 13 0,-1-1 0,0 2 0,-2-1 0,0 1 0,10 32 0,18 103 0,-19-39-112,-4 0 0,-5 2 0,-6-1 0,-17 168 0,-94 456-455,102-703 611,-172 883-1713,140-746 1669,35-157 0,0-1 0,-12 27 0,16-41 0,0-1 0,0 1 0,0-1 0,-1 1 0,1-1 0,0 0 0,0 1 0,0-1 0,0 1 0,-1-1 0,1 0 0,0 1 0,0-1 0,-1 1 0,1-1 0,0 0 0,-1 0 0,1 1 0,0-1 0,-1 0 0,1 1 0,-1-1 0,1 0 0,0 0 0,-1 0 0,1 0 0,-1 1 0,1-1 0,-1 0 0,1 0 0,0 0 0,-1 0 0,1 0 0,-1 0 0,1 0 0,-1 0 0,1 0 0,-1 0 0,1 0 0,-1-1 0,-1-2 0,0 1 0,1-1 0,0 0 0,-1 0 0,1 0 0,0-1 0,1 1 0,-1 0 0,0 0 0,1-6 0,-5-40 0,4-66 0,16-156-280,15-30-187,13 2 0,113-407 0,-128 613 389,4 1 0,71-142 0,-22 92-3446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3:58.9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978 1 24575,'-5'21'0,"-339"1699"0,338-1685 0,4-19 0,-1 0 0,0 1 0,-1-1 0,-1-1 0,0 1 0,-1-1 0,-12 21 0,16-34 0,0 1 0,1-1 0,-1 0 0,0 0 0,-1 0 0,1 0 0,0 0 0,-1 0 0,1-1 0,-1 1 0,1-1 0,-1 1 0,0-1 0,1 0 0,-1 0 0,0-1 0,0 1 0,0 0 0,0-1 0,0 0 0,0 0 0,0 1 0,0-2 0,0 1 0,0 0 0,1-1 0,-1 1 0,0-1 0,0 0 0,0 0 0,-3-2 0,-8-3 0,1-1 0,0 0 0,0-1 0,-20-16 0,-14-14 0,2-2 0,-55-63 0,-65-105 0,155 195 0,4 5 0,0 1 0,1-2 0,0 1 0,-4-10 0,8 17 0,0-1 0,0 0 0,1 0 0,-1 0 0,1 0 0,-1 0 0,1 1 0,0-1 0,0 0 0,0 0 0,0 0 0,0 0 0,0 0 0,0 0 0,1 0 0,-1 0 0,1 0 0,-1 1 0,1-1 0,0 0 0,0 0 0,0 1 0,0-1 0,0 0 0,0 1 0,2-2 0,7-5 0,0 0 0,1 1 0,0 0 0,0 0 0,1 1 0,0 1 0,0 0 0,16-4 0,-6 1 0,377-128 0,51-18 0,-58-7 0,-378 155 0,-3 1 0,1 1 0,0-1 0,0 2 0,22-5 0,-31 8 0,0 0 0,0 0 0,0 0 0,0 0 0,-1 0 0,1 1 0,0-1 0,0 1 0,0-1 0,-1 1 0,1 0 0,0 0 0,-1 1 0,1-1 0,-1 0 0,1 1 0,-1 0 0,1-1 0,-1 1 0,0 0 0,0 0 0,0 0 0,0 1 0,-1-1 0,1 0 0,1 3 0,2 5 0,0 0 0,-1 0 0,0 0 0,-1 1 0,0-1 0,1 12 0,6 73 0,-9-86 0,7 366 0,5 60 0,-13-434 0,15 100 0,-13-93 0,0 0 0,0 0 0,1-1 0,0 1 0,0-1 0,1 1 0,0-1 0,0 0 0,8 9 0,-11-14 0,1 0 0,0-1 0,-1 1 0,1-1 0,0 1 0,0-1 0,0 0 0,0 0 0,0 1 0,0-2 0,1 1 0,-1 0 0,0 0 0,0-1 0,1 1 0,-1-1 0,0 1 0,1-1 0,-1 0 0,0 0 0,1 0 0,-1-1 0,0 1 0,1 0 0,-1-1 0,3-1 0,2 0 0,-1-1 0,0 0 0,0-1 0,-1 0 0,1 0 0,-1 0 0,0 0 0,8-9 0,4-8 0,0 0 0,-2 0 0,0-2 0,-2 0 0,0 0 0,10-29 0,-2-2 0,25-105 0,-35 108 0,-2 0 0,-3 0 0,0-59 0,-5 85 0,-2-1 0,-2 1 0,0-1 0,-1 1 0,-1 0 0,-2 0 0,0 1 0,-14-30 0,17 46 0,0 0 0,-1 1 0,1 0 0,-1 0 0,-1 0 0,1 0 0,-1 1 0,0 0 0,-1 0 0,-10-7 0,12 10 0,0 0 0,-1 0 0,1 1 0,0 0 0,-1 0 0,1 0 0,-1 1 0,0 0 0,0 0 0,0 0 0,1 1 0,-1 0 0,0 0 0,0 0 0,-11 3 0,6 0-80,-1 0 0,1 2-1,0-1 1,1 1 0,-1 0-1,1 1 1,0 1 0,0 0-1,1 0 1,0 0 0,0 1 0,1 1-1,0-1 1,0 1 0,1 1-1,-9 15 1,-14 31-6746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3:59.5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1687 24575,'2'1'0,"0"-1"0,0 1 0,0-1 0,0 1 0,0 0 0,0 0 0,0 0 0,0 0 0,0 0 0,0 1 0,0-1 0,0 0 0,-1 1 0,3 2 0,23 27 0,-23-26 0,14 21 0,-1 0 0,-1 2 0,-1 0 0,-1 1 0,-2 0 0,-1 1 0,14 59 0,-8-4 0,10 136 0,-19-307 0,202-1336-1333,-146 1141 1333,-59 261 0,10-31 0,-14 48 0,0 0 0,0 0 0,1 1 0,-1-1 0,1 0 0,0 1 0,0-1 0,0 1 0,0 0 0,0-1 0,0 1 0,5-3 0,-6 4 0,1 1 0,0-1 0,0 0 0,0 1 0,0-1 0,0 1 0,0 0 0,0-1 0,0 1 0,0 0 0,0 0-1,0 0 1,0 1 0,0-1 0,0 0 0,0 1 0,0-1 0,-1 1 0,1 0 0,0 0 0,3 1 0,39 29 210,-43-30-197,37 33 370,-2 0-1,33 44 0,61 88-424,-2-4 48,-113-143-6,1-1 0,0-1 0,37 28 0,-47-41 0,-1 0 0,1 0 0,0-1 0,1 0 0,-1 0 0,1 0 0,-1-1 0,1 0 0,0-1 0,-1 1 0,1-1 0,0 0 0,0-1 0,0 0 0,0 0 0,0 0 0,13-3 0,-10 0 0,1-1 0,0 0 0,-1-1 0,0 1 0,0-2 0,-1 0 0,1 0 0,10-9 0,2-5 0,0 0 0,20-26 0,9-17 0,-4-3 0,-1-1 0,39-82 0,86-230 0,-168 372 0,20-50 0,19-75 0,-37 119 0,0 17 0,2 29 0,-4-18 0,87 726 132,-36-208-1629,-24-348-5329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4:00.8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620 109 24575,'-3'-4'0,"0"0"0,0 0 0,0 0 0,1 0 0,-4-8 0,5 7 0,-1 1 0,-1-1 0,1 1 0,-1 0 0,1 0 0,-5-5 0,5 8 0,1 0 0,0 0 0,0 0 0,-1 1 0,1-1 0,0 0 0,-1 0 0,1 1 0,-1-1 0,1 1 0,-1-1 0,1 1 0,-1 0 0,1 0 0,-1 0 0,0-1 0,1 2 0,-1-1 0,1 0 0,-1 0 0,1 0 0,-1 1 0,1-1 0,-3 1 0,-8 5 0,1 0 0,0 0 0,0 1 0,0 0 0,0 1 0,1 1 0,1-1 0,0 1 0,-11 14 0,-23 26 0,3 2 0,2 2 0,2 2 0,-49 101 0,44-66 0,4 2 0,-37 140 0,63-190 0,-9 67 0,20-107 0,0 0 0,0 0 0,-1 0 0,1 0 0,0 0 0,1 0 0,-1 0 0,0 0 0,0 0 0,1 0 0,1 4 0,-2-6 0,0 0 0,1 0 0,-1 0 0,0 1 0,1-1 0,-1 0 0,0 0 0,1 0 0,-1 0 0,0 1 0,1-1 0,-1 0 0,0 0 0,1 0 0,-1 0 0,0 0 0,1 0 0,-1 0 0,0 0 0,1 0 0,-1 0 0,0 0 0,1 0 0,-1 0 0,0 0 0,1 0 0,-1-1 0,0 1 0,1 0 0,-1 0 0,0 0 0,1-1 0,-1 1 0,0 0 0,1 0 0,-1 0 0,0-1 0,6-4 0,-1 0 0,-1-1 0,1 1 0,-1-1 0,6-9 0,50-94 0,70-179 0,-66 137 0,-64 149 0,3-4 0,0-1 0,0 1 0,0 0 0,1 0 0,8-10 0,-11 15 0,0 0 0,0 0 0,0 0 0,0 0 0,0 1 0,1-1 0,-1 0 0,0 0 0,1 1 0,-1-1 0,0 1 0,1 0 0,-1-1 0,0 1 0,1 0 0,-1 0 0,1-1 0,-1 1 0,1 0 0,-1 1 0,1-1 0,-1 0 0,0 0 0,1 1 0,-1-1 0,1 1 0,-1-1 0,0 1 0,0-1 0,1 1 0,-1 0 0,0 0 0,2 1 0,12 10 0,-2 0 0,1 1 0,-2 1 0,0 0 0,0 1 0,-2 0 0,10 17 0,3 3 0,-17-26 0,12 18 0,1-1 0,1-1 0,24 24 0,-37-43 0,0 0 0,0 0 0,0-1 0,1 0 0,0 0 0,0 0 0,0-1 0,0 0 0,1-1 0,-1 0 0,1 0 0,0-1 0,0 0 0,0-1 0,16 1 0,-8-3 0,0-1 0,-1-1 0,1 0 0,-1-2 0,1 0 0,-1 0 0,0-2 0,-1 0 0,0 0 0,0-2 0,15-11 0,18-14 0,78-74 0,-5-16 0,-55 53 0,-62 67 0,0 0 0,-1 1 0,1-1 0,1 1 0,-1 0 0,0 0 0,1 0 0,-1 1 0,7-3 0,-9 5 0,0-1 0,0 1 0,0 0 0,1-1 0,-1 1 0,0 0 0,0 0 0,1 1 0,-1-1 0,0 0 0,0 1 0,0-1 0,1 1 0,-1 0 0,0 0 0,0 0 0,0 0 0,0 0 0,0 0 0,-1 0 0,1 1 0,3 2 0,4 6 0,0 0 0,0 0 0,-1 1 0,-1-1 0,0 2 0,0-1 0,-1 1 0,7 20 0,2 11 0,11 49 0,-20-60 0,1-5 0,-3-32 0,1-21 0,0-1 0,5-39 0,4 0 0,2 2 0,27-71 0,-43 133 0,1 0 0,0 0 0,-1 1 0,1-1 0,0 0 0,0 0 0,0 1 0,0-1 0,1 1 0,-1-1 0,0 1 0,1-1 0,-1 1 0,1 0 0,-1 0 0,1-1 0,-1 1 0,1 0 0,0 0 0,0 1 0,-1-1 0,1 0 0,0 1 0,3-1 0,-2 1 0,0 0 0,0 1 0,0-1 0,-1 1 0,1 0 0,0 0 0,0 0 0,-1 0 0,1 0 0,0 1 0,-1-1 0,1 1 0,-1 0 0,4 3 0,7 8 0,0 1 0,0 0 0,19 30 0,3 13 0,38 83 0,-43-78 0,41 63 0,-67-120 0,-1 0 0,1 0 0,0 0 0,0-1 0,0 1 0,0-1 0,1 0 0,-1 0 0,1-1 0,0 0 0,10 5 0,-11-6 0,0-1 0,1 0 0,-1 0 0,1 0 0,-1-1 0,1 0 0,-1 1 0,1-2 0,0 1 0,-1 0 0,1-1 0,-1 0 0,1 0 0,-1 0 0,0-1 0,6-2 0,8-4 0,0-1 0,0-1 0,-1-1 0,0-1 0,-1 0 0,19-19 0,82-94 0,-117 124 0,76-90 0,-4-4 0,-5-3 0,82-157 0,-142 242 0,-7 10 0,1 1 0,0 0 0,0 0 0,0 0 0,0 0 0,1 0 0,-1 0 0,1 0 0,-1 0 0,3-2 0,6 5 0,4 15 0,3 14 0,-1 1 0,21 58 0,-28-64 0,0 0 0,2-1 0,0-1 0,2 0 0,1 0 0,21 26 0,-32-45 0,0-1 0,0 0 0,1 0 0,0 0 0,-1 0 0,1-1 0,0 1 0,0-1 0,0 0 0,1 0 0,-1-1 0,0 1 0,1-1 0,-1 0 0,1 0 0,7 0 0,-5-1 0,1 0 0,0-1 0,-1 0 0,1-1 0,-1 1 0,1-1 0,-1-1 0,0 0 0,8-3 0,10-8 0,0-2 0,-1 0 0,-1-1 0,22-22 0,-45 39 0,41-36 0,52-60 0,-93 94 0,1 1 0,0 0 0,0-1 0,0 1 0,0 0 0,0-1 0,1 1 0,-1 0 0,0 0 0,0 0 0,1 0 0,-1 0 0,1 1 0,-1-1 0,0 0 0,1 1 0,0-1 0,-1 1 0,1-1 0,-1 1 0,4-1 0,-4 3 0,1-1 0,0 1 0,-1-1 0,1 1 0,-1 0 0,0 0 0,0 0 0,0-1 0,0 1 0,0 0 0,0 0 0,0 0 0,0 1 0,-1-1 0,1 0 0,-1 0 0,0 0 0,1 4 0,5 41 0,-2 1 0,-2 0 0,-5 67 0,-43 426-516,-28 6-595,63-474 1147,-98 633-560,-34-7-1123,56-385 1459,69-263 141,-2-1 0,-3-1 0,-53 87 1,61-115 181,0-1 1,-1-1 0,0-1 0,-2 0 0,0-1 0,-1-1 0,-1-1 0,-1 0 0,-22 11 0,32-19-39,-1-2 0,1 1-1,-1-1 1,0-1 0,0 0 0,-1-1-1,1-1 1,-1 1 0,1-2-1,-1 0 1,0 0 0,0-1 0,1-1-1,-1 0 1,0-1 0,1 0 0,-1-1-1,1 0 1,-14-7 0,17 6-53,0-1 0,0 0 0,1-1 1,0 0-1,0 0 0,0-1 0,1 0 0,0 0 1,0 0-1,1-1 0,0 0 0,1-1 0,-1 1 0,2-1 1,-9-18-1,6 4-21,0 1-1,1-1 1,1 0 0,2 0 0,-3-46-1,7 16-101,2 0 1,3 0-1,2 0 0,2 1 0,2 0 0,3 1 1,38-91-1,1 27-217,4 2 0,89-127 0,6 22-253,330-360 0,246-132-548,-482 491 1097,77-52 0,-200 176-746,-104 81-2986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3:16.6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0 531 24575,'6'17'0,"36"116"0,425 1299 0,-440-1354 0,8 28 0,5-2 0,63 118 0,-101-219 0,-1-1 0,0 0 0,0 0 0,0 0 0,0 0 0,0 0 0,1 0 0,-1-1 0,1 1 0,-1-1 0,1 1 0,2 1 0,-2-3 0,-1 0 0,0 0 0,0 0 0,0 0 0,1 0 0,-1 0 0,0-1 0,0 1 0,0 0 0,0-1 0,1 1 0,-1-1 0,0 0 0,0 1 0,0-1 0,0 0 0,0 1 0,0-1 0,-1 0 0,1 0 0,0 0 0,0 0 0,0 0 0,-1 0 0,1 0 0,0-2 0,30-41 0,-2-1 0,-3-2 0,30-67 0,-38 76 0,332-853-552,-81-31 281,-256 873 222,100-423-485,-111 462-6251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3:17.3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980 197 24575,'-17'-25'0,"3"7"0,-2 0 0,0 0 0,-1 2 0,-1 0 0,-35-25 0,42 35 0,1 0 0,-1 1 0,0 0 0,0 0 0,-1 1 0,1 1 0,-1 0 0,0 0 0,0 1 0,0 1 0,0 0 0,0 1 0,-18 1 0,5 3 0,0 1 0,0 1 0,1 1 0,0 2 0,0 0 0,1 1 0,1 1 0,-1 2 0,2 0 0,0 1 0,-35 31 0,24-16 0,2 1 0,0 2 0,2 1 0,2 1 0,1 2 0,-23 44 0,28-43 0,2 1 0,2 1 0,1 0 0,2 1 0,-13 73 0,22-90 0,1 1 0,1-1 0,2 1 0,0 0 0,1 0 0,2-1 0,0 1 0,1-1 0,2 0 0,0 0 0,16 35 0,-18-48 0,1-1 0,0 1 0,1-2 0,0 1 0,0 0 0,1-1 0,0 0 0,1-1 0,0 0 0,16 12 0,-17-15 0,0 0 0,0 0 0,1-1 0,-1 0 0,1 0 0,0-1 0,0 0 0,0 0 0,0-1 0,0 0 0,0 0 0,0-1 0,0 0 0,14-3 0,-3 0 0,-1-2 0,0 0 0,0-1 0,0-1 0,-1-1 0,0 0 0,-1-1 0,0-1 0,28-22 0,-11 4 0,0-1 0,-3-2 0,34-42 0,-23 16 0,-2-1 0,-2-2 0,-3-1 0,-3-2 0,-2-1 0,-4-1 0,-2-2 0,-3 0 0,-3-1 0,10-87 0,-24 134 0,-1 1 0,-1-1 0,-2-23 0,12 94 0,2 0 0,36 87 0,60 86 0,-69-155 0,2-2 0,70 84 0,-75-107 0,2-2 0,2-1 0,1-3 0,50 35 0,-51-47-1365,-8-9-5461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3:17.9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0 261 24575,'0'0'0,"0"0"0,11 4 0,12 7 0,0 1 0,-2 1 0,1 1 0,-2 2 0,20 17 0,89 95 0,-74-68 0,-4 2 0,-2 2 0,-3 2 0,44 84 0,-66-105 0,-3 1 0,-2 0 0,-2 2 0,-1 0 0,-3 1 0,-2 0 0,8 94 0,-18-111 0,-2-1 0,-1 1 0,-1-1 0,-1 0 0,-2 1 0,-2-2 0,0 1 0,-15 32 0,14-41 0,-1 0 0,-2-1 0,0-1 0,0 0 0,-2-1 0,-1 0 0,0-1 0,-1-1 0,-1 0 0,-1-1 0,-26 19 0,34-28 0,-1-1 0,1 0 0,-1-1 0,0 0 0,0-1 0,0 0 0,-1 0 0,1-2 0,-1 1 0,0-1 0,0-1 0,0 0 0,-23-2 0,27 0 0,-1 0 0,1-1 0,0 0 0,0-1 0,0 0 0,1 0 0,-1-1 0,1 1 0,-1-2 0,1 1 0,0-1 0,1 0 0,-1 0 0,1-1 0,0 0 0,1 0 0,-1-1 0,1 1 0,0-1 0,-6-13 0,1-1 0,1 0 0,2 0 0,0-1 0,1 0 0,1 0 0,1-1 0,1 1 0,1-1 0,1 0 0,3-31 0,4-11 0,2 0 0,24-89 0,-1 36 0,6 1 0,5 2 0,5 2 0,4 2 0,6 3 0,4 2 0,102-134 0,-128 196 0,1 0 0,51-44 0,-74 76 0,1 0 0,0 1 0,0 1 0,2 0 0,-1 1 0,1 1 0,0 0 0,1 1 0,0 1 0,34-9 0,-43 14 0,0 1 0,1-1 0,-1 2 0,0-1 0,0 1 0,0 0 0,0 0 0,0 1 0,0 0 0,-1 1 0,1 0 0,0 0 0,-1 0 0,0 1 0,0 0 0,0 1 0,-1 0 0,1 0 0,-1 0 0,0 0 0,0 1 0,-1 0 0,6 8 0,2 4 0,0 1 0,-1 1 0,-1 0 0,-1 1 0,-1 0 0,-1 0 0,6 24 0,-1 11 0,-2 1 0,-2 0 0,-4 0 0,-1 106 0,-38 231 0,5-185 0,-13 129 0,41-332-104,1-3-2,-1 1 1,1-1 0,0 0 0,0 0 0,0 0 0,0 0 0,1 0 0,-1 0 0,1 0 0,-1 0 0,3 5 0,5 0-6721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3:18.1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24575,'0'0'0,"0"0"0,0 0 0,0 0 0,0 0 0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3:19.9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288 457 24575,'-3'-1'0,"0"0"0,0 0 0,-1 1 0,1-1 0,0 1 0,0 0 0,-1 0 0,1 0 0,0 0 0,-1 0 0,1 1 0,0-1 0,0 1 0,0 0 0,-1 0 0,1 0 0,0 0 0,0 1 0,1-1 0,-1 1 0,0 0 0,0 0 0,1 0 0,-1 0 0,1 0 0,-3 4 0,-14 12 0,2 2 0,0 0 0,1 1 0,1 1 0,1 0 0,1 1 0,1 1 0,-15 38 0,15-27 0,2-1 0,1 2 0,1-1 0,2 1 0,-2 62 0,8-83 0,0 1 0,1-1 0,0 0 0,5 20 0,-6-35 0,0 0 0,0 1 0,0-1 0,0 0 0,0 1 0,0-1 0,0 0 0,0 1 0,0-1 0,0 0 0,0 1 0,0-1 0,0 0 0,0 1 0,0-1 0,0 0 0,0 1 0,0-1 0,0 0 0,1 0 0,-1 1 0,0-1 0,0 0 0,0 0 0,1 1 0,-1-1 0,0 0 0,0 0 0,1 0 0,-1 1 0,0-1 0,0 0 0,1 0 0,-1 0 0,0 0 0,1 1 0,-1-1 0,0 0 0,1 0 0,-1 0 0,0 0 0,1 0 0,-1 0 0,0 0 0,1 0 0,-1 0 0,0 0 0,0 0 0,1 0 0,-1 0 0,0-1 0,1 1 0,-1 0 0,0 0 0,1 0 0,-1 0 0,0 0 0,0-1 0,1 1 0,-1 0 0,0 0 0,0 0 0,1-1 0,13-22 0,0-12 0,-1-2 0,-2 0 0,-2 0 0,-1-1 0,-2 0 0,-1 0 0,-2-1 0,-2 1 0,-7-71 0,5 97 0,-1 0 0,1 1 0,-2-1 0,0 1 0,-5-12 0,2 16 0,2 16 0,1 19 0,4-3 0,0-1 0,2 1 0,1-1 0,1 1 0,1-1 0,13 35 0,-7-29 0,1-1 0,1-1 0,1 0 0,34 44 0,-38-58 0,0-1 0,1-1 0,0 1 0,1-2 0,0 0 0,1 0 0,0-1 0,1-1 0,0 0 0,0-2 0,28 11 0,-27-13 0,-1-1 0,0-1 0,1-1 0,0 0 0,0-1 0,-1 0 0,1-2 0,0 1 0,0-2 0,-1 0 0,1-1 0,29-10 0,-14 0 0,0-1 0,0-2 0,-2 0 0,0-2 0,-1-1 0,-1-2 0,-1-1 0,-1 0 0,0-2 0,-2-1 0,-1-1 0,-1-1 0,-1 0 0,18-37 0,-26 32 0,-9 22 0,-5 17 0,-20 83 0,-16 137 0,9 95 0,25-269 0,0-23 0,2 0 0,3 59 0,-1-88 0,0-1 0,0 0 0,0 0 0,0 1 0,0-1 0,0 0 0,0 0 0,0 0 0,0 1 0,0-1 0,0 0 0,1 0 0,-1 1 0,0-1 0,0 0 0,0 0 0,0 0 0,0 0 0,0 1 0,0-1 0,1 0 0,-1 0 0,0 0 0,0 0 0,0 1 0,0-1 0,1 0 0,-1 0 0,0 0 0,0 0 0,0 0 0,1 0 0,-1 0 0,0 0 0,0 0 0,0 1 0,1-1 0,-1 0 0,0 0 0,0 0 0,1 0 0,-1 0 0,0 0 0,0 0 0,0-1 0,1 1 0,-1 0 0,0 0 0,0 0 0,0 0 0,1 0 0,-1 0 0,15-13 0,12-23 0,30-55 0,60-134 0,27-112 0,-104 241 0,-37 88 0,1-2 0,0 1 0,1-1 0,0 1 0,11-16 0,-15 23 0,0 1 0,0-1 0,0 1 0,1 0 0,-1-1 0,0 1 0,1 0 0,-1 0 0,1 0 0,-1 0 0,1 0 0,0 1 0,-1-1 0,1 0 0,0 1 0,0-1 0,0 1 0,-1-1 0,1 1 0,0 0 0,0 0 0,0 0 0,-1 0 0,1 0 0,0 0 0,0 1 0,0-1 0,0 1 0,-1-1 0,1 1 0,0 0 0,-1-1 0,4 3 0,2 2 0,0-1 0,-1 2 0,1-1 0,-1 1 0,-1 0 0,1 0 0,-1 0 0,9 14 0,31 65 0,-34-62 0,78 186 0,-57-127 0,3-3 0,47 79 0,-73-144 0,1 1 0,0-1 0,1-1 0,1 0 0,0-1 0,0 0 0,28 19 0,-33-26 0,1 0 0,0-1 0,0 0 0,1 0 0,-1-1 0,1 0 0,-1-1 0,1 0 0,0 0 0,0-1 0,0 0 0,0-1 0,0 0 0,0 0 0,0-1 0,16-3 0,-8-1 0,0-1 0,-1 0 0,1-1 0,-1-1 0,-1-1 0,0 0 0,0-1 0,-1 0 0,0-1 0,-1-1 0,23-26 0,-6 2 0,-1-1 0,-2-1 0,30-58 0,-19 23 0,-4-2 0,-3-1 0,-4-1 0,-3-2 0,-3-1 0,-4 0 0,-4-1 0,-3-1 0,-3 0 0,-8-149 0,0 214 0,0 1 0,0 0 0,0 0 0,-2 0 0,0 1 0,-1-1 0,0 1 0,-12-27 0,16 42 0,0 0 0,0 0 0,0-1 0,0 1 0,0 0 0,0 0 0,0-1 0,0 1 0,0 0 0,0 0 0,-1-1 0,1 1 0,0 0 0,0 0 0,0 0 0,0-1 0,-1 1 0,1 0 0,0 0 0,0 0 0,0 0 0,-1-1 0,1 1 0,0 0 0,0 0 0,-1 0 0,1 0 0,0 0 0,0 0 0,-1 0 0,1 0 0,0 0 0,0 0 0,-1 0 0,1 0 0,0 0 0,0 0 0,-1 0 0,1 0 0,0 0 0,0 0 0,-1 0 0,1 0 0,0 0 0,0 0 0,-1 0 0,1 0 0,0 1 0,0-1 0,0 0 0,-1 0 0,1 0 0,0 0 0,0 1 0,0-1 0,-1 0 0,1 0 0,0 0 0,0 1 0,0-1 0,0 0 0,0 0 0,0 1 0,-7 20 0,-2 21 0,3 0 0,-1 62 0,9 91 0,46 280 0,41-3 0,-88-470 0,1 6 0,0-1 0,-1 1 0,0-1 0,-1 1 0,1 0 0,-2 10 0,1-16 0,-1 0 0,1-1 0,-1 1 0,0-1 0,1 1 0,-1 0 0,0-1 0,0 1 0,0-1 0,0 0 0,0 1 0,0-1 0,-1 0 0,1 0 0,0 1 0,-1-1 0,1 0 0,0 0 0,-1-1 0,0 1 0,1 0 0,-1 0 0,1-1 0,-1 1 0,0-1 0,1 1 0,-1-1 0,0 0 0,0 0 0,1 1 0,-1-1 0,0-1 0,-2 1 0,-10 0 0,1-2 0,-1 1 0,1-1 0,-1-1 0,1-1 0,0 0 0,-14-6 0,-86-45 0,112 54 0,-165-101 0,147 89 0,1-1 0,1-1 0,0-1 0,1 0 0,0-2 0,-18-25 0,32 39 0,0 0 0,0 1 0,0-1 0,0 0 0,0 0 0,1 0 0,-1-1 0,1 1 0,0 0 0,1 0 0,-1-1 0,1 1 0,0-1 0,0 1 0,0 0 0,0-1 0,1 1 0,0 0 0,0 0 0,0-1 0,0 1 0,1 0 0,-1 0 0,1 0 0,0 0 0,1 0 0,-1 1 0,1-1 0,-1 1 0,1 0 0,0-1 0,7-4 0,7-7 0,1 2 0,0 0 0,1 1 0,1 1 0,27-12 0,57-22 0,152-44 0,123-13 0,-290 80 0,117-30-208,355-94-299,-13-37 413,-510 168 88,79-35 1,-101 42 5,0 0 0,-1-2 0,0 0 0,25-22 0,-38 30 0,-1 1-1,1-1 0,0 0 0,-1 0 0,0 1 0,1-1 1,-1 0-1,0 0 0,0 0 0,0-1 0,0 1 0,0 0 1,0 0-1,-1 0 0,1-4 0,-1 5 8,0 0 0,0-1 0,0 1 1,0-1-1,-1 1 0,1-1 0,0 1 0,-1 0 0,0-1 0,1 1 1,-1 0-1,0-1 0,1 1 0,-1 0 0,0 0 0,0 0 0,0 0 1,-2-2-1,-3-1 49,0 0 0,0 0 0,-1 0 0,0 1 0,1 0 0,-1 1 0,0-1 0,-12-1 0,-27-5-17,-1 2-1,1 3 0,-1 1 0,-78 6 1,-189 41-38,227-27-1,-108 37 0,166-44 0,0 2 0,0 0 0,1 2 0,1 1 0,0 1 0,2 2 0,-30 24 0,47-34 0,0 0 0,1 0 0,-1 0 0,2 1 0,-1 0 0,1 0 0,1 0 0,-1 1 0,2 0 0,-1 0 0,2 1 0,-1-1 0,1 1 0,1-1 0,-2 15 0,3-13 0,2 0 0,-1 0 0,1 0 0,1 0 0,0 0 0,1-1 0,0 1 0,0-1 0,2 1 0,-1-1 0,1 0 0,1-1 0,13 20 0,2-1 0,2-2 0,1 0 0,0-1 0,50 38 0,129 79 0,69 19 0,379 167 0,-545-279 0,-99-47 0,0 1 0,-1 0 0,1 0 0,-1 1 0,0 0 0,7 6 0,-12-9 0,0-1 0,0 0 0,0 1 0,0-1 0,0 1 0,-1-1 0,1 1 0,0 0 0,-1-1 0,0 1 0,1 0 0,-1-1 0,0 1 0,0 0 0,0 0 0,0-1 0,0 1 0,0 0 0,0 0 0,0-1 0,-1 1 0,1 0 0,-1-1 0,1 1 0,-1 0 0,0-1 0,0 1 0,1-1 0,-1 1 0,0-1 0,-1 0 0,-1 3 0,-5 5 0,-1 0 0,0 0 0,0-1 0,-1 0 0,0 0 0,-22 11 0,-79 35 0,104-51 0,-162 65 0,-3-7 0,-3-8 0,-215 37 0,329-79-682,-101 6-1,96-18-6143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3:20.9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251 791 24575,'0'0'0,"-5"8"0,-122 236 0,102-187 0,1 2 0,-22 89 0,39-115 0,1-1 0,1 1 0,2 1 0,1-1 0,2 0 0,4 38 0,-1-47 0,2 1 0,0-1 0,2-1 0,0 1 0,2-1 0,0 0 0,2-1 0,1-1 0,18 28 0,-18-32 0,1 0 0,1-2 0,1 1 0,0-1 0,0-1 0,2-1 0,0 0 0,0-2 0,1 1 0,1-2 0,26 11 0,-21-12 0,1-1 0,1-1 0,-1-1 0,1-1 0,0-2 0,1 0 0,-1-2 0,40-3 0,-34-1 0,0-1 0,0-2 0,-1-1 0,0-1 0,0-2 0,-1-1 0,0-2 0,-1 0 0,0-2 0,-1-2 0,-1 0 0,-1-2 0,0 0 0,-1-2 0,31-35 0,-43 42 0,-2 0 0,0-1 0,0 0 0,-2-1 0,0 0 0,-1-1 0,0 0 0,-1 0 0,-1 0 0,-1-1 0,-1 0 0,0 0 0,-1 0 0,-1 0 0,-1-1 0,0 1 0,-1-1 0,-1 1 0,-1-1 0,-1 1 0,-1 0 0,0 0 0,-1 0 0,-9-21 0,0 12 0,0 2 0,-2-1 0,0 2 0,-2 0 0,-1 1 0,-1 1 0,0 1 0,-2 1 0,0 1 0,-2 1 0,-44-28 0,32 25 0,-1 2 0,0 1 0,-1 2 0,-1 2 0,-1 1 0,0 2 0,-75-10 0,91 18 0,0 2 0,0 0 0,0 2 0,-43 6 0,60-6 0,0 0 0,0 1 0,0 0 0,1 0 0,-1 0 0,1 1 0,-1 0 0,1 0 0,0 1 0,0-1 0,1 1 0,-1 1 0,1-1 0,0 1 0,0 0 0,0 0 0,0 0 0,1 1 0,0-1 0,-5 11 0,7-11 0,1 0 0,-1 0 0,1 1 0,0-1 0,0 0 0,1 1 0,0-1 0,0 0 0,0 1 0,0-1 0,1 0 0,0 1 0,0-1 0,0 0 0,1 0 0,0 0 0,0 0 0,0 0 0,1 0 0,-1 0 0,1-1 0,6 8 0,1 1 0,2-1 0,-1 0 0,1 0 0,1-1 0,0 0 0,19 10 0,3 0-2,2-3 1,0 0-1,0-3 0,2-1 0,0-1 1,0-3-1,78 11 0,-42-13-163,1-3 0,1-4 1,105-11-1,-89-2 131,-1-3 0,-1-5 1,0-4-1,119-48 0,-135 41 40,-3-3 0,0-3-1,-3-4 1,-1-2-1,85-73 1,-119 87-6,-2-1 0,-2-1 0,0-2 0,-3-1 0,0-1 0,40-74 0,-56 88 0,-1-1 0,-1 0 0,-1 0 0,-1 0 0,-1-1 0,-1 0 0,-1-1 0,-1 1 0,-1-1 0,-1 0 0,-1 1 0,-2-1 0,0 1 0,-7-32 0,5 35 67,-2 1 1,0-1-1,0 1 0,-2 1 1,-1-1-1,0 1 1,-1 1-1,-1 0 0,0 0 1,-2 1-1,-18-20 0,30 36-67,0-1 0,1 0 0,-1 0 0,0 0 0,0 0 0,0 1 0,0-1 0,1 0 0,-1 1 0,0-1 0,0 1 0,0-1 0,0 1 0,-1-1 0,1 1 0,0 0 0,0-1 0,0 1 0,0 0 0,0 0 0,0 0 0,0 0 0,-1 0 0,1 0 0,0 0 0,0 0 0,0 0 0,0 1 0,0-1 0,0 0 0,0 1 0,0-1 0,0 1 0,0-1 0,0 1 0,0 0 0,-1 0 0,-1 3 0,0 0 0,0 0 0,1 0 0,-1 0 0,1 1 0,0-1 0,1 1 0,-3 6 0,-6 28 0,1 0 0,3 1 0,0-1 0,3 1 0,2 47 0,23 210 0,90 300-806,49-9 670,30 129 151,-131-385-40,-50-244-2,-2 165 0,-11-200 16,-2 1 0,-2-1 0,-3 0 0,-20 63 0,17-78 8,-2-1-1,-1 0 1,-2-2-1,-1 1 1,-2-2-1,-37 46 0,32-50 50,-1-1-1,-1-1 0,-2-2 0,-1 0 1,-1-2-1,-1-2 0,-1-1 0,0-2 1,-2-1-1,0-1 0,-56 16 0,62-23-8,0-3-1,-1 0 0,0-2 0,0-1 0,-1-2 1,1-1-1,0-1 0,-1-2 0,1-1 0,0-1 0,0-2 1,1-1-1,-1-1 0,-56-25 0,69 25-36,2-1 0,-1-1 0,1-1 0,1 0 0,0-1 0,0 0 0,1-1 0,1-1 0,0 0 0,1-1 0,1-1 0,-18-30 0,20 28 0,1-2 0,0 1 0,2-1 0,0 0 0,1-1 0,1 1 0,1-1 0,1 0 0,1 0 0,1 0 0,3-34 0,5 6-2,1 0 0,3 1 0,2 0 0,2 1 0,2 0 0,2 2 0,34-58 0,5 6-377,5 3 0,84-97 0,-23 49 297,6 7 1,5 5 0,7 6 0,4 6 0,229-139 0,-297 210-465,119-53 0,-147 79-4913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3:21.7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1045 906 24575,'15'16'0,"6"11"0,-1 0 0,-1 2 0,-1 1 0,-2 0 0,-1 1 0,12 37 0,-5-2 0,-3 1 0,11 72 0,-14-42 0,4 172 0,-20-201 0,-3-1 0,-3 1 0,-21 95 0,22-140 0,-2 0 0,0 0 0,-1-1 0,-1 0 0,-1 0 0,-1-1 0,-26 37 0,29-48 0,0-1 0,0 0 0,-1-1 0,0 0 0,0 0 0,-1-1 0,0 0 0,0-1 0,0 0 0,-1 0 0,0-2 0,0 1 0,-1-1 0,1-1 0,-1 0 0,0 0 0,-15 1 0,3-3 0,1-2 0,0 0 0,-1-1 0,1-1 0,0-1 0,0-2 0,1 0 0,0-1 0,0-1 0,0-1 0,1-1 0,-24-16 0,6 2 0,1-3 0,1-1 0,1-1 0,2-3 0,-37-42 0,26 20 0,3-2 0,2-1 0,3-3 0,2-1 0,4-1 0,1-2 0,-32-107 0,40 95 0,4 0 0,2-2 0,5 0 0,2 0 0,4-1 0,8-122 0,1 153 0,2 1 0,2-1 0,3 1 0,1 1 0,2 0 0,3 1 0,36-72 0,-35 84 0,2 1 0,2 1 0,1 0 0,1 2 0,1 1 0,2 1 0,0 1 0,2 1 0,1 2 0,39-24 0,-22 21 0,0 3 0,1 1 0,2 2 0,0 3 0,1 2 0,0 2 0,1 2 0,94-6 0,-81 13 0,0 4 0,0 2 0,0 3 0,-1 3 0,1 3 0,109 33 0,-138-32 0,0 2 0,-1 0 0,-1 3 0,0 1 0,36 26 0,-57-35 0,0 2 0,-1 0 0,0 0 0,-1 1 0,-1 0 0,13 19 0,-18-22 0,1 0 0,-1 1 0,-1 0 0,0 0 0,-1 0 0,0 0 0,0 0 0,-1 1 0,0-1 0,0 18 0,-2-11 0,-1-1 0,-1 1 0,-1 0 0,0-1 0,-1 0 0,-1 0 0,-1 0 0,0 0 0,-1-1 0,0 0 0,-12 17 0,-9 9 0,-1-2 0,-56 59 0,5-18-127,-4-4 0,-3-3-1,-3-4 1,-104 60 0,28-33 97,-282 118 0,303-156 30,-154 39 0,292-94 0,10 0 2,22 1 90,-22-3-70,847 66 516,-611-53-496,-130-8-42,486 44 0,-494-35 0,-1 4 0,-2 4 0,176 66 0,-233-72-455,0 2 0,72 46 0,-85-45-6371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3:22.4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315 861 24575,'0'0'0,"7"13"0,11 26 0,-1 1 0,-3 0 0,15 62 0,14 130 0,-27-120 0,-5 1 0,-3 135 0,-8-244 0,0 5 0,-1 0 0,0-1 0,0 1 0,0-1 0,-4 11 0,5-18 0,-1 1 0,1-1 0,-1 0 0,1 0 0,-1 0 0,0 0 0,1 0 0,-1 0 0,0 0 0,0 0 0,0 0 0,0 0 0,0 0 0,0 0 0,0-1 0,0 1 0,0 0 0,0-1 0,0 1 0,0 0 0,0-1 0,-1 0 0,1 1 0,0-1 0,0 0 0,-1 0 0,1 1 0,0-1 0,-1 0 0,1 0 0,0 0 0,0-1 0,-1 1 0,1 0 0,0 0 0,0-1 0,-1 1 0,1-1 0,0 1 0,0-1 0,0 1 0,-2-2 0,-6-3 0,1 0 0,-1 0 0,1-1 0,0 0 0,1 0 0,-1-1 0,1 0 0,-9-12 0,-47-72 0,60 86 0,-35-61 0,3-1 0,3-2 0,3-1 0,3-1 0,-21-90 0,24 57 0,5 0 0,4-1 0,0-126 0,14 166 0,10-86 0,-7 127 0,1 0 0,1 0 0,1 1 0,2 0 0,0 0 0,20-39 0,-23 54 0,0-1 0,1 1 0,0 0 0,1 1 0,-1-1 0,1 1 0,1 1 0,-1-1 0,1 1 0,1 1 0,-1-1 0,1 1 0,0 1 0,0 0 0,0 0 0,0 0 0,1 1 0,-1 1 0,1 0 0,0 0 0,0 1 0,0 0 0,0 1 0,0 0 0,11 1 0,8 3 0,1 1 0,-1 1 0,0 1 0,-1 2 0,0 1 0,0 1 0,32 18 0,17 14 0,-2 4 0,-3 3 0,132 118 0,169 211 0,127 178 0,-494-550 0,0 0 0,0-1 0,0 1 0,1-1 0,0-1 0,14 10 0,-20-14 0,1 0 0,-1 0 0,1-1 0,0 1 0,-1-1 0,1 0 0,0 1 0,-1-1 0,1 0 0,0 0 0,-1 0 0,1 0 0,0 0 0,-1 0 0,1 0 0,0-1 0,-1 1 0,1-1 0,-1 1 0,1-1 0,0 0 0,-1 0 0,0 1 0,1-1 0,-1 0 0,1 0 0,-1 0 0,0 0 0,0-1 0,1 1 0,-1 0 0,0-1 0,0 1 0,0 0 0,-1-1 0,1 1 0,1-3 0,5-10 0,1 0 0,-2 0 0,0-1 0,-1 0 0,6-26 0,8-84 0,-15 93 0,33-535 108,-40-6-1233,2 518 777,1 25-6478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3:23.1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125 412 24575,'1'1'0,"1"0"0,-1 1 0,1-1 0,-1 1 0,0-1 0,0 1 0,1 0 0,-1-1 0,-1 1 0,1 0 0,0 0 0,0 0 0,-1 0 0,1 0 0,0 3 0,-1-4 0,5 19 0,-1 1 0,0-1 0,-2 1 0,0 0 0,-3 34 0,-16 112 0,13-134 0,-56 310 0,-12 109 0,69-402 0,2 0 0,9 100 0,-4-122 0,1 0 0,2-1 0,0 0 0,2 0 0,1 0 0,23 44 0,-28-64 0,-1 0 0,1 0 0,0 0 0,0 0 0,1-1 0,0 0 0,0 0 0,0-1 0,12 9 0,-16-13 0,0 0 0,1 0 0,-1 0 0,0 0 0,1 0 0,-1-1 0,0 1 0,1-1 0,-1 0 0,1 1 0,-1-1 0,1 0 0,-1 0 0,1-1 0,-1 1 0,1 0 0,-1-1 0,1 0 0,-1 1 0,0-1 0,1 0 0,-1 0 0,0 0 0,0-1 0,0 1 0,0 0 0,0-1 0,0 1 0,0-1 0,0 0 0,-1 0 0,1 0 0,0 0 0,-1 0 0,0 0 0,2-3 0,5-7 0,-1-1 0,0 0 0,-1 0 0,0-1 0,-1 1 0,-1-1 0,4-22 0,-1-8 0,2-55 0,-7 2 0,-5-1 0,-3 1 0,-20-98 0,-77-286 0,69 347 0,-42-212 0,75 344 0,1 1 0,0-1 0,-1 1 0,1-1 0,0 0 0,0 1 0,0-1 0,0 0 0,0 1 0,0-1 0,0 0 0,1 1 0,-1-1 0,1 1 0,-1-1 0,1 0 0,-1 1 0,1-1 0,0 1 0,0 0 0,0-1 0,0 1 0,0 0 0,0-1 0,0 1 0,0 0 0,1 0 0,-1 0 0,0 0 0,1 0 0,-1 0 0,1 0 0,-1 1 0,1-1 0,1 0 0,4 0 0,0 0 0,0 0 0,1 1 0,-1 0 0,0 1 0,0-1 0,10 3 0,27 6 0,0 3 0,-1 1 0,0 2 0,-2 1 0,74 42 0,182 137 0,87 111 0,-16 21 0,-13-10 0,-331-296 0,-10-8 0,0 0 0,1-1 0,1-1 0,0 0 0,1-1 0,18 8 0,-33-17 0,1 0 0,-1 0 0,0 0 0,1 0 0,0-1 0,-1 1 0,1-1 0,-1 0 0,1 0 0,0 0 0,-1 0 0,1 0 0,-1-1 0,1 1 0,-1-1 0,1 1 0,-1-1 0,1 0 0,-1 0 0,1 0 0,-1 0 0,0-1 0,0 1 0,0-1 0,0 1 0,0-1 0,0 0 0,0 0 0,0 0 0,0 0 0,1-3 0,4-5 0,-2-1 0,1 1 0,-1-2 0,-1 1 0,6-20 0,8-37 0,14-117 0,-8-76 0,-21 217 0,42-954 0,-47 942-1365,-2 38-5461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3:24.0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1 818 24575,'0'0'0,"6"-2"0,67-17 0,0 3 0,78-6 0,-78 12 0,995-92-1369,14 54-961,-726 35 1524,2855-187-3905,500-9 2763,-240 121 1674,0 113-236,-2028 26 403,657 16 289,189-142 735,-2052 52 374,288-65 0,-350 43-1108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3:24.1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 16 24575,'0'-2'0,"-3"-4"0,0-1-8191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3:32.6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549 87 24575,'-21'12'0,"0"0"0,1 2 0,1 1 0,0 0 0,1 1 0,1 1 0,-16 20 0,-10 16 0,-42 71 0,40-50 0,3 2 0,-34 85 0,57-114 0,2 1 0,2 1 0,2 0 0,-11 95 0,23-135 0,0 0 0,1 0 0,1 0 0,-1 0 0,1 0 0,1 0 0,4 16 0,-6-23 0,1 0 0,0 0 0,0-1 0,0 1 0,0 0 0,0-1 0,0 1 0,0 0 0,1-1 0,-1 0 0,0 1 0,1-1 0,0 0 0,-1 0 0,1 1 0,-1-1 0,1 0 0,0-1 0,0 1 0,0 0 0,0 0 0,0-1 0,-1 1 0,1-1 0,0 0 0,0 0 0,0 0 0,0 1 0,0-2 0,0 1 0,0 0 0,0 0 0,0-1 0,0 1 0,0-1 0,0 1 0,0-1 0,-1 0 0,5-2 0,5-2 0,1-1 0,-1-1 0,0 0 0,0 0 0,-1-1 0,0-1 0,0 0 0,16-19 0,-6 2 0,0-1 0,23-42 0,-29 43 0,-1-2 0,-1 0 0,-1 0 0,-2-1 0,0-1 0,-2 1 0,-2-1 0,-1 0 0,1-60 0,-5 74 0,-2 0 0,1-1 0,-2 1 0,-1 0 0,0 1 0,0-1 0,-2 1 0,-13-28 0,13 33 0,-1-1 0,0 1 0,-1 1 0,0-1 0,0 1 0,-1 0 0,0 1 0,-1 0 0,1 1 0,-2 0 0,1 0 0,-21-9 0,7 9 0,4 0 0,23 3 0,15-1 0,-14 5 0,486-72 0,-431 67 0,0 3 0,0 3 0,0 2 0,0 2 0,-1 4 0,81 21 0,-116-23 0,1 2 0,-2 0 0,1 2 0,-1 0 0,-1 1 0,0 1 0,36 31 0,-44-32 0,0 1 0,-1 0 0,-1 0 0,0 1 0,-1 1 0,-1 0 0,0 0 0,-1 1 0,-1 0 0,0 0 0,8 31 0,-9-17 0,-2-1 0,0 1 0,-2 0 0,-2 0 0,0 0 0,-2 0 0,-2-1 0,-12 57 0,3-38 0,-3-1 0,-1 0 0,-2-1 0,-39 68 0,49-99 0,0 0 0,-21 26 0,25-38 0,7-10 0,9-17 0,2 0 0,28-41 0,-29 47 0,69-99 0,6 3 0,4 4 0,5 4 0,191-162 0,-274 257 0,86-63 0,-88 68 0,-1-1 0,2 2 0,-1-1 0,1 2 0,-1 0 0,1 0 0,19-3 0,-26 6 0,0 1 0,0-1 0,-1 1 0,1 0 0,0 1 0,0-1 0,-1 1 0,1 0 0,0 0 0,-1 1 0,1-1 0,-1 1 0,0 0 0,1 0 0,-1 0 0,5 4 0,-3-1 0,0 1 0,0-1 0,-1 1 0,1 1 0,-1-1 0,0 1 0,-1-1 0,7 14 0,0 7 0,0 0 0,-2 1 0,-1 1 0,4 31 0,15 148 0,-22-148 0,2 0 0,3 0 0,27 90 0,-34-141 0,0 0 0,1 0 0,0-1 0,1 1 0,0-1 0,0 0 0,0 0 0,1-1 0,12 12 0,-13-15 0,0 0 0,1-1 0,-1 1 0,1-1 0,-1 0 0,1-1 0,0 1 0,0-1 0,0 0 0,1-1 0,-1 0 0,0 0 0,1 0 0,-1 0 0,11-2 0,8-2 0,-1-1 0,1-1 0,-1-1 0,0-1 0,-1-2 0,0 0 0,0-1 0,24-16 0,41-24 0,-2-4 0,-2-4 0,77-70 0,206-232 0,-229 201 0,-109 122 0,-3-1 0,33-59 0,-55 89 0,0 0 0,0 0 0,-1-1 0,0 1 0,0-1 0,-1 0 0,0 0 0,0-13 0,-2 19 0,0 0 0,0 0 0,0 0 0,-1 1 0,1-1 0,-1 0 0,0 0 0,0 1 0,0-1 0,0 1 0,-1-1 0,1 1 0,-1-1 0,1 1 0,-1 0 0,0-1 0,0 1 0,0 0 0,0 0 0,0 1 0,0-1 0,-1 0 0,1 1 0,-1-1 0,1 1 0,-1 0 0,1 0 0,-1 0 0,0 0 0,-3-1 0,-5 0 0,0-1 0,-1 2 0,1-1 0,-1 1 0,1 1 0,-1 0 0,-13 3 0,-8 1 0,-47 14 0,28-2 0,0 1 0,2 3 0,0 2 0,1 2 0,2 2 0,0 2 0,2 2 0,1 3 0,2 1 0,-44 45 0,70-62 0,0 0 0,2 1 0,0 1 0,1 1 0,1-1 0,1 2 0,1 0 0,1 0 0,-8 26 0,13-34 0,1 1 0,1 0 0,0 0 0,1 0 0,0 0 0,1 1 0,1-1 0,0 0 0,1 0 0,0 0 0,1 0 0,1-1 0,0 1 0,1-1 0,1 0 0,7 14 0,1-5 0,0 0 0,2-1 0,1-1 0,0 0 0,2-1 0,0-1 0,1-1 0,0-1 0,2-1 0,39 22 0,-6-8 0,3-2 0,0-4 0,82 24 0,-51-24-341,1-3 0,1-4-1,131 6 1,-110-20-6485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3:29.2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415 427 24575,'-2'53'0,"-16"94"0,10-92 0,-32 181 0,-10-1 0,-134 382 0,177-599 0,-5 15 0,-30 60 0,41-92 0,1 0 0,-1 0 0,1 0 0,-1 0 0,1-1 0,-1 1 0,0 0 0,1 0 0,-1-1 0,0 1 0,0 0 0,1-1 0,-1 1 0,0 0 0,0-1 0,-1 1 0,1-1 0,1 0 0,-1 0 0,1 0 0,-1 0 0,1 0 0,-1 0 0,1 0 0,-1 0 0,1-1 0,0 1 0,-1 0 0,1 0 0,-1 0 0,1-1 0,0 1 0,-1 0 0,1 0 0,-1-1 0,1 1 0,0 0 0,-1-1 0,1 1 0,0-1 0,0 1 0,-1-1 0,-1-3 0,0-1 0,0 1 0,0-1 0,0 1 0,1-1 0,-1-6 0,-5-32 0,3 1 0,1-1 0,2 0 0,7-57 0,33-178 0,-3 90 0,8 2 0,9 2 0,91-214 0,-70 237 0,-59 133 0,1 1 0,2 1 0,31-36 0,-43 55 0,0 0 0,0 1 0,1 0 0,0 0 0,1 1 0,-1-1 0,1 2 0,0-1 0,0 1 0,0 0 0,1 1 0,-1 0 0,12-2 0,-12 4 0,0 0 0,1 1 0,-1-1 0,0 2 0,1-1 0,-1 1 0,0 1 0,1-1 0,-1 2 0,0-1 0,0 1 0,-1 0 0,1 0 0,10 7 0,5 5 0,-1 1 0,0 1 0,-1 0 0,-1 2 0,-1 0 0,-1 2 0,23 32 0,6 16 0,43 84 0,172 434 0,-204-442 0,-52-129 0,-1-2 0,1 0 0,1 0 0,0 0 0,16 23 0,-21-35 0,-1 1 0,1-1 0,0 0 0,0 0 0,0 0 0,0 0 0,1-1 0,-1 1 0,0 0 0,1-1 0,-1 0 0,1 0 0,-1 1 0,1-1 0,0-1 0,0 1 0,-1 0 0,1-1 0,0 1 0,0-1 0,0 0 0,-1 0 0,1 0 0,0 0 0,0-1 0,0 1 0,-1-1 0,1 0 0,0 1 0,-1-1 0,1-1 0,3-1 0,10-7 0,-2 0 0,1-1 0,-2-1 0,1 0 0,-2-1 0,1 0 0,-2-1 0,11-16 0,33-48 0,-4-3 0,-3-1 0,38-90 0,86-276 0,-166 429 0,14-41 0,21-107 0,-38 155 0,-1 12 0,3 19 0,-2 0 0,23 92 0,19 213 0,-24 120 0,-29 147 131,0-173-1627,8-320-5330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3:29.8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728 128 24575,'-10'-24'0,"6"16"0,0 1 0,0-1 0,-1 1 0,1 0 0,-2 0 0,1 1 0,-1-1 0,0 1 0,0 1 0,-13-10 0,14 12 0,-1 0 0,1 0 0,-1 1 0,0 0 0,0 0 0,0 1 0,0-1 0,0 1 0,0 0 0,0 1 0,0 0 0,0 0 0,0 0 0,0 1 0,-1-1 0,-5 3 0,-8 2 0,1 2 0,0 0 0,0 1 0,1 0 0,0 2 0,0 0 0,1 1 0,0 1 0,1 1 0,1 0 0,-24 25 0,8-2 0,1 1 0,1 1 0,-44 79 0,46-67 0,3 0 0,2 2 0,-21 74 0,35-98 0,2 0 0,1 0 0,1 0 0,1 0 0,2 1 0,0-1 0,2 1 0,7 42 0,-5-59 0,-1-1 0,2 1 0,0-1 0,0 0 0,1 0 0,11 18 0,-14-24 0,1-1 0,1 0 0,-1 0 0,0 0 0,1 0 0,0-1 0,0 0 0,0 0 0,0 0 0,1 0 0,-1 0 0,1-1 0,-1 0 0,1 0 0,0 0 0,0 0 0,9 1 0,-5-3 0,0 1 0,0-2 0,0 1 0,-1-1 0,1 0 0,0-1 0,0 0 0,-1-1 0,1 1 0,-1-2 0,0 1 0,0-1 0,14-9 0,2-3 0,-1-2 0,41-39 0,-26 19 0,-3-2 0,-1-2 0,-2-1 0,-2-1 0,33-66 0,-34 52 0,-3-1 0,-2-2 0,-4 0 0,16-71 0,-28 58 0,-12 118 0,3-1 0,1 1 0,10 69 0,-6-80 0,38 259 0,-34-254 0,2 0 0,2-1 0,1 0 0,2-1 0,30 52 0,-36-74-151,1 0-1,0-1 0,0 0 0,1-1 1,1 0-1,0-1 0,0-1 1,19 13-1,27 9-6674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3:30.2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24575,'2'14'0,"39"444"0,-14-119 0,-26-326 0,-1-6 0,1 0 0,0-1 0,0 1 0,4 10 0,-5-17 0,0 0 0,0 1 0,0-1 0,0 0 0,1 0 0,-1 1 0,0-1 0,0 0 0,0 0 0,1 1 0,-1-1 0,0 0 0,0 0 0,0 1 0,1-1 0,-1 0 0,0 0 0,1 0 0,-1 0 0,0 1 0,1-1 0,-1 0 0,0 0 0,1 0 0,-1 0 0,0 0 0,0 0 0,1 0 0,-1 0 0,0 0 0,1 0 0,-1 0 0,0 0 0,1 0 0,-1 0 0,0 0 0,1 0 0,-1-1 0,0 1 0,1 0 0,-1 0 0,0 0 0,0 0 0,1-1 0,-1 1 0,0 0 0,0 0 0,1-1 0,-1 1 0,16-17 0,-16 16 0,26-34 0,-2-1 0,21-45 0,36-86 0,-69 140 0,147-363 0,-151 373 0,-7 17 0,-1 0 0,0 0 0,0-1 0,0 1 0,1 0 0,-1 0 0,0 0 0,0 0 0,0-1 0,1 1 0,-1 0 0,0 0 0,0 0 0,1 0 0,-1 0 0,0 0 0,0 0 0,1 0 0,-1 0 0,0 0 0,0 0 0,1 0 0,-1 0 0,0 0 0,1 0 0,-1 0 0,0 0 0,0 0 0,1 0 0,-1 0 0,0 0 0,0 1 0,1-1 0,1 2 0,0 1 0,0-1 0,0 1 0,-1-1 0,1 1 0,-1 0 0,1 0 0,-1 0 0,1 3 0,16 44 0,23 99 0,-2 64 0,-29-157 0,23 152-12,41 210-1341,-62-365-5473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3:30.7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52 0 24575,'1'10'0,"32"340"0,-25-297 0,3 0 0,2-1 0,3-1 0,31 74 0,-42-114 0,1 0 0,0 0 0,0-1 0,1 1 0,1-2 0,0 1 0,0-1 0,0 0 0,18 13 0,-21-18 0,1-1 0,-1 0 0,1 0 0,0 0 0,0-1 0,0 0 0,1 0 0,-1 0 0,0-1 0,1 0 0,-1 0 0,1-1 0,-1 0 0,1 0 0,-1 0 0,0-1 0,1 0 0,-1 0 0,12-4 0,3-3 0,-2-1 0,1 0 0,-1-1 0,0-1 0,-1-1 0,-1 0 0,0-2 0,20-19 0,-8 3 0,0-2 0,-2 0 0,30-47 0,-43 53 0,-4 9 0,-9 19 0,0 0 0,-1 0 0,1 0 0,-1 0 0,0 0 0,1 0 0,-1 0 0,0-1 0,0 1 0,0 0 0,0 0 0,-1 4 0,-39 582-79,-31 1-701,51-438 587,-13 112 193,-85 561 0,114-806 0,-6 39 0,-28 86 0,34-129 0,-1 0 0,-1-1 0,-1 1 0,0-1 0,0 0 0,-1-1 0,-1 0 0,0 0 0,-1-1 0,0 0 0,-14 12 0,20-20 35,-1 1 1,0-1-1,0 0 1,0-1-1,0 1 1,0-1-1,0 0 1,-1 0-1,1 0 0,-1-1 1,0 0-1,1 0 1,-1 0-1,0-1 1,1 0-1,-1 0 1,0 0-1,0-1 0,1 0 1,-1 0-1,0 0 1,-6-3-1,4 0-17,-1 0 1,1-1-1,0 0 0,0 0 0,0-1 1,1 0-1,0 0 0,0-1 0,0 0 1,1 0-1,0-1 0,-9-15 0,2-2-18,0 0 0,2-1 0,1 0 0,1-1 0,1 0 0,2 0 0,1-1 0,1 0 0,1 0 0,1 0 0,2 0 0,3-35 0,2 17 0,2 0 0,1 0 0,3 1 0,2 0 0,1 1 0,37-74 0,-16 54-455,3 1 0,76-95 0,-9 32-6371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3:31.0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83 1 24575,'0'0'0,"0"0"0,1 2 0,0 8 0,5 21 0,1 38 0,-1 43 0,-6 42 0,-6 35 0,-7 21 0,-3 7 0,-2-2 0,0-12 0,2-26 0,6-38 0,3-43-8191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3:31.5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0 615 24575,'13'-13'0,"46"-23"0,1 2 0,1 3 0,90-32 0,-121 51 0,365-136 0,12 37 0,-371 103 0,0 2 0,0 2 0,1 1 0,46 2 0,-72 2 0,-1 0 0,1 0 0,0 1 0,-1 0 0,1 1 0,-1 0 0,0 1 0,0 0 0,0 1 0,0 0 0,-1 0 0,1 1 0,-2 0 0,1 1 0,-1 0 0,0 0 0,0 1 0,13 16 0,-10-6 0,-1 1 0,0 0 0,-1 1 0,-1 0 0,-1 0 0,-1 1 0,6 40 0,7 154 0,-18-213 0,1 166 0,2 40 0,-1-170 0,1 0 0,2 0 0,14 46 0,-17-74 0,0 0 0,1 0 0,1-1 0,-1 1 0,1-1 0,1 0 0,7 10 0,-10-15 0,0-1 0,1 0 0,-1 0 0,1 0 0,-1 0 0,1 0 0,0-1 0,0 1 0,0-1 0,1 0 0,-1-1 0,0 1 0,1-1 0,-1 0 0,1 0 0,-1 0 0,1 0 0,6-1 0,0 0 0,0-1 0,0-1 0,0 0 0,0 0 0,-1-1 0,1-1 0,-1 0 0,0 0 0,0-1 0,0 0 0,13-10 0,5-5 0,-1-1 0,34-35 0,-26 21 0,-3-2 0,0 0 0,-3-3 0,-1 0 0,-2-2 0,27-59 0,-40 72 0,-1 0 0,-1-1 0,-2 0 0,0 0 0,-3-1 0,0 0 0,-2 0 0,-2-1 0,0 1 0,-7-63 0,1 73 8,-1-1 0,-1 1 0,0 1 0,-2-1 0,-1 1 0,0 1 0,-1-1 0,-1 2 0,-1-1 0,-1 2 0,0 0 0,-1 0 0,-1 1 0,-25-20 0,10 12-194,-1 1 1,-1 1-1,-1 2 0,0 1 1,-2 2-1,0 1 1,-48-14-1,46 19-6640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3:33.5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1 754 24575,'15'-10'0,"506"-275"0,-342 192 0,-124 64 0,546-297 0,-582 316 0,-14 10 0,-31 24 0,-69 53 0,31-26 0,-77 78 0,122-109 0,1 1 0,2 0 0,0 1 0,1 1 0,1 1 0,1 0 0,1 0 0,-9 30 0,8-7 0,2 0 0,3 0 0,1 1 0,2 0 0,3 0 0,2 0 0,5 50 0,64 334 0,-58-377 0,0 8 0,3-1 0,41 112 0,-32-132-1365,-2-15-5461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3:33.9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0 280 24575,'1'5'0,"0"0"0,1 0 0,0 0 0,-1 0 0,2-1 0,-1 1 0,0 0 0,5 5 0,2 4 0,-5-5 0,1 0 0,0-1 0,1 0 0,-1 0 0,2-1 0,-1 1 0,1-1 0,9 6 0,-12-9 0,2-1 0,-1 0 0,0 0 0,0 0 0,1-1 0,-1 0 0,1 0 0,0 0 0,0-1 0,0 0 0,0 0 0,0 0 0,0-1 0,11-1 0,2-1 0,0-2 0,0 0 0,0-1 0,-1 0 0,0-2 0,-1 0 0,1-2 0,24-15 0,1-3 0,77-67 0,1-21 0,-102 94 0,0-1 0,-2-1 0,26-44 0,-33 56 0,-3 19 0,1 32 0,-7-28 0,13 102 8,-1 124 0,-17 126-212,-132 1195-745,117-1445-227,3-29-4702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3:34.3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0 609 24575,'3'17'0,"108"853"0,-111-847 0,-5-45 0,-7-72 0,2-102 0,15-95 0,-4 267 0,0-10 0,15-286 0,-9 249 0,3 1 0,29-102 0,-34 154 0,1 1 0,1-1 0,1 2 0,1-1 0,0 1 0,1 0 0,0 1 0,21-23 0,-26 33 0,-1 0 0,1 1 0,0-1 0,0 1 0,0 0 0,1 1 0,-1-1 0,1 1 0,0 0 0,0 1 0,0-1 0,0 1 0,0 0 0,1 1 0,-1-1 0,1 1 0,-1 1 0,1-1 0,-1 1 0,1 0 0,-1 1 0,1-1 0,-1 1 0,1 1 0,-1-1 0,1 1 0,8 4 0,-10-4-50,-1 0-1,1 0 1,-1 1-1,0 0 0,0 0 1,0 0-1,-1 0 1,1 1-1,-1-1 1,1 1-1,-1 0 0,0 0 1,-1 0-1,1 0 1,-1 1-1,1-1 1,-1 1-1,-1-1 0,1 1 1,-1 0-1,0 0 1,0-1-1,0 1 1,0 0-1,-1 0 1,0 10-1,-2 22-6775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3:34.7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140 681 24575,'12'-22'0,"-9"18"0,25-38 0,136-223 0,-145 228 0,-2 0 0,-1-1 0,-2-1 0,-1-1 0,10-63 0,-22 100 0,0-1 0,-1 1 0,1 0 0,-1-1 0,0 1 0,0-1 0,-1 1 0,1-1 0,-1 1 0,1-1 0,-3-3 0,3 6 0,0 0 0,-1 1 0,1-1 0,0 1 0,-1-1 0,1 1 0,-1-1 0,1 1 0,-1-1 0,1 1 0,-1 0 0,0-1 0,1 1 0,-1 0 0,1 0 0,-1-1 0,0 1 0,1 0 0,-1 0 0,0 0 0,1 0 0,-1 0 0,-1 0 0,0 0 0,-1 0 0,1 1 0,-1-1 0,0 1 0,1 0 0,-1 0 0,1 0 0,0 0 0,-3 2 0,-19 11 0,2 1 0,0 1 0,1 1 0,1 1 0,0 1 0,-21 27 0,6-2 0,2 1 0,-30 55 0,46-71 0,1 1 0,1 1 0,2 1 0,2 0 0,0 0 0,-5 36 0,14-54 0,0 0 0,1-1 0,1 1 0,0 0 0,1 0 0,0 0 0,6 23 0,-4-28 0,0 0 0,1 0 0,-1-1 0,2 1 0,-1-1 0,1 0 0,1 0 0,-1 0 0,1-1 0,1 0 0,-1 0 0,11 8 0,-2-4 0,0-1 0,1 0 0,1-1 0,0-1 0,0 0 0,0-2 0,1 0 0,0-1 0,0 0 0,1-2 0,26 3 0,5-3 0,0-2 0,0-2 0,53-9 0,-28 0-341,0-4 0,0-3-1,91-34 1,-129 36-6485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3:35.0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1724 24575,'18'-6'0,"142"-52"0,1574-711-1606,-290-58 509,-1349 764-4391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3:35.3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260 0 24575,'0'0'0,"0"3"0,-5 11 0,-8 32 0,-14 41 0,-10 37 0,-8 25 0,2 11 0,4-5 0,9-15 0,9-30-8191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3:35.6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947 1 24575,'0'1'0,"0"1"0,1-1 0,-1 1 0,1-1 0,-1 0 0,1 1 0,0-1 0,-1 0 0,1 1 0,0-1 0,0 0 0,1 1 0,7 11 0,26 60 0,-3 2 0,-3 0 0,25 107 0,-31-79 0,-4 0 0,5 121 0,-21-130-103,-4 1 1,-4-1-1,-4 1 0,-5-2 0,-3 0 0,-5-1 0,-61 163 1,24-114 105,-6-4 0,-6-2 0,-5-4 0,-105 135 1,38-80-620,-175 175 1,198-239-5539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4:38.1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1488 24575,'0'4'0,"0"0"0,0 0 0,0 0 0,0 0 0,1 0 0,-1 0 0,1 0 0,0 0 0,0-1 0,0 1 0,1 0 0,0 0 0,-1-1 0,1 1 0,1-1 0,-1 0 0,0 1 0,1-1 0,-1 0 0,1 0 0,0-1 0,0 1 0,0 0 0,1-1 0,-1 0 0,1 0 0,-1 0 0,1 0 0,4 1 0,3 0 0,0 1 0,0-2 0,1 0 0,-1 0 0,1-1 0,0 0 0,0-1 0,-1-1 0,1 0 0,12-2 0,22-6 0,51-17 0,-92 24 0,110-35 4,-2-6 0,160-85 0,200-146-130,-435 251 93,575-359-767,210-125 866,-545 360-1284,-235 129-4874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6:42.1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203 2489 24575,'-10'-34'0,"-35"-273"0,25-7 0,18 284 0,-8-597 0,-4-80 0,-8 483 0,16 188 0,-1-1 0,-2 1 0,-1 1 0,-16-37 0,12 50 120,8 15-321,4 10-1083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6:26.6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473 1 24575,'-54'820'-228,"-62"-10"-615,98-694 860,-255 1786-1457,261-1799-4257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6:27.0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131 809 24575,'1'-9'0,"1"0"0,0-1 0,1 1 0,0 0 0,0 0 0,1 0 0,0 1 0,0-1 0,1 1 0,0 0 0,11-12 0,-8 8 0,26-34 0,2 2 0,2 1 0,2 2 0,1 2 0,63-46 0,-32 34 0,2 3 0,144-69 0,-138 82 0,1 3 0,85-20 0,-111 38 0,0 2 0,1 3 0,1 3 0,61 0 0,-96 6 0,0 1 0,-1 1 0,1 1 0,-1 1 0,0 1 0,37 13 0,-52-16 0,1 1 0,-1 0 0,0 0 0,0 1 0,0 0 0,0 0 0,-1 0 0,1 1 0,-1 0 0,0 0 0,0 0 0,-1 0 0,0 1 0,0 0 0,0 0 0,-1 0 0,1 0 0,-2 0 0,1 1 0,-1-1 0,0 1 0,0 0 0,0 0 0,0 11 0,-2-6 0,0 1 0,-1-1 0,0 1 0,-1-1 0,0 1 0,-1-1 0,-1 0 0,-7 19 0,-4 0 0,-1 0 0,-23 34 0,-12 9-42,-4-2 0,-88 91-1,-150 114-1115,-30-10 475,-401 254 1,598-439-4859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6:27.8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1047 1 24575,'-15'11'0,"-399"321"0,347-269 0,3 2 0,2 4 0,-93 135 0,111-134 0,2 3 0,-57 141 0,81-165 0,2 0 0,2 1 0,2 1 0,2 0 0,-4 88 0,13-124 0,1 0 0,1-1 0,0 1 0,1 0 0,0-1 0,2 1 0,4 15 0,-6-27 0,-1 0 0,0 0 0,1 0 0,-1 0 0,1 0 0,0-1 0,0 1 0,0 0 0,0-1 0,1 1 0,-1-1 0,1 0 0,-1 0 0,1 0 0,0 0 0,0 0 0,0-1 0,0 1 0,0-1 0,0 0 0,0 0 0,0 0 0,1 0 0,-1-1 0,0 1 0,1-1 0,-1 0 0,0 0 0,1 0 0,-1 0 0,0 0 0,1-1 0,-1 0 0,0 1 0,0-1 0,4-2 0,15-6 0,-1-1 0,0 0 0,-1-2 0,0 0 0,-1-2 0,-1 0 0,30-28 0,16-21 0,-2-1 0,-3-4 0,90-133 0,-81 91 0,-4-2 0,50-126 0,-100 206 0,-1 6 0,-2-1 0,-1-1 0,-1 0 0,11-55 0,-20 99 0,0 0 0,2 0 0,4 23 0,17 74 0,-16-78 0,-3-17 0,27 107 0,-27-112 0,0-1 0,2 1 0,-1-1 0,1-1 0,1 1 0,0-1 0,12 15 0,-17-24 0,0 0 0,0 0 0,0 0 0,0 0 0,1-1 0,-1 1 0,0 0 0,1-1 0,-1 0 0,1 0 0,0 0 0,0 0 0,-1 0 0,1 0 0,0-1 0,0 1 0,0-1 0,4 0 0,-2 0 0,0-1 0,0 0 0,0 0 0,0 0 0,0-1 0,0 1 0,0-1 0,0-1 0,6-3 0,7-7 0,0 0 0,-1-1 0,27-29 0,-44 43 0,50-54 0,82-118 0,22-79 0,-152 249 0,1-6 0,1 1 0,0 0 0,1 1 0,0-1 0,0 1 0,9-9 0,-12 13 0,0 1 0,0 0 0,0 0 0,0 0 0,0 0 0,0 0 0,0 1 0,0-1 0,0 0 0,1 1 0,-1 0 0,0-1 0,0 1 0,1 0 0,-1 0 0,0 1 0,0-1 0,0 0 0,1 1 0,-1-1 0,0 1 0,0 0 0,0-1 0,0 1 0,0 0 0,0 0 0,0 1 0,3 1 0,5 4 0,0 1 0,0 0 0,0 0 0,-1 1 0,0 1 0,-1-1 0,0 1 0,11 18 0,-2 3 0,28 64 0,-20-28 5,-4 1-1,-2 2 0,-4-1 1,13 140-1,-20-67-325,-17 216 0,-3-213 219,-56 258 0,46-316 99,-4-1-1,-4 0 0,-3-3 1,-50 90-1,72-152 4,-1 0 0,-1-1 0,-1 0 0,-24 27 0,36-45 9,0 0 0,0 0-1,0-1 1,0 1 0,0-1-1,0 1 1,-1-1 0,1 0 0,0 0-1,-1 0 1,1 0 0,-5 1 0,6-2 4,0 0 0,-1 0 0,1 0 1,0 0-1,-1 0 0,1 0 1,0-1-1,0 1 0,-1 0 0,1-1 1,0 1-1,0-1 0,-1 1 1,1-1-1,0 0 0,0 1 0,0-1 1,-2-2-1,0-1 20,0 0-1,0 0 1,0-1-1,0 1 1,1-1 0,0 0-1,0 0 1,0 0-1,0 0 1,1 0 0,-2-9-1,-2-18-14,2-2-1,0 1 0,3 0 1,4-50-1,31-135-19,-6 92-225,6 1-1,6 2 1,4 2-1,6 1 1,85-144-1,-63 143-6598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6:29.3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679 567 24575,'0'0'0,"-3"4"0,-375 447 0,330-384 0,3 2 0,3 2 0,3 2 0,4 1 0,-30 87 0,65-160 0,-5 13 0,0 0 0,1 1 0,1-1 0,0 0 0,-1 24 0,4-38 0,0 0 0,0 1 0,0-1 0,0 0 0,0 1 0,0-1 0,0 0 0,0 0 0,0 1 0,0-1 0,0 0 0,1 1 0,-1-1 0,0 0 0,0 0 0,0 1 0,0-1 0,0 0 0,1 0 0,-1 1 0,0-1 0,0 0 0,0 0 0,1 0 0,-1 1 0,0-1 0,0 0 0,1 0 0,-1 0 0,0 0 0,0 0 0,1 1 0,-1-1 0,0 0 0,0 0 0,1 0 0,-1 0 0,0 0 0,1 0 0,-1 0 0,0 0 0,0 0 0,1 0 0,-1 0 0,0 0 0,1 0 0,19-10 0,21-21 0,40-44 0,-3-4 0,-4-3 0,109-155 0,-167 214 0,-10 17 0,-1 0 0,0-1 0,-1 0 0,1 0 0,-1 0 0,-1-1 0,1 0 0,3-12 0,31 50 0,-32-24 0,2-1 0,-1 0 0,0-1 0,1 0 0,0 0 0,0-1 0,0 0 0,0 0 0,1-1 0,-1 0 0,1 0 0,-1-1 0,1 0 0,13-1 0,-7-1 0,1-1 0,-1 0 0,0-2 0,0 1 0,-1-2 0,1 0 0,19-11 0,6-4 0,-1-3 0,65-50 0,-102 71 0,0 1 0,0-1 0,0 1 0,0-1 0,0 1 0,1-1 0,-1 1 0,0 0 0,1 0 0,-1 0 0,1 1 0,-1-1 0,1 1 0,-1-1 0,1 1 0,0 0 0,-1 0 0,1 0 0,-1 0 0,1 0 0,0 1 0,-1-1 0,4 2 0,-2 0 0,0 1 0,0-1 0,0 1 0,-1 0 0,1 0 0,-1 1 0,1-1 0,-1 1 0,0-1 0,-1 1 0,1 0 0,3 7 0,7 15 0,0 1 0,-2 0 0,-1 1 0,-1 0 0,10 56 0,-8-9 0,2 84 0,-13-159 0,1 29 0,-3 48 0,143-671 0,-117 504 0,-22 83 0,-1 4 0,-1-1 0,1 1 0,0 0 0,0 0 0,0 1 0,0-1 0,1 0 0,-1 0 0,3-3 0,-3 6 0,-1-1 0,0 1 0,1 0 0,-1-1 0,1 1 0,-1 0 0,1 0 0,-1 0 0,1-1 0,-1 1 0,1 0 0,-1 0 0,1 0 0,-1 0 0,1 0 0,-1 0 0,1 0 0,-1 0 0,1 0 0,0 0 0,-1 0 0,1 1 0,18 10 0,4 10 0,-1 2 0,-2 0 0,24 33 0,-24-28 0,1-2 0,39 38 0,-54-60 0,-1 1 0,1-1 0,-1-1 0,1 1 0,0-1 0,0 0 0,1 0 0,-1-1 0,1 0 0,-1 0 0,1 0 0,0-1 0,-1 0 0,1 0 0,0-1 0,0 0 0,0 0 0,0-1 0,6-1 0,3-1 0,0-1 0,-1-1 0,0-1 0,0 0 0,0-1 0,26-16 0,-38 21 0,0 0 0,0 0 0,-1 1 0,2-1 0,-1 1 0,0 0 0,0 0 0,0 0 0,1 0 0,-1 1 0,0-1 0,1 1 0,-1 0 0,0 0 0,6 1 0,-4 0 0,1 1 0,-1 0 0,0 0 0,-1 0 0,1 1 0,0 0 0,-1 0 0,1 0 0,5 6 0,31 29 0,60 73 0,-67-72 0,1-1 0,65 56 0,-87-84 0,0-1 0,1 0 0,0-1 0,1 0 0,-1-1 0,1-1 0,0 0 0,1-1 0,0-1 0,-1-1 0,1 0 0,28 2 0,-24-6 0,0 0 0,0-2 0,-1 0 0,1-1 0,-1-1 0,0-1 0,0 0 0,-1-2 0,0 0 0,0-1 0,-1-1 0,0 0 0,0-2 0,-1 0 0,-1 0 0,0-1 0,14-17 0,-14 14 0,-1 0 0,-1-1 0,0-1 0,-1 0 0,-1-1 0,0 0 0,-2 0 0,0-1 0,-2 0 0,0-1 0,-1 0 0,-1 0 0,0 0 0,-2-1 0,1-32 0,-5 43 0,1 0 0,-1 0 0,-1-1 0,0 1 0,0 1 0,-1-1 0,-1 0 0,0 1 0,0-1 0,-1 1 0,0 0 0,-8-10 0,13 19 0,-1-1 0,0 1 0,0 0 0,0 0 0,0 0 0,0 0 0,0 0 0,0 0 0,-1 1 0,1-1 0,0 0 0,0 0 0,-1 1 0,1-1 0,0 1 0,-1-1 0,1 1 0,0 0 0,-1-1 0,1 1 0,-1 0 0,1 0 0,-1 0 0,1 0 0,-1 0 0,1 1 0,0-1 0,-1 0 0,1 0 0,0 1 0,-1-1 0,1 1 0,0 0 0,-1-1 0,1 1 0,0 0 0,0 0 0,0-1 0,-1 1 0,1 0 0,0 0 0,-1 2 0,-5 5 0,0 0 0,0 0 0,1 1 0,-9 16 0,2 0 0,2 1 0,0 0 0,1 0 0,2 1 0,1 0 0,1 1 0,1 0 0,-1 30 0,4-25 0,2 0 0,1 1 0,2-1 0,1 0 0,2-1 0,17 59 0,-14-65 0,1-1 0,1 0 0,1-1 0,1 0 0,1-1 0,1 0 0,1-1 0,30 30 0,-31-37 0,1-1 0,0 0 0,1-1 0,1-1 0,0-1 0,1-1 0,0 0 0,0-1 0,1-1 0,0-1 0,34 7 0,-29-9 0,1-2 0,-1-1 0,1-1 0,-1-1 0,1-1 0,0-1 0,28-6 0,-18-1 0,0-1 0,-1-1 0,0-2 0,46-25 0,-21 4 0,-1-3 0,-3-2 0,-1-3 0,94-93 0,-79 62-75,-3-3 0,-4-3 0,-4-3 0,98-176 0,-117 177 13,-3-1-1,-4-2 1,-3-2-1,-5 0 1,28-163-1,-50 227 63,8-83 0,-11 94 0,0 0 0,-1 0 0,0 0 0,0 1 0,-1-1 0,0 0 0,-5-12 0,7 23 4,0 0-1,-1-1 0,1 1 1,0 0-1,0-1 0,0 1 1,0 0-1,0-1 0,0 1 1,-1 0-1,1-1 0,0 1 1,0 0-1,-1-1 0,1 1 1,0 0-1,0 0 0,-1-1 1,1 1-1,0 0 1,-1 0-1,1 0 0,0 0 1,-1-1-1,1 1 0,0 0 1,-1 0-1,1 0 0,0 0 1,-1 0-1,1 0 0,0 0 1,-1 0-1,0 0 0,-9 10 255,-8 25 117,-1 18-375,3 0 0,2 1 0,-7 57 0,-10 175 0,25-152-227,5 0-1,6 0 1,6-1-1,5 0 1,64 243-1,-58-303-6598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6:30.4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1 958 24575,'2'-1'0,"-1"0"0,1 0 0,0 1 0,-1-1 0,1 0 0,0 0 0,0 1 0,0 0 0,0-1 0,0 1 0,2 0 0,3-2 0,605-101 30,-193 38-68,-6-28-566,-288 56 537,175-79 0,-239 87 70,-1-2-1,-2-3 0,-1-2 0,86-73 0,-130 98-2,0 0 0,-1-1 0,0 0 0,-1-1 0,-1-1 0,0 0 0,-1 0 0,9-18 0,-16 29 1,-1-1 0,1 1 0,-1 0 0,0-1 0,0 1 0,-1-1 0,1 1 0,-1-1 0,0 0 0,1 1-1,-2-1 1,1 0 0,0 1 0,-1-1 0,0 1 0,1-1 0,-1 1 0,-1-1 0,-1-3 0,1 4 23,-1-1 1,1 0 0,-1 1-1,-1-1 1,1 1 0,0 0-1,-1 0 1,1 1 0,-1-1-1,0 1 1,0-1 0,0 1-1,-6-2 1,-7-2 28,-1 1 0,0 1 0,-1 0 0,1 1 0,-1 1 0,-26 1 0,5 2-53,0 1 0,0 3 0,1 1 0,-1 2 0,1 1 0,1 3 0,0 0 0,0 3 0,2 1 0,0 2 0,0 1 0,2 2 0,-62 49 0,70-47 0,0 1 0,2 1 0,0 0 0,2 2 0,1 1 0,1 1 0,1 1 0,2 0 0,1 1 0,2 1 0,1 0 0,1 1 0,2 0 0,1 1 0,1 0 0,-3 50 0,9-43 0,2 0 0,1 0 0,3-1 0,1 1 0,2-1 0,2 0 0,1 0 0,26 62 0,-16-57 0,2-1 0,1-1 0,3-1 0,1-1 0,2-1 0,65 67 0,-58-72 0,1-1 0,2-3 0,1-1 0,1-2 0,2-1 0,81 36 0,-85-47 0,0-2 0,1-1 0,0-2 0,1-2 0,0-2 0,1-1 0,0-3 0,58-1 0,-48-7-31,1-2-1,-2-2 0,1-3 0,-1-2 1,-1-2-1,-1-2 0,0-2 1,-2-3-1,0-1 0,77-55 1,-54 27-28,-2-3 1,-3-2 0,-2-4 0,-4-2 0,92-124 0,-102 116 58,-2-2 0,-5-2 0,41-96 0,-63 123 0,-3-1 0,-1 0 0,-3-1 0,-2 0 0,-2-1 0,3-86 0,-12 107 51,-1 0 0,-1 0-1,-9-40 1,9 60-22,0 0 0,-1 0 0,-1 0 0,1 0 1,-2 0-1,1 1 0,-1 0 0,-1 0 0,1 0 0,-2 1 0,1 0 0,-15-15 0,-5 12 96,15 11-140,11 1 16,-1-1-1,1 1 0,0-1 0,0 1 0,0-1 1,0 0-1,0 1 0,0-1 0,0 1 1,0-1-1,0 1 0,0-1 0,0 1 0,0-1 1,0 1-1,1-1 0,-1 1 0,0-1 1,0 1-1,0-1 0,1 0 0,-1 1 0,0-1 1,1 1-1,-1-1 0,1 1 0,2 4 0,1-1 0,0 1 0,0-1 0,1 1 0,-1-1 0,1 0 0,0-1 0,8 6 0,50 22 0,-41-21 0,201 82 0,-57-27 0,-146-57 0,-1 0 0,-1 2 0,0 0 0,0 1 0,-1 1 0,0 1 0,-1 0 0,0 1 0,-2 1 0,1 0 0,-2 1 0,0 0 0,-1 1 0,0 1 0,16 36 0,-10-11 0,-3 0 0,15 71 0,7 94 0,-23-115 0,35 123 0,-43-197 0,0-1 0,2 0 0,0 0 0,17 27 0,-20-38 0,0 0 0,0 0 0,1 0 0,0-1 0,1 0 0,-1 0 0,1-1 0,0 0 0,0 0 0,1 0 0,-1-1 0,15 6 0,-9-6 0,1-1 0,-1 0 0,1 0 0,0-2 0,0 0 0,0 0 0,0-1 0,0-1 0,0 0 0,-1-1 0,16-4 0,11-4 0,-1-3 0,59-26 0,-23 2 0,-2-2 0,-1-4 0,-3-3 0,-1-3 0,74-70 0,-59 40 0,-4-3 0,-3-3 0,83-123 0,-46 25 0,-96 151 0,-3 0 0,0 0 0,-3-1 0,9-35 0,-17 56 0,-1 0 0,0-1 0,-1 1 0,0 0 0,-1-1 0,-1 1 0,1-1 0,-4-13 0,2 19 0,0 0 0,0 1 0,0 0 0,-1-1 0,0 1 0,0 0 0,-1 0 0,0 1 0,0-1 0,0 1 0,0 0 0,-1 0 0,0 0 0,0 0 0,0 1 0,-7-4 0,-1 1 0,0 0 0,0 1 0,-1 1 0,0 0 0,0 1 0,0 1 0,-1 0 0,1 1 0,-1 0 0,0 1 0,1 1 0,-1 0 0,-27 5 0,8 0 0,0 2 0,0 1 0,1 2 0,-59 25 0,66-23 0,1 1 0,0 1 0,1 1 0,1 2 0,0 0 0,1 1 0,1 1 0,1 1 0,1 1 0,-19 26 0,26-29 0,1 0 0,0 0 0,2 1 0,0 0 0,1 1 0,1 0 0,1 0 0,0 1 0,2-1 0,0 1 0,2 0 0,0 1 0,1-1 0,3 27 0,3-9 0,3 0 0,0 0 0,3-1 0,1 0 0,2-1 0,1 0 0,2-1 0,2-1 0,23 34 0,20 19 0,3-2 0,83 84 0,161 145 0,-293-298 0,-2 0 0,0 0 0,21 36 0,-31-47 0,-2-1 0,1 1 0,-1 0 0,0 0 0,0 0 0,0 0 0,-1 0 0,0 1 0,0-1 0,-1 0 0,0 0 0,0 1 0,0-1 0,-1 0 0,0 1 0,0-1 0,0 0 0,-4 7 0,1-3 0,-1 0 0,0-1 0,-1 0 0,0 0 0,0 0 0,-1 0 0,-13 12 0,-1-1 0,-44 29 0,11-12 0,-2-3 0,-1-3 0,-1-2 0,-2-2 0,-1-4 0,-113 29 0,142-45-682,-36 2-1,-8-7-6143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6:32.1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921 154 24575,'-13'18'0,"-191"208"0,-26 31 0,164-173-56,3 3 0,4 2 0,4 3 0,-52 118-1,83-155 29,3 1 0,2 1 0,3 1 0,2 0 0,3 1 0,2 0 0,3 1 0,2-1 0,5 65-1,2-91 29,1 1 0,2-1 0,1 0 0,2 0 0,1-1 0,16 35 0,-16-45 0,1-1 0,2 0 0,0-1 0,1 0 0,1-1 0,0 0 0,2-2 0,0 0 0,25 19 0,-16-17 0,1-2 0,1-1 0,0-2 0,2 0 0,-1-2 0,1-2 0,1 0 0,0-2 0,0-1 0,1-2 0,59 3 0,-27-7 0,0-3 0,0-3 0,-1-2 0,0-3 0,63-19 0,-29 0-95,-1-3-1,-2-5 1,-1-4-1,-2-4 0,89-59 1,-104 54-6,-2-4 1,-3-3 0,-2-2-1,-3-4 1,105-129 0,-134 143 73,48-84-1,-71 106 108,0 0-1,-2-1 0,-2 0 0,0 0 1,5-32-1,-13 53 21,-1 0 1,0-1-1,0 1 1,-1-1-1,0 1 1,-1-11-1,0 17-86,1-1 0,0 1-1,0 0 1,-1 0 0,1-1 0,-1 1-1,1 0 1,-1 0 0,0 0 0,0 0 0,1 0-1,-1 0 1,0 0 0,0 0 0,0 0 0,0 0-1,0 0 1,0 0 0,0 1 0,0-1-1,0 0 1,-1 1 0,1-1 0,0 1 0,0-1-1,-1 1 1,1 0 0,0-1 0,0 1 0,-1 0-1,1 0 1,0 0 0,-1 0 0,1 0-1,0 0 1,-1 0 0,1 1 0,0-1 0,0 0-1,-1 1 1,1-1 0,-2 1 0,-15 6-12,0 0 1,0 1 0,1 1 0,0 0 0,0 1-1,1 1 1,-25 22 0,5-2-4,3 2 1,-34 42-1,41-42 1,2 1 0,1 1 0,1 1 0,2 1 0,2 1 0,2 0 0,1 2 0,-10 42 0,18-54 0,2 1 0,1-1 0,1 1 0,2 0 0,2 38 0,1-46 0,1 0 0,1-1 0,1 0 0,0 0 0,2 0 0,0 0 0,1-1 0,11 18 0,-14-28 0,0 0 0,1 0 0,0-1 0,0 0 0,1 0 0,0-1 0,0 0 0,1 0 0,0-1 0,0 1 0,1-2 0,-1 1 0,1-1 0,1-1 0,-1 0 0,0 0 0,1-1 0,0 0 0,0 0 0,0-1 0,0-1 0,0 1 0,0-2 0,1 1 0,-1-2 0,0 1 0,0-1 0,0-1 0,0 0 0,17-5 0,-5-2 0,1 0 0,-1-2 0,0 0 0,-1-1 0,-1-1 0,0-2 0,-1 0 0,0 0 0,-1-2 0,-1 0 0,17-23 0,-7 6 0,-2-2 0,-1 0 0,-2-2 0,-1-1 0,21-56 0,-27 51 0,-1 0 0,-2 0 0,-2-1 0,-2 0 0,-3-1 0,-1 0 0,-2-49 0,-4 59 0,-1-1 0,-1 1 0,-3 1 0,0-1 0,-3 1 0,0 0 0,-3 1 0,-1 1 0,-25-46 0,38 77 0,-8-13 0,0 0 0,-22-25 0,28 37 0,0 0 0,0 0 0,0 1 0,-1-1 0,1 0 0,-1 1 0,-6-3 0,9 4 0,-1 1 0,1-1 0,-1 1 0,1-1 0,-1 1 0,0 0 0,1 0 0,-1 0 0,0 0 0,1 0 0,-1 0 0,0 0 0,1 0 0,-1 1 0,1-1 0,-1 0 0,1 1 0,-1 0 0,-2 1 0,3-2 0,0 1 0,0-1 0,0 1 0,0 0 0,0-1 0,0 1 0,0 0 0,1 0 0,-1-1 0,0 1 0,1 0 0,-1 0 0,0 0 0,1 0 0,-1 0 0,1 0 0,-1 0 0,1 0 0,0 0 0,-1 0 0,1 0 0,0 0 0,0 1 0,0-1 0,0 0 0,0 0 0,0 0 0,0 0 0,0 0 0,0 0 0,1 0 0,-1 0 0,1 2 0,0 0 0,1 0 0,-1-1 0,1 1 0,0-1 0,0 1 0,-1-1 0,2 0 0,-1 0 0,0 0 0,0 0 0,1 0 0,4 3 0,5 1 0,0-1 0,0 0 0,0-1 0,1 0 0,0-1 0,0 0 0,0-1 0,0-1 0,25 0 0,11-2 0,63-11 0,-22-3 0,0-4 0,125-43 0,164-94 0,-370 151 0,-1 1 0,0 1 0,0-1 0,0 1 0,0 1 0,12-3 0,-18 4 0,1 1 0,-1 0 0,0 0 0,1 0 0,-1 1 0,1-1 0,-1 0 0,0 1 0,0-1 0,1 1 0,-1 0 0,0 0 0,0 0 0,0 0 0,0 0 0,0 1 0,0-1 0,0 0 0,0 1 0,0 0 0,-1-1 0,1 1 0,-1 0 0,3 2 0,3 11 0,1-1 0,-2 1 0,0 0 0,-1 1 0,0-1 0,-1 1 0,3 29 0,10 92 0,0 229 0,-13-194 0,-4-155 0,1 16 0,7 44 0,-7-68 0,1 0 0,1 0 0,-1 0 0,2 0 0,-1 0 0,1 0 0,0-1 0,1 0 0,7 10 0,-10-15 0,0 0 0,0-1 0,1 1 0,0-1 0,-1 1 0,1-1 0,0 0 0,0 0 0,0 0 0,0 0 0,1-1 0,-1 0 0,0 1 0,1-1 0,-1 0 0,1 0 0,4 0 0,-2-1 0,0 0 0,-1 0 0,1-1 0,0 0 0,0 0 0,0 0 0,-1-1 0,1 1 0,8-5 0,6-5 0,-1 0 0,-1 0 0,0-2 0,23-21 0,54-59 0,-20 18 0,-70 71 0,0 0 0,0 0 0,1 0 0,0 0 0,-1 1 0,1 0 0,0 1 0,0-1 0,1 1 0,-1 0 0,0 1 0,1-1 0,-1 1 0,1 1 0,0-1 0,9 1 0,6 2 0,0 1 0,-1 1 0,34 11 0,6 0 0,-36-11 0,0-1 0,0-1 0,1-2 0,-1 0 0,0-2 0,0 0 0,0-2 0,0-1 0,-1-1 0,1-1 0,-1-1 0,-1-1 0,0-1 0,35-21 0,-14 4 0,-1-2 0,-2-2 0,-1-1 0,-2-3 0,-1 0 0,40-51 0,-27 17 0,-50 69 0,0-1 0,0 1 0,0 0 0,1 0 0,-1 0 0,0 0 0,0 0 0,0 0 0,0 0 0,0-1 0,0 1 0,0 0 0,0 0 0,0 0 0,0 0 0,0 0 0,0 0 0,0 0 0,0 0 0,1 0 0,-1 0 0,0 0 0,0 0 0,0 0 0,0-1 0,0 1 0,0 0 0,0 0 0,0 0 0,1 0 0,-1 0 0,0 0 0,0 0 0,0 0 0,0 0 0,0 0 0,0 0 0,0 0 0,1 0 0,-1 0 0,0 0 0,0 0 0,0 1 0,0-1 0,0 0 0,0 0 0,0 0 0,0 0 0,1 0 0,-1 0 0,0 0 0,0 0 0,0 0 0,0 0 0,0 0 0,0 0 0,0 1 0,0-1 0,0 0 0,3 11 0,-3 19 0,-62 583 0,62-613 0,0 0 0,-1 0 0,1 0 0,0 0 0,0 1 0,0-1 0,0 0 0,0 0 0,0 0 0,0 1 0,-1-1 0,1 0 0,0 0 0,0 0 0,0 1 0,0-1 0,0 0 0,0 0 0,0 0 0,0 1 0,0-1 0,0 0 0,0 0 0,0 0 0,0 1 0,0-1 0,1 0 0,-1 0 0,0 1 0,0-1 0,0 0 0,0 0 0,0 0 0,0 0 0,0 1 0,1-1 0,-1 0 0,0 0 0,0 0 0,0 0 0,0 0 0,1 1 0,-1-1 0,0 0 0,0 0 0,0 0 0,1 0 0,-1 0 0,0 0 0,0 0 0,0 0 0,1 0 0,11-11 0,15-29 0,146-288 0,-21-15 0,-50 108 0,-102 234 0,0 1 0,0-1 0,0 1 0,0-1 0,1 1 0,-1-1 0,0 1 0,0-1 0,0 1 0,1 0 0,-1-1 0,0 1 0,0-1 0,1 1 0,-1 0 0,0-1 0,1 1 0,-1 0 0,0 0 0,1-1 0,-1 1 0,1 0 0,-1 0 0,1-1 0,-1 1 0,0 0 0,1 0 0,-1 0 0,1 0 0,-1 0 0,1-1 0,-1 1 0,1 0 0,-1 0 0,1 0 0,-1 0 0,1 1 0,-1-1 0,0 0 0,1 0 0,-1 0 0,1 0 0,-1 0 0,1 1 0,-1-1 0,1 0 0,-1 0 0,0 0 0,1 1 0,-1-1 0,0 0 0,1 1 0,0 0 0,18 27 0,-15-21 0,104 204 0,2 4 0,-92-185 0,2 0 0,0-1 0,2-1 0,43 41 0,-56-61 0,0 0 0,1 0 0,-1-1 0,2-1 0,-1 1 0,1-2 0,0 1 0,0-2 0,14 5 0,-16-7 0,0 0 0,0-1 0,0 0 0,1 0 0,-1-1 0,0 0 0,0-1 0,1 0 0,-1 0 0,0-1 0,0 0 0,15-6 0,-5-1 0,0 0 0,-1-1 0,0-1 0,-1-1 0,0 0 0,-1-1 0,22-23 0,-4-1 0,-1-1 0,29-46 0,-12 7 0,-3-3 0,-4-1 0,-3-3 0,51-155 0,-62 141 0,-4 0 0,-5-2 0,-4-1 0,3-115 0,-19 209 0,2-24 0,-2 0 0,-6-54 0,6 85 0,0 0 0,0-1 0,1 1 0,-1 0 0,0-1 0,0 1 0,0 0 0,0 0 0,0-1 0,0 1 0,0 0 0,-1 0 0,1-1 0,0 1 0,0 0 0,0-1 0,0 1 0,0 0 0,0 0 0,0-1 0,-1 1 0,1 0 0,0 0 0,0 0 0,0-1 0,0 1 0,-1 0 0,1 0 0,0 0 0,0-1 0,-1 1 0,1 0 0,0 0 0,0 0 0,-1 0 0,1 0 0,0 0 0,0 0 0,-1 0 0,1 0 0,0 0 0,0-1 0,-1 1 0,1 1 0,-11 11 0,-7 29 0,-4 24 0,2 1 0,3 2 0,-8 76 0,12-28 0,2 124 0,12-141 60,29 193 0,-18-224-431,3-1-1,4-1 1,44 107 0,-45-136-6455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6:32.3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0 162 24575,'0'0'0,"0"0"0,0-1 0,0 0 0,0 0 0,9-4 0,28-6 0,47-8 0,42-5 0,36-2 0,21-1 0,8 2 0,-27 4-8191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6:33.1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1 991 24575,'0'0'0,"0"0"0,-1-1 0,1 1 0,0 0 0,0 0 0,0-1 0,1 1 0,-1 0 0,0 0 0,0-1 0,0 1 0,0 0 0,0 0 0,0-1 0,0 1 0,0 0 0,0 0 0,1-1 0,-1 1 0,0 0 0,0 0 0,0 0 0,0-1 0,1 1 0,-1 0 0,0 0 0,0 0 0,0 0 0,1 0 0,-1-1 0,0 1 0,0 0 0,1 0 0,-1 0 0,0 0 0,0 0 0,1 0 0,-1 0 0,0 0 0,0 0 0,1 0 0,-1 0 0,0 0 0,0 0 0,1 0 0,-1 0 0,77-22 0,-41 13 0,918-190-1282,18 44-2129,2143-216-484,24 168 748,5292 179 1306,-6819 92 1618,988 32-237,1548-198 6142,-4076 93-5550,288-31 6124,-343 32-4662,-13 2-1167,-10 2-1624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6:36.6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175 0 24575,'0'0'0,"0"0"0,0 0 0,0 0 0,-1 2 0,-1 8 0,-3 20 0,-7 31 0,-6 36 0,-5 30 0,-2 24 0,-1 17 0,2 9 0,5 1 0,6-4 0,7-11 0,5-18 0,4-33-8191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6:37.0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100 0 24575,'0'0'0,"0"2"0,0 6 0,0 16 0,0 31 0,-1 41 0,-2 40 0,-7 39 0,-6 30 0,-6 19 0,-3 4-660,2-36-6871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6:37.3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24575,'0'0'0,"0"0"0,2 3 0,3 10 0,6 23 0,11 35 0,7 42 0,0 45 0,-5 33 0,-6-16-8191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6:49.0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24575,'0'0'0,"0"0"0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6:50.1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43 2502 24575,'-31'-13'0,"30"13"0,1 0 0,-1 0 0,0-1 0,1 1 0,-1 0 0,1-1 0,-1 1 0,1 0 0,-1-1 0,1 1 0,-1-1 0,1 1 0,-1-1 0,1 1 0,-1-1 0,1 1 0,0-1 0,-1 0 0,1 1 0,0-1 0,0 1 0,0-1 0,-1 0 0,1 1 0,0-1 0,0 0 0,0 1 0,0-1 0,0 0 0,0 1 0,0-1 0,0-1 0,13-25 0,8-3 0,2 1 0,0 1 0,46-41 0,63-52-399,252-176 0,181-65-50,829-396 449,42 86 0,-1343 630 0,-81 34 6,-16 3 269,-29-2 428,28 7-648,-110-10 59,-136 4 0,-119 24-145,331-16 42,-10 1-11,-508 50 0,542-50 0,38-2 0,436-24 0,22 0 0,-355 23 0,227 29 0,-316-23 0,0 1 0,-1 1 0,48 19 0,-79-25 0,0-1 0,0 1 0,-1 1 0,1-1 0,-1 1 0,0 0 0,1 0 0,-1 0 0,-1 0 0,1 0 0,0 1 0,-1 0 0,0 0 0,0 0 0,5 9 0,-7-9 0,1 1 0,-2-1 0,1 1 0,0 0 0,-1-1 0,0 1 0,0 0 0,0-1 0,-1 1 0,0 0 0,1-1 0,-2 1 0,1 0 0,0-1 0,-1 0 0,0 1 0,0-1 0,-3 4 0,-20 33-315,-1-1-1,-2-2 0,-66 68 0,91-102 214,-117 124-6724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6:51.3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1 156 24575,'22'6'0,"83"18"0,143 16 0,115-11 0,1202 19-1218,-1107-41 1035,-362-5 172,383 2-232,-1-26 51,-469 21 231,-5 1 74,0 0 0,-1-1 0,1 1 0,-1-1-1,1 0 1,0 0 0,5-2 0,-9 3-94,0 0 0,1-1 0,-1 1 0,0 0 0,0-1-1,1 1 1,-1 0 0,0 0 0,0-1 0,1 1 0,-1 0 0,0-1 0,0 1 0,0 0 0,0-1-1,1 1 1,-1 0 0,0-1 0,0 1 0,0-1 0,0 1 0,0 0 0,0-1 0,0 1-1,0 0 1,0-1 0,-1 0 0,-10-16 277,-10-4-278,0 1-1,-2 1 1,0 1-1,-40-23 0,-109-50-24,148 78 7,14 8 0,-1-1 0,1 1 0,-1 1 0,1 0 0,-1 0 0,-22-4 0,49 37 0,92 94 0,-71-84 0,62 84 0,-94-115-114,0 1 1,0-1-1,-1 1 0,-1 0 0,1 0 1,-1 0-1,-1 1 0,0-1 0,0 1 1,-1-1-1,0 14 0,-4 39-6712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6:52.0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24575,'0'0'0,"0"0"0,10 13 0,319 460 40,33 45-925,-259-385 824,5-4-1,130 118 1,-148-165 65,4-4 0,3-4-1,166 95 1,-119-94-883,3-7 1,3-6-1,272 72 1,491 45 1398,-913-179-465,0 1-1,0-1 1,1 0-1,-1 0 1,0-1-1,0 1 1,0 0-1,1 0 1,-1 0 0,0 0-1,0 0 1,0 0-1,1 0 1,-1 0-1,0 0 1,0 0-1,0 0 1,0-1-1,1 1 1,-1 0 0,0 0-1,0 0 1,0 0-1,0 0 1,0-1-1,0 1 1,1 0-1,-1 0 1,0 0-1,0 0 1,0-1-1,0 1 1,0 0 0,0 0-1,0 0 1,0-1-1,0 1 1,0 0-1,0 0 1,0 0-1,0-1 1,0 1-1,0 0 1,0 0 0,0 0-1,0-1 1,0 1-1,0 0 1,0 0-1,0 0 1,-1-1-1,1 1 1,0 0-1,0 0 1,0 0-1,0 0 1,0 0 0,0-1-1,-1 1 1,1 0-1,0 0 1,0 0-1,0 0 1,0 0-1,-1 0 1,1 0-1,0-1 1,-20-24 602,-33-28-1126,51 51 580,-33-32-111,11 9 0,-1 0 0,-1 2 0,-47-31 0,112 76 0,-1 2 0,-2 1 0,0 2 0,-1 2 0,56 61 0,-88-88 0,-1 1 0,0 0 0,0-1 0,0 1 0,0 0 0,0 0 0,-1 0 0,1 0 0,-1 0 0,0 1 0,0-1 0,0 0 0,0 1 0,-1-1 0,0 0 0,1 5 0,-2-3 0,-1 0 0,1 1 0,-1-1 0,0 0 0,0 0 0,-1-1 0,1 1 0,-1 0 0,0-1 0,-6 7 0,-50 60-313,-107 99 0,135-139-426,-71 67-6087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6:52.9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 0 24575,'-15'431'0,"1"-68"0,27-3 0,-10-324 0,2 0 0,14 53 0,-19-89 0,0 1 0,0 0 0,0-1 0,0 1 0,0-1 0,1 1 0,-1-1 0,0 1 0,0-1 0,0 1 0,1-1 0,-1 1 0,0-1 0,0 1 0,1-1 0,-1 1 0,0-1 0,1 1 0,-1-1 0,1 1 0,-1-1 0,0 0 0,1 1 0,-1-1 0,1 0 0,-1 0 0,1 1 0,-1-1 0,1 0 0,-1 0 0,1 0 0,0 1 0,-1-1 0,1 0 0,-1 0 0,1 0 0,-1 0 0,1 0 0,-1 0 0,1 0 0,0 0 0,-1-1 0,1 1 0,-1 0 0,1 0 0,-1 0 0,1 0 0,-1-1 0,1 1 0,-1 0 0,1-1 0,23-24 0,-23 25 0,27-38 0,-2-1 0,-2-2 0,24-51 0,47-137 0,-94 227 0,0 0 0,-1 0 0,1 0 0,0 1 0,0-1 0,0 0 0,0 0 0,0 1 0,1-1 0,-1 0 0,0 1 0,1 0 0,-1-1 0,1 1 0,0 0 0,1-2 0,-1 3 0,0 0 0,-1-1 0,1 1 0,0 0 0,0 0 0,-1 0 0,1 0 0,0 0 0,0 1 0,-1-1 0,1 0 0,0 1 0,-1-1 0,1 1 0,0 0 0,-1 0 0,1-1 0,-1 1 0,2 2 0,14 8 0,-1 1 0,0 1 0,-1 0 0,19 22 0,-19-19 0,0-1 0,2 0 0,24 18 0,-37-31 0,0-1 0,-1 1 0,1 0 0,0-1 0,-1 0 0,1 0 0,0 0 0,0 0 0,0 0 0,0-1 0,0 0 0,0 0 0,0 0 0,0 0 0,0-1 0,0 1 0,0-1 0,0 0 0,0 0 0,0-1 0,-1 1 0,1-1 0,3-2 0,5-3 0,-1 0 0,0-1 0,-1 0 0,0-1 0,18-19 0,-1-4 0,-1-2 0,-2-1 0,-1-1 0,-2-1 0,31-76 0,-19 24 0,35-145 0,-57 186 0,-1 0 0,4-62 0,-14 110-1,0 0 0,0 0 0,0-1 1,0 1-1,0 0 0,0 0 0,0 0 0,0 0 0,0 0 0,0-1 0,0 1 0,0 0 0,0 0 0,0 0 0,0 0 0,0 0 1,0-1-1,0 1 0,0 0 0,0 0 0,0 0 0,0 0 0,0 0 0,0-1 0,0 1 0,0 0 0,0 0 0,0 0 0,0 0 1,0 0-1,1 0 0,-1 0 0,0-1 0,0 1 0,0 0 0,0 0 0,0 0 0,0 0 0,0 0 0,1 0 0,-1 0 0,0 0 1,0 0-1,0 0 0,0 0 0,0 0 0,1 0 0,-1 0 0,0 0 0,0 0 0,0 0 0,0 0 0,1 0 0,-1 0 0,0 0 1,8 10 93,12 27-664,-15-26-265,18 33-5990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6:53.3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166 0 24575,'0'0'0,"2"12"0,2 41 0,-3-1 0,-2 0 0,-16 104 0,12-114 0,-88 502 96,37-244-1557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6:53.5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1 251 24575,'0'0'0,"0"-1"0,0 0 0,2-4 0,4-7 0,16-9 0,24-11 0,29-7 0,24-2 0,15 3 0,6 7 0,-4 10 0,-12 12 0,-18 14 0,-21 14 0,-25 16 0,-18 3-8191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6:53.7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5 124 24575,'0'0'0,"-1"0"0,0 2 0,0-1 0,1 0 0,-1 3 0,7 4 0,18 1 0,31-4 0,37-15 0,36-19 0,29-26 0,-12-5-8191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6:54.0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427 0 24575,'0'0'0,"0"3"0,-417 1443 0,407-1412 0,11-28 0,6-10 0,13-19 0,165-222 0,152-182 0,-325 413 0,12-12 0,44-40 0,-61 60 0,0 1 0,0 0 0,1 0 0,0 0 0,0 1 0,0 0 0,1 0 0,-1 1 0,1 0 0,0 1 0,13-2 0,-17 3 0,0 1 0,-1 0 0,1 0 0,0 1 0,0 0 0,-1-1 0,1 2 0,-1-1 0,1 0 0,-1 1 0,1 0 0,-1 0 0,0 0 0,8 6 0,-5-3 0,-1 1 0,1 1 0,-1-1 0,0 1 0,0 0 0,-1 0 0,6 11 0,3 8 0,-2 1 0,0 1 0,12 50 0,4 40-1365,-8-6-5461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6:54.7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 1 24575,'-3'14'0,"-8"67"0,3 0 0,4 1 0,3-1 0,4 1 0,13 81 0,-13-140 0,9 48 0,-11-66 0,0 0 0,1 0 0,0-1 0,0 1 0,0 0 0,0-1 0,0 0 0,1 0 0,0 0 0,0 0 0,4 4 0,-6-7 0,0 0 0,-1-1 0,1 1 0,0-1 0,0 1 0,-1-1 0,1 1 0,0-1 0,0 0 0,0 1 0,0-1 0,0 0 0,0 0 0,-1 1 0,1-1 0,0 0 0,0 0 0,0 0 0,0 0 0,0 0 0,0-1 0,0 1 0,0 0 0,0 0 0,0 0 0,0-1 0,0 0 0,2 0 0,-1-1 0,1 1 0,-1-1 0,0 0 0,1 0 0,-1 0 0,0-1 0,3-3 0,2-6 0,1 0 0,8-21 0,-15 31 0,8-20 0,0 0 0,9-41 0,-18 63 0,0-1 0,0 1 0,0 0 0,0 0 0,1-1 0,-1 1 0,0 0 0,0-1 0,0 1 0,0 0 0,0 0 0,0-1 0,1 1 0,-1 0 0,0 0 0,0-1 0,0 1 0,1 0 0,-1 0 0,0 0 0,0-1 0,0 1 0,1 0 0,-1 0 0,0 0 0,1 0 0,-1 0 0,0 0 0,0-1 0,1 1 0,-1 0 0,0 0 0,1 0 0,-1 0 0,0 0 0,0 0 0,1 0 0,-1 0 0,0 0 0,1 0 0,-1 0 0,0 1 0,1-1 0,-1 0 0,0 0 0,0 0 0,1 0 0,-1 0 0,0 0 0,0 1 0,1-1 0,-1 0 0,0 0 0,0 0 0,1 1 0,16 15 0,-15-13 0,75 93 0,-60-71 0,0-2 0,2 0 0,1-1 0,1-1 0,32 26 0,-49-44 0,0 0 0,1-1 0,-1 1 0,1-1 0,-1 0 0,1 0 0,0 0 0,0-1 0,0 0 0,0 0 0,0 0 0,0 0 0,0-1 0,0 0 0,1 0 0,8-2 0,-7 1 0,-1-1 0,1-1 0,-1 1 0,0-1 0,0 0 0,0-1 0,0 1 0,0-1 0,-1 0 0,1-1 0,-1 1 0,6-8 0,12-15 0,-1-1 0,-2-1 0,-1 0 0,30-62 0,46-139 0,-88 211 0,82-236-1365,-69 194-5461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6:55.1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24575,'11'188'0,"-3"-81"0,-1 6 0,25 545 0,-29-638 0,-3-20 0,0 0 0,0 0 0,0 0 0,1 0 0,-1 0 0,0 0 0,0 0 0,0 1 0,0-1 0,0 0 0,0 0 0,0 0 0,0 0 0,1 0 0,-1 0 0,0 0 0,0 0 0,0 0 0,0 0 0,0 0 0,1 0 0,-1 0 0,0 0 0,0 0 0,0 0 0,0 0 0,0 0 0,1 0 0,-1 0 0,0 0 0,0 0 0,0 0 0,0 0 0,0 0 0,0 0 0,1 0 0,-1 0 0,0 0 0,0 0 0,0 0 0,0 0 0,0 0 0,0-1 0,1 1 0,-1 0 0,0 0 0,0 0 0,0 0 0,0 0 0,0 0 0,0 0 0,0-1 0,17-30 0,-11 17 0,28-56 0,58-115 0,-68 141 0,3 0 0,33-40 0,-53 76 0,0-1 0,0 1 0,1 1 0,0 0 0,16-12 0,-21 17 0,-1 1 0,0-1 0,1 1 0,-1 0 0,1 0 0,-1 0 0,1 0 0,-1 1 0,1-1 0,0 1 0,-1-1 0,1 1 0,0 0 0,-1 0 0,1 0 0,0 1 0,-1-1 0,1 0 0,0 1 0,-1 0 0,1 0 0,-1 0 0,1 0 0,-1 0 0,1 0 0,-1 0 0,0 1 0,3 2 0,2 2 0,-1 0 0,0 0 0,-1 1 0,0 0 0,0 0 0,0 0 0,-1 1 0,0-1 0,4 13 0,3 10 0,8 39 0,-17-59 0,23 113 0,15 203 0,-40-318-119,4 20 371,-4-28-285,0 1-1,0-1 1,0 1 0,0-1 0,0 1-1,1-1 1,-1 0 0,0 1-1,0-1 1,0 1 0,1-1-1,-1 0 1,0 1 0,1-1 0,-1 1-1,0-1 1,1 0 0,-1 1-1,0-1 1,1 0 0,-1 0 0,0 1-1,1-1 1,-1 0 0,1 0-1,-1 0 1,1 1 0,-1-1 0,1 0-1,-1 0 1,0 0 0,1 0-1,-1 0 1,1 0 0,-1 0 0,1 0-1,-1 0 1,1 0 0,-1 0-1,1 0 1,-1-1 0,1 1-1,-1 0 1,1 0 0,18-15-6793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6:55.5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95 1 24575,'2'16'0,"9"103"0,-5 1 0,-4-1 0,-7 1 0,-4-1 0,-6 0 0,-53 210 0,50-278 0,28-92 0,3 2 0,20-44 0,42-77 0,-62 134 0,61-114 0,-64 124 0,1 0 0,0 1 0,1 0 0,0 1 0,1 1 0,16-14 0,-26 25 0,-1 0 0,0 1 0,1-1 0,-1 0 0,1 1 0,-1 0 0,1-1 0,0 1 0,0 0 0,-1 1 0,1-1 0,0 0 0,0 1 0,0-1 0,0 1 0,0 0 0,0 0 0,0 0 0,0 1 0,0-1 0,-1 1 0,1-1 0,0 1 0,0 0 0,0 0 0,-1 0 0,1 1 0,0-1 0,-1 0 0,1 1 0,-1 0 0,4 2 0,2 5 0,0-1 0,0 1 0,-1 0 0,0 1 0,-1 0 0,0 0 0,5 12 0,11 26 24,-2 2 0,-2 0 0,-2 1 0,12 71 0,-12-15-767,5 125 1,-19-168-6084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6:56.4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1 131 24575,'2'16'0,"27"204"0,82 426 0,-106-627 0,0 1 0,1-1 0,1 0 0,0 0 0,2-1 0,0 0 0,12 17 0,-19-32 0,-1-1 0,1 0 0,-1 0 0,1 0 0,0-1 0,0 1 0,0 0 0,0-1 0,0 1 0,1-1 0,-1 0 0,0 1 0,1-1 0,-1 0 0,1-1 0,-1 1 0,1 0 0,-1-1 0,1 1 0,-1-1 0,1 0 0,0 0 0,-1 0 0,1 0 0,-1 0 0,1-1 0,-1 1 0,1-1 0,-1 1 0,1-1 0,-1 0 0,1 0 0,1-2 0,5-2 0,0-1 0,-1 0 0,0-1 0,0 0 0,-1 0 0,0-1 0,8-10 0,20-28 0,-3-2 0,-2-1 0,28-60 0,58-168 0,-112 267 0,-3 4 0,1 1 0,1 0 0,-1-1 0,1 1 0,3-5 0,-5 9 0,0 0 0,0 0 0,-1 0 0,1 0 0,0 0 0,0 0 0,0 1 0,0-1 0,0 0 0,0 1 0,1-1 0,-1 1 0,0-1 0,0 1 0,0 0 0,0-1 0,1 1 0,-1 0 0,0 0 0,0 0 0,1 0 0,-1 0 0,0 0 0,0 0 0,0 0 0,1 0 0,-1 1 0,2 0 0,4 1 0,-1 1 0,1 1 0,-1-1 0,0 1 0,0 0 0,0 0 0,0 1 0,7 7 0,40 50 0,-39-45 0,136 195 0,-50-67 0,-97-140 0,0-1 0,0 1 0,1-1 0,0 0 0,0 0 0,0 0 0,0-1 0,1 0 0,7 5 0,-10-7 0,0-1 0,0 1 0,0-1 0,1 1 0,-1-1 0,0 0 0,0 0 0,0 0 0,1 0 0,-1 0 0,0 0 0,0-1 0,0 1 0,1-1 0,-1 0 0,0 1 0,0-1 0,0 0 0,0 0 0,0-1 0,-1 1 0,1 0 0,0 0 0,0-1 0,-1 1 0,4-4 0,11-14 0,-1 0 0,-1-1 0,-1 0 0,0-2 0,17-39 0,26-61 0,-5-3 0,-6-2 0,56-258 0,-98 369 0,0 2 0,0-2 0,-1 1 0,-1 0 0,0 0 0,-2-18 0,-1 22-1365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6:56.8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24575,'5'15'0,"17"62"0,-3 1 0,-4 2 0,5 88 0,-11 243 0,-10-389 0,0 20 0,-1 0 0,-2 0 0,-12 50 0,41-172 0,23-30 0,4 2 0,5 2 0,86-119 0,-132 210 0,60-79 0,-62 85 0,0-1 0,0 1 0,1 1 0,0-1 0,1 2 0,19-12 0,-26 17 0,0 1 0,0-1 0,-1 1 0,1 0 0,0-1 0,0 2 0,1-1 0,-1 0 0,0 1 0,0 0 0,0 0 0,0 0 0,0 1 0,0-1 0,1 1 0,-1 0 0,0 0 0,-1 0 0,1 1 0,0-1 0,0 1 0,0 0 0,-1 0 0,1 1 0,-1-1 0,4 4 0,3 3 0,0 1 0,-1 0 0,0 1 0,-1 0 0,0 0 0,11 22 0,2 10 40,-1 0 0,21 72 0,15 94-1525,-34-111-5341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6:57.2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386 9 24575,'0'0'0,"-4"8"0,-107 194 0,-117 236 0,220-420 0,1 0 0,0 1 0,1 0 0,1 1 0,-4 31 0,9-46 0,0-1 0,0 1 0,0 0 0,0-1 0,1 1 0,0-1 0,0 1 0,0 0 0,0-1 0,1 0 0,0 1 0,3 6 0,-2-8 0,-1 0 0,1 0 0,-1-1 0,1 1 0,0-1 0,0 0 0,0 0 0,0 0 0,0 0 0,0 0 0,1-1 0,-1 1 0,1-1 0,-1 0 0,1 0 0,-1 0 0,1 0 0,5-1 0,2 1 0,0-1 0,1 0 0,-1-1 0,0 0 0,0-1 0,0 0 0,21-7 0,-7-1 0,0 0 0,33-20 0,-17 5 0,-1-2 0,-1-1 0,-1-2 0,-2-2 0,56-64 0,-68 69 0,-2-1 0,-1-2 0,-1 0 0,-2-1 0,-1-1 0,-2 0 0,-1-2 0,14-46 0,-24 66 0,-1 0 0,-1 0 0,0 0 0,-1 0 0,-1 0 0,0 0 0,0 0 0,-4-19 0,3 27 0,-1 0 0,0-1 0,0 2 0,0-1 0,-1 0 0,0 0 0,0 1 0,0-1 0,-1 1 0,0 0 0,0 0 0,0 0 0,0 1 0,-1-1 0,0 1 0,0 0 0,0 1 0,0-1 0,0 1 0,-11-5 0,2 3 3,0 1 0,0 0 0,0 1 0,0 0 0,0 1 0,-1 1-1,1 0 1,-16 2 0,-18 2-698,-51 11-1,-76 22-6130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7:00.0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4843 1163 24575,'-15'-31'0,"-10"-19"0,-3 1 0,-1 1 0,-3 1 0,-2 2 0,-1 2 0,-3 1 0,-1 2 0,-2 1 0,-2 3 0,-1 1 0,-86-51 0,44 38 0,-2 3 0,-107-37 0,-197-50 0,323 111 0,-499-142 13,444 136-66,0 5 0,-216-10 0,223 33-80,0 4 1,0 5-1,1 6 1,1 4-1,-178 56 1,171-34 145,1 6-1,3 4 1,1 6 0,-197 132-1,250-145-17,2 3-1,2 3 0,2 2 0,3 3 1,2 2-1,-71 100 0,100-122 2,1 2 0,2 0-1,2 1 1,1 1 0,2 1-1,2 1 1,2 0 0,1 0 0,2 1-1,3 1 1,1-1 0,2 1-1,3 54 1,3-63-187,2-1 1,1 1-1,2-1 0,1-1 1,1 1-1,2-2 0,2 0 1,17 32-1,-8-26-343,1-1-1,2-1 1,1-1-1,2-1 1,56 51-1,-33-41-104,2-2 0,1-3 1,72 38-1,-42-33 758,147 55 0,-92-53-145,2-6 0,2-7 0,1-6-1,177 10 1,-99-26-260,-1-10-1,249-31 0,-238 1 196,407-105 0,-468 84 96,-2-9 0,311-153 0,-391 163-181,-2-3 1,-3-5-1,131-111 1,-170 124 347,-2-1 1,61-80 0,-78 87 626,-1-2-1,-2-1 1,-2 0-1,17-47 1,-28 60-705,-2-1 0,-1 0 1,-1 0-1,-1 0 1,-2-1-1,-1 0 1,-1 0-1,-2 0 0,-1 0 1,-1 0-1,-1 0 1,-2 1-1,-1-1 1,-2 1-1,0 1 0,-2-1 1,-1 2-1,-2-1 1,0 1-1,-2 1 1,-20-27-1,3 11-13,-2 2 0,-2 1 0,-1 1-1,-2 3 1,-2 1 0,0 2 0,-3 1 0,0 3 0,-83-39 0,43 30 80,-2 3 1,-2 4 0,0 4-1,-161-25 1,161 38-267,-1 5-1,0 3 1,-1 4 0,1 4-1,0 4 1,0 4 0,1 4-1,1 3 1,-159 57 0,51 8-5160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7:01.1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6197 1170 24575,'-14'-4'0,"-1"0"0,0 1 0,0 1 0,-26-2 0,-3 1 0,10-2 0,0-1 0,1-1 0,0-2 0,0-1 0,0-2 0,1-1 0,1-2 0,-35-21 0,-206-162 0,25 16 0,137 112-55,-2 5 0,-4 5-1,-2 5 1,-2 6-1,-2 4 1,-2 6 0,-2 5-1,-1 6 1,-137-12 0,-226 17 55,-1 29 0,329-2 0,-448 25 0,445-11 0,-271 65 0,310-49 0,3 5 0,1 6 0,2 4 0,-178 103 0,231-109 0,1 2 0,2 3 0,-76 75 0,98-81 0,3 2 0,1 2 0,3 1 0,1 1 0,-31 62 0,42-61 3,2 1 1,2 0 0,2 1-1,3 1 1,2 1-1,2 0 1,2 0 0,3 1-1,2 0 1,3 0 0,2 0-1,2-1 1,2 1 0,21 79-1,-9-67-59,2-1-1,4-1 1,2-1-1,2-1 1,4-2-1,2-1 1,2-2-1,3-1 1,3-2-1,2-2 1,56 52-1,-31-42 29,3-4-1,3-3 1,2-3-1,84 42 1,-36-32-382,2-5 1,136 41-1,-114-55 361,2-6 0,1-7 0,1-6 0,288 6 0,-188-34-54,0-10 0,304-57 0,-220 5-277,-3-14 0,-3-15 0,554-239 0,-372 75-326,-418 203 604,-3-5 1,-3-4-1,94-88 0,-148 120 172,-1-3-1,-1 0 0,-3-2 1,-1-1-1,-2-1 1,-1-2-1,21-47 0,-35 61 145,-1-1-1,-2 0 1,0 0 0,-2-1-1,-1 0 1,-2 0-1,-1 0 1,-1-1 0,-1 1-1,-2-1 1,-1 1-1,-9-41 1,2 32-157,-1 0-1,-3 1 1,0 1 0,-3 0 0,-31-52 0,17 40-18,-2 2 1,-2 2 0,-54-56 0,11 26 4,-3 4 0,-4 3 1,-153-95-1,88 75-147,-4 7 0,-4 6 0,-2 7 0,-4 7 0,-222-52 0,208 74-20,-3 7-1,0 8 0,-2 8 1,-359 16-1,400 12-50,1 7-1,1 6 1,1 6 0,-225 81-1,140-21-4182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7:03.0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0 211 24575,'0'0'0,"0"0"0,1-1 0,0 0 0,0 1 0,7-6 0,20-6 0,33-9 0,39-7 0,32-2 0,23 2 0,12 4 0,0 4 0,-6 4 0,-11 2 0,-32 5-8191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7:03.3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154 1 24575,'0'0'0,"0"0"0,0 1 0,0 7 0,0 17 0,-2 31 0,-2 34 0,-3 33 0,-3 29 0,-5 22 0,-2 15 0,-3 8 0,-1 0 0,-1-5 0,2-12 0,5-36-8191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7:03.8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252 1 24575,'2'16'0,"7"81"0,-4 0 0,-12 154 0,-49 190 0,14-204 0,-84 270 0,113-475 0,5-26 0,7-7 0,1 1 0,-1-1 0,0 1 0,1-1 0,-1 1 0,1-1 0,-1 0 0,1 1 0,-1-1 0,1 0 0,0 0 0,-1 1 0,1-1 0,0 0 0,0 0 0,-1 1 0,1-1 0,0-1 0,-3-11 0,1 1 0,1 0 0,0 0 0,1-1 0,0 1 0,4-24 0,2-2 0,13-37 0,-5 27 0,3 0 0,2 2 0,2 0 0,2 1 0,49-73 0,-50 87 0,2 1 0,1 1 0,1 1 0,1 1 0,1 1 0,2 2 0,1 1 0,40-24 0,-57 40 0,0-1 0,0 2 0,1 0 0,0 1 0,0 0 0,0 1 0,1 1 0,-1 1 0,1 0 0,22 0 0,-31 3 0,0-1 0,1 1 0,-1 0 0,0 1 0,0 0 0,0 0 0,0 0 0,0 1 0,-1 0 0,1 1 0,-1-1 0,0 1 0,0 0 0,0 1 0,0-1 0,-1 1 0,0 0 0,0 1 0,0-1 0,-1 1 0,1 0 0,-2 0 0,1 1 0,4 9 0,-3-4 0,0 1 0,-1 0 0,0 0 0,-1 0 0,-1 0 0,0 0 0,-1 0 0,0 21 0,-2-12 0,-2 0 0,0 0 0,-1 0 0,-12 34 0,0-13 0,-2 0 0,-2-1 0,-2-1 0,-34 48 0,14-31-227,-3-2-1,-1-2 1,-3-2-1,-2-2 1,-66 48-1,44-44-6598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7:04.2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 92 24575,'0'0'0,"-2"0"0,1 0 0,-1 0 0,0 0 0,10 0 0,27 0 0,36 0 0,32 0 0,28-1 0,14-2 0,2-1 0,-8-2 0,-14-1 0,-17-3 0,-19-5 0,-18-8 0,-22 1-8191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7:04.4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289 0 24575,'0'0'0,"0"0"0,-1 3 0,0 6 0,-5 17 0,-5 25 0,-9 29 0,-8 26 0,-6 22 0,-5 14 0,0 2 0,1-2 0,5-10 0,10-8 0,8-25-8191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7:05.2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114 0 24575,'12'270'0,"-30"234"0,3-360 0,-50 212 0,55-319 0,3-24 0,7-13 0,-1 1 0,1-1 0,0 0 0,0 0 0,0 0 0,0 0 0,-1 0 0,1 0 0,0 0 0,0 0 0,0 0 0,0 0 0,-1 0 0,1 0 0,0 0 0,0 0 0,0 0 0,0 0 0,-1 0 0,1 0 0,0 0 0,0 0 0,0-1 0,0 1 0,0 0 0,-1 0 0,1 0 0,0 0 0,0 0 0,0 0 0,0 0 0,0-1 0,0 1 0,0 0 0,-1 0 0,1 0 0,0 0 0,0 0 0,0-1 0,0 1 0,0 0 0,0 0 0,0 0 0,0 0 0,0-1 0,0 1 0,0 0 0,0 0 0,0 0 0,0 0 0,0-1 0,0 1 0,0 0 0,0 0 0,0 0 0,0 0 0,0-1 0,0 1 0,-1-12 0,-1-1 0,1 1 0,1 0 0,0-1 0,3-19 0,16-65 0,-15 80 0,12-52 0,51-129 0,-49 155 0,3 0 0,1 2 0,54-76 0,-67 105 0,1 0 0,0 1 0,1 0 0,0 1 0,15-11 0,-23 19 0,-1 0 0,1 0 0,0 0 0,0 1 0,0-1 0,0 1 0,0 0 0,0 0 0,0 0 0,1 0 0,-1 0 0,0 0 0,1 1 0,-1 0 0,0 0 0,1 0 0,-1 0 0,0 0 0,1 1 0,-1-1 0,0 1 0,0 0 0,1 0 0,-1 0 0,0 1 0,0-1 0,0 1 0,5 3 0,-3 0 0,1 0 0,-1 1 0,-1 0 0,1-1 0,-1 2 0,0-1 0,-1 0 0,1 1 0,-1-1 0,0 1 0,-1 0 0,0 0 0,2 10 0,1 11 0,-1 0 0,0 32 0,-4 21-455,-4 0 0,-26 143 0,9-103-6371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7:05.9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329 1 24575,'1'11'0,"0"1"0,1 0 0,3 13 0,3 22 0,-1 46 0,-4 1 0,-18 165 0,-1-136 0,-52 194 0,63-301 0,-39 124 0,39-128 0,0 0 0,-1 0 0,0 0 0,-1-1 0,0 0 0,-1 0 0,0-1 0,-15 14 0,22-22 0,-1 0 0,0 0 0,0-1 0,0 1 0,0-1 0,0 1 0,0-1 0,-1 0 0,1 0 0,0 0 0,0 0 0,-1 0 0,1-1 0,-1 1 0,1-1 0,-1 1 0,1-1 0,-1 0 0,1 0 0,-1 0 0,1 0 0,-1 0 0,1-1 0,-1 1 0,1-1 0,0 0 0,-1 0 0,1 0 0,0 0 0,-1 0 0,1 0 0,0 0 0,0-1 0,0 1 0,0-1 0,0 0 0,1 1 0,-4-5 0,0 0 0,0-1 0,1 1 0,-1-1 0,2-1 0,-1 1 0,1 0 0,0-1 0,0 0 0,1 0 0,-2-14 0,2 4 0,2 0 0,0-1 0,1 1 0,1 0 0,1 0 0,1 1 0,0-1 0,1 1 0,1-1 0,0 1 0,1 1 0,1 0 0,1 0 0,1 0 0,21-27 0,-17 25 0,2 0 0,0 1 0,1 0 0,1 2 0,0 0 0,1 1 0,1 1 0,0 0 0,0 2 0,2 0 0,39-13 0,-43 19 0,-1 1 0,1 0 0,0 2 0,1 0 0,-1 1 0,0 1 0,0 1 0,0 0 0,0 1 0,0 1 0,0 1 0,24 8 0,-31-8 0,0 1 0,0-1 0,-1 2 0,0-1 0,0 2 0,0-1 0,-1 1 0,0 1 0,0-1 0,-1 2 0,0-1 0,0 1 0,-1 0 0,0 1 0,0-1 0,-1 2 0,-1-1 0,0 0 0,0 1 0,3 14 0,-4-12 0,-1 0 0,-1 0 0,-1 0 0,1 0 0,-2 1 0,0-1 0,-1 0 0,0 0 0,-1 1 0,-6 22 0,2-17 0,-1-1 0,0 1 0,-2-1 0,0-1 0,-1 0 0,-20 25 0,2-8 0,-2-1 0,-1-2 0,-1-2 0,-2 0 0,-67 42 0,58-44-273,-2-2 0,0-2 0,-1-1 0,-51 14 0,43-20-6553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7:06.3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494 156 24575,'-21'7'0,"-14"9"0,0 1 0,1 1 0,1 2 0,0 1 0,2 2 0,1 1 0,0 1 0,2 2 0,1 1 0,2 0 0,0 3 0,2 0 0,-25 44 0,42-63 0,0 1 0,1 0 0,0 1 0,1-1 0,-4 19 0,8-28 0,-1 0 0,1 0 0,0-1 0,0 1 0,0 0 0,0 0 0,1 0 0,0 0 0,-1-1 0,4 8 0,-3-10 0,0 1 0,0 0 0,0 0 0,0-1 0,1 1 0,-1 0 0,0-1 0,1 0 0,-1 1 0,1-1 0,0 0 0,0 0 0,-1 1 0,1-1 0,0-1 0,0 1 0,0 0 0,0 0 0,0-1 0,0 1 0,2-1 0,2 1 0,0-1 0,0 0 0,0 0 0,0 0 0,0-1 0,-1 0 0,1 0 0,0 0 0,-1-1 0,8-3 0,6-3 0,31-19 0,-18 6 0,-1-1 0,0-1 0,-2-2 0,-1 0 0,-1-2 0,-1-2 0,-2 0 0,-1-1 0,-1-1 0,-1-1 0,-2-1 0,28-69 0,-43 91 0,-1 0 0,0-1 0,0 1 0,-1-1 0,0 0 0,-1 0 0,-1 0 0,0 0 0,-2-13 0,1 20 0,0 0 0,0 0 0,0-1 0,-1 1 0,0 0 0,0 0 0,-1 1 0,1-1 0,-1 0 0,0 1 0,0-1 0,0 1 0,-1 0 0,0 0 0,0 1 0,0-1 0,0 1 0,0 0 0,-1 0 0,1 0 0,-1 0 0,-5-1 0,-1 0-124,0 0 0,0 2 0,-1-1 0,1 1 0,-1 1 0,0 0-1,1 1 1,-1 0 0,0 1 0,-15 2 0,-48 11-6702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7:08.3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9970 647 24575,'0'-2'0,"-1"1"0,0-1 0,1 0 0,-1 1 0,0-1 0,0 1 0,0 0 0,0-1 0,0 1 0,-1 0 0,1-1 0,0 1 0,-3-1 0,-2-4 0,-32-29 0,-1 2 0,-1 2 0,-2 1 0,-70-37 0,-198-73 0,152 83 0,-3 7 0,-216-37 0,-344 4 0,509 77-109,0 9 0,1 9-1,0 9 1,1 9 0,-349 98-1,-326 194-97,41 96-450,32 65 138,23 32 727,-93 100-171,44 60-542,693-543 505,6 7 0,7 5 0,5 6 0,-189 297 0,247-329 0,6 3 0,-88 238 0,116-251 0,5 1 0,5 1 0,-21 214 0,39-174-117,7-1 0,7 0 0,6 0 1,38 174-1,0-98-78,10-2 0,90 215 1,-48-195 194,10-4 0,11-5 0,262 373 0,-167-318 0,13-9 0,310 291 0,-333-376 0,333 238 0,-351-302 0,7-8 0,258 117 0,-144-105 0,441 126 0,353 15 0,-164-111 0,13-90 0,-647-73-788,-26-5-3148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8:48.9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245 1 24575,'-8'250'0,"-65"413"0,-42 153 0,69 5 0,45-796 0,1-19 0,-1 1 0,1-1 0,0 1 0,0-1 0,1 1 0,0-1 0,0 0 0,3 11 0,18-45 0,265-599 0,-251 543 0,405-1081 0,-425 1109 0,-16 56 0,0 0 0,1 0 0,-1 0 0,0 0 0,0 0 0,1 0 0,-1-1 0,0 1 0,0 0 0,1 0 0,-1 1 0,0-1 0,0 0 0,1 0 0,-1 0 0,0 0 0,0 0 0,1 0 0,-1 0 0,0 0 0,0 0 0,1 1 0,-1-1 0,0 0 0,0 0 0,0 0 0,1 0 0,-1 1 0,0-1 0,0 0 0,0 0 0,0 0 0,1 1 0,-1-1 0,0 0 0,0 0 0,0 1 0,0-1 0,0 0 0,0 0 0,0 1 0,11 15 0,1 6 0,-2 1 0,0 1 0,-2 0 0,7 29 0,15 107 0,-10 3 0,0 225 0,-34 168 0,10-449 0,-8 127 0,0 386 0,13-585 0,2 0 0,11 51 0,-14-85 0,0 0 0,0 0 0,0 0 0,1 0 0,-1 0 0,0 0 0,1 0 0,-1 0 0,0 0 0,1 0 0,-1 0 0,1 0 0,0 0 0,-1 0 0,1 0 0,0-1 0,-1 1 0,1 0 0,0-1 0,0 1 0,0 0 0,0-1 0,-1 1 0,1-1 0,0 1 0,0-1 0,0 0 0,2 1 0,-1-1 0,1 0 0,0-1 0,-1 1 0,1-1 0,-1 0 0,0 0 0,1 0 0,-1 0 0,0 0 0,1 0 0,2-3 0,14-9 0,0-1 0,-1 0 0,-1-1 0,23-27 0,56-80 0,-13 1 0,-5-3 0,-6-4 0,58-141 0,134-424 0,-92 181 0,-32-6 0,-132 482 0,-4 21 0,0 0 0,-1 0 0,0-1 0,-2 1 0,0-1 0,-1-21 0,0 37-28,0 0 1,0 0-1,0 0 0,0 0 0,0 1 0,0-1 0,0 0 0,0 0 0,0 0 1,-1 0-1,1 0 0,0 0 0,0 0 0,0 0 0,0 0 0,0 0 1,0 0-1,0 0 0,0 0 0,0 0 0,0 0 0,0 0 0,-1 0 1,1 0-1,0 0 0,0 0 0,0 0 0,0 0 0,0 0 0,0 0 1,0 0-1,0 0 0,0 0 0,0 0 0,0 0 0,-1 0 0,1 0 0,0 0 1,0 0-1,0 0 0,0 0 0,0 0 0,0 0 0,0 0 0,0-1 1,0 1-1,0 0 0,0 0 0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8:49.6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1953 46 24575,'-14'-31'0,"12"30"0,0-1 0,0 1 0,0-1 0,0 1 0,-1 0 0,1 0 0,-1 0 0,1 0 0,-1 0 0,1 0 0,-1 1 0,1-1 0,-1 1 0,0 0 0,1 0 0,-1 0 0,-3 0 0,1 0 0,-48 0 0,0 2 0,-103 17 0,-107 39 0,146-27 0,2 5 0,-196 89 0,240-89 0,1 3 0,2 2 0,2 4 0,2 2 0,-71 69 0,111-93 0,1 2 0,0 0 0,2 1 0,1 2 0,2 0 0,0 1 0,-22 53 0,34-69 0,1 1 0,1 1 0,0-1 0,1 1 0,0-1 0,1 1 0,1 0 0,0 0 0,1 0 0,1 0 0,1-1 0,0 1 0,0 0 0,2-1 0,-1 1 0,2-1 0,0 0 0,1 0 0,12 21 0,-7-18 0,0-2 0,0 0 0,2 0 0,0-1 0,0 0 0,1-1 0,1-1 0,24 16 0,-15-13 0,1-2 0,0-1 0,1-1 0,0 0 0,35 7 0,-10-7 0,2-2 0,-1-2 0,1-3 0,0-2 0,90-7 0,-114 2 0,34-7 0,-63 10 0,0 0 0,0 0 0,1 0 0,-1-1 0,0 1 0,0 0 0,1 0 0,-1 0 0,0 0 0,0 0 0,1 0 0,-1-1 0,0 1 0,0 0 0,1 0 0,-1 0 0,0 0 0,0 0 0,1 0 0,-1 0 0,0 0 0,0 0 0,1 0 0,-1 0 0,0 1 0,0-1 0,1 0 0,-1 0 0,0 0 0,0 0 0,1 0 0,-1 0 0,0 1 0,0-1 0,0 0 0,1 0 0,-1 0 0,0 0 0,0 1 0,0-1 0,0 0 0,1 0 0,-1 1 0,0-1 0,0 0 0,0 0 0,0 0 0,0 1 0,0-1 0,0 0 0,0 1 0,0-1 0,0 0 0,0 0 0,0 1 0,0-1 0,-10 20 0,8-16 0,-63 91 0,-138 154 0,151-187 0,-62 68 0,-166 205 0,232-270 0,3 2 0,2 2 0,-44 100 0,75-142 0,2 0 0,0 1 0,2 0 0,1 1 0,2 0 0,-3 39 0,7-55 0,1 0 0,0 0 0,1 0 0,0 0 0,1 0 0,1-1 0,0 1 0,1-1 0,0 1 0,1-1 0,0-1 0,1 1 0,0-1 0,1 0 0,0 0 0,15 17 0,-8-15 0,1-1 0,0 0 0,1-1 0,0 0 0,1-2 0,0 0 0,0-1 0,1 0 0,0-2 0,0 0 0,1-1 0,0-1 0,21 3 0,10-2 0,-1-1 0,2-3 0,91-10 0,-79 1-195,-1-2 0,0-3 0,-1-3 0,-1-2 0,-1-3 0,102-52 0,-105 41-6631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8:52.4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 1114 24575,'1'9'0,"-14"774"0,9-722 0,-14 201 0,16-254 0,0-14 0,1-19 0,3-16 0,2 1 0,17-75 0,34-82 0,-15 76 0,5 1 0,6 2 0,119-204 0,-153 295 0,1 0 0,2 1 0,0 1 0,2 1 0,41-36 0,-56 55 0,0 0 0,0 0 0,1 1 0,0 0 0,0 0 0,0 0 0,0 1 0,0 1 0,1-1 0,-1 1 0,11-1 0,-12 3 0,-1 0 0,1 1 0,0 0 0,-1 0 0,1 0 0,-1 1 0,0-1 0,1 2 0,-1-1 0,0 1 0,0 0 0,-1 0 0,1 0 0,-1 1 0,1 0 0,7 8 0,1 1 0,-1 1 0,-1 1 0,0 0 0,-1 1 0,0 0 0,-2 1 0,12 26 0,2 14 0,16 60 0,58 309 0,-50-190 0,-44-223 0,1 8 0,1-1 0,1 1 0,0-1 0,15 28 0,-20-44 0,1-1 0,0 1 0,0-1 0,0 0 0,0 1 0,1-1 0,-1 0 0,1-1 0,0 1 0,0 0 0,0-1 0,0 0 0,0 1 0,0-1 0,1 0 0,-1-1 0,1 1 0,-1-1 0,1 1 0,0-1 0,-1 0 0,1 0 0,0-1 0,0 1 0,0-1 0,0 0 0,-1 0 0,1 0 0,0-1 0,0 1 0,6-2 0,3-3 0,-1 1 0,0-2 0,0 1 0,0-2 0,-1 0 0,1 0 0,-2-1 0,1 0 0,12-13 0,10-13 0,37-51 0,-1-10-17,-5-2-1,-4-3 0,66-151 0,100-341-549,-147 352 523,49-253 1,-126 479 16,0 9 124,-1 0 0,0 0 0,-1-1 0,1 1-1,-1 0 1,0-9 0,-13 53-23,-87 791-74,83-648 0,14-143 0,-49 644 0,49-537 0,7 0 0,36 242 0,-36-361 0,-3-16 0,1 1 0,0-1 0,0 1 0,1-1 0,1 0 0,0 0 0,1-1 0,6 14 0,-10-23 0,0 0 0,0 0 0,0 0 0,0 0 0,0 0 0,0 0 0,0 0 0,0 0 0,0 0 0,0-1 0,0 1 0,1 0 0,-1-1 0,0 1 0,0-1 0,1 1 0,-1-1 0,1 0 0,-1 1 0,0-1 0,1 0 0,-1 0 0,3 0 0,-1-1 0,0 1 0,0-1 0,1 0 0,-1 0 0,0-1 0,0 1 0,0-1 0,-1 1 0,6-5 0,4-4 0,-1 0 0,0 0 0,14-18 0,5-13 0,-1 0 0,-2-2 0,-2 0 0,29-72 0,-23 37 0,39-159 0,-58 182 0,9-90 0,-20 126 0,0-1 0,-1 1 0,-1-1 0,-1 1 0,-1-1 0,0 1 0,-2 0 0,-8-23 0,9 34 0,0 0 0,0 0 0,-1 1 0,0-1 0,-1 1 0,0 1 0,0-1 0,0 1 0,-1 0 0,1 0 0,-2 1 0,1 0 0,0 0 0,-1 1 0,0 0 0,0 0 0,0 1 0,-1 0 0,1 0 0,-1 1 0,-16-2 0,16 2 0,0 1 0,0 1 0,0 0 0,0 0 0,0 0 0,0 1 0,0 1 0,0-1 0,0 2 0,1-1 0,-1 1 0,1 0 0,-1 1 0,1 0 0,0 0 0,1 1 0,-1 0 0,1 0 0,0 1 0,0 0 0,-8 10 0,12-13 0,0 0 0,1 0 0,-1 0 0,1 1 0,0 0 0,0-1 0,1 1 0,-1 0 0,1 0 0,0 0 0,0 0 0,0 0 0,0 0 0,0 0 0,1 0 0,0 0 0,0 0 0,0 0 0,1 0 0,-1 0 0,1 1 0,0-1 0,0 0 0,0-1 0,1 1 0,-1 0 0,1 0 0,0-1 0,0 1 0,0-1 0,1 1 0,-1-1 0,1 0 0,0 0 0,4 4 0,3 2 0,1 1 0,0-2 0,1 0 0,0 0 0,0-1 0,1 0 0,0-1 0,0-1 0,15 5 0,3-2 0,-1-2 0,1-2 0,0 0 0,0-2 0,0-2 0,0 0 0,0-2 0,0-2 0,50-11 0,-41 4 0,0-1 0,0-2 0,-1-2 0,-1-1 0,-1-2 0,59-40 0,-75 44 0,-1-1 0,-1 0 0,31-34 0,-45 45 0,-1 0 0,1 0 0,-1-1 0,0 1 0,-1-1 0,0 0 0,0 0 0,0 0 0,0-1 0,-1 1 0,0-1 0,0 1 0,-1-1 0,0 0 0,0 0 0,-1 1 0,0-1 0,0 0 0,-1-7 0,0 9 0,-1 1 0,1 0 0,-1 0 0,0 0 0,-1 0 0,1 0 0,0 0 0,-1 0 0,0 1 0,0-1 0,0 1 0,-1 0 0,1 0 0,-1 0 0,1 1 0,-1-1 0,0 1 0,0 0 0,0 0 0,0 0 0,-1 0 0,1 1 0,0-1 0,-1 1 0,-4 0 0,-2-1 0,0 0 0,0 1 0,-1 1 0,1 0 0,0 0 0,0 1 0,-1 0 0,1 1 0,-12 4 0,14-3 0,0 0 0,1 1 0,-1 0 0,1 0 0,0 1 0,0 0 0,1 0 0,0 1 0,0 0 0,0 0 0,0 1 0,1 0 0,0 0 0,1 0 0,-1 1 0,1 0 0,1 0 0,0 0 0,0 1 0,0-1 0,1 1 0,0 0 0,1 0 0,-2 16 0,2-7 0,0 1 0,2 0 0,0 0 0,1 0 0,1 0 0,1 0 0,0 0 0,2-1 0,0 0 0,1 0 0,12 25 0,2-4 0,3-1 0,1-1 0,1-1 0,2-1 0,2-1 0,42 39 0,-16-23 0,3-2 0,122 76 0,-132-96 0,1-1 0,1-3 0,1-2 0,1-3 0,67 17 0,-88-29 0,0-1 0,0-1 0,0-2 0,1-2 0,0-1 0,-1-1 0,1-1 0,-1-2 0,0-1 0,50-15 0,-50 8 0,-1 0 0,0-2 0,-1-1 0,0-1 0,-1-1 0,28-24 0,-40 28 0,-1 0 0,0-1 0,-1 0 0,-1-2 0,0 1 0,-1-2 0,-1 0 0,0 0 0,-2-1 0,0 0 0,7-20 0,-13 31 0,-1 0 0,0 0 0,0 0 0,-1 0 0,0 0 0,0-1 0,-1 1 0,0-1 0,0 1 0,-1 0 0,1-1 0,-2 1 0,1 0 0,-1 0 0,0 0 0,-1 0 0,1 0 0,-1 0 0,-1 1 0,1-1 0,-1 1 0,-1 0 0,1 0 0,-1 1 0,0-1 0,0 1 0,0 0 0,-1 0 0,0 0 0,0 1 0,0 0 0,0 0 0,-1 1 0,1 0 0,-10-3 0,-9-3 0,-1 2 0,1 1 0,-1 1 0,0 1 0,0 1 0,0 2 0,0 0 0,-1 2 0,-42 6 0,25 1 0,0 1 0,1 2 0,0 2 0,-80 36 0,92-33 0,0 1 0,1 1 0,1 2 0,1 0 0,1 3 0,0 0 0,2 1 0,-38 47 0,49-52 0,0 1 0,2 0 0,0 1 0,1 0 0,1 0 0,1 1 0,1 1 0,1-1 0,1 1 0,1 1 0,1-1 0,1 1 0,0 39 0,3-51 0,0 0 0,2 0 0,-1 0 0,1 0 0,1-1 0,0 1 0,1-1 0,0 0 0,1 0 0,0 0 0,0 0 0,1-1 0,1 0 0,0 0 0,0-1 0,1 0 0,0 0 0,0-1 0,1 0 0,0 0 0,1-1 0,0 0 0,0-1 0,0 0 0,1 0 0,0-1 0,0-1 0,16 5 0,-10-5 0,-1 0 0,1-1 0,0-1 0,0-1 0,-1 0 0,1-1 0,0-1 0,29-5 0,-23 1 0,0-1 0,-1-2 0,1 0 0,-1-1 0,33-19 0,-14 2 0,-1-2 0,-2-1 0,-1-3 0,-1 0 0,49-60 0,-26 20-69,-4-2 0,-3-3-1,-3-2 1,50-112 0,-48 74-47,-5-2 1,49-201-1,-75 226 116,-3-1 0,-5-1 0,1-176 0,-16 199 0,-2 1 0,-4 0 0,-3 0 0,-3 1 0,-41-116 0,49 168 0,-21-50 0,25 63 0,0 0 0,-1 1 0,1 0 0,-1-1 0,0 1 0,0 0 0,-1 1 0,-8-8 0,12 11-1,0 0 0,0 1-1,0-1 1,0 1 0,0-1-1,0 1 1,0-1 0,0 1 0,-1 0-1,1 0 1,0-1 0,0 1 0,0 0-1,0 0 1,-1 0 0,1 0 0,0 0-1,0 0 1,0 1 0,0-1 0,-1 0-1,-1 1 1,-24 19 146,10-2-68,1 1 1,1 1 0,0 0 0,2 1 0,0 0-1,1 1 1,-15 39 0,7-6-93,3 0 0,-14 75 0,18-49 15,4 1 0,3 0 0,4 0 0,3 0 0,4 0 0,3-1 0,4 1 0,23 78 0,-12-74 0,5-1 0,2-1 0,5-2 0,3-1 0,3-2 0,4-2 0,67 87 0,-81-123 0,2-2 0,2-1 0,1-1 0,2-3 0,71 51 0,-92-73 0,1-1 0,1-1 0,0 0 0,0-1 0,1-2 0,0 0 0,1-1 0,-1 0 0,1-2 0,0-1 0,0 0 0,0-2 0,1 0 0,-1-2 0,0 0 0,27-5 0,-21-1 0,0-2 0,0 0 0,-1-1 0,-1-2 0,0-1 0,-1 0 0,0-2 0,-1-1 0,0-1 0,-2-1 0,31-31 0,-28 23 0,-1 0 0,-2-2 0,0-1 0,-2 0 0,-1-2 0,-1 0 0,-2 0 0,20-61 0,-30 73 0,0-1 0,-1 0 0,-1 0 0,0 0 0,-2-1 0,0 1 0,-5-37 0,4 49 0,-2 1 0,1-1 0,-1 1 0,0-1 0,-1 1 0,1 0 0,-1 0 0,-1 0 0,0 1 0,1-1 0,-2 1 0,1 0 0,-1 0 0,0 0 0,0 0 0,-1 1 0,0 0 0,0 0 0,0 1 0,0 0 0,-1 0 0,1 0 0,-14-5 0,8 6 0,-1 0 0,0 0 0,0 1 0,0 1 0,0 0 0,-1 0 0,1 2 0,0-1 0,0 2 0,0 0 0,0 0 0,0 2 0,0-1 0,1 1 0,-24 12 0,15-6 0,1 2 0,1 0 0,0 0 0,0 2 0,2 0 0,-1 2 0,2-1 0,-23 29 0,22-20 0,0 1 0,2 1 0,1 0 0,1 1 0,1 1 0,1 0 0,1 0 0,2 1 0,-6 38 0,11-47 0,0 0 0,1 1 0,1-1 0,1 0 0,1 1 0,1-1 0,1 0 0,1 0 0,0 0 0,1 0 0,2-1 0,0 1 0,0-2 0,16 28 0,-17-37 0,0-1 0,1 1 0,-1-1 0,1 0 0,1-1 0,0 0 0,0 0 0,0 0 0,1-1 0,0 0 0,0-1 0,0 0 0,16 5 0,-16-7 0,0-1 0,0 0 0,1 0 0,-1-1 0,1 0 0,-1-1 0,1 0 0,-1 0 0,1-1 0,-1-1 0,0 1 0,1-1 0,-1-1 0,0 0 0,13-6 0,1-2 0,-1-1 0,0-1 0,-1-2 0,-1 0 0,0 0 0,33-35 0,-15 6 0,66-93 0,-57 62-40,-3-2-1,-4-2 0,-3-2 1,-3-1-1,-4-2 0,-4 0 1,19-108-1,-27 88-13,-5 0 0,-5-1-1,-4 0 1,-5 0 0,-25-188 0,-12 100 27,31 166 54,-1 0 0,-2 0 0,-1 1 0,-25-45 0,35 69 15,0 1 0,0-1 0,0 1 0,0-1 0,-1 1 0,1-1 0,0 1 0,-1 0 0,1 0 0,-4-2 0,5 2-37,-1 1-1,0 0 1,1 0 0,-1 0-1,1-1 1,-1 1-1,0 0 1,1 0 0,-1 0-1,0 0 1,1 0-1,-1 0 1,0 0-1,1 1 1,-1-1 0,1 0-1,-1 0 1,0 0-1,1 1 1,-1-1 0,1 0-1,-2 1 1,-1 2-8,0 0 0,0 1 0,0-1 0,0 1 1,1 0-1,-1 0 0,1 0 0,-3 6 0,-8 20 3,1 1 0,2 0 0,0 1 0,3 0 0,-6 43 0,5 3 0,1 91 0,9-73 0,4 1 0,4-2 0,4 1 0,4-2 0,5 0 0,62 164 0,-71-223 0,3-1 0,0 0 0,2-1 0,2-1 0,47 57 0,-56-77 0,0 0 0,1-1 0,0 0 0,1-1 0,0 0 0,25 12 0,-28-17 0,0 0 0,1-1 0,-1-1 0,1 0 0,0-1 0,0 0 0,-1 0 0,1-1 0,0-1 0,17-1 0,-17-1 0,0 0 0,0 0 0,-1-1 0,1-1 0,-1 0 0,1 0 0,-1-1 0,-1-1 0,17-10 0,-13 6 0,0-1 0,0-1 0,-1-1 0,-1 0 0,21-27 0,-15 14 0,-1-1 0,-2-1 0,-1-1 0,-1 0 0,-1-1 0,14-57 0,-24 78 0,11-56 0,-12 60 0,0-1 0,-1 1 0,0-1 0,0 1 0,0-1 0,-1 1 0,1-1 0,-1 1 0,-2-6 0,3 11 0,0 0 0,0-1 0,0 1 0,-1 0 0,1 0 0,0 0 0,0-1 0,0 1 0,0 0 0,0 0 0,0 0 0,0 0 0,0-1 0,-1 1 0,1 0 0,0 0 0,0 0 0,0 0 0,0 0 0,-1 0 0,1-1 0,0 1 0,0 0 0,0 0 0,0 0 0,-1 0 0,1 0 0,0 0 0,0 0 0,0 0 0,-1 0 0,1 0 0,0 0 0,0 0 0,0 0 0,-1 0 0,1 0 0,0 0 0,0 0 0,0 0 0,-1 0 0,1 0 0,0 0 0,0 0 0,0 1 0,-1-1 0,1 0 0,0 0 0,0 0 0,0 0 0,0 0 0,0 0 0,-1 1 0,1-1 0,0 0 0,0 0 0,0 1 0,-9 13 0,2 3 0,1 1 0,0 0 0,2 1 0,0-1 0,1 1 0,-1 28 0,3 7 0,5 58 0,1-57 0,3-1 0,24 93 0,-25-122 0,2-1 0,0 1 0,1-1 0,2-1 0,0 0 0,2-1 0,30 39 0,-41-57-65,-1-1 0,1 0 0,0 0 0,1 0 0,-1 0 0,0 0 0,1-1 0,0 1 0,-1-1 0,1 0 0,0 0 0,0 0 0,0-1 0,0 0 0,1 1 0,-1-2 0,0 1 0,0 0 0,1-1 0,8 0 0,25-9-6761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8:52.5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24575,'0'0'0,"0"0"0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8:53.3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24575,'3'18'0,"47"568"0,-28-216 0,-11-262 0,36 147 0,-39-224 0,12 34 0,-17-57 0,0-1 0,1 0 0,-1 0 0,1 0 0,1-1 0,-1 1 0,1-1 0,0 0 0,9 8 0,-10-11 0,-1-1 0,0 0 0,1 0 0,-1-1 0,1 1 0,-1-1 0,1 0 0,0 0 0,0 0 0,0 0 0,-1 0 0,1-1 0,0 0 0,0 0 0,0 0 0,0 0 0,0-1 0,0 1 0,-1-1 0,1 0 0,0 0 0,0-1 0,-1 1 0,1-1 0,-1 1 0,1-1 0,2-3 0,11-5 0,0-2 0,-1 0 0,26-27 0,-42 39 0,55-56 0,-4-2 0,60-85 0,69-144 0,-179 284 0,0 1 0,0-1 0,1 1 0,-1 0 0,1-1 0,0 1 0,-1 0 0,1 0 0,0 0 0,0 0 0,1 1 0,2-3 0,-4 4 0,1-1 0,0 1 0,-1 0 0,1 0 0,-1 0 0,1 0 0,0 1 0,-1-1 0,1 0 0,-1 1 0,1-1 0,-1 1 0,1-1 0,-1 1 0,1 0 0,-1 0 0,0 0 0,1-1 0,-1 1 0,0 0 0,0 1 0,1 0 0,55 46 0,-39-31 0,1-1 0,0 0 0,42 23 0,-53-35 0,0 0 0,0-1 0,0 0 0,1-1 0,-1 0 0,1 0 0,0 0 0,-1-1 0,1-1 0,0 0 0,0 0 0,-1 0 0,1-1 0,0-1 0,10-2 0,-4-1 0,-1 0 0,1-1 0,-1-1 0,-1 0 0,1-1 0,-1-1 0,-1 0 0,1 0 0,-2-1 0,1-1 0,-1 0 0,-1-1 0,0 0 0,14-22 0,-8 8 0,-2 0 0,0 0 0,-2-1 0,-1-1 0,-1 0 0,11-51 0,-16 59 0,-2-1 0,0 1 0,-1 0 0,-1-1 0,-1 1 0,-1-1 0,-1 1 0,-6-31 0,8 50 0,0 0 0,0 0 0,0 1 0,0-1 0,0 0 0,-1 0 0,1 1 0,0-1 0,0 0 0,-1 1 0,1-1 0,0 0 0,-1 0 0,1 1 0,0-1 0,-1 1 0,1-1 0,-1 0 0,1 1 0,-1-1 0,0 1 0,1-1 0,-1 1 0,1 0 0,-1-1 0,0 1 0,1-1 0,-1 1 0,0 0 0,0 0 0,1-1 0,-1 1 0,0 0 0,0 0 0,1 0 0,-1 0 0,0 0 0,0 0 0,1 0 0,-1 0 0,0 0 0,0 0 0,1 1 0,-1-1 0,0 0 0,0 0 0,-1 1 0,-1 2 0,-1 0 0,1 0 0,-1 0 0,1 0 0,0 0 0,0 1 0,-4 7 0,-6 9 0,2 1 0,0 1 0,1 0 0,1 0 0,-8 34 0,-19 126 0,13-12-271,1 280 0,42 176-89,0-291 360,8 179 0,-28-505 0,0 255 0,-2-227 0,-3 0 0,-1 0 0,-1-1 0,-24 68 0,26-90-1,-1-1 0,-1 1 0,0-1 0,0-1 0,-1 1 0,-1-1 0,0 0 0,-1-1 0,0 0 0,-1-1 0,0 0 1,-1-1-1,-13 9 0,14-11 11,-1-1 0,0-1 0,0 0 1,0-1-1,-1 0 0,1 0 0,-1-2 0,0 0 1,0 0-1,0-1 0,0 0 0,0-1 1,0-1-1,0 0 0,-14-4 0,8 1 45,-1-1-1,1-1 1,0 0-1,0-2 1,1 0-1,0-1 1,0-1-1,1 0 1,0-2-1,1 0 1,1 0-1,0-2 1,0 0-1,-22-28 1,22 20-61,0 0 0,1-1 0,2 0 0,0-2 0,1 1 0,2-1 0,0 0 0,2-1 0,1 0 0,-5-47 0,8 22 20,2 0-1,2 0 0,3 1 0,2-1 1,2 1-1,2 0 0,2 1 1,26-66-1,0 20-384,5 2-1,3 3 1,68-99 0,-18 44-6455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8:55.0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15518 1776 24575,'193'461'0,"-162"-377"0,358 1118-894,-300-836 929,57 513 0,-121-626-35,-12 2 0,-10 0 0,-12-1 0,-45 274 0,11-300 0,29-174 0,-2 0 0,-26 59 0,29-84 0,-2-1 0,0 0 0,-2-1 0,-1 0 0,-24 25 0,25-33 0,-1-2 0,0 0 0,-1-1 0,-1-1 0,0-1 0,-1-1 0,-33 16 0,6-9 1,-1-2-1,-1-2 1,0-2 0,-1-3-1,-65 7 1,-269-1-47,-315-53-879,-6-40-286,476 49 1093,-1415-136-1277,-11 101 1,22 117-1756,4 71 0,639-21 2286,21-3 189,-108-46 1390,880-60-4,2-9 0,-1-8-1,-276-67 1,372 61-403,2-4-1,1-5 1,2-3 0,2-5-1,2-4 1,2-4-1,2-4 1,3-3 0,2-5-1,4-2 1,2-4-1,3-4 1,-77-100 0,75 72-308,-122-217 0,-12-140 0,-94-503 0,-72-489 1683,65 236-40,292 1146-1097,-1 0-48,3-1-1,-9-79 1,23 128-455,2 0 0,0-1 1,2 1-1,0 0 0,2 0 0,0 1 0,1-1 1,1 0-1,1 1 0,1 0 0,16-34 0,-7 28-43,0 1 0,2 1 0,1 0 0,1 2 0,1 0 0,1 1 0,1 1 0,27-18 0,12-4 0,1 3 0,81-36 0,4 10-263,3 6-1,206-51 0,329-37-1304,443-14 1392,8 56-1808,694 4 1577,3 54 440,-440 48-388,2 32-656,159 1 830,-532-9 583,-4 40 3831,-932-57-3654,0 4 1,119 33-1,-168-34-571,-1 2 1,0 2-1,-1 1 1,-1 1-1,-1 2 0,-1 2 1,56 44-1,-47-25-8,-2 0 0,-2 3 0,-2 1 0,-1 2 0,-3 2 0,-2 0 0,42 90 0,-15-3 0,72 257 0,-105-294 0,-4 0 0,10 149 0,-14 201 0,-14-342 0,-2-86 24,1 0 0,0-1 0,2 1 0,8 33 0,-9-47-92,0-1 1,0 0-1,0 0 1,1 0-1,-1 0 1,1 0-1,1 0 1,-1-1-1,0 0 1,1 0-1,0 0 1,0 0-1,0 0 1,1-1-1,-1 1 1,1-1-1,0-1 1,0 1-1,0-1 1,0 1-1,6 1 1,32 5-6759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8:56.1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0 509 24575,'3'-1'0,"-1"1"0,0-1 0,1 1 0,-1-1 0,0 1 0,1 0 0,-1 0 0,0 0 0,1 0 0,-1 1 0,3 0 0,13 0 0,1050 29-112,346-3-455,788-124 567,-2120 92 49,91-7 209,219-42 1,-335 39-146,-56 14-113,-1 1 0,0 0 0,0 0 0,1 0 0,-1 0 0,0 0 0,0-1 0,1 1 0,-1 0 0,0 0 0,0 0 0,0-1 0,0 1 0,1 0 0,-1 0 0,0-1 0,0 1 0,0 0 0,0 0 0,0-1 0,0 1 0,0 0 0,1-1 0,-1 1 0,0 0 0,0 0 0,0-1 0,0 1 0,0 0 0,0-1 0,-1 1 0,1 0 0,0 0 0,0-1 0,0 1 0,0 0 0,0-1 0,-9-14 0,-16-10 0,-6 0 0,-2 2 0,0 0 0,-1 2 0,-67-29 0,-158-44 0,161 64 0,-1 4 0,-120-15 0,218 41 0,1 0 0,0 0 0,-1 0 0,1 0 0,-1 0 0,1 0 0,0 0 0,-1 0 0,1 0 0,0 0 0,-1 0 0,1 0 0,0 0 0,-1 0 0,1 1 0,0-1 0,-1 0 0,1 0 0,0 0 0,-1 0 0,1 1 0,0-1 0,-1 0 0,1 0 0,0 1 0,0-1 0,-1 0 0,1 0 0,0 1 0,0-1 0,0 0 0,-1 1 0,1-1 0,0 0 0,0 1 0,0-1 0,0 0 0,0 1 0,0-1 0,0 0 0,0 1 0,0-1 0,0 1 0,0-1 0,0 0 0,0 1 0,0-1 0,0 1 0,10 27 0,30 36 0,-37-60 0,73 97 0,-47-63 0,0 0 0,35 66 0,-59-94 0,0 0 0,-2 1 0,1 0 0,-1-1 0,-1 1 0,0 1 0,0-1 0,-1 0 0,0 0 0,-1 0 0,-2 14 0,-1-7 0,0 0 0,-1-1 0,-1 1 0,-1-1 0,0 0 0,-12 21 0,-6 5 0,-3-1 0,-1-2 0,-2 0 0,-39 38 0,4-11-682,-105 83-1,55-61-6143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8:57.0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 24 24575,'0'0'0,"-7"44"0,0-12 0,-3 69 0,4 0 0,5 0 0,4 1 0,5-1 0,4-1 0,33 134 0,4-64 0,-40-144 0,2-1 0,1 0 0,1 0 0,20 28 0,-31-48 0,1-1 0,1 1 0,-1-1 0,1 0 0,0 0 0,0 0 0,0-1 0,0 1 0,1-1 0,-1 0 0,1 0 0,0 0 0,0-1 0,0 0 0,0 0 0,0 0 0,0 0 0,1-1 0,-1 0 0,1 0 0,-1-1 0,1 1 0,-1-1 0,1 0 0,-1-1 0,0 1 0,1-1 0,-1 0 0,1 0 0,-1-1 0,0 0 0,7-3 0,8-4 0,0-2 0,-1 0 0,-1-1 0,0-1 0,-1-1 0,0 0 0,-1-2 0,0 1 0,21-30 0,-8 5 0,-1-1 0,-2-1 0,24-55 0,-41 78 0,-5 12 0,0 0 0,0 0 0,-1-1 0,0 1 0,-1-1 0,1 0 0,-1 0 0,1-15 0,22 51 0,25 35 0,-25-28 0,2-2 0,39 38 0,-58-64 0,0 0 0,1 0 0,-1 0 0,2-1 0,-1-1 0,0 1 0,1-1 0,0-1 0,0 0 0,1-1 0,-1 0 0,1 0 0,20 2 0,-21-5 0,-1-1 0,0 0 0,1 0 0,-1-1 0,0 0 0,0-1 0,-1 0 0,1 0 0,0-1 0,-1 0 0,0-1 0,0 0 0,0 0 0,-1 0 0,1-1 0,-1 0 0,-1-1 0,12-13 0,0-2 0,-1-1 0,-1 0 0,-2-2 0,24-50 0,-17 21 0,-3 0 0,-2-2 0,-2 0 0,-3 0 0,-2-1 0,-3 0 0,-2-1 0,-3 1 0,-2-1 0,-3 1 0,-2-1 0,-17-65 0,4 58-1365,12 48-5461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8:57.7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51 351 24575,'-7'44'0,"1"-17"0,-10 74 0,-5 139 0,20-188 0,3 0 0,1 1 0,3-1 0,20 80 0,-22-116 0,1-1 0,0 1 0,1-1 0,1-1 0,1 1 0,0-1 0,0-1 0,21 25 0,-25-33 0,0-1 0,0 0 0,1 0 0,-1-1 0,1 1 0,0-1 0,0 0 0,0-1 0,1 1 0,-1-1 0,0 0 0,1 0 0,0 0 0,-1-1 0,1 0 0,0 0 0,0-1 0,-1 1 0,1-1 0,0-1 0,0 1 0,0-1 0,-1 0 0,1 0 0,0 0 0,-1-1 0,10-4 0,-5 2 0,0-1 0,-1 0 0,1-1 0,-1 0 0,0-1 0,-1 0 0,1 0 0,-1 0 0,-1-1 0,10-13 0,-8 8 0,0 0 0,-1-1 0,-1 0 0,0 0 0,-1-1 0,8-26 0,-9 17 0,0 0 0,-2 0 0,0 0 0,-2-1 0,0 1 0,-2-1 0,0 1 0,-2-1 0,-8-32 0,0 23 0,-2-1 0,-1 2 0,-2 0 0,-1 0 0,-22-30 0,-7-14 0,43 72 0,1 1 0,0-1 0,0 1 0,0-1 0,0 0 0,1 0 0,0 0 0,0 0 0,0 0 0,0 0 0,1 0 0,0 0 0,0 0 0,0 0 0,1 0 0,1-8 0,1 7 0,-1 0 0,1 0 0,-1 0 0,2 1 0,-1-1 0,0 1 0,1 0 0,0 0 0,0 0 0,1 1 0,8-8 0,3 1 0,0 1 0,0 0 0,1 1 0,1 0 0,-1 2 0,1 0 0,34-8 0,-21 9 0,0 1 0,-1 1 0,2 2 0,-1 1 0,0 2 0,0 0 0,0 3 0,31 6 0,-25-1 0,0 1 0,0 2 0,-1 2 0,-1 1 0,0 2 0,39 26 0,-43-23 0,-1 1 0,-1 1 0,0 2 0,-2 1 0,-2 1 0,0 1 0,-1 1 0,-2 1 0,-1 2 0,-1 0 0,-2 1 0,-1 0 0,-2 1 0,-1 1 0,11 42 0,-21-62 0,-1 0 0,0 0 0,-1 0 0,-1 0 0,0 1 0,-1-1 0,0 0 0,-1 0 0,-5 22 0,6-35 0,0-1 0,0 1 0,0 0 0,0 0 0,0 0 0,0 0 0,-1 0 0,1-1 0,0 1 0,-1 0 0,1 0 0,0 0 0,-1-1 0,1 1 0,-1 0 0,1 0 0,-1-1 0,0 1 0,1-1 0,-1 1 0,0 0 0,1-1 0,-1 1 0,0-1 0,0 1 0,1-1 0,-1 0 0,0 1 0,0-1 0,0 0 0,0 0 0,0 0 0,1 1 0,-2-1 0,0-1 0,1 0 0,-1 0 0,1 0 0,0 0 0,0 0 0,-1 0 0,1 0 0,0 0 0,0-1 0,0 1 0,0 0 0,0-1 0,1 1 0,-1-1 0,0 1 0,1-1 0,-1 1 0,1-1 0,-1-2 0,-3-12 0,1-1 0,0 0 0,1 1 0,1-1 0,1 0 0,1 0 0,3-23 0,28-120 0,-13 93 0,3 0 0,2 2 0,43-82 0,-45 106 0,2 1 0,1 1 0,3 1 0,0 2 0,3 0 0,34-31 0,-15 28-1365,-8 10-5461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8:58.4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349 1055 24575,'0'0'0,"-1"-27"0,0 24 0,0 1 0,0 0 0,0-1 0,-1 1 0,1 0 0,-1 0 0,1 0 0,-1 0 0,0 0 0,1 1 0,-1-1 0,0 0 0,0 1 0,0-1 0,-1 1 0,1 0 0,0 0 0,0 0 0,-1 0 0,1 0 0,-1 0 0,1 1 0,-1-1 0,1 1 0,-1 0 0,1-1 0,-1 1 0,1 0 0,-1 0 0,-2 1 0,-5 0 0,1 0 0,0 1 0,0 0 0,0 0 0,0 1 0,1 0 0,-10 5 0,6-1 0,-1 0 0,1 1 0,0 1 0,1 0 0,0 1 0,0 0 0,1 0 0,1 1 0,0 0 0,-12 19 0,11-13 0,1 1 0,0 0 0,1 1 0,1 0 0,1 0 0,1 1 0,-4 23 0,6-21 0,1 0 0,0 1 0,2-1 0,0 0 0,2 0 0,0 1 0,2-1 0,0-1 0,2 1 0,0-1 0,1 1 0,1-2 0,1 1 0,18 28 0,-20-39 0,0 0 0,0-1 0,1 0 0,0-1 0,1 1 0,0-2 0,0 1 0,1-1 0,0 0 0,0-1 0,15 6 0,-18-9 0,-1 0 0,1-1 0,0-1 0,0 1 0,0-1 0,1 0 0,-1 0 0,0-1 0,0 0 0,0-1 0,1 1 0,-1-1 0,0-1 0,0 1 0,0-1 0,0 0 0,0-1 0,-1 0 0,13-7 0,-6 2 0,0-2 0,-1 0 0,0 0 0,-1-2 0,0 1 0,0-1 0,-1-1 0,-1 1 0,0-2 0,10-21 0,0-4 0,-2-1 0,20-71 0,-14 23 0,-5 0 0,-3-1 0,4-164 0,-19 104 0,-29-226 0,19 294 0,-4 2 0,-31-105 0,33 156 0,12 28 0,-1 0 0,1 0 0,0 0 0,0-1 0,0 1 0,0 0 0,0 0 0,-1 0 0,1 0 0,0 0 0,0 0 0,0 0 0,0 0 0,-1 0 0,1 0 0,0 0 0,0 0 0,0 0 0,0 0 0,-1 0 0,1 0 0,0 0 0,0 0 0,0 0 0,0 0 0,-1 0 0,1 1 0,0-1 0,0 0 0,0 0 0,0 0 0,0 0 0,0 0 0,-1 0 0,1 0 0,0 1 0,0-1 0,0 0 0,0 0 0,0 0 0,0 0 0,0 0 0,0 1 0,0-1 0,0 0 0,-1 0 0,1 0 0,0 0 0,0 0 0,0 1 0,0-1 0,0 0 0,0 0 0,0 0 0,0 0 0,0 1 0,1-1 0,-1 0 0,0 0 0,0 0 0,0 0 0,0 1 0,0-1 0,2 56 0,137 727 0,-77-517 0,-46-209 0,3-2 0,42 88 0,-53-128 0,0 0 0,1 0 0,0 0 0,2-1 0,-1-1 0,2 1 0,0-2 0,0 0 0,1 0 0,1-1 0,0-1 0,0 0 0,1-1 0,0-1 0,0 0 0,1-1 0,0-1 0,1 0 0,-1-1 0,30 5 0,-11-6-682,46-1-1,31-7-6143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8:59.5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840 1 24575,'0'0'0,"-5"17"0,-63 321 0,26 9 0,28-220 0,-28 286 0,-24 189 0,-30-7 0,87-555 0,-4 30 0,-4-1 0,-26 67 0,42-134 0,1 0 0,-1 0 0,0 0 0,0 0 0,0 0 0,0 0 0,0-1 0,-1 1 0,1 0 0,0-1 0,-1 1 0,1-1 0,-1 0 0,0 1 0,1-1 0,-1 0 0,0 0 0,0 0 0,0 0 0,0 0 0,1 0 0,-1-1 0,0 1 0,-1-1 0,1 1 0,0-1 0,0 0 0,0 0 0,0 0 0,0 0 0,0 0 0,0 0 0,0 0 0,0-1 0,0 1 0,0-1 0,0 0 0,0 1 0,-3-3 0,-7-3 0,0 0 0,0-1 0,1 0 0,-20-18 0,5 3 0,1-2 0,0-2 0,2 0 0,1-1 0,2-1 0,0-1 0,2 0 0,1-2 0,2 0 0,1-1 0,1 0 0,1-1 0,-11-61 0,21 87 0,0-15 0,2 22 0,0-1 0,0 1 0,0 0 0,1-1 0,-1 1 0,0 0 0,0-1 0,0 1 0,0 0 0,1 0 0,-1-1 0,0 1 0,0 0 0,0 0 0,1-1 0,-1 1 0,0 0 0,1 0 0,-1 0 0,0-1 0,0 1 0,1 0 0,-1 0 0,0 0 0,1 0 0,-1 0 0,0 0 0,1 0 0,-1 0 0,0 0 0,1-1 0,-1 1 0,0 1 0,1-1 0,-1 0 0,0 0 0,1 0 0,-1 0 0,0 0 0,1 0 0,-1 0 0,0 0 0,1 1 0,-1-1 0,0 0 0,1 0 0,-1 0 0,0 1 0,0-1 0,1 0 0,-1 0 0,0 1 0,19 12 0,-1 1 0,0 1 0,-1 0 0,-1 1 0,-1 1 0,17 23 0,-16-20 0,55 72 0,-46-58 0,0 0 0,3-2 0,55 52 0,-75-78 0,-1-1 0,1 1 0,1-1 0,-1-1 0,1 0 0,0 0 0,0 0 0,0-1 0,0-1 0,0 0 0,1 0 0,18 1 0,-14-3 0,-1-1 0,1 0 0,-1-1 0,0 0 0,0-1 0,0-1 0,0 0 0,17-8 0,3-5 0,0-2 0,-2-1 0,0-2 0,-1-1 0,45-44 0,30-46-1365,-67 66-5461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9:00.4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0 337 24575,'0'3'0,"0"-1"0,0 0 0,1 0 0,-1 0 0,1 0 0,-1 0 0,1 0 0,0 0 0,1 4 0,5 9 0,248 710 0,75 228 0,-330-953 0,0 0 0,0 0 0,0 0 0,0 0 0,0 0 0,0 0 0,0 0 0,0 0 0,0 0 0,0 0 0,1 1 0,-1-1 0,0 0 0,0 0 0,0 0 0,0 0 0,0 0 0,0 0 0,0 0 0,0 0 0,0 0 0,0 0 0,1 0 0,-1 0 0,0 0 0,0 0 0,0 0 0,0 0 0,0 0 0,0 0 0,0 0 0,0 0 0,1 0 0,-1 0 0,0 0 0,0 0 0,0 0 0,0 0 0,0 0 0,0 0 0,0-1 0,0 1 0,0 0 0,0 0 0,0 0 0,1 0 0,-1 0 0,0 0 0,0 0 0,0 0 0,0 0 0,0 0 0,0 0 0,0-1 0,0 1 0,0 0 0,0 0 0,0 0 0,0 0 0,0 0 0,0 0 0,0 0 0,0 0 0,0-1 0,7-12 0,5-22 0,150-626 0,-42-16 0,-15 76 0,-97 560-1365,-2 16-5461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9:00.9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1089 24575,'19'28'0,"-10"-16"0,0-1 0,1 0 0,0-1 0,0 0 0,1 0 0,0-1 0,1-1 0,0 0 0,0 0 0,1-1 0,0-1 0,0 0 0,1-1 0,-1 0 0,29 5 0,-19-7 0,0-1 0,0 0 0,0-2 0,0-1 0,0-1 0,0 0 0,-1-2 0,1-1 0,32-11 0,-11-1 0,-1-1 0,-1-2 0,-1-3 0,-1-1 0,-1-1 0,-1-3 0,64-60 0,-48 35 0,-3-3 0,-2-3 0,-2-1 0,41-72 0,-55 77 0,-3-2 0,31-79 0,-51 110 0,-1-1 0,-2 0 0,0 0 0,-2 0 0,-1-1 0,-1 0 0,-2-52 0,-1 73 0,-1 1 0,0-1 0,0 0 0,0 1 0,-1-1 0,0 1 0,-1 0 0,1-1 0,-7-8 0,7 12 0,0 0 0,0 1 0,0-1 0,-1 1 0,1-1 0,-1 1 0,0 0 0,1 0 0,-1 0 0,0 1 0,0-1 0,0 1 0,-1-1 0,1 1 0,0 0 0,0 0 0,-1 1 0,1-1 0,0 0 0,-6 1 0,-2 0 0,-1 1 0,1 0 0,-1 1 0,1 0 0,0 0 0,-1 1 0,1 1 0,1 0 0,-21 11 0,3 1 0,0 1 0,-33 28 0,22-12 0,3 1 0,0 2 0,3 1 0,1 1 0,1 2 0,3 2 0,1 0 0,2 2 0,-33 80 0,38-74 0,3 1 0,2 1 0,2 0 0,2 1 0,3 1 0,2-1 0,3 1 0,6 105 0,0-130 0,1 0 0,1-1 0,2 0 0,1-1 0,1 1 0,1-1 0,2-1 0,20 35 0,-22-44 0,2-1 0,0 1 0,1-2 0,0 0 0,2-1 0,-1 0 0,2-1 0,0-1 0,0 0 0,1-1 0,0-1 0,34 14 0,-25-15 13,0 0 1,1-2-1,0-2 0,0 0 0,1-2 1,-1 0-1,1-2 0,47-5 0,-25-2-384,0-2 0,-1-2 0,87-31 0,5-14-6455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9:01.2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606 22 24575,'-34'-21'0,"31"20"0,-1 1 0,1 0 0,0 0 0,-1 0 0,1 1 0,0-1 0,0 1 0,-1 0 0,1 0 0,0 0 0,0 0 0,0 0 0,0 0 0,-3 3 0,-41 28 0,41-27 0,-38 32 0,2 2 0,2 2 0,1 2 0,3 1 0,1 1 0,2 2 0,3 2 0,1 1 0,3 1 0,2 1 0,3 1 0,-16 58 0,28-78 0,1 1 0,2 0 0,1 0 0,2 0 0,3 67 0,1-86 0,1 0 0,1 0 0,1-1 0,-1 1 0,2-1 0,13 27 0,-14-32 0,1-1 0,1 0 0,-1 0 0,1 0 0,1-1 0,-1 0 0,1 0 0,1-1 0,-1 0 0,1 0 0,15 8 0,-10-8 0,1 0 0,0-1 0,0-1 0,0 0 0,1-1 0,-1-1 0,1 0 0,0-1 0,-1-1 0,1 0 0,0 0 0,0-2 0,-1 0 0,23-6 0,1-3 0,-1-1 0,0-1 0,-2-2 0,50-29 0,66-52-1365,-14-6-5461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9:01.5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348 0 24575,'-3'23'0,"-87"551"0,-28-4 0,73-362 0,28-122 0,-36 135 0,42-195-1365,0-14-5461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9:02.5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1 600 24575,'2'-2'0,"0"1"0,0 0 0,1 0 0,-1 0 0,0 1 0,1-1 0,-1 0 0,1 1 0,3-1 0,-1 0 0,446-79 0,-136 26 0,-249 41 0,-31 5 0,1 1 0,0 2 0,0 1 0,48 1 0,-80 4 0,1-1 0,-1 1 0,1 0 0,-1 0 0,1 1 0,-1-1 0,0 1 0,0 0 0,0 0 0,0 0 0,0 0 0,0 1 0,0 0 0,-1 0 0,0 0 0,1 0 0,-1 0 0,0 1 0,-1-1 0,1 1 0,0 0 0,-1 0 0,0 0 0,0 0 0,0 0 0,-1 0 0,3 8 0,0 8 0,0 1 0,-1 0 0,-1 0 0,-1 35 0,-1-47 0,-15 259 0,6-178 0,4 0 0,8 100 0,-2-177 0,1 0 0,0-1 0,0 1 0,2 0 0,-1-1 0,2 0 0,-1 0 0,8 12 0,-10-20 0,0-1 0,0 0 0,0 0 0,1 0 0,-1-1 0,1 1 0,-1-1 0,1 1 0,0-1 0,0 0 0,0 0 0,1 0 0,-1 0 0,0-1 0,1 1 0,-1-1 0,1 0 0,-1 0 0,1 0 0,0-1 0,-1 1 0,1-1 0,0 0 0,-1 0 0,1 0 0,0 0 0,0-1 0,-1 1 0,1-1 0,-1 0 0,1 0 0,3-2 0,7-3 0,0 0 0,-1-1 0,1 0 0,-2-1 0,1-1 0,-1 0 0,-1-1 0,1 0 0,-2-1 0,0 0 0,15-19 0,-7 4 0,-1 0 0,-2-1 0,0 0 0,18-50 0,-22 43 0,-1 0 0,-2 0 0,-1-1 0,-2 0 0,-1 0 0,-2-1 0,-1 1 0,-2-1 0,-2 1 0,-8-43 0,-5 6 0,-2 1 0,-4 2 0,-60-130 0,57 147 0,-27-64 0,52 114 0,-1 1 0,1 0 0,-1 0 0,1-1 0,0 1 0,0-1 0,-1 1 0,1 0 0,0-1 0,0 1 0,0-1 0,1 1 0,-1 0 0,0-1 0,0 1 0,1 0 0,-1-1 0,1 1 0,-1 0 0,1-1 0,0 1 0,-1 0 0,1 0 0,0 0 0,0 0 0,0 0 0,0-1 0,0 2 0,0-1 0,0 0 0,0 0 0,0 0 0,0 0 0,1 1 0,-1-1 0,0 1 0,0-1 0,1 1 0,1-1 0,5-2 0,0 1 0,1 0 0,-1 1 0,1 0 0,11 0 0,-2 1 0,0 1 0,1 0 0,-1 2 0,0 0 0,0 1 0,0 0 0,0 2 0,32 14 0,-28-8 0,0 0 0,-1 2 0,0 0 0,-1 2 0,-1 0 0,18 19 0,-10-5 0,-1 1 0,-1 2 0,-2 0 0,-1 2 0,-2 0 0,-2 2 0,28 75 0,-26-46 0,-2 1 0,-4 0 0,-3 1 0,5 130 0,-16-109 0,-4-1 0,-4 1 0,-25 116 0,22-157 0,-21 62 0,27-97 0,0 1 0,-1-1 0,-1 0 0,0 0 0,-1-1 0,0 0 0,-1 0 0,0-1 0,-12 12 0,19-21 0,0 0 0,0 0 0,-1 0 0,1 0 0,0-1 0,-1 1 0,0-1 0,1 0 0,-1 1 0,0-1 0,1 0 0,-1 0 0,0-1 0,0 1 0,0-1 0,0 1 0,0-1 0,0 0 0,0 0 0,0 0 0,0-1 0,0 1 0,0-1 0,0 1 0,1-1 0,-1 0 0,-5-3 0,3 1 0,1 0 0,0 0 0,-1-1 0,2 1 0,-1-1 0,0 0 0,1-1 0,0 1 0,0 0 0,0-1 0,0 0 0,1 0 0,0 0 0,-3-9 0,-1-6 0,1-1 0,2 0 0,0 0 0,1 0 0,1 0 0,1 0 0,4-34 0,3 4 0,28-101 0,-4 56 0,5 1 0,4 2 0,3 2 0,5 2 0,68-96 0,328-392 0,-406 531 0,-27 33-112,17-21 352,-26 32-323,-1 1 0,0-1 0,0 0 0,-1 1 0,1-1 0,0 0 0,0 1 0,-1-1 0,1 0 0,-1 0 1,0 0-1,1 1 0,-1-1 0,0 0 0,0 0 0,0 0 0,-1-3 0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9:03.6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1684 548 24575,'8'-115'0,"-1"21"0,-7 66 0,2 2 0,-2-1 0,-1 0 0,-8-50 0,8 70 0,-1 0 0,0 0 0,0 0 0,-1 1 0,0-1 0,0 1 0,0 0 0,-1 0 0,0 0 0,0 0 0,-1 0 0,0 1 0,1 0 0,-2 0 0,1 0 0,-1 1 0,1 0 0,-1 0 0,-11-6 0,-1 3 0,1 1 0,-1 0 0,0 2 0,0 0 0,-1 1 0,1 0 0,-1 2 0,1 0 0,-1 1 0,0 1 0,1 1 0,-1 0 0,1 2 0,-26 7 0,17-2 0,-1 1 0,2 1 0,-1 1 0,2 1 0,0 1 0,0 2 0,2 0 0,-38 35 0,30-19 0,1 1 0,2 2 0,2 0 0,1 2 0,2 1 0,1 1 0,2 1 0,2 0 0,-14 48 0,2 10 0,5 2 0,-23 188 0,10 307-139,42 3-158,0-65 43,-28-2 142,-8-268 112,-111 435 0,-133 237 0,234-804 0,24-74 0,-63 224 0,71-237 0,2 1 0,2 0 0,2 1 0,2 56 0,3-88-3,0 0 0,1 0 1,0 0-1,1 0 0,1-1 0,0 0 1,1 1-1,0-2 0,1 1 0,1 0 0,8 12 1,-8-16 14,0 0 0,1-1-1,0 0 1,1 0 0,0 0 0,0-1 0,0-1 0,1 1 0,0-1 0,0-1 0,1 0 0,-1-1 0,21 6 0,-1-3 91,0-1 0,0-2-1,1-1 1,0-2 0,-1-1 0,1-1 0,42-7 0,7-6-863,119-38 0,-49 4-6066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9:04.2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1 128 24575,'14'-8'0,"53"-18"0,1 2 0,2 4 0,116-19 0,-161 35 0,0 0 0,0 2 0,1 1 0,-1 1 0,38 5 0,-57-4 0,1 0 0,0 0 0,0 1 0,-1 0 0,1 1 0,-1-1 0,0 1 0,1 0 0,-1 1 0,-1-1 0,1 1 0,0 1 0,-1-1 0,0 1 0,0 0 0,0 0 0,-1 0 0,0 0 0,0 1 0,0 0 0,0 0 0,-1 0 0,0 0 0,4 13 0,-2 2 0,-1 1 0,0-1 0,-2 1 0,-1 0 0,0-1 0,-4 32 0,-25 135 0,26-176 0,-174 673 0,55-249 0,37 4 0,80-412-116,-6 81 366,10-100-400,0 0 0,1 0 0,0 0 0,0 0 0,1 0 1,0-1-1,1 1 0,-1 0 0,6 10 0,8 3-6676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9:04.8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765 0 24575,'-12'8'0,"1"-1"0,0 2 0,0 0 0,1 0 0,-9 11 0,2-4 0,-63 69 0,2 3 0,5 4 0,4 3 0,4 2 0,-88 180 0,120-206 0,3 1 0,-31 115 0,52-150 0,1 0 0,2 0 0,2 1 0,1-1 0,2 1 0,1 0 0,7 48 0,-4-70 0,0-1 0,1 1 0,1-1 0,0 0 0,1 0 0,1 0 0,0-1 0,1 0 0,0 0 0,16 18 0,-16-23 0,1 0 0,0 0 0,0-1 0,1-1 0,0 1 0,0-1 0,1-1 0,0 0 0,0 0 0,1-1 0,-1-1 0,1 0 0,24 5 0,-12-6 0,1-1 0,0-2 0,0 0 0,0-1 0,-1-2 0,1 0 0,-1-2 0,1 0 0,-1-2 0,-1 0 0,0-2 0,0-1 0,0-1 0,-1 0 0,26-20 0,-27 17 0,-1-1 0,0-2 0,-2 0 0,0-1 0,0 0 0,22-34 0,-29 37 0,-1-2 0,-1 1 0,-1-1 0,0 0 0,-1-1 0,-1 0 0,-1 0 0,0 0 0,2-23 0,-6 28 0,0 0 0,-1-1 0,0 1 0,-1 0 0,-1 0 0,0 0 0,0 0 0,-2 0 0,1 1 0,-2-1 0,0 1 0,-9-18 0,5 16 0,0-1 0,-1 1 0,-1 1 0,0 0 0,-1 1 0,-1 0 0,0 1 0,-28-20 0,22 19 0,0 1 0,-2 1 0,1 0 0,-1 2 0,-1 0 0,1 1 0,-1 2 0,0 0 0,-1 1 0,1 1 0,-1 1 0,0 1 0,1 1 0,-44 6 0,55-4-124,1 1 0,0-1 0,-1 2 0,1-1 0,0 2 0,0-1-1,1 1 1,-1 0 0,1 1 0,-16 14 0,3 3-6702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9:05.5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187 227 24575,'-21'22'0,"8"-6"0,0 0 0,0 0 0,2 1 0,0 1 0,1 0 0,0 0 0,2 1 0,-8 22 0,12-26 0,1 1 0,0-1 0,1 0 0,0 1 0,1-1 0,1 1 0,1-1 0,0 1 0,1-1 0,0 1 0,8 24 0,3-7 0,0-1 0,2 0 0,2 0 0,0-2 0,2 0 0,2-1 0,0-1 0,50 49 0,13 2 0,129 94 0,-116-103 0,77 64 0,-168-129 0,0 0 0,-1 0 0,1 1 0,-2 0 0,1 0 0,0 0 0,-1 0 0,0 1 0,5 11 0,-8-14 0,-1-1 0,1 1 0,0-1 0,-1 1 0,0-1 0,0 1 0,0-1 0,0 1 0,0-1 0,-1 1 0,1-1 0,-1 1 0,0-1 0,0 1 0,-1-1 0,1 0 0,-1 1 0,1-1 0,-1 0 0,0 0 0,0 0 0,-4 3 0,-7 8 0,0 0 0,-1-2 0,0 1 0,-1-2 0,-1 0 0,0-1 0,0 0 0,-24 9 0,7-5 0,-1-1 0,-1-1 0,-52 9 0,64-17 0,-1 0 0,1-2 0,-1-1 0,1-1 0,-1 0 0,-35-7 0,51 5 0,-1 0 0,0 0 0,1-1 0,0 0 0,0-1 0,0 0 0,0 0 0,-14-11 0,18 11 0,-1 0 0,1 0 0,0-1 0,0 1 0,0-1 0,1 0 0,0 0 0,0 0 0,0-1 0,1 1 0,-1-1 0,1 1 0,1-1 0,-3-9 0,2 0 0,1-1 0,1 0 0,0 0 0,1 0 0,1 0 0,0 0 0,1 1 0,1-1 0,9-26 0,9-11 0,36-68 0,193-274 0,-133 223 0,-90 129 0,-1-1 0,-2-2 0,23-61 0,-41 87 0,-1 0 0,0 0 0,-2-1 0,3-31 0,-6 39 0,-1 1 0,-1-1 0,0 1 0,0-1 0,-1 1 0,-1-1 0,0 1 0,-7-18 0,6 21 0,-1-1 0,0 0 0,-1 1 0,0 0 0,-1 1 0,1-1 0,-2 1 0,1 0 0,-17-13 0,10 11 0,0 1 0,-1 0 0,0 1 0,0 1 0,-30-10 0,12 7 0,-1 3 0,-1 0 0,1 2 0,-1 2 0,-55 1 0,36 4 0,-61 10 0,92-8 0,-1 1 0,1 1 0,0 1 0,1 1 0,-23 11 0,34-12-1365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9:06.1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253 18 24575,'8'-3'0,"-1"0"0,0 1 0,1 1 0,0-1 0,-1 1 0,1 0 0,14 1 0,2-1 0,64-3 0,134 10 0,-167 0 0,1 2 0,-1 2 0,86 29 0,-119-31 0,0 1 0,-1 1 0,0 1 0,0 0 0,-2 2 0,1 1 0,-1 0 0,-1 1 0,-1 1 0,0 1 0,-1 0 0,-1 1 0,-1 1 0,0 1 0,-1 0 0,-1 0 0,-2 1 0,16 39 0,-7-1 0,-2 2 0,-3 0 0,-2 1 0,6 111 0,-18 257 0,-45 330-399,-4 327-284,102-267 564,55-9-95,-14-116 122,-93-681 92,23 251 0,-23-225 0,-2-1 0,-1 1 0,-2 0 0,-15 60 0,15-84 68,-2 0 1,0-1-1,0 1 0,-1-2 0,-1 1 0,-1-1 1,0 0-1,-1 0 0,0-1 0,-1-1 0,0 0 1,-1 0-1,-1-1 0,0-1 0,0 0 0,-1 0 1,0-2-1,0 0 0,-1 0 0,-25 8 0,-8 0-51,0-2-1,-1-2 0,0-2 1,-93 7-1,38-14-19,-138-11-1,155 0-269,1-4 0,1-3 0,0-5 0,-95-34 0,83 16-6553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9:08.2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4 178 24575,'-1'2'0,"0"0"0,1 1 0,-1-1 0,1 1 0,0-1 0,0 0 0,0 1 0,0-1 0,0 1 0,1 3 0,1 10 0,68 732 0,-49-575 0,10 61 0,30 310 0,-89-1177 0,59-19 0,-27 619 0,2 0 0,1 0 0,1 1 0,2 1 0,22-48 0,-20 55 0,1 0 0,1 2 0,2-1 0,0 2 0,1 0 0,1 1 0,26-22 0,-10 13 0,1 1 0,74-43 0,-88 59 0,0 2 0,0 0 0,1 1 0,1 2 0,-1 0 0,1 1 0,30-3 0,-47 8 0,0 1 0,0 0 0,0 0 0,0 0 0,0 1 0,0-1 0,0 2 0,0-1 0,7 3 0,-11-3 0,-1 0 0,1 0 0,0 0 0,0 0 0,-1 0 0,1 0 0,-1 1 0,1-1 0,-1 1 0,0-1 0,0 1 0,1-1 0,-1 1 0,0 0 0,0-1 0,-1 1 0,1 0 0,0 0 0,0 0 0,-1 0 0,1 0 0,-1-1 0,0 1 0,0 0 0,0 0 0,1 0 0,-2 0 0,1 0 0,0 0 0,0 0 0,-1 0 0,0 3 0,-3 10 0,0 0 0,-1 0 0,-1 0 0,-1-1 0,-12 21 0,-50 67 0,54-82 0,-63 84 0,-5-3 0,-5-4 0,-133 116 0,203-197 0,13-11 0,-1 1 0,0-1 0,0 0 0,0 0 0,0-1 0,-1 0 0,0 0 0,0-1 0,-12 5 0,18-7 0,1 0 0,0-1 0,-1 1 0,1-1 0,0 1 0,0-1 0,0 1 0,0 0 0,0-1 0,-1 1 0,1-1 0,0 1 0,0 0 0,1-1 0,-1 1 0,0-1 0,0 1 0,0 0 0,0-1 0,0 1 0,1-1 0,-1 1 0,0-1 0,0 1 0,1-1 0,-1 1 0,0-1 0,1 1 0,-1-1 0,1 1 0,0 0 0,14 21 0,1-4 0,0-1 0,2-1 0,-1-1 0,2 0 0,0-1 0,27 14 0,7 0 0,71 28 0,-76-37 0,0-3 0,2-1 0,-1-3 0,2-2 0,68 5 0,-79-13 0,1-2 0,0-1 0,-1-3 0,1-1 0,-1-2 0,0-2 0,49-17 0,-30 4 0,-2-3 0,0-2 0,-2-2 0,-2-3 0,0-2 0,-2-2 0,-2-3 0,46-47 0,-80 72 0,-2 0 0,0-2 0,0 0 0,-2 0 0,18-32 0,-27 44 0,0 0 0,0-1 0,0 1 0,0-1 0,-1 0 0,0 1 0,0-1 0,0 0 0,-1 0 0,0 1 0,0-1 0,0 0 0,0 0 0,-1 0 0,1 1 0,-1-1 0,-1 0 0,1 1 0,-1-1 0,1 1 0,-1-1 0,0 1 0,-1 0 0,1 0 0,-1 0 0,0 0 0,0 0 0,-7-6 0,7 6 0,-1 0 0,0 1 0,-1-1 0,1 1 0,-1 0 0,1 0 0,-1 1 0,0 0 0,0-1 0,-6 0 0,8 2 0,-1 1 0,1-1 0,0 1 0,0 0 0,0 0 0,-1 1 0,1-1 0,0 1 0,0-1 0,0 1 0,0 0 0,0 0 0,0 1 0,0-1 0,0 1 0,0-1 0,1 1 0,-6 4 0,-24 21 0,1 1 0,1 2 0,2 1 0,0 2 0,3 0 0,1 2 0,1 1 0,-23 50 0,42-79 0,0 1 0,1 0 0,0 0 0,1 0 0,-2 9 0,7-11 0,6-10 0,12-11 0,30-30 0,-3-2 0,46-58 0,78-115 0,-169 217 0,28-40 0,-27 41 0,-2 9 0,-2 20 0,0-19 0,-2 26 0,3 109 0,0-130 0,1 0 0,0-1 0,0 1 0,1 0 0,1-1 0,0 0 0,1 0 0,11 20 0,-13-28 0,0 1 0,1-1 0,0 0 0,-1-1 0,1 1 0,1-1 0,-1 1 0,0-1 0,1 0 0,-1-1 0,1 1 0,0-1 0,0 0 0,0 0 0,0-1 0,1 1 0,-1-1 0,0 0 0,0-1 0,1 1 0,-1-1 0,0 0 0,1 0 0,-1-1 0,8-1 0,9-2 0,0-1 0,-1-1 0,0-1 0,37-18 0,-4-1 0,-1-4 0,-1-1 0,-2-3 0,-1-1 0,53-52 0,-101 86 0,1-1 0,-1 1 0,1 0 0,-1 0 0,1 0 0,-1 0 0,1 0 0,0 1 0,-1-1 0,1 0 0,0 1 0,0-1 0,-1 1 0,1 0 0,0-1 0,0 1 0,0 0 0,0 0 0,-1 0 0,1 1 0,0-1 0,0 0 0,0 1 0,-1-1 0,1 1 0,0-1 0,0 1 0,2 1 0,4 3 0,-1 0 0,1 1 0,-1-1 0,11 13 0,-4-5 0,-4-4 0,0 0 0,0 0 0,1-1 0,0 0 0,1-1 0,-1-1 0,2 0 0,-1 0 0,0-1 0,1-1 0,0 0 0,0-1 0,0 0 0,1-1 0,-1 0 0,26-1 0,-10-3 0,-1-2 0,0-1 0,0-1 0,0-1 0,-1-1 0,46-22 0,-15 2 0,103-70 0,-157 96 0,0 0 0,1 0 0,-1 1 0,1-1 0,-1 1 0,1 0 0,0 0 0,0 0 0,-1 1 0,1 0 0,0 0 0,0 0 0,7 1 0,9 0 0,41-2 5,0-2 1,-1-4-1,104-23 0,184-77-302,-65-1-1898,-14-4-3525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9:08.8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70 0 24575,'-6'25'0,"2"0"0,-1 35 0,1-8 0,-41 487 0,40-391 0,23 245 0,-11-339-1365,-1-19-5461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9:09.0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24575,'0'0'0,"0"0"0,0 0 0,0 1 0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9:09.5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1518 24575,'13'-15'0,"249"-227"0,-37 36 0,131-179 0,-294 307 0,-4-4 0,-3-1 0,54-111 0,-99 174 0,-1 0 0,0-1 0,-2 0 0,0 0 0,6-38 0,-12 57 0,-1-1 0,1 1 0,-1-1 0,0 1 0,0 0 0,0-1 0,0 1 0,0-1 0,0 1 0,-1-1 0,1 1 0,-1 0 0,0-1 0,0 1 0,0 0 0,0 0 0,0 0 0,0-1 0,0 1 0,-1 0 0,1 0 0,-1 1 0,1-1 0,-1 0 0,0 0 0,0 1 0,0-1 0,0 1 0,0 0 0,-3-2 0,0 2 0,-1-1 0,0 2 0,1-1 0,-1 0 0,0 1 0,0 0 0,0 1 0,1-1 0,-1 1 0,0 0 0,0 0 0,-6 3 0,-21 8 0,0 0 0,1 3 0,1 0 0,1 2 0,0 1 0,-29 24 0,8-1 0,1 2 0,-59 65 0,80-76 0,2 2 0,1 1 0,1 0 0,2 2 0,2 1 0,-19 44 0,32-61 0,0 0 0,2 0 0,0 0 0,1 0 0,2 1 0,0 0 0,1 0 0,1 0 0,1 0 0,1 0 0,1 0 0,1 0 0,11 41 0,-1-31 0,0 0 0,2-1 0,2 0 0,0-1 0,2-1 0,1-1 0,2-1 0,39 40 0,0-9 0,3-3 0,95 65 0,29-3 0,-187-116 0,0 0 0,1-1 0,-1 1 0,0 0 0,0 0 0,0 1 0,0-1 0,0 0 0,0 0 0,0 0 0,0 1 0,0-1 0,-1 1 0,1-1 0,0 0 0,-1 1 0,1-1 0,-1 1 0,0-1 0,1 1 0,-1 0 0,0-1 0,0 1 0,0-1 0,0 1 0,0-1 0,0 1 0,-1-1 0,1 1 0,-1-1 0,1 1 0,-1-1 0,1 1 0,-1-1 0,0 1 0,1-1 0,-1 0 0,0 1 0,0-1 0,0 0 0,0 0 0,-2 1 0,-5 8 0,-2-1 0,0 0 0,0 0 0,-12 7 0,10-8 0,-56 40-1365,-2-1-5461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9:10.2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201 498 24575,'7'18'0,"-1"16"0,-2-1 0,-2 1 0,-1 0 0,-4 50 0,1-39 0,-78 829 0,75-841 0,2-5 0,-2 0 0,0 0 0,-12 32 0,5-41 0,11-19 0,1 0 0,-1 0 0,1 1 0,-1-1 0,1 0 0,-1 0 0,1 0 0,-1 0 0,1 1 0,-1-1 0,1 0 0,-1 0 0,1 0 0,-1 0 0,1 0 0,-1 0 0,1 0 0,-1 0 0,1-1 0,-1 1 0,1 0 0,-1 0 0,1 0 0,-2-1 0,0-1 0,0 0 0,0 0 0,-1 0 0,1 0 0,1 0 0,-1-1 0,0 1 0,1-1 0,-1 1 0,1-1 0,0 0 0,-2-3 0,-8-26 0,1-1 0,1 0 0,2-1 0,2 0 0,-2-39 0,5-181 0,9 131 0,6 0 0,4 1 0,6 0 0,5 2 0,75-200 0,-81 268 0,1 1 0,34-54 0,-46 88 0,0 0 0,1 1 0,0 1 0,2 0 0,-1 1 0,2 0 0,0 1 0,1 0 0,22-12 0,-31 21 0,0 0 0,0 1 0,1 0 0,-1 0 0,1 1 0,0 0 0,-1 0 0,1 1 0,0 0 0,0 0 0,0 1 0,0 0 0,12 2 0,-14-1 0,0 1 0,0-1 0,0 1 0,0 0 0,-1 1 0,1-1 0,-1 1 0,1 1 0,-1-1 0,0 1 0,0-1 0,0 1 0,-1 1 0,1-1 0,-1 1 0,0 0 0,6 9 0,-4-2 0,0 0 0,-1 1 0,0 0 0,-1-1 0,-1 2 0,0-1 0,-1 0 0,0 0 0,-1 1 0,0-1 0,-1 1 0,-1-1 0,-3 23 0,-3 5 0,-2-1 0,-1 0 0,-21 48 0,1-15-227,-3-1-1,-4-2 1,-3-2-1,-2-1 1,-56 64-1,39-60-6598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9:11.3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179 0 24575,'2'6'0,"0"0"0,0 1 0,-1-1 0,1 0 0,-2 1 0,1-1 0,-1 10 0,1 8 0,6 88 0,-6 0 0,-20 183 0,-60 220 0,42-322 0,-20 127 0,54-306 0,2 0 0,0 1 0,0-1 0,2 1 0,2 21 0,-2-33 0,-1 0 0,1 1 0,0-1 0,0 0 0,0 0 0,1 0 0,-1 0 0,1 0 0,0 0 0,0 0 0,0 0 0,0-1 0,0 1 0,1-1 0,-1 0 0,1 1 0,-1-1 0,1 0 0,0 0 0,0-1 0,0 1 0,0-1 0,0 1 0,0-1 0,0 0 0,1 0 0,-1-1 0,6 2 0,8-1 0,0-1 0,-1 0 0,1-1 0,0-1 0,0-1 0,-1 0 0,0-1 0,0-1 0,22-9 0,12-7 0,75-46 0,-58 26 0,-2-3 0,-2-2 0,-2-4 0,-2-1 0,-3-4 0,-2-1 0,-2-4 0,51-76 0,-93 122 0,-6 9 0,-1 1 0,0-1 0,1 0 0,-2 0 0,1 0 0,0 0 0,-1 0 0,0-1 0,0 1 0,1-8 0,-23 32 0,-17 33 0,2 2 0,-33 69 0,-45 123 0,97-210 0,19-44 0,25-58 0,-11 24 0,-4 9 0,1 1 0,2 0 0,1 1 0,30-41 0,-45 69 0,0 1 0,0-1 0,0 1 0,1 0 0,-1-1 0,1 1 0,0 0 0,0 0 0,-1 1 0,1-1 0,0 1 0,1-1 0,-1 1 0,0 0 0,0 0 0,0 0 0,1 1 0,-1-1 0,1 1 0,-1-1 0,0 1 0,1 0 0,-1 1 0,0-1 0,1 1 0,-1-1 0,0 1 0,1 0 0,-1 0 0,0 0 0,0 1 0,0-1 0,0 1 0,0 0 0,0 0 0,3 3 0,10 7 0,0 2 0,-1 0 0,0 1 0,21 29 0,-25-30 0,1 2 0,1-2 0,0 1 0,1-2 0,24 18 0,-32-26 0,1-1 0,0 0 0,0-1 0,0 0 0,0 0 0,0 0 0,1-1 0,-1 0 0,1-1 0,-1 1 0,1-1 0,0-1 0,-1 0 0,13 0 0,-2-3 0,1-1 0,-1-1 0,1 0 0,-1-2 0,-1 0 0,1 0 0,-1-2 0,-1 0 0,17-13 0,20-16 0,59-56 0,1-18 0,16-14 0,-126 124 0,-1-1 0,0 1 0,1 1 0,0-1 0,-1 0 0,1 0 0,0 1 0,0 0 0,0-1 0,0 1 0,0 0 0,0 1 0,0-1 0,1 1 0,-1-1 0,0 1 0,4 0 0,-4 1 0,0 0 0,0 0 0,0 0 0,0 0 0,0 1 0,0 0 0,0-1 0,-1 1 0,1 0 0,-1 0 0,1 0 0,-1 1 0,0-1 0,0 1 0,0-1 0,0 1 0,3 5 0,4 8 0,0 2 0,0-1 0,-2 1 0,0 0 0,-1 1 0,6 36 0,6 123 0,-16-67 0,-5 0 0,-4-1 0,-35 170 0,-113 317 0,-75 62-1342,140-445 1098,-119 204 0,204-408 244,-11 20 0,-2-1 0,0 0 0,-31 36 0,47-63 2,0 0-1,-1 0 0,1 0 0,0 0 0,-1 0 0,1 0 0,-1 0 1,0-1-1,-5 3 0,7-4-2,0 0-1,0 1 1,0-1-1,0 0 1,0 0 0,0 0-1,0 0 1,0 0 0,0 0-1,0 0 1,0 0 0,0-1-1,0 1 1,0 0 0,0-1-1,0 1 1,0 0-1,0-1 1,0 0 0,-1 0-1,-1-2 27,0-1 0,0 1 0,0-1-1,1 0 1,-1 0 0,1 0 0,0 0 0,0 0-1,1-1 1,-1 1 0,1 0 0,-1-7-1,-7-35 251,2 0 0,2 0 0,2 0 0,2-1 0,6-55 0,8-8-412,28-120 0,-11 107 77,6 1-1,4 2 1,79-159-1,-51 146-20,7 2 1,139-184-1,-91 162 29,7 5-1,7 6 1,6 6 0,309-225 0,-419 336 52,-18 13 0,1 1 0,-1 1 0,2 0 0,-1 1 0,20-8 0,-18 31-471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9:14.6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1836 24575,'0'0'0,"9"28"0,-5-17 0,1 0 0,0 0 0,0 0 0,1 0 0,13 19 0,-16-27 0,-1 0 0,0-1 0,1 1 0,0-1 0,0 0 0,-1 0 0,1 0 0,0 0 0,1 0 0,-1 0 0,0-1 0,0 0 0,1 0 0,-1 0 0,1 0 0,-1 0 0,1-1 0,-1 1 0,1-1 0,-1 0 0,1 0 0,5-1 0,20-5 0,1-1 0,-1-1 0,0-1 0,30-16 0,409-204-716,-13-43 0,255-187 718,372-220-16,-795 524-66,-208 117 209,142-46 0,-216 82 11,1 0 1,-1 1 0,1 0 0,-1 0-1,1 0 1,-1 0 0,1 1 0,11 1-1,-16 0-140,0 0 0,0 0 0,0 0 0,0 0 0,-1 0 0,1 1 0,0-1 0,-1 0 0,1 1 0,0-1 0,-1 0 0,0 1 0,1-1 0,-1 1 0,0 2 0,4 24 0,-4 31 0,0-59 0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9:16.0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1772 24575,'13'-22'0,"23"-30"0,1 3 0,45-46 0,97-84 0,-160 161 0,750-658-410,46 51 268,-786 606 135,-21 14 119,1 0-1,-2 0 1,1-1 0,7-8 0,-14 13-1477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9:18.1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1644 24400,'3305'-1644'0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09:19.3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24575,'13'5'0,"31"10"0,2-1 0,0-3 0,62 8 0,143 3 0,-239-22 0,860 5 0,-210-9 0,-478 15 0,-159-8 0,-1 1 0,1 1 0,-1 1 0,0 2 0,30 13 0,-49-19 0,0 0 0,0 1 0,0 0 0,0 0 0,-1 1 0,1-1 0,-1 1 0,0 0 0,4 5 0,-6-6 0,0-1 0,-1 1 0,1 0 0,-1 0 0,0 0 0,0-1 0,0 1 0,0 0 0,-1 0 0,1 1 0,-1-1 0,0 0 0,0 0 0,0 0 0,0 0 0,0 0 0,-1 0 0,0 5 0,-5 13 0,-1-1 0,-1 0 0,0 0 0,-15 25 0,-53 76 0,62-101 0,-442 601 0,139-200 0,28 18 0,255-380 0,-77 144 0,104-172-1365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14:27.8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24500,'16065'0'0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14:30.3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1389 0 24575,'10'25'0,"5"-2"0,1 0 0,0-1 0,2-1 0,0-1 0,2 0 0,0-1 0,27 19 0,14 5 0,93 51 0,-82-54 0,2-4 0,119 42 0,-192-78 0,0 0 0,0 1 0,0-1 0,-1 1 0,1 0 0,0-1 0,0 1 0,0-1 0,-1 1 0,1 0 0,0 0 0,-1 0 0,1-1 0,0 1 0,-1 0 0,1 0 0,-1 0 0,0 0 0,1 0 0,-1 0 0,0 0 0,1 0 0,-1 0 0,0 1 0,-2 35 0,-1-22 0,-1-1 0,-1 0 0,-7 15 0,-2-3 0,-1 0 0,-1-1 0,-2-1 0,0 0 0,-2-1 0,0-1 0,-41 33 0,2-8 0,-125 73 0,-4-15 0,-269 106 0,305-155 0,-209 49 0,-167 6 0,549-114 0,1 1 0,44 3 0,-40 0 0,0-1 0,30-3 0,-54 2 0,0 1 0,0-1 0,0 1 0,0-1 0,0 0 0,-1 0 0,1 1 0,0-1 0,0 0 0,-1-1 0,1 1 0,0 0 0,1-2 0,8-6 0,-22-6 0,-4 2-170,-1 1-1,-1 0 0,0 1 1,0 1-1,-1 0 0,-1 2 1,-25-10-1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13:51.9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2017 0 24575,'0'0'0,"0"0"0,-3 1 0,-11 4 0,0 1 0,0 1 0,0 0 0,1 1 0,-20 16 0,-7 4 0,-276 183-417,-419 310-6274,348-244 7094,157-114-1121,26-19-50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14:10.9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0 229 24575,'10'0'0,"4204"-28"-6092,-940 45 1833,-2489 6 4335,1138 26-1134,2-36 250,1034-68 809,-688 10-1,-2 34-24,651 60 118,-1766-26 2425,-1071-21-2117,27-2 1726,1 5 0,131 24 1,-218-24-1905,0 2 0,0 0 1,-1 2-1,0 0 0,0 2 1,-1 0-1,-1 1 0,0 2 1,0 0-1,30 28 0,-26-17-181,-1 1-1,-1 1 0,-1 1 1,-2 1-1,0 1 1,27 61-1,-16-20-42,-4 1 0,-3 2 0,-3 0 0,12 79 0,17 312 0,-57 342 0,-65-2 0,15-217 0,51-498 0,2-17 0,-3-1 0,-28 122 0,30-173 0,-1-1 0,-2 0 0,0 0 0,-1 0 0,0-1 0,-2-1 0,0 0 0,-1 0 0,-1-1 0,-1-1 0,0 0 0,-1 0 0,-31 23 0,20-22 0,0-1 0,0-1 0,-2-1 0,-32 11 0,8-7 0,-88 18 0,-153 3-384,-82-24-1152,-75-20 563,-65-18-1380,-1655-128-1462,1175 76 3584,-4784-332-2948,1602 167 2116,-3 121 866,2661 124 1154,414 2-417,303-46 1776,687 23-1520,-161-47-1,198 39-553,0-3-1,-134-69 0,158 65-241,1-1 0,2-4 0,1-1 0,2-2 0,2-3 0,2-1 0,1-2 0,3-2 0,2-2 0,2-2 0,2-1 0,2-1 0,3-2 0,2-1 0,3-1 0,-31-109 0,30 58 0,5 0 0,4-2 0,5 0 0,5-151 0,60-441 0,34 42 516,-20 225 4785,-62 404-5646,-1 12-5715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14:12.3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175 356 24575,'-1'-3'0,"-2"-7"0,-6-15 0,-13-26 0,-15-26 0,-15-21 0,1 7-8191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14:21.2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1197 24575,'0'-2'0,"0"1"0,1-1 0,-1 1 0,1-1 0,-1 1 0,1-1 0,0 1 0,0 0 0,-1-1 0,1 1 0,0 0 0,0 0 0,0 0 0,1 0 0,1-2 0,4-5 0,31-32 0,0 2 0,56-41 0,99-61 0,467-258 0,31 49 0,-498 259-1365,-126 59-5461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14:21.6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1539 24575,'10'-17'0,"17"-11"0,1 1 0,2 1 0,58-39 0,-64 48 0,502-324-204,25 26-198,144-86 95,-607 347-98,-3-4 1,87-76 0,-114 79-5661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14:21.9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24575,'2'93'6,"25"150"0,37 85-135,-58-297 90,314 1081-695,99-33-611,-373-969-4611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14:22.2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 3 24575,'0'0'0,"-2"-2"0,1 8 0,9 33 0,1 0 0,2 0 0,2-2 0,22 46 0,-12-27 0,374 769-492,21 53 272,-375-768-96,-6 1 0,-4 1 1,24 155-1,-42-147-5900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14:22.9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24575,'0'0'0,"0"2"0,2 10 0,4 28 0,7 42 0,9 41 0,9 36 0,7 23 0,5 13 0,2 2 0,0-8 0,-2-13 0,-3-17 0,-8-23 0,-9-34-8191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14:23.5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37 994 24575,'-4'-33'0,"-10"-36"0,8 41 0,1-1 0,-3-36 0,8 45 0,1 1 0,0 0 0,2-1 0,0 1 0,1 0 0,1 0 0,0 1 0,2-1 0,12-24 0,-6 18 0,1 2 0,1 0 0,2 0 0,0 2 0,1 0 0,21-19 0,5 2 0,2 3 0,0 1 0,3 2 0,0 3 0,97-42 0,-71 40 0,1 4 0,106-25 0,-135 42 0,-1 2 0,1 2 0,0 2 0,1 3 0,66 5 0,-97-2 0,0 0 0,0 2 0,0 0 0,0 0 0,-1 2 0,0 0 0,28 15 0,-36-16 0,0 1 0,0-1 0,-1 1 0,0 0 0,0 1 0,-1-1 0,0 2 0,0-1 0,0 0 0,-1 1 0,0 0 0,-1 0 0,1 1 0,-2 0 0,6 17 0,-5-11 0,-2 0 0,1 0 0,-2 1 0,0-1 0,-1 0 0,-1 1 0,0-1 0,-3 16 0,-4 5 0,-1 0 0,-20 50 0,-13 13-307,-4-2 0,-114 178 0,-155 159 31,57-116 276,-15 22 0,265-329 0,-1 0 0,1 1 0,0 0 0,-7 13 0,14-23 0,0 0 0,0 1 0,0-1 0,0 1 0,0-1 0,1 1 0,-1-1 0,1 1 0,-1 0 0,1-1 0,0 1 0,0-1 0,0 1 0,1 0 0,-1-1 0,1 1 0,-1-1 0,1 1 0,0 0 0,0-1 0,2 5 0,0-3 0,1 0 0,-1-1 0,1 1 0,0-1 0,0 1 0,0-1 0,0 0 0,1-1 0,-1 1 0,1-1 0,0 0 0,-1 0 0,8 1 0,14 4 0,36 6 0,-44-10 0,443 52-35,11 1 434,-391-41-336,-1 4 0,0 3-1,131 55 1,-182-64-63,-1 1 0,0 2 0,-2 0 0,1 2 0,-2 0 0,-1 2 0,0 1 0,28 33 0,-43-43 0,0 0 0,-1 1 0,0 0 0,-1 1 0,0 0 0,-1 0 0,-1 0 0,0 1 0,0 0 0,-2 0 0,0 0 0,0 0 0,-1 0 0,-1 1 0,0-1 0,-1 1 0,-1-1 0,0 0 0,-1 1 0,-5 17 0,-1-7 19,0 0 1,-2-1 0,-1-1 0,-1 0 0,-1 0 0,-1-1-1,-1-1 1,-1 0 0,0-1 0,-33 30 0,8-14 53,-1-1 0,-2-3-1,-1-1 1,-55 28 0,28-22-73,-2-4 0,-1-3 0,-1-3 0,-2-3 0,0-4 0,-1-4 0,-1-2 0,0-5 0,-1-2 0,-87-6 0,120-4-341,2-2 0,-1-2-1,-77-22 1,31-4-6485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14:23.7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1 454 24575,'1'-1'0,"0"1"0,12-8 0,25-13 0,31-18 0,32-14 0,29-8 0,25-2 0,18 6 0,9 8 0,1 11 0,-6 10 0,-13 10 0,-19 6 0,-35 6-8191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14:23.9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24575,'5'146'0,"34"224"0,57 133 0,-27-160 0,-60-291-682,5 104-1,-16-83-6143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14:24.1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0 130 24575,'0'0'0,"0"0"0,0 0 0,0 2 0,0-1 0,8 4 0,21 6 0,41 3 0,45-2 0,41-6 0,32-10 0,19-8 0,7-8 0,-2-5 0,-10-5 0,-15-2 0,-21 1 0,-38 5-8191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14:51.0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946 1623 24575,'0'-31'0,"24"-412"0,27 2 0,5-57 0,-54 480 0,2-19 0,-2 0 0,-4-60 0,2 96 0,0 0 0,0 0 0,0 0 0,0 0 0,-1 0 0,1 0 0,0 1 0,0-1 0,0 0 0,-1 0 0,1 0 0,-1 0 0,1 1 0,0-1 0,-1 0 0,1 0 0,-1 1 0,0-1 0,1 0 0,-1 1 0,0-1 0,1 1 0,-2-2 0,0 2 0,0 0 0,1 0 0,-1 0 0,0 0 0,1 0 0,-1 0 0,0 1 0,1-1 0,-1 1 0,0-1 0,1 1 0,-1-1 0,-2 2 0,-29 14 0,0 1 0,0 2 0,-36 28 0,-90 79 0,155-122 0,-101 85 0,5 5 0,4 4 0,5 4 0,4 4 0,-117 187 0,183-254 0,10-20 0,22-44 0,35-67 0,5 1 0,3 2 0,5 4 0,104-121 0,-131 171 0,2 0 0,1 2 0,1 2 0,2 1 0,1 2 0,54-29 0,-66 43 0,0 2 0,1 0 0,0 2 0,1 1 0,0 2 0,0 0 0,1 2 0,0 2 0,0 0 0,0 2 0,36 3 0,-32 2 0,0 2 0,0 1 0,0 1 0,-1 2 0,0 1 0,35 19 0,4 6 0,100 71 0,-151-94-682,39 19-1,-19-15-6143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15:05.5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1323 2498 24575,'-2'-1'0,"0"0"0,0-1 0,0 1 0,0-1 0,0 1 0,0-1 0,1 0 0,-1 1 0,-1-3 0,-1-2 0,-14-14 0,0-1 0,2-1 0,1-1 0,1 0 0,0 0 0,2-2 0,1 0 0,1 0 0,-12-47 0,4-6 0,4 0 0,-5-85 0,4-447 0,6 68 0,3 464 0,-29-135 0,26 178 0,-1 0 0,-2 0 0,-1 1 0,-1 1 0,-2 0 0,-21-30 0,34 58 0,-1-2 0,-1 0 0,0 0 0,-1 0 0,-12-11 0,17 16 0,-1 1 0,0 0 0,1 0 0,-1 0 0,0 0 0,0 0 0,0 0 0,0 0 0,0 1 0,0-1 0,0 1 0,0-1 0,0 1 0,0 0 0,0-1 0,0 1 0,0 0 0,0 1 0,0-1 0,0 0 0,0 1 0,0-1 0,0 1 0,0-1 0,0 1 0,-3 2 0,-18 11 0,1 2 0,0 1 0,1 1 0,1 0 0,1 1 0,-25 34 0,29-36 0,-64 80 0,4 2 0,-109 194 0,105-141 0,-88 236 0,167-387 0,-53 159 0,51-147 0,12-23 0,38-72 0,67-155 0,-71 138 0,130-287 0,78-166 0,-247 541 0,1-1 0,0 1 0,0 1 0,1-1 0,0 1 0,10-9 0,-13 15 0,0 1 0,1-1 0,-1 1 0,0 1 0,1-1 0,0 0 0,0 1 0,-1 0 0,1 1 0,1-1 0,-1 1 0,0-1 0,0 2 0,0-1 0,1 1 0,8 0 0,12 1 0,-1 2 0,1 1 0,-1 1 0,0 2 0,0 0 0,-1 1 0,0 2 0,23 12 0,6 6 0,-1 3 0,63 48 0,-45-23 0,-3 3 0,-2 3 0,-3 2 0,55 76 0,-54-55 0,-4 3 0,-3 2 0,47 108 0,-92-174 0,-2 2 0,0-1 0,-2 1 0,7 37 0,-42-55 0,28-8 0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15:06.9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3709 1855 24553,'-1'73'0,"-4"0"0,-2-1 0,-3 0 0,-2 0 0,-4-1 0,-2 0 0,-4-2 0,-1 0 0,-4-1 0,-2-1 0,-3-2 0,-2-1 0,-3-1 0,-2-2 0,-3-1 0,-2-2 0,-2-1 0,-3-3 0,-1-2 0,-2-1 0,-3-3 0,-1-2 0,-2-2 0,-2-2 0,-1-3 0,-2-2 0,-1-3 0,-2-2 0,-1-3 0,0-2 0,-2-3 0,-1-3 0,0-3 0,-1-2 0,-1-3 0,0-3 0,-1-3 0,1-3 0,-1-2 0,0-4 0,0-2 0,1-3 0,0-3 0,0-3 0,1-3 0,0-2 0,2-3 0,0-3 0,1-3 0,1-2 0,2-3 0,1-2 0,1-3 0,2-2 0,1-3 0,2-2 0,1-2 0,3-2 0,2-3 0,1-1 0,3-2 0,2-3 0,2-1 0,2-2 0,3-1 0,2-2 0,3-1 0,2-1 0,3-2 0,2-1 0,3-1 0,3 0 0,3-2 0,2 0 0,3-1 0,3 0 0,3 0 0,3-1 0,2 0 0,4 0 0,2 1 0,3-1 0,3 1 0,3 0 0,3 1 0,2 1 0,3 0 0,3 1 0,3 2 0,2 0 0,3 1 0,2 2 0,3 1 0,2 2 0,3 1 0,2 2 0,2 2 0,2 1 0,3 3 0,1 1 0,2 3 0,3 2 0,1 2 0,2 2 0,1 3 0,2 2 0,1 3 0,1 2 0,2 3 0,1 2 0,1 4 0,0 1 0,2 4 0,0 2 0,1 4 0,0 2 0,0 3 0,1 2 0,0 4 0,0 2 0,-1 4 0,1 2 0,-1 3 0,0 2 0,-1 4 0,-1 2 0,0 4 0,-1 1 0,-2 4 0,0 2 0,-1 3 0,-2 2 0,-1 3 0,-2 2 0,-1 3 0,-2 2 0,-2 2 0,-1 2 0,-3 3 0,-2 1 0,-1 3 0,-3 1 0,-2 2 0,-2 2 0,-3 1 0,-2 2 0,-3 1 0,-2 2 0,-3 1 0,-2 0 0,-4 2 0,-1 1 0,-4 0 0,-2 1 0,-4 1 0,-2 0 0,-3 1 0,-2-1 0,-4 1 0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13:42.6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 5 24575,'0'0'0,"-1"-1"0,0 0 0,1-1 0,-1 2 0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13:43.5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1213 80 24575,'-21'-25'0,"16"18"0,-1 0 0,0 0 0,-13-11 0,17 16 0,0 0 0,-1 1 0,1-1 0,0 1 0,-1 0 0,1-1 0,-1 1 0,0 1 0,1-1 0,-1 0 0,0 1 0,0-1 0,1 1 0,-1 0 0,0 0 0,0 0 0,-3 0 0,-10 4 0,0 1 0,0 0 0,1 0 0,0 2 0,0 0 0,-15 10 0,14-8 0,-65 35 0,2 5 0,2 2 0,3 4 0,2 3 0,2 3 0,4 4 0,2 2 0,-64 88 0,93-106 0,2 2 0,3 1 0,2 2 0,3 1 0,-33 99 0,45-108 0,2 2 0,2 0 0,3 0 0,1 1 0,2-1 0,3 1 0,10 85 0,-4-92 0,3-1 0,1 0 0,1-1 0,3 0 0,1-1 0,2 0 0,1-2 0,3 0 0,0-1 0,3-1 0,0-1 0,39 39 0,-37-46 0,2-1 0,1-1 0,1-1 0,1-2 0,1-1 0,1-2 0,1-1 0,0-2 0,2-1 0,-1-1 0,2-3 0,-1 0 0,66 8 0,-50-14-7,0-3 0,0-2 0,-1-2 0,1-2 0,0-3-1,-1-2 1,-1-2 0,1-2 0,-2-3 0,59-26 0,-36 8-79,-2-2 0,-1-3 0,-2-4-1,-3-2 1,-1-3 0,59-58 0,-75 60 86,-2-1 0,-2-3 0,-2-1 0,-2-2 0,-3-1 0,-3-2 0,34-74 0,-52 92 0,-1 1 0,-3-2 0,0 0 0,-3 0 0,6-56 0,-13 62 0,0 1 0,-2 0 0,-1-1 0,-2 1 0,-1 0 0,-2 1 0,-14-44 0,8 39 39,-3 0-1,-1 1 0,-1 0 0,-2 2 1,-2 0-1,-1 1 0,-1 2 1,-1 0-1,-2 2 0,-1 0 0,-1 2 1,-2 2-1,0 0 0,-1 2 1,-2 2-1,-58-28 0,51 30-36,-1 2 0,-1 2 0,0 1 0,-1 2 0,0 3 0,0 1 0,-1 2 0,0 2 0,0 2 0,0 2 0,0 2 0,0 2 0,1 2 0,-52 15 0,58-11 13,1 2 0,0 2 0,1 1 0,1 2 0,1 1 0,0 2 0,-36 30 0,50-34-139,0 0 1,2 2-1,0 0 0,1 1 0,1 0 0,1 2 1,1 0-1,0 0 0,2 1 0,1 1 1,-14 41-1,-1 45-6702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13:44.5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1 215 24575,'15'11'0,"8"2"0,1-1 0,0-1 0,1-1 0,0-1 0,1-1 0,30 5 0,-51-12 0,127 27-109,0-6 0,192 7 0,274-30-797,678-117 779,-13-104-1,-1230 217 385,-4-1 518,-34 3-451,-19 0-192,-46-4-132,-36-4 0,-184 5 0,290 6 0,-1 0 0,1 0 0,-1 0 0,1 0 0,-1 0 0,1 0 0,-1 0 0,1 0 0,-1 0 0,1 1 0,-1-1 0,1 0 0,-1 0 0,1 0 0,-1 1 0,1-1 0,-1 0 0,1 0 0,-1 1 0,1-1 0,0 0 0,-1 1 0,1-1 0,0 0 0,-1 1 0,1-1 0,0 1 0,-1-1 0,1 1 0,0-1 0,0 1 0,-1-1 0,1 1 0,0-1 0,0 1 0,0-1 0,0 1 0,0-1 0,0 1 0,0-1 0,0 1 0,0-1 0,0 1 0,0-1 0,0 1 0,0-1 0,0 1 0,1-1 0,-1 1 0,0-1 0,0 1 0,0-1 0,1 1 0,-1-1 0,1 1 0,19 27 0,-19-27 0,29 32 0,2-2 0,63 48 0,83 45 0,-143-101 0,-9-8 0,-15-9 0,-1 1 0,1 0 0,14 13 0,-23-18 0,0 0 0,0 0 0,0 1 0,0-1 0,0 0 0,-1 1 0,1-1 0,-1 1 0,0 0 0,1-1 0,-1 1 0,0 0 0,-1 0 0,1 0 0,0 0 0,-1 0 0,0 0 0,0-1 0,0 1 0,0 4 0,-4 8-227,0-1-1,-1 1 1,0-1-1,-1 0 1,-16 26-1,-13 22-6598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13:45.0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1389 6 24575,'-10'-2'0,"1"1"0,-2-1 0,1 2 0,0-1 0,0 2 0,0-1 0,0 1 0,0 1 0,0 0 0,-10 3 0,4-1 0,-46 11 0,0 2 0,1 4 0,2 2 0,-86 46 0,68-26 0,3 3 0,-123 100 0,145-100 0,1 2 0,3 2 0,1 2 0,3 2 0,3 2 0,2 1 0,-53 104 0,73-119 0,2 0 0,2 2 0,2-1 0,1 2 0,-6 56 0,14-64 0,1-1 0,3 1 0,1 0 0,1-1 0,2 0 0,2 1 0,12 41 0,-11-53 0,1 1 0,2-1 0,0-1 0,2 0 0,0 0 0,2-2 0,1 1 0,0-2 0,2 0 0,0-1 0,1 0 0,1-2 0,1 0 0,1-1 0,0-1 0,1-1 0,1-1 0,0-1 0,1-1 0,0-1 0,37 11 0,-28-13 0,0-3 0,1 0 0,-1-2 0,1-2 0,0-1 0,42-4 0,-32-2 0,0-1 0,0-3 0,0-2 0,56-21 0,-48 10 0,0-2 0,-1-2 0,-1-2 0,-2-2 0,-1-3 0,-2-1 0,78-77 0,-91 77 0,-2-1 0,-1-1 0,-2-1 0,-1-2 0,-2-1 0,-2 0 0,33-87 0,-45 95 0,-1 1 0,-1-1 0,-2-1 0,-1 1 0,-2-1 0,-1 0 0,-1 0 0,-2 0 0,-2 1 0,0-1 0,-17-63 0,8 58 0,-2 0 0,-2 1 0,-1 1 0,-2 1 0,-1 0 0,-2 2 0,-1 0 0,-1 2 0,-32-31 0,9 15 0,-2 2 0,-2 2 0,-2 3 0,-96-56 0,128 84-341,-1 0 0,0 1-1,-34-12 1,42 20-6485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13:45.7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1 313 24575,'6'11'0,"3"-2"0,1-1 0,0 0 0,0 0 0,1-1 0,0-1 0,0 0 0,1 0 0,0-1 0,20 6 0,-25-8 0,71 24-17,2-4 0,147 24 0,180-3-888,672-20-373,4-71 288,558-105 313,-1480 130 691,229-62-1,-378 80 303,-8 4-156,0-1 1,-1 0-1,1 0 0,-1 0 1,1 0-1,-1 0 0,0-1 1,1 0-1,-1 0 1,0 1-1,0-2 0,0 1 1,4-5-1,-8 6-42,0-1-1,-1 1 1,1-1 0,0 1-1,-1 0 1,1-1 0,-1 1-1,0 0 1,1 0 0,-4-2-1,1 1-98,-1-1-19,0 0 0,-1 0 0,0 0 0,0 1 0,0 0 0,0 0 0,-8-2 0,-15-3 0,-246-60 0,-377-41 0,627 104 0,20 2 0,-1 1 0,0 0 0,0 0 0,0 0 0,0 1 0,-1 0 0,1 0 0,0 1 0,0 0 0,0 0 0,-6 2 0,12-3 0,-1 0 0,1 1 0,0-1 0,0 1 0,0-1 0,-1 0 0,1 1 0,0-1 0,0 1 0,0-1 0,0 1 0,0-1 0,0 0 0,0 1 0,0-1 0,0 1 0,0-1 0,0 1 0,0-1 0,0 1 0,0-1 0,0 0 0,1 1 0,-1-1 0,0 1 0,0-1 0,0 0 0,1 1 0,-1-1 0,0 1 0,0-1 0,1 0 0,-1 0 0,0 1 0,1-1 0,-1 0 0,1 1 0,-1-1 0,0 0 0,1 0 0,-1 0 0,1 1 0,0-1 0,23 17 0,0 0 0,1-2 0,1-1 0,1-1 0,40 14 0,-21-8 0,421 144 0,-234-87 0,-219-72 0,-1 1 0,1 0 0,-2 1 0,1 1 0,16 11 0,-26-16 0,-1 0 0,1 0 0,0 1 0,-1-1 0,1 1 0,-1-1 0,0 1 0,0 0 0,0 0 0,0 0 0,-1 1 0,1-1 0,-1 0 0,0 0 0,1 1 0,-2-1 0,1 1 0,0-1 0,-1 1 0,0-1 0,1 1 0,-1-1 0,-1 1 0,1 0 0,0-1 0,-2 5 0,-2 5 0,-1-1 0,0 0 0,0 0 0,-1 0 0,-1 0 0,0-1 0,0 0 0,-16 16 0,-80 76 0,84-86 0,-107 94-1365,77-71-5461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13:46.2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1631 73 24575,'-6'3'0,"-744"380"-134,646-320-98,3 6 0,-137 120-1,188-144 234,3 2-1,2 2 1,2 3-1,2 1 1,3 1-1,-36 70 1,58-94-14,2 1 0,1 0 1,2 1-1,1 0 1,2 1-1,1 0 1,1 0-1,2 1 0,0 52 1,5-63 12,1 0 1,0 0-1,2 0 0,1-1 1,1 1-1,1-1 0,1 0 1,1-1-1,0 0 0,2 0 1,0-1-1,2-1 0,0 0 1,28 31-1,-21-29 0,2-1 0,1 0 0,0-2 0,1 0 0,1-2 0,38 19 0,-26-18 0,1-2 0,0-1 0,1-3 0,48 10 0,-19-11 1,-1-3-1,1-3 1,1-3 0,-1-2-1,97-16 1,-70 1-1,-1-4 0,-1-4-1,178-71 1,-198 62 4,-2-2 0,-2-4-1,-1-3 1,-2-3 0,73-63-1,-107 79 12,-1 0 0,-2-3 0,-1 0 0,-1-2 0,-2-1 0,40-74 0,-54 87-15,-2 0 0,0-1 0,-1 0 0,-1 0-1,-2-1 1,0 0 0,-2 0 0,0 0-1,-2-1 1,0 1 0,-2 0 0,-1-1 0,-8-40-1,3 36 2,-1 1-1,-2 0 0,-1 0 0,-2 1 1,-29-49-1,17 40-1,0 1 0,-3 2 0,-47-47 0,12 25 24,-1 3 0,-3 3 0,-128-72 0,85 63-21,-2 4 1,-2 5-1,-2 5 1,-2 5-1,-2 5 1,-219-32-1,265 59-412,0 4-1,-132 9 1,58 13-5836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13:47.6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571 2326 24575,'-2'-10'0,"0"0"0,0-1 0,1 1 0,0-1 0,1 1 0,2-19 0,0-3 0,32-477 0,28-1 0,-37 325 0,0-6 0,42-435 0,-66 605 0,0 0 0,0 0 0,-1 0 0,-2 0 0,-3-21 0,5 40 0,0 1 0,-1-1 0,1 0 0,-1 1 0,1-1 0,-1 0 0,0 1 0,1-1 0,-1 1 0,0-1 0,0 1 0,0-1 0,0 1 0,0 0 0,-1-1 0,1 1 0,0 0 0,-1 0 0,1 0 0,-1 0 0,1 0 0,-3-1 0,1 1 0,-1 1 0,1 0 0,0 0 0,-1-1 0,1 2 0,0-1 0,-1 0 0,1 1 0,0-1 0,-1 1 0,1 0 0,-4 2 0,-23 10 0,0 2 0,1 1 0,1 2 0,-51 40 0,13-5 0,2 3 0,-84 94 0,115-111 0,2 0 0,1 3 0,2 0 0,3 2 0,-32 71 0,53-105 0,-15 41 0,18-47 0,0-1 0,1 1 0,-1 0 0,1 0 0,-1-1 0,1 1 0,0 0 0,0 0 0,1-1 0,-1 1 0,2 4 0,-2-7 0,1-1 0,-1 1 0,0 0 0,1 0 0,-1-1 0,1 1 0,-1 0 0,1-1 0,-1 1 0,1-1 0,-1 1 0,1-1 0,-1 1 0,1-1 0,0 1 0,-1-1 0,1 1 0,0-1 0,0 0 0,-1 0 0,1 1 0,0-1 0,0 0 0,-1 0 0,1 0 0,0 0 0,0 0 0,1 0 0,27-5 0,13-7 0,-2-3 0,51-25 0,79-50 0,-95 49 0,-4 1 0,98-48 0,-147 79 0,0 0 0,0 1 0,1 2 0,-1 0 0,44-4 0,-54 9 9,-1 1-1,0 1 1,1 0-1,-1 1 0,0 0 1,0 0-1,0 1 1,0 1-1,-1 0 1,1 0-1,-1 1 1,0 0-1,14 10 0,-5 0-255,0 0 0,-1 1 0,0 1-1,-1 1 1,15 20 0,24 38-6579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13:48.4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2700 24575,'0'-7'0,"1"0"0,0 1 0,0-1 0,0 1 0,5-11 0,0-2 0,229-645-164,-82 253-140,-26-7 12,-99 301 220,18-190 0,-39 219 119,-5 1 0,-17-172 0,15 257-47,-20-126 0,15 109 0,0 1 0,-1-1 0,0 1 0,-14-26 0,19 42 11,0 0 0,0 0 0,-1 0-1,1 0 1,0 1 0,-1-1-1,1 0 1,-1 0 0,1 1-1,-1-1 1,0 1 0,0 0 0,0-1-1,0 1 1,0 0 0,0 0-1,0 0 1,0 0 0,0 1 0,0-1-1,0 1 1,-1-1 0,1 1-1,0 0 1,0-1 0,-1 1 0,1 0-1,0 1 1,-1-1 0,1 0-1,0 1 1,0-1 0,0 1 0,-5 1-1,-4 4 57,0-1 0,0 2 0,0-1-1,1 1 1,-11 10 0,20-16-80,-33 27 13,1 2 0,2 1 0,1 1 0,1 1 0,2 2 0,1 1 0,-35 66 0,55-90 0,1 1 0,0-1 0,0 1 0,1 0 0,-2 17 0,5-28 0,1 1 0,-1 0 0,1 0 0,0-1 0,0 1 0,0 0 0,0 0 0,0 0 0,1-1 0,-1 1 0,1 0 0,0-1 0,0 1 0,0 0 0,0-1 0,0 1 0,1-1 0,-1 0 0,1 1 0,-1-1 0,1 0 0,0 0 0,0 0 0,0 0 0,0 0 0,0 0 0,0-1 0,1 1 0,-1-1 0,1 1 0,4 1 0,4-1 0,1 0 0,0 0 0,0-1 0,0-1 0,0 0 0,0-1 0,0 0 0,0 0 0,0-2 0,14-3 0,63-19 0,-2-3 0,118-55 0,-195 79 0,6-4 0,1 1 0,-1 1 0,1 0 0,0 1 0,0 1 0,1 1 0,-1 1 0,1 0 0,0 1 0,-1 1 0,20 2 0,52 16-1365,-3 9-5461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13:49.0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469 2277 24575,'18'-19'0,"7"-13"0,-1-1 0,-2-1 0,-1-1 0,-2 0 0,-1-2 0,-2 0 0,17-55 0,-3-15 0,23-160 0,-25 64 0,-8-1 0,-9-1 0,-9 0 0,-42-352 0,37 535 0,3 10 0,-2-1 0,0 1 0,0 0 0,-1 0 0,-1 0 0,0 0 0,0 1 0,-11-19 0,14 28 0,-1 0 0,1 0 0,-1 0 0,0 0 0,0 0 0,0 1 0,0-1 0,0 0 0,0 1 0,-1 0 0,1 0 0,0-1 0,-1 1 0,1 1 0,-1-1 0,1 0 0,-1 1 0,-3-1 0,0 0 0,-1 1 0,1 1 0,-1-1 0,1 1 0,-1 1 0,-9 2 0,-14 6 0,0 2 0,1 1 0,1 1 0,0 2 0,1 0 0,-48 39 0,22-10 0,2 3 0,-51 60 0,72-74 0,2 1 0,1 2 0,1 0 0,-34 70 0,59-104 0,0-1 0,0 1 0,0-1 0,0 1 0,0 0 0,1-1 0,0 1 0,-1 4 0,1-6 0,0 0 0,0-1 0,1 1 0,-1 0 0,0 0 0,0 0 0,0 0 0,1-1 0,-1 1 0,0 0 0,1 0 0,-1-1 0,1 1 0,-1 0 0,1-1 0,-1 1 0,1-1 0,0 1 0,-1 0 0,2 0 0,1 0 0,0 0 0,1 0 0,-1 0 0,1 0 0,-1-1 0,1 1 0,-1-1 0,1 0 0,-1 0 0,1 0 0,-1-1 0,1 1 0,3-2 0,43-8 0,0-2 0,86-32 0,93-55 0,-200 86 0,243-119 0,-264 127 0,0 1 0,1 1 0,-1 0 0,1 0 0,15-3 0,-20 5 0,0 1 0,0 0 0,0 0 0,0 1 0,-1-1 0,1 1 0,0 0 0,0 0 0,0 0 0,-1 0 0,1 1 0,0-1 0,-1 1 0,1 0 0,5 5 0,14 13-73,0 1 0,-1 1 0,-1 1 0,-1 2 0,27 41 0,-21-30-854,40 57-5899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13:58.0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982 29 24575,'-22'-2'0,"-1"0"0,-37-8 0,39 5 0,-1 1 0,1 1 0,-26 1 0,22 3 0,0 1 0,1 1 0,0 1 0,0 2 0,0 0 0,1 2 0,-45 20 0,38-13 0,2 2 0,0 1 0,1 1 0,1 1 0,-35 35 0,27-19 0,2 1 0,1 2 0,2 2 0,2 0 0,1 2 0,3 0 0,1 2 0,-15 47 0,21-48 0,3 1 0,1 0 0,3 1 0,2 0 0,1 0 0,3 1 0,1 0 0,10 88 0,-4-106 0,1-1 0,2 0 0,0 0 0,2-1 0,1 0 0,1-1 0,2 0 0,0 0 0,2-1 0,0-1 0,2-1 0,1 0 0,0-1 0,2-1 0,35 30 0,-32-34 0,1 0 0,0-1 0,1-2 0,0-1 0,1 0 0,1-2 0,0-1 0,1-1 0,-1-2 0,47 7 0,-37-10 0,1-2 0,-1-1 0,0-2 0,0-2 0,0-1 0,0-2 0,58-18 0,-46 8 0,0-2 0,-2-2 0,0-2 0,-2-2 0,0-3 0,-2-1 0,-1-2 0,-1-2 0,-2-1 0,-1-2 0,-2-2 0,34-46 0,-43 47 0,-3-2 0,-1-1 0,-2 0 0,-2-2 0,-1 0 0,-3-1 0,-1-1 0,-2 0 0,-2-1 0,-2 0 0,-1 0 0,-1-51 0,-6 66 0,-1 0 0,-1 0 0,-2 1 0,-1-1 0,-1 1 0,-2 0 0,0 0 0,-21-42 0,19 49 0,-2 0 0,-1 2 0,0-1 0,-1 2 0,-1 0 0,-1 0 0,-1 2 0,0 0 0,-1 1 0,0 1 0,-34-20 0,24 18-2,-1 2 1,0 1-1,-2 1 0,1 2 0,-44-9 0,27 10 9,-1 3 0,1 1 0,-54 3-1,12 7-137,-1 3-1,1 5 0,-122 33 1,5 16-1234,30 2-4951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13:59.0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1256 228 24575,'-2'-7'0,"-1"1"0,1 0 0,-1 0 0,-1 0 0,1 1 0,-1-1 0,0 1 0,0 0 0,-10-9 0,9 11 0,1 0 0,-1 0 0,0 1 0,0-1 0,0 1 0,0 0 0,0 1 0,0 0 0,-1-1 0,1 1 0,0 1 0,-1-1 0,-8 1 0,-26 2 0,1 1 0,0 2 0,0 2 0,-72 22 0,34-3 0,-105 52 0,137-55 0,0 2 0,2 2 0,0 2 0,2 1 0,2 3 0,0 1 0,3 2 0,1 1 0,-60 83 0,76-91 0,1 1 0,1 1 0,1 0 0,2 1 0,2 1 0,0 0 0,3 1 0,0 0 0,3 0 0,0 1 0,2 0 0,2 0 0,1 0 0,2 0 0,7 49 0,-2-55 0,0-1 0,2 0 0,1 0 0,1-1 0,1 0 0,1-1 0,2 0 0,0-1 0,2 0 0,1-2 0,1 0 0,0 0 0,30 25 0,-21-25 0,0-1 0,1-2 0,1-1 0,1-1 0,0-1 0,2-2 0,-1-1 0,2-1 0,0-2 0,64 12 0,-38-14 0,-1-3 0,1-2 0,-1-3 0,1-3 0,0-2 0,-1-3 0,0-2 0,80-23 0,-70 11 0,-1-3 0,-1-2 0,-2-3 0,0-3 0,-2-3 0,92-69 0,-114 73 0,-3-1 0,0-2 0,-2-2 0,-2-1 0,-1-1 0,-2-2 0,-2-1 0,-2-1 0,25-54 0,-38 68 0,-2 0 0,-1-1 0,-1-1 0,-1 1 0,-2-1 0,-1-1 0,-1 1 0,-2-1 0,-1 0 0,-1 1 0,-2-1 0,-1 0 0,-1 1 0,-2 0 0,-19-58 0,14 58 0,-2 1 0,-1 0 0,-1 1 0,-2 1 0,-1 0 0,0 1 0,-2 1 0,-36-34 0,26 31 0,-2 2 0,-1 1 0,-1 1 0,-1 2 0,-1 2 0,-41-18 0,19 15 0,-1 3 0,-1 2 0,0 3 0,-1 2 0,-1 3 0,0 3 0,0 2 0,-113 7 0,124 3-170,0 1-1,0 3 0,1 2 1,0 2-1,1 3 0,1 1 1,-87 46-1,15 9-6655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13:59.8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1042 70 24575,'-7'-5'0,"-12"-4"0,0 1 0,0 0 0,-1 2 0,0 0 0,-22-3 0,-106-8 0,118 16 0,1 0 0,-1 2 0,1 1 0,0 2 0,0 0 0,0 2 0,0 2 0,1 0 0,0 2 0,0 1 0,2 1 0,-1 1 0,1 2 0,1 0 0,1 2 0,0 0 0,1 2 0,1 1 0,1 0 0,1 2 0,-28 37 0,29-30 0,1-1 0,2 2 0,0 1 0,3-1 0,0 2 0,2 0 0,1 1 0,2 0 0,1 0 0,2 0 0,1 1 0,1 0 0,2 0 0,2 0 0,1 0 0,2-1 0,0 1 0,3-1 0,1 0 0,1 0 0,2-1 0,1 0 0,1-1 0,2 0 0,21 31 0,-14-30 0,1-1 0,1 0 0,2-2 0,1-1 0,1-1 0,2-2 0,0 0 0,39 22 0,-30-24 0,1-2 0,0-1 0,2-2 0,1-2 0,0-2 0,72 14 0,-67-20 0,0-2 0,1-2 0,-1-3 0,1-1 0,-1-2 0,0-3 0,1-2 0,-2-2 0,1-1 0,-2-3 0,0-2 0,0-2 0,-1-2 0,51-30 0,-71 34 0,-1-1 0,-1-1 0,0-1 0,-1-1 0,-1-1 0,-1-1 0,-1-1 0,-1 0 0,21-34 0,-28 36 0,-1 1 0,0-1 0,-2-1 0,0 1 0,-1-2 0,-2 1 0,0-1 0,-1 1 0,-1-1 0,-1 0 0,-1 0 0,-3-40 0,-3 26 0,-2 1 0,-1-1 0,-2 2 0,-2-1 0,0 1 0,-3 1 0,0 0 0,-2 1 0,-2 1 0,-1 1 0,-40-47 0,31 43 0,-1 2 0,-2 2 0,-1 0 0,-1 3 0,-2 0 0,-1 3 0,0 1 0,-2 1 0,-51-19 0,54 28-341,0 1 0,-2 3-1,-58-9 1,6 9-6485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14:01.7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693 1494 24575,'5'-17'0,"8"-48"0,-3-2 0,1-72 0,-6 70 0,24-1003 0,-29 1062 0,-4-27 0,4 36 0,-1 0 0,1 0 0,-1 0 0,1 0 0,0 0 0,-1 0 0,0 0 0,1 1 0,-1-1 0,0 0 0,1 0 0,-1 1 0,0-1 0,0 0 0,1 1 0,-1-1 0,0 1 0,0-1 0,0 1 0,0-1 0,0 1 0,0 0 0,0-1 0,0 1 0,0 0 0,0 0 0,0 0 0,0 0 0,0 0 0,0 0 0,0 0 0,-1 0 0,-11 3 0,1 1 0,0 0 0,1 1 0,-1 0 0,1 1 0,0 0 0,-16 12 0,21-14 0,-74 49 0,3 4 0,3 3 0,2 4 0,3 2 0,3 4 0,-61 82 0,124-148 0,-6 7 0,1 1 0,0 0 0,1 0 0,-11 24 0,18-35 0,0-1 0,-1 0 0,1 0 0,0 1 0,0-1 0,0 0 0,0 0 0,0 1 0,0-1 0,0 0 0,0 0 0,0 1 0,0-1 0,0 0 0,0 0 0,0 1 0,0-1 0,0 0 0,0 1 0,0-1 0,0 0 0,0 0 0,0 1 0,0-1 0,0 0 0,0 0 0,1 1 0,-1-1 0,0 0 0,0 0 0,0 0 0,0 1 0,1-1 0,-1 0 0,0 0 0,0 0 0,0 1 0,1-1 0,-1 0 0,15-1 0,22-12 0,-36 12 0,120-58 0,120-78 0,-62 31 0,-160 96 0,0 0 0,0 1 0,1 1 0,0 1 0,27-6 0,-37 11 0,1 1 0,-1 0 0,1 0 0,-1 1 0,1 1 0,-1-1 0,1 2 0,-1-1 0,0 2 0,0-1 0,0 1 0,17 8 0,-5 1 20,-1 0-1,0 1 1,0 2-1,30 27 1,66 76-926,-99-99 349,30 33-6269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14:02.4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24575,'0'27'0,"0"19"0,1-1 0,15 90 0,-12-120 0,0 0 0,1-1 0,0 1 0,1-1 0,11 20 0,-12-27 0,0 1 0,1-1 0,0 0 0,0 0 0,0 0 0,1-1 0,0 0 0,1 0 0,-1-1 0,10 6 0,-8-7 0,-1-1 0,1 0 0,1 0 0,-1 0 0,0-1 0,1-1 0,-1 0 0,1 0 0,-1 0 0,1-2 0,-1 1 0,1-1 0,-1 0 0,1-1 0,-1 0 0,0-1 0,0 0 0,16-7 0,-1-1 0,0-1 0,-1-2 0,0 0 0,-1-2 0,28-25 0,-20 14 0,-1-2 0,41-53 0,-56 65 0,-2-1 0,-1 0 0,0-1 0,-1-1 0,-1 1 0,11-37 0,-18 43 0,-3 11 0,-6 24 0,-3 47 0,4 1 0,2 79 0,18 142 0,-13-271 0,15 163 0,5 143 0,-21-302 0,-1 0 0,-1 1 0,-1-1 0,-1 0 0,-1 0 0,-1-1 0,-2 0 0,-12 29 0,14-40 0,0 0 0,-1-1 0,0 1 0,-1-2 0,0 1 0,-1-1 0,0 0 0,-1-1 0,0 0 0,0-1 0,-1 0 0,0 0 0,0-1 0,-1-1 0,0 0 0,-18 7 0,22-10 0,0-1 0,-1 0 0,1 0 0,0 0 0,-1-1 0,1-1 0,-1 1 0,1-1 0,-1-1 0,1 0 0,-1 0 0,1 0 0,0-1 0,-1 0 0,1-1 0,0 0 0,-9-5 0,8 3 0,0-1 0,1 0 0,-1 0 0,1-1 0,1 0 0,-1-1 0,1 0 0,1 0 0,-1 0 0,1-1 0,1 0 0,0 0 0,-7-15 0,4 4-39,1 0 0,1-1-1,1 1 1,1-1 0,0 0 0,2 0-1,0 0 1,2 0 0,0-1-1,1 1 1,2 0 0,4-24 0,1 15-158,0 1-1,2 0 1,1 0 0,1 1 0,1 1 0,2 0 0,32-45 0,17-9-5907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14:02.6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 1 24575,'0'0'0,"0"0"0,0 2 0,-1 9 0,-2 17 0,-1 27 0,0 25 0,0 23 0,1 19 0,1-12-8191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14:03.2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451 1419 24575,'8'-20'0,"26"-63"-221,-3-1 1,-5-1-1,20-108 0,-21 44-44,5-164-1,-25 232 266,-3 0 0,-13-108 0,11 187 2,0-2 3,-1-1 0,0 1 0,0-1 0,0 1 0,0 0-1,-4-7 1,5 10 33,-1 0 0,0 0 0,1 0 1,-1 0-1,0 0 0,0 0 0,0 1 0,0-1 0,0 0 0,0 1 0,0-1 0,0 0 0,0 1 0,0-1 0,0 1 0,0 0 1,-1-1-1,1 1 0,0 0 0,0 0 0,0 0 0,-1 0 0,1 0 0,0 0 0,0 0 0,0 0 0,0 0 0,-1 0 1,-1 1-1,-18 6-8,1 0 1,0 2 0,0 0 0,0 1-1,1 1 1,-27 20 0,23-16-11,-192 142-20,175-124 0,2 3 0,1 1 0,-35 46 0,60-62 0,12-21 0,0 0 0,0 1 0,0-1 0,1 0 0,-1 0 0,0 0 0,0 0 0,1 0 0,-1 1 0,0-1 0,1 0 0,-1 0 0,0 0 0,0 0 0,1 0 0,-1 0 0,0 0 0,0 0 0,1 0 0,-1 0 0,0 0 0,1 0 0,-1 0 0,0 0 0,0-1 0,1 1 0,-1 0 0,0 0 0,0 0 0,1 0 0,-1 0 0,0 0 0,0-1 0,0 1 0,1 0 0,-1 0 0,0 0 0,0-1 0,44-29 0,329-298 0,-253 216 0,-109 102 0,0 1 0,0 0 0,0 1 0,1 0 0,1 1 0,-1 0 0,16-5 0,-17 8 0,-1 1 0,0 1 0,1 0 0,0 1 0,-1 0 0,1 0 0,0 1 0,0 0 0,21 4 0,21 8-1365,-5 1-5461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14:03.8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24575,'0'0'0,"0"15"0,-1 20 0,3-1 0,1 1 0,1-1 0,14 55 0,-15-79 0,0 1 0,1-1 0,0 0 0,1 1 0,0-2 0,0 1 0,1-1 0,0 0 0,1 0 0,0 0 0,0-1 0,1 0 0,0-1 0,0 0 0,1 0 0,0-1 0,0 0 0,17 8 0,-9-8 0,-1-1 0,0-1 0,1-1 0,0 0 0,0-1 0,0-1 0,0-1 0,0 0 0,0-1 0,0-1 0,0-1 0,26-7 0,1-2 0,-1-3 0,-1-1 0,61-33 0,-66 27 0,49-37 0,-33 22 0,-53 37 0,0-1 0,1 1 0,-1 0 0,1-1 0,-1 1 0,1 0 0,-1-1 0,1 1 0,-1 0 0,1 0 0,-1 0 0,1-1 0,-1 1 0,1 0 0,-1 0 0,1 0 0,-1 0 0,1 0 0,-1 0 0,1 0 0,-1 0 0,1 0 0,0 0 0,-1 1 0,1-1 0,-1 0 0,1 0 0,-1 0 0,1 1 0,-1-1 0,1 0 0,-1 1 0,11 19 0,-1 16 0,-1 0 0,-2 1 0,4 71 0,-6-56 0,41 853 0,-46-901 0,1 24 0,-1 1 0,-2-1 0,0 1 0,-2-1 0,-8 28 0,11-50 0,-1-1 0,0 0 0,0 0 0,0 0 0,0 0 0,-1 0 0,0-1 0,0 1 0,0-1 0,0 1 0,-1-1 0,1 0 0,-1-1 0,0 1 0,-1 0 0,1-1 0,0 0 0,-1 0 0,0-1 0,0 1 0,0-1 0,0 0 0,0 0 0,0-1 0,0 1 0,-1-1 0,1-1 0,0 1 0,-1-1 0,1 1 0,-1-1 0,1-1 0,-8-1 0,5 1 0,0 0 0,0-1 0,1 0 0,-1-1 0,0 0 0,1 0 0,0 0 0,0-1 0,0 0 0,0-1 0,1 1 0,-1-1 0,1-1 0,0 1 0,1-1 0,-1 0 0,1 0 0,0 0 0,1-1 0,0 0 0,0 0 0,0 0 0,1-1 0,0 1 0,-3-13 0,1 2 0,0 0 0,2-1 0,0 0 0,2 0 0,0 0 0,0 0 0,2 0 0,0 0 0,9-35 0,-4 30-85,2 1 0,1 0-1,1 1 1,1 0 0,1 0-1,0 1 1,2 1 0,0 0-1,2 1 1,0 0 0,1 2-1,0 0 1,2 0 0,0 2-1,23-14 1,43-25-6741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14:04.1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24575,'5'9'0,"6"13"0,0 0 0,-2 0 0,0 1 0,9 38 0,-11-5 0,-1 1 0,-4-1 0,-8 111 0,5-160 0,1-1 0,0 1 0,0-1 0,0 0 0,1 1 0,0-1 0,0 0 0,0 0 0,1 1 0,0-1 0,4 8 0,-4-10 0,1-1 0,0 1 0,0-1 0,1 1 0,-1-1 0,1 0 0,-1 0 0,1-1 0,0 1 0,0-1 0,0 0 0,0 0 0,1 0 0,-1 0 0,1-1 0,8 2 0,22 4 18,0-1 0,0-3-1,1 0 1,-1-3-1,39-3 1,177-28-1258,-236 28 1009,144-23-6595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14:04.7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142 2058 24575,'73'-45'0,"86"-69"0,-123 84 0,-2-1 0,-1-2 0,-2-1 0,28-39 0,-21 16 0,-3-1 0,-2-1 0,-3-2 0,28-81 0,58-267 0,-49 14 0,-60 319 0,-4-1 0,-3 1 0,-12-93 0,10 157 0,1 2 0,0 1 0,0 0 0,-1 0 0,-5-13 0,6 20 0,0 0 0,0 0 0,0 0 0,0 0 0,0 0 0,0 0 0,-1 1 0,1-1 0,-1 0 0,1 1 0,-1-1 0,0 1 0,0 0 0,1 0 0,-1-1 0,0 1 0,0 0 0,0 0 0,0 1 0,0-1 0,0 0 0,-1 1 0,-3-1 0,-9 1 0,0 1 0,0 0 0,0 2 0,0 0 0,0 0 0,1 1 0,-26 11 0,34-13 0,-58 23 0,1 2 0,1 4 0,1 2 0,-55 40 0,68-39 0,2 3 0,1 1 0,2 2 0,2 2 0,-39 51 0,69-79 0,0 1 0,1 0 0,1 0 0,-13 29 0,22-44 0,0 1 0,-1-1 0,1 0 0,0 0 0,0 1 0,0-1 0,-1 0 0,1 1 0,0-1 0,0 0 0,0 0 0,0 1 0,0-1 0,0 0 0,0 1 0,-1-1 0,1 0 0,0 1 0,0-1 0,0 1 0,0-1 0,1 0 0,-1 1 0,0-1 0,0 0 0,0 1 0,0-1 0,0 0 0,0 0 0,0 1 0,1-1 0,-1 0 0,0 1 0,0-1 0,0 0 0,1 0 0,-1 1 0,0-1 0,0 0 0,1 0 0,-1 1 0,1-1 0,22-5 0,41-21 0,-2-3 0,89-54 0,-104 55 0,167-98 0,241-187 0,-451 309 0,0 1 0,0 0 0,1 0 0,-1 0 0,1 0 0,8-3 0,-11 6 0,0 0 0,1-1 0,-1 1 0,0 0 0,0 0 0,0 0 0,1 1 0,-1-1 0,0 0 0,0 1 0,0 0 0,0-1 0,0 1 0,0 0 0,0 0 0,0 0 0,0 0 0,3 2 0,35 28-7,-1 1-1,-1 2 1,37 44-1,-10-10-1327,-12-16-5491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14:05.3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0 24575,'0'48'0,"-1"-18"0,5 53 0,2-42 0,1 1 0,2-2 0,2 1 0,2-1 0,1-1 0,20 38 0,-24-59 0,0 0 0,2-1 0,0 0 0,1-1 0,0-1 0,17 16 0,-19-22 0,1 1 0,0-2 0,0 0 0,1 0 0,0-1 0,0 0 0,1-1 0,0-1 0,19 5 0,-11-6 0,1-1 0,0-1 0,0-1 0,0-1 0,-1-1 0,1 0 0,0-2 0,-1-1 0,1-1 0,-1-1 0,0-1 0,-1 0 0,24-13 0,-1-2 0,-2-1 0,0-2 0,-2-2 0,-1-1 0,41-39 0,-75 62 0,10-8 0,0 0 0,-2 0 0,1-2 0,-2 0 0,0 0 0,18-30 0,-27 37 0,-2 8 0,-1 16 0,74 1214 0,-74-1223 0,1 51 0,-1 1 0,-4-1 0,-18 101 0,18-142 0,-2 1 0,0-1 0,0 0 0,-2-1 0,0 0 0,-19 28 0,19-33 0,-1-1 0,0 0 0,-1 0 0,0-1 0,0 0 0,-1 0 0,0-2 0,-1 1 0,0-1 0,-14 6 0,11-7 0,0 0 0,-1-1 0,1 0 0,-1-2 0,0 0 0,0 0 0,0-2 0,0 0 0,-17-1 0,26 0 0,-1-1 0,1 0 0,-1 0 0,1-1 0,-1 0 0,1-1 0,0 1 0,0-1 0,0-1 0,0 1 0,0-1 0,1 0 0,0-1 0,0 1 0,0-1 0,0-1 0,1 1 0,0-1 0,0 0 0,0 0 0,-3-7 0,2 3 0,1-1 0,1 1 0,0-1 0,0 0 0,1 0 0,0 0 0,1-1 0,0 1 0,0-17 0,2 9 0,1 1 0,1-1 0,1 1 0,0-1 0,8-23 0,1 8 0,1 1 0,1 0 0,3 1 0,0 0 0,34-44 0,-11 26-195,3 2 0,1 1 0,3 3 0,1 2 0,3 2 0,105-64 0,-60 48-6631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14:05.8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72 0 24575,'31'2'0,"-20"-2"0,0 0 0,-1 1 0,1 0 0,-1 1 0,1 0 0,9 4 0,-6-1 0,-1 1 0,-1 0 0,1 0 0,-1 1 0,0 1 0,-1 0 0,0 1 0,0 0 0,-1 0 0,0 1 0,-1 1 0,0 0 0,0 0 0,-1 0 0,-1 1 0,0 1 0,0-1 0,-1 1 0,-1 0 0,0 0 0,-1 0 0,-1 1 0,0 0 0,0 0 0,-2 0 0,0 0 0,0 0 0,-1 0 0,-1 0 0,-3 20 0,-2-1 0,-2-1 0,-1 1 0,-1-2 0,-2 1 0,-1-2 0,-1 1 0,-23 34 0,-147 189 0,106-153 0,75-97 0,-1 0 0,2 0 0,-1 0 0,0 1 0,1 0 0,0-1 0,0 1 0,0 0 0,0 0 0,0 6 0,2-8 0,0 1 0,0-1 0,0 0 0,1 1 0,-1-1 0,1 0 0,0 1 0,0-1 0,0 0 0,0 0 0,1 0 0,-1 0 0,1 0 0,0 0 0,0 0 0,4 4 0,36 40 0,92 79 0,-80-78 0,176 151 0,-219-189 0,0 0 0,-1 1 0,0 0 0,-1 0 0,13 22 0,-18-26 0,-1 0 0,0 0 0,0 0 0,-1 0 0,1 0 0,-2 0 0,1 1 0,-1-1 0,0 1 0,-1-1 0,0 1 0,-1 13 0,1-19 1,0-1 0,-1 0 0,1 1 0,0-1 0,-1 1 0,1-1 0,-1 0 0,1 1 1,-1-1-1,0 0 0,0 0 0,0 1 0,1-1 0,-1 0 0,0 0 0,0 0 0,0 0 0,-1 0 0,1 0 0,0-1 0,0 1 0,0 0 0,-1 0 0,1-1 0,-3 2 0,-2-1-137,0 0-1,1 0 1,-1 0 0,0-1-1,-6 0 1,2 0-438,-56 1-6252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14:06.8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1 215 24575,'21'-6'0,"24"-5"0,67-6 0,541-24-450,4 53-650,773 53-1162,523 13 1074,-1440-77 779,-6-40 3929,-500 38-3242,30-6 542,-25 0-450,-12 7-358,0 0 0,0 0 0,1-1 0,-1 1 0,0 0 0,0-1 0,0 1 0,0 0 0,0 0 0,0-1 0,0 1 0,0 0 0,0-1 0,0 1 1,0 0-1,0-1 0,0 1 0,0 0 0,0 0 0,0-1 0,-1 1 0,1 0 0,0-1 0,0 1 0,0 0 0,0 0 0,-1-1 0,1 1 0,0 0 0,0 0 0,0 0 0,-1-1 0,1 1 0,-1 0 0,-27-22-12,-1 1 0,-1 1 0,-57-27 0,48 27 0,3 0 0,-128-63 0,197 87 0,50 9 0,146 41 0,-174-37 0,-1 3 0,-1 2 0,79 47 0,-117-61 0,0 1 0,-1 1 0,0 0 0,-1 1 0,0 1 0,0 0 0,12 17 0,-23-27 0,0 1 0,0 0 0,0 0 0,0 0 0,-1 0 0,1 0 0,-1 0 0,0 0 0,0 0 0,0 1 0,-1-1 0,1 0 0,-1 1 0,1-1 0,-1 0 0,0 1 0,-1-1 0,1 0 0,0 1 0,-1-1 0,0 0 0,0 0 0,0 1 0,0-1 0,0 0 0,-1 0 0,1 0 0,-1 0 0,-2 3 0,-4 3 0,0-1 0,0 0 0,-1 0 0,0-1 0,0 0 0,-1-1 0,-18 10 0,-49 20-455,-1-4 0,-129 34 0,-11-5-6371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14:07.7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0 490 24575,'24'3'0,"140"11"0,623 0-674,8-36-508,-715 19 1190,1345-59-1894,84-2 2045,69 79 273,-1553-12 205,5 0 1009,-30-3-1637,0 0 0,0 0 0,0 0 0,0-1 0,0 1 0,0 0 0,0 0 0,0 0-1,0 0 1,0 0 0,0 0 0,0 0 0,-1 0 0,1 0 0,0 0 0,0 0 0,0 0 0,0 0 0,0 0 0,0 0 0,0 0-1,0-1 1,0 1 0,0 0 0,0 0 0,0 0 0,0 0 0,0 0 0,0 0 0,0 0 0,0 0 0,0 0 0,0 0-1,0-1 1,0 1 0,0 0 0,0 0 0,0 0 0,0 0 0,0 0 0,0 0 0,0 0 0,0 0 0,0 0 0,0 0-1,0 0 1,1 0 0,-1 0 0,0-1 0,0 1 0,0 0 0,0 0 0,0 0 0,0 0 0,0 0 0,0 0 0,0 0-1,0 0 1,0 0 0,0 0 0,0 0 0,1 0 0,-1 0 0,0 0 0,0 0 0,0 0 0,0 0 0,-17-9 125,-376-153-3,-16 27-153,313 104 32,-25-6-10,174 27 0,-15 7 0,0 3 0,0 1 0,0 2 0,0 2 0,0 1 0,-1 2 0,0 1 0,-1 2 0,0 2 0,60 29 0,-89-38 0,0 0 0,0 0 0,0 0 0,-1 1 0,0 0 0,1 0 0,-2 1 0,1 0 0,6 8 0,-11-12 0,1 1 0,-1-1 0,0 0 0,-1 1 0,1-1 0,0 0 0,0 1 0,-1-1 0,0 1 0,1-1 0,-1 1 0,0-1 0,-1 6 0,0-4 0,0 1 0,0-1 0,-1 0 0,1 0 0,-1 0 0,0 0 0,0 0 0,-1 0 0,1-1 0,-4 5 0,-27 27-216,-1-1-1,-1-2 0,-64 44 1,77-60-283,-136 100-6327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14:54.0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241 412 24575,'-4'21'0,"-27"136"0,-48 262 0,33 3 0,46-403 0,-1 6 0,-4-26 0,-4-17 0,-4-18 0,1 0 0,1-2 0,3 1 0,1-1 0,-3-53 0,6 17 0,12-139 0,0 139 0,4 0 0,3 0 0,28-80 0,-23 97 0,3 1 0,1 0 0,4 2 0,44-68 0,-60 105 0,0 0 0,2 1 0,-1 1 0,2 0 0,0 0 0,1 2 0,28-20 0,-37 29 0,-1 0 0,1 0 0,1 1 0,-1 0 0,0 0 0,1 1 0,-1 0 0,1 0 0,0 1 0,0-1 0,0 2 0,0-1 0,-1 1 0,1 1 0,0-1 0,0 1 0,0 1 0,0-1 0,-1 1 0,1 1 0,-1-1 0,13 7 0,-15-6 0,0-1 0,-1 1 0,1 0 0,-1 1 0,0-1 0,0 1 0,0 0 0,0 0 0,-1 0 0,1 0 0,-1 1 0,0-1 0,-1 1 0,1 0 0,-1 0 0,3 7 0,-3-4 0,0 0 0,-1 1 0,0-1 0,0 1 0,-1-1 0,0 1 0,0-1 0,-1 1 0,-3 12 0,-3 5 0,-1 0 0,-2 0 0,0-1 0,-1 0 0,-23 34 0,11-21 0,-2-1 0,-1-1 0,-2-1 0,-2-2 0,-1-1 0,-54 44 0,81-72 0,2-4 0,1 1 0,-1 0 0,1 0 0,-1 0 0,1 0 0,0 0 0,-1 1 0,1-1 0,0 0 0,0 1 0,0-1 0,0 1 0,0-1 0,-1 2 0,3-1 0,-1 0 0,0 0 0,1 0 0,0 0 0,-1 0 0,1 0 0,0 0 0,0 0 0,0 0 0,0 0 0,0 0 0,0-1 0,4 4 0,12 16 0,0 0 0,2-1 0,1-2 0,0 1 0,2-2 0,31 20 0,11 1 0,76 34 0,-41-31 0,201 54 0,-205-68 0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14:55.0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1267 1 24575,'-2'1'0,"0"0"0,0 1 0,0-1 0,1 1 0,-1-1 0,0 1 0,1 0 0,-1-1 0,-1 5 0,-5 4 0,-215 258 0,190-221 0,3 1 0,2 1 0,2 2 0,-23 61 0,21-22 0,5 1 0,-20 154 0,13-64 0,25-153 0,-2 0 0,0 0 0,-2-1 0,-1 0 0,-2 0 0,-27 46 0,30-59 0,0-1 0,-1-1 0,-1 1 0,0-2 0,0 1 0,-1-2 0,-1 0 0,0 0 0,0-1 0,-1-1 0,0 0 0,0-1 0,-28 10 0,25-12 0,-1 0 0,-1-2 0,1 0 0,-1-1 0,1 0 0,-1-2 0,1 0 0,-1-2 0,1 0 0,-23-5 0,28 4 0,1 0 0,-1-1 0,1 0 0,0-1 0,0 0 0,1-1 0,-1-1 0,1 0 0,1 0 0,-1-1 0,1 0 0,1-1 0,0 0 0,0-1 0,-12-15 0,17 17-124,-1 0 0,2-1 0,-1 1 0,1-1 0,0 0 0,0 0-1,1 0 1,1 0 0,0 0 0,-1-14 0,3-35-6702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14:55.2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 24575,'0'0'0,"0"0"0,0 0 0,6 0 0,328-4 0,265 5 0,-538 3-1365,-47-3-5461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14:55.7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0 234 24575,'25'5'0,"0"-1"0,0-1 0,43 0 0,82-11 0,-114 5 0,159-15 0,0-10 0,-2-7 0,310-100 0,-460 119 0,-22 10-1365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14:57.9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24575,'0'0'0,"0"1"0,1 1 0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14:58.1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24575,'0'0'0,"0"2"0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14:58.4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 0 24575,'0'0'0,"0"0"0,0 0 0,0 0 0,0 0 0,-1 2 0,1 0 0,-1 0 0,0 3 0,0 1 0,0-1 0,0-1 0,1-1 0,-1-2 0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15:00.2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668 261 24575,'0'0'0,"-1"4"0,-334 1225 0,333-1219 0,1-6 0,1-1 0,-1 0 0,0 1 0,0-1 0,0 0 0,0 0 0,-3 5 0,4-8 0,-1 1 0,1-1 0,0 0 0,0 0 0,0 0 0,-1 0 0,1 0 0,0 1 0,0-1 0,0 0 0,-1 0 0,1 0 0,0 0 0,-1 0 0,1 0 0,0 0 0,0 0 0,-1 0 0,1 0 0,0 0 0,0 0 0,-1 0 0,1 0 0,0 0 0,0 0 0,-1 0 0,1 0 0,0 0 0,0 0 0,-1 0 0,1 0 0,0-1 0,0 1 0,-1 0 0,-12-16 0,0-7 0,2 0 0,1-1 0,0 0 0,2 0 0,1-1 0,-6-37 0,5 1 0,-3-98 0,12 92 0,2-1 0,3 1 0,4 0 0,32-124 0,-26 140 0,2 1 0,2 1 0,2 0 0,2 1 0,2 2 0,56-74 0,-64 98 0,0 2 0,1 0 0,1 1 0,1 1 0,1 1 0,0 1 0,1 1 0,1 1 0,46-20 0,-58 29 0,1 0 0,-1 1 0,1 1 0,0 0 0,0 0 0,1 1 0,-1 1 0,0 1 0,1-1 0,-1 2 0,0 0 0,0 1 0,1 0 0,-1 1 0,0 0 0,-1 1 0,1 1 0,-1 0 0,0 0 0,0 1 0,0 1 0,10 8 0,-17-12 0,0 1 0,0 1 0,0-1 0,-1 0 0,1 1 0,-1 0 0,-1 0 0,1 0 0,-1 1 0,0-1 0,0 1 0,0 0 0,-1 0 0,0 0 0,0 0 0,2 10 0,-4-8 0,1 0 0,-1 0 0,-1 0 0,0 0 0,0-1 0,0 1 0,-1 0 0,0 0 0,-1-1 0,1 1 0,-2-1 0,1 0 0,-6 9 0,-9 11 0,-2 0 0,0-2 0,-1 0 0,-2-1 0,-1-2 0,-42 33 0,-11 0 0,-86 46 0,24-26-682,-216 82-1,209-102-6143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15:01.6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477 0 24575,'-24'2'0,"-1"0"0,0 1 0,1 2 0,0 0 0,-44 16 0,-110 58 0,83-30 0,94-48 0,0 0 0,-1 1 0,1-1 0,0 0 0,0 1 0,0-1 0,1 1 0,-1-1 0,0 1 0,1-1 0,-1 1 0,1 0 0,-1-1 0,1 1 0,-1-1 0,1 1 0,0 3 0,-1 37 0,1-42 0,0 0 0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15:22.7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71 0 24575,'-44'72'0,"17"-61"-1365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15:25.6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 1491 24575,'-1'1'0,"-1"1"0,1-1 0,-1 1 0,1 0 0,0 0 0,0-1 0,0 1 0,0 0 0,0 0 0,0 0 0,0 0 0,1 0 0,-1 3 0,-1 10 0,2 0 0,-1 0 0,2 0 0,0 0 0,1 0 0,0 0 0,1-1 0,1 1 0,0-1 0,1 1 0,0-1 0,15 24 0,2-6 0,-17-25 0,0 0 0,0 0 0,-1 0 0,0 0 0,0 1 0,-1 0 0,3 8 0,73 328 0,-13-47 0,-66-296 0,0-1 0,0 1 0,1 0 0,-1-1 0,0 1 0,0 0 0,1-1 0,-1 1 0,0-1 0,1 1 0,-1 0 0,1-1 0,-1 1 0,1-1 0,-1 1 0,1-1 0,-1 1 0,1-1 0,-1 0 0,1 1 0,0-1 0,-1 0 0,1 1 0,-1-1 0,1 0 0,0 0 0,-1 1 0,1-1 0,0 0 0,0 0 0,-1 0 0,1 0 0,0 0 0,-1 0 0,1 0 0,0 0 0,-1 0 0,1 0 0,0-1 0,-1 1 0,1 0 0,0 0 0,-1-1 0,2 1 0,34-23 0,-26 16 0,407-329 0,-324 257 0,1248-1113-672,-705 518 839,-508 532 338,-107 119-505,-19 22 0,-1 0 0,1 0 0,-1 0 0,1 0 0,-1 0 0,1 1 0,-1-1 0,1 0 0,0 1 0,-1-1 0,1 1 0,0 0 0,-1 0 0,1-1 0,2 1 0,-2 11 0,0-1 0,0 0 0,-1 1 0,0-1 0,-1 1 0,0-1 0,-2 13 0,5 13-1365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15:27.2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 1236 24575,'0'0'0,"-2"27"0,19 77 0,5 1 0,70 197 0,-88-291 0,0 0 0,0-1 0,1 1 0,0-1 0,0 1 0,10 11 0,-12-19 0,0 0 0,0 0 0,0 0 0,0 0 0,0-1 0,1 1 0,-1-1 0,1 0 0,0 0 0,0 0 0,-1-1 0,1 1 0,0-1 0,1 0 0,-1 0 0,0-1 0,0 1 0,0-1 0,5 0 0,11 0 0,0-2 0,0 0 0,39-10 0,66-28 0,-121 39 0,516-208-547,-8-36-566,-463 221 1142,753-374 21,-14-23-678,-407 195 354,-286 163 1201,159-137 1,-243 190-742,-5 6-112,-1-1 0,0 0-1,0 0 1,0-1 0,4-6-1,7 7-73,-13 8 0,0-1 0,0 1 0,-1 0 0,0 0 0,1 0 0,-1 0 0,0 0 0,1 5 0,18 40 0,-19-36 120,-2-12-146,0 0 0,0 0 0,-1-1 0,1 1 0,0 0 0,0 0 0,0 0 0,0 0 0,0 0-1,0 0 1,0 0 0,-1 0 0,1 0 0,0 0 0,0 0 0,0-1 0,0 1 0,0 0 0,-1 0 0,1 0 0,0 0 0,0 0 0,0 0 0,0 0 0,0 0 0,-1 0 0,1 0-1,0 0 1,0 1 0,0-1 0,0 0 0,0 0 0,0 0 0,-1 0 0,1 0 0,0 0 0,0 0 0,0 0 0,0 0 0,0 0 0,0 0 0,0 1 0,-1-1 0,1 0 0,0 0 0,0 0-1,0 0 1,0 0 0,0 0 0,0 1 0,0-1 0,0 0 0,0 0 0,0 0 0,0 0 0,0 1 0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14:44.5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365 0 24575,'-1'9'0,"0"0"0,0 0 0,-1 0 0,-5 15 0,0 3 0,-156 562 0,-7 32 0,166-607 0,-4 26 0,7-38 0,1-1 0,0 0 0,0 1 0,0-1 0,0 0 0,0 1 0,1-1 0,-1 0 0,0 1 0,1-1 0,-1 0 0,1 1 0,-1-1 0,1 0 0,-1 0 0,1 0 0,0 1 0,0-1 0,0 0 0,0 0 0,0 0 0,0 0 0,0 0 0,1 1 0,10 2 0,0 0 0,0 0 0,0-1 0,0 0 0,1-1 0,-1-1 0,1 0 0,-1 0 0,17-3 0,-4 2 0,357-18 120,-2-28-1605,-301 34-5341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14:44.9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1 310 24575,'0'1'0,"1"-1"0,-1 1 0,1-1 0,-1 1 0,1-1 0,-1 1 0,1 0 0,-1-1 0,1 0 0,-1 1 0,1-1 0,0 1 0,-1-1 0,1 0 0,0 1 0,-1-1 0,1 0 0,0 0 0,0 0 0,-1 1 0,1-1 0,0 0 0,0 0 0,-1 0 0,1 0 0,1 0 0,29 1 0,-25-1 0,86-3 0,113-17 0,93-29 0,-257 41 0,675-134 91,-334 63-1547,-289 61-5370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14:45.2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329 1 24575,'-9'32'0,"-34"106"0,-98 340 0,28 5 0,105-444 0,2 1 0,1 0 0,2 1 0,2-1 0,5 49 0,-2-77 0,0 0 0,1 0 0,1 0 0,-1-1 0,2 1 0,0-1 0,0 0 0,1 0 0,8 11 0,-8-14 0,0-1 0,1 1 0,0-1 0,1-1 0,-1 1 0,1-2 0,0 1 0,1-1 0,-1 0 0,1 0 0,0-1 0,18 5 0,-5-3-455,0-1 0,32 3 0,47-1-6371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14:45.6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132 328 24575,'-3'4'0,"0"0"0,0 1 0,1-1 0,-1 1 0,1-1 0,0 1 0,-3 10 0,-1 2 0,-20 55 0,-19 79 0,35-108 0,2-1 0,2 1 0,-1 62 0,7-94 0,0-1 0,1 1 0,0-1 0,1 0 0,0 1 0,1-1 0,4 12 0,-6-19 0,1 0 0,-1 0 0,0-1 0,1 1 0,0-1 0,0 1 0,-1-1 0,1 0 0,1 0 0,-1 0 0,0 0 0,0 0 0,1 0 0,-1 0 0,1-1 0,0 1 0,-1-1 0,1 0 0,0 0 0,0 0 0,0 0 0,0 0 0,-1-1 0,1 1 0,0-1 0,0 0 0,0 0 0,1 0 0,2 0 0,3-2 0,0 0 0,-1 0 0,1-1 0,-1 0 0,0 0 0,0-1 0,0 0 0,0 0 0,-1-1 0,0 0 0,10-8 0,3-5 0,-1-1 0,25-31 0,-18 17 0,-2-1 0,-1-1 0,-2 0 0,-2-2 0,-1 0 0,15-48 0,-24 61 0,-2-1 0,-1 0 0,-1 0 0,-1 0 0,-1-1 0,-1 0 0,-2 0 0,0 1 0,-2-1 0,0 0 0,-8-28 0,5 39 0,0 0 0,0 1 0,-2 0 0,1 0 0,-2 1 0,0 0 0,-1 0 0,0 0 0,-20-19 0,23 26 0,0 0 0,0 0 0,-1 1 0,1 0 0,-1 0 0,-1 1 0,1-1 0,-1 2 0,1-1 0,-1 1 0,0 0 0,0 1 0,0 0 0,-1 0 0,1 1 0,0 0 0,-1 0 0,1 1 0,-11 1 0,15-1-65,-1 1 0,1 0 0,0 1 0,0-1 0,0 1 0,0 0 0,1 0 0,-1 0 0,0 0 0,1 0 0,-1 1 0,1 0 0,0 0 0,0 0 0,0 0 0,0 0 0,1 0 0,-1 1 0,1-1 0,-4 9 0,-13 34-6761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14:46.3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178 648 24575,'21'-36'0,"2"1"0,34-39 0,-56 73 0,-1 0 0,1 0 0,0 0 0,0-1 0,1 1 0,-1 1 0,0-1 0,0 0 0,0 0 0,0 0 0,1 1 0,-1-1 0,0 0 0,1 1 0,-1-1 0,1 1 0,-1 0 0,1-1 0,-1 1 0,0 0 0,1 0 0,-1 0 0,3 0 0,-2 1 0,-1 0 0,1-1 0,0 1 0,0 0 0,-1 0 0,1 1 0,0-1 0,-1 0 0,1 0 0,-1 1 0,0-1 0,1 1 0,-1-1 0,0 1 0,1 2 0,4 6 0,-1 1 0,0 0 0,-1 1 0,6 21 0,-1 14 0,-2 0 0,-2 0 0,-1 1 0,-4 49 0,-25 193 0,-18-14 0,-92 319 0,133-588 0,-9 24 0,11-30 0,0-1 0,0 1 0,-1-1 0,1 1 0,0-1 0,-1 1 0,1-1 0,0 0 0,-1 1 0,1-1 0,0 1 0,-1-1 0,1 0 0,-1 0 0,1 1 0,-1-1 0,1 0 0,-1 0 0,1 1 0,-1-1 0,1 0 0,-1 0 0,1 0 0,-1 0 0,1 0 0,-1 0 0,1 0 0,-1 0 0,1 0 0,-1 0 0,1 0 0,-1 0 0,1 0 0,-1 0 0,1-1 0,-1 1 0,1 0 0,-1 0 0,1-1 0,-1 1 0,1 0 0,-1 0 0,1-1 0,0 1 0,-1 0 0,1-1 0,0 1 0,-1-1 0,1 1 0,-1-1 0,-6-9 0,0 0 0,0 0 0,1-1 0,0 0 0,1 0 0,-8-23 0,12 31 0,-22-65 0,3-1 0,3 0 0,3-1 0,-8-132 0,18 88 0,5-1 0,20-146 0,-7 165 0,33-119 0,-30 155 0,3 0 0,3 1 0,36-66 0,-42 93 0,2 1 0,2 0 0,0 2 0,2 0 0,2 2 0,43-40 0,-47 51 0,0 0 0,1 1 0,1 1 0,1 1 0,0 1 0,0 1 0,1 1 0,0 1 0,52-10 0,-49 15 0,0 1 0,0 1 0,0 1 0,0 2 0,0 1 0,0 1 0,0 1 0,-1 2 0,1 0 0,49 20 0,-59-18 0,0 0 0,-1 0 0,0 2 0,0 0 0,-1 1 0,-1 1 0,1 0 0,-2 1 0,0 0 0,-1 2 0,0-1 0,-1 2 0,0-1 0,-2 2 0,0-1 0,12 28 0,-17-31 0,-1 0 0,0-1 0,-1 2 0,-1-1 0,0 0 0,-1 0 0,0 1 0,-1-1 0,0 1 0,-3 16 0,-1-12 0,0-1 0,-1 1 0,-1 0 0,0-1 0,-2 0 0,-15 27 0,0-9 0,-2-2 0,-1-1 0,-1-1 0,-1-1 0,-63 50 0,17-24 0,-2-3 0,-2-4 0,-2-3 0,-2-4 0,-2-3 0,-128 40 0,196-73 0,10-4 0,-1 0 0,1 0 0,0 0 0,-1-1 0,0 1 0,1-2 0,-10 1 0,26 8 0,47 26 0,0-2 0,67 28 0,131 42 0,-239-97 0,261 93-682,457 101-1,-617-176-6143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14:47.1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183 420 24575,'-23'-17'0,"16"13"0,5 2 0,-1 0 0,1 0 0,-1 1 0,1-1 0,-1 1 0,0-1 0,0 1 0,0 0 0,-4-1 0,5 3 0,1-1 0,0 0 0,0 0 0,-1 1 0,1-1 0,0 1 0,0-1 0,0 1 0,0 0 0,0-1 0,-1 1 0,1 0 0,0 0 0,1 0 0,-1 0 0,0-1 0,0 1 0,0 0 0,0 1 0,1-1 0,-1 0 0,1 0 0,-1 0 0,1 0 0,-1 0 0,1 1 0,-1-1 0,1 0 0,0 2 0,-10 33 0,2 1 0,1-1 0,3 1 0,-2 51 0,4-48 0,2 650 0,5-506 0,-7-166 0,2-18 0,0 0 0,0 1 0,0-1 0,0 0 0,0 0 0,0 0 0,0 0 0,0 0 0,0 0 0,0 1 0,0-1 0,0 0 0,0 0 0,0 0 0,0 0 0,0 0 0,0 0 0,-1 1 0,1-1 0,0 0 0,0 0 0,0 0 0,0 0 0,0 0 0,0 0 0,-1 0 0,1 0 0,0 0 0,0 0 0,0 0 0,0 0 0,0 0 0,0 0 0,-1 0 0,1 0 0,0 0 0,0 0 0,0 0 0,0 0 0,0 0 0,-1 0 0,1 0 0,0 0 0,0 0 0,0 0 0,-1 0 0,0-2 0,-1 0 0,0-1 0,0 1 0,1 0 0,0-1 0,-1 1 0,1-1 0,0 0 0,-1-3 0,-8-25 0,2 0 0,0-1 0,3 0 0,-4-55 0,7 23 0,10-96 0,1 82 0,4 1 0,3 0 0,4 1 0,37-94 0,-34 113 0,3 1 0,2 1 0,2 1 0,3 2 0,79-95 0,-90 122 0,1 1 0,2 2 0,0 0 0,2 2 0,53-32 0,-67 45 0,1 0 0,0 0 0,0 1 0,1 1 0,-1 1 0,1 0 0,0 1 0,1 0 0,-1 1 0,0 1 0,1 1 0,-1 0 0,0 0 0,27 6 0,-35-4 0,1 0 0,-1 0 0,0 0 0,-1 1 0,1 0 0,0 1 0,-1 0 0,0 0 0,0 0 0,0 0 0,0 1 0,-1 0 0,0 0 0,0 1 0,0-1 0,-1 1 0,1 0 0,3 9 0,-4-7 0,0 2 0,-1-1 0,0 0 0,-1 1 0,0-1 0,0 1 0,-1 0 0,0-1 0,-1 1 0,0 0 0,-1 0 0,0-1 0,-3 16 0,-4 5 0,-1-1 0,-1 1 0,-2-2 0,0 0 0,-2 0 0,-2-1 0,-21 29 0,-10 8 0,-89 91 0,86-102 0,-1-3 0,-3-2 0,-2-2 0,-102 63 0,138-99 0,18-10 0,1 1 0,-1-1 0,1 1 0,-1 0 0,1-1 0,-1 1 0,1 0 0,0 0 0,-1 0 0,1 0 0,0 0 0,-2 2 0,3-2 0,0 1 0,0-1 0,0 0 0,0 0 0,0 0 0,0 0 0,0 1 0,1-1 0,-1 0 0,0 0 0,1 0 0,-1 0 0,1 0 0,-1 0 0,1 0 0,-1 0 0,1 0 0,0 0 0,0 0 0,-1 0 0,1-1 0,0 1 0,1 1 0,54 60 0,110 95 0,-131-129 0,1-2 0,1-1 0,1-1 0,1-3 0,44 19 0,-35-23-682,62 14-1,45 0-6143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14:47.4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160 0 24575,'-26'375'0,"-30"-6"0,38-260 0,2-15 0,-2 4 0,-7 159 0,24-245 0,1 0 0,1 0 0,0-1 0,1 1 0,3 13 0,-4-23 0,-1 0 0,1 0 0,0 0 0,-1-1 0,1 1 0,0 0 0,0 0 0,0 0 0,0-1 0,0 1 0,1 0 0,-1-1 0,0 1 0,1-1 0,-1 0 0,1 1 0,0-1 0,-1 0 0,1 0 0,0 0 0,0 0 0,0 0 0,0-1 0,0 1 0,-1 0 0,1-1 0,0 1 0,0-1 0,1 0 0,-1 0 0,0 0 0,0 0 0,0 0 0,0 0 0,0-1 0,2 0 0,6-2-136,-1-1-1,-1 0 1,1 0-1,-1-1 1,1 0-1,-1-1 1,-1 0-1,1 0 0,6-8 1,32-30-6690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14:47.9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0 348 24575,'160'-4'0,"-1"-7"0,-1-7 0,0-7 0,230-67 0,-377 89 0,-2-1 0,1 1 0,0 1 0,0 0 0,0 0 0,18 0 0,-26 2 0,1 1 0,-1-1 0,0 0 0,1 1 0,-1 0 0,0-1 0,1 1 0,-1 0 0,0 0 0,0 0 0,0 0 0,0 1 0,0-1 0,0 1 0,0-1 0,0 1 0,-1 0 0,1-1 0,0 1 0,-1 0 0,0 0 0,1 0 0,-1 0 0,0 0 0,0 1 0,0-1 0,0 0 0,-1 0 0,2 4 0,1 6 0,-1 1 0,0 0 0,0 0 0,-2 1 0,1-1 0,-3 14 0,-14 83 0,11-82 0,-23 109 0,-11 68 0,35-174 0,1 0 0,2 0 0,1 0 0,7 48 0,-5-66 0,1 0 0,0 0 0,1 0 0,0-1 0,1 1 0,0-1 0,1-1 0,1 1 0,9 13 0,-12-20 0,1 1 0,-1-1 0,1 0 0,0-1 0,1 1 0,-1-1 0,1 0 0,0 0 0,0-1 0,0 0 0,0 0 0,0 0 0,1-1 0,-1 0 0,1 0 0,0 0 0,-1-1 0,1 0 0,9 0 0,-4-2 0,0 0 0,0-1 0,0 0 0,0-1 0,-1 0 0,1-1 0,-1 0 0,0-1 0,0 0 0,-1-1 0,1 0 0,-1 0 0,0-1 0,15-15 0,-4 2 0,-1-1 0,-1 0 0,-1-2 0,0 0 0,15-29 0,-17 24 0,-1-2 0,-2 1 0,0-2 0,-3 1 0,0-2 0,-2 1 0,-1-1 0,-2-1 0,-1 1 0,-1-1 0,-2 1 0,-4-43 0,0 50 0,0 0 0,-2 0 0,-1 1 0,-1 0 0,-1 0 0,-1 1 0,0 0 0,-2 1 0,-1 0 0,-1 0 0,-1 1 0,-1 1 0,0 0 0,-1 1 0,-2 1 0,-31-26 0,26 27 0,-1 0 0,0 2 0,-1 1 0,-1 0 0,-36-12 0,46 20 0,0 1 0,0 1 0,-1 0 0,1 1 0,-1 1 0,1 0 0,-1 1 0,0 1 0,0 1 0,-25 4 0,37-4 8,0 0-1,1 0 1,-1 1-1,0 0 1,1-1-1,-1 2 1,1-1-1,0 0 1,0 1-1,0 0 1,0 0-1,0 0 1,1 0-1,-1 1 1,-3 5-1,5-6-81,0 0-1,0 1 1,0-1 0,1 1 0,0 0-1,0-1 1,0 1 0,0 0 0,0 0-1,1-1 1,0 1 0,-1 0 0,1 0-1,1 0 1,-1 0 0,1 0 0,-1-1-1,1 1 1,2 4 0,12 32-6752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14:48.5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524 0 24575,'0'0'0,"-3"93"0,-4 0 0,-4-1 0,-41 163 0,-119 249 0,111-355 0,-6-2 0,-86 137 0,152-284 0,-1 0 0,1 0 0,0 0 0,0 0 0,0 0 0,0 1 0,0-1 0,0 0 0,0 0 0,0 0 0,0 0 0,0 1 0,-1-1 0,1 0 0,0 0 0,0 0 0,0 0 0,0 1 0,0-1 0,0 0 0,0 0 0,0 0 0,0 1 0,1-1 0,-1 0 0,0 0 0,0 0 0,0 0 0,0 1 0,0-1 0,0 0 0,0 0 0,0 0 0,0 0 0,0 0 0,1 1 0,-1-1 0,0 0 0,0 0 0,0 0 0,0 0 0,0 0 0,1 0 0,-1 0 0,0 0 0,0 1 0,0-1 0,14 2 0,-10-2 0,50 5 0,96-6 0,60-18 0,-203 18 0,720-113 0,-9-57 0,-681 162 0,-21 5 0,0 0 0,0-1 0,0 0 0,16-8 0,-41 15 92,13-12-945,-3 7 249,3-5-6222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16:13.2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1507 166 24575,'-35'-47'0,"30"39"0,-1-1 0,0 1 0,0 1 0,0-1 0,-1 1 0,-1 0 0,1 0 0,-1 1 0,-16-10 0,8 9 0,0 1 0,0 1 0,-1 0 0,1 1 0,-1 1 0,0 1 0,0 0 0,-1 1 0,1 1 0,-33 3 0,3 4 0,-1 1 0,-80 26 0,58-10 0,1 3 0,1 3 0,2 3 0,-109 73 0,125-71 0,2 2 0,1 3 0,3 1 0,1 2 0,2 2 0,-43 62 0,67-83 0,2 0 0,1 1 0,1 1 0,1 0 0,1 1 0,1 0 0,-10 52 0,17-63 0,1 0 0,0 0 0,2 0 0,0 0 0,1-1 0,0 1 0,1 0 0,1 0 0,0-1 0,2 1 0,-1-1 0,2 0 0,0-1 0,1 1 0,13 21 0,-7-18 0,0-1 0,1-1 0,1 0 0,0-1 0,26 20 0,92 55 0,-10-8 0,-113-74 0,0 1 0,0 0 0,0 0 0,-2 1 0,1 1 0,-1-1 0,0 1 0,-1 0 0,-1 1 0,10 22 0,-10-17 0,-1 0 0,-1 1 0,0-1 0,-2 1 0,0 0 0,0 0 0,-3 30 0,-4 10 0,-3 1 0,-3-1 0,-2-1 0,-28 76 0,-101 217 0,133-330 0,-54 116 0,-51 130 0,111-257 0,1-1 0,-1 1 0,2 0 0,-1 0 0,1 0 0,0 0 0,1 0 0,0 1 0,1-1 0,-1 0 0,4 14 0,0-13 0,0 1 0,0-1 0,1 0 0,0 0 0,1-1 0,0 0 0,0 0 0,1 0 0,8 8 0,36 36 0,-34-37 0,0 1 0,-1 1 0,0 0 0,-2 2 0,0-1 0,16 34 0,-21-30 0,-1 1 0,-2 0 0,0 0 0,-1 1 0,-2 0 0,0-1 0,-2 1 0,-1 0 0,-4 35 0,-5 17 0,-35 131 0,-110 273 0,-42-14 0,187-449 0,4-10 0,1 1 0,1-1 0,-1 1 0,-2 13 0,5-20 0,1 0 0,0-1 0,0 1 0,-1 0 0,1 0 0,0 0 0,1 0 0,-1 0 0,0-1 0,1 1 0,-1 0 0,1 0 0,-1 0 0,1-1 0,0 1 0,-1 0 0,1-1 0,0 1 0,0-1 0,1 1 0,-1-1 0,0 1 0,0-1 0,1 0 0,-1 0 0,0 1 0,3 0 0,9 4 0,0-1 0,0 0 0,1-1 0,-1 0 0,1-1 0,0-1 0,0 0 0,20 0 0,53 0-341,0-3 0,0-5-1,159-30 1,-136 15-6485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16:14.5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24575,'0'10'0,"68"1013"0,-63-963 0,22 210 0,-17-202 0,35 126 0,-44-191 0,0 0 0,0 0 0,0 0 0,0 0 0,0 0 0,1 0 0,-1 0 0,1 0 0,0-1 0,0 1 0,0 0 0,3 3 0,-4-6 0,0 0 0,-1 0 0,1 1 0,0-1 0,-1 0 0,1 0 0,0 0 0,0 1 0,-1-1 0,1 0 0,0 0 0,-1 0 0,1 0 0,0-1 0,0 1 0,-1 0 0,1 0 0,0 0 0,-1-1 0,1 1 0,1-1 0,21-18 0,-2-9 0,-1 0 0,-1-2 0,-1 0 0,25-60 0,40-139 0,-46 119 0,-5-2 0,25-159 0,-57 271 0,0 0 0,0 0 0,0-1 0,0 1 0,0 0 0,0 0 0,0-1 0,0 1 0,0 0 0,0 0 0,0 0 0,1-1 0,-1 1 0,0 0 0,0 0 0,0 0 0,0-1 0,0 1 0,0 0 0,1 0 0,-1 0 0,0 0 0,0-1 0,0 1 0,1 0 0,-1 0 0,0 0 0,0 0 0,0 0 0,1 0 0,-1 0 0,0 0 0,0 0 0,0 0 0,1 0 0,-1 0 0,0 0 0,0 0 0,1 0 0,-1 0 0,0 0 0,0 0 0,1 0 0,-1 0 0,0 0 0,0 0 0,0 0 0,1 0 0,-1 0 0,0 0 0,0 0 0,0 1 0,1-1 0,-1 0 0,18 15 0,14 25 0,-4 3 0,-3 0 0,37 87 0,23 103 0,-48-127 0,50 105 0,-79-194 0,1-1 0,0 0 0,1 0 0,0-1 0,26 27 0,-34-39 0,1 0 0,0-1 0,0 0 0,0 1 0,0-1 0,0 0 0,0-1 0,1 1 0,-1 0 0,1-1 0,-1 0 0,1 0 0,0 0 0,-1 0 0,1-1 0,0 1 0,0-1 0,-1 0 0,1 0 0,0 0 0,0-1 0,-1 1 0,1-1 0,0 0 0,-1 0 0,1 0 0,0 0 0,-1-1 0,0 0 0,1 1 0,-1-1 0,0 0 0,0-1 0,0 1 0,5-5 0,7-8 0,-1 0 0,0-1 0,-1 0 0,-1-1 0,0 0 0,-1-1 0,14-33 0,2-12 0,18-69 0,-16 32 0,-5-1 0,-4-1 0,-4-1 0,-5 0 0,-4-1 0,-5 0 0,-22-195 0,18 278 0,1 9 0,-1-1 0,-1 0 0,1 0 0,-2 1 0,-5-15 0,-4 14-1365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16:18.0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24575,'1'16'0,"1"0"0,0 0 0,8 29 0,1-2 0,123 492 0,31-6 0,6 22 0,-145-455-1365,-25-87-5461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16:18.4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63 237 24575,'11'-6'0,"65"-36"0,1 4 0,149-50 0,-170 71 0,0 3 0,1 3 0,0 2 0,0 3 0,70 0 0,-82 7 0,-1 2 0,0 2 0,-1 2 0,1 1 0,-2 3 0,1 1 0,-1 3 0,51 24 0,-67-26 0,-1 1 0,0 1 0,-2 1 0,1 2 0,-2 0 0,-1 1 0,0 1 0,-1 1 0,-2 1 0,0 1 0,-1 0 0,-1 1 0,22 46 0,-26-39 1,-1 1 0,-1 1 0,-2 0 0,-1 0 0,-1 0-1,-3 1 1,0 0 0,-2 0 0,-2 0 0,-1-1 0,-1 1 0,-11 41 0,-2-6-30,-3 0 1,-3-2 0,-3-1 0,-63 117 0,36-92-110,-3-2 0,-5-2 0,-4-3 0,-89 92 0,95-118 145,-2-2 0,-3-2 1,-2-4-1,-2-2 1,-140 74-1,168-104-7,-1-1 0,-1-2 0,-58 14 0,79-24 0,-1-1 0,0-1 0,0-2 0,0 0 0,0-1 0,0 0 0,0-2 0,-36-8 0,47 8-60,2-1 0,-1 0 0,0-1 0,1 1 0,-1-2 0,1 1 0,0-1 0,0 0 1,1-1-1,0 0 0,-13-13 0,-10-21-6637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16:19.4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1669 24575,'0'0'0,"0"1"0,0-1 0,0 1 0,0-1 0,1 1 0,-1-1 0,0 1 0,0-1 0,0 0 0,0 1 0,0-1 0,1 1 0,-1-1 0,0 0 0,0 1 0,1-1 0,-1 0 0,0 1 0,1-1 0,-1 0 0,0 1 0,1-1 0,-1 0 0,0 0 0,1 1 0,-1-1 0,1 0 0,-1 0 0,0 0 0,1 1 0,-1-1 0,1 0 0,-1 0 0,1 0 0,20-1 0,1-5 0,0 0 0,-1-2 0,1 0 0,-1-1 0,-1-1 0,24-16 0,8-8 0,53-47 0,-59 42 0,-2-3 0,-2-2 0,-2-1 0,-2-2 0,-2-2 0,30-54 0,-40 59 0,-3-2 0,-2 0 0,-2-1 0,-2-1 0,-2-1 0,-2-1 0,10-78 0,-20 96 0,-2-60 0,-1 82 0,-1-1 0,0 0 0,-1 1 0,-1-1 0,1 1 0,-1 0 0,-1 0 0,0 0 0,-7-11 0,10 19 0,0 1 0,0-1 0,0 1 0,0-1 0,-1 1 0,1 0 0,0 0 0,-1-1 0,1 1 0,-1 0 0,1 0 0,-1 0 0,0 1 0,1-1 0,-1 0 0,0 1 0,0-1 0,0 1 0,1-1 0,-1 1 0,0 0 0,0 0 0,0 0 0,0 0 0,1 0 0,-1 0 0,0 1 0,0-1 0,0 1 0,-3 0 0,-2 2 0,-1 0 0,1 1 0,0 0 0,0 0 0,-12 10 0,-5 6 0,2 1 0,1 0 0,1 2 0,1 1 0,0 0 0,2 1 0,1 1 0,-22 49 0,14-21 0,3 2 0,2 0 0,-18 92 0,25-77 0,2 1 0,4 0 0,3 1 0,3-1 0,3 1 0,3-1 0,4 0 0,2-1 0,30 92 0,-33-135 0,1-1 0,1 0 0,2 0 0,28 45 0,-36-65 0,1 1 0,0-1 0,0 0 0,0 0 0,0 0 0,1-1 0,0 0 0,1-1 0,-1 0 0,1 0 0,0 0 0,1-1 0,-1 0 0,1 0 0,-1-1 0,1-1 0,0 1 0,0-1 0,11 0 0,-8-2 0,0 0 0,0-1 0,0-1 0,-1 0 0,1-1 0,-1 0 0,1-1 0,-1 0 0,0 0 0,0-2 0,-1 1 0,17-12 0,1-3 0,-1-2 0,-1 0 0,27-31 0,4-11 0,-2-2 0,-4-3 0,74-131 0,90-247 0,-162 314 0,-44 122 0,-1 16 0,7 28 0,-2 11 0,-2 0 0,-2 1 0,5 52 0,-1 143 0,-12-48 0,-9 0 0,-8-1 0,-65 302 0,77-473 0,2-10 0,-1 0 0,1 1 0,-8 15 0,10-26 0,0 1 0,-1 0 0,1-1 0,0 1 0,0-1 0,-1 1 0,1 0 0,-1-1 0,1 1 0,0-1 0,-1 1 0,1-1 0,-1 0 0,1 1 0,-1-1 0,1 1 0,-1-1 0,0 0 0,1 1 0,-1-1 0,1 0 0,-1 0 0,0 0 0,1 1 0,-1-1 0,-1 0 0,1 0 0,0-1 0,-1 1 0,1-1 0,0 1 0,0-1 0,0 0 0,0 0 0,-1 1 0,1-1 0,0 0 0,0 0 0,0 0 0,1 0 0,-3-2 0,-7-12 0,1 0 0,1 0 0,0-1 0,1-1 0,1 1 0,-8-28 0,-13-55-48,5-1-1,3-1 0,-5-107 1,12-314-527,49-1 575,-23 432 0,4 1 0,3 1 0,56-145 0,-60 193 0,1 2 0,3 0 0,1 1 0,37-49 0,-49 73 0,1 1 0,1 0 0,0 1 0,0 0 0,1 1 0,1 1 0,0 0 0,1 0 0,-1 2 0,2 0 0,-1 0 0,1 1 0,0 1 0,18-4 0,-26 9 24,1-1-1,-1 1 0,1 0 1,-1 1-1,1 0 0,-1 0 1,1 1-1,-1 0 0,1 1 0,-1-1 1,0 2-1,0-1 0,0 1 1,0 0-1,0 1 0,0 0 1,-1 0-1,0 1 0,0 0 0,0 0 1,0 0-1,-1 1 0,0 0 1,0 0-1,-1 1 0,1 0 0,-1 0 1,-1 0-1,0 0 0,0 1 1,0 0-1,2 8 0,-1 0-23,-2 0 0,0 0 0,0 1 0,-2-1 0,0 1 0,-1 0 0,0-1 0,-2 1 0,0-1 0,-1 1 0,-9 29 0,0-7 0,-3 0 0,-1-1 0,-36 60 0,12-35-195,-4 0 0,-2-3 0,-2-2 0,-3-2 0,-3-3 0,-91 72 0,84-79-6631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16:21.5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270 2128 24575,'1'0'0,"1"0"0,-1-1 0,1 1 0,-1-1 0,0 0 0,1 1 0,-1-1 0,0 0 0,0 0 0,1 0 0,-1 0 0,0 0 0,2-2 0,-3 3 0,9-10 0,-1 1 0,0-1 0,0-1 0,-1 1 0,0-1 0,-1 0 0,7-20 0,1-6 0,11-47 0,-10 20 0,-3-2 0,-3 1 0,-3-1 0,-3 0 0,-2 0 0,-3 0 0,-4 0 0,-2 0 0,-3 1 0,-23-76 0,31 130 0,0 0 0,-1 0 0,0 1 0,-9-19 0,12 28 0,1-1 0,-1 0 0,0 0 0,-1 1 0,1-1 0,0 1 0,0-1 0,-1 1 0,1 0 0,-1-1 0,1 1 0,-1 0 0,1 0 0,-1 0 0,0 0 0,1 0 0,-1 1 0,0-1 0,0 0 0,0 1 0,0-1 0,0 1 0,0 0 0,0 0 0,1 0 0,-1 0 0,0 0 0,-3 0 0,0 2 0,0-1 0,1 1 0,-1 0 0,1 1 0,-1-1 0,1 1 0,0-1 0,0 1 0,0 1 0,-7 6 0,-35 46 0,22-19 0,1 2 0,2 0 0,2 1 0,1 1 0,3 0 0,-14 56 0,12-24 0,3 1 0,-8 146 0,20-147 0,12 112 0,-6-146 0,3-1 0,1 0 0,2 0 0,22 56 0,-27-82 0,1 0 0,0-1 0,0 0 0,1 0 0,15 18 0,-19-26 0,0 1 0,1-1 0,0 0 0,-1 0 0,1 0 0,0 0 0,1-1 0,-1 1 0,0-1 0,1 0 0,-1-1 0,1 1 0,0-1 0,-1 0 0,1 0 0,0 0 0,0-1 0,5 1 0,0-2 0,-1-1 0,1 1 0,-1-2 0,0 1 0,1-1 0,-1-1 0,-1 1 0,1-2 0,0 1 0,-1-1 0,0 0 0,14-12 0,3-5 0,0-2 0,28-35 0,-3-3 0,-3-2 0,-2-2 0,68-141 0,-67 106 0,-5-2 0,37-141 0,-58 157 0,-20 86 0,0 1 0,1-1 0,-1 0 0,0 1 0,0-1 0,0 1 0,1-1 0,-1 0 0,0 1 0,0-1 0,1 1 0,-1-1 0,1 1 0,-1-1 0,0 1 0,1-1 0,-1 1 0,1 0 0,-1-1 0,1 1 0,-1 0 0,1-1 0,-1 1 0,1 0 0,0-1 0,-1 1 0,1 0 0,-1 0 0,1 0 0,0 0 0,-1 0 0,1 0 0,-1-1 0,1 1 0,0 1 0,-1-1 0,1 0 0,-1 0 0,1 0 0,0 0 0,-1 0 0,1 0 0,-1 1 0,1-1 0,0 0 0,-1 1 0,1-1 0,-1 0 0,1 1 0,-1-1 0,1 1 0,-1-1 0,0 0 0,1 1 0,-1-1 0,1 2 0,27 31 0,-28-33 0,27 41 0,-3 0 0,-2 2 0,-1 0 0,20 63 0,39 192 0,-69-250 0,-2 2 0,2 58 0,-11-108 0,0 0 0,0 0 0,0 0 0,1 0 0,-1 0 0,0 0 0,0 0 0,0 0 0,0 0 0,0 0 0,0 0 0,0 0 0,0 0 0,1 0 0,-1 0 0,0 0 0,0 0 0,0 0 0,0 0 0,0 0 0,0 0 0,0 0 0,1 0 0,-1 0 0,0 0 0,0 0 0,0 0 0,0 0 0,0 1 0,0-1 0,0 0 0,0 0 0,0 0 0,0 0 0,0 0 0,1 0 0,-1 0 0,0 0 0,0 0 0,0 1 0,0-1 0,0 0 0,0 0 0,0 0 0,0 0 0,0 0 0,0 0 0,0 0 0,0 1 0,0-1 0,0 0 0,0 0 0,0 0 0,0 0 0,0 0 0,0 0 0,0 0 0,0 1 0,0-1 0,-1 0 0,1 0 0,0 0 0,0 0 0,0 0 0,7-13 0,8-28 0,-15 40 0,105-351 0,-62 200 0,-42 148 0,5-17 0,0 0 0,1 1 0,1 0 0,21-37 0,-26 53 0,-1 1 0,1-1 0,-1 0 0,1 1 0,0 0 0,1-1 0,-1 1 0,1 1 0,-1-1 0,1 0 0,0 1 0,0 0 0,0 0 0,0 0 0,0 0 0,0 1 0,1-1 0,-1 1 0,0 0 0,1 0 0,-1 1 0,1 0 0,-1-1 0,1 1 0,-1 1 0,1-1 0,-1 1 0,1 0 0,-1 0 0,6 1 0,5 4 0,0 1 0,0 0 0,-1 1 0,0 0 0,0 1 0,-1 1 0,0 0 0,22 23 0,0 4 0,46 65 0,52 110 0,-64-96 0,-65-109 0,0-1 0,0 0 0,1 0 0,0 0 0,0 0 0,0-1 0,1 1 0,-1-2 0,11 8 0,-13-11 0,1 1 0,-1-1 0,0 0 0,1 0 0,0 0 0,-1 0 0,1-1 0,-1 1 0,1-1 0,0 0 0,-1 0 0,1 0 0,0-1 0,-1 1 0,1-1 0,-1 0 0,1 0 0,-1 0 0,1-1 0,-1 1 0,6-4 0,8-5 0,-1-1 0,0-1 0,0 0 0,-2-1 0,1-1 0,-2 0 0,1-1 0,14-23 0,11-19 0,32-65 0,-33 47 0,-2-2 0,-4-1 0,42-157 0,-74 235 0,0-1 0,0 1 0,0-1 0,0 1 0,0-1 0,0 1 0,0-1 0,0 0 0,0 1 0,0-1 0,0 1 0,0-1 0,0 1 0,-1-1 0,1 1 0,0-1 0,0 1 0,0-1 0,-1 1 0,1 0 0,0-1 0,-1 1 0,1-1 0,0 1 0,-1 0 0,1-1 0,-1 1 0,1 0 0,-1-1 0,0 1 0,-18-7 0,16 7 0,-17-4 0,-1 0 0,0 2 0,0 1 0,-1 1 0,1 0 0,0 2 0,0 0 0,0 1 0,1 2 0,-1 0 0,1 1 0,0 1 0,-20 10 0,19-8 0,1 2 0,1 0 0,0 1 0,0 1 0,1 1 0,1 1 0,1 0 0,0 1 0,0 1 0,2 1 0,0 0 0,-13 24 0,14-17 0,0 1 0,2 0 0,2 1 0,0 0 0,1 1 0,2 0 0,1 0 0,-2 41 0,6-47 0,1-1 0,1 1 0,0-1 0,2 1 0,0-1 0,2 0 0,0 0 0,2 0 0,0-1 0,1 0 0,19 34 0,-22-47 0,0 1 0,0-1 0,0 0 0,1-1 0,0 1 0,0-1 0,0-1 0,1 1 0,0-1 0,0 0 0,1 0 0,-1-1 0,1 0 0,0-1 0,0 1 0,15 2 0,-14-4 0,1-1 0,-1 0 0,1-1 0,-1 0 0,0-1 0,1 0 0,-1 0 0,1-1 0,-1 0 0,0-1 0,0 0 0,0 0 0,-1-1 0,1 0 0,11-8 0,5-5 0,0-2 0,-1 0 0,-1-2 0,-1 0 0,-1-1 0,0-2 0,-2 0 0,26-43 0,-10 7 0,-3-2 0,44-117 0,-44 85 0,-5-1 0,-4-2 0,-5 0 0,-3-1 0,2-147 0,-17 134 0,-4-1 0,-6 1 0,-4 1 0,-47-178 0,35 208 0,17 68 0,1 16 0,-7 25 0,3 9 0,2 0 0,1 0 0,2 1 0,-2 44 0,3 166 0,11-130 0,32 192 0,-24-243 0,3 0 0,3-1 0,4-1 0,35 75 0,-45-114 0,2 0 0,1-1 0,0-1 0,37 43 0,-45-60 0,0 0 0,0 0 0,1-1 0,0 0 0,0 0 0,0-1 0,1 0 0,0-1 0,0 0 0,1-1 0,-1 0 0,1 0 0,0-1 0,0 0 0,23 1 0,-18-4 0,0-1 0,1-1 0,-1-1 0,0 0 0,0-1 0,0-1 0,0 0 0,-1-1 0,0-1 0,0 0 0,-1-1 0,26-19 0,-5 1 0,-1-3 0,-1 0 0,46-56 0,-43 43 0,-2-3 0,-3 0 0,-1-3 0,44-93 0,-60 109 0,-2 0 0,-1-1 0,-1-1 0,-2 0 0,-1 0 0,-2-1 0,-2 0 0,-1-65 0,-2 96 0,0-1 0,0 1 0,-1 0 0,0-1 0,0 1 0,0 0 0,0 0 0,-1 0 0,0 0 0,0 0 0,-2-4 0,3 7 0,-1-1 0,1 1 0,0 0 0,-1 0 0,0 0 0,1 0 0,-1 0 0,1 0 0,-1 0 0,0 0 0,0 1 0,1-1 0,-1 1 0,0-1 0,0 1 0,0 0 0,0 0 0,0 0 0,1 0 0,-1 0 0,0 0 0,0 0 0,0 1 0,0-1 0,0 1 0,1-1 0,-4 2 0,-6 2 0,1 1 0,-1-1 0,1 2 0,0 0 0,0 0 0,1 1 0,0 0 0,0 0 0,-10 12 0,-4 6 0,-38 56 0,30-33 0,2 0 0,3 2 0,2 1 0,2 1 0,-27 102 0,37-105 0,2 0 0,2 1 0,2 0 0,3 1 0,1-1 0,11 91 0,-7-124 0,1 0 0,0 0 0,1 0 0,2 0 0,-1-1 0,10 18 0,-13-29 0,1-1 0,0 1 0,-1-1 0,1 0 0,1 0 0,-1 0 0,1 0 0,-1-1 0,1 1 0,0-1 0,1 0 0,-1 0 0,0 0 0,1-1 0,-1 0 0,1 1 0,0-2 0,0 1 0,0 0 0,0-1 0,0 0 0,0 0 0,0-1 0,8 1 0,0-2 0,1-1 0,-2 0 0,1-1 0,0 0 0,0 0 0,-1-2 0,0 0 0,0 0 0,16-10 0,2-4 0,0-1 0,33-30 0,-17 8 0,-2-1 0,-2-3 0,-2-1 0,67-103 0,-67 83 0,-3-2 0,-3-2 0,39-114 0,-64 157 0,10-51 0,-15 69 0,2 12 0,8 19 0,-12-18 0,20 38 0,-2 2 0,-2 1 0,-1 0 0,-3 1 0,12 59 0,22 238 0,-38-131 0,-10-208 0,2-16 0,3-29 0,-5 37 0,24-262 0,24-184 0,-48 448 0,5-27 0,1 0 0,1 1 0,1 0 0,12-29 0,-16 51 0,-1 0 0,1 0 0,1 0 0,-1 1 0,1-1 0,0 1 0,0 0 0,13-10 0,-15 13 0,2 0 0,-1 1 0,0 0 0,0-1 0,1 1 0,-1 1 0,1-1 0,0 1 0,0 0 0,-1 0 0,1 0 0,0 0 0,0 1 0,0 0 0,9 1 0,0 2 0,-1 0 0,1 0 0,-1 2 0,0 0 0,0 0 0,-1 1 0,0 1 0,0 0 0,0 0 0,-1 2 0,12 9 0,13 14 0,58 68 0,-51-49-195,-2 2 0,-2 1 0,-3 3 0,-2 1 0,-3 1 0,26 67 0,-46-93-6631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16:22.3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119 1 24575,'-8'15'0,"-14"44"0,2 0 0,3 2 0,2 0 0,3 1 0,-4 73 0,8 23 0,8-141 0,1 0 0,1 0 0,0-1 0,2 1 0,0-1 0,0 0 0,9 20 0,-11-33 0,-1 1 0,1-1 0,0 0 0,0 0 0,0 0 0,0 0 0,0 0 0,1-1 0,-1 1 0,1-1 0,0 1 0,-1-1 0,1 0 0,0 0 0,1 0 0,-1 0 0,0-1 0,0 1 0,7 1 0,-5-3 0,1 1 0,-1-1 0,0 0 0,1 0 0,-1 0 0,0-1 0,1 0 0,-1 0 0,0 0 0,0-1 0,0 0 0,5-2 0,8-5 0,0-1 0,-1-1 0,0 0 0,-1-2 0,29-26 0,-12 3 0,-1-2 0,-2-1 0,-2-1 0,-1-1 0,-3-2 0,-1 0 0,-2-1 0,-2-2 0,-2 0 0,-2-1 0,11-60 0,-24 96 0,1 2 0,-2 0 0,1 0 0,-1 0 0,-1 0 0,0 0 0,-1-12 0,4 107 0,10 77 0,32 689 0,-46-679 0,-7 1 0,-57 323 0,60-473 0,5-17 0,-1 0 0,0 1 0,-1-1 0,0 0 0,0 0 0,0-1 0,-1 1 0,0 0 0,0-1 0,-5 7 0,7-13 0,1 1 0,-1-1 0,1 1 0,0-1 0,-1 0 0,1 0 0,-1 1 0,0-1 0,1 0 0,-1 0 0,1 1 0,-1-1 0,1 0 0,-1 0 0,1 0 0,-1 0 0,0 0 0,1 0 0,-1 0 0,1 0 0,-1 0 0,1 0 0,-1 0 0,1-1 0,-1 1 0,0 0 0,1 0 0,-1 0 0,1-1 0,-1 1 0,1 0 0,-1-1 0,-16-16 0,8 4 0,1-1 0,0 0 0,0 0 0,2-1 0,0 0 0,0 0 0,-4-20 0,2-4 0,-7-75 0,12 74 0,3 1 0,1-1 0,2 1 0,2-1 0,1 1 0,2 1 0,21-62 0,-11 53 0,2 1 0,2 1 0,3 0 0,1 2 0,44-56 0,-22 41 0,3 2 0,2 2 0,63-49 0,-32 37 0,142-83 0,-113 83-1365,-76 44-5461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16:28.5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1038 24575,'23'46'0,"15"40"0,-3 1 0,34 141 0,17 191 0,-82-395 0,35 233 0,-34-202 0,-2 0 0,-6 91 0,3-145 0,0 0 0,0 0 0,0 0 0,0 0 0,0-1 0,-1 1 0,1 0 0,0 0 0,0 0 0,-1-1 0,1 1 0,0 0 0,-1 0 0,1-1 0,-1 1 0,1 0 0,-1-1 0,0 2 0,1-2 0,-1 0 0,1 0 0,0 0 0,-1 0 0,1 0 0,-1 0 0,1 0 0,0 0 0,-1 0 0,1-1 0,0 1 0,-1 0 0,1 0 0,-1 0 0,1 0 0,0-1 0,-1 1 0,1 0 0,0 0 0,0-1 0,-1 1 0,1 0 0,0 0 0,0-1 0,-1 1 0,1-1 0,-20-35 0,5-3 0,2 0 0,2 0 0,-8-50 0,-9-130 0,27 209 0,-17-222-180,11-1 1,9 1-1,50-362 0,-38 502 180,37-130 0,-42 193 0,0 1 0,2 0 0,1 1 0,1 1 0,2 0 0,0 0 0,2 2 0,30-36 0,-37 50-3,0 1 1,0 0 0,1 0-1,1 1 1,-1 0 0,1 1-1,0 0 1,1 1-1,0 1 1,0 0 0,0 0-1,0 1 1,1 1-1,17-2 1,-20 4 35,0 1 1,0 0-1,0 0 1,0 1-1,0 1 1,0 0-1,-1 0 1,1 1-1,-1 1 0,1 0 1,-1 0-1,0 1 1,-1 0-1,1 0 1,-1 1-1,0 1 0,0 0 1,10 10-1,-8-6-21,-1 1-1,0 0 0,-1 0 0,0 1 1,-1 0-1,0 1 0,-1 0 1,-1 0-1,9 28 0,-10-21-8,0 0-1,-2 1 1,0 0-1,-2-1 1,0 1-1,-3 31 1,-3-14-5,-2 0 1,-1 0 0,-3-1 0,0 0-1,-3-1 1,-1 0 0,-28 48-1,17-41 19,-2-1 0,-2-1 1,-1-2-1,-3-1 0,-1-2 0,-48 40 0,30-35-314,-1-2 0,-2-3 0,-2-2 0,-76 34 0,90-50-6529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16:29.3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447 332 24575,'-3'-4'0,"2"2"0,-6 8 0,-14 19 0,1 2 0,2 0 0,-25 48 0,30-50 0,-45 85 0,4 3 0,-41 129 0,64-145 0,4 1 0,5 1 0,-11 105 0,32-160 0,1-44 0,0 0 0,0 1 0,0-1 0,0 0 0,0 1 0,0-1 0,0 1 0,0-1 0,0 0 0,1 1 0,-1-1 0,0 0 0,0 1 0,0-1 0,0 0 0,1 1 0,-1-1 0,0 0 0,0 0 0,0 1 0,1-1 0,-1 0 0,0 0 0,1 1 0,-1-1 0,0 0 0,0 0 0,1 0 0,-1 0 0,0 1 0,1-1 0,-1 0 0,1 0 0,0-1 0,0 1 0,1-1 0,-1 0 0,0 0 0,0 0 0,0 0 0,0 0 0,0 0 0,0 0 0,0 0 0,0 0 0,0 0 0,0 0 0,0-2 0,24-39 0,-2-1 0,-1-1 0,16-49 0,-19 43 0,61-164 0,25-58 0,-104 268 0,1-1 0,1 1 0,-1-1 0,1 1 0,-1 0 0,1 0 0,0 0 0,6-5 0,-8 8 0,0 0 0,1 0 0,-1 1 0,0-1 0,1 0 0,-1 1 0,1-1 0,-1 1 0,1-1 0,-1 1 0,1 0 0,-1 0 0,1-1 0,0 1 0,-1 0 0,1 0 0,-1 1 0,1-1 0,-1 0 0,1 0 0,-1 1 0,1-1 0,-1 1 0,1 0 0,-1-1 0,1 1 0,-1 0 0,0 0 0,0 0 0,2 1 0,8 6 0,0 2 0,0-1 0,-1 1 0,0 1 0,-1 0 0,13 20 0,44 83 0,-47-79 0,21 39 0,33 56 0,-73-129 0,4 5 0,0 1 0,0-1 0,0 0 0,1-1 0,10 11 0,-13-15 0,-1 0 0,0 0 0,0-1 0,1 1 0,-1 0 0,1 0 0,-1-1 0,1 1 0,-1-1 0,1 0 0,-1 1 0,1-1 0,-1 0 0,1 0 0,0 0 0,-1 0 0,1 0 0,-1 0 0,1 0 0,-1-1 0,1 1 0,-1 0 0,1-1 0,-1 1 0,1-1 0,-1 0 0,1 0 0,-1 1 0,0-1 0,1 0 0,-1 0 0,0 0 0,0 0 0,2-2 0,9-11 0,-1 0 0,-1-1 0,0-1 0,-1 1 0,0-1 0,-1-1 0,7-23 0,7-19 0,-3-1 0,-3-2 0,-3 1 0,7-70 0,4-256 0,-23 358 0,-1 25 0,0-21 0,2 0 0,0 0 0,11-41 0,-12 60 0,1 0 0,0 0 0,0 0 0,1 1 0,-1-1 0,1 1 0,1-1 0,-1 1 0,1 0 0,0 0 0,0 1 0,0-1 0,1 1 0,-1 0 0,1 0 0,0 0 0,1 1 0,-1-1 0,0 1 0,8-2 0,1 1 0,0 1 0,0 0 0,0 1 0,0 0 0,1 2 0,-1-1 0,0 2 0,0 0 0,1 1 0,-1 0 0,0 1 0,0 0 0,14 6 0,8 5 0,-1 0 0,0 2 0,57 36 0,-43-17 0,0 1 0,-3 2 0,-1 3 0,-2 1 0,-2 2 0,-1 2 0,-3 2 0,-2 1 0,53 99 0,-75-120 0,-1 0 0,0 1 0,-3 0 0,0 0 0,-2 1 0,4 31 0,-9-46 0,-1 0 0,0 0 0,-1 1 0,-1-1 0,0 0 0,-1 0 0,-1 0 0,0 0 0,-1-1 0,-1 1 0,0-1 0,-1 0 0,-15 26 0,17-34 0,0 0 0,0 0 0,-1-1 0,0 0 0,0 0 0,0 0 0,-1 0 0,1-1 0,-1 0 0,0 0 0,-1-1 0,1 1 0,-1-1 0,1-1 0,-1 1 0,-11 1 0,12-3 0,-1 0 0,1-1 0,0 0 0,0 0 0,0 0 0,0-1 0,0 0 0,0 0 0,0-1 0,0 0 0,0 0 0,1 0 0,-1 0 0,1-1 0,-1 0 0,1 0 0,0-1 0,0 0 0,-8-8 0,1 0 0,1 0 0,1-1 0,0 0 0,1-1 0,1 0 0,0-1 0,1 0 0,0 0 0,-5-18 0,2-1 0,1-1 0,2 0 0,-3-46 0,7 37 15,2 0 0,2 0 0,2 0 0,2 0 0,1 1 0,3-1 0,17-51 0,-17 69-129,0 0 0,2 0-1,1 1 1,1 0 0,1 1 0,1 1-1,1 1 1,1 0 0,2 0 0,-1 2-1,2 1 1,34-27 0,18 2-6712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16:30.3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1130 24575,'35'-43'0,"-2"-1"0,-3-2 0,42-83 0,-40 60 0,-3-2 0,-3-1 0,-4-2 0,-2 0 0,-4-1 0,-3 0 0,3-88 0,-16 148 0,0-58 0,-1 69 0,1 0 0,-1 0 0,0-1 0,0 1 0,0 0 0,0 0 0,-1 0 0,0 0 0,1 0 0,-2 0 0,1 1 0,0-1 0,-4-4 0,5 7 0,0 0 0,0 0 0,-1 1 0,1-1 0,0 0 0,0 0 0,-1 1 0,1-1 0,-1 1 0,1-1 0,0 1 0,-1-1 0,1 1 0,-1 0 0,1 0 0,-1 0 0,1 0 0,-1 0 0,1 0 0,-1 0 0,1 0 0,0 0 0,-3 1 0,0 1 0,-1 0 0,0 0 0,1 0 0,-1 1 0,1-1 0,-5 4 0,-7 8 0,1-1 0,0 2 0,1 0 0,1 1 0,0 0 0,1 1 0,1 0 0,1 1 0,-16 36 0,12-21 0,2 1 0,1 1 0,2 0 0,-9 68 0,16-77 0,1 0 0,1-1 0,1 1 0,1 0 0,1-1 0,2 1 0,0-1 0,2 0 0,1-1 0,1 0 0,15 31 0,-4-20 0,1 0 0,2-2 0,1 0 0,1-1 0,2-2 0,44 39 0,22 9 0,-59-53 0,-1 3 0,-2 1 0,46 52 0,-70-71 0,1 1 0,-2-1 0,1 1 0,-1 0 0,-1 0 0,0 1 0,-1 0 0,0 0 0,-1 0 0,0 0 0,0 1 0,-2-1 0,0 1 0,0-1 0,-1 1 0,-2 21 0,-2-14 0,0 0 0,-2 0 0,0 0 0,-1 0 0,-1-1 0,-17 30 0,17-35 0,0-1 0,-1 0 0,-1 0 0,0-1 0,0 0 0,-1-1 0,-1 0 0,0-1 0,-17 11 0,27-20 0,0 0 0,1 0 0,-1 0 0,0 0 0,1 0 0,-1-1 0,0 1 0,0 0 0,0-1 0,1 0 0,-1 1 0,-4-1 0,6 0 0,-1 0 0,0-1 0,1 1 0,-1 0 0,1 0 0,-1-1 0,0 1 0,1 0 0,-1 0 0,1-1 0,-1 1 0,1-1 0,-1 1 0,1-1 0,-1 1 0,1-1 0,-1 1 0,1-1 0,0 1 0,-1-1 0,1 1 0,0-1 0,-1 0 0,1 0 0,-1-4 0,1 1 0,-1 0 0,1-1 0,0 1 0,0-1 0,1 1 0,-1-1 0,1 1 0,0 0 0,2-6 0,8-26 0,3 0 0,30-60 0,49-67 0,-76 136 0,314-469 0,-66 108 0,-36-15 0,-228 401 0,13-27 0,-1 1 0,10-37 0,-22 64 0,-1-1 0,1 0 0,-1 0 0,0 1 0,1-1 0,-1 0 0,0 0 0,0 0 0,0 0 0,0 1 0,-1-4 0,-6 2 0,-9 10 0,-3 8 0,0 1 0,1 2 0,1-1 0,1 2 0,-20 27 0,-22 34 0,4 3 0,3 2 0,4 1 0,4 3 0,4 2 0,4 1 0,3 2 0,5 1 0,-19 123 0,38-159 0,-1 70 0,8-108 0,2 0 0,1 0 0,0 0 0,2-1 0,0 1 0,13 34 0,-15-49 0,0-1 0,1 1 0,-1-1 0,1 0 0,0 0 0,1 0 0,-1 0 0,1 0 0,0-1 0,0 0 0,1 0 0,-1 0 0,1 0 0,0-1 0,0 1 0,0-1 0,0-1 0,0 1 0,1-1 0,-1 0 0,1 0 0,0 0 0,0-1 0,-1 0 0,1 0 0,0 0 0,0-1 0,0 0 0,6-1 0,8-1 0,0-1 0,-1-1 0,0-1 0,0-1 0,0-1 0,0 0 0,29-17 0,4-7-1,-1-1-1,-1-3 1,-2-2-1,75-75 1,-38 22-292,97-134 0,-99 112 269,-6-5 0,-5-2 1,-5-4-1,73-186 0,-137 303 24,5-16 0,0 0 0,-2 0 0,6-34 0,-11 55 4,-1 0 0,0-1 1,1 1-1,-1 0 0,0-1 0,0 1 0,0 0 0,0 0 0,0-1 0,0 1 0,-1 0 1,1 0-1,0-1 0,-1 1 0,1 0 0,-1 0 0,1 0 0,-1-1 0,0 1 1,1 0-1,-1 0 0,0 0 0,0 0 0,0 0 0,1 0 0,-3-1 0,1 2 12,0-1-1,0 1 0,0-1 1,0 1-1,0 0 0,0 0 0,0 0 1,0 0-1,0 0 0,0 0 1,0 1-1,0-1 0,0 1 1,0-1-1,-2 2 0,-10 4 74,1 0 0,0 1 0,-18 12 0,-2 4-89,2 1 0,1 1 0,0 1 0,2 2 0,-36 46 0,63-72 0,-1-1 0,1 1 0,0 0 0,-1 0 0,1 0 0,0 0 0,0 0 0,0 0 0,1 0 0,-1 0 0,0 0 0,1 0 0,-1 4 0,1-5 0,1 0 0,0 0 0,-1 0 0,1 0 0,-1 0 0,1 0 0,0 0 0,0-1 0,0 1 0,-1 0 0,1 0 0,0-1 0,0 1 0,0 0 0,0-1 0,0 1 0,0-1 0,0 1 0,0-1 0,0 0 0,1 0 0,-1 1 0,0-1 0,0 0 0,0 0 0,0 0 0,0 0 0,1 0 0,0 0 0,25 1 0,0-1 0,0-1 0,34-6 0,87-21 0,-81 14 0,-20 5 0,2-2 0,0 2 0,93-3 0,-128 12 0,-1 0 0,1 1 0,0 1 0,-1 0 0,0 1 0,1 0 0,-1 1 0,0 0 0,-1 1 0,1 1 0,-1 0 0,0 1 0,0 0 0,-1 1 0,14 11 0,-12-6 0,0 1 0,-2 0 0,1 1 0,-2 0 0,14 25 0,34 87 0,-41-85 0,41 73 0,-52-105 0,0-2 0,0 1 0,1-1 0,0 0 0,0 0 0,1 0 0,0-1 0,0-1 0,1 1 0,0-1 0,0-1 0,0 0 0,1 0 0,-1-1 0,1 0 0,0 0 0,1-1 0,-1-1 0,0 0 0,1 0 0,0-1 0,-1 0 0,1-1 0,20-2 0,-3-3-227,-1-1-1,0-1 1,0-1-1,-1-2 1,41-21-1,33-21-6598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16:31.0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519 154 24575,'7'-5'0,"6"-4"0,22-16 0,0 2 0,2 1 0,54-23 0,-79 40 0,0 0 0,0 2 0,0-1 0,1 2 0,0 0 0,-1 0 0,1 1 0,0 1 0,0 0 0,0 0 0,0 2 0,-1 0 0,1 0 0,-1 1 0,23 8 0,-24-7 0,-1 1 0,0 0 0,0 1 0,-1 0 0,1 1 0,-1 0 0,-1 0 0,0 0 0,0 1 0,0 1 0,10 14 0,-10-10 0,0 1 0,0 0 0,-2 0 0,0 1 0,0 0 0,-2 0 0,5 24 0,-4-4 0,-1 0 0,-3 1 0,-1-1 0,-1 1 0,-2-1 0,-12 60 0,0-34 0,-3 0 0,-2-1 0,-2-1 0,-42 75 0,-146 209 0,205-337 0,1 0 0,0 1 0,0-1 0,1 1 0,-1 0 0,2 0 0,-1 0 0,1 1 0,0-1 0,0 0 0,1 1 0,0 0 0,1-1 0,-1 1 0,1-1 0,1 1 0,0 0 0,0-1 0,0 1 0,1-1 0,4 12 0,82 189 0,-14-41 0,-52-108 0,-1 2 0,3-1 0,3-2 0,37 63 0,6-21 0,-37-54 0,-2 1 0,34 68 0,-57-99 0,-1 0 0,-1 1 0,-1 0 0,0 0 0,-1 1 0,-1-1 0,-1 1 0,-1 0 0,0 0 0,-1 0 0,-4 29 0,-2-18 0,-1 0 0,-1-1 0,-2 0 0,-1-1 0,-1 0 0,-1 0 0,-2-1 0,0-1 0,-33 40 0,24-36 0,-1-1 0,-2-1 0,0-2 0,-2-1 0,0-1 0,-2-1 0,-44 24 0,36-28 12,0-2-1,-1-1 1,0-3-1,-1-1 0,0-2 1,-45 5-1,-256 5-628,248-16-211,-39 0-5998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16:31.3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1 931 24575,'0'-1'0,"1"0"0,8-7 0,25-19 0,39-27 0,53-26 0,54-23 0,50-13 0,36-8-1380,24 3 1380,10 6 0,-4 13 0,-52 23-6811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16:31.5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24575,'0'0'0,"0"0"0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17:38.4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0 137 24575,'7'1'0,"48"4"0,-1-3 0,90-7 0,-82 1 0,1007-105 0,-1035 104-89,-15 3-230,0-1 0,0-2 0,22-6 0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17:38.8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851 1 24575,'0'0'0,"-1"17"0,-75 1606 0,74-1518 0,-4 0 0,-39 204 0,35-264 0,-3-2 0,-1 0 0,-2 0 0,-2-1 0,-2-2 0,-2 0 0,-1-1 0,-2-1 0,-43 50 0,44-61 24,-2-2 0,0 0 0,-2-2 0,-58 38 0,67-50-173,0-1 1,0 0-1,-1-2 1,0 0-1,0-1 1,-1-1-1,0-1 1,0-1-1,-31 2 1,-17-7-6678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17:39.0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0 114 24575,'0'0'0,"0"0"0,3 0 0,10 0 0,26 0 0,42-1 0,45-4 0,41-6 0,30-6 0,19-5 0,11-8 0,-32 2-8191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17:39.9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567 201 24575,'0'0'0,"-1"5"0,-157 262 0,82-148 0,71-110 0,-201 358 0,184-320 0,2 1 0,2 0 0,2 1 0,3 1 0,1 1 0,-5 57 0,16-85 0,0-1 0,1 1 0,1 0 0,1-1 0,1 1 0,1-1 0,8 26 0,-9-39 0,0 0 0,1 0 0,0-1 0,0 1 0,1-1 0,0 0 0,0 0 0,1 0 0,0-1 0,1 0 0,-1 0 0,1-1 0,1 0 0,-1 0 0,1 0 0,0-1 0,0 0 0,1-1 0,14 6 0,-6-5 0,0-1 0,1-1 0,0-1 0,-1 0 0,1-1 0,0-1 0,0-1 0,0 0 0,0-1 0,0-1 0,32-11 0,-6 0 0,-2-2 0,0-2 0,63-36 0,-56 24 0,-2-2 0,-1-2 0,-1-2 0,-2-1 0,-2-3 0,-1-1 0,-2-2 0,-3-2 0,51-81 0,-67 93 0,-2-2 0,-1 0 0,-2-1 0,-1-1 0,-2 0 0,10-58 0,-17 65 0,-1 0 0,-2-1 0,0 1 0,-3 0 0,0 0 0,-2-1 0,-1 2 0,-2-1 0,-10-29 0,5 24 0,-3 1 0,0 1 0,-2 0 0,-2 1 0,0 0 0,-3 2 0,0 1 0,-2 0 0,-1 2 0,-1 1 0,-44-35 0,62 57 0,-4-5 0,12 9 0,0-1 0,0 1 0,0 0 0,0-1 0,0 1 0,0 0 0,0-1 0,0 1 0,0 0 0,0-1 0,1 1 0,-1 0 0,0 0 0,0-1 0,0 1 0,0 0 0,0-1 0,1 1 0,-1 0 0,0 0 0,0-1 0,0 1 0,1 0 0,-1 0 0,0-1 0,0 1 0,1 0 0,-1 0 0,0 0 0,0 0 0,1-1 0,-1 1 0,0 0 0,1 0 0,-1 0 0,0 0 0,1 0 0,-1 0 0,0 0 0,0 0 0,1 0 0,-1 0 0,0 0 0,1 0 0,33-9 0,1 2 0,0 2 0,0 1 0,60 1 0,-87 3 0,64-1 0,-1 4 0,0 2 0,0 4 0,-1 3 0,0 3 0,-1 3 0,-1 3 0,72 33 0,-86-29 0,0 2 0,-1 3 0,-2 3 0,-2 1 0,-1 2 0,-1 3 0,-3 2 0,-1 1 0,74 96 0,-82-87 0,-1 2 0,-3 2 0,-3 1 0,-2 1 0,-2 1 0,-3 1 0,-3 1 0,-2 1 0,-3 0 0,-2 1 0,1 65 0,-9-71 0,-4-1 0,-1 1 0,-4-1 0,-1 0 0,-20 72 0,14-82 0,-2-1 0,-2-1 0,-2 0 0,-1-1 0,-3-2 0,-47 68 0,52-85 0,-1 0 0,-1-1 0,-26 22 0,39-38 0,1-1 0,-1 1 0,-1-1 0,1-1 0,-1 1 0,1-1 0,-1 0 0,-1-1 0,1 0 0,0 0 0,-1-1 0,1 0 0,-1-1 0,-14 2 0,20-3 0,-1-1 0,1 1 0,0-1 0,-1 0 0,1 0 0,0 0 0,0 0 0,0 0 0,0 0 0,0-1 0,0 0 0,0 0 0,1 1 0,-1-2 0,0 1 0,1 0 0,0 0 0,-1-1 0,1 1 0,0-1 0,0 0 0,1 0 0,-4-5 0,2-1 0,-1 0 0,1 0 0,1-1 0,-1 1 0,2-1 0,-1 1 0,1-14 0,0-7 0,2-1 0,1 0 0,2 1 0,1 0 0,12-43 0,63-147 0,-3 46-258,193-313 0,158-127-4,-55 151-974,-353 441-4941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17:40.3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217 1575 24575,'102'-20'0,"-50"2"0,-1-3 0,-1-1 0,-1-3 0,-1-2 0,-1-2 0,-1-2 0,-2-2 0,71-69 0,-51 37 0,-2-3 0,-4-3 0,-3-2 0,69-121 0,-88 131 0,50-128 0,-75 163 0,-2-1 0,-1 0 0,-2-1 0,-1 1 0,-1-1 0,-1-1 0,-2-35 0,-1 54 0,-1 0 0,-1 0 0,0 0 0,-1 1 0,0-1 0,-1 1 0,0 0 0,-1 0 0,-11-19 0,11 22 0,-1 0 0,0 1 0,0-1 0,-1 2 0,0-1 0,0 1 0,-1 0 0,0 0 0,0 1 0,0 0 0,-1 0 0,-14-5 0,0 3 0,1 1 0,-1 1 0,0 1 0,0 0 0,0 2 0,-1 1 0,1 1 0,0 1 0,-1 1 0,-36 8 0,13 1 0,-1 1 0,2 3 0,0 2 0,-48 25 0,50-19 0,1 1 0,2 3 0,0 2 0,2 1 0,2 2 0,0 1 0,2 2 0,2 2 0,2 0 0,1 3 0,1 0 0,3 2 0,1 1 0,3 1 0,1 0 0,2 2 0,3 1 0,1 0 0,-16 92 0,23-86 0,3 1 0,2 0 0,2 0 0,2 0 0,3 0 0,3 0 0,1-1 0,23 74 0,-18-84 0,3 0 0,2-1 0,1-1 0,2 0 0,2-2 0,1-1 0,3-1 0,0-1 0,3-1 0,46 43 0,-36-43 0,1-3 0,2-1 0,1-2 0,1-2 0,1-2 0,1-2 0,1-2 0,2-3 0,66 17 0,-59-22 0,1-3 0,0-2 0,0-3 0,0-2 0,1-3 0,-1-2 0,0-3 0,70-15 0,74-34-1365,-23-9-5461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17:41.8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396 482 24575,'-9'14'0,"-31"48"0,-122 199 0,132-205 0,3 0 0,-39 117 0,48-111 0,4 2 0,2 0 0,4 1 0,2-1 0,2 2 0,12 128 0,-2-141 0,2 0 0,3 0 0,2-2 0,2 1 0,3-1 0,1-2 0,3 0 0,54 88 0,-59-111 0,1-1 0,1-1 0,1-1 0,1-1 0,1-1 0,1-1 0,1 0 0,1-2 0,0-1 0,1-1 0,1-1 0,0-2 0,1 0 0,1-2 0,0-1 0,0-1 0,1-2 0,0-1 0,0-1 0,1-2 0,-1-1 0,42-2 0,-16-5 0,0-2 0,0-3 0,-1-2 0,0-3 0,-2-2 0,0-2 0,0-3 0,-2-2 0,49-30 0,-20 3 0,-2-2 0,-2-4 0,-3-3 0,104-110 0,-115 102 0,-2-3 0,62-97 0,-99 133 0,-2-2 0,-2 0 0,-1 0 0,-2-2 0,-1 0 0,-3-1 0,11-56 0,-20 81 0,-2 0 0,0-1 0,0 1 0,-2 0 0,0 0 0,0 0 0,-6-23 0,5 32 0,0 0 0,0 0 0,0 0 0,-1 0 0,0 1 0,0-1 0,0 1 0,-1-1 0,0 1 0,0 0 0,0 1 0,0-1 0,-1 1 0,0 0 0,0 0 0,0 0 0,0 0 0,-1 1 0,1 0 0,-8-3 0,0 3 0,0-1 0,0 2 0,0 0 0,0 0 0,-1 1 0,1 1 0,0 0 0,-1 1 0,1 1 0,0 0 0,0 0 0,0 1 0,-25 10 0,4 0 0,1 2 0,0 2 0,1 0 0,-29 23 0,12-4 0,2 3 0,1 1 0,3 3 0,1 1 0,2 2 0,2 2 0,3 2 0,1 1 0,3 1 0,2 2 0,3 0 0,-36 106 0,57-142 0,0-1 0,1 0 0,0 1 0,2 0 0,0 0 0,1 0 0,1 25 0,1-40 0,-1 0 0,0 1 0,1-1 0,0 0 0,0 0 0,0 0 0,0 1 0,1-1 0,-1 0 0,1 0 0,-1-1 0,1 1 0,0 0 0,0-1 0,1 1 0,-1-1 0,0 1 0,1-1 0,-1 0 0,1 0 0,0 0 0,0-1 0,0 1 0,0-1 0,0 1 0,0-1 0,0 0 0,0 0 0,0 0 0,1-1 0,-1 1 0,0-1 0,1 0 0,-1 0 0,7 0 0,8-2 0,-1-1 0,1 0 0,-1-1 0,0-1 0,25-10 0,52-27 0,132-78 0,-45 20 0,-158 89 0,0 0 0,0 2 0,1 1 0,1 0 0,43-6 0,-51 12 0,-1 1 0,1 0 0,0 1 0,-1 2 0,1-1 0,-1 2 0,0 0 0,1 1 0,27 11 0,10 10 0,-1 2 0,-2 3 0,68 51 0,-72-47 0,1-1 0,2-3 0,92 41 0,-113-61 0,1 0 0,0-3 0,1 0 0,-1-2 0,1-1 0,0-2 0,0-1 0,59-5 0,-47-2 0,-1-2 0,-1-2 0,0-1 0,0-2 0,73-36 0,-46 12 0,-2-2 0,-2-4 0,-2-2 0,-2-3 0,-2-2 0,96-108 0,-107 104 0,-3-2 0,-3-2 0,36-65 0,-62 96 0,-1 0 0,-2-1 0,-1 0 0,-1-1 0,-1 0 0,-1-1 0,-2 1 0,-1-1 0,1-54 0,-6 71 0,-1 0 0,-1-1 0,0 1 0,0 0 0,-2 0 0,1 0 0,-2 1 0,0-1 0,-9-17 0,10 23 0,-1 0 0,1 1 0,-1-1 0,-1 1 0,1 0 0,-1 1 0,0-1 0,0 1 0,-1 0 0,1 1 0,-1-1 0,0 1 0,0 1 0,-1-1 0,1 1 0,-15-4 0,8 5 0,0 0 0,-1 1 0,1 0 0,-1 1 0,0 1 0,1 0 0,-1 1 0,1 1 0,0 0 0,0 0 0,0 2 0,0 0 0,1 0 0,-1 2 0,-20 12 0,12-5 0,0 1 0,1 1 0,1 1 0,0 0 0,1 2 0,1 0 0,-29 42 0,29-32 0,1 2 0,2-1 0,1 2 0,2 0 0,1 1 0,1 0 0,2 0 0,1 1 0,2 0 0,-1 58 0,6-14 0,3 0 0,4 0 0,27 126 0,82 223 16,32-10-262,-98-279-54,-40-111 266,60 186-65,-61-179 105,-1 2-1,-2-1 0,-2 1 0,0 39 1,-4-61-9,-1 0 0,-1 1 1,0-1-1,-1 0 0,0 0 1,-1 0-1,-1-1 1,0 0-1,-11 21 0,13-28 9,0-1 0,-1 1 0,0-1-1,0 1 1,0-1 0,0-1 0,-1 1-1,0-1 1,0 0 0,0 0 0,-1 0-1,0 0 1,1-1 0,-1 0 0,0-1-1,0 1 1,0-1 0,-1 0 0,1 0 0,-1-1-1,1 0 1,-11 0 0,12 0 22,1-1-1,0 0 1,-1-1 0,1 1-1,0-1 1,-1 0 0,1 0-1,0-1 1,0 1 0,0-1-1,0 0 1,0 0 0,0 0 0,1 0-1,-1-1 1,1 1 0,-6-6-1,5 3-20,1 1-1,-1-1 1,1 0-1,0-1 1,0 1-1,1-1 1,-1 1 0,1-1-1,1 0 1,-1 1-1,0-10 1,0-5-13,1 1 0,1 0 0,0-1 0,2 1 1,0 0-1,2-1 0,6-21 0,10-25 6,4 0 0,35-69 0,78-123 0,-121 229 0,373-632-1555,80-147 1520,-348 576-402,140-383 0,-240 556 437,-2 0 0,-2-2 0,10-77 0,-26 131-69,1-33 550,-1 38-395,-2 0 1,1 0 0,0 0-1,0 0 1,-1 0 0,1 0-1,-1 0 1,1 0 0,-1 0-1,0 1 1,0-1 0,0 0-1,0 0 1,-2-2 0,2 3-65,1 1 0,-1 0 0,0 0 1,1 0-1,-1-1 0,0 1 0,0 0 0,1 0 1,-1 0-1,0 0 0,0 0 0,1 0 0,-1 0 1,0 1-1,0-1 0,1 0 0,-1 0 1,0 1-1,1-1 0,-1 0 0,0 1 0,1-1 1,-1 0-1,0 1 0,1-1 0,-1 1 1,1-1-1,-1 1 0,1-1 0,-1 1 0,1 0 1,-1 0-1,-1 1-3,-21 20-19,1 2 0,1 1 0,1 0 0,1 2 0,-28 53 0,44-76 0,-44 83-50,3 3-1,5 1 0,3 2 0,5 1 0,3 2 1,-23 160-1,33-117-29,6 1 0,7 0 1,5 1-1,22 158 0,-6-179 80,57 213 0,-55-270 0,4 0 0,2-2 0,3-1 0,68 111 0,-84-155 0,0 0 0,1-1 0,1-1 0,0 0 0,21 17 0,-27-26 0,0 0 0,0 0 0,1-1 0,0 0 0,0 0 0,0-1 0,0 0 0,0 0 0,1-1 0,-1 0 0,1 0 0,-1-1 0,17 0 0,-12-2 53,1 0 1,0-1-1,-1-1 0,0 0 0,0-1 1,0-1-1,0 0 0,-1 0 0,23-14 1,-10 3-340,0-2 0,-1 0 0,28-29 0,28-37-6540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17:42.1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83 24575,'3'0'0,"9"1"0,16 1 0,36-1 0,46-3 0,42-5 0,32-4 0,19-3 0,3-2 0,-7 0 0,-18 3 0,-23 5 0,-25 8 0,-29 10 0,-32 3-8191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17:42.7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1058 24575,'21'8'0,"3"-2"0,1-2 0,0 0 0,35 0 0,-57-3 0,405 0-30,11-28-813,-336 20 500,2325-242-2414,-865 99 149,7 68 2437,-589 48-733,970-40-904,-9-59 526,-717 4 1177,-607 47 1419,4-18 3629,-520 85-3496,-67 11-6491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A758B-691E-1CD6-4C07-F702B1F38B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5D871C-53A8-A9F8-ECA7-209D79DD15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EC122D-4F15-52BD-793D-B946300AB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B1D50-FE98-4482-AD51-533CC5ACB207}" type="datetimeFigureOut">
              <a:rPr lang="en-GB" smtClean="0"/>
              <a:t>26/04/2026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ECC6B1-B358-B3C9-183A-E5FEA8406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6A559D-DF48-4356-4C39-63671208E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18425-3D0B-4612-A45E-EAEC5EEEBC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5915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DC191-057B-2EDA-4292-6D910BF13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426574-7AE7-F4F9-7239-07CFBF6BC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7B6657-09D2-08AE-8547-0ADDC3AFE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B1D50-FE98-4482-AD51-533CC5ACB207}" type="datetimeFigureOut">
              <a:rPr lang="en-GB" smtClean="0"/>
              <a:t>26/04/2026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7ADDAC-BC35-C69B-2728-F4562210E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EED226-757A-6A4D-169A-1E409AFA8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18425-3D0B-4612-A45E-EAEC5EEEBC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1366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84C3C-05B8-1FB2-D7D9-6DC4DAD86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F14450-034A-3653-7DC9-DD66A1D7FB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295143-7594-87C8-80CD-ECC5F9959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B1D50-FE98-4482-AD51-533CC5ACB207}" type="datetimeFigureOut">
              <a:rPr lang="en-GB" smtClean="0"/>
              <a:t>26/04/2026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FB0609-49C1-E21F-9EB3-5A3039DF7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E67D1-8085-FE6C-9B6F-D9654CDE8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18425-3D0B-4612-A45E-EAEC5EEEBC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6996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FB028-ADFB-75E4-7AA5-4F4C888F7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B89F32-9146-8DB3-0815-4392215401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4AFFB0-4E8A-14BC-3EBB-D0100481B4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F46A68-6D96-EBDA-817D-B14DD3FF9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B1D50-FE98-4482-AD51-533CC5ACB207}" type="datetimeFigureOut">
              <a:rPr lang="en-GB" smtClean="0"/>
              <a:t>26/04/2026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1D9DB3-4D29-17BE-D9FD-BEB953195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438E5B-1AB8-F339-05B1-87FCEE6D6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18425-3D0B-4612-A45E-EAEC5EEEBC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4289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C4DF0-9C53-95C4-FE95-C072CEDAD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F2D0BA-9596-F646-63EB-0A336609E0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333172-0DD3-ADF4-B991-C60D5B6AA9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CFCEA4-729F-1599-0D7D-5DB1BDE567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37F8E5-A88E-874B-35FA-1B76B12327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F54232-5EF6-6DE0-20BA-96688E914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B1D50-FE98-4482-AD51-533CC5ACB207}" type="datetimeFigureOut">
              <a:rPr lang="en-GB" smtClean="0"/>
              <a:t>26/04/2026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051712-F065-75D7-63CE-E07E0837C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FE8ED6-B326-CE42-F763-2EC3DE48C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18425-3D0B-4612-A45E-EAEC5EEEBC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70510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B52A0-05CF-F94A-A622-DD65287CA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276B21-D738-6532-128A-EBDA2A386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B1D50-FE98-4482-AD51-533CC5ACB207}" type="datetimeFigureOut">
              <a:rPr lang="en-GB" smtClean="0"/>
              <a:t>26/04/2026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D98DEC-D00E-82F9-23C9-D3890438D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1B9ACD-0E4A-AB43-A8C8-D21EE54DF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18425-3D0B-4612-A45E-EAEC5EEEBC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7805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844983-9880-1F7E-5FE6-AE4D6AF73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B1D50-FE98-4482-AD51-533CC5ACB207}" type="datetimeFigureOut">
              <a:rPr lang="en-GB" smtClean="0"/>
              <a:t>26/04/2026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47FE24-785D-16DE-F1CE-3CABD9F75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AD0EE2-67BD-4200-97B9-CFABC7EAE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18425-3D0B-4612-A45E-EAEC5EEEBC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0970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CBE21-1DF5-CD44-ACA7-9FD719649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C494BD-5459-9452-11C0-FF85CA2378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D6677B-860B-CC0E-6196-5E7232B017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E12E8A-939B-73C8-5A00-A3C7C2BDA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B1D50-FE98-4482-AD51-533CC5ACB207}" type="datetimeFigureOut">
              <a:rPr lang="en-GB" smtClean="0"/>
              <a:t>26/04/2026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432A3B-3AFF-0703-7AC7-F993E25EE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C19282-BAD0-244D-3C7E-024EB2BBE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18425-3D0B-4612-A45E-EAEC5EEEBC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4736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CD6D7-8992-1BCF-D5E9-8697BC2B1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8676FA-BDAC-2757-5E93-C143E6F93F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6CB256-6C09-9558-4045-7399539CCF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FCCA3C-EEA2-DCBE-CCA5-5AEB0F150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B1D50-FE98-4482-AD51-533CC5ACB207}" type="datetimeFigureOut">
              <a:rPr lang="en-GB" smtClean="0"/>
              <a:t>26/04/2026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40E7D2-ED0D-46E6-56AB-99B2BC458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CB5BC6-58B3-FD2C-2E5B-8A9B397CB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18425-3D0B-4612-A45E-EAEC5EEEBC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7843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931AE-ABB1-7446-53AC-C276E57C8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063262-0F66-2AD1-6050-994F05002F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72CF3-AED1-130F-E6F2-8C020D7A6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B1D50-FE98-4482-AD51-533CC5ACB207}" type="datetimeFigureOut">
              <a:rPr lang="en-GB" smtClean="0"/>
              <a:t>26/04/2026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CF6A3D-9DA2-39A7-7852-92F2EF5E8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34CD78-EC18-DC27-59F9-7C4E5DF2F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18425-3D0B-4612-A45E-EAEC5EEEBC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4178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E5BFE1-DFD4-CFAA-2DDC-7C1D229661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374EDC-EBA1-4D20-02D2-B375B2DB98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58BF25-13BC-48B2-63AD-1E3653C41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B1D50-FE98-4482-AD51-533CC5ACB207}" type="datetimeFigureOut">
              <a:rPr lang="en-GB" smtClean="0"/>
              <a:t>26/04/2026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C21F7D-6B54-213E-F55A-AF5CDE231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AE96C3-7F48-1605-72D1-731796FE9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18425-3D0B-4612-A45E-EAEC5EEEBC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4421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EFC6A4-725A-B19D-C428-34ACABCC2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2D3488-20BB-1DC5-65CF-5AB7B96720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0A0B37-52DD-C4CA-CD61-F02FCFC34B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DB1D50-FE98-4482-AD51-533CC5ACB207}" type="datetimeFigureOut">
              <a:rPr lang="en-GB" smtClean="0"/>
              <a:t>26/04/2026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B58928-6463-86B4-4D40-AF45153989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EE148-B00C-F3D0-49F6-D74B06BBDC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318425-3D0B-4612-A45E-EAEC5EEEBC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9577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60.xml"/><Relationship Id="rId21" Type="http://schemas.openxmlformats.org/officeDocument/2006/relationships/image" Target="../media/image10.png"/><Relationship Id="rId42" Type="http://schemas.openxmlformats.org/officeDocument/2006/relationships/customXml" Target="../ink/ink21.xml"/><Relationship Id="rId47" Type="http://schemas.openxmlformats.org/officeDocument/2006/relationships/image" Target="../media/image23.png"/><Relationship Id="rId63" Type="http://schemas.openxmlformats.org/officeDocument/2006/relationships/customXml" Target="../ink/ink32.xml"/><Relationship Id="rId68" Type="http://schemas.openxmlformats.org/officeDocument/2006/relationships/image" Target="../media/image33.png"/><Relationship Id="rId84" Type="http://schemas.openxmlformats.org/officeDocument/2006/relationships/customXml" Target="../ink/ink43.xml"/><Relationship Id="rId89" Type="http://schemas.openxmlformats.org/officeDocument/2006/relationships/image" Target="../media/image43.png"/><Relationship Id="rId112" Type="http://schemas.openxmlformats.org/officeDocument/2006/relationships/image" Target="../media/image54.png"/><Relationship Id="rId16" Type="http://schemas.openxmlformats.org/officeDocument/2006/relationships/customXml" Target="../ink/ink8.xml"/><Relationship Id="rId107" Type="http://schemas.openxmlformats.org/officeDocument/2006/relationships/customXml" Target="../ink/ink55.xml"/><Relationship Id="rId11" Type="http://schemas.openxmlformats.org/officeDocument/2006/relationships/image" Target="../media/image5.png"/><Relationship Id="rId32" Type="http://schemas.openxmlformats.org/officeDocument/2006/relationships/customXml" Target="../ink/ink16.xml"/><Relationship Id="rId37" Type="http://schemas.openxmlformats.org/officeDocument/2006/relationships/image" Target="../media/image18.png"/><Relationship Id="rId53" Type="http://schemas.openxmlformats.org/officeDocument/2006/relationships/customXml" Target="../ink/ink27.xml"/><Relationship Id="rId58" Type="http://schemas.openxmlformats.org/officeDocument/2006/relationships/image" Target="../media/image28.png"/><Relationship Id="rId74" Type="http://schemas.openxmlformats.org/officeDocument/2006/relationships/customXml" Target="../ink/ink38.xml"/><Relationship Id="rId79" Type="http://schemas.openxmlformats.org/officeDocument/2006/relationships/image" Target="../media/image38.png"/><Relationship Id="rId102" Type="http://schemas.openxmlformats.org/officeDocument/2006/relationships/customXml" Target="../ink/ink52.xml"/><Relationship Id="rId123" Type="http://schemas.openxmlformats.org/officeDocument/2006/relationships/customXml" Target="../ink/ink63.xml"/><Relationship Id="rId128" Type="http://schemas.openxmlformats.org/officeDocument/2006/relationships/image" Target="../media/image62.png"/><Relationship Id="rId5" Type="http://schemas.openxmlformats.org/officeDocument/2006/relationships/image" Target="../media/image2.png"/><Relationship Id="rId90" Type="http://schemas.openxmlformats.org/officeDocument/2006/relationships/customXml" Target="../ink/ink46.xml"/><Relationship Id="rId95" Type="http://schemas.openxmlformats.org/officeDocument/2006/relationships/image" Target="../media/image46.png"/><Relationship Id="rId22" Type="http://schemas.openxmlformats.org/officeDocument/2006/relationships/customXml" Target="../ink/ink11.xml"/><Relationship Id="rId27" Type="http://schemas.openxmlformats.org/officeDocument/2006/relationships/image" Target="../media/image13.png"/><Relationship Id="rId43" Type="http://schemas.openxmlformats.org/officeDocument/2006/relationships/image" Target="../media/image21.png"/><Relationship Id="rId48" Type="http://schemas.openxmlformats.org/officeDocument/2006/relationships/customXml" Target="../ink/ink24.xml"/><Relationship Id="rId64" Type="http://schemas.openxmlformats.org/officeDocument/2006/relationships/image" Target="../media/image31.png"/><Relationship Id="rId69" Type="http://schemas.openxmlformats.org/officeDocument/2006/relationships/customXml" Target="../ink/ink35.xml"/><Relationship Id="rId113" Type="http://schemas.openxmlformats.org/officeDocument/2006/relationships/customXml" Target="../ink/ink58.xml"/><Relationship Id="rId118" Type="http://schemas.openxmlformats.org/officeDocument/2006/relationships/image" Target="../media/image57.png"/><Relationship Id="rId80" Type="http://schemas.openxmlformats.org/officeDocument/2006/relationships/customXml" Target="../ink/ink41.xml"/><Relationship Id="rId85" Type="http://schemas.openxmlformats.org/officeDocument/2006/relationships/image" Target="../media/image41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33" Type="http://schemas.openxmlformats.org/officeDocument/2006/relationships/image" Target="../media/image16.png"/><Relationship Id="rId38" Type="http://schemas.openxmlformats.org/officeDocument/2006/relationships/customXml" Target="../ink/ink19.xml"/><Relationship Id="rId59" Type="http://schemas.openxmlformats.org/officeDocument/2006/relationships/customXml" Target="../ink/ink30.xml"/><Relationship Id="rId103" Type="http://schemas.openxmlformats.org/officeDocument/2006/relationships/customXml" Target="../ink/ink53.xml"/><Relationship Id="rId108" Type="http://schemas.openxmlformats.org/officeDocument/2006/relationships/image" Target="../media/image52.png"/><Relationship Id="rId124" Type="http://schemas.openxmlformats.org/officeDocument/2006/relationships/image" Target="../media/image60.png"/><Relationship Id="rId129" Type="http://schemas.openxmlformats.org/officeDocument/2006/relationships/customXml" Target="../ink/ink66.xml"/><Relationship Id="rId54" Type="http://schemas.openxmlformats.org/officeDocument/2006/relationships/image" Target="../media/image26.png"/><Relationship Id="rId70" Type="http://schemas.openxmlformats.org/officeDocument/2006/relationships/image" Target="../media/image34.png"/><Relationship Id="rId75" Type="http://schemas.openxmlformats.org/officeDocument/2006/relationships/image" Target="../media/image36.png"/><Relationship Id="rId91" Type="http://schemas.openxmlformats.org/officeDocument/2006/relationships/image" Target="../media/image44.png"/><Relationship Id="rId96" Type="http://schemas.openxmlformats.org/officeDocument/2006/relationships/customXml" Target="../ink/ink49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49" Type="http://schemas.openxmlformats.org/officeDocument/2006/relationships/image" Target="../media/image24.png"/><Relationship Id="rId114" Type="http://schemas.openxmlformats.org/officeDocument/2006/relationships/image" Target="../media/image55.png"/><Relationship Id="rId119" Type="http://schemas.openxmlformats.org/officeDocument/2006/relationships/customXml" Target="../ink/ink61.xml"/><Relationship Id="rId44" Type="http://schemas.openxmlformats.org/officeDocument/2006/relationships/customXml" Target="../ink/ink22.xml"/><Relationship Id="rId60" Type="http://schemas.openxmlformats.org/officeDocument/2006/relationships/image" Target="../media/image29.png"/><Relationship Id="rId65" Type="http://schemas.openxmlformats.org/officeDocument/2006/relationships/customXml" Target="../ink/ink33.xml"/><Relationship Id="rId81" Type="http://schemas.openxmlformats.org/officeDocument/2006/relationships/image" Target="../media/image39.png"/><Relationship Id="rId86" Type="http://schemas.openxmlformats.org/officeDocument/2006/relationships/customXml" Target="../ink/ink44.xml"/><Relationship Id="rId130" Type="http://schemas.openxmlformats.org/officeDocument/2006/relationships/image" Target="../media/image63.png"/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109" Type="http://schemas.openxmlformats.org/officeDocument/2006/relationships/customXml" Target="../ink/ink56.xml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customXml" Target="../ink/ink28.xml"/><Relationship Id="rId76" Type="http://schemas.openxmlformats.org/officeDocument/2006/relationships/customXml" Target="../ink/ink39.xml"/><Relationship Id="rId97" Type="http://schemas.openxmlformats.org/officeDocument/2006/relationships/image" Target="../media/image47.png"/><Relationship Id="rId104" Type="http://schemas.openxmlformats.org/officeDocument/2006/relationships/image" Target="../media/image50.png"/><Relationship Id="rId120" Type="http://schemas.openxmlformats.org/officeDocument/2006/relationships/image" Target="../media/image58.png"/><Relationship Id="rId125" Type="http://schemas.openxmlformats.org/officeDocument/2006/relationships/customXml" Target="../ink/ink64.xml"/><Relationship Id="rId7" Type="http://schemas.openxmlformats.org/officeDocument/2006/relationships/image" Target="../media/image3.png"/><Relationship Id="rId71" Type="http://schemas.openxmlformats.org/officeDocument/2006/relationships/customXml" Target="../ink/ink36.xml"/><Relationship Id="rId92" Type="http://schemas.openxmlformats.org/officeDocument/2006/relationships/customXml" Target="../ink/ink47.xml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4" Type="http://schemas.openxmlformats.org/officeDocument/2006/relationships/customXml" Target="../ink/ink12.xml"/><Relationship Id="rId40" Type="http://schemas.openxmlformats.org/officeDocument/2006/relationships/customXml" Target="../ink/ink20.xml"/><Relationship Id="rId45" Type="http://schemas.openxmlformats.org/officeDocument/2006/relationships/image" Target="../media/image22.png"/><Relationship Id="rId66" Type="http://schemas.openxmlformats.org/officeDocument/2006/relationships/image" Target="../media/image32.png"/><Relationship Id="rId87" Type="http://schemas.openxmlformats.org/officeDocument/2006/relationships/image" Target="../media/image42.png"/><Relationship Id="rId110" Type="http://schemas.openxmlformats.org/officeDocument/2006/relationships/image" Target="../media/image53.png"/><Relationship Id="rId115" Type="http://schemas.openxmlformats.org/officeDocument/2006/relationships/customXml" Target="../ink/ink59.xml"/><Relationship Id="rId131" Type="http://schemas.openxmlformats.org/officeDocument/2006/relationships/customXml" Target="../ink/ink67.xml"/><Relationship Id="rId61" Type="http://schemas.openxmlformats.org/officeDocument/2006/relationships/customXml" Target="../ink/ink31.xml"/><Relationship Id="rId82" Type="http://schemas.openxmlformats.org/officeDocument/2006/relationships/customXml" Target="../ink/ink42.xml"/><Relationship Id="rId19" Type="http://schemas.openxmlformats.org/officeDocument/2006/relationships/image" Target="../media/image9.png"/><Relationship Id="rId14" Type="http://schemas.openxmlformats.org/officeDocument/2006/relationships/customXml" Target="../ink/ink7.xml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56" Type="http://schemas.openxmlformats.org/officeDocument/2006/relationships/image" Target="../media/image27.png"/><Relationship Id="rId77" Type="http://schemas.openxmlformats.org/officeDocument/2006/relationships/image" Target="../media/image37.png"/><Relationship Id="rId100" Type="http://schemas.openxmlformats.org/officeDocument/2006/relationships/customXml" Target="../ink/ink51.xml"/><Relationship Id="rId105" Type="http://schemas.openxmlformats.org/officeDocument/2006/relationships/customXml" Target="../ink/ink54.xml"/><Relationship Id="rId126" Type="http://schemas.openxmlformats.org/officeDocument/2006/relationships/image" Target="../media/image61.png"/><Relationship Id="rId8" Type="http://schemas.openxmlformats.org/officeDocument/2006/relationships/customXml" Target="../ink/ink4.xml"/><Relationship Id="rId51" Type="http://schemas.openxmlformats.org/officeDocument/2006/relationships/customXml" Target="../ink/ink26.xml"/><Relationship Id="rId72" Type="http://schemas.openxmlformats.org/officeDocument/2006/relationships/customXml" Target="../ink/ink37.xml"/><Relationship Id="rId93" Type="http://schemas.openxmlformats.org/officeDocument/2006/relationships/image" Target="../media/image45.png"/><Relationship Id="rId98" Type="http://schemas.openxmlformats.org/officeDocument/2006/relationships/customXml" Target="../ink/ink50.xml"/><Relationship Id="rId121" Type="http://schemas.openxmlformats.org/officeDocument/2006/relationships/customXml" Target="../ink/ink62.xml"/><Relationship Id="rId3" Type="http://schemas.openxmlformats.org/officeDocument/2006/relationships/image" Target="../media/image1.png"/><Relationship Id="rId25" Type="http://schemas.openxmlformats.org/officeDocument/2006/relationships/image" Target="../media/image12.png"/><Relationship Id="rId46" Type="http://schemas.openxmlformats.org/officeDocument/2006/relationships/customXml" Target="../ink/ink23.xml"/><Relationship Id="rId67" Type="http://schemas.openxmlformats.org/officeDocument/2006/relationships/customXml" Target="../ink/ink34.xml"/><Relationship Id="rId116" Type="http://schemas.openxmlformats.org/officeDocument/2006/relationships/image" Target="../media/image56.png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62" Type="http://schemas.openxmlformats.org/officeDocument/2006/relationships/image" Target="../media/image30.png"/><Relationship Id="rId83" Type="http://schemas.openxmlformats.org/officeDocument/2006/relationships/image" Target="../media/image40.png"/><Relationship Id="rId88" Type="http://schemas.openxmlformats.org/officeDocument/2006/relationships/customXml" Target="../ink/ink45.xml"/><Relationship Id="rId111" Type="http://schemas.openxmlformats.org/officeDocument/2006/relationships/customXml" Target="../ink/ink57.xml"/><Relationship Id="rId132" Type="http://schemas.openxmlformats.org/officeDocument/2006/relationships/image" Target="../media/image64.png"/><Relationship Id="rId15" Type="http://schemas.openxmlformats.org/officeDocument/2006/relationships/image" Target="../media/image7.png"/><Relationship Id="rId36" Type="http://schemas.openxmlformats.org/officeDocument/2006/relationships/customXml" Target="../ink/ink18.xml"/><Relationship Id="rId57" Type="http://schemas.openxmlformats.org/officeDocument/2006/relationships/customXml" Target="../ink/ink29.xml"/><Relationship Id="rId106" Type="http://schemas.openxmlformats.org/officeDocument/2006/relationships/image" Target="../media/image51.png"/><Relationship Id="rId127" Type="http://schemas.openxmlformats.org/officeDocument/2006/relationships/customXml" Target="../ink/ink65.xml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52" Type="http://schemas.openxmlformats.org/officeDocument/2006/relationships/image" Target="../media/image25.png"/><Relationship Id="rId73" Type="http://schemas.openxmlformats.org/officeDocument/2006/relationships/image" Target="../media/image35.png"/><Relationship Id="rId78" Type="http://schemas.openxmlformats.org/officeDocument/2006/relationships/customXml" Target="../ink/ink40.xml"/><Relationship Id="rId94" Type="http://schemas.openxmlformats.org/officeDocument/2006/relationships/customXml" Target="../ink/ink48.xml"/><Relationship Id="rId99" Type="http://schemas.openxmlformats.org/officeDocument/2006/relationships/image" Target="../media/image48.png"/><Relationship Id="rId101" Type="http://schemas.openxmlformats.org/officeDocument/2006/relationships/image" Target="../media/image49.png"/><Relationship Id="rId122" Type="http://schemas.openxmlformats.org/officeDocument/2006/relationships/image" Target="../media/image59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26" Type="http://schemas.openxmlformats.org/officeDocument/2006/relationships/customXml" Target="../ink/ink13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0.png"/><Relationship Id="rId18" Type="http://schemas.openxmlformats.org/officeDocument/2006/relationships/customXml" Target="../ink/ink76.xml"/><Relationship Id="rId26" Type="http://schemas.openxmlformats.org/officeDocument/2006/relationships/customXml" Target="../ink/ink80.xml"/><Relationship Id="rId39" Type="http://schemas.openxmlformats.org/officeDocument/2006/relationships/image" Target="../media/image83.png"/><Relationship Id="rId21" Type="http://schemas.openxmlformats.org/officeDocument/2006/relationships/image" Target="../media/image74.png"/><Relationship Id="rId34" Type="http://schemas.openxmlformats.org/officeDocument/2006/relationships/customXml" Target="../ink/ink84.xml"/><Relationship Id="rId42" Type="http://schemas.openxmlformats.org/officeDocument/2006/relationships/customXml" Target="../ink/ink88.xml"/><Relationship Id="rId47" Type="http://schemas.openxmlformats.org/officeDocument/2006/relationships/image" Target="../media/image87.png"/><Relationship Id="rId50" Type="http://schemas.openxmlformats.org/officeDocument/2006/relationships/customXml" Target="../ink/ink92.xml"/><Relationship Id="rId7" Type="http://schemas.openxmlformats.org/officeDocument/2006/relationships/image" Target="../media/image67.png"/><Relationship Id="rId2" Type="http://schemas.openxmlformats.org/officeDocument/2006/relationships/customXml" Target="../ink/ink68.xml"/><Relationship Id="rId16" Type="http://schemas.openxmlformats.org/officeDocument/2006/relationships/customXml" Target="../ink/ink75.xml"/><Relationship Id="rId29" Type="http://schemas.openxmlformats.org/officeDocument/2006/relationships/image" Target="../media/image78.png"/><Relationship Id="rId11" Type="http://schemas.openxmlformats.org/officeDocument/2006/relationships/image" Target="../media/image69.png"/><Relationship Id="rId24" Type="http://schemas.openxmlformats.org/officeDocument/2006/relationships/customXml" Target="../ink/ink79.xml"/><Relationship Id="rId32" Type="http://schemas.openxmlformats.org/officeDocument/2006/relationships/customXml" Target="../ink/ink83.xml"/><Relationship Id="rId37" Type="http://schemas.openxmlformats.org/officeDocument/2006/relationships/image" Target="../media/image82.png"/><Relationship Id="rId40" Type="http://schemas.openxmlformats.org/officeDocument/2006/relationships/customXml" Target="../ink/ink87.xml"/><Relationship Id="rId45" Type="http://schemas.openxmlformats.org/officeDocument/2006/relationships/image" Target="../media/image86.png"/><Relationship Id="rId53" Type="http://schemas.openxmlformats.org/officeDocument/2006/relationships/image" Target="../media/image1.png"/><Relationship Id="rId5" Type="http://schemas.openxmlformats.org/officeDocument/2006/relationships/image" Target="../media/image66.png"/><Relationship Id="rId10" Type="http://schemas.openxmlformats.org/officeDocument/2006/relationships/customXml" Target="../ink/ink72.xml"/><Relationship Id="rId19" Type="http://schemas.openxmlformats.org/officeDocument/2006/relationships/image" Target="../media/image73.png"/><Relationship Id="rId31" Type="http://schemas.openxmlformats.org/officeDocument/2006/relationships/image" Target="../media/image79.png"/><Relationship Id="rId44" Type="http://schemas.openxmlformats.org/officeDocument/2006/relationships/customXml" Target="../ink/ink89.xml"/><Relationship Id="rId52" Type="http://schemas.openxmlformats.org/officeDocument/2006/relationships/customXml" Target="../ink/ink93.xml"/><Relationship Id="rId4" Type="http://schemas.openxmlformats.org/officeDocument/2006/relationships/customXml" Target="../ink/ink69.xml"/><Relationship Id="rId9" Type="http://schemas.openxmlformats.org/officeDocument/2006/relationships/image" Target="../media/image68.png"/><Relationship Id="rId14" Type="http://schemas.openxmlformats.org/officeDocument/2006/relationships/customXml" Target="../ink/ink74.xml"/><Relationship Id="rId22" Type="http://schemas.openxmlformats.org/officeDocument/2006/relationships/customXml" Target="../ink/ink78.xml"/><Relationship Id="rId27" Type="http://schemas.openxmlformats.org/officeDocument/2006/relationships/image" Target="../media/image77.png"/><Relationship Id="rId30" Type="http://schemas.openxmlformats.org/officeDocument/2006/relationships/customXml" Target="../ink/ink82.xml"/><Relationship Id="rId35" Type="http://schemas.openxmlformats.org/officeDocument/2006/relationships/image" Target="../media/image81.png"/><Relationship Id="rId43" Type="http://schemas.openxmlformats.org/officeDocument/2006/relationships/image" Target="../media/image85.png"/><Relationship Id="rId48" Type="http://schemas.openxmlformats.org/officeDocument/2006/relationships/customXml" Target="../ink/ink91.xml"/><Relationship Id="rId8" Type="http://schemas.openxmlformats.org/officeDocument/2006/relationships/customXml" Target="../ink/ink71.xml"/><Relationship Id="rId51" Type="http://schemas.openxmlformats.org/officeDocument/2006/relationships/image" Target="../media/image89.png"/><Relationship Id="rId3" Type="http://schemas.openxmlformats.org/officeDocument/2006/relationships/image" Target="../media/image65.png"/><Relationship Id="rId12" Type="http://schemas.openxmlformats.org/officeDocument/2006/relationships/customXml" Target="../ink/ink73.xml"/><Relationship Id="rId17" Type="http://schemas.openxmlformats.org/officeDocument/2006/relationships/image" Target="../media/image72.png"/><Relationship Id="rId25" Type="http://schemas.openxmlformats.org/officeDocument/2006/relationships/image" Target="../media/image76.png"/><Relationship Id="rId33" Type="http://schemas.openxmlformats.org/officeDocument/2006/relationships/image" Target="../media/image80.png"/><Relationship Id="rId38" Type="http://schemas.openxmlformats.org/officeDocument/2006/relationships/customXml" Target="../ink/ink86.xml"/><Relationship Id="rId46" Type="http://schemas.openxmlformats.org/officeDocument/2006/relationships/customXml" Target="../ink/ink90.xml"/><Relationship Id="rId20" Type="http://schemas.openxmlformats.org/officeDocument/2006/relationships/customXml" Target="../ink/ink77.xml"/><Relationship Id="rId41" Type="http://schemas.openxmlformats.org/officeDocument/2006/relationships/image" Target="../media/image84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70.xml"/><Relationship Id="rId15" Type="http://schemas.openxmlformats.org/officeDocument/2006/relationships/image" Target="../media/image71.png"/><Relationship Id="rId23" Type="http://schemas.openxmlformats.org/officeDocument/2006/relationships/image" Target="../media/image75.png"/><Relationship Id="rId28" Type="http://schemas.openxmlformats.org/officeDocument/2006/relationships/customXml" Target="../ink/ink81.xml"/><Relationship Id="rId36" Type="http://schemas.openxmlformats.org/officeDocument/2006/relationships/customXml" Target="../ink/ink85.xml"/><Relationship Id="rId49" Type="http://schemas.openxmlformats.org/officeDocument/2006/relationships/image" Target="../media/image88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5.png"/><Relationship Id="rId18" Type="http://schemas.openxmlformats.org/officeDocument/2006/relationships/customXml" Target="../ink/ink102.xml"/><Relationship Id="rId26" Type="http://schemas.openxmlformats.org/officeDocument/2006/relationships/customXml" Target="../ink/ink106.xml"/><Relationship Id="rId3" Type="http://schemas.openxmlformats.org/officeDocument/2006/relationships/image" Target="../media/image90.png"/><Relationship Id="rId21" Type="http://schemas.openxmlformats.org/officeDocument/2006/relationships/image" Target="../media/image99.png"/><Relationship Id="rId7" Type="http://schemas.openxmlformats.org/officeDocument/2006/relationships/image" Target="../media/image92.png"/><Relationship Id="rId12" Type="http://schemas.openxmlformats.org/officeDocument/2006/relationships/customXml" Target="../ink/ink99.xml"/><Relationship Id="rId17" Type="http://schemas.openxmlformats.org/officeDocument/2006/relationships/image" Target="../media/image97.png"/><Relationship Id="rId25" Type="http://schemas.openxmlformats.org/officeDocument/2006/relationships/image" Target="../media/image101.png"/><Relationship Id="rId33" Type="http://schemas.openxmlformats.org/officeDocument/2006/relationships/image" Target="../media/image105.png"/><Relationship Id="rId2" Type="http://schemas.openxmlformats.org/officeDocument/2006/relationships/customXml" Target="../ink/ink94.xml"/><Relationship Id="rId16" Type="http://schemas.openxmlformats.org/officeDocument/2006/relationships/customXml" Target="../ink/ink101.xml"/><Relationship Id="rId20" Type="http://schemas.openxmlformats.org/officeDocument/2006/relationships/customXml" Target="../ink/ink103.xml"/><Relationship Id="rId29" Type="http://schemas.openxmlformats.org/officeDocument/2006/relationships/image" Target="../media/image103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96.xml"/><Relationship Id="rId11" Type="http://schemas.openxmlformats.org/officeDocument/2006/relationships/image" Target="../media/image94.png"/><Relationship Id="rId24" Type="http://schemas.openxmlformats.org/officeDocument/2006/relationships/customXml" Target="../ink/ink105.xml"/><Relationship Id="rId32" Type="http://schemas.openxmlformats.org/officeDocument/2006/relationships/customXml" Target="../ink/ink109.xml"/><Relationship Id="rId5" Type="http://schemas.openxmlformats.org/officeDocument/2006/relationships/image" Target="../media/image91.png"/><Relationship Id="rId15" Type="http://schemas.openxmlformats.org/officeDocument/2006/relationships/image" Target="../media/image96.png"/><Relationship Id="rId23" Type="http://schemas.openxmlformats.org/officeDocument/2006/relationships/image" Target="../media/image100.png"/><Relationship Id="rId28" Type="http://schemas.openxmlformats.org/officeDocument/2006/relationships/customXml" Target="../ink/ink107.xml"/><Relationship Id="rId10" Type="http://schemas.openxmlformats.org/officeDocument/2006/relationships/customXml" Target="../ink/ink98.xml"/><Relationship Id="rId19" Type="http://schemas.openxmlformats.org/officeDocument/2006/relationships/image" Target="../media/image98.png"/><Relationship Id="rId31" Type="http://schemas.openxmlformats.org/officeDocument/2006/relationships/image" Target="../media/image104.png"/><Relationship Id="rId4" Type="http://schemas.openxmlformats.org/officeDocument/2006/relationships/customXml" Target="../ink/ink95.xml"/><Relationship Id="rId9" Type="http://schemas.openxmlformats.org/officeDocument/2006/relationships/image" Target="../media/image93.png"/><Relationship Id="rId14" Type="http://schemas.openxmlformats.org/officeDocument/2006/relationships/customXml" Target="../ink/ink100.xml"/><Relationship Id="rId22" Type="http://schemas.openxmlformats.org/officeDocument/2006/relationships/customXml" Target="../ink/ink104.xml"/><Relationship Id="rId27" Type="http://schemas.openxmlformats.org/officeDocument/2006/relationships/image" Target="../media/image102.png"/><Relationship Id="rId30" Type="http://schemas.openxmlformats.org/officeDocument/2006/relationships/customXml" Target="../ink/ink108.xml"/><Relationship Id="rId8" Type="http://schemas.openxmlformats.org/officeDocument/2006/relationships/customXml" Target="../ink/ink97.xm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61.png"/><Relationship Id="rId21" Type="http://schemas.openxmlformats.org/officeDocument/2006/relationships/image" Target="../media/image115.png"/><Relationship Id="rId42" Type="http://schemas.openxmlformats.org/officeDocument/2006/relationships/customXml" Target="../ink/ink130.xml"/><Relationship Id="rId63" Type="http://schemas.openxmlformats.org/officeDocument/2006/relationships/image" Target="../media/image134.png"/><Relationship Id="rId84" Type="http://schemas.openxmlformats.org/officeDocument/2006/relationships/customXml" Target="../ink/ink152.xml"/><Relationship Id="rId138" Type="http://schemas.openxmlformats.org/officeDocument/2006/relationships/image" Target="../media/image171.png"/><Relationship Id="rId16" Type="http://schemas.openxmlformats.org/officeDocument/2006/relationships/customXml" Target="../ink/ink117.xml"/><Relationship Id="rId107" Type="http://schemas.openxmlformats.org/officeDocument/2006/relationships/image" Target="../media/image156.png"/><Relationship Id="rId11" Type="http://schemas.openxmlformats.org/officeDocument/2006/relationships/image" Target="../media/image110.png"/><Relationship Id="rId32" Type="http://schemas.openxmlformats.org/officeDocument/2006/relationships/customXml" Target="../ink/ink125.xml"/><Relationship Id="rId37" Type="http://schemas.openxmlformats.org/officeDocument/2006/relationships/image" Target="../media/image123.png"/><Relationship Id="rId53" Type="http://schemas.openxmlformats.org/officeDocument/2006/relationships/image" Target="../media/image1.png"/><Relationship Id="rId58" Type="http://schemas.openxmlformats.org/officeDocument/2006/relationships/customXml" Target="../ink/ink139.xml"/><Relationship Id="rId74" Type="http://schemas.openxmlformats.org/officeDocument/2006/relationships/customXml" Target="../ink/ink147.xml"/><Relationship Id="rId79" Type="http://schemas.openxmlformats.org/officeDocument/2006/relationships/image" Target="../media/image142.png"/><Relationship Id="rId102" Type="http://schemas.openxmlformats.org/officeDocument/2006/relationships/customXml" Target="../ink/ink161.xml"/><Relationship Id="rId123" Type="http://schemas.openxmlformats.org/officeDocument/2006/relationships/image" Target="../media/image164.png"/><Relationship Id="rId128" Type="http://schemas.openxmlformats.org/officeDocument/2006/relationships/customXml" Target="../ink/ink174.xml"/><Relationship Id="rId5" Type="http://schemas.openxmlformats.org/officeDocument/2006/relationships/image" Target="../media/image107.png"/><Relationship Id="rId90" Type="http://schemas.openxmlformats.org/officeDocument/2006/relationships/customXml" Target="../ink/ink155.xml"/><Relationship Id="rId95" Type="http://schemas.openxmlformats.org/officeDocument/2006/relationships/image" Target="../media/image150.png"/><Relationship Id="rId22" Type="http://schemas.openxmlformats.org/officeDocument/2006/relationships/customXml" Target="../ink/ink120.xml"/><Relationship Id="rId27" Type="http://schemas.openxmlformats.org/officeDocument/2006/relationships/image" Target="../media/image118.png"/><Relationship Id="rId43" Type="http://schemas.openxmlformats.org/officeDocument/2006/relationships/image" Target="../media/image126.png"/><Relationship Id="rId48" Type="http://schemas.openxmlformats.org/officeDocument/2006/relationships/customXml" Target="../ink/ink133.xml"/><Relationship Id="rId64" Type="http://schemas.openxmlformats.org/officeDocument/2006/relationships/customXml" Target="../ink/ink142.xml"/><Relationship Id="rId69" Type="http://schemas.openxmlformats.org/officeDocument/2006/relationships/image" Target="../media/image137.png"/><Relationship Id="rId113" Type="http://schemas.openxmlformats.org/officeDocument/2006/relationships/image" Target="../media/image159.png"/><Relationship Id="rId118" Type="http://schemas.openxmlformats.org/officeDocument/2006/relationships/customXml" Target="../ink/ink169.xml"/><Relationship Id="rId134" Type="http://schemas.openxmlformats.org/officeDocument/2006/relationships/image" Target="../media/image169.png"/><Relationship Id="rId139" Type="http://schemas.openxmlformats.org/officeDocument/2006/relationships/customXml" Target="../ink/ink180.xml"/><Relationship Id="rId80" Type="http://schemas.openxmlformats.org/officeDocument/2006/relationships/customXml" Target="../ink/ink150.xml"/><Relationship Id="rId85" Type="http://schemas.openxmlformats.org/officeDocument/2006/relationships/image" Target="../media/image145.png"/><Relationship Id="rId12" Type="http://schemas.openxmlformats.org/officeDocument/2006/relationships/customXml" Target="../ink/ink115.xml"/><Relationship Id="rId17" Type="http://schemas.openxmlformats.org/officeDocument/2006/relationships/image" Target="../media/image113.png"/><Relationship Id="rId33" Type="http://schemas.openxmlformats.org/officeDocument/2006/relationships/image" Target="../media/image121.png"/><Relationship Id="rId38" Type="http://schemas.openxmlformats.org/officeDocument/2006/relationships/customXml" Target="../ink/ink128.xml"/><Relationship Id="rId59" Type="http://schemas.openxmlformats.org/officeDocument/2006/relationships/image" Target="../media/image132.png"/><Relationship Id="rId103" Type="http://schemas.openxmlformats.org/officeDocument/2006/relationships/image" Target="../media/image154.png"/><Relationship Id="rId108" Type="http://schemas.openxmlformats.org/officeDocument/2006/relationships/customXml" Target="../ink/ink164.xml"/><Relationship Id="rId124" Type="http://schemas.openxmlformats.org/officeDocument/2006/relationships/customXml" Target="../ink/ink172.xml"/><Relationship Id="rId129" Type="http://schemas.openxmlformats.org/officeDocument/2006/relationships/customXml" Target="../ink/ink175.xml"/><Relationship Id="rId54" Type="http://schemas.openxmlformats.org/officeDocument/2006/relationships/customXml" Target="../ink/ink136.xml"/><Relationship Id="rId70" Type="http://schemas.openxmlformats.org/officeDocument/2006/relationships/customXml" Target="../ink/ink145.xml"/><Relationship Id="rId75" Type="http://schemas.openxmlformats.org/officeDocument/2006/relationships/image" Target="../media/image140.png"/><Relationship Id="rId91" Type="http://schemas.openxmlformats.org/officeDocument/2006/relationships/image" Target="../media/image148.png"/><Relationship Id="rId96" Type="http://schemas.openxmlformats.org/officeDocument/2006/relationships/customXml" Target="../ink/ink158.xml"/><Relationship Id="rId140" Type="http://schemas.openxmlformats.org/officeDocument/2006/relationships/image" Target="../media/image172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12.xml"/><Relationship Id="rId23" Type="http://schemas.openxmlformats.org/officeDocument/2006/relationships/image" Target="../media/image116.png"/><Relationship Id="rId28" Type="http://schemas.openxmlformats.org/officeDocument/2006/relationships/customXml" Target="../ink/ink123.xml"/><Relationship Id="rId49" Type="http://schemas.openxmlformats.org/officeDocument/2006/relationships/image" Target="../media/image129.png"/><Relationship Id="rId114" Type="http://schemas.openxmlformats.org/officeDocument/2006/relationships/customXml" Target="../ink/ink167.xml"/><Relationship Id="rId119" Type="http://schemas.openxmlformats.org/officeDocument/2006/relationships/image" Target="../media/image162.png"/><Relationship Id="rId44" Type="http://schemas.openxmlformats.org/officeDocument/2006/relationships/customXml" Target="../ink/ink131.xml"/><Relationship Id="rId60" Type="http://schemas.openxmlformats.org/officeDocument/2006/relationships/customXml" Target="../ink/ink140.xml"/><Relationship Id="rId65" Type="http://schemas.openxmlformats.org/officeDocument/2006/relationships/image" Target="../media/image135.png"/><Relationship Id="rId81" Type="http://schemas.openxmlformats.org/officeDocument/2006/relationships/image" Target="../media/image143.png"/><Relationship Id="rId86" Type="http://schemas.openxmlformats.org/officeDocument/2006/relationships/customXml" Target="../ink/ink153.xml"/><Relationship Id="rId130" Type="http://schemas.openxmlformats.org/officeDocument/2006/relationships/image" Target="../media/image167.png"/><Relationship Id="rId135" Type="http://schemas.openxmlformats.org/officeDocument/2006/relationships/customXml" Target="../ink/ink178.xml"/><Relationship Id="rId13" Type="http://schemas.openxmlformats.org/officeDocument/2006/relationships/image" Target="../media/image111.png"/><Relationship Id="rId18" Type="http://schemas.openxmlformats.org/officeDocument/2006/relationships/customXml" Target="../ink/ink118.xml"/><Relationship Id="rId39" Type="http://schemas.openxmlformats.org/officeDocument/2006/relationships/image" Target="../media/image124.png"/><Relationship Id="rId109" Type="http://schemas.openxmlformats.org/officeDocument/2006/relationships/image" Target="../media/image157.png"/><Relationship Id="rId34" Type="http://schemas.openxmlformats.org/officeDocument/2006/relationships/customXml" Target="../ink/ink126.xml"/><Relationship Id="rId50" Type="http://schemas.openxmlformats.org/officeDocument/2006/relationships/customXml" Target="../ink/ink134.xml"/><Relationship Id="rId55" Type="http://schemas.openxmlformats.org/officeDocument/2006/relationships/customXml" Target="../ink/ink137.xml"/><Relationship Id="rId76" Type="http://schemas.openxmlformats.org/officeDocument/2006/relationships/customXml" Target="../ink/ink148.xml"/><Relationship Id="rId97" Type="http://schemas.openxmlformats.org/officeDocument/2006/relationships/image" Target="../media/image151.png"/><Relationship Id="rId104" Type="http://schemas.openxmlformats.org/officeDocument/2006/relationships/customXml" Target="../ink/ink162.xml"/><Relationship Id="rId120" Type="http://schemas.openxmlformats.org/officeDocument/2006/relationships/customXml" Target="../ink/ink170.xml"/><Relationship Id="rId125" Type="http://schemas.openxmlformats.org/officeDocument/2006/relationships/image" Target="../media/image165.png"/><Relationship Id="rId7" Type="http://schemas.openxmlformats.org/officeDocument/2006/relationships/image" Target="../media/image108.png"/><Relationship Id="rId71" Type="http://schemas.openxmlformats.org/officeDocument/2006/relationships/image" Target="../media/image138.png"/><Relationship Id="rId92" Type="http://schemas.openxmlformats.org/officeDocument/2006/relationships/customXml" Target="../ink/ink156.xml"/><Relationship Id="rId2" Type="http://schemas.openxmlformats.org/officeDocument/2006/relationships/customXml" Target="../ink/ink110.xml"/><Relationship Id="rId29" Type="http://schemas.openxmlformats.org/officeDocument/2006/relationships/image" Target="../media/image119.png"/><Relationship Id="rId24" Type="http://schemas.openxmlformats.org/officeDocument/2006/relationships/customXml" Target="../ink/ink121.xml"/><Relationship Id="rId40" Type="http://schemas.openxmlformats.org/officeDocument/2006/relationships/customXml" Target="../ink/ink129.xml"/><Relationship Id="rId45" Type="http://schemas.openxmlformats.org/officeDocument/2006/relationships/image" Target="../media/image127.png"/><Relationship Id="rId66" Type="http://schemas.openxmlformats.org/officeDocument/2006/relationships/customXml" Target="../ink/ink143.xml"/><Relationship Id="rId87" Type="http://schemas.openxmlformats.org/officeDocument/2006/relationships/image" Target="../media/image146.png"/><Relationship Id="rId110" Type="http://schemas.openxmlformats.org/officeDocument/2006/relationships/customXml" Target="../ink/ink165.xml"/><Relationship Id="rId115" Type="http://schemas.openxmlformats.org/officeDocument/2006/relationships/image" Target="../media/image160.png"/><Relationship Id="rId131" Type="http://schemas.openxmlformats.org/officeDocument/2006/relationships/customXml" Target="../ink/ink176.xml"/><Relationship Id="rId136" Type="http://schemas.openxmlformats.org/officeDocument/2006/relationships/image" Target="../media/image170.png"/><Relationship Id="rId61" Type="http://schemas.openxmlformats.org/officeDocument/2006/relationships/image" Target="../media/image133.png"/><Relationship Id="rId82" Type="http://schemas.openxmlformats.org/officeDocument/2006/relationships/customXml" Target="../ink/ink151.xml"/><Relationship Id="rId19" Type="http://schemas.openxmlformats.org/officeDocument/2006/relationships/image" Target="../media/image114.png"/><Relationship Id="rId14" Type="http://schemas.openxmlformats.org/officeDocument/2006/relationships/customXml" Target="../ink/ink116.xml"/><Relationship Id="rId30" Type="http://schemas.openxmlformats.org/officeDocument/2006/relationships/customXml" Target="../ink/ink124.xml"/><Relationship Id="rId35" Type="http://schemas.openxmlformats.org/officeDocument/2006/relationships/image" Target="../media/image122.png"/><Relationship Id="rId56" Type="http://schemas.openxmlformats.org/officeDocument/2006/relationships/customXml" Target="../ink/ink138.xml"/><Relationship Id="rId77" Type="http://schemas.openxmlformats.org/officeDocument/2006/relationships/image" Target="../media/image141.png"/><Relationship Id="rId100" Type="http://schemas.openxmlformats.org/officeDocument/2006/relationships/customXml" Target="../ink/ink160.xml"/><Relationship Id="rId105" Type="http://schemas.openxmlformats.org/officeDocument/2006/relationships/image" Target="../media/image155.png"/><Relationship Id="rId126" Type="http://schemas.openxmlformats.org/officeDocument/2006/relationships/customXml" Target="../ink/ink173.xml"/><Relationship Id="rId8" Type="http://schemas.openxmlformats.org/officeDocument/2006/relationships/customXml" Target="../ink/ink113.xml"/><Relationship Id="rId51" Type="http://schemas.openxmlformats.org/officeDocument/2006/relationships/image" Target="../media/image130.png"/><Relationship Id="rId72" Type="http://schemas.openxmlformats.org/officeDocument/2006/relationships/customXml" Target="../ink/ink146.xml"/><Relationship Id="rId93" Type="http://schemas.openxmlformats.org/officeDocument/2006/relationships/image" Target="../media/image149.png"/><Relationship Id="rId98" Type="http://schemas.openxmlformats.org/officeDocument/2006/relationships/customXml" Target="../ink/ink159.xml"/><Relationship Id="rId121" Type="http://schemas.openxmlformats.org/officeDocument/2006/relationships/image" Target="../media/image163.png"/><Relationship Id="rId3" Type="http://schemas.openxmlformats.org/officeDocument/2006/relationships/image" Target="../media/image106.png"/><Relationship Id="rId25" Type="http://schemas.openxmlformats.org/officeDocument/2006/relationships/image" Target="../media/image117.png"/><Relationship Id="rId46" Type="http://schemas.openxmlformats.org/officeDocument/2006/relationships/customXml" Target="../ink/ink132.xml"/><Relationship Id="rId67" Type="http://schemas.openxmlformats.org/officeDocument/2006/relationships/image" Target="../media/image136.png"/><Relationship Id="rId116" Type="http://schemas.openxmlformats.org/officeDocument/2006/relationships/customXml" Target="../ink/ink168.xml"/><Relationship Id="rId137" Type="http://schemas.openxmlformats.org/officeDocument/2006/relationships/customXml" Target="../ink/ink179.xml"/><Relationship Id="rId20" Type="http://schemas.openxmlformats.org/officeDocument/2006/relationships/customXml" Target="../ink/ink119.xml"/><Relationship Id="rId41" Type="http://schemas.openxmlformats.org/officeDocument/2006/relationships/image" Target="../media/image125.png"/><Relationship Id="rId62" Type="http://schemas.openxmlformats.org/officeDocument/2006/relationships/customXml" Target="../ink/ink141.xml"/><Relationship Id="rId83" Type="http://schemas.openxmlformats.org/officeDocument/2006/relationships/image" Target="../media/image144.png"/><Relationship Id="rId88" Type="http://schemas.openxmlformats.org/officeDocument/2006/relationships/customXml" Target="../ink/ink154.xml"/><Relationship Id="rId111" Type="http://schemas.openxmlformats.org/officeDocument/2006/relationships/image" Target="../media/image158.png"/><Relationship Id="rId132" Type="http://schemas.openxmlformats.org/officeDocument/2006/relationships/image" Target="../media/image168.png"/><Relationship Id="rId15" Type="http://schemas.openxmlformats.org/officeDocument/2006/relationships/image" Target="../media/image112.png"/><Relationship Id="rId36" Type="http://schemas.openxmlformats.org/officeDocument/2006/relationships/customXml" Target="../ink/ink127.xml"/><Relationship Id="rId57" Type="http://schemas.openxmlformats.org/officeDocument/2006/relationships/image" Target="../media/image131.png"/><Relationship Id="rId106" Type="http://schemas.openxmlformats.org/officeDocument/2006/relationships/customXml" Target="../ink/ink163.xml"/><Relationship Id="rId127" Type="http://schemas.openxmlformats.org/officeDocument/2006/relationships/image" Target="../media/image166.png"/><Relationship Id="rId10" Type="http://schemas.openxmlformats.org/officeDocument/2006/relationships/customXml" Target="../ink/ink114.xml"/><Relationship Id="rId31" Type="http://schemas.openxmlformats.org/officeDocument/2006/relationships/image" Target="../media/image120.png"/><Relationship Id="rId52" Type="http://schemas.openxmlformats.org/officeDocument/2006/relationships/customXml" Target="../ink/ink135.xml"/><Relationship Id="rId73" Type="http://schemas.openxmlformats.org/officeDocument/2006/relationships/image" Target="../media/image139.png"/><Relationship Id="rId78" Type="http://schemas.openxmlformats.org/officeDocument/2006/relationships/customXml" Target="../ink/ink149.xml"/><Relationship Id="rId94" Type="http://schemas.openxmlformats.org/officeDocument/2006/relationships/customXml" Target="../ink/ink157.xml"/><Relationship Id="rId99" Type="http://schemas.openxmlformats.org/officeDocument/2006/relationships/image" Target="../media/image152.png"/><Relationship Id="rId101" Type="http://schemas.openxmlformats.org/officeDocument/2006/relationships/image" Target="../media/image153.png"/><Relationship Id="rId122" Type="http://schemas.openxmlformats.org/officeDocument/2006/relationships/customXml" Target="../ink/ink171.xml"/><Relationship Id="rId4" Type="http://schemas.openxmlformats.org/officeDocument/2006/relationships/customXml" Target="../ink/ink111.xml"/><Relationship Id="rId9" Type="http://schemas.openxmlformats.org/officeDocument/2006/relationships/image" Target="../media/image109.png"/><Relationship Id="rId26" Type="http://schemas.openxmlformats.org/officeDocument/2006/relationships/customXml" Target="../ink/ink122.xml"/><Relationship Id="rId47" Type="http://schemas.openxmlformats.org/officeDocument/2006/relationships/image" Target="../media/image128.png"/><Relationship Id="rId68" Type="http://schemas.openxmlformats.org/officeDocument/2006/relationships/customXml" Target="../ink/ink144.xml"/><Relationship Id="rId89" Type="http://schemas.openxmlformats.org/officeDocument/2006/relationships/image" Target="../media/image147.png"/><Relationship Id="rId112" Type="http://schemas.openxmlformats.org/officeDocument/2006/relationships/customXml" Target="../ink/ink166.xml"/><Relationship Id="rId133" Type="http://schemas.openxmlformats.org/officeDocument/2006/relationships/customXml" Target="../ink/ink177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240.xml"/><Relationship Id="rId21" Type="http://schemas.openxmlformats.org/officeDocument/2006/relationships/image" Target="../media/image182.png"/><Relationship Id="rId42" Type="http://schemas.openxmlformats.org/officeDocument/2006/relationships/customXml" Target="../ink/ink201.xml"/><Relationship Id="rId63" Type="http://schemas.openxmlformats.org/officeDocument/2006/relationships/customXml" Target="../ink/ink213.xml"/><Relationship Id="rId84" Type="http://schemas.openxmlformats.org/officeDocument/2006/relationships/image" Target="../media/image210.png"/><Relationship Id="rId138" Type="http://schemas.openxmlformats.org/officeDocument/2006/relationships/image" Target="../media/image236.png"/><Relationship Id="rId159" Type="http://schemas.openxmlformats.org/officeDocument/2006/relationships/customXml" Target="../ink/ink262.xml"/><Relationship Id="rId170" Type="http://schemas.openxmlformats.org/officeDocument/2006/relationships/image" Target="../media/image252.png"/><Relationship Id="rId191" Type="http://schemas.openxmlformats.org/officeDocument/2006/relationships/customXml" Target="../ink/ink278.xml"/><Relationship Id="rId205" Type="http://schemas.openxmlformats.org/officeDocument/2006/relationships/customXml" Target="../ink/ink285.xml"/><Relationship Id="rId226" Type="http://schemas.openxmlformats.org/officeDocument/2006/relationships/image" Target="../media/image280.png"/><Relationship Id="rId107" Type="http://schemas.openxmlformats.org/officeDocument/2006/relationships/customXml" Target="../ink/ink235.xml"/><Relationship Id="rId11" Type="http://schemas.openxmlformats.org/officeDocument/2006/relationships/image" Target="../media/image177.png"/><Relationship Id="rId32" Type="http://schemas.openxmlformats.org/officeDocument/2006/relationships/customXml" Target="../ink/ink196.xml"/><Relationship Id="rId53" Type="http://schemas.openxmlformats.org/officeDocument/2006/relationships/image" Target="../media/image196.png"/><Relationship Id="rId74" Type="http://schemas.openxmlformats.org/officeDocument/2006/relationships/image" Target="../media/image205.png"/><Relationship Id="rId128" Type="http://schemas.openxmlformats.org/officeDocument/2006/relationships/image" Target="../media/image231.png"/><Relationship Id="rId149" Type="http://schemas.openxmlformats.org/officeDocument/2006/relationships/customXml" Target="../ink/ink257.xml"/><Relationship Id="rId5" Type="http://schemas.openxmlformats.org/officeDocument/2006/relationships/image" Target="../media/image174.png"/><Relationship Id="rId95" Type="http://schemas.openxmlformats.org/officeDocument/2006/relationships/customXml" Target="../ink/ink229.xml"/><Relationship Id="rId160" Type="http://schemas.openxmlformats.org/officeDocument/2006/relationships/image" Target="../media/image247.png"/><Relationship Id="rId181" Type="http://schemas.openxmlformats.org/officeDocument/2006/relationships/customXml" Target="../ink/ink273.xml"/><Relationship Id="rId216" Type="http://schemas.openxmlformats.org/officeDocument/2006/relationships/image" Target="../media/image275.png"/><Relationship Id="rId22" Type="http://schemas.openxmlformats.org/officeDocument/2006/relationships/customXml" Target="../ink/ink191.xml"/><Relationship Id="rId43" Type="http://schemas.openxmlformats.org/officeDocument/2006/relationships/image" Target="../media/image192.png"/><Relationship Id="rId64" Type="http://schemas.openxmlformats.org/officeDocument/2006/relationships/image" Target="../media/image200.png"/><Relationship Id="rId118" Type="http://schemas.openxmlformats.org/officeDocument/2006/relationships/image" Target="../media/image227.png"/><Relationship Id="rId139" Type="http://schemas.openxmlformats.org/officeDocument/2006/relationships/customXml" Target="../ink/ink252.xml"/><Relationship Id="rId85" Type="http://schemas.openxmlformats.org/officeDocument/2006/relationships/customXml" Target="../ink/ink224.xml"/><Relationship Id="rId150" Type="http://schemas.openxmlformats.org/officeDocument/2006/relationships/image" Target="../media/image242.png"/><Relationship Id="rId171" Type="http://schemas.openxmlformats.org/officeDocument/2006/relationships/customXml" Target="../ink/ink268.xml"/><Relationship Id="rId192" Type="http://schemas.openxmlformats.org/officeDocument/2006/relationships/image" Target="../media/image263.png"/><Relationship Id="rId206" Type="http://schemas.openxmlformats.org/officeDocument/2006/relationships/image" Target="../media/image270.png"/><Relationship Id="rId227" Type="http://schemas.openxmlformats.org/officeDocument/2006/relationships/customXml" Target="../ink/ink296.xml"/><Relationship Id="rId12" Type="http://schemas.openxmlformats.org/officeDocument/2006/relationships/customXml" Target="../ink/ink186.xml"/><Relationship Id="rId33" Type="http://schemas.openxmlformats.org/officeDocument/2006/relationships/image" Target="../media/image188.png"/><Relationship Id="rId108" Type="http://schemas.openxmlformats.org/officeDocument/2006/relationships/image" Target="../media/image222.png"/><Relationship Id="rId129" Type="http://schemas.openxmlformats.org/officeDocument/2006/relationships/customXml" Target="../ink/ink247.xml"/><Relationship Id="rId54" Type="http://schemas.openxmlformats.org/officeDocument/2006/relationships/customXml" Target="../ink/ink207.xml"/><Relationship Id="rId75" Type="http://schemas.openxmlformats.org/officeDocument/2006/relationships/customXml" Target="../ink/ink219.xml"/><Relationship Id="rId96" Type="http://schemas.openxmlformats.org/officeDocument/2006/relationships/image" Target="../media/image216.png"/><Relationship Id="rId140" Type="http://schemas.openxmlformats.org/officeDocument/2006/relationships/image" Target="../media/image237.png"/><Relationship Id="rId161" Type="http://schemas.openxmlformats.org/officeDocument/2006/relationships/customXml" Target="../ink/ink263.xml"/><Relationship Id="rId182" Type="http://schemas.openxmlformats.org/officeDocument/2006/relationships/image" Target="../media/image258.png"/><Relationship Id="rId217" Type="http://schemas.openxmlformats.org/officeDocument/2006/relationships/customXml" Target="../ink/ink291.xml"/><Relationship Id="rId6" Type="http://schemas.openxmlformats.org/officeDocument/2006/relationships/customXml" Target="../ink/ink183.xml"/><Relationship Id="rId23" Type="http://schemas.openxmlformats.org/officeDocument/2006/relationships/image" Target="../media/image183.png"/><Relationship Id="rId119" Type="http://schemas.openxmlformats.org/officeDocument/2006/relationships/customXml" Target="../ink/ink241.xml"/><Relationship Id="rId44" Type="http://schemas.openxmlformats.org/officeDocument/2006/relationships/customXml" Target="../ink/ink202.xml"/><Relationship Id="rId65" Type="http://schemas.openxmlformats.org/officeDocument/2006/relationships/customXml" Target="../ink/ink214.xml"/><Relationship Id="rId86" Type="http://schemas.openxmlformats.org/officeDocument/2006/relationships/image" Target="../media/image211.png"/><Relationship Id="rId130" Type="http://schemas.openxmlformats.org/officeDocument/2006/relationships/image" Target="../media/image232.png"/><Relationship Id="rId151" Type="http://schemas.openxmlformats.org/officeDocument/2006/relationships/customXml" Target="../ink/ink258.xml"/><Relationship Id="rId172" Type="http://schemas.openxmlformats.org/officeDocument/2006/relationships/image" Target="../media/image253.png"/><Relationship Id="rId193" Type="http://schemas.openxmlformats.org/officeDocument/2006/relationships/customXml" Target="../ink/ink279.xml"/><Relationship Id="rId207" Type="http://schemas.openxmlformats.org/officeDocument/2006/relationships/customXml" Target="../ink/ink286.xml"/><Relationship Id="rId228" Type="http://schemas.openxmlformats.org/officeDocument/2006/relationships/image" Target="../media/image281.png"/><Relationship Id="rId13" Type="http://schemas.openxmlformats.org/officeDocument/2006/relationships/image" Target="../media/image178.png"/><Relationship Id="rId109" Type="http://schemas.openxmlformats.org/officeDocument/2006/relationships/customXml" Target="../ink/ink236.xml"/><Relationship Id="rId34" Type="http://schemas.openxmlformats.org/officeDocument/2006/relationships/customXml" Target="../ink/ink197.xml"/><Relationship Id="rId55" Type="http://schemas.openxmlformats.org/officeDocument/2006/relationships/image" Target="../media/image197.png"/><Relationship Id="rId76" Type="http://schemas.openxmlformats.org/officeDocument/2006/relationships/image" Target="../media/image206.png"/><Relationship Id="rId97" Type="http://schemas.openxmlformats.org/officeDocument/2006/relationships/customXml" Target="../ink/ink230.xml"/><Relationship Id="rId120" Type="http://schemas.openxmlformats.org/officeDocument/2006/relationships/image" Target="../media/image228.png"/><Relationship Id="rId141" Type="http://schemas.openxmlformats.org/officeDocument/2006/relationships/customXml" Target="../ink/ink253.xml"/><Relationship Id="rId7" Type="http://schemas.openxmlformats.org/officeDocument/2006/relationships/image" Target="../media/image175.png"/><Relationship Id="rId162" Type="http://schemas.openxmlformats.org/officeDocument/2006/relationships/image" Target="../media/image248.png"/><Relationship Id="rId183" Type="http://schemas.openxmlformats.org/officeDocument/2006/relationships/customXml" Target="../ink/ink274.xml"/><Relationship Id="rId218" Type="http://schemas.openxmlformats.org/officeDocument/2006/relationships/image" Target="../media/image276.png"/><Relationship Id="rId24" Type="http://schemas.openxmlformats.org/officeDocument/2006/relationships/customXml" Target="../ink/ink192.xml"/><Relationship Id="rId45" Type="http://schemas.openxmlformats.org/officeDocument/2006/relationships/image" Target="../media/image81.png"/><Relationship Id="rId66" Type="http://schemas.openxmlformats.org/officeDocument/2006/relationships/image" Target="../media/image201.png"/><Relationship Id="rId87" Type="http://schemas.openxmlformats.org/officeDocument/2006/relationships/customXml" Target="../ink/ink225.xml"/><Relationship Id="rId110" Type="http://schemas.openxmlformats.org/officeDocument/2006/relationships/image" Target="../media/image223.png"/><Relationship Id="rId131" Type="http://schemas.openxmlformats.org/officeDocument/2006/relationships/customXml" Target="../ink/ink248.xml"/><Relationship Id="rId152" Type="http://schemas.openxmlformats.org/officeDocument/2006/relationships/image" Target="../media/image243.png"/><Relationship Id="rId173" Type="http://schemas.openxmlformats.org/officeDocument/2006/relationships/customXml" Target="../ink/ink269.xml"/><Relationship Id="rId194" Type="http://schemas.openxmlformats.org/officeDocument/2006/relationships/image" Target="../media/image264.png"/><Relationship Id="rId208" Type="http://schemas.openxmlformats.org/officeDocument/2006/relationships/image" Target="../media/image271.png"/><Relationship Id="rId229" Type="http://schemas.openxmlformats.org/officeDocument/2006/relationships/customXml" Target="../ink/ink297.xml"/><Relationship Id="rId14" Type="http://schemas.openxmlformats.org/officeDocument/2006/relationships/customXml" Target="../ink/ink187.xml"/><Relationship Id="rId35" Type="http://schemas.openxmlformats.org/officeDocument/2006/relationships/image" Target="../media/image189.png"/><Relationship Id="rId56" Type="http://schemas.openxmlformats.org/officeDocument/2006/relationships/customXml" Target="../ink/ink208.xml"/><Relationship Id="rId77" Type="http://schemas.openxmlformats.org/officeDocument/2006/relationships/customXml" Target="../ink/ink220.xml"/><Relationship Id="rId100" Type="http://schemas.openxmlformats.org/officeDocument/2006/relationships/image" Target="../media/image218.png"/><Relationship Id="rId8" Type="http://schemas.openxmlformats.org/officeDocument/2006/relationships/customXml" Target="../ink/ink184.xml"/><Relationship Id="rId98" Type="http://schemas.openxmlformats.org/officeDocument/2006/relationships/image" Target="../media/image217.png"/><Relationship Id="rId121" Type="http://schemas.openxmlformats.org/officeDocument/2006/relationships/customXml" Target="../ink/ink242.xml"/><Relationship Id="rId142" Type="http://schemas.openxmlformats.org/officeDocument/2006/relationships/image" Target="../media/image238.png"/><Relationship Id="rId163" Type="http://schemas.openxmlformats.org/officeDocument/2006/relationships/customXml" Target="../ink/ink264.xml"/><Relationship Id="rId184" Type="http://schemas.openxmlformats.org/officeDocument/2006/relationships/image" Target="../media/image259.png"/><Relationship Id="rId219" Type="http://schemas.openxmlformats.org/officeDocument/2006/relationships/customXml" Target="../ink/ink292.xml"/><Relationship Id="rId230" Type="http://schemas.openxmlformats.org/officeDocument/2006/relationships/image" Target="../media/image282.png"/><Relationship Id="rId25" Type="http://schemas.openxmlformats.org/officeDocument/2006/relationships/image" Target="../media/image184.png"/><Relationship Id="rId46" Type="http://schemas.openxmlformats.org/officeDocument/2006/relationships/customXml" Target="../ink/ink203.xml"/><Relationship Id="rId67" Type="http://schemas.openxmlformats.org/officeDocument/2006/relationships/customXml" Target="../ink/ink215.xml"/><Relationship Id="rId116" Type="http://schemas.openxmlformats.org/officeDocument/2006/relationships/image" Target="../media/image226.png"/><Relationship Id="rId137" Type="http://schemas.openxmlformats.org/officeDocument/2006/relationships/customXml" Target="../ink/ink251.xml"/><Relationship Id="rId158" Type="http://schemas.openxmlformats.org/officeDocument/2006/relationships/image" Target="../media/image246.png"/><Relationship Id="rId20" Type="http://schemas.openxmlformats.org/officeDocument/2006/relationships/customXml" Target="../ink/ink190.xml"/><Relationship Id="rId41" Type="http://schemas.openxmlformats.org/officeDocument/2006/relationships/image" Target="../media/image191.png"/><Relationship Id="rId62" Type="http://schemas.openxmlformats.org/officeDocument/2006/relationships/customXml" Target="../ink/ink212.xml"/><Relationship Id="rId83" Type="http://schemas.openxmlformats.org/officeDocument/2006/relationships/customXml" Target="../ink/ink223.xml"/><Relationship Id="rId88" Type="http://schemas.openxmlformats.org/officeDocument/2006/relationships/image" Target="../media/image212.png"/><Relationship Id="rId111" Type="http://schemas.openxmlformats.org/officeDocument/2006/relationships/customXml" Target="../ink/ink237.xml"/><Relationship Id="rId132" Type="http://schemas.openxmlformats.org/officeDocument/2006/relationships/image" Target="../media/image233.png"/><Relationship Id="rId153" Type="http://schemas.openxmlformats.org/officeDocument/2006/relationships/customXml" Target="../ink/ink259.xml"/><Relationship Id="rId174" Type="http://schemas.openxmlformats.org/officeDocument/2006/relationships/image" Target="../media/image254.png"/><Relationship Id="rId179" Type="http://schemas.openxmlformats.org/officeDocument/2006/relationships/customXml" Target="../ink/ink272.xml"/><Relationship Id="rId195" Type="http://schemas.openxmlformats.org/officeDocument/2006/relationships/customXml" Target="../ink/ink280.xml"/><Relationship Id="rId209" Type="http://schemas.openxmlformats.org/officeDocument/2006/relationships/customXml" Target="../ink/ink287.xml"/><Relationship Id="rId190" Type="http://schemas.openxmlformats.org/officeDocument/2006/relationships/image" Target="../media/image262.png"/><Relationship Id="rId204" Type="http://schemas.openxmlformats.org/officeDocument/2006/relationships/image" Target="../media/image269.png"/><Relationship Id="rId220" Type="http://schemas.openxmlformats.org/officeDocument/2006/relationships/image" Target="../media/image277.png"/><Relationship Id="rId225" Type="http://schemas.openxmlformats.org/officeDocument/2006/relationships/customXml" Target="../ink/ink295.xml"/><Relationship Id="rId15" Type="http://schemas.openxmlformats.org/officeDocument/2006/relationships/image" Target="../media/image179.png"/><Relationship Id="rId36" Type="http://schemas.openxmlformats.org/officeDocument/2006/relationships/customXml" Target="../ink/ink198.xml"/><Relationship Id="rId57" Type="http://schemas.openxmlformats.org/officeDocument/2006/relationships/image" Target="../media/image198.png"/><Relationship Id="rId106" Type="http://schemas.openxmlformats.org/officeDocument/2006/relationships/image" Target="../media/image221.png"/><Relationship Id="rId127" Type="http://schemas.openxmlformats.org/officeDocument/2006/relationships/customXml" Target="../ink/ink246.xml"/><Relationship Id="rId10" Type="http://schemas.openxmlformats.org/officeDocument/2006/relationships/customXml" Target="../ink/ink185.xml"/><Relationship Id="rId31" Type="http://schemas.openxmlformats.org/officeDocument/2006/relationships/image" Target="../media/image187.png"/><Relationship Id="rId52" Type="http://schemas.openxmlformats.org/officeDocument/2006/relationships/customXml" Target="../ink/ink206.xml"/><Relationship Id="rId73" Type="http://schemas.openxmlformats.org/officeDocument/2006/relationships/customXml" Target="../ink/ink218.xml"/><Relationship Id="rId78" Type="http://schemas.openxmlformats.org/officeDocument/2006/relationships/image" Target="../media/image207.png"/><Relationship Id="rId94" Type="http://schemas.openxmlformats.org/officeDocument/2006/relationships/image" Target="../media/image215.png"/><Relationship Id="rId99" Type="http://schemas.openxmlformats.org/officeDocument/2006/relationships/customXml" Target="../ink/ink231.xml"/><Relationship Id="rId101" Type="http://schemas.openxmlformats.org/officeDocument/2006/relationships/customXml" Target="../ink/ink232.xml"/><Relationship Id="rId122" Type="http://schemas.openxmlformats.org/officeDocument/2006/relationships/image" Target="../media/image229.png"/><Relationship Id="rId143" Type="http://schemas.openxmlformats.org/officeDocument/2006/relationships/customXml" Target="../ink/ink254.xml"/><Relationship Id="rId148" Type="http://schemas.openxmlformats.org/officeDocument/2006/relationships/image" Target="../media/image241.png"/><Relationship Id="rId164" Type="http://schemas.openxmlformats.org/officeDocument/2006/relationships/image" Target="../media/image249.png"/><Relationship Id="rId169" Type="http://schemas.openxmlformats.org/officeDocument/2006/relationships/customXml" Target="../ink/ink267.xml"/><Relationship Id="rId185" Type="http://schemas.openxmlformats.org/officeDocument/2006/relationships/customXml" Target="../ink/ink275.xml"/><Relationship Id="rId4" Type="http://schemas.openxmlformats.org/officeDocument/2006/relationships/customXml" Target="../ink/ink182.xml"/><Relationship Id="rId9" Type="http://schemas.openxmlformats.org/officeDocument/2006/relationships/image" Target="../media/image176.png"/><Relationship Id="rId180" Type="http://schemas.openxmlformats.org/officeDocument/2006/relationships/image" Target="../media/image257.png"/><Relationship Id="rId210" Type="http://schemas.openxmlformats.org/officeDocument/2006/relationships/image" Target="../media/image272.png"/><Relationship Id="rId215" Type="http://schemas.openxmlformats.org/officeDocument/2006/relationships/customXml" Target="../ink/ink290.xml"/><Relationship Id="rId26" Type="http://schemas.openxmlformats.org/officeDocument/2006/relationships/customXml" Target="../ink/ink193.xml"/><Relationship Id="rId47" Type="http://schemas.openxmlformats.org/officeDocument/2006/relationships/image" Target="../media/image193.png"/><Relationship Id="rId68" Type="http://schemas.openxmlformats.org/officeDocument/2006/relationships/image" Target="../media/image202.png"/><Relationship Id="rId89" Type="http://schemas.openxmlformats.org/officeDocument/2006/relationships/customXml" Target="../ink/ink226.xml"/><Relationship Id="rId112" Type="http://schemas.openxmlformats.org/officeDocument/2006/relationships/image" Target="../media/image224.png"/><Relationship Id="rId133" Type="http://schemas.openxmlformats.org/officeDocument/2006/relationships/customXml" Target="../ink/ink249.xml"/><Relationship Id="rId154" Type="http://schemas.openxmlformats.org/officeDocument/2006/relationships/image" Target="../media/image244.png"/><Relationship Id="rId175" Type="http://schemas.openxmlformats.org/officeDocument/2006/relationships/customXml" Target="../ink/ink270.xml"/><Relationship Id="rId196" Type="http://schemas.openxmlformats.org/officeDocument/2006/relationships/image" Target="../media/image265.png"/><Relationship Id="rId200" Type="http://schemas.openxmlformats.org/officeDocument/2006/relationships/image" Target="../media/image267.png"/><Relationship Id="rId16" Type="http://schemas.openxmlformats.org/officeDocument/2006/relationships/customXml" Target="../ink/ink188.xml"/><Relationship Id="rId221" Type="http://schemas.openxmlformats.org/officeDocument/2006/relationships/customXml" Target="../ink/ink293.xml"/><Relationship Id="rId37" Type="http://schemas.openxmlformats.org/officeDocument/2006/relationships/image" Target="../media/image1.png"/><Relationship Id="rId58" Type="http://schemas.openxmlformats.org/officeDocument/2006/relationships/customXml" Target="../ink/ink209.xml"/><Relationship Id="rId79" Type="http://schemas.openxmlformats.org/officeDocument/2006/relationships/customXml" Target="../ink/ink221.xml"/><Relationship Id="rId102" Type="http://schemas.openxmlformats.org/officeDocument/2006/relationships/image" Target="../media/image219.png"/><Relationship Id="rId123" Type="http://schemas.openxmlformats.org/officeDocument/2006/relationships/customXml" Target="../ink/ink243.xml"/><Relationship Id="rId144" Type="http://schemas.openxmlformats.org/officeDocument/2006/relationships/image" Target="../media/image239.png"/><Relationship Id="rId90" Type="http://schemas.openxmlformats.org/officeDocument/2006/relationships/image" Target="../media/image213.png"/><Relationship Id="rId165" Type="http://schemas.openxmlformats.org/officeDocument/2006/relationships/customXml" Target="../ink/ink265.xml"/><Relationship Id="rId186" Type="http://schemas.openxmlformats.org/officeDocument/2006/relationships/image" Target="../media/image260.png"/><Relationship Id="rId211" Type="http://schemas.openxmlformats.org/officeDocument/2006/relationships/customXml" Target="../ink/ink288.xml"/><Relationship Id="rId27" Type="http://schemas.openxmlformats.org/officeDocument/2006/relationships/image" Target="../media/image185.png"/><Relationship Id="rId48" Type="http://schemas.openxmlformats.org/officeDocument/2006/relationships/customXml" Target="../ink/ink204.xml"/><Relationship Id="rId69" Type="http://schemas.openxmlformats.org/officeDocument/2006/relationships/customXml" Target="../ink/ink216.xml"/><Relationship Id="rId113" Type="http://schemas.openxmlformats.org/officeDocument/2006/relationships/customXml" Target="../ink/ink238.xml"/><Relationship Id="rId134" Type="http://schemas.openxmlformats.org/officeDocument/2006/relationships/image" Target="../media/image234.png"/><Relationship Id="rId80" Type="http://schemas.openxmlformats.org/officeDocument/2006/relationships/image" Target="../media/image208.png"/><Relationship Id="rId155" Type="http://schemas.openxmlformats.org/officeDocument/2006/relationships/customXml" Target="../ink/ink260.xml"/><Relationship Id="rId176" Type="http://schemas.openxmlformats.org/officeDocument/2006/relationships/image" Target="../media/image255.png"/><Relationship Id="rId197" Type="http://schemas.openxmlformats.org/officeDocument/2006/relationships/customXml" Target="../ink/ink281.xml"/><Relationship Id="rId201" Type="http://schemas.openxmlformats.org/officeDocument/2006/relationships/customXml" Target="../ink/ink283.xml"/><Relationship Id="rId222" Type="http://schemas.openxmlformats.org/officeDocument/2006/relationships/image" Target="../media/image278.png"/><Relationship Id="rId17" Type="http://schemas.openxmlformats.org/officeDocument/2006/relationships/image" Target="../media/image180.png"/><Relationship Id="rId38" Type="http://schemas.openxmlformats.org/officeDocument/2006/relationships/customXml" Target="../ink/ink199.xml"/><Relationship Id="rId59" Type="http://schemas.openxmlformats.org/officeDocument/2006/relationships/image" Target="../media/image199.png"/><Relationship Id="rId103" Type="http://schemas.openxmlformats.org/officeDocument/2006/relationships/customXml" Target="../ink/ink233.xml"/><Relationship Id="rId124" Type="http://schemas.openxmlformats.org/officeDocument/2006/relationships/customXml" Target="../ink/ink244.xml"/><Relationship Id="rId70" Type="http://schemas.openxmlformats.org/officeDocument/2006/relationships/image" Target="../media/image203.png"/><Relationship Id="rId91" Type="http://schemas.openxmlformats.org/officeDocument/2006/relationships/customXml" Target="../ink/ink227.xml"/><Relationship Id="rId145" Type="http://schemas.openxmlformats.org/officeDocument/2006/relationships/customXml" Target="../ink/ink255.xml"/><Relationship Id="rId166" Type="http://schemas.openxmlformats.org/officeDocument/2006/relationships/image" Target="../media/image250.png"/><Relationship Id="rId187" Type="http://schemas.openxmlformats.org/officeDocument/2006/relationships/customXml" Target="../ink/ink276.xml"/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273.png"/><Relationship Id="rId28" Type="http://schemas.openxmlformats.org/officeDocument/2006/relationships/customXml" Target="../ink/ink194.xml"/><Relationship Id="rId49" Type="http://schemas.openxmlformats.org/officeDocument/2006/relationships/image" Target="../media/image194.png"/><Relationship Id="rId114" Type="http://schemas.openxmlformats.org/officeDocument/2006/relationships/image" Target="../media/image225.png"/><Relationship Id="rId60" Type="http://schemas.openxmlformats.org/officeDocument/2006/relationships/customXml" Target="../ink/ink210.xml"/><Relationship Id="rId81" Type="http://schemas.openxmlformats.org/officeDocument/2006/relationships/customXml" Target="../ink/ink222.xml"/><Relationship Id="rId135" Type="http://schemas.openxmlformats.org/officeDocument/2006/relationships/customXml" Target="../ink/ink250.xml"/><Relationship Id="rId156" Type="http://schemas.openxmlformats.org/officeDocument/2006/relationships/image" Target="../media/image245.png"/><Relationship Id="rId177" Type="http://schemas.openxmlformats.org/officeDocument/2006/relationships/customXml" Target="../ink/ink271.xml"/><Relationship Id="rId198" Type="http://schemas.openxmlformats.org/officeDocument/2006/relationships/image" Target="../media/image266.png"/><Relationship Id="rId202" Type="http://schemas.openxmlformats.org/officeDocument/2006/relationships/image" Target="../media/image268.png"/><Relationship Id="rId223" Type="http://schemas.openxmlformats.org/officeDocument/2006/relationships/customXml" Target="../ink/ink294.xml"/><Relationship Id="rId18" Type="http://schemas.openxmlformats.org/officeDocument/2006/relationships/customXml" Target="../ink/ink189.xml"/><Relationship Id="rId39" Type="http://schemas.openxmlformats.org/officeDocument/2006/relationships/image" Target="../media/image190.png"/><Relationship Id="rId50" Type="http://schemas.openxmlformats.org/officeDocument/2006/relationships/customXml" Target="../ink/ink205.xml"/><Relationship Id="rId104" Type="http://schemas.openxmlformats.org/officeDocument/2006/relationships/image" Target="../media/image220.png"/><Relationship Id="rId125" Type="http://schemas.openxmlformats.org/officeDocument/2006/relationships/customXml" Target="../ink/ink245.xml"/><Relationship Id="rId146" Type="http://schemas.openxmlformats.org/officeDocument/2006/relationships/image" Target="../media/image240.png"/><Relationship Id="rId167" Type="http://schemas.openxmlformats.org/officeDocument/2006/relationships/customXml" Target="../ink/ink266.xml"/><Relationship Id="rId188" Type="http://schemas.openxmlformats.org/officeDocument/2006/relationships/image" Target="../media/image261.png"/><Relationship Id="rId71" Type="http://schemas.openxmlformats.org/officeDocument/2006/relationships/customXml" Target="../ink/ink217.xml"/><Relationship Id="rId92" Type="http://schemas.openxmlformats.org/officeDocument/2006/relationships/image" Target="../media/image214.png"/><Relationship Id="rId213" Type="http://schemas.openxmlformats.org/officeDocument/2006/relationships/customXml" Target="../ink/ink289.xml"/><Relationship Id="rId2" Type="http://schemas.openxmlformats.org/officeDocument/2006/relationships/customXml" Target="../ink/ink181.xml"/><Relationship Id="rId29" Type="http://schemas.openxmlformats.org/officeDocument/2006/relationships/image" Target="../media/image186.png"/><Relationship Id="rId40" Type="http://schemas.openxmlformats.org/officeDocument/2006/relationships/customXml" Target="../ink/ink200.xml"/><Relationship Id="rId115" Type="http://schemas.openxmlformats.org/officeDocument/2006/relationships/customXml" Target="../ink/ink239.xml"/><Relationship Id="rId136" Type="http://schemas.openxmlformats.org/officeDocument/2006/relationships/image" Target="../media/image235.png"/><Relationship Id="rId157" Type="http://schemas.openxmlformats.org/officeDocument/2006/relationships/customXml" Target="../ink/ink261.xml"/><Relationship Id="rId178" Type="http://schemas.openxmlformats.org/officeDocument/2006/relationships/image" Target="../media/image256.png"/><Relationship Id="rId61" Type="http://schemas.openxmlformats.org/officeDocument/2006/relationships/customXml" Target="../ink/ink211.xml"/><Relationship Id="rId82" Type="http://schemas.openxmlformats.org/officeDocument/2006/relationships/image" Target="../media/image209.png"/><Relationship Id="rId199" Type="http://schemas.openxmlformats.org/officeDocument/2006/relationships/customXml" Target="../ink/ink282.xml"/><Relationship Id="rId203" Type="http://schemas.openxmlformats.org/officeDocument/2006/relationships/customXml" Target="../ink/ink284.xml"/><Relationship Id="rId19" Type="http://schemas.openxmlformats.org/officeDocument/2006/relationships/image" Target="../media/image181.png"/><Relationship Id="rId224" Type="http://schemas.openxmlformats.org/officeDocument/2006/relationships/image" Target="../media/image279.png"/><Relationship Id="rId30" Type="http://schemas.openxmlformats.org/officeDocument/2006/relationships/customXml" Target="../ink/ink195.xml"/><Relationship Id="rId105" Type="http://schemas.openxmlformats.org/officeDocument/2006/relationships/customXml" Target="../ink/ink234.xml"/><Relationship Id="rId126" Type="http://schemas.openxmlformats.org/officeDocument/2006/relationships/image" Target="../media/image230.png"/><Relationship Id="rId147" Type="http://schemas.openxmlformats.org/officeDocument/2006/relationships/customXml" Target="../ink/ink256.xml"/><Relationship Id="rId168" Type="http://schemas.openxmlformats.org/officeDocument/2006/relationships/image" Target="../media/image251.png"/><Relationship Id="rId51" Type="http://schemas.openxmlformats.org/officeDocument/2006/relationships/image" Target="../media/image195.png"/><Relationship Id="rId72" Type="http://schemas.openxmlformats.org/officeDocument/2006/relationships/image" Target="../media/image204.png"/><Relationship Id="rId93" Type="http://schemas.openxmlformats.org/officeDocument/2006/relationships/customXml" Target="../ink/ink228.xml"/><Relationship Id="rId189" Type="http://schemas.openxmlformats.org/officeDocument/2006/relationships/customXml" Target="../ink/ink277.xml"/><Relationship Id="rId3" Type="http://schemas.openxmlformats.org/officeDocument/2006/relationships/image" Target="../media/image173.png"/><Relationship Id="rId214" Type="http://schemas.openxmlformats.org/officeDocument/2006/relationships/image" Target="../media/image274.png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356.xml"/><Relationship Id="rId299" Type="http://schemas.openxmlformats.org/officeDocument/2006/relationships/customXml" Target="../ink/ink449.xml"/><Relationship Id="rId21" Type="http://schemas.openxmlformats.org/officeDocument/2006/relationships/image" Target="../media/image292.png"/><Relationship Id="rId63" Type="http://schemas.openxmlformats.org/officeDocument/2006/relationships/image" Target="../media/image313.png"/><Relationship Id="rId159" Type="http://schemas.openxmlformats.org/officeDocument/2006/relationships/customXml" Target="../ink/ink377.xml"/><Relationship Id="rId324" Type="http://schemas.openxmlformats.org/officeDocument/2006/relationships/customXml" Target="../ink/ink462.xml"/><Relationship Id="rId366" Type="http://schemas.openxmlformats.org/officeDocument/2006/relationships/customXml" Target="../ink/ink483.xml"/><Relationship Id="rId170" Type="http://schemas.openxmlformats.org/officeDocument/2006/relationships/image" Target="../media/image365.png"/><Relationship Id="rId226" Type="http://schemas.openxmlformats.org/officeDocument/2006/relationships/image" Target="../media/image392.png"/><Relationship Id="rId268" Type="http://schemas.openxmlformats.org/officeDocument/2006/relationships/customXml" Target="../ink/ink433.xml"/><Relationship Id="rId32" Type="http://schemas.openxmlformats.org/officeDocument/2006/relationships/customXml" Target="../ink/ink313.xml"/><Relationship Id="rId74" Type="http://schemas.openxmlformats.org/officeDocument/2006/relationships/customXml" Target="../ink/ink334.xml"/><Relationship Id="rId128" Type="http://schemas.openxmlformats.org/officeDocument/2006/relationships/image" Target="../media/image344.png"/><Relationship Id="rId335" Type="http://schemas.openxmlformats.org/officeDocument/2006/relationships/image" Target="../media/image445.png"/><Relationship Id="rId377" Type="http://schemas.openxmlformats.org/officeDocument/2006/relationships/image" Target="../media/image466.png"/><Relationship Id="rId5" Type="http://schemas.openxmlformats.org/officeDocument/2006/relationships/image" Target="../media/image284.png"/><Relationship Id="rId181" Type="http://schemas.openxmlformats.org/officeDocument/2006/relationships/customXml" Target="../ink/ink388.xml"/><Relationship Id="rId237" Type="http://schemas.openxmlformats.org/officeDocument/2006/relationships/customXml" Target="../ink/ink417.xml"/><Relationship Id="rId402" Type="http://schemas.openxmlformats.org/officeDocument/2006/relationships/customXml" Target="../ink/ink502.xml"/><Relationship Id="rId279" Type="http://schemas.openxmlformats.org/officeDocument/2006/relationships/customXml" Target="../ink/ink439.xml"/><Relationship Id="rId43" Type="http://schemas.openxmlformats.org/officeDocument/2006/relationships/image" Target="../media/image303.png"/><Relationship Id="rId139" Type="http://schemas.openxmlformats.org/officeDocument/2006/relationships/customXml" Target="../ink/ink367.xml"/><Relationship Id="rId290" Type="http://schemas.openxmlformats.org/officeDocument/2006/relationships/image" Target="../media/image423.png"/><Relationship Id="rId304" Type="http://schemas.openxmlformats.org/officeDocument/2006/relationships/image" Target="../media/image430.png"/><Relationship Id="rId346" Type="http://schemas.openxmlformats.org/officeDocument/2006/relationships/customXml" Target="../ink/ink473.xml"/><Relationship Id="rId388" Type="http://schemas.openxmlformats.org/officeDocument/2006/relationships/customXml" Target="../ink/ink495.xml"/><Relationship Id="rId85" Type="http://schemas.openxmlformats.org/officeDocument/2006/relationships/image" Target="../media/image323.png"/><Relationship Id="rId150" Type="http://schemas.openxmlformats.org/officeDocument/2006/relationships/image" Target="../media/image355.png"/><Relationship Id="rId192" Type="http://schemas.openxmlformats.org/officeDocument/2006/relationships/customXml" Target="../ink/ink394.xml"/><Relationship Id="rId206" Type="http://schemas.openxmlformats.org/officeDocument/2006/relationships/customXml" Target="../ink/ink401.xml"/><Relationship Id="rId248" Type="http://schemas.openxmlformats.org/officeDocument/2006/relationships/image" Target="../media/image403.png"/><Relationship Id="rId12" Type="http://schemas.openxmlformats.org/officeDocument/2006/relationships/customXml" Target="../ink/ink303.xml"/><Relationship Id="rId108" Type="http://schemas.openxmlformats.org/officeDocument/2006/relationships/image" Target="../media/image334.png"/><Relationship Id="rId315" Type="http://schemas.openxmlformats.org/officeDocument/2006/relationships/customXml" Target="../ink/ink457.xml"/><Relationship Id="rId357" Type="http://schemas.openxmlformats.org/officeDocument/2006/relationships/image" Target="../media/image456.png"/><Relationship Id="rId54" Type="http://schemas.openxmlformats.org/officeDocument/2006/relationships/customXml" Target="../ink/ink324.xml"/><Relationship Id="rId96" Type="http://schemas.openxmlformats.org/officeDocument/2006/relationships/image" Target="../media/image328.png"/><Relationship Id="rId161" Type="http://schemas.openxmlformats.org/officeDocument/2006/relationships/customXml" Target="../ink/ink378.xml"/><Relationship Id="rId217" Type="http://schemas.openxmlformats.org/officeDocument/2006/relationships/customXml" Target="../ink/ink407.xml"/><Relationship Id="rId399" Type="http://schemas.openxmlformats.org/officeDocument/2006/relationships/image" Target="../media/image476.png"/><Relationship Id="rId259" Type="http://schemas.openxmlformats.org/officeDocument/2006/relationships/customXml" Target="../ink/ink428.xml"/><Relationship Id="rId23" Type="http://schemas.openxmlformats.org/officeDocument/2006/relationships/image" Target="../media/image293.png"/><Relationship Id="rId119" Type="http://schemas.openxmlformats.org/officeDocument/2006/relationships/customXml" Target="../ink/ink357.xml"/><Relationship Id="rId270" Type="http://schemas.openxmlformats.org/officeDocument/2006/relationships/customXml" Target="../ink/ink434.xml"/><Relationship Id="rId326" Type="http://schemas.openxmlformats.org/officeDocument/2006/relationships/customXml" Target="../ink/ink463.xml"/><Relationship Id="rId65" Type="http://schemas.openxmlformats.org/officeDocument/2006/relationships/image" Target="../media/image314.png"/><Relationship Id="rId130" Type="http://schemas.openxmlformats.org/officeDocument/2006/relationships/image" Target="../media/image345.png"/><Relationship Id="rId368" Type="http://schemas.openxmlformats.org/officeDocument/2006/relationships/customXml" Target="../ink/ink484.xml"/><Relationship Id="rId172" Type="http://schemas.openxmlformats.org/officeDocument/2006/relationships/image" Target="../media/image366.png"/><Relationship Id="rId228" Type="http://schemas.openxmlformats.org/officeDocument/2006/relationships/image" Target="../media/image393.png"/><Relationship Id="rId281" Type="http://schemas.openxmlformats.org/officeDocument/2006/relationships/customXml" Target="../ink/ink440.xml"/><Relationship Id="rId337" Type="http://schemas.openxmlformats.org/officeDocument/2006/relationships/image" Target="../media/image446.png"/><Relationship Id="rId34" Type="http://schemas.openxmlformats.org/officeDocument/2006/relationships/customXml" Target="../ink/ink314.xml"/><Relationship Id="rId76" Type="http://schemas.openxmlformats.org/officeDocument/2006/relationships/customXml" Target="../ink/ink335.xml"/><Relationship Id="rId141" Type="http://schemas.openxmlformats.org/officeDocument/2006/relationships/customXml" Target="../ink/ink368.xml"/><Relationship Id="rId379" Type="http://schemas.openxmlformats.org/officeDocument/2006/relationships/customXml" Target="../ink/ink490.xml"/><Relationship Id="rId7" Type="http://schemas.openxmlformats.org/officeDocument/2006/relationships/image" Target="../media/image285.png"/><Relationship Id="rId183" Type="http://schemas.openxmlformats.org/officeDocument/2006/relationships/customXml" Target="../ink/ink389.xml"/><Relationship Id="rId239" Type="http://schemas.openxmlformats.org/officeDocument/2006/relationships/customXml" Target="../ink/ink418.xml"/><Relationship Id="rId390" Type="http://schemas.openxmlformats.org/officeDocument/2006/relationships/customXml" Target="../ink/ink496.xml"/><Relationship Id="rId404" Type="http://schemas.openxmlformats.org/officeDocument/2006/relationships/customXml" Target="../ink/ink503.xml"/><Relationship Id="rId250" Type="http://schemas.openxmlformats.org/officeDocument/2006/relationships/image" Target="../media/image404.png"/><Relationship Id="rId292" Type="http://schemas.openxmlformats.org/officeDocument/2006/relationships/image" Target="../media/image424.png"/><Relationship Id="rId306" Type="http://schemas.openxmlformats.org/officeDocument/2006/relationships/image" Target="../media/image431.png"/><Relationship Id="rId45" Type="http://schemas.openxmlformats.org/officeDocument/2006/relationships/image" Target="../media/image304.png"/><Relationship Id="rId87" Type="http://schemas.openxmlformats.org/officeDocument/2006/relationships/customXml" Target="../ink/ink341.xml"/><Relationship Id="rId110" Type="http://schemas.openxmlformats.org/officeDocument/2006/relationships/image" Target="../media/image335.png"/><Relationship Id="rId348" Type="http://schemas.openxmlformats.org/officeDocument/2006/relationships/customXml" Target="../ink/ink474.xml"/><Relationship Id="rId152" Type="http://schemas.openxmlformats.org/officeDocument/2006/relationships/image" Target="../media/image356.png"/><Relationship Id="rId194" Type="http://schemas.openxmlformats.org/officeDocument/2006/relationships/customXml" Target="../ink/ink395.xml"/><Relationship Id="rId208" Type="http://schemas.openxmlformats.org/officeDocument/2006/relationships/customXml" Target="../ink/ink402.xml"/><Relationship Id="rId261" Type="http://schemas.openxmlformats.org/officeDocument/2006/relationships/customXml" Target="../ink/ink429.xml"/><Relationship Id="rId14" Type="http://schemas.openxmlformats.org/officeDocument/2006/relationships/customXml" Target="../ink/ink304.xml"/><Relationship Id="rId56" Type="http://schemas.openxmlformats.org/officeDocument/2006/relationships/customXml" Target="../ink/ink325.xml"/><Relationship Id="rId317" Type="http://schemas.openxmlformats.org/officeDocument/2006/relationships/customXml" Target="../ink/ink458.xml"/><Relationship Id="rId359" Type="http://schemas.openxmlformats.org/officeDocument/2006/relationships/image" Target="../media/image457.png"/><Relationship Id="rId98" Type="http://schemas.openxmlformats.org/officeDocument/2006/relationships/image" Target="../media/image329.png"/><Relationship Id="rId121" Type="http://schemas.openxmlformats.org/officeDocument/2006/relationships/customXml" Target="../ink/ink358.xml"/><Relationship Id="rId163" Type="http://schemas.openxmlformats.org/officeDocument/2006/relationships/customXml" Target="../ink/ink379.xml"/><Relationship Id="rId219" Type="http://schemas.openxmlformats.org/officeDocument/2006/relationships/customXml" Target="../ink/ink408.xml"/><Relationship Id="rId370" Type="http://schemas.openxmlformats.org/officeDocument/2006/relationships/customXml" Target="../ink/ink485.xml"/><Relationship Id="rId230" Type="http://schemas.openxmlformats.org/officeDocument/2006/relationships/image" Target="../media/image394.png"/><Relationship Id="rId25" Type="http://schemas.openxmlformats.org/officeDocument/2006/relationships/image" Target="../media/image294.png"/><Relationship Id="rId67" Type="http://schemas.openxmlformats.org/officeDocument/2006/relationships/image" Target="../media/image315.png"/><Relationship Id="rId272" Type="http://schemas.openxmlformats.org/officeDocument/2006/relationships/customXml" Target="../ink/ink435.xml"/><Relationship Id="rId328" Type="http://schemas.openxmlformats.org/officeDocument/2006/relationships/customXml" Target="../ink/ink464.xml"/><Relationship Id="rId132" Type="http://schemas.openxmlformats.org/officeDocument/2006/relationships/image" Target="../media/image346.png"/><Relationship Id="rId174" Type="http://schemas.openxmlformats.org/officeDocument/2006/relationships/image" Target="../media/image367.png"/><Relationship Id="rId381" Type="http://schemas.openxmlformats.org/officeDocument/2006/relationships/customXml" Target="../ink/ink491.xml"/><Relationship Id="rId241" Type="http://schemas.openxmlformats.org/officeDocument/2006/relationships/customXml" Target="../ink/ink419.xml"/><Relationship Id="rId36" Type="http://schemas.openxmlformats.org/officeDocument/2006/relationships/customXml" Target="../ink/ink315.xml"/><Relationship Id="rId283" Type="http://schemas.openxmlformats.org/officeDocument/2006/relationships/customXml" Target="../ink/ink441.xml"/><Relationship Id="rId339" Type="http://schemas.openxmlformats.org/officeDocument/2006/relationships/image" Target="../media/image447.png"/><Relationship Id="rId78" Type="http://schemas.openxmlformats.org/officeDocument/2006/relationships/customXml" Target="../ink/ink336.xml"/><Relationship Id="rId101" Type="http://schemas.openxmlformats.org/officeDocument/2006/relationships/customXml" Target="../ink/ink348.xml"/><Relationship Id="rId143" Type="http://schemas.openxmlformats.org/officeDocument/2006/relationships/customXml" Target="../ink/ink369.xml"/><Relationship Id="rId185" Type="http://schemas.openxmlformats.org/officeDocument/2006/relationships/customXml" Target="../ink/ink390.xml"/><Relationship Id="rId350" Type="http://schemas.openxmlformats.org/officeDocument/2006/relationships/customXml" Target="../ink/ink475.xml"/><Relationship Id="rId406" Type="http://schemas.openxmlformats.org/officeDocument/2006/relationships/customXml" Target="../ink/ink504.xml"/><Relationship Id="rId9" Type="http://schemas.openxmlformats.org/officeDocument/2006/relationships/image" Target="../media/image286.png"/><Relationship Id="rId210" Type="http://schemas.openxmlformats.org/officeDocument/2006/relationships/customXml" Target="../ink/ink403.xml"/><Relationship Id="rId392" Type="http://schemas.openxmlformats.org/officeDocument/2006/relationships/customXml" Target="../ink/ink497.xml"/><Relationship Id="rId252" Type="http://schemas.openxmlformats.org/officeDocument/2006/relationships/image" Target="../media/image405.png"/><Relationship Id="rId294" Type="http://schemas.openxmlformats.org/officeDocument/2006/relationships/image" Target="../media/image425.png"/><Relationship Id="rId308" Type="http://schemas.openxmlformats.org/officeDocument/2006/relationships/image" Target="../media/image432.png"/><Relationship Id="rId47" Type="http://schemas.openxmlformats.org/officeDocument/2006/relationships/image" Target="../media/image305.png"/><Relationship Id="rId89" Type="http://schemas.openxmlformats.org/officeDocument/2006/relationships/customXml" Target="../ink/ink342.xml"/><Relationship Id="rId112" Type="http://schemas.openxmlformats.org/officeDocument/2006/relationships/image" Target="../media/image336.png"/><Relationship Id="rId154" Type="http://schemas.openxmlformats.org/officeDocument/2006/relationships/image" Target="../media/image357.png"/><Relationship Id="rId361" Type="http://schemas.openxmlformats.org/officeDocument/2006/relationships/image" Target="../media/image458.png"/><Relationship Id="rId196" Type="http://schemas.openxmlformats.org/officeDocument/2006/relationships/customXml" Target="../ink/ink396.xml"/><Relationship Id="rId16" Type="http://schemas.openxmlformats.org/officeDocument/2006/relationships/customXml" Target="../ink/ink305.xml"/><Relationship Id="rId221" Type="http://schemas.openxmlformats.org/officeDocument/2006/relationships/customXml" Target="../ink/ink409.xml"/><Relationship Id="rId263" Type="http://schemas.openxmlformats.org/officeDocument/2006/relationships/customXml" Target="../ink/ink430.xml"/><Relationship Id="rId319" Type="http://schemas.openxmlformats.org/officeDocument/2006/relationships/customXml" Target="../ink/ink459.xml"/><Relationship Id="rId58" Type="http://schemas.openxmlformats.org/officeDocument/2006/relationships/customXml" Target="../ink/ink326.xml"/><Relationship Id="rId123" Type="http://schemas.openxmlformats.org/officeDocument/2006/relationships/customXml" Target="../ink/ink359.xml"/><Relationship Id="rId330" Type="http://schemas.openxmlformats.org/officeDocument/2006/relationships/customXml" Target="../ink/ink465.xml"/><Relationship Id="rId165" Type="http://schemas.openxmlformats.org/officeDocument/2006/relationships/customXml" Target="../ink/ink380.xml"/><Relationship Id="rId372" Type="http://schemas.openxmlformats.org/officeDocument/2006/relationships/customXml" Target="../ink/ink486.xml"/><Relationship Id="rId211" Type="http://schemas.openxmlformats.org/officeDocument/2006/relationships/image" Target="../media/image385.png"/><Relationship Id="rId232" Type="http://schemas.openxmlformats.org/officeDocument/2006/relationships/image" Target="../media/image395.png"/><Relationship Id="rId253" Type="http://schemas.openxmlformats.org/officeDocument/2006/relationships/customXml" Target="../ink/ink425.xml"/><Relationship Id="rId274" Type="http://schemas.openxmlformats.org/officeDocument/2006/relationships/customXml" Target="../ink/ink436.xml"/><Relationship Id="rId295" Type="http://schemas.openxmlformats.org/officeDocument/2006/relationships/customXml" Target="../ink/ink447.xml"/><Relationship Id="rId309" Type="http://schemas.openxmlformats.org/officeDocument/2006/relationships/customXml" Target="../ink/ink454.xml"/><Relationship Id="rId27" Type="http://schemas.openxmlformats.org/officeDocument/2006/relationships/image" Target="../media/image295.png"/><Relationship Id="rId48" Type="http://schemas.openxmlformats.org/officeDocument/2006/relationships/customXml" Target="../ink/ink321.xml"/><Relationship Id="rId69" Type="http://schemas.openxmlformats.org/officeDocument/2006/relationships/image" Target="../media/image316.png"/><Relationship Id="rId113" Type="http://schemas.openxmlformats.org/officeDocument/2006/relationships/customXml" Target="../ink/ink354.xml"/><Relationship Id="rId134" Type="http://schemas.openxmlformats.org/officeDocument/2006/relationships/image" Target="../media/image347.png"/><Relationship Id="rId320" Type="http://schemas.openxmlformats.org/officeDocument/2006/relationships/image" Target="../media/image438.png"/><Relationship Id="rId80" Type="http://schemas.openxmlformats.org/officeDocument/2006/relationships/customXml" Target="../ink/ink337.xml"/><Relationship Id="rId155" Type="http://schemas.openxmlformats.org/officeDocument/2006/relationships/customXml" Target="../ink/ink375.xml"/><Relationship Id="rId176" Type="http://schemas.openxmlformats.org/officeDocument/2006/relationships/image" Target="../media/image368.png"/><Relationship Id="rId197" Type="http://schemas.openxmlformats.org/officeDocument/2006/relationships/image" Target="../media/image378.png"/><Relationship Id="rId341" Type="http://schemas.openxmlformats.org/officeDocument/2006/relationships/image" Target="../media/image448.png"/><Relationship Id="rId362" Type="http://schemas.openxmlformats.org/officeDocument/2006/relationships/customXml" Target="../ink/ink481.xml"/><Relationship Id="rId383" Type="http://schemas.openxmlformats.org/officeDocument/2006/relationships/image" Target="../media/image468.png"/><Relationship Id="rId201" Type="http://schemas.openxmlformats.org/officeDocument/2006/relationships/image" Target="../media/image380.png"/><Relationship Id="rId222" Type="http://schemas.openxmlformats.org/officeDocument/2006/relationships/image" Target="../media/image390.png"/><Relationship Id="rId243" Type="http://schemas.openxmlformats.org/officeDocument/2006/relationships/customXml" Target="../ink/ink420.xml"/><Relationship Id="rId264" Type="http://schemas.openxmlformats.org/officeDocument/2006/relationships/image" Target="../media/image411.png"/><Relationship Id="rId285" Type="http://schemas.openxmlformats.org/officeDocument/2006/relationships/customXml" Target="../ink/ink442.xml"/><Relationship Id="rId17" Type="http://schemas.openxmlformats.org/officeDocument/2006/relationships/image" Target="../media/image290.png"/><Relationship Id="rId38" Type="http://schemas.openxmlformats.org/officeDocument/2006/relationships/customXml" Target="../ink/ink316.xml"/><Relationship Id="rId59" Type="http://schemas.openxmlformats.org/officeDocument/2006/relationships/image" Target="../media/image311.png"/><Relationship Id="rId103" Type="http://schemas.openxmlformats.org/officeDocument/2006/relationships/customXml" Target="../ink/ink349.xml"/><Relationship Id="rId124" Type="http://schemas.openxmlformats.org/officeDocument/2006/relationships/image" Target="../media/image342.png"/><Relationship Id="rId310" Type="http://schemas.openxmlformats.org/officeDocument/2006/relationships/image" Target="../media/image433.png"/><Relationship Id="rId70" Type="http://schemas.openxmlformats.org/officeDocument/2006/relationships/customXml" Target="../ink/ink332.xml"/><Relationship Id="rId91" Type="http://schemas.openxmlformats.org/officeDocument/2006/relationships/customXml" Target="../ink/ink343.xml"/><Relationship Id="rId145" Type="http://schemas.openxmlformats.org/officeDocument/2006/relationships/customXml" Target="../ink/ink370.xml"/><Relationship Id="rId166" Type="http://schemas.openxmlformats.org/officeDocument/2006/relationships/image" Target="../media/image363.png"/><Relationship Id="rId187" Type="http://schemas.openxmlformats.org/officeDocument/2006/relationships/customXml" Target="../ink/ink391.xml"/><Relationship Id="rId331" Type="http://schemas.openxmlformats.org/officeDocument/2006/relationships/image" Target="../media/image443.png"/><Relationship Id="rId352" Type="http://schemas.openxmlformats.org/officeDocument/2006/relationships/customXml" Target="../ink/ink476.xml"/><Relationship Id="rId373" Type="http://schemas.openxmlformats.org/officeDocument/2006/relationships/image" Target="../media/image464.png"/><Relationship Id="rId394" Type="http://schemas.openxmlformats.org/officeDocument/2006/relationships/customXml" Target="../ink/ink498.xml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404.xml"/><Relationship Id="rId233" Type="http://schemas.openxmlformats.org/officeDocument/2006/relationships/customXml" Target="../ink/ink415.xml"/><Relationship Id="rId254" Type="http://schemas.openxmlformats.org/officeDocument/2006/relationships/image" Target="../media/image406.png"/><Relationship Id="rId28" Type="http://schemas.openxmlformats.org/officeDocument/2006/relationships/customXml" Target="../ink/ink311.xml"/><Relationship Id="rId49" Type="http://schemas.openxmlformats.org/officeDocument/2006/relationships/image" Target="../media/image306.png"/><Relationship Id="rId114" Type="http://schemas.openxmlformats.org/officeDocument/2006/relationships/image" Target="../media/image337.png"/><Relationship Id="rId275" Type="http://schemas.openxmlformats.org/officeDocument/2006/relationships/customXml" Target="../ink/ink437.xml"/><Relationship Id="rId296" Type="http://schemas.openxmlformats.org/officeDocument/2006/relationships/image" Target="../media/image426.png"/><Relationship Id="rId300" Type="http://schemas.openxmlformats.org/officeDocument/2006/relationships/image" Target="../media/image428.png"/><Relationship Id="rId60" Type="http://schemas.openxmlformats.org/officeDocument/2006/relationships/customXml" Target="../ink/ink327.xml"/><Relationship Id="rId81" Type="http://schemas.openxmlformats.org/officeDocument/2006/relationships/image" Target="../media/image322.png"/><Relationship Id="rId135" Type="http://schemas.openxmlformats.org/officeDocument/2006/relationships/customXml" Target="../ink/ink365.xml"/><Relationship Id="rId156" Type="http://schemas.openxmlformats.org/officeDocument/2006/relationships/image" Target="../media/image358.png"/><Relationship Id="rId177" Type="http://schemas.openxmlformats.org/officeDocument/2006/relationships/customXml" Target="../ink/ink386.xml"/><Relationship Id="rId198" Type="http://schemas.openxmlformats.org/officeDocument/2006/relationships/customXml" Target="../ink/ink397.xml"/><Relationship Id="rId321" Type="http://schemas.openxmlformats.org/officeDocument/2006/relationships/customXml" Target="../ink/ink460.xml"/><Relationship Id="rId342" Type="http://schemas.openxmlformats.org/officeDocument/2006/relationships/customXml" Target="../ink/ink471.xml"/><Relationship Id="rId363" Type="http://schemas.openxmlformats.org/officeDocument/2006/relationships/image" Target="../media/image459.png"/><Relationship Id="rId384" Type="http://schemas.openxmlformats.org/officeDocument/2006/relationships/customXml" Target="../ink/ink493.xml"/><Relationship Id="rId202" Type="http://schemas.openxmlformats.org/officeDocument/2006/relationships/customXml" Target="../ink/ink399.xml"/><Relationship Id="rId223" Type="http://schemas.openxmlformats.org/officeDocument/2006/relationships/customXml" Target="../ink/ink410.xml"/><Relationship Id="rId244" Type="http://schemas.openxmlformats.org/officeDocument/2006/relationships/image" Target="../media/image401.png"/><Relationship Id="rId18" Type="http://schemas.openxmlformats.org/officeDocument/2006/relationships/customXml" Target="../ink/ink306.xml"/><Relationship Id="rId39" Type="http://schemas.openxmlformats.org/officeDocument/2006/relationships/image" Target="../media/image301.png"/><Relationship Id="rId265" Type="http://schemas.openxmlformats.org/officeDocument/2006/relationships/customXml" Target="../ink/ink431.xml"/><Relationship Id="rId286" Type="http://schemas.openxmlformats.org/officeDocument/2006/relationships/image" Target="../media/image421.png"/><Relationship Id="rId50" Type="http://schemas.openxmlformats.org/officeDocument/2006/relationships/customXml" Target="../ink/ink322.xml"/><Relationship Id="rId104" Type="http://schemas.openxmlformats.org/officeDocument/2006/relationships/image" Target="../media/image332.png"/><Relationship Id="rId125" Type="http://schemas.openxmlformats.org/officeDocument/2006/relationships/customXml" Target="../ink/ink360.xml"/><Relationship Id="rId146" Type="http://schemas.openxmlformats.org/officeDocument/2006/relationships/image" Target="../media/image353.png"/><Relationship Id="rId167" Type="http://schemas.openxmlformats.org/officeDocument/2006/relationships/customXml" Target="../ink/ink381.xml"/><Relationship Id="rId188" Type="http://schemas.openxmlformats.org/officeDocument/2006/relationships/customXml" Target="../ink/ink392.xml"/><Relationship Id="rId311" Type="http://schemas.openxmlformats.org/officeDocument/2006/relationships/customXml" Target="../ink/ink455.xml"/><Relationship Id="rId332" Type="http://schemas.openxmlformats.org/officeDocument/2006/relationships/customXml" Target="../ink/ink466.xml"/><Relationship Id="rId353" Type="http://schemas.openxmlformats.org/officeDocument/2006/relationships/image" Target="../media/image454.png"/><Relationship Id="rId374" Type="http://schemas.openxmlformats.org/officeDocument/2006/relationships/customXml" Target="../ink/ink487.xml"/><Relationship Id="rId395" Type="http://schemas.openxmlformats.org/officeDocument/2006/relationships/image" Target="../media/image474.png"/><Relationship Id="rId71" Type="http://schemas.openxmlformats.org/officeDocument/2006/relationships/image" Target="../media/image317.png"/><Relationship Id="rId92" Type="http://schemas.openxmlformats.org/officeDocument/2006/relationships/image" Target="../media/image326.png"/><Relationship Id="rId213" Type="http://schemas.openxmlformats.org/officeDocument/2006/relationships/image" Target="../media/image386.png"/><Relationship Id="rId234" Type="http://schemas.openxmlformats.org/officeDocument/2006/relationships/image" Target="../media/image396.png"/><Relationship Id="rId2" Type="http://schemas.openxmlformats.org/officeDocument/2006/relationships/customXml" Target="../ink/ink298.xml"/><Relationship Id="rId29" Type="http://schemas.openxmlformats.org/officeDocument/2006/relationships/image" Target="../media/image296.png"/><Relationship Id="rId255" Type="http://schemas.openxmlformats.org/officeDocument/2006/relationships/customXml" Target="../ink/ink426.xml"/><Relationship Id="rId276" Type="http://schemas.openxmlformats.org/officeDocument/2006/relationships/image" Target="../media/image416.png"/><Relationship Id="rId297" Type="http://schemas.openxmlformats.org/officeDocument/2006/relationships/customXml" Target="../ink/ink448.xml"/><Relationship Id="rId40" Type="http://schemas.openxmlformats.org/officeDocument/2006/relationships/customXml" Target="../ink/ink317.xml"/><Relationship Id="rId115" Type="http://schemas.openxmlformats.org/officeDocument/2006/relationships/customXml" Target="../ink/ink355.xml"/><Relationship Id="rId136" Type="http://schemas.openxmlformats.org/officeDocument/2006/relationships/image" Target="../media/image348.png"/><Relationship Id="rId157" Type="http://schemas.openxmlformats.org/officeDocument/2006/relationships/customXml" Target="../ink/ink376.xml"/><Relationship Id="rId178" Type="http://schemas.openxmlformats.org/officeDocument/2006/relationships/image" Target="../media/image369.png"/><Relationship Id="rId301" Type="http://schemas.openxmlformats.org/officeDocument/2006/relationships/customXml" Target="../ink/ink450.xml"/><Relationship Id="rId322" Type="http://schemas.openxmlformats.org/officeDocument/2006/relationships/image" Target="../media/image439.png"/><Relationship Id="rId343" Type="http://schemas.openxmlformats.org/officeDocument/2006/relationships/image" Target="../media/image449.png"/><Relationship Id="rId364" Type="http://schemas.openxmlformats.org/officeDocument/2006/relationships/customXml" Target="../ink/ink482.xml"/><Relationship Id="rId61" Type="http://schemas.openxmlformats.org/officeDocument/2006/relationships/image" Target="../media/image312.png"/><Relationship Id="rId82" Type="http://schemas.openxmlformats.org/officeDocument/2006/relationships/customXml" Target="../ink/ink338.xml"/><Relationship Id="rId199" Type="http://schemas.openxmlformats.org/officeDocument/2006/relationships/image" Target="../media/image379.png"/><Relationship Id="rId203" Type="http://schemas.openxmlformats.org/officeDocument/2006/relationships/image" Target="../media/image381.png"/><Relationship Id="rId385" Type="http://schemas.openxmlformats.org/officeDocument/2006/relationships/image" Target="../media/image469.png"/><Relationship Id="rId19" Type="http://schemas.openxmlformats.org/officeDocument/2006/relationships/image" Target="../media/image291.png"/><Relationship Id="rId224" Type="http://schemas.openxmlformats.org/officeDocument/2006/relationships/image" Target="../media/image391.png"/><Relationship Id="rId245" Type="http://schemas.openxmlformats.org/officeDocument/2006/relationships/customXml" Target="../ink/ink421.xml"/><Relationship Id="rId266" Type="http://schemas.openxmlformats.org/officeDocument/2006/relationships/image" Target="../media/image412.png"/><Relationship Id="rId287" Type="http://schemas.openxmlformats.org/officeDocument/2006/relationships/customXml" Target="../ink/ink443.xml"/><Relationship Id="rId30" Type="http://schemas.openxmlformats.org/officeDocument/2006/relationships/customXml" Target="../ink/ink312.xml"/><Relationship Id="rId105" Type="http://schemas.openxmlformats.org/officeDocument/2006/relationships/customXml" Target="../ink/ink350.xml"/><Relationship Id="rId126" Type="http://schemas.openxmlformats.org/officeDocument/2006/relationships/image" Target="../media/image343.png"/><Relationship Id="rId147" Type="http://schemas.openxmlformats.org/officeDocument/2006/relationships/customXml" Target="../ink/ink371.xml"/><Relationship Id="rId168" Type="http://schemas.openxmlformats.org/officeDocument/2006/relationships/image" Target="../media/image364.png"/><Relationship Id="rId312" Type="http://schemas.openxmlformats.org/officeDocument/2006/relationships/image" Target="../media/image434.png"/><Relationship Id="rId333" Type="http://schemas.openxmlformats.org/officeDocument/2006/relationships/image" Target="../media/image444.png"/><Relationship Id="rId354" Type="http://schemas.openxmlformats.org/officeDocument/2006/relationships/customXml" Target="../ink/ink477.xml"/><Relationship Id="rId51" Type="http://schemas.openxmlformats.org/officeDocument/2006/relationships/image" Target="../media/image307.png"/><Relationship Id="rId72" Type="http://schemas.openxmlformats.org/officeDocument/2006/relationships/customXml" Target="../ink/ink333.xml"/><Relationship Id="rId93" Type="http://schemas.openxmlformats.org/officeDocument/2006/relationships/customXml" Target="../ink/ink344.xml"/><Relationship Id="rId189" Type="http://schemas.openxmlformats.org/officeDocument/2006/relationships/image" Target="../media/image374.png"/><Relationship Id="rId375" Type="http://schemas.openxmlformats.org/officeDocument/2006/relationships/image" Target="../media/image465.png"/><Relationship Id="rId396" Type="http://schemas.openxmlformats.org/officeDocument/2006/relationships/customXml" Target="../ink/ink499.xml"/><Relationship Id="rId3" Type="http://schemas.openxmlformats.org/officeDocument/2006/relationships/image" Target="../media/image283.png"/><Relationship Id="rId214" Type="http://schemas.openxmlformats.org/officeDocument/2006/relationships/customXml" Target="../ink/ink405.xml"/><Relationship Id="rId235" Type="http://schemas.openxmlformats.org/officeDocument/2006/relationships/customXml" Target="../ink/ink416.xml"/><Relationship Id="rId256" Type="http://schemas.openxmlformats.org/officeDocument/2006/relationships/image" Target="../media/image407.png"/><Relationship Id="rId277" Type="http://schemas.openxmlformats.org/officeDocument/2006/relationships/customXml" Target="../ink/ink438.xml"/><Relationship Id="rId298" Type="http://schemas.openxmlformats.org/officeDocument/2006/relationships/image" Target="../media/image427.png"/><Relationship Id="rId400" Type="http://schemas.openxmlformats.org/officeDocument/2006/relationships/customXml" Target="../ink/ink501.xml"/><Relationship Id="rId116" Type="http://schemas.openxmlformats.org/officeDocument/2006/relationships/image" Target="../media/image338.png"/><Relationship Id="rId137" Type="http://schemas.openxmlformats.org/officeDocument/2006/relationships/customXml" Target="../ink/ink366.xml"/><Relationship Id="rId158" Type="http://schemas.openxmlformats.org/officeDocument/2006/relationships/image" Target="../media/image359.png"/><Relationship Id="rId302" Type="http://schemas.openxmlformats.org/officeDocument/2006/relationships/image" Target="../media/image429.png"/><Relationship Id="rId323" Type="http://schemas.openxmlformats.org/officeDocument/2006/relationships/customXml" Target="../ink/ink461.xml"/><Relationship Id="rId344" Type="http://schemas.openxmlformats.org/officeDocument/2006/relationships/customXml" Target="../ink/ink472.xml"/><Relationship Id="rId20" Type="http://schemas.openxmlformats.org/officeDocument/2006/relationships/customXml" Target="../ink/ink307.xml"/><Relationship Id="rId41" Type="http://schemas.openxmlformats.org/officeDocument/2006/relationships/image" Target="../media/image302.png"/><Relationship Id="rId62" Type="http://schemas.openxmlformats.org/officeDocument/2006/relationships/customXml" Target="../ink/ink328.xml"/><Relationship Id="rId83" Type="http://schemas.openxmlformats.org/officeDocument/2006/relationships/image" Target="../media/image229.png"/><Relationship Id="rId179" Type="http://schemas.openxmlformats.org/officeDocument/2006/relationships/customXml" Target="../ink/ink387.xml"/><Relationship Id="rId365" Type="http://schemas.openxmlformats.org/officeDocument/2006/relationships/image" Target="../media/image460.png"/><Relationship Id="rId386" Type="http://schemas.openxmlformats.org/officeDocument/2006/relationships/customXml" Target="../ink/ink494.xml"/><Relationship Id="rId190" Type="http://schemas.openxmlformats.org/officeDocument/2006/relationships/customXml" Target="../ink/ink393.xml"/><Relationship Id="rId204" Type="http://schemas.openxmlformats.org/officeDocument/2006/relationships/customXml" Target="../ink/ink400.xml"/><Relationship Id="rId225" Type="http://schemas.openxmlformats.org/officeDocument/2006/relationships/customXml" Target="../ink/ink411.xml"/><Relationship Id="rId246" Type="http://schemas.openxmlformats.org/officeDocument/2006/relationships/image" Target="../media/image402.png"/><Relationship Id="rId267" Type="http://schemas.openxmlformats.org/officeDocument/2006/relationships/customXml" Target="../ink/ink432.xml"/><Relationship Id="rId288" Type="http://schemas.openxmlformats.org/officeDocument/2006/relationships/image" Target="../media/image422.png"/><Relationship Id="rId106" Type="http://schemas.openxmlformats.org/officeDocument/2006/relationships/image" Target="../media/image333.png"/><Relationship Id="rId127" Type="http://schemas.openxmlformats.org/officeDocument/2006/relationships/customXml" Target="../ink/ink361.xml"/><Relationship Id="rId313" Type="http://schemas.openxmlformats.org/officeDocument/2006/relationships/customXml" Target="../ink/ink456.xml"/><Relationship Id="rId10" Type="http://schemas.openxmlformats.org/officeDocument/2006/relationships/customXml" Target="../ink/ink302.xml"/><Relationship Id="rId31" Type="http://schemas.openxmlformats.org/officeDocument/2006/relationships/image" Target="../media/image297.png"/><Relationship Id="rId52" Type="http://schemas.openxmlformats.org/officeDocument/2006/relationships/customXml" Target="../ink/ink323.xml"/><Relationship Id="rId73" Type="http://schemas.openxmlformats.org/officeDocument/2006/relationships/image" Target="../media/image318.png"/><Relationship Id="rId94" Type="http://schemas.openxmlformats.org/officeDocument/2006/relationships/image" Target="../media/image327.png"/><Relationship Id="rId148" Type="http://schemas.openxmlformats.org/officeDocument/2006/relationships/image" Target="../media/image354.png"/><Relationship Id="rId169" Type="http://schemas.openxmlformats.org/officeDocument/2006/relationships/customXml" Target="../ink/ink382.xml"/><Relationship Id="rId334" Type="http://schemas.openxmlformats.org/officeDocument/2006/relationships/customXml" Target="../ink/ink467.xml"/><Relationship Id="rId355" Type="http://schemas.openxmlformats.org/officeDocument/2006/relationships/image" Target="../media/image455.png"/><Relationship Id="rId376" Type="http://schemas.openxmlformats.org/officeDocument/2006/relationships/customXml" Target="../ink/ink488.xml"/><Relationship Id="rId397" Type="http://schemas.openxmlformats.org/officeDocument/2006/relationships/image" Target="../media/image475.png"/><Relationship Id="rId4" Type="http://schemas.openxmlformats.org/officeDocument/2006/relationships/customXml" Target="../ink/ink299.xml"/><Relationship Id="rId180" Type="http://schemas.openxmlformats.org/officeDocument/2006/relationships/image" Target="../media/image370.png"/><Relationship Id="rId215" Type="http://schemas.openxmlformats.org/officeDocument/2006/relationships/image" Target="../media/image387.png"/><Relationship Id="rId236" Type="http://schemas.openxmlformats.org/officeDocument/2006/relationships/image" Target="../media/image397.png"/><Relationship Id="rId257" Type="http://schemas.openxmlformats.org/officeDocument/2006/relationships/customXml" Target="../ink/ink427.xml"/><Relationship Id="rId278" Type="http://schemas.openxmlformats.org/officeDocument/2006/relationships/image" Target="../media/image417.png"/><Relationship Id="rId401" Type="http://schemas.openxmlformats.org/officeDocument/2006/relationships/image" Target="../media/image477.png"/><Relationship Id="rId303" Type="http://schemas.openxmlformats.org/officeDocument/2006/relationships/customXml" Target="../ink/ink451.xml"/><Relationship Id="rId42" Type="http://schemas.openxmlformats.org/officeDocument/2006/relationships/customXml" Target="../ink/ink318.xml"/><Relationship Id="rId84" Type="http://schemas.openxmlformats.org/officeDocument/2006/relationships/customXml" Target="../ink/ink339.xml"/><Relationship Id="rId138" Type="http://schemas.openxmlformats.org/officeDocument/2006/relationships/image" Target="../media/image349.png"/><Relationship Id="rId345" Type="http://schemas.openxmlformats.org/officeDocument/2006/relationships/image" Target="../media/image450.png"/><Relationship Id="rId387" Type="http://schemas.openxmlformats.org/officeDocument/2006/relationships/image" Target="../media/image470.png"/><Relationship Id="rId191" Type="http://schemas.openxmlformats.org/officeDocument/2006/relationships/image" Target="../media/image375.png"/><Relationship Id="rId205" Type="http://schemas.openxmlformats.org/officeDocument/2006/relationships/image" Target="../media/image382.png"/><Relationship Id="rId247" Type="http://schemas.openxmlformats.org/officeDocument/2006/relationships/customXml" Target="../ink/ink422.xml"/><Relationship Id="rId107" Type="http://schemas.openxmlformats.org/officeDocument/2006/relationships/customXml" Target="../ink/ink351.xml"/><Relationship Id="rId289" Type="http://schemas.openxmlformats.org/officeDocument/2006/relationships/customXml" Target="../ink/ink444.xml"/><Relationship Id="rId11" Type="http://schemas.openxmlformats.org/officeDocument/2006/relationships/image" Target="../media/image287.png"/><Relationship Id="rId53" Type="http://schemas.openxmlformats.org/officeDocument/2006/relationships/image" Target="../media/image308.png"/><Relationship Id="rId149" Type="http://schemas.openxmlformats.org/officeDocument/2006/relationships/customXml" Target="../ink/ink372.xml"/><Relationship Id="rId314" Type="http://schemas.openxmlformats.org/officeDocument/2006/relationships/image" Target="../media/image435.png"/><Relationship Id="rId356" Type="http://schemas.openxmlformats.org/officeDocument/2006/relationships/customXml" Target="../ink/ink478.xml"/><Relationship Id="rId398" Type="http://schemas.openxmlformats.org/officeDocument/2006/relationships/customXml" Target="../ink/ink500.xml"/><Relationship Id="rId95" Type="http://schemas.openxmlformats.org/officeDocument/2006/relationships/customXml" Target="../ink/ink345.xml"/><Relationship Id="rId160" Type="http://schemas.openxmlformats.org/officeDocument/2006/relationships/image" Target="../media/image360.png"/><Relationship Id="rId216" Type="http://schemas.openxmlformats.org/officeDocument/2006/relationships/customXml" Target="../ink/ink406.xml"/><Relationship Id="rId258" Type="http://schemas.openxmlformats.org/officeDocument/2006/relationships/image" Target="../media/image408.png"/><Relationship Id="rId22" Type="http://schemas.openxmlformats.org/officeDocument/2006/relationships/customXml" Target="../ink/ink308.xml"/><Relationship Id="rId64" Type="http://schemas.openxmlformats.org/officeDocument/2006/relationships/customXml" Target="../ink/ink329.xml"/><Relationship Id="rId118" Type="http://schemas.openxmlformats.org/officeDocument/2006/relationships/image" Target="../media/image339.png"/><Relationship Id="rId325" Type="http://schemas.openxmlformats.org/officeDocument/2006/relationships/image" Target="../media/image440.png"/><Relationship Id="rId367" Type="http://schemas.openxmlformats.org/officeDocument/2006/relationships/image" Target="../media/image461.png"/><Relationship Id="rId171" Type="http://schemas.openxmlformats.org/officeDocument/2006/relationships/customXml" Target="../ink/ink383.xml"/><Relationship Id="rId227" Type="http://schemas.openxmlformats.org/officeDocument/2006/relationships/customXml" Target="../ink/ink412.xml"/><Relationship Id="rId269" Type="http://schemas.openxmlformats.org/officeDocument/2006/relationships/image" Target="../media/image413.png"/><Relationship Id="rId33" Type="http://schemas.openxmlformats.org/officeDocument/2006/relationships/image" Target="../media/image298.png"/><Relationship Id="rId129" Type="http://schemas.openxmlformats.org/officeDocument/2006/relationships/customXml" Target="../ink/ink362.xml"/><Relationship Id="rId280" Type="http://schemas.openxmlformats.org/officeDocument/2006/relationships/image" Target="../media/image418.png"/><Relationship Id="rId336" Type="http://schemas.openxmlformats.org/officeDocument/2006/relationships/customXml" Target="../ink/ink468.xml"/><Relationship Id="rId75" Type="http://schemas.openxmlformats.org/officeDocument/2006/relationships/image" Target="../media/image319.png"/><Relationship Id="rId140" Type="http://schemas.openxmlformats.org/officeDocument/2006/relationships/image" Target="../media/image350.png"/><Relationship Id="rId182" Type="http://schemas.openxmlformats.org/officeDocument/2006/relationships/image" Target="../media/image371.png"/><Relationship Id="rId378" Type="http://schemas.openxmlformats.org/officeDocument/2006/relationships/customXml" Target="../ink/ink489.xml"/><Relationship Id="rId403" Type="http://schemas.openxmlformats.org/officeDocument/2006/relationships/image" Target="../media/image478.png"/><Relationship Id="rId6" Type="http://schemas.openxmlformats.org/officeDocument/2006/relationships/customXml" Target="../ink/ink300.xml"/><Relationship Id="rId238" Type="http://schemas.openxmlformats.org/officeDocument/2006/relationships/image" Target="../media/image398.png"/><Relationship Id="rId291" Type="http://schemas.openxmlformats.org/officeDocument/2006/relationships/customXml" Target="../ink/ink445.xml"/><Relationship Id="rId305" Type="http://schemas.openxmlformats.org/officeDocument/2006/relationships/customXml" Target="../ink/ink452.xml"/><Relationship Id="rId347" Type="http://schemas.openxmlformats.org/officeDocument/2006/relationships/image" Target="../media/image451.png"/><Relationship Id="rId44" Type="http://schemas.openxmlformats.org/officeDocument/2006/relationships/customXml" Target="../ink/ink319.xml"/><Relationship Id="rId86" Type="http://schemas.openxmlformats.org/officeDocument/2006/relationships/customXml" Target="../ink/ink340.xml"/><Relationship Id="rId151" Type="http://schemas.openxmlformats.org/officeDocument/2006/relationships/customXml" Target="../ink/ink373.xml"/><Relationship Id="rId389" Type="http://schemas.openxmlformats.org/officeDocument/2006/relationships/image" Target="../media/image471.png"/><Relationship Id="rId193" Type="http://schemas.openxmlformats.org/officeDocument/2006/relationships/image" Target="../media/image376.png"/><Relationship Id="rId207" Type="http://schemas.openxmlformats.org/officeDocument/2006/relationships/image" Target="../media/image383.png"/><Relationship Id="rId249" Type="http://schemas.openxmlformats.org/officeDocument/2006/relationships/customXml" Target="../ink/ink423.xml"/><Relationship Id="rId13" Type="http://schemas.openxmlformats.org/officeDocument/2006/relationships/image" Target="../media/image288.png"/><Relationship Id="rId109" Type="http://schemas.openxmlformats.org/officeDocument/2006/relationships/customXml" Target="../ink/ink352.xml"/><Relationship Id="rId260" Type="http://schemas.openxmlformats.org/officeDocument/2006/relationships/image" Target="../media/image409.png"/><Relationship Id="rId316" Type="http://schemas.openxmlformats.org/officeDocument/2006/relationships/image" Target="../media/image436.png"/><Relationship Id="rId55" Type="http://schemas.openxmlformats.org/officeDocument/2006/relationships/image" Target="../media/image309.png"/><Relationship Id="rId97" Type="http://schemas.openxmlformats.org/officeDocument/2006/relationships/customXml" Target="../ink/ink346.xml"/><Relationship Id="rId120" Type="http://schemas.openxmlformats.org/officeDocument/2006/relationships/image" Target="../media/image340.png"/><Relationship Id="rId358" Type="http://schemas.openxmlformats.org/officeDocument/2006/relationships/customXml" Target="../ink/ink479.xml"/><Relationship Id="rId162" Type="http://schemas.openxmlformats.org/officeDocument/2006/relationships/image" Target="../media/image361.png"/><Relationship Id="rId218" Type="http://schemas.openxmlformats.org/officeDocument/2006/relationships/image" Target="../media/image388.png"/><Relationship Id="rId271" Type="http://schemas.openxmlformats.org/officeDocument/2006/relationships/image" Target="../media/image414.png"/><Relationship Id="rId24" Type="http://schemas.openxmlformats.org/officeDocument/2006/relationships/customXml" Target="../ink/ink309.xml"/><Relationship Id="rId66" Type="http://schemas.openxmlformats.org/officeDocument/2006/relationships/customXml" Target="../ink/ink330.xml"/><Relationship Id="rId131" Type="http://schemas.openxmlformats.org/officeDocument/2006/relationships/customXml" Target="../ink/ink363.xml"/><Relationship Id="rId327" Type="http://schemas.openxmlformats.org/officeDocument/2006/relationships/image" Target="../media/image441.png"/><Relationship Id="rId369" Type="http://schemas.openxmlformats.org/officeDocument/2006/relationships/image" Target="../media/image462.png"/><Relationship Id="rId173" Type="http://schemas.openxmlformats.org/officeDocument/2006/relationships/customXml" Target="../ink/ink384.xml"/><Relationship Id="rId229" Type="http://schemas.openxmlformats.org/officeDocument/2006/relationships/customXml" Target="../ink/ink413.xml"/><Relationship Id="rId380" Type="http://schemas.openxmlformats.org/officeDocument/2006/relationships/image" Target="../media/image467.png"/><Relationship Id="rId240" Type="http://schemas.openxmlformats.org/officeDocument/2006/relationships/image" Target="../media/image399.png"/><Relationship Id="rId35" Type="http://schemas.openxmlformats.org/officeDocument/2006/relationships/image" Target="../media/image299.png"/><Relationship Id="rId77" Type="http://schemas.openxmlformats.org/officeDocument/2006/relationships/image" Target="../media/image320.png"/><Relationship Id="rId100" Type="http://schemas.openxmlformats.org/officeDocument/2006/relationships/image" Target="../media/image330.png"/><Relationship Id="rId282" Type="http://schemas.openxmlformats.org/officeDocument/2006/relationships/image" Target="../media/image419.png"/><Relationship Id="rId338" Type="http://schemas.openxmlformats.org/officeDocument/2006/relationships/customXml" Target="../ink/ink469.xml"/><Relationship Id="rId8" Type="http://schemas.openxmlformats.org/officeDocument/2006/relationships/customXml" Target="../ink/ink301.xml"/><Relationship Id="rId142" Type="http://schemas.openxmlformats.org/officeDocument/2006/relationships/image" Target="../media/image351.png"/><Relationship Id="rId184" Type="http://schemas.openxmlformats.org/officeDocument/2006/relationships/image" Target="../media/image372.png"/><Relationship Id="rId391" Type="http://schemas.openxmlformats.org/officeDocument/2006/relationships/image" Target="../media/image472.png"/><Relationship Id="rId405" Type="http://schemas.openxmlformats.org/officeDocument/2006/relationships/image" Target="../media/image479.png"/><Relationship Id="rId251" Type="http://schemas.openxmlformats.org/officeDocument/2006/relationships/customXml" Target="../ink/ink424.xml"/><Relationship Id="rId46" Type="http://schemas.openxmlformats.org/officeDocument/2006/relationships/customXml" Target="../ink/ink320.xml"/><Relationship Id="rId293" Type="http://schemas.openxmlformats.org/officeDocument/2006/relationships/customXml" Target="../ink/ink446.xml"/><Relationship Id="rId307" Type="http://schemas.openxmlformats.org/officeDocument/2006/relationships/customXml" Target="../ink/ink453.xml"/><Relationship Id="rId349" Type="http://schemas.openxmlformats.org/officeDocument/2006/relationships/image" Target="../media/image452.png"/><Relationship Id="rId88" Type="http://schemas.openxmlformats.org/officeDocument/2006/relationships/image" Target="../media/image324.png"/><Relationship Id="rId111" Type="http://schemas.openxmlformats.org/officeDocument/2006/relationships/customXml" Target="../ink/ink353.xml"/><Relationship Id="rId153" Type="http://schemas.openxmlformats.org/officeDocument/2006/relationships/customXml" Target="../ink/ink374.xml"/><Relationship Id="rId195" Type="http://schemas.openxmlformats.org/officeDocument/2006/relationships/image" Target="../media/image377.png"/><Relationship Id="rId209" Type="http://schemas.openxmlformats.org/officeDocument/2006/relationships/image" Target="../media/image384.png"/><Relationship Id="rId360" Type="http://schemas.openxmlformats.org/officeDocument/2006/relationships/customXml" Target="../ink/ink480.xml"/><Relationship Id="rId220" Type="http://schemas.openxmlformats.org/officeDocument/2006/relationships/image" Target="../media/image389.png"/><Relationship Id="rId15" Type="http://schemas.openxmlformats.org/officeDocument/2006/relationships/image" Target="../media/image289.png"/><Relationship Id="rId57" Type="http://schemas.openxmlformats.org/officeDocument/2006/relationships/image" Target="../media/image310.png"/><Relationship Id="rId262" Type="http://schemas.openxmlformats.org/officeDocument/2006/relationships/image" Target="../media/image410.png"/><Relationship Id="rId318" Type="http://schemas.openxmlformats.org/officeDocument/2006/relationships/image" Target="../media/image437.png"/><Relationship Id="rId99" Type="http://schemas.openxmlformats.org/officeDocument/2006/relationships/customXml" Target="../ink/ink347.xml"/><Relationship Id="rId122" Type="http://schemas.openxmlformats.org/officeDocument/2006/relationships/image" Target="../media/image341.png"/><Relationship Id="rId164" Type="http://schemas.openxmlformats.org/officeDocument/2006/relationships/image" Target="../media/image362.png"/><Relationship Id="rId371" Type="http://schemas.openxmlformats.org/officeDocument/2006/relationships/image" Target="../media/image463.png"/><Relationship Id="rId26" Type="http://schemas.openxmlformats.org/officeDocument/2006/relationships/customXml" Target="../ink/ink310.xml"/><Relationship Id="rId231" Type="http://schemas.openxmlformats.org/officeDocument/2006/relationships/customXml" Target="../ink/ink414.xml"/><Relationship Id="rId273" Type="http://schemas.openxmlformats.org/officeDocument/2006/relationships/image" Target="../media/image415.png"/><Relationship Id="rId329" Type="http://schemas.openxmlformats.org/officeDocument/2006/relationships/image" Target="../media/image442.png"/><Relationship Id="rId68" Type="http://schemas.openxmlformats.org/officeDocument/2006/relationships/customXml" Target="../ink/ink331.xml"/><Relationship Id="rId133" Type="http://schemas.openxmlformats.org/officeDocument/2006/relationships/customXml" Target="../ink/ink364.xml"/><Relationship Id="rId175" Type="http://schemas.openxmlformats.org/officeDocument/2006/relationships/customXml" Target="../ink/ink385.xml"/><Relationship Id="rId340" Type="http://schemas.openxmlformats.org/officeDocument/2006/relationships/customXml" Target="../ink/ink470.xml"/><Relationship Id="rId200" Type="http://schemas.openxmlformats.org/officeDocument/2006/relationships/customXml" Target="../ink/ink398.xml"/><Relationship Id="rId382" Type="http://schemas.openxmlformats.org/officeDocument/2006/relationships/customXml" Target="../ink/ink492.xml"/><Relationship Id="rId242" Type="http://schemas.openxmlformats.org/officeDocument/2006/relationships/image" Target="../media/image400.png"/><Relationship Id="rId284" Type="http://schemas.openxmlformats.org/officeDocument/2006/relationships/image" Target="../media/image420.png"/><Relationship Id="rId37" Type="http://schemas.openxmlformats.org/officeDocument/2006/relationships/image" Target="../media/image300.png"/><Relationship Id="rId79" Type="http://schemas.openxmlformats.org/officeDocument/2006/relationships/image" Target="../media/image321.png"/><Relationship Id="rId102" Type="http://schemas.openxmlformats.org/officeDocument/2006/relationships/image" Target="../media/image331.png"/><Relationship Id="rId144" Type="http://schemas.openxmlformats.org/officeDocument/2006/relationships/image" Target="../media/image352.png"/><Relationship Id="rId90" Type="http://schemas.openxmlformats.org/officeDocument/2006/relationships/image" Target="../media/image325.png"/><Relationship Id="rId186" Type="http://schemas.openxmlformats.org/officeDocument/2006/relationships/image" Target="../media/image373.png"/><Relationship Id="rId351" Type="http://schemas.openxmlformats.org/officeDocument/2006/relationships/image" Target="../media/image453.png"/><Relationship Id="rId393" Type="http://schemas.openxmlformats.org/officeDocument/2006/relationships/image" Target="../media/image473.png"/><Relationship Id="rId407" Type="http://schemas.openxmlformats.org/officeDocument/2006/relationships/image" Target="../media/image480.png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63.xml"/><Relationship Id="rId21" Type="http://schemas.openxmlformats.org/officeDocument/2006/relationships/image" Target="../media/image490.png"/><Relationship Id="rId42" Type="http://schemas.openxmlformats.org/officeDocument/2006/relationships/customXml" Target="../ink/ink525.xml"/><Relationship Id="rId63" Type="http://schemas.openxmlformats.org/officeDocument/2006/relationships/image" Target="../media/image511.png"/><Relationship Id="rId84" Type="http://schemas.openxmlformats.org/officeDocument/2006/relationships/customXml" Target="../ink/ink546.xml"/><Relationship Id="rId138" Type="http://schemas.openxmlformats.org/officeDocument/2006/relationships/customXml" Target="../ink/ink574.xml"/><Relationship Id="rId107" Type="http://schemas.openxmlformats.org/officeDocument/2006/relationships/customXml" Target="../ink/ink558.xml"/><Relationship Id="rId11" Type="http://schemas.openxmlformats.org/officeDocument/2006/relationships/image" Target="../media/image485.png"/><Relationship Id="rId32" Type="http://schemas.openxmlformats.org/officeDocument/2006/relationships/customXml" Target="../ink/ink520.xml"/><Relationship Id="rId53" Type="http://schemas.openxmlformats.org/officeDocument/2006/relationships/image" Target="../media/image506.png"/><Relationship Id="rId74" Type="http://schemas.openxmlformats.org/officeDocument/2006/relationships/customXml" Target="../ink/ink541.xml"/><Relationship Id="rId128" Type="http://schemas.openxmlformats.org/officeDocument/2006/relationships/customXml" Target="../ink/ink569.xml"/><Relationship Id="rId5" Type="http://schemas.openxmlformats.org/officeDocument/2006/relationships/image" Target="../media/image482.png"/><Relationship Id="rId90" Type="http://schemas.openxmlformats.org/officeDocument/2006/relationships/customXml" Target="../ink/ink549.xml"/><Relationship Id="rId95" Type="http://schemas.openxmlformats.org/officeDocument/2006/relationships/customXml" Target="../ink/ink552.xml"/><Relationship Id="rId22" Type="http://schemas.openxmlformats.org/officeDocument/2006/relationships/customXml" Target="../ink/ink515.xml"/><Relationship Id="rId27" Type="http://schemas.openxmlformats.org/officeDocument/2006/relationships/image" Target="../media/image493.png"/><Relationship Id="rId43" Type="http://schemas.openxmlformats.org/officeDocument/2006/relationships/image" Target="../media/image501.png"/><Relationship Id="rId48" Type="http://schemas.openxmlformats.org/officeDocument/2006/relationships/customXml" Target="../ink/ink528.xml"/><Relationship Id="rId64" Type="http://schemas.openxmlformats.org/officeDocument/2006/relationships/customXml" Target="../ink/ink536.xml"/><Relationship Id="rId69" Type="http://schemas.openxmlformats.org/officeDocument/2006/relationships/image" Target="../media/image514.png"/><Relationship Id="rId113" Type="http://schemas.openxmlformats.org/officeDocument/2006/relationships/customXml" Target="../ink/ink561.xml"/><Relationship Id="rId118" Type="http://schemas.openxmlformats.org/officeDocument/2006/relationships/image" Target="../media/image537.png"/><Relationship Id="rId134" Type="http://schemas.openxmlformats.org/officeDocument/2006/relationships/customXml" Target="../ink/ink572.xml"/><Relationship Id="rId139" Type="http://schemas.openxmlformats.org/officeDocument/2006/relationships/image" Target="../media/image547.png"/><Relationship Id="rId80" Type="http://schemas.openxmlformats.org/officeDocument/2006/relationships/customXml" Target="../ink/ink544.xml"/><Relationship Id="rId85" Type="http://schemas.openxmlformats.org/officeDocument/2006/relationships/image" Target="../media/image412.png"/><Relationship Id="rId12" Type="http://schemas.openxmlformats.org/officeDocument/2006/relationships/customXml" Target="../ink/ink510.xml"/><Relationship Id="rId17" Type="http://schemas.openxmlformats.org/officeDocument/2006/relationships/image" Target="../media/image488.png"/><Relationship Id="rId33" Type="http://schemas.openxmlformats.org/officeDocument/2006/relationships/image" Target="../media/image496.png"/><Relationship Id="rId38" Type="http://schemas.openxmlformats.org/officeDocument/2006/relationships/customXml" Target="../ink/ink523.xml"/><Relationship Id="rId59" Type="http://schemas.openxmlformats.org/officeDocument/2006/relationships/image" Target="../media/image509.png"/><Relationship Id="rId103" Type="http://schemas.openxmlformats.org/officeDocument/2006/relationships/customXml" Target="../ink/ink556.xml"/><Relationship Id="rId108" Type="http://schemas.openxmlformats.org/officeDocument/2006/relationships/image" Target="../media/image532.png"/><Relationship Id="rId124" Type="http://schemas.openxmlformats.org/officeDocument/2006/relationships/image" Target="../media/image540.png"/><Relationship Id="rId129" Type="http://schemas.openxmlformats.org/officeDocument/2006/relationships/image" Target="../media/image542.png"/><Relationship Id="rId54" Type="http://schemas.openxmlformats.org/officeDocument/2006/relationships/customXml" Target="../ink/ink531.xml"/><Relationship Id="rId70" Type="http://schemas.openxmlformats.org/officeDocument/2006/relationships/customXml" Target="../ink/ink539.xml"/><Relationship Id="rId75" Type="http://schemas.openxmlformats.org/officeDocument/2006/relationships/image" Target="../media/image517.png"/><Relationship Id="rId91" Type="http://schemas.openxmlformats.org/officeDocument/2006/relationships/customXml" Target="../ink/ink550.xml"/><Relationship Id="rId96" Type="http://schemas.openxmlformats.org/officeDocument/2006/relationships/image" Target="../media/image526.png"/><Relationship Id="rId140" Type="http://schemas.openxmlformats.org/officeDocument/2006/relationships/customXml" Target="../ink/ink575.xml"/><Relationship Id="rId145" Type="http://schemas.openxmlformats.org/officeDocument/2006/relationships/customXml" Target="../ink/ink578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07.xml"/><Relationship Id="rId23" Type="http://schemas.openxmlformats.org/officeDocument/2006/relationships/image" Target="../media/image491.png"/><Relationship Id="rId28" Type="http://schemas.openxmlformats.org/officeDocument/2006/relationships/customXml" Target="../ink/ink518.xml"/><Relationship Id="rId49" Type="http://schemas.openxmlformats.org/officeDocument/2006/relationships/image" Target="../media/image504.png"/><Relationship Id="rId114" Type="http://schemas.openxmlformats.org/officeDocument/2006/relationships/image" Target="../media/image535.png"/><Relationship Id="rId119" Type="http://schemas.openxmlformats.org/officeDocument/2006/relationships/customXml" Target="../ink/ink564.xml"/><Relationship Id="rId44" Type="http://schemas.openxmlformats.org/officeDocument/2006/relationships/customXml" Target="../ink/ink526.xml"/><Relationship Id="rId60" Type="http://schemas.openxmlformats.org/officeDocument/2006/relationships/customXml" Target="../ink/ink534.xml"/><Relationship Id="rId65" Type="http://schemas.openxmlformats.org/officeDocument/2006/relationships/image" Target="../media/image512.png"/><Relationship Id="rId81" Type="http://schemas.openxmlformats.org/officeDocument/2006/relationships/image" Target="../media/image520.png"/><Relationship Id="rId86" Type="http://schemas.openxmlformats.org/officeDocument/2006/relationships/customXml" Target="../ink/ink547.xml"/><Relationship Id="rId130" Type="http://schemas.openxmlformats.org/officeDocument/2006/relationships/customXml" Target="../ink/ink570.xml"/><Relationship Id="rId135" Type="http://schemas.openxmlformats.org/officeDocument/2006/relationships/image" Target="../media/image545.png"/><Relationship Id="rId13" Type="http://schemas.openxmlformats.org/officeDocument/2006/relationships/image" Target="../media/image486.png"/><Relationship Id="rId18" Type="http://schemas.openxmlformats.org/officeDocument/2006/relationships/customXml" Target="../ink/ink513.xml"/><Relationship Id="rId39" Type="http://schemas.openxmlformats.org/officeDocument/2006/relationships/image" Target="../media/image499.png"/><Relationship Id="rId109" Type="http://schemas.openxmlformats.org/officeDocument/2006/relationships/customXml" Target="../ink/ink559.xml"/><Relationship Id="rId34" Type="http://schemas.openxmlformats.org/officeDocument/2006/relationships/customXml" Target="../ink/ink521.xml"/><Relationship Id="rId50" Type="http://schemas.openxmlformats.org/officeDocument/2006/relationships/customXml" Target="../ink/ink529.xml"/><Relationship Id="rId55" Type="http://schemas.openxmlformats.org/officeDocument/2006/relationships/image" Target="../media/image507.png"/><Relationship Id="rId76" Type="http://schemas.openxmlformats.org/officeDocument/2006/relationships/customXml" Target="../ink/ink542.xml"/><Relationship Id="rId97" Type="http://schemas.openxmlformats.org/officeDocument/2006/relationships/customXml" Target="../ink/ink553.xml"/><Relationship Id="rId104" Type="http://schemas.openxmlformats.org/officeDocument/2006/relationships/image" Target="../media/image530.png"/><Relationship Id="rId120" Type="http://schemas.openxmlformats.org/officeDocument/2006/relationships/image" Target="../media/image538.png"/><Relationship Id="rId125" Type="http://schemas.openxmlformats.org/officeDocument/2006/relationships/customXml" Target="../ink/ink567.xml"/><Relationship Id="rId141" Type="http://schemas.openxmlformats.org/officeDocument/2006/relationships/image" Target="../media/image548.png"/><Relationship Id="rId146" Type="http://schemas.openxmlformats.org/officeDocument/2006/relationships/image" Target="../media/image550.png"/><Relationship Id="rId7" Type="http://schemas.openxmlformats.org/officeDocument/2006/relationships/image" Target="../media/image483.png"/><Relationship Id="rId71" Type="http://schemas.openxmlformats.org/officeDocument/2006/relationships/image" Target="../media/image515.png"/><Relationship Id="rId92" Type="http://schemas.openxmlformats.org/officeDocument/2006/relationships/image" Target="../media/image524.png"/><Relationship Id="rId2" Type="http://schemas.openxmlformats.org/officeDocument/2006/relationships/customXml" Target="../ink/ink505.xml"/><Relationship Id="rId29" Type="http://schemas.openxmlformats.org/officeDocument/2006/relationships/image" Target="../media/image494.png"/><Relationship Id="rId24" Type="http://schemas.openxmlformats.org/officeDocument/2006/relationships/customXml" Target="../ink/ink516.xml"/><Relationship Id="rId40" Type="http://schemas.openxmlformats.org/officeDocument/2006/relationships/customXml" Target="../ink/ink524.xml"/><Relationship Id="rId45" Type="http://schemas.openxmlformats.org/officeDocument/2006/relationships/image" Target="../media/image502.png"/><Relationship Id="rId66" Type="http://schemas.openxmlformats.org/officeDocument/2006/relationships/customXml" Target="../ink/ink537.xml"/><Relationship Id="rId87" Type="http://schemas.openxmlformats.org/officeDocument/2006/relationships/image" Target="../media/image522.png"/><Relationship Id="rId110" Type="http://schemas.openxmlformats.org/officeDocument/2006/relationships/image" Target="../media/image533.png"/><Relationship Id="rId115" Type="http://schemas.openxmlformats.org/officeDocument/2006/relationships/customXml" Target="../ink/ink562.xml"/><Relationship Id="rId131" Type="http://schemas.openxmlformats.org/officeDocument/2006/relationships/image" Target="../media/image543.png"/><Relationship Id="rId136" Type="http://schemas.openxmlformats.org/officeDocument/2006/relationships/customXml" Target="../ink/ink573.xml"/><Relationship Id="rId61" Type="http://schemas.openxmlformats.org/officeDocument/2006/relationships/image" Target="../media/image510.png"/><Relationship Id="rId82" Type="http://schemas.openxmlformats.org/officeDocument/2006/relationships/customXml" Target="../ink/ink545.xml"/><Relationship Id="rId19" Type="http://schemas.openxmlformats.org/officeDocument/2006/relationships/image" Target="../media/image489.png"/><Relationship Id="rId14" Type="http://schemas.openxmlformats.org/officeDocument/2006/relationships/customXml" Target="../ink/ink511.xml"/><Relationship Id="rId30" Type="http://schemas.openxmlformats.org/officeDocument/2006/relationships/customXml" Target="../ink/ink519.xml"/><Relationship Id="rId35" Type="http://schemas.openxmlformats.org/officeDocument/2006/relationships/image" Target="../media/image497.png"/><Relationship Id="rId56" Type="http://schemas.openxmlformats.org/officeDocument/2006/relationships/customXml" Target="../ink/ink532.xml"/><Relationship Id="rId77" Type="http://schemas.openxmlformats.org/officeDocument/2006/relationships/image" Target="../media/image518.png"/><Relationship Id="rId100" Type="http://schemas.openxmlformats.org/officeDocument/2006/relationships/image" Target="../media/image528.png"/><Relationship Id="rId105" Type="http://schemas.openxmlformats.org/officeDocument/2006/relationships/customXml" Target="../ink/ink557.xml"/><Relationship Id="rId126" Type="http://schemas.openxmlformats.org/officeDocument/2006/relationships/image" Target="../media/image541.png"/><Relationship Id="rId8" Type="http://schemas.openxmlformats.org/officeDocument/2006/relationships/customXml" Target="../ink/ink508.xml"/><Relationship Id="rId51" Type="http://schemas.openxmlformats.org/officeDocument/2006/relationships/image" Target="../media/image505.png"/><Relationship Id="rId72" Type="http://schemas.openxmlformats.org/officeDocument/2006/relationships/customXml" Target="../ink/ink540.xml"/><Relationship Id="rId93" Type="http://schemas.openxmlformats.org/officeDocument/2006/relationships/customXml" Target="../ink/ink551.xml"/><Relationship Id="rId98" Type="http://schemas.openxmlformats.org/officeDocument/2006/relationships/image" Target="../media/image527.png"/><Relationship Id="rId121" Type="http://schemas.openxmlformats.org/officeDocument/2006/relationships/customXml" Target="../ink/ink565.xml"/><Relationship Id="rId142" Type="http://schemas.openxmlformats.org/officeDocument/2006/relationships/customXml" Target="../ink/ink576.xml"/><Relationship Id="rId3" Type="http://schemas.openxmlformats.org/officeDocument/2006/relationships/image" Target="../media/image481.png"/><Relationship Id="rId25" Type="http://schemas.openxmlformats.org/officeDocument/2006/relationships/image" Target="../media/image492.png"/><Relationship Id="rId46" Type="http://schemas.openxmlformats.org/officeDocument/2006/relationships/customXml" Target="../ink/ink527.xml"/><Relationship Id="rId67" Type="http://schemas.openxmlformats.org/officeDocument/2006/relationships/image" Target="../media/image513.png"/><Relationship Id="rId116" Type="http://schemas.openxmlformats.org/officeDocument/2006/relationships/image" Target="../media/image536.png"/><Relationship Id="rId137" Type="http://schemas.openxmlformats.org/officeDocument/2006/relationships/image" Target="../media/image546.png"/><Relationship Id="rId20" Type="http://schemas.openxmlformats.org/officeDocument/2006/relationships/customXml" Target="../ink/ink514.xml"/><Relationship Id="rId41" Type="http://schemas.openxmlformats.org/officeDocument/2006/relationships/image" Target="../media/image500.png"/><Relationship Id="rId62" Type="http://schemas.openxmlformats.org/officeDocument/2006/relationships/customXml" Target="../ink/ink535.xml"/><Relationship Id="rId83" Type="http://schemas.openxmlformats.org/officeDocument/2006/relationships/image" Target="../media/image521.png"/><Relationship Id="rId88" Type="http://schemas.openxmlformats.org/officeDocument/2006/relationships/customXml" Target="../ink/ink548.xml"/><Relationship Id="rId111" Type="http://schemas.openxmlformats.org/officeDocument/2006/relationships/customXml" Target="../ink/ink560.xml"/><Relationship Id="rId132" Type="http://schemas.openxmlformats.org/officeDocument/2006/relationships/customXml" Target="../ink/ink571.xml"/><Relationship Id="rId15" Type="http://schemas.openxmlformats.org/officeDocument/2006/relationships/image" Target="../media/image487.png"/><Relationship Id="rId36" Type="http://schemas.openxmlformats.org/officeDocument/2006/relationships/customXml" Target="../ink/ink522.xml"/><Relationship Id="rId57" Type="http://schemas.openxmlformats.org/officeDocument/2006/relationships/image" Target="../media/image508.png"/><Relationship Id="rId106" Type="http://schemas.openxmlformats.org/officeDocument/2006/relationships/image" Target="../media/image531.png"/><Relationship Id="rId127" Type="http://schemas.openxmlformats.org/officeDocument/2006/relationships/customXml" Target="../ink/ink568.xml"/><Relationship Id="rId10" Type="http://schemas.openxmlformats.org/officeDocument/2006/relationships/customXml" Target="../ink/ink509.xml"/><Relationship Id="rId31" Type="http://schemas.openxmlformats.org/officeDocument/2006/relationships/image" Target="../media/image495.png"/><Relationship Id="rId52" Type="http://schemas.openxmlformats.org/officeDocument/2006/relationships/customXml" Target="../ink/ink530.xml"/><Relationship Id="rId73" Type="http://schemas.openxmlformats.org/officeDocument/2006/relationships/image" Target="../media/image516.png"/><Relationship Id="rId78" Type="http://schemas.openxmlformats.org/officeDocument/2006/relationships/customXml" Target="../ink/ink543.xml"/><Relationship Id="rId94" Type="http://schemas.openxmlformats.org/officeDocument/2006/relationships/image" Target="../media/image525.png"/><Relationship Id="rId99" Type="http://schemas.openxmlformats.org/officeDocument/2006/relationships/customXml" Target="../ink/ink554.xml"/><Relationship Id="rId101" Type="http://schemas.openxmlformats.org/officeDocument/2006/relationships/customXml" Target="../ink/ink555.xml"/><Relationship Id="rId122" Type="http://schemas.openxmlformats.org/officeDocument/2006/relationships/image" Target="../media/image539.png"/><Relationship Id="rId143" Type="http://schemas.openxmlformats.org/officeDocument/2006/relationships/image" Target="../media/image549.png"/><Relationship Id="rId4" Type="http://schemas.openxmlformats.org/officeDocument/2006/relationships/customXml" Target="../ink/ink506.xml"/><Relationship Id="rId9" Type="http://schemas.openxmlformats.org/officeDocument/2006/relationships/image" Target="../media/image484.png"/><Relationship Id="rId26" Type="http://schemas.openxmlformats.org/officeDocument/2006/relationships/customXml" Target="../ink/ink517.xml"/><Relationship Id="rId47" Type="http://schemas.openxmlformats.org/officeDocument/2006/relationships/image" Target="../media/image503.png"/><Relationship Id="rId68" Type="http://schemas.openxmlformats.org/officeDocument/2006/relationships/customXml" Target="../ink/ink538.xml"/><Relationship Id="rId89" Type="http://schemas.openxmlformats.org/officeDocument/2006/relationships/image" Target="../media/image523.png"/><Relationship Id="rId112" Type="http://schemas.openxmlformats.org/officeDocument/2006/relationships/image" Target="../media/image534.png"/><Relationship Id="rId133" Type="http://schemas.openxmlformats.org/officeDocument/2006/relationships/image" Target="../media/image544.png"/><Relationship Id="rId16" Type="http://schemas.openxmlformats.org/officeDocument/2006/relationships/customXml" Target="../ink/ink512.xml"/><Relationship Id="rId37" Type="http://schemas.openxmlformats.org/officeDocument/2006/relationships/image" Target="../media/image498.png"/><Relationship Id="rId58" Type="http://schemas.openxmlformats.org/officeDocument/2006/relationships/customXml" Target="../ink/ink533.xml"/><Relationship Id="rId79" Type="http://schemas.openxmlformats.org/officeDocument/2006/relationships/image" Target="../media/image519.png"/><Relationship Id="rId102" Type="http://schemas.openxmlformats.org/officeDocument/2006/relationships/image" Target="../media/image529.png"/><Relationship Id="rId123" Type="http://schemas.openxmlformats.org/officeDocument/2006/relationships/customXml" Target="../ink/ink566.xml"/><Relationship Id="rId144" Type="http://schemas.openxmlformats.org/officeDocument/2006/relationships/customXml" Target="../ink/ink577.xml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07.png"/><Relationship Id="rId21" Type="http://schemas.openxmlformats.org/officeDocument/2006/relationships/image" Target="../media/image560.png"/><Relationship Id="rId63" Type="http://schemas.openxmlformats.org/officeDocument/2006/relationships/image" Target="../media/image581.png"/><Relationship Id="rId159" Type="http://schemas.openxmlformats.org/officeDocument/2006/relationships/customXml" Target="../ink/ink658.xml"/><Relationship Id="rId170" Type="http://schemas.openxmlformats.org/officeDocument/2006/relationships/image" Target="../media/image633.png"/><Relationship Id="rId226" Type="http://schemas.openxmlformats.org/officeDocument/2006/relationships/image" Target="../media/image661.png"/><Relationship Id="rId268" Type="http://schemas.openxmlformats.org/officeDocument/2006/relationships/image" Target="../media/image682.png"/><Relationship Id="rId32" Type="http://schemas.openxmlformats.org/officeDocument/2006/relationships/customXml" Target="../ink/ink594.xml"/><Relationship Id="rId74" Type="http://schemas.openxmlformats.org/officeDocument/2006/relationships/customXml" Target="../ink/ink615.xml"/><Relationship Id="rId128" Type="http://schemas.openxmlformats.org/officeDocument/2006/relationships/customXml" Target="../ink/ink642.xml"/><Relationship Id="rId5" Type="http://schemas.openxmlformats.org/officeDocument/2006/relationships/image" Target="../media/image552.png"/><Relationship Id="rId181" Type="http://schemas.openxmlformats.org/officeDocument/2006/relationships/customXml" Target="../ink/ink669.xml"/><Relationship Id="rId237" Type="http://schemas.openxmlformats.org/officeDocument/2006/relationships/customXml" Target="../ink/ink697.xml"/><Relationship Id="rId258" Type="http://schemas.openxmlformats.org/officeDocument/2006/relationships/image" Target="../media/image677.png"/><Relationship Id="rId279" Type="http://schemas.openxmlformats.org/officeDocument/2006/relationships/customXml" Target="../ink/ink718.xml"/><Relationship Id="rId22" Type="http://schemas.openxmlformats.org/officeDocument/2006/relationships/customXml" Target="../ink/ink589.xml"/><Relationship Id="rId43" Type="http://schemas.openxmlformats.org/officeDocument/2006/relationships/image" Target="../media/image571.png"/><Relationship Id="rId64" Type="http://schemas.openxmlformats.org/officeDocument/2006/relationships/customXml" Target="../ink/ink610.xml"/><Relationship Id="rId118" Type="http://schemas.openxmlformats.org/officeDocument/2006/relationships/customXml" Target="../ink/ink637.xml"/><Relationship Id="rId139" Type="http://schemas.openxmlformats.org/officeDocument/2006/relationships/image" Target="../media/image618.png"/><Relationship Id="rId85" Type="http://schemas.openxmlformats.org/officeDocument/2006/relationships/image" Target="../media/image592.png"/><Relationship Id="rId150" Type="http://schemas.openxmlformats.org/officeDocument/2006/relationships/image" Target="../media/image623.png"/><Relationship Id="rId171" Type="http://schemas.openxmlformats.org/officeDocument/2006/relationships/customXml" Target="../ink/ink664.xml"/><Relationship Id="rId192" Type="http://schemas.openxmlformats.org/officeDocument/2006/relationships/image" Target="../media/image644.png"/><Relationship Id="rId206" Type="http://schemas.openxmlformats.org/officeDocument/2006/relationships/image" Target="../media/image651.png"/><Relationship Id="rId227" Type="http://schemas.openxmlformats.org/officeDocument/2006/relationships/customXml" Target="../ink/ink692.xml"/><Relationship Id="rId248" Type="http://schemas.openxmlformats.org/officeDocument/2006/relationships/image" Target="../media/image672.png"/><Relationship Id="rId269" Type="http://schemas.openxmlformats.org/officeDocument/2006/relationships/customXml" Target="../ink/ink713.xml"/><Relationship Id="rId12" Type="http://schemas.openxmlformats.org/officeDocument/2006/relationships/customXml" Target="../ink/ink584.xml"/><Relationship Id="rId33" Type="http://schemas.openxmlformats.org/officeDocument/2006/relationships/image" Target="../media/image566.png"/><Relationship Id="rId108" Type="http://schemas.openxmlformats.org/officeDocument/2006/relationships/customXml" Target="../ink/ink632.xml"/><Relationship Id="rId129" Type="http://schemas.openxmlformats.org/officeDocument/2006/relationships/image" Target="../media/image613.png"/><Relationship Id="rId280" Type="http://schemas.openxmlformats.org/officeDocument/2006/relationships/image" Target="../media/image229.png"/><Relationship Id="rId54" Type="http://schemas.openxmlformats.org/officeDocument/2006/relationships/customXml" Target="../ink/ink605.xml"/><Relationship Id="rId75" Type="http://schemas.openxmlformats.org/officeDocument/2006/relationships/image" Target="../media/image587.png"/><Relationship Id="rId96" Type="http://schemas.openxmlformats.org/officeDocument/2006/relationships/customXml" Target="../ink/ink626.xml"/><Relationship Id="rId140" Type="http://schemas.openxmlformats.org/officeDocument/2006/relationships/customXml" Target="../ink/ink648.xml"/><Relationship Id="rId161" Type="http://schemas.openxmlformats.org/officeDocument/2006/relationships/customXml" Target="../ink/ink659.xml"/><Relationship Id="rId182" Type="http://schemas.openxmlformats.org/officeDocument/2006/relationships/image" Target="../media/image639.png"/><Relationship Id="rId217" Type="http://schemas.openxmlformats.org/officeDocument/2006/relationships/customXml" Target="../ink/ink687.xml"/><Relationship Id="rId6" Type="http://schemas.openxmlformats.org/officeDocument/2006/relationships/customXml" Target="../ink/ink581.xml"/><Relationship Id="rId238" Type="http://schemas.openxmlformats.org/officeDocument/2006/relationships/image" Target="../media/image667.png"/><Relationship Id="rId259" Type="http://schemas.openxmlformats.org/officeDocument/2006/relationships/customXml" Target="../ink/ink708.xml"/><Relationship Id="rId23" Type="http://schemas.openxmlformats.org/officeDocument/2006/relationships/image" Target="../media/image561.png"/><Relationship Id="rId119" Type="http://schemas.openxmlformats.org/officeDocument/2006/relationships/image" Target="../media/image608.png"/><Relationship Id="rId270" Type="http://schemas.openxmlformats.org/officeDocument/2006/relationships/image" Target="../media/image683.png"/><Relationship Id="rId44" Type="http://schemas.openxmlformats.org/officeDocument/2006/relationships/customXml" Target="../ink/ink600.xml"/><Relationship Id="rId65" Type="http://schemas.openxmlformats.org/officeDocument/2006/relationships/image" Target="../media/image582.png"/><Relationship Id="rId86" Type="http://schemas.openxmlformats.org/officeDocument/2006/relationships/customXml" Target="../ink/ink621.xml"/><Relationship Id="rId130" Type="http://schemas.openxmlformats.org/officeDocument/2006/relationships/customXml" Target="../ink/ink643.xml"/><Relationship Id="rId151" Type="http://schemas.openxmlformats.org/officeDocument/2006/relationships/customXml" Target="../ink/ink654.xml"/><Relationship Id="rId172" Type="http://schemas.openxmlformats.org/officeDocument/2006/relationships/image" Target="../media/image634.png"/><Relationship Id="rId193" Type="http://schemas.openxmlformats.org/officeDocument/2006/relationships/customXml" Target="../ink/ink675.xml"/><Relationship Id="rId207" Type="http://schemas.openxmlformats.org/officeDocument/2006/relationships/customXml" Target="../ink/ink682.xml"/><Relationship Id="rId228" Type="http://schemas.openxmlformats.org/officeDocument/2006/relationships/image" Target="../media/image662.png"/><Relationship Id="rId249" Type="http://schemas.openxmlformats.org/officeDocument/2006/relationships/customXml" Target="../ink/ink703.xml"/><Relationship Id="rId13" Type="http://schemas.openxmlformats.org/officeDocument/2006/relationships/image" Target="../media/image556.png"/><Relationship Id="rId109" Type="http://schemas.openxmlformats.org/officeDocument/2006/relationships/image" Target="../media/image603.png"/><Relationship Id="rId260" Type="http://schemas.openxmlformats.org/officeDocument/2006/relationships/image" Target="../media/image678.png"/><Relationship Id="rId34" Type="http://schemas.openxmlformats.org/officeDocument/2006/relationships/customXml" Target="../ink/ink595.xml"/><Relationship Id="rId55" Type="http://schemas.openxmlformats.org/officeDocument/2006/relationships/image" Target="../media/image577.png"/><Relationship Id="rId76" Type="http://schemas.openxmlformats.org/officeDocument/2006/relationships/customXml" Target="../ink/ink616.xml"/><Relationship Id="rId97" Type="http://schemas.openxmlformats.org/officeDocument/2006/relationships/image" Target="../media/image598.png"/><Relationship Id="rId120" Type="http://schemas.openxmlformats.org/officeDocument/2006/relationships/customXml" Target="../ink/ink638.xml"/><Relationship Id="rId141" Type="http://schemas.openxmlformats.org/officeDocument/2006/relationships/image" Target="../media/image619.png"/><Relationship Id="rId7" Type="http://schemas.openxmlformats.org/officeDocument/2006/relationships/image" Target="../media/image553.png"/><Relationship Id="rId162" Type="http://schemas.openxmlformats.org/officeDocument/2006/relationships/image" Target="../media/image629.png"/><Relationship Id="rId183" Type="http://schemas.openxmlformats.org/officeDocument/2006/relationships/customXml" Target="../ink/ink670.xml"/><Relationship Id="rId218" Type="http://schemas.openxmlformats.org/officeDocument/2006/relationships/image" Target="../media/image657.png"/><Relationship Id="rId239" Type="http://schemas.openxmlformats.org/officeDocument/2006/relationships/customXml" Target="../ink/ink698.xml"/><Relationship Id="rId250" Type="http://schemas.openxmlformats.org/officeDocument/2006/relationships/image" Target="../media/image673.png"/><Relationship Id="rId271" Type="http://schemas.openxmlformats.org/officeDocument/2006/relationships/customXml" Target="../ink/ink714.xml"/><Relationship Id="rId24" Type="http://schemas.openxmlformats.org/officeDocument/2006/relationships/customXml" Target="../ink/ink590.xml"/><Relationship Id="rId45" Type="http://schemas.openxmlformats.org/officeDocument/2006/relationships/image" Target="../media/image572.png"/><Relationship Id="rId66" Type="http://schemas.openxmlformats.org/officeDocument/2006/relationships/customXml" Target="../ink/ink611.xml"/><Relationship Id="rId87" Type="http://schemas.openxmlformats.org/officeDocument/2006/relationships/image" Target="../media/image593.png"/><Relationship Id="rId110" Type="http://schemas.openxmlformats.org/officeDocument/2006/relationships/customXml" Target="../ink/ink633.xml"/><Relationship Id="rId131" Type="http://schemas.openxmlformats.org/officeDocument/2006/relationships/image" Target="../media/image614.png"/><Relationship Id="rId152" Type="http://schemas.openxmlformats.org/officeDocument/2006/relationships/image" Target="../media/image624.png"/><Relationship Id="rId173" Type="http://schemas.openxmlformats.org/officeDocument/2006/relationships/customXml" Target="../ink/ink665.xml"/><Relationship Id="rId194" Type="http://schemas.openxmlformats.org/officeDocument/2006/relationships/image" Target="../media/image645.png"/><Relationship Id="rId208" Type="http://schemas.openxmlformats.org/officeDocument/2006/relationships/image" Target="../media/image652.png"/><Relationship Id="rId229" Type="http://schemas.openxmlformats.org/officeDocument/2006/relationships/customXml" Target="../ink/ink693.xml"/><Relationship Id="rId240" Type="http://schemas.openxmlformats.org/officeDocument/2006/relationships/image" Target="../media/image668.png"/><Relationship Id="rId261" Type="http://schemas.openxmlformats.org/officeDocument/2006/relationships/customXml" Target="../ink/ink709.xml"/><Relationship Id="rId14" Type="http://schemas.openxmlformats.org/officeDocument/2006/relationships/customXml" Target="../ink/ink585.xml"/><Relationship Id="rId35" Type="http://schemas.openxmlformats.org/officeDocument/2006/relationships/image" Target="../media/image567.png"/><Relationship Id="rId56" Type="http://schemas.openxmlformats.org/officeDocument/2006/relationships/customXml" Target="../ink/ink606.xml"/><Relationship Id="rId77" Type="http://schemas.openxmlformats.org/officeDocument/2006/relationships/image" Target="../media/image588.png"/><Relationship Id="rId100" Type="http://schemas.openxmlformats.org/officeDocument/2006/relationships/customXml" Target="../ink/ink628.xml"/><Relationship Id="rId8" Type="http://schemas.openxmlformats.org/officeDocument/2006/relationships/customXml" Target="../ink/ink582.xml"/><Relationship Id="rId98" Type="http://schemas.openxmlformats.org/officeDocument/2006/relationships/customXml" Target="../ink/ink627.xml"/><Relationship Id="rId121" Type="http://schemas.openxmlformats.org/officeDocument/2006/relationships/image" Target="../media/image609.png"/><Relationship Id="rId142" Type="http://schemas.openxmlformats.org/officeDocument/2006/relationships/customXml" Target="../ink/ink649.xml"/><Relationship Id="rId163" Type="http://schemas.openxmlformats.org/officeDocument/2006/relationships/customXml" Target="../ink/ink660.xml"/><Relationship Id="rId184" Type="http://schemas.openxmlformats.org/officeDocument/2006/relationships/image" Target="../media/image640.png"/><Relationship Id="rId219" Type="http://schemas.openxmlformats.org/officeDocument/2006/relationships/customXml" Target="../ink/ink688.xml"/><Relationship Id="rId230" Type="http://schemas.openxmlformats.org/officeDocument/2006/relationships/image" Target="../media/image663.png"/><Relationship Id="rId251" Type="http://schemas.openxmlformats.org/officeDocument/2006/relationships/customXml" Target="../ink/ink704.xml"/><Relationship Id="rId25" Type="http://schemas.openxmlformats.org/officeDocument/2006/relationships/image" Target="../media/image562.png"/><Relationship Id="rId46" Type="http://schemas.openxmlformats.org/officeDocument/2006/relationships/customXml" Target="../ink/ink601.xml"/><Relationship Id="rId67" Type="http://schemas.openxmlformats.org/officeDocument/2006/relationships/image" Target="../media/image583.png"/><Relationship Id="rId272" Type="http://schemas.openxmlformats.org/officeDocument/2006/relationships/image" Target="../media/image684.png"/><Relationship Id="rId88" Type="http://schemas.openxmlformats.org/officeDocument/2006/relationships/customXml" Target="../ink/ink622.xml"/><Relationship Id="rId111" Type="http://schemas.openxmlformats.org/officeDocument/2006/relationships/image" Target="../media/image604.png"/><Relationship Id="rId132" Type="http://schemas.openxmlformats.org/officeDocument/2006/relationships/customXml" Target="../ink/ink644.xml"/><Relationship Id="rId153" Type="http://schemas.openxmlformats.org/officeDocument/2006/relationships/customXml" Target="../ink/ink655.xml"/><Relationship Id="rId174" Type="http://schemas.openxmlformats.org/officeDocument/2006/relationships/image" Target="../media/image635.png"/><Relationship Id="rId195" Type="http://schemas.openxmlformats.org/officeDocument/2006/relationships/customXml" Target="../ink/ink676.xml"/><Relationship Id="rId209" Type="http://schemas.openxmlformats.org/officeDocument/2006/relationships/customXml" Target="../ink/ink683.xml"/><Relationship Id="rId220" Type="http://schemas.openxmlformats.org/officeDocument/2006/relationships/image" Target="../media/image658.png"/><Relationship Id="rId241" Type="http://schemas.openxmlformats.org/officeDocument/2006/relationships/customXml" Target="../ink/ink699.xml"/><Relationship Id="rId15" Type="http://schemas.openxmlformats.org/officeDocument/2006/relationships/image" Target="../media/image557.png"/><Relationship Id="rId36" Type="http://schemas.openxmlformats.org/officeDocument/2006/relationships/customXml" Target="../ink/ink596.xml"/><Relationship Id="rId57" Type="http://schemas.openxmlformats.org/officeDocument/2006/relationships/image" Target="../media/image578.png"/><Relationship Id="rId262" Type="http://schemas.openxmlformats.org/officeDocument/2006/relationships/image" Target="../media/image679.png"/><Relationship Id="rId78" Type="http://schemas.openxmlformats.org/officeDocument/2006/relationships/customXml" Target="../ink/ink617.xml"/><Relationship Id="rId99" Type="http://schemas.openxmlformats.org/officeDocument/2006/relationships/image" Target="../media/image599.png"/><Relationship Id="rId101" Type="http://schemas.openxmlformats.org/officeDocument/2006/relationships/image" Target="../media/image600.png"/><Relationship Id="rId122" Type="http://schemas.openxmlformats.org/officeDocument/2006/relationships/customXml" Target="../ink/ink639.xml"/><Relationship Id="rId143" Type="http://schemas.openxmlformats.org/officeDocument/2006/relationships/customXml" Target="../ink/ink650.xml"/><Relationship Id="rId164" Type="http://schemas.openxmlformats.org/officeDocument/2006/relationships/image" Target="../media/image630.png"/><Relationship Id="rId185" Type="http://schemas.openxmlformats.org/officeDocument/2006/relationships/customXml" Target="../ink/ink671.xml"/><Relationship Id="rId9" Type="http://schemas.openxmlformats.org/officeDocument/2006/relationships/image" Target="../media/image554.png"/><Relationship Id="rId210" Type="http://schemas.openxmlformats.org/officeDocument/2006/relationships/image" Target="../media/image653.png"/><Relationship Id="rId26" Type="http://schemas.openxmlformats.org/officeDocument/2006/relationships/customXml" Target="../ink/ink591.xml"/><Relationship Id="rId231" Type="http://schemas.openxmlformats.org/officeDocument/2006/relationships/customXml" Target="../ink/ink694.xml"/><Relationship Id="rId252" Type="http://schemas.openxmlformats.org/officeDocument/2006/relationships/image" Target="../media/image674.png"/><Relationship Id="rId273" Type="http://schemas.openxmlformats.org/officeDocument/2006/relationships/customXml" Target="../ink/ink715.xml"/><Relationship Id="rId47" Type="http://schemas.openxmlformats.org/officeDocument/2006/relationships/image" Target="../media/image573.png"/><Relationship Id="rId68" Type="http://schemas.openxmlformats.org/officeDocument/2006/relationships/customXml" Target="../ink/ink612.xml"/><Relationship Id="rId89" Type="http://schemas.openxmlformats.org/officeDocument/2006/relationships/image" Target="../media/image594.png"/><Relationship Id="rId112" Type="http://schemas.openxmlformats.org/officeDocument/2006/relationships/customXml" Target="../ink/ink634.xml"/><Relationship Id="rId133" Type="http://schemas.openxmlformats.org/officeDocument/2006/relationships/image" Target="../media/image615.png"/><Relationship Id="rId154" Type="http://schemas.openxmlformats.org/officeDocument/2006/relationships/image" Target="../media/image625.png"/><Relationship Id="rId175" Type="http://schemas.openxmlformats.org/officeDocument/2006/relationships/customXml" Target="../ink/ink666.xml"/><Relationship Id="rId196" Type="http://schemas.openxmlformats.org/officeDocument/2006/relationships/image" Target="../media/image646.png"/><Relationship Id="rId200" Type="http://schemas.openxmlformats.org/officeDocument/2006/relationships/image" Target="../media/image648.png"/><Relationship Id="rId16" Type="http://schemas.openxmlformats.org/officeDocument/2006/relationships/customXml" Target="../ink/ink586.xml"/><Relationship Id="rId221" Type="http://schemas.openxmlformats.org/officeDocument/2006/relationships/customXml" Target="../ink/ink689.xml"/><Relationship Id="rId242" Type="http://schemas.openxmlformats.org/officeDocument/2006/relationships/image" Target="../media/image669.png"/><Relationship Id="rId263" Type="http://schemas.openxmlformats.org/officeDocument/2006/relationships/customXml" Target="../ink/ink710.xml"/><Relationship Id="rId37" Type="http://schemas.openxmlformats.org/officeDocument/2006/relationships/image" Target="../media/image568.png"/><Relationship Id="rId58" Type="http://schemas.openxmlformats.org/officeDocument/2006/relationships/customXml" Target="../ink/ink607.xml"/><Relationship Id="rId79" Type="http://schemas.openxmlformats.org/officeDocument/2006/relationships/image" Target="../media/image589.png"/><Relationship Id="rId102" Type="http://schemas.openxmlformats.org/officeDocument/2006/relationships/customXml" Target="../ink/ink629.xml"/><Relationship Id="rId123" Type="http://schemas.openxmlformats.org/officeDocument/2006/relationships/image" Target="../media/image610.png"/><Relationship Id="rId144" Type="http://schemas.openxmlformats.org/officeDocument/2006/relationships/image" Target="../media/image620.png"/><Relationship Id="rId90" Type="http://schemas.openxmlformats.org/officeDocument/2006/relationships/customXml" Target="../ink/ink623.xml"/><Relationship Id="rId165" Type="http://schemas.openxmlformats.org/officeDocument/2006/relationships/customXml" Target="../ink/ink661.xml"/><Relationship Id="rId186" Type="http://schemas.openxmlformats.org/officeDocument/2006/relationships/image" Target="../media/image641.png"/><Relationship Id="rId211" Type="http://schemas.openxmlformats.org/officeDocument/2006/relationships/customXml" Target="../ink/ink684.xml"/><Relationship Id="rId232" Type="http://schemas.openxmlformats.org/officeDocument/2006/relationships/image" Target="../media/image664.png"/><Relationship Id="rId253" Type="http://schemas.openxmlformats.org/officeDocument/2006/relationships/customXml" Target="../ink/ink705.xml"/><Relationship Id="rId274" Type="http://schemas.openxmlformats.org/officeDocument/2006/relationships/image" Target="../media/image685.png"/><Relationship Id="rId27" Type="http://schemas.openxmlformats.org/officeDocument/2006/relationships/image" Target="../media/image563.png"/><Relationship Id="rId48" Type="http://schemas.openxmlformats.org/officeDocument/2006/relationships/customXml" Target="../ink/ink602.xml"/><Relationship Id="rId69" Type="http://schemas.openxmlformats.org/officeDocument/2006/relationships/image" Target="../media/image584.png"/><Relationship Id="rId113" Type="http://schemas.openxmlformats.org/officeDocument/2006/relationships/image" Target="../media/image605.png"/><Relationship Id="rId134" Type="http://schemas.openxmlformats.org/officeDocument/2006/relationships/customXml" Target="../ink/ink645.xml"/><Relationship Id="rId80" Type="http://schemas.openxmlformats.org/officeDocument/2006/relationships/customXml" Target="../ink/ink618.xml"/><Relationship Id="rId155" Type="http://schemas.openxmlformats.org/officeDocument/2006/relationships/customXml" Target="../ink/ink656.xml"/><Relationship Id="rId176" Type="http://schemas.openxmlformats.org/officeDocument/2006/relationships/image" Target="../media/image636.png"/><Relationship Id="rId197" Type="http://schemas.openxmlformats.org/officeDocument/2006/relationships/customXml" Target="../ink/ink677.xml"/><Relationship Id="rId201" Type="http://schemas.openxmlformats.org/officeDocument/2006/relationships/customXml" Target="../ink/ink679.xml"/><Relationship Id="rId222" Type="http://schemas.openxmlformats.org/officeDocument/2006/relationships/image" Target="../media/image659.png"/><Relationship Id="rId243" Type="http://schemas.openxmlformats.org/officeDocument/2006/relationships/customXml" Target="../ink/ink700.xml"/><Relationship Id="rId264" Type="http://schemas.openxmlformats.org/officeDocument/2006/relationships/image" Target="../media/image680.png"/><Relationship Id="rId17" Type="http://schemas.openxmlformats.org/officeDocument/2006/relationships/image" Target="../media/image558.png"/><Relationship Id="rId38" Type="http://schemas.openxmlformats.org/officeDocument/2006/relationships/customXml" Target="../ink/ink597.xml"/><Relationship Id="rId59" Type="http://schemas.openxmlformats.org/officeDocument/2006/relationships/image" Target="../media/image579.png"/><Relationship Id="rId103" Type="http://schemas.openxmlformats.org/officeDocument/2006/relationships/image" Target="../media/image412.png"/><Relationship Id="rId124" Type="http://schemas.openxmlformats.org/officeDocument/2006/relationships/customXml" Target="../ink/ink640.xml"/><Relationship Id="rId70" Type="http://schemas.openxmlformats.org/officeDocument/2006/relationships/customXml" Target="../ink/ink613.xml"/><Relationship Id="rId91" Type="http://schemas.openxmlformats.org/officeDocument/2006/relationships/image" Target="../media/image595.png"/><Relationship Id="rId145" Type="http://schemas.openxmlformats.org/officeDocument/2006/relationships/customXml" Target="../ink/ink651.xml"/><Relationship Id="rId166" Type="http://schemas.openxmlformats.org/officeDocument/2006/relationships/image" Target="../media/image631.png"/><Relationship Id="rId187" Type="http://schemas.openxmlformats.org/officeDocument/2006/relationships/customXml" Target="../ink/ink672.xml"/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654.png"/><Relationship Id="rId233" Type="http://schemas.openxmlformats.org/officeDocument/2006/relationships/customXml" Target="../ink/ink695.xml"/><Relationship Id="rId254" Type="http://schemas.openxmlformats.org/officeDocument/2006/relationships/image" Target="../media/image675.png"/><Relationship Id="rId28" Type="http://schemas.openxmlformats.org/officeDocument/2006/relationships/customXml" Target="../ink/ink592.xml"/><Relationship Id="rId49" Type="http://schemas.openxmlformats.org/officeDocument/2006/relationships/image" Target="../media/image574.png"/><Relationship Id="rId114" Type="http://schemas.openxmlformats.org/officeDocument/2006/relationships/customXml" Target="../ink/ink635.xml"/><Relationship Id="rId275" Type="http://schemas.openxmlformats.org/officeDocument/2006/relationships/customXml" Target="../ink/ink716.xml"/><Relationship Id="rId60" Type="http://schemas.openxmlformats.org/officeDocument/2006/relationships/customXml" Target="../ink/ink608.xml"/><Relationship Id="rId81" Type="http://schemas.openxmlformats.org/officeDocument/2006/relationships/image" Target="../media/image590.png"/><Relationship Id="rId135" Type="http://schemas.openxmlformats.org/officeDocument/2006/relationships/image" Target="../media/image616.png"/><Relationship Id="rId156" Type="http://schemas.openxmlformats.org/officeDocument/2006/relationships/image" Target="../media/image626.png"/><Relationship Id="rId177" Type="http://schemas.openxmlformats.org/officeDocument/2006/relationships/customXml" Target="../ink/ink667.xml"/><Relationship Id="rId198" Type="http://schemas.openxmlformats.org/officeDocument/2006/relationships/image" Target="../media/image647.png"/><Relationship Id="rId202" Type="http://schemas.openxmlformats.org/officeDocument/2006/relationships/image" Target="../media/image649.png"/><Relationship Id="rId223" Type="http://schemas.openxmlformats.org/officeDocument/2006/relationships/customXml" Target="../ink/ink690.xml"/><Relationship Id="rId244" Type="http://schemas.openxmlformats.org/officeDocument/2006/relationships/image" Target="../media/image670.png"/><Relationship Id="rId18" Type="http://schemas.openxmlformats.org/officeDocument/2006/relationships/customXml" Target="../ink/ink587.xml"/><Relationship Id="rId39" Type="http://schemas.openxmlformats.org/officeDocument/2006/relationships/image" Target="../media/image569.png"/><Relationship Id="rId265" Type="http://schemas.openxmlformats.org/officeDocument/2006/relationships/customXml" Target="../ink/ink711.xml"/><Relationship Id="rId50" Type="http://schemas.openxmlformats.org/officeDocument/2006/relationships/customXml" Target="../ink/ink603.xml"/><Relationship Id="rId104" Type="http://schemas.openxmlformats.org/officeDocument/2006/relationships/customXml" Target="../ink/ink630.xml"/><Relationship Id="rId125" Type="http://schemas.openxmlformats.org/officeDocument/2006/relationships/image" Target="../media/image611.png"/><Relationship Id="rId146" Type="http://schemas.openxmlformats.org/officeDocument/2006/relationships/image" Target="../media/image621.png"/><Relationship Id="rId167" Type="http://schemas.openxmlformats.org/officeDocument/2006/relationships/customXml" Target="../ink/ink662.xml"/><Relationship Id="rId188" Type="http://schemas.openxmlformats.org/officeDocument/2006/relationships/image" Target="../media/image642.png"/><Relationship Id="rId71" Type="http://schemas.openxmlformats.org/officeDocument/2006/relationships/image" Target="../media/image585.png"/><Relationship Id="rId92" Type="http://schemas.openxmlformats.org/officeDocument/2006/relationships/customXml" Target="../ink/ink624.xml"/><Relationship Id="rId213" Type="http://schemas.openxmlformats.org/officeDocument/2006/relationships/customXml" Target="../ink/ink685.xml"/><Relationship Id="rId234" Type="http://schemas.openxmlformats.org/officeDocument/2006/relationships/image" Target="../media/image665.png"/><Relationship Id="rId2" Type="http://schemas.openxmlformats.org/officeDocument/2006/relationships/customXml" Target="../ink/ink579.xml"/><Relationship Id="rId29" Type="http://schemas.openxmlformats.org/officeDocument/2006/relationships/image" Target="../media/image564.png"/><Relationship Id="rId255" Type="http://schemas.openxmlformats.org/officeDocument/2006/relationships/customXml" Target="../ink/ink706.xml"/><Relationship Id="rId276" Type="http://schemas.openxmlformats.org/officeDocument/2006/relationships/image" Target="../media/image686.png"/><Relationship Id="rId40" Type="http://schemas.openxmlformats.org/officeDocument/2006/relationships/customXml" Target="../ink/ink598.xml"/><Relationship Id="rId115" Type="http://schemas.openxmlformats.org/officeDocument/2006/relationships/image" Target="../media/image606.png"/><Relationship Id="rId136" Type="http://schemas.openxmlformats.org/officeDocument/2006/relationships/customXml" Target="../ink/ink646.xml"/><Relationship Id="rId157" Type="http://schemas.openxmlformats.org/officeDocument/2006/relationships/customXml" Target="../ink/ink657.xml"/><Relationship Id="rId178" Type="http://schemas.openxmlformats.org/officeDocument/2006/relationships/image" Target="../media/image637.png"/><Relationship Id="rId61" Type="http://schemas.openxmlformats.org/officeDocument/2006/relationships/image" Target="../media/image580.png"/><Relationship Id="rId82" Type="http://schemas.openxmlformats.org/officeDocument/2006/relationships/customXml" Target="../ink/ink619.xml"/><Relationship Id="rId199" Type="http://schemas.openxmlformats.org/officeDocument/2006/relationships/customXml" Target="../ink/ink678.xml"/><Relationship Id="rId203" Type="http://schemas.openxmlformats.org/officeDocument/2006/relationships/customXml" Target="../ink/ink680.xml"/><Relationship Id="rId19" Type="http://schemas.openxmlformats.org/officeDocument/2006/relationships/image" Target="../media/image559.png"/><Relationship Id="rId224" Type="http://schemas.openxmlformats.org/officeDocument/2006/relationships/image" Target="../media/image660.png"/><Relationship Id="rId245" Type="http://schemas.openxmlformats.org/officeDocument/2006/relationships/customXml" Target="../ink/ink701.xml"/><Relationship Id="rId266" Type="http://schemas.openxmlformats.org/officeDocument/2006/relationships/image" Target="../media/image681.png"/><Relationship Id="rId30" Type="http://schemas.openxmlformats.org/officeDocument/2006/relationships/customXml" Target="../ink/ink593.xml"/><Relationship Id="rId105" Type="http://schemas.openxmlformats.org/officeDocument/2006/relationships/image" Target="../media/image601.png"/><Relationship Id="rId126" Type="http://schemas.openxmlformats.org/officeDocument/2006/relationships/customXml" Target="../ink/ink641.xml"/><Relationship Id="rId147" Type="http://schemas.openxmlformats.org/officeDocument/2006/relationships/customXml" Target="../ink/ink652.xml"/><Relationship Id="rId168" Type="http://schemas.openxmlformats.org/officeDocument/2006/relationships/image" Target="../media/image632.png"/><Relationship Id="rId51" Type="http://schemas.openxmlformats.org/officeDocument/2006/relationships/image" Target="../media/image575.png"/><Relationship Id="rId72" Type="http://schemas.openxmlformats.org/officeDocument/2006/relationships/customXml" Target="../ink/ink614.xml"/><Relationship Id="rId93" Type="http://schemas.openxmlformats.org/officeDocument/2006/relationships/image" Target="../media/image596.png"/><Relationship Id="rId189" Type="http://schemas.openxmlformats.org/officeDocument/2006/relationships/customXml" Target="../ink/ink673.xml"/><Relationship Id="rId3" Type="http://schemas.openxmlformats.org/officeDocument/2006/relationships/image" Target="../media/image551.png"/><Relationship Id="rId214" Type="http://schemas.openxmlformats.org/officeDocument/2006/relationships/image" Target="../media/image655.png"/><Relationship Id="rId235" Type="http://schemas.openxmlformats.org/officeDocument/2006/relationships/customXml" Target="../ink/ink696.xml"/><Relationship Id="rId256" Type="http://schemas.openxmlformats.org/officeDocument/2006/relationships/image" Target="../media/image676.png"/><Relationship Id="rId277" Type="http://schemas.openxmlformats.org/officeDocument/2006/relationships/customXml" Target="../ink/ink717.xml"/><Relationship Id="rId116" Type="http://schemas.openxmlformats.org/officeDocument/2006/relationships/customXml" Target="../ink/ink636.xml"/><Relationship Id="rId137" Type="http://schemas.openxmlformats.org/officeDocument/2006/relationships/image" Target="../media/image617.png"/><Relationship Id="rId158" Type="http://schemas.openxmlformats.org/officeDocument/2006/relationships/image" Target="../media/image627.png"/><Relationship Id="rId20" Type="http://schemas.openxmlformats.org/officeDocument/2006/relationships/customXml" Target="../ink/ink588.xml"/><Relationship Id="rId41" Type="http://schemas.openxmlformats.org/officeDocument/2006/relationships/image" Target="../media/image570.png"/><Relationship Id="rId62" Type="http://schemas.openxmlformats.org/officeDocument/2006/relationships/customXml" Target="../ink/ink609.xml"/><Relationship Id="rId83" Type="http://schemas.openxmlformats.org/officeDocument/2006/relationships/image" Target="../media/image591.png"/><Relationship Id="rId179" Type="http://schemas.openxmlformats.org/officeDocument/2006/relationships/customXml" Target="../ink/ink668.xml"/><Relationship Id="rId190" Type="http://schemas.openxmlformats.org/officeDocument/2006/relationships/image" Target="../media/image643.png"/><Relationship Id="rId204" Type="http://schemas.openxmlformats.org/officeDocument/2006/relationships/image" Target="../media/image650.png"/><Relationship Id="rId225" Type="http://schemas.openxmlformats.org/officeDocument/2006/relationships/customXml" Target="../ink/ink691.xml"/><Relationship Id="rId246" Type="http://schemas.openxmlformats.org/officeDocument/2006/relationships/image" Target="../media/image671.png"/><Relationship Id="rId267" Type="http://schemas.openxmlformats.org/officeDocument/2006/relationships/customXml" Target="../ink/ink712.xml"/><Relationship Id="rId106" Type="http://schemas.openxmlformats.org/officeDocument/2006/relationships/customXml" Target="../ink/ink631.xml"/><Relationship Id="rId127" Type="http://schemas.openxmlformats.org/officeDocument/2006/relationships/image" Target="../media/image612.png"/><Relationship Id="rId10" Type="http://schemas.openxmlformats.org/officeDocument/2006/relationships/customXml" Target="../ink/ink583.xml"/><Relationship Id="rId31" Type="http://schemas.openxmlformats.org/officeDocument/2006/relationships/image" Target="../media/image565.png"/><Relationship Id="rId52" Type="http://schemas.openxmlformats.org/officeDocument/2006/relationships/customXml" Target="../ink/ink604.xml"/><Relationship Id="rId73" Type="http://schemas.openxmlformats.org/officeDocument/2006/relationships/image" Target="../media/image586.png"/><Relationship Id="rId94" Type="http://schemas.openxmlformats.org/officeDocument/2006/relationships/customXml" Target="../ink/ink625.xml"/><Relationship Id="rId148" Type="http://schemas.openxmlformats.org/officeDocument/2006/relationships/image" Target="../media/image622.png"/><Relationship Id="rId169" Type="http://schemas.openxmlformats.org/officeDocument/2006/relationships/customXml" Target="../ink/ink663.xml"/><Relationship Id="rId4" Type="http://schemas.openxmlformats.org/officeDocument/2006/relationships/customXml" Target="../ink/ink580.xml"/><Relationship Id="rId180" Type="http://schemas.openxmlformats.org/officeDocument/2006/relationships/image" Target="../media/image638.png"/><Relationship Id="rId215" Type="http://schemas.openxmlformats.org/officeDocument/2006/relationships/customXml" Target="../ink/ink686.xml"/><Relationship Id="rId236" Type="http://schemas.openxmlformats.org/officeDocument/2006/relationships/image" Target="../media/image666.png"/><Relationship Id="rId257" Type="http://schemas.openxmlformats.org/officeDocument/2006/relationships/customXml" Target="../ink/ink707.xml"/><Relationship Id="rId278" Type="http://schemas.openxmlformats.org/officeDocument/2006/relationships/image" Target="../media/image687.png"/><Relationship Id="rId42" Type="http://schemas.openxmlformats.org/officeDocument/2006/relationships/customXml" Target="../ink/ink599.xml"/><Relationship Id="rId84" Type="http://schemas.openxmlformats.org/officeDocument/2006/relationships/customXml" Target="../ink/ink620.xml"/><Relationship Id="rId138" Type="http://schemas.openxmlformats.org/officeDocument/2006/relationships/customXml" Target="../ink/ink647.xml"/><Relationship Id="rId191" Type="http://schemas.openxmlformats.org/officeDocument/2006/relationships/customXml" Target="../ink/ink674.xml"/><Relationship Id="rId205" Type="http://schemas.openxmlformats.org/officeDocument/2006/relationships/customXml" Target="../ink/ink681.xml"/><Relationship Id="rId247" Type="http://schemas.openxmlformats.org/officeDocument/2006/relationships/customXml" Target="../ink/ink702.xml"/><Relationship Id="rId107" Type="http://schemas.openxmlformats.org/officeDocument/2006/relationships/image" Target="../media/image602.png"/><Relationship Id="rId11" Type="http://schemas.openxmlformats.org/officeDocument/2006/relationships/image" Target="../media/image555.png"/><Relationship Id="rId53" Type="http://schemas.openxmlformats.org/officeDocument/2006/relationships/image" Target="../media/image576.png"/><Relationship Id="rId149" Type="http://schemas.openxmlformats.org/officeDocument/2006/relationships/customXml" Target="../ink/ink653.xml"/><Relationship Id="rId95" Type="http://schemas.openxmlformats.org/officeDocument/2006/relationships/image" Target="../media/image597.png"/><Relationship Id="rId160" Type="http://schemas.openxmlformats.org/officeDocument/2006/relationships/image" Target="../media/image628.png"/><Relationship Id="rId216" Type="http://schemas.openxmlformats.org/officeDocument/2006/relationships/image" Target="../media/image656.png"/></Relationships>
</file>

<file path=ppt/slides/_rels/slide9.xml.rels><?xml version="1.0" encoding="UTF-8" standalone="yes"?>
<Relationships xmlns="http://schemas.openxmlformats.org/package/2006/relationships"><Relationship Id="rId26" Type="http://schemas.openxmlformats.org/officeDocument/2006/relationships/customXml" Target="../ink/ink731.xml"/><Relationship Id="rId21" Type="http://schemas.openxmlformats.org/officeDocument/2006/relationships/image" Target="../media/image697.png"/><Relationship Id="rId42" Type="http://schemas.openxmlformats.org/officeDocument/2006/relationships/customXml" Target="../ink/ink739.xml"/><Relationship Id="rId47" Type="http://schemas.openxmlformats.org/officeDocument/2006/relationships/image" Target="../media/image710.png"/><Relationship Id="rId63" Type="http://schemas.openxmlformats.org/officeDocument/2006/relationships/image" Target="../media/image717.png"/><Relationship Id="rId68" Type="http://schemas.openxmlformats.org/officeDocument/2006/relationships/customXml" Target="../ink/ink752.xml"/><Relationship Id="rId16" Type="http://schemas.openxmlformats.org/officeDocument/2006/relationships/customXml" Target="../ink/ink726.xml"/><Relationship Id="rId11" Type="http://schemas.openxmlformats.org/officeDocument/2006/relationships/image" Target="../media/image692.png"/><Relationship Id="rId32" Type="http://schemas.openxmlformats.org/officeDocument/2006/relationships/customXml" Target="../ink/ink734.xml"/><Relationship Id="rId37" Type="http://schemas.openxmlformats.org/officeDocument/2006/relationships/image" Target="../media/image705.png"/><Relationship Id="rId53" Type="http://schemas.openxmlformats.org/officeDocument/2006/relationships/image" Target="../media/image712.png"/><Relationship Id="rId58" Type="http://schemas.openxmlformats.org/officeDocument/2006/relationships/customXml" Target="../ink/ink747.xml"/><Relationship Id="rId74" Type="http://schemas.openxmlformats.org/officeDocument/2006/relationships/customXml" Target="../ink/ink755.xml"/><Relationship Id="rId79" Type="http://schemas.openxmlformats.org/officeDocument/2006/relationships/image" Target="../media/image725.png"/><Relationship Id="rId5" Type="http://schemas.openxmlformats.org/officeDocument/2006/relationships/image" Target="../media/image689.png"/><Relationship Id="rId61" Type="http://schemas.openxmlformats.org/officeDocument/2006/relationships/image" Target="../media/image716.png"/><Relationship Id="rId82" Type="http://schemas.openxmlformats.org/officeDocument/2006/relationships/customXml" Target="../ink/ink759.xml"/><Relationship Id="rId19" Type="http://schemas.openxmlformats.org/officeDocument/2006/relationships/image" Target="../media/image696.png"/><Relationship Id="rId14" Type="http://schemas.openxmlformats.org/officeDocument/2006/relationships/customXml" Target="../ink/ink725.xml"/><Relationship Id="rId22" Type="http://schemas.openxmlformats.org/officeDocument/2006/relationships/customXml" Target="../ink/ink729.xml"/><Relationship Id="rId27" Type="http://schemas.openxmlformats.org/officeDocument/2006/relationships/image" Target="../media/image700.png"/><Relationship Id="rId30" Type="http://schemas.openxmlformats.org/officeDocument/2006/relationships/customXml" Target="../ink/ink733.xml"/><Relationship Id="rId35" Type="http://schemas.openxmlformats.org/officeDocument/2006/relationships/image" Target="../media/image704.png"/><Relationship Id="rId43" Type="http://schemas.openxmlformats.org/officeDocument/2006/relationships/image" Target="../media/image708.png"/><Relationship Id="rId48" Type="http://schemas.openxmlformats.org/officeDocument/2006/relationships/customXml" Target="../ink/ink742.xml"/><Relationship Id="rId56" Type="http://schemas.openxmlformats.org/officeDocument/2006/relationships/customXml" Target="../ink/ink746.xml"/><Relationship Id="rId64" Type="http://schemas.openxmlformats.org/officeDocument/2006/relationships/customXml" Target="../ink/ink750.xml"/><Relationship Id="rId69" Type="http://schemas.openxmlformats.org/officeDocument/2006/relationships/image" Target="../media/image720.png"/><Relationship Id="rId77" Type="http://schemas.openxmlformats.org/officeDocument/2006/relationships/image" Target="../media/image724.png"/><Relationship Id="rId8" Type="http://schemas.openxmlformats.org/officeDocument/2006/relationships/customXml" Target="../ink/ink722.xml"/><Relationship Id="rId51" Type="http://schemas.openxmlformats.org/officeDocument/2006/relationships/image" Target="../media/image412.png"/><Relationship Id="rId72" Type="http://schemas.openxmlformats.org/officeDocument/2006/relationships/customXml" Target="../ink/ink754.xml"/><Relationship Id="rId80" Type="http://schemas.openxmlformats.org/officeDocument/2006/relationships/customXml" Target="../ink/ink758.xml"/><Relationship Id="rId3" Type="http://schemas.openxmlformats.org/officeDocument/2006/relationships/image" Target="../media/image688.png"/><Relationship Id="rId12" Type="http://schemas.openxmlformats.org/officeDocument/2006/relationships/customXml" Target="../ink/ink724.xml"/><Relationship Id="rId17" Type="http://schemas.openxmlformats.org/officeDocument/2006/relationships/image" Target="../media/image695.png"/><Relationship Id="rId25" Type="http://schemas.openxmlformats.org/officeDocument/2006/relationships/image" Target="../media/image699.png"/><Relationship Id="rId33" Type="http://schemas.openxmlformats.org/officeDocument/2006/relationships/image" Target="../media/image703.png"/><Relationship Id="rId38" Type="http://schemas.openxmlformats.org/officeDocument/2006/relationships/customXml" Target="../ink/ink737.xml"/><Relationship Id="rId46" Type="http://schemas.openxmlformats.org/officeDocument/2006/relationships/customXml" Target="../ink/ink741.xml"/><Relationship Id="rId59" Type="http://schemas.openxmlformats.org/officeDocument/2006/relationships/image" Target="../media/image715.png"/><Relationship Id="rId67" Type="http://schemas.openxmlformats.org/officeDocument/2006/relationships/image" Target="../media/image719.png"/><Relationship Id="rId20" Type="http://schemas.openxmlformats.org/officeDocument/2006/relationships/customXml" Target="../ink/ink728.xml"/><Relationship Id="rId41" Type="http://schemas.openxmlformats.org/officeDocument/2006/relationships/image" Target="../media/image707.png"/><Relationship Id="rId54" Type="http://schemas.openxmlformats.org/officeDocument/2006/relationships/customXml" Target="../ink/ink745.xml"/><Relationship Id="rId62" Type="http://schemas.openxmlformats.org/officeDocument/2006/relationships/customXml" Target="../ink/ink749.xml"/><Relationship Id="rId70" Type="http://schemas.openxmlformats.org/officeDocument/2006/relationships/customXml" Target="../ink/ink753.xml"/><Relationship Id="rId75" Type="http://schemas.openxmlformats.org/officeDocument/2006/relationships/image" Target="../media/image723.png"/><Relationship Id="rId83" Type="http://schemas.openxmlformats.org/officeDocument/2006/relationships/image" Target="../media/image727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721.xml"/><Relationship Id="rId15" Type="http://schemas.openxmlformats.org/officeDocument/2006/relationships/image" Target="../media/image694.png"/><Relationship Id="rId23" Type="http://schemas.openxmlformats.org/officeDocument/2006/relationships/image" Target="../media/image698.png"/><Relationship Id="rId28" Type="http://schemas.openxmlformats.org/officeDocument/2006/relationships/customXml" Target="../ink/ink732.xml"/><Relationship Id="rId36" Type="http://schemas.openxmlformats.org/officeDocument/2006/relationships/customXml" Target="../ink/ink736.xml"/><Relationship Id="rId49" Type="http://schemas.openxmlformats.org/officeDocument/2006/relationships/image" Target="../media/image711.png"/><Relationship Id="rId57" Type="http://schemas.openxmlformats.org/officeDocument/2006/relationships/image" Target="../media/image714.png"/><Relationship Id="rId10" Type="http://schemas.openxmlformats.org/officeDocument/2006/relationships/customXml" Target="../ink/ink723.xml"/><Relationship Id="rId31" Type="http://schemas.openxmlformats.org/officeDocument/2006/relationships/image" Target="../media/image702.png"/><Relationship Id="rId44" Type="http://schemas.openxmlformats.org/officeDocument/2006/relationships/customXml" Target="../ink/ink740.xml"/><Relationship Id="rId52" Type="http://schemas.openxmlformats.org/officeDocument/2006/relationships/customXml" Target="../ink/ink744.xml"/><Relationship Id="rId60" Type="http://schemas.openxmlformats.org/officeDocument/2006/relationships/customXml" Target="../ink/ink748.xml"/><Relationship Id="rId65" Type="http://schemas.openxmlformats.org/officeDocument/2006/relationships/image" Target="../media/image718.png"/><Relationship Id="rId73" Type="http://schemas.openxmlformats.org/officeDocument/2006/relationships/image" Target="../media/image722.png"/><Relationship Id="rId78" Type="http://schemas.openxmlformats.org/officeDocument/2006/relationships/customXml" Target="../ink/ink757.xml"/><Relationship Id="rId81" Type="http://schemas.openxmlformats.org/officeDocument/2006/relationships/image" Target="../media/image726.png"/><Relationship Id="rId4" Type="http://schemas.openxmlformats.org/officeDocument/2006/relationships/customXml" Target="../ink/ink720.xml"/><Relationship Id="rId9" Type="http://schemas.openxmlformats.org/officeDocument/2006/relationships/image" Target="../media/image691.png"/><Relationship Id="rId13" Type="http://schemas.openxmlformats.org/officeDocument/2006/relationships/image" Target="../media/image693.png"/><Relationship Id="rId18" Type="http://schemas.openxmlformats.org/officeDocument/2006/relationships/customXml" Target="../ink/ink727.xml"/><Relationship Id="rId39" Type="http://schemas.openxmlformats.org/officeDocument/2006/relationships/image" Target="../media/image706.png"/><Relationship Id="rId34" Type="http://schemas.openxmlformats.org/officeDocument/2006/relationships/customXml" Target="../ink/ink735.xml"/><Relationship Id="rId50" Type="http://schemas.openxmlformats.org/officeDocument/2006/relationships/customXml" Target="../ink/ink743.xml"/><Relationship Id="rId55" Type="http://schemas.openxmlformats.org/officeDocument/2006/relationships/image" Target="../media/image713.png"/><Relationship Id="rId76" Type="http://schemas.openxmlformats.org/officeDocument/2006/relationships/customXml" Target="../ink/ink756.xml"/><Relationship Id="rId7" Type="http://schemas.openxmlformats.org/officeDocument/2006/relationships/image" Target="../media/image690.png"/><Relationship Id="rId71" Type="http://schemas.openxmlformats.org/officeDocument/2006/relationships/image" Target="../media/image721.png"/><Relationship Id="rId2" Type="http://schemas.openxmlformats.org/officeDocument/2006/relationships/customXml" Target="../ink/ink719.xml"/><Relationship Id="rId29" Type="http://schemas.openxmlformats.org/officeDocument/2006/relationships/image" Target="../media/image701.png"/><Relationship Id="rId24" Type="http://schemas.openxmlformats.org/officeDocument/2006/relationships/customXml" Target="../ink/ink730.xml"/><Relationship Id="rId40" Type="http://schemas.openxmlformats.org/officeDocument/2006/relationships/customXml" Target="../ink/ink738.xml"/><Relationship Id="rId45" Type="http://schemas.openxmlformats.org/officeDocument/2006/relationships/image" Target="../media/image709.png"/><Relationship Id="rId66" Type="http://schemas.openxmlformats.org/officeDocument/2006/relationships/customXml" Target="../ink/ink751.xml"/></Relationships>
</file>

<file path=ppt/slides/_rels/slide10.xml.rels><?xml version="1.0" encoding="UTF-8" standalone="yes"?>
<Relationships xmlns="http://schemas.openxmlformats.org/package/2006/relationships"><Relationship Id="rId26" Type="http://schemas.openxmlformats.org/officeDocument/2006/relationships/customXml" Target="../ink/ink772.xml"/><Relationship Id="rId21" Type="http://schemas.openxmlformats.org/officeDocument/2006/relationships/image" Target="../media/image737.png"/><Relationship Id="rId42" Type="http://schemas.openxmlformats.org/officeDocument/2006/relationships/customXml" Target="../ink/ink780.xml"/><Relationship Id="rId47" Type="http://schemas.openxmlformats.org/officeDocument/2006/relationships/image" Target="../media/image750.png"/><Relationship Id="rId63" Type="http://schemas.openxmlformats.org/officeDocument/2006/relationships/image" Target="../media/image758.png"/><Relationship Id="rId68" Type="http://schemas.openxmlformats.org/officeDocument/2006/relationships/customXml" Target="../ink/ink793.xml"/><Relationship Id="rId84" Type="http://schemas.openxmlformats.org/officeDocument/2006/relationships/customXml" Target="../ink/ink801.xml"/><Relationship Id="rId89" Type="http://schemas.openxmlformats.org/officeDocument/2006/relationships/image" Target="../media/image771.png"/><Relationship Id="rId16" Type="http://schemas.openxmlformats.org/officeDocument/2006/relationships/customXml" Target="../ink/ink767.xml"/><Relationship Id="rId11" Type="http://schemas.openxmlformats.org/officeDocument/2006/relationships/image" Target="../media/image732.png"/><Relationship Id="rId32" Type="http://schemas.openxmlformats.org/officeDocument/2006/relationships/customXml" Target="../ink/ink775.xml"/><Relationship Id="rId37" Type="http://schemas.openxmlformats.org/officeDocument/2006/relationships/image" Target="../media/image745.png"/><Relationship Id="rId53" Type="http://schemas.openxmlformats.org/officeDocument/2006/relationships/image" Target="../media/image753.png"/><Relationship Id="rId58" Type="http://schemas.openxmlformats.org/officeDocument/2006/relationships/customXml" Target="../ink/ink788.xml"/><Relationship Id="rId74" Type="http://schemas.openxmlformats.org/officeDocument/2006/relationships/customXml" Target="../ink/ink796.xml"/><Relationship Id="rId79" Type="http://schemas.openxmlformats.org/officeDocument/2006/relationships/image" Target="../media/image766.png"/><Relationship Id="rId5" Type="http://schemas.openxmlformats.org/officeDocument/2006/relationships/image" Target="../media/image729.png"/><Relationship Id="rId14" Type="http://schemas.openxmlformats.org/officeDocument/2006/relationships/customXml" Target="../ink/ink766.xml"/><Relationship Id="rId22" Type="http://schemas.openxmlformats.org/officeDocument/2006/relationships/customXml" Target="../ink/ink770.xml"/><Relationship Id="rId27" Type="http://schemas.openxmlformats.org/officeDocument/2006/relationships/image" Target="../media/image740.png"/><Relationship Id="rId30" Type="http://schemas.openxmlformats.org/officeDocument/2006/relationships/customXml" Target="../ink/ink774.xml"/><Relationship Id="rId35" Type="http://schemas.openxmlformats.org/officeDocument/2006/relationships/image" Target="../media/image744.png"/><Relationship Id="rId43" Type="http://schemas.openxmlformats.org/officeDocument/2006/relationships/image" Target="../media/image748.png"/><Relationship Id="rId48" Type="http://schemas.openxmlformats.org/officeDocument/2006/relationships/customXml" Target="../ink/ink783.xml"/><Relationship Id="rId56" Type="http://schemas.openxmlformats.org/officeDocument/2006/relationships/customXml" Target="../ink/ink787.xml"/><Relationship Id="rId64" Type="http://schemas.openxmlformats.org/officeDocument/2006/relationships/customXml" Target="../ink/ink791.xml"/><Relationship Id="rId69" Type="http://schemas.openxmlformats.org/officeDocument/2006/relationships/image" Target="../media/image761.png"/><Relationship Id="rId77" Type="http://schemas.openxmlformats.org/officeDocument/2006/relationships/image" Target="../media/image765.png"/><Relationship Id="rId8" Type="http://schemas.openxmlformats.org/officeDocument/2006/relationships/customXml" Target="../ink/ink763.xml"/><Relationship Id="rId51" Type="http://schemas.openxmlformats.org/officeDocument/2006/relationships/image" Target="../media/image752.png"/><Relationship Id="rId72" Type="http://schemas.openxmlformats.org/officeDocument/2006/relationships/customXml" Target="../ink/ink795.xml"/><Relationship Id="rId80" Type="http://schemas.openxmlformats.org/officeDocument/2006/relationships/customXml" Target="../ink/ink799.xml"/><Relationship Id="rId85" Type="http://schemas.openxmlformats.org/officeDocument/2006/relationships/image" Target="../media/image769.png"/><Relationship Id="rId3" Type="http://schemas.openxmlformats.org/officeDocument/2006/relationships/image" Target="../media/image728.png"/><Relationship Id="rId12" Type="http://schemas.openxmlformats.org/officeDocument/2006/relationships/customXml" Target="../ink/ink765.xml"/><Relationship Id="rId17" Type="http://schemas.openxmlformats.org/officeDocument/2006/relationships/image" Target="../media/image735.png"/><Relationship Id="rId25" Type="http://schemas.openxmlformats.org/officeDocument/2006/relationships/image" Target="../media/image739.png"/><Relationship Id="rId33" Type="http://schemas.openxmlformats.org/officeDocument/2006/relationships/image" Target="../media/image743.png"/><Relationship Id="rId38" Type="http://schemas.openxmlformats.org/officeDocument/2006/relationships/customXml" Target="../ink/ink778.xml"/><Relationship Id="rId46" Type="http://schemas.openxmlformats.org/officeDocument/2006/relationships/customXml" Target="../ink/ink782.xml"/><Relationship Id="rId59" Type="http://schemas.openxmlformats.org/officeDocument/2006/relationships/image" Target="../media/image756.png"/><Relationship Id="rId67" Type="http://schemas.openxmlformats.org/officeDocument/2006/relationships/image" Target="../media/image760.png"/><Relationship Id="rId20" Type="http://schemas.openxmlformats.org/officeDocument/2006/relationships/customXml" Target="../ink/ink769.xml"/><Relationship Id="rId41" Type="http://schemas.openxmlformats.org/officeDocument/2006/relationships/image" Target="../media/image747.png"/><Relationship Id="rId54" Type="http://schemas.openxmlformats.org/officeDocument/2006/relationships/customXml" Target="../ink/ink786.xml"/><Relationship Id="rId62" Type="http://schemas.openxmlformats.org/officeDocument/2006/relationships/customXml" Target="../ink/ink790.xml"/><Relationship Id="rId70" Type="http://schemas.openxmlformats.org/officeDocument/2006/relationships/customXml" Target="../ink/ink794.xml"/><Relationship Id="rId75" Type="http://schemas.openxmlformats.org/officeDocument/2006/relationships/image" Target="../media/image764.png"/><Relationship Id="rId83" Type="http://schemas.openxmlformats.org/officeDocument/2006/relationships/image" Target="../media/image768.png"/><Relationship Id="rId88" Type="http://schemas.openxmlformats.org/officeDocument/2006/relationships/customXml" Target="../ink/ink803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762.xml"/><Relationship Id="rId15" Type="http://schemas.openxmlformats.org/officeDocument/2006/relationships/image" Target="../media/image734.png"/><Relationship Id="rId23" Type="http://schemas.openxmlformats.org/officeDocument/2006/relationships/image" Target="../media/image738.png"/><Relationship Id="rId28" Type="http://schemas.openxmlformats.org/officeDocument/2006/relationships/customXml" Target="../ink/ink773.xml"/><Relationship Id="rId36" Type="http://schemas.openxmlformats.org/officeDocument/2006/relationships/customXml" Target="../ink/ink777.xml"/><Relationship Id="rId49" Type="http://schemas.openxmlformats.org/officeDocument/2006/relationships/image" Target="../media/image751.png"/><Relationship Id="rId57" Type="http://schemas.openxmlformats.org/officeDocument/2006/relationships/image" Target="../media/image755.png"/><Relationship Id="rId10" Type="http://schemas.openxmlformats.org/officeDocument/2006/relationships/customXml" Target="../ink/ink764.xml"/><Relationship Id="rId31" Type="http://schemas.openxmlformats.org/officeDocument/2006/relationships/image" Target="../media/image742.png"/><Relationship Id="rId44" Type="http://schemas.openxmlformats.org/officeDocument/2006/relationships/customXml" Target="../ink/ink781.xml"/><Relationship Id="rId52" Type="http://schemas.openxmlformats.org/officeDocument/2006/relationships/customXml" Target="../ink/ink785.xml"/><Relationship Id="rId60" Type="http://schemas.openxmlformats.org/officeDocument/2006/relationships/customXml" Target="../ink/ink789.xml"/><Relationship Id="rId65" Type="http://schemas.openxmlformats.org/officeDocument/2006/relationships/image" Target="../media/image759.png"/><Relationship Id="rId73" Type="http://schemas.openxmlformats.org/officeDocument/2006/relationships/image" Target="../media/image763.png"/><Relationship Id="rId78" Type="http://schemas.openxmlformats.org/officeDocument/2006/relationships/customXml" Target="../ink/ink798.xml"/><Relationship Id="rId81" Type="http://schemas.openxmlformats.org/officeDocument/2006/relationships/image" Target="../media/image767.png"/><Relationship Id="rId86" Type="http://schemas.openxmlformats.org/officeDocument/2006/relationships/customXml" Target="../ink/ink802.xml"/><Relationship Id="rId4" Type="http://schemas.openxmlformats.org/officeDocument/2006/relationships/customXml" Target="../ink/ink761.xml"/><Relationship Id="rId9" Type="http://schemas.openxmlformats.org/officeDocument/2006/relationships/image" Target="../media/image731.png"/><Relationship Id="rId13" Type="http://schemas.openxmlformats.org/officeDocument/2006/relationships/image" Target="../media/image733.png"/><Relationship Id="rId18" Type="http://schemas.openxmlformats.org/officeDocument/2006/relationships/customXml" Target="../ink/ink768.xml"/><Relationship Id="rId39" Type="http://schemas.openxmlformats.org/officeDocument/2006/relationships/image" Target="../media/image746.png"/><Relationship Id="rId34" Type="http://schemas.openxmlformats.org/officeDocument/2006/relationships/customXml" Target="../ink/ink776.xml"/><Relationship Id="rId50" Type="http://schemas.openxmlformats.org/officeDocument/2006/relationships/customXml" Target="../ink/ink784.xml"/><Relationship Id="rId55" Type="http://schemas.openxmlformats.org/officeDocument/2006/relationships/image" Target="../media/image754.png"/><Relationship Id="rId76" Type="http://schemas.openxmlformats.org/officeDocument/2006/relationships/customXml" Target="../ink/ink797.xml"/><Relationship Id="rId7" Type="http://schemas.openxmlformats.org/officeDocument/2006/relationships/image" Target="../media/image730.png"/><Relationship Id="rId71" Type="http://schemas.openxmlformats.org/officeDocument/2006/relationships/image" Target="../media/image762.png"/><Relationship Id="rId2" Type="http://schemas.openxmlformats.org/officeDocument/2006/relationships/customXml" Target="../ink/ink760.xml"/><Relationship Id="rId29" Type="http://schemas.openxmlformats.org/officeDocument/2006/relationships/image" Target="../media/image741.png"/><Relationship Id="rId24" Type="http://schemas.openxmlformats.org/officeDocument/2006/relationships/customXml" Target="../ink/ink771.xml"/><Relationship Id="rId40" Type="http://schemas.openxmlformats.org/officeDocument/2006/relationships/customXml" Target="../ink/ink779.xml"/><Relationship Id="rId45" Type="http://schemas.openxmlformats.org/officeDocument/2006/relationships/image" Target="../media/image749.png"/><Relationship Id="rId66" Type="http://schemas.openxmlformats.org/officeDocument/2006/relationships/customXml" Target="../ink/ink792.xml"/><Relationship Id="rId87" Type="http://schemas.openxmlformats.org/officeDocument/2006/relationships/image" Target="../media/image770.png"/><Relationship Id="rId61" Type="http://schemas.openxmlformats.org/officeDocument/2006/relationships/image" Target="../media/image757.png"/><Relationship Id="rId82" Type="http://schemas.openxmlformats.org/officeDocument/2006/relationships/customXml" Target="../ink/ink800.xml"/><Relationship Id="rId19" Type="http://schemas.openxmlformats.org/officeDocument/2006/relationships/image" Target="../media/image736.png"/></Relationships>
</file>

<file path=ppt/slides/_rels/slide11.xml.rels><?xml version="1.0" encoding="UTF-8" standalone="yes"?>
<Relationships xmlns="http://schemas.openxmlformats.org/package/2006/relationships"><Relationship Id="rId26" Type="http://schemas.openxmlformats.org/officeDocument/2006/relationships/customXml" Target="../ink/ink816.xml"/><Relationship Id="rId21" Type="http://schemas.openxmlformats.org/officeDocument/2006/relationships/image" Target="../media/image781.png"/><Relationship Id="rId42" Type="http://schemas.openxmlformats.org/officeDocument/2006/relationships/customXml" Target="../ink/ink824.xml"/><Relationship Id="rId47" Type="http://schemas.openxmlformats.org/officeDocument/2006/relationships/image" Target="../media/image794.png"/><Relationship Id="rId63" Type="http://schemas.openxmlformats.org/officeDocument/2006/relationships/image" Target="../media/image801.png"/><Relationship Id="rId68" Type="http://schemas.openxmlformats.org/officeDocument/2006/relationships/customXml" Target="../ink/ink837.xml"/><Relationship Id="rId16" Type="http://schemas.openxmlformats.org/officeDocument/2006/relationships/customXml" Target="../ink/ink811.xml"/><Relationship Id="rId11" Type="http://schemas.openxmlformats.org/officeDocument/2006/relationships/image" Target="../media/image776.png"/><Relationship Id="rId24" Type="http://schemas.openxmlformats.org/officeDocument/2006/relationships/customXml" Target="../ink/ink815.xml"/><Relationship Id="rId32" Type="http://schemas.openxmlformats.org/officeDocument/2006/relationships/customXml" Target="../ink/ink819.xml"/><Relationship Id="rId37" Type="http://schemas.openxmlformats.org/officeDocument/2006/relationships/image" Target="../media/image789.png"/><Relationship Id="rId40" Type="http://schemas.openxmlformats.org/officeDocument/2006/relationships/customXml" Target="../ink/ink823.xml"/><Relationship Id="rId45" Type="http://schemas.openxmlformats.org/officeDocument/2006/relationships/image" Target="../media/image793.png"/><Relationship Id="rId53" Type="http://schemas.openxmlformats.org/officeDocument/2006/relationships/image" Target="../media/image797.png"/><Relationship Id="rId58" Type="http://schemas.openxmlformats.org/officeDocument/2006/relationships/customXml" Target="../ink/ink832.xml"/><Relationship Id="rId66" Type="http://schemas.openxmlformats.org/officeDocument/2006/relationships/customXml" Target="../ink/ink836.xml"/><Relationship Id="rId74" Type="http://schemas.openxmlformats.org/officeDocument/2006/relationships/customXml" Target="../ink/ink840.xml"/><Relationship Id="rId5" Type="http://schemas.openxmlformats.org/officeDocument/2006/relationships/image" Target="../media/image773.png"/><Relationship Id="rId61" Type="http://schemas.openxmlformats.org/officeDocument/2006/relationships/image" Target="../media/image800.png"/><Relationship Id="rId19" Type="http://schemas.openxmlformats.org/officeDocument/2006/relationships/image" Target="../media/image780.png"/><Relationship Id="rId14" Type="http://schemas.openxmlformats.org/officeDocument/2006/relationships/customXml" Target="../ink/ink810.xml"/><Relationship Id="rId22" Type="http://schemas.openxmlformats.org/officeDocument/2006/relationships/customXml" Target="../ink/ink814.xml"/><Relationship Id="rId27" Type="http://schemas.openxmlformats.org/officeDocument/2006/relationships/image" Target="../media/image784.png"/><Relationship Id="rId30" Type="http://schemas.openxmlformats.org/officeDocument/2006/relationships/customXml" Target="../ink/ink818.xml"/><Relationship Id="rId35" Type="http://schemas.openxmlformats.org/officeDocument/2006/relationships/image" Target="../media/image788.png"/><Relationship Id="rId43" Type="http://schemas.openxmlformats.org/officeDocument/2006/relationships/image" Target="../media/image792.png"/><Relationship Id="rId48" Type="http://schemas.openxmlformats.org/officeDocument/2006/relationships/customXml" Target="../ink/ink827.xml"/><Relationship Id="rId56" Type="http://schemas.openxmlformats.org/officeDocument/2006/relationships/customXml" Target="../ink/ink831.xml"/><Relationship Id="rId64" Type="http://schemas.openxmlformats.org/officeDocument/2006/relationships/customXml" Target="../ink/ink835.xml"/><Relationship Id="rId69" Type="http://schemas.openxmlformats.org/officeDocument/2006/relationships/image" Target="../media/image804.png"/><Relationship Id="rId77" Type="http://schemas.openxmlformats.org/officeDocument/2006/relationships/image" Target="../media/image808.png"/><Relationship Id="rId8" Type="http://schemas.openxmlformats.org/officeDocument/2006/relationships/customXml" Target="../ink/ink807.xml"/><Relationship Id="rId51" Type="http://schemas.openxmlformats.org/officeDocument/2006/relationships/image" Target="../media/image796.png"/><Relationship Id="rId72" Type="http://schemas.openxmlformats.org/officeDocument/2006/relationships/customXml" Target="../ink/ink839.xml"/><Relationship Id="rId3" Type="http://schemas.openxmlformats.org/officeDocument/2006/relationships/image" Target="../media/image772.png"/><Relationship Id="rId12" Type="http://schemas.openxmlformats.org/officeDocument/2006/relationships/customXml" Target="../ink/ink809.xml"/><Relationship Id="rId17" Type="http://schemas.openxmlformats.org/officeDocument/2006/relationships/image" Target="../media/image779.png"/><Relationship Id="rId25" Type="http://schemas.openxmlformats.org/officeDocument/2006/relationships/image" Target="../media/image783.png"/><Relationship Id="rId33" Type="http://schemas.openxmlformats.org/officeDocument/2006/relationships/image" Target="../media/image787.png"/><Relationship Id="rId38" Type="http://schemas.openxmlformats.org/officeDocument/2006/relationships/customXml" Target="../ink/ink822.xml"/><Relationship Id="rId46" Type="http://schemas.openxmlformats.org/officeDocument/2006/relationships/customXml" Target="../ink/ink826.xml"/><Relationship Id="rId59" Type="http://schemas.openxmlformats.org/officeDocument/2006/relationships/image" Target="../media/image799.png"/><Relationship Id="rId67" Type="http://schemas.openxmlformats.org/officeDocument/2006/relationships/image" Target="../media/image803.png"/><Relationship Id="rId20" Type="http://schemas.openxmlformats.org/officeDocument/2006/relationships/customXml" Target="../ink/ink813.xml"/><Relationship Id="rId41" Type="http://schemas.openxmlformats.org/officeDocument/2006/relationships/image" Target="../media/image791.png"/><Relationship Id="rId54" Type="http://schemas.openxmlformats.org/officeDocument/2006/relationships/customXml" Target="../ink/ink830.xml"/><Relationship Id="rId62" Type="http://schemas.openxmlformats.org/officeDocument/2006/relationships/customXml" Target="../ink/ink834.xml"/><Relationship Id="rId70" Type="http://schemas.openxmlformats.org/officeDocument/2006/relationships/customXml" Target="../ink/ink838.xml"/><Relationship Id="rId75" Type="http://schemas.openxmlformats.org/officeDocument/2006/relationships/image" Target="../media/image807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806.xml"/><Relationship Id="rId15" Type="http://schemas.openxmlformats.org/officeDocument/2006/relationships/image" Target="../media/image778.png"/><Relationship Id="rId23" Type="http://schemas.openxmlformats.org/officeDocument/2006/relationships/image" Target="../media/image782.png"/><Relationship Id="rId28" Type="http://schemas.openxmlformats.org/officeDocument/2006/relationships/customXml" Target="../ink/ink817.xml"/><Relationship Id="rId36" Type="http://schemas.openxmlformats.org/officeDocument/2006/relationships/customXml" Target="../ink/ink821.xml"/><Relationship Id="rId49" Type="http://schemas.openxmlformats.org/officeDocument/2006/relationships/image" Target="../media/image795.png"/><Relationship Id="rId57" Type="http://schemas.openxmlformats.org/officeDocument/2006/relationships/image" Target="../media/image283.png"/><Relationship Id="rId10" Type="http://schemas.openxmlformats.org/officeDocument/2006/relationships/customXml" Target="../ink/ink808.xml"/><Relationship Id="rId31" Type="http://schemas.openxmlformats.org/officeDocument/2006/relationships/image" Target="../media/image786.png"/><Relationship Id="rId44" Type="http://schemas.openxmlformats.org/officeDocument/2006/relationships/customXml" Target="../ink/ink825.xml"/><Relationship Id="rId52" Type="http://schemas.openxmlformats.org/officeDocument/2006/relationships/customXml" Target="../ink/ink829.xml"/><Relationship Id="rId60" Type="http://schemas.openxmlformats.org/officeDocument/2006/relationships/customXml" Target="../ink/ink833.xml"/><Relationship Id="rId65" Type="http://schemas.openxmlformats.org/officeDocument/2006/relationships/image" Target="../media/image802.png"/><Relationship Id="rId73" Type="http://schemas.openxmlformats.org/officeDocument/2006/relationships/image" Target="../media/image806.png"/><Relationship Id="rId4" Type="http://schemas.openxmlformats.org/officeDocument/2006/relationships/customXml" Target="../ink/ink805.xml"/><Relationship Id="rId9" Type="http://schemas.openxmlformats.org/officeDocument/2006/relationships/image" Target="../media/image775.png"/><Relationship Id="rId13" Type="http://schemas.openxmlformats.org/officeDocument/2006/relationships/image" Target="../media/image777.png"/><Relationship Id="rId18" Type="http://schemas.openxmlformats.org/officeDocument/2006/relationships/customXml" Target="../ink/ink812.xml"/><Relationship Id="rId39" Type="http://schemas.openxmlformats.org/officeDocument/2006/relationships/image" Target="../media/image790.png"/><Relationship Id="rId34" Type="http://schemas.openxmlformats.org/officeDocument/2006/relationships/customXml" Target="../ink/ink820.xml"/><Relationship Id="rId50" Type="http://schemas.openxmlformats.org/officeDocument/2006/relationships/customXml" Target="../ink/ink828.xml"/><Relationship Id="rId55" Type="http://schemas.openxmlformats.org/officeDocument/2006/relationships/image" Target="../media/image798.png"/><Relationship Id="rId76" Type="http://schemas.openxmlformats.org/officeDocument/2006/relationships/customXml" Target="../ink/ink841.xml"/><Relationship Id="rId7" Type="http://schemas.openxmlformats.org/officeDocument/2006/relationships/image" Target="../media/image774.png"/><Relationship Id="rId71" Type="http://schemas.openxmlformats.org/officeDocument/2006/relationships/image" Target="../media/image805.png"/><Relationship Id="rId2" Type="http://schemas.openxmlformats.org/officeDocument/2006/relationships/customXml" Target="../ink/ink804.xml"/><Relationship Id="rId29" Type="http://schemas.openxmlformats.org/officeDocument/2006/relationships/image" Target="../media/image785.png"/></Relationships>
</file>

<file path=ppt/slides/_rels/slide1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865.png"/><Relationship Id="rId21" Type="http://schemas.openxmlformats.org/officeDocument/2006/relationships/image" Target="../media/image818.png"/><Relationship Id="rId42" Type="http://schemas.openxmlformats.org/officeDocument/2006/relationships/customXml" Target="../ink/ink862.xml"/><Relationship Id="rId63" Type="http://schemas.openxmlformats.org/officeDocument/2006/relationships/image" Target="../media/image839.png"/><Relationship Id="rId84" Type="http://schemas.openxmlformats.org/officeDocument/2006/relationships/customXml" Target="../ink/ink883.xml"/><Relationship Id="rId138" Type="http://schemas.openxmlformats.org/officeDocument/2006/relationships/customXml" Target="../ink/ink910.xml"/><Relationship Id="rId107" Type="http://schemas.openxmlformats.org/officeDocument/2006/relationships/image" Target="../media/image860.png"/><Relationship Id="rId11" Type="http://schemas.openxmlformats.org/officeDocument/2006/relationships/image" Target="../media/image813.png"/><Relationship Id="rId32" Type="http://schemas.openxmlformats.org/officeDocument/2006/relationships/customXml" Target="../ink/ink857.xml"/><Relationship Id="rId53" Type="http://schemas.openxmlformats.org/officeDocument/2006/relationships/image" Target="../media/image834.png"/><Relationship Id="rId74" Type="http://schemas.openxmlformats.org/officeDocument/2006/relationships/customXml" Target="../ink/ink878.xml"/><Relationship Id="rId128" Type="http://schemas.openxmlformats.org/officeDocument/2006/relationships/customXml" Target="../ink/ink905.xml"/><Relationship Id="rId149" Type="http://schemas.openxmlformats.org/officeDocument/2006/relationships/image" Target="../media/image881.png"/><Relationship Id="rId5" Type="http://schemas.openxmlformats.org/officeDocument/2006/relationships/image" Target="../media/image810.png"/><Relationship Id="rId95" Type="http://schemas.openxmlformats.org/officeDocument/2006/relationships/image" Target="../media/image854.png"/><Relationship Id="rId22" Type="http://schemas.openxmlformats.org/officeDocument/2006/relationships/customXml" Target="../ink/ink852.xml"/><Relationship Id="rId27" Type="http://schemas.openxmlformats.org/officeDocument/2006/relationships/image" Target="../media/image821.png"/><Relationship Id="rId43" Type="http://schemas.openxmlformats.org/officeDocument/2006/relationships/image" Target="../media/image829.png"/><Relationship Id="rId48" Type="http://schemas.openxmlformats.org/officeDocument/2006/relationships/customXml" Target="../ink/ink865.xml"/><Relationship Id="rId64" Type="http://schemas.openxmlformats.org/officeDocument/2006/relationships/customXml" Target="../ink/ink873.xml"/><Relationship Id="rId69" Type="http://schemas.openxmlformats.org/officeDocument/2006/relationships/image" Target="../media/image229.png"/><Relationship Id="rId113" Type="http://schemas.openxmlformats.org/officeDocument/2006/relationships/image" Target="../media/image863.png"/><Relationship Id="rId118" Type="http://schemas.openxmlformats.org/officeDocument/2006/relationships/customXml" Target="../ink/ink900.xml"/><Relationship Id="rId134" Type="http://schemas.openxmlformats.org/officeDocument/2006/relationships/customXml" Target="../ink/ink908.xml"/><Relationship Id="rId139" Type="http://schemas.openxmlformats.org/officeDocument/2006/relationships/image" Target="../media/image876.png"/><Relationship Id="rId80" Type="http://schemas.openxmlformats.org/officeDocument/2006/relationships/customXml" Target="../ink/ink881.xml"/><Relationship Id="rId85" Type="http://schemas.openxmlformats.org/officeDocument/2006/relationships/image" Target="../media/image849.png"/><Relationship Id="rId150" Type="http://schemas.openxmlformats.org/officeDocument/2006/relationships/customXml" Target="../ink/ink916.xml"/><Relationship Id="rId12" Type="http://schemas.openxmlformats.org/officeDocument/2006/relationships/customXml" Target="../ink/ink847.xml"/><Relationship Id="rId17" Type="http://schemas.openxmlformats.org/officeDocument/2006/relationships/image" Target="../media/image816.png"/><Relationship Id="rId33" Type="http://schemas.openxmlformats.org/officeDocument/2006/relationships/image" Target="../media/image824.png"/><Relationship Id="rId38" Type="http://schemas.openxmlformats.org/officeDocument/2006/relationships/customXml" Target="../ink/ink860.xml"/><Relationship Id="rId59" Type="http://schemas.openxmlformats.org/officeDocument/2006/relationships/image" Target="../media/image837.png"/><Relationship Id="rId103" Type="http://schemas.openxmlformats.org/officeDocument/2006/relationships/image" Target="../media/image858.png"/><Relationship Id="rId108" Type="http://schemas.openxmlformats.org/officeDocument/2006/relationships/customXml" Target="../ink/ink895.xml"/><Relationship Id="rId124" Type="http://schemas.openxmlformats.org/officeDocument/2006/relationships/customXml" Target="../ink/ink903.xml"/><Relationship Id="rId129" Type="http://schemas.openxmlformats.org/officeDocument/2006/relationships/image" Target="../media/image871.png"/><Relationship Id="rId54" Type="http://schemas.openxmlformats.org/officeDocument/2006/relationships/customXml" Target="../ink/ink868.xml"/><Relationship Id="rId70" Type="http://schemas.openxmlformats.org/officeDocument/2006/relationships/customXml" Target="../ink/ink876.xml"/><Relationship Id="rId75" Type="http://schemas.openxmlformats.org/officeDocument/2006/relationships/image" Target="../media/image844.png"/><Relationship Id="rId91" Type="http://schemas.openxmlformats.org/officeDocument/2006/relationships/image" Target="../media/image852.png"/><Relationship Id="rId96" Type="http://schemas.openxmlformats.org/officeDocument/2006/relationships/customXml" Target="../ink/ink889.xml"/><Relationship Id="rId140" Type="http://schemas.openxmlformats.org/officeDocument/2006/relationships/customXml" Target="../ink/ink911.xml"/><Relationship Id="rId145" Type="http://schemas.openxmlformats.org/officeDocument/2006/relationships/image" Target="../media/image879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844.xml"/><Relationship Id="rId23" Type="http://schemas.openxmlformats.org/officeDocument/2006/relationships/image" Target="../media/image819.png"/><Relationship Id="rId28" Type="http://schemas.openxmlformats.org/officeDocument/2006/relationships/customXml" Target="../ink/ink855.xml"/><Relationship Id="rId49" Type="http://schemas.openxmlformats.org/officeDocument/2006/relationships/image" Target="../media/image832.png"/><Relationship Id="rId114" Type="http://schemas.openxmlformats.org/officeDocument/2006/relationships/customXml" Target="../ink/ink898.xml"/><Relationship Id="rId119" Type="http://schemas.openxmlformats.org/officeDocument/2006/relationships/image" Target="../media/image866.png"/><Relationship Id="rId44" Type="http://schemas.openxmlformats.org/officeDocument/2006/relationships/customXml" Target="../ink/ink863.xml"/><Relationship Id="rId60" Type="http://schemas.openxmlformats.org/officeDocument/2006/relationships/customXml" Target="../ink/ink871.xml"/><Relationship Id="rId65" Type="http://schemas.openxmlformats.org/officeDocument/2006/relationships/image" Target="../media/image840.png"/><Relationship Id="rId81" Type="http://schemas.openxmlformats.org/officeDocument/2006/relationships/image" Target="../media/image847.png"/><Relationship Id="rId86" Type="http://schemas.openxmlformats.org/officeDocument/2006/relationships/customXml" Target="../ink/ink884.xml"/><Relationship Id="rId130" Type="http://schemas.openxmlformats.org/officeDocument/2006/relationships/customXml" Target="../ink/ink906.xml"/><Relationship Id="rId135" Type="http://schemas.openxmlformats.org/officeDocument/2006/relationships/image" Target="../media/image874.png"/><Relationship Id="rId151" Type="http://schemas.openxmlformats.org/officeDocument/2006/relationships/image" Target="../media/image882.png"/><Relationship Id="rId13" Type="http://schemas.openxmlformats.org/officeDocument/2006/relationships/image" Target="../media/image814.png"/><Relationship Id="rId18" Type="http://schemas.openxmlformats.org/officeDocument/2006/relationships/customXml" Target="../ink/ink850.xml"/><Relationship Id="rId39" Type="http://schemas.openxmlformats.org/officeDocument/2006/relationships/image" Target="../media/image827.png"/><Relationship Id="rId109" Type="http://schemas.openxmlformats.org/officeDocument/2006/relationships/image" Target="../media/image861.png"/><Relationship Id="rId34" Type="http://schemas.openxmlformats.org/officeDocument/2006/relationships/customXml" Target="../ink/ink858.xml"/><Relationship Id="rId50" Type="http://schemas.openxmlformats.org/officeDocument/2006/relationships/customXml" Target="../ink/ink866.xml"/><Relationship Id="rId55" Type="http://schemas.openxmlformats.org/officeDocument/2006/relationships/image" Target="../media/image835.png"/><Relationship Id="rId76" Type="http://schemas.openxmlformats.org/officeDocument/2006/relationships/customXml" Target="../ink/ink879.xml"/><Relationship Id="rId97" Type="http://schemas.openxmlformats.org/officeDocument/2006/relationships/image" Target="../media/image855.png"/><Relationship Id="rId104" Type="http://schemas.openxmlformats.org/officeDocument/2006/relationships/customXml" Target="../ink/ink893.xml"/><Relationship Id="rId120" Type="http://schemas.openxmlformats.org/officeDocument/2006/relationships/customXml" Target="../ink/ink901.xml"/><Relationship Id="rId125" Type="http://schemas.openxmlformats.org/officeDocument/2006/relationships/image" Target="../media/image869.png"/><Relationship Id="rId141" Type="http://schemas.openxmlformats.org/officeDocument/2006/relationships/image" Target="../media/image877.png"/><Relationship Id="rId146" Type="http://schemas.openxmlformats.org/officeDocument/2006/relationships/customXml" Target="../ink/ink914.xml"/><Relationship Id="rId7" Type="http://schemas.openxmlformats.org/officeDocument/2006/relationships/image" Target="../media/image811.png"/><Relationship Id="rId71" Type="http://schemas.openxmlformats.org/officeDocument/2006/relationships/image" Target="../media/image842.png"/><Relationship Id="rId92" Type="http://schemas.openxmlformats.org/officeDocument/2006/relationships/customXml" Target="../ink/ink887.xml"/><Relationship Id="rId2" Type="http://schemas.openxmlformats.org/officeDocument/2006/relationships/customXml" Target="../ink/ink842.xml"/><Relationship Id="rId29" Type="http://schemas.openxmlformats.org/officeDocument/2006/relationships/image" Target="../media/image822.png"/><Relationship Id="rId24" Type="http://schemas.openxmlformats.org/officeDocument/2006/relationships/customXml" Target="../ink/ink853.xml"/><Relationship Id="rId40" Type="http://schemas.openxmlformats.org/officeDocument/2006/relationships/customXml" Target="../ink/ink861.xml"/><Relationship Id="rId45" Type="http://schemas.openxmlformats.org/officeDocument/2006/relationships/image" Target="../media/image830.png"/><Relationship Id="rId66" Type="http://schemas.openxmlformats.org/officeDocument/2006/relationships/customXml" Target="../ink/ink874.xml"/><Relationship Id="rId87" Type="http://schemas.openxmlformats.org/officeDocument/2006/relationships/image" Target="../media/image850.png"/><Relationship Id="rId110" Type="http://schemas.openxmlformats.org/officeDocument/2006/relationships/customXml" Target="../ink/ink896.xml"/><Relationship Id="rId115" Type="http://schemas.openxmlformats.org/officeDocument/2006/relationships/image" Target="../media/image864.png"/><Relationship Id="rId131" Type="http://schemas.openxmlformats.org/officeDocument/2006/relationships/image" Target="../media/image872.png"/><Relationship Id="rId136" Type="http://schemas.openxmlformats.org/officeDocument/2006/relationships/customXml" Target="../ink/ink909.xml"/><Relationship Id="rId61" Type="http://schemas.openxmlformats.org/officeDocument/2006/relationships/image" Target="../media/image838.png"/><Relationship Id="rId82" Type="http://schemas.openxmlformats.org/officeDocument/2006/relationships/customXml" Target="../ink/ink882.xml"/><Relationship Id="rId19" Type="http://schemas.openxmlformats.org/officeDocument/2006/relationships/image" Target="../media/image817.png"/><Relationship Id="rId14" Type="http://schemas.openxmlformats.org/officeDocument/2006/relationships/customXml" Target="../ink/ink848.xml"/><Relationship Id="rId30" Type="http://schemas.openxmlformats.org/officeDocument/2006/relationships/customXml" Target="../ink/ink856.xml"/><Relationship Id="rId35" Type="http://schemas.openxmlformats.org/officeDocument/2006/relationships/image" Target="../media/image825.png"/><Relationship Id="rId56" Type="http://schemas.openxmlformats.org/officeDocument/2006/relationships/customXml" Target="../ink/ink869.xml"/><Relationship Id="rId77" Type="http://schemas.openxmlformats.org/officeDocument/2006/relationships/image" Target="../media/image845.png"/><Relationship Id="rId100" Type="http://schemas.openxmlformats.org/officeDocument/2006/relationships/customXml" Target="../ink/ink891.xml"/><Relationship Id="rId105" Type="http://schemas.openxmlformats.org/officeDocument/2006/relationships/image" Target="../media/image859.png"/><Relationship Id="rId126" Type="http://schemas.openxmlformats.org/officeDocument/2006/relationships/customXml" Target="../ink/ink904.xml"/><Relationship Id="rId147" Type="http://schemas.openxmlformats.org/officeDocument/2006/relationships/image" Target="../media/image880.png"/><Relationship Id="rId8" Type="http://schemas.openxmlformats.org/officeDocument/2006/relationships/customXml" Target="../ink/ink845.xml"/><Relationship Id="rId51" Type="http://schemas.openxmlformats.org/officeDocument/2006/relationships/image" Target="../media/image833.png"/><Relationship Id="rId72" Type="http://schemas.openxmlformats.org/officeDocument/2006/relationships/customXml" Target="../ink/ink877.xml"/><Relationship Id="rId93" Type="http://schemas.openxmlformats.org/officeDocument/2006/relationships/image" Target="../media/image853.png"/><Relationship Id="rId98" Type="http://schemas.openxmlformats.org/officeDocument/2006/relationships/customXml" Target="../ink/ink890.xml"/><Relationship Id="rId121" Type="http://schemas.openxmlformats.org/officeDocument/2006/relationships/image" Target="../media/image867.png"/><Relationship Id="rId142" Type="http://schemas.openxmlformats.org/officeDocument/2006/relationships/customXml" Target="../ink/ink912.xml"/><Relationship Id="rId3" Type="http://schemas.openxmlformats.org/officeDocument/2006/relationships/image" Target="../media/image809.png"/><Relationship Id="rId25" Type="http://schemas.openxmlformats.org/officeDocument/2006/relationships/image" Target="../media/image820.png"/><Relationship Id="rId46" Type="http://schemas.openxmlformats.org/officeDocument/2006/relationships/customXml" Target="../ink/ink864.xml"/><Relationship Id="rId67" Type="http://schemas.openxmlformats.org/officeDocument/2006/relationships/image" Target="../media/image841.png"/><Relationship Id="rId116" Type="http://schemas.openxmlformats.org/officeDocument/2006/relationships/customXml" Target="../ink/ink899.xml"/><Relationship Id="rId137" Type="http://schemas.openxmlformats.org/officeDocument/2006/relationships/image" Target="../media/image875.png"/><Relationship Id="rId20" Type="http://schemas.openxmlformats.org/officeDocument/2006/relationships/customXml" Target="../ink/ink851.xml"/><Relationship Id="rId41" Type="http://schemas.openxmlformats.org/officeDocument/2006/relationships/image" Target="../media/image828.png"/><Relationship Id="rId62" Type="http://schemas.openxmlformats.org/officeDocument/2006/relationships/customXml" Target="../ink/ink872.xml"/><Relationship Id="rId83" Type="http://schemas.openxmlformats.org/officeDocument/2006/relationships/image" Target="../media/image848.png"/><Relationship Id="rId88" Type="http://schemas.openxmlformats.org/officeDocument/2006/relationships/customXml" Target="../ink/ink885.xml"/><Relationship Id="rId111" Type="http://schemas.openxmlformats.org/officeDocument/2006/relationships/image" Target="../media/image862.png"/><Relationship Id="rId132" Type="http://schemas.openxmlformats.org/officeDocument/2006/relationships/customXml" Target="../ink/ink907.xml"/><Relationship Id="rId15" Type="http://schemas.openxmlformats.org/officeDocument/2006/relationships/image" Target="../media/image815.png"/><Relationship Id="rId36" Type="http://schemas.openxmlformats.org/officeDocument/2006/relationships/customXml" Target="../ink/ink859.xml"/><Relationship Id="rId57" Type="http://schemas.openxmlformats.org/officeDocument/2006/relationships/image" Target="../media/image836.png"/><Relationship Id="rId106" Type="http://schemas.openxmlformats.org/officeDocument/2006/relationships/customXml" Target="../ink/ink894.xml"/><Relationship Id="rId127" Type="http://schemas.openxmlformats.org/officeDocument/2006/relationships/image" Target="../media/image870.png"/><Relationship Id="rId10" Type="http://schemas.openxmlformats.org/officeDocument/2006/relationships/customXml" Target="../ink/ink846.xml"/><Relationship Id="rId31" Type="http://schemas.openxmlformats.org/officeDocument/2006/relationships/image" Target="../media/image823.png"/><Relationship Id="rId52" Type="http://schemas.openxmlformats.org/officeDocument/2006/relationships/customXml" Target="../ink/ink867.xml"/><Relationship Id="rId73" Type="http://schemas.openxmlformats.org/officeDocument/2006/relationships/image" Target="../media/image843.png"/><Relationship Id="rId78" Type="http://schemas.openxmlformats.org/officeDocument/2006/relationships/customXml" Target="../ink/ink880.xml"/><Relationship Id="rId94" Type="http://schemas.openxmlformats.org/officeDocument/2006/relationships/customXml" Target="../ink/ink888.xml"/><Relationship Id="rId99" Type="http://schemas.openxmlformats.org/officeDocument/2006/relationships/image" Target="../media/image856.png"/><Relationship Id="rId101" Type="http://schemas.openxmlformats.org/officeDocument/2006/relationships/image" Target="../media/image857.png"/><Relationship Id="rId122" Type="http://schemas.openxmlformats.org/officeDocument/2006/relationships/customXml" Target="../ink/ink902.xml"/><Relationship Id="rId143" Type="http://schemas.openxmlformats.org/officeDocument/2006/relationships/image" Target="../media/image878.png"/><Relationship Id="rId148" Type="http://schemas.openxmlformats.org/officeDocument/2006/relationships/customXml" Target="../ink/ink915.xml"/><Relationship Id="rId4" Type="http://schemas.openxmlformats.org/officeDocument/2006/relationships/customXml" Target="../ink/ink843.xml"/><Relationship Id="rId9" Type="http://schemas.openxmlformats.org/officeDocument/2006/relationships/image" Target="../media/image812.png"/><Relationship Id="rId26" Type="http://schemas.openxmlformats.org/officeDocument/2006/relationships/customXml" Target="../ink/ink854.xml"/><Relationship Id="rId47" Type="http://schemas.openxmlformats.org/officeDocument/2006/relationships/image" Target="../media/image831.png"/><Relationship Id="rId68" Type="http://schemas.openxmlformats.org/officeDocument/2006/relationships/customXml" Target="../ink/ink875.xml"/><Relationship Id="rId89" Type="http://schemas.openxmlformats.org/officeDocument/2006/relationships/image" Target="../media/image851.png"/><Relationship Id="rId112" Type="http://schemas.openxmlformats.org/officeDocument/2006/relationships/customXml" Target="../ink/ink897.xml"/><Relationship Id="rId133" Type="http://schemas.openxmlformats.org/officeDocument/2006/relationships/image" Target="../media/image873.png"/><Relationship Id="rId16" Type="http://schemas.openxmlformats.org/officeDocument/2006/relationships/customXml" Target="../ink/ink849.xml"/><Relationship Id="rId37" Type="http://schemas.openxmlformats.org/officeDocument/2006/relationships/image" Target="../media/image826.png"/><Relationship Id="rId58" Type="http://schemas.openxmlformats.org/officeDocument/2006/relationships/customXml" Target="../ink/ink870.xml"/><Relationship Id="rId79" Type="http://schemas.openxmlformats.org/officeDocument/2006/relationships/image" Target="../media/image846.png"/><Relationship Id="rId102" Type="http://schemas.openxmlformats.org/officeDocument/2006/relationships/customXml" Target="../ink/ink892.xml"/><Relationship Id="rId123" Type="http://schemas.openxmlformats.org/officeDocument/2006/relationships/image" Target="../media/image868.png"/><Relationship Id="rId144" Type="http://schemas.openxmlformats.org/officeDocument/2006/relationships/customXml" Target="../ink/ink913.xml"/><Relationship Id="rId90" Type="http://schemas.openxmlformats.org/officeDocument/2006/relationships/customXml" Target="../ink/ink886.xml"/></Relationships>
</file>

<file path=ppt/slides/_rels/slide1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938.png"/><Relationship Id="rId21" Type="http://schemas.openxmlformats.org/officeDocument/2006/relationships/image" Target="../media/image891.png"/><Relationship Id="rId63" Type="http://schemas.openxmlformats.org/officeDocument/2006/relationships/image" Target="../media/image912.png"/><Relationship Id="rId159" Type="http://schemas.openxmlformats.org/officeDocument/2006/relationships/image" Target="../media/image959.png"/><Relationship Id="rId170" Type="http://schemas.openxmlformats.org/officeDocument/2006/relationships/customXml" Target="../ink/ink1001.xml"/><Relationship Id="rId226" Type="http://schemas.openxmlformats.org/officeDocument/2006/relationships/image" Target="../media/image991.png"/><Relationship Id="rId268" Type="http://schemas.openxmlformats.org/officeDocument/2006/relationships/image" Target="../media/image1011.png"/><Relationship Id="rId32" Type="http://schemas.openxmlformats.org/officeDocument/2006/relationships/customXml" Target="../ink/ink932.xml"/><Relationship Id="rId74" Type="http://schemas.openxmlformats.org/officeDocument/2006/relationships/customXml" Target="../ink/ink953.xml"/><Relationship Id="rId128" Type="http://schemas.openxmlformats.org/officeDocument/2006/relationships/customXml" Target="../ink/ink980.xml"/><Relationship Id="rId5" Type="http://schemas.openxmlformats.org/officeDocument/2006/relationships/image" Target="../media/image883.png"/><Relationship Id="rId181" Type="http://schemas.openxmlformats.org/officeDocument/2006/relationships/image" Target="../media/image969.png"/><Relationship Id="rId237" Type="http://schemas.openxmlformats.org/officeDocument/2006/relationships/customXml" Target="../ink/ink1035.xml"/><Relationship Id="rId279" Type="http://schemas.openxmlformats.org/officeDocument/2006/relationships/customXml" Target="../ink/ink1056.xml"/><Relationship Id="rId22" Type="http://schemas.openxmlformats.org/officeDocument/2006/relationships/customXml" Target="../ink/ink927.xml"/><Relationship Id="rId43" Type="http://schemas.openxmlformats.org/officeDocument/2006/relationships/image" Target="../media/image902.png"/><Relationship Id="rId64" Type="http://schemas.openxmlformats.org/officeDocument/2006/relationships/customXml" Target="../ink/ink948.xml"/><Relationship Id="rId118" Type="http://schemas.openxmlformats.org/officeDocument/2006/relationships/customXml" Target="../ink/ink975.xml"/><Relationship Id="rId139" Type="http://schemas.openxmlformats.org/officeDocument/2006/relationships/image" Target="../media/image949.png"/><Relationship Id="rId85" Type="http://schemas.openxmlformats.org/officeDocument/2006/relationships/image" Target="../media/image923.png"/><Relationship Id="rId150" Type="http://schemas.openxmlformats.org/officeDocument/2006/relationships/customXml" Target="../ink/ink991.xml"/><Relationship Id="rId171" Type="http://schemas.openxmlformats.org/officeDocument/2006/relationships/image" Target="../media/image964.png"/><Relationship Id="rId192" Type="http://schemas.openxmlformats.org/officeDocument/2006/relationships/customXml" Target="../ink/ink1012.xml"/><Relationship Id="rId206" Type="http://schemas.openxmlformats.org/officeDocument/2006/relationships/image" Target="../media/image981.png"/><Relationship Id="rId227" Type="http://schemas.openxmlformats.org/officeDocument/2006/relationships/customXml" Target="../ink/ink1030.xml"/><Relationship Id="rId248" Type="http://schemas.openxmlformats.org/officeDocument/2006/relationships/image" Target="../media/image1001.png"/><Relationship Id="rId269" Type="http://schemas.openxmlformats.org/officeDocument/2006/relationships/customXml" Target="../ink/ink1051.xml"/><Relationship Id="rId12" Type="http://schemas.openxmlformats.org/officeDocument/2006/relationships/customXml" Target="../ink/ink922.xml"/><Relationship Id="rId33" Type="http://schemas.openxmlformats.org/officeDocument/2006/relationships/image" Target="../media/image897.png"/><Relationship Id="rId108" Type="http://schemas.openxmlformats.org/officeDocument/2006/relationships/customXml" Target="../ink/ink970.xml"/><Relationship Id="rId129" Type="http://schemas.openxmlformats.org/officeDocument/2006/relationships/image" Target="../media/image944.png"/><Relationship Id="rId280" Type="http://schemas.openxmlformats.org/officeDocument/2006/relationships/image" Target="../media/image1017.png"/><Relationship Id="rId54" Type="http://schemas.openxmlformats.org/officeDocument/2006/relationships/customXml" Target="../ink/ink943.xml"/><Relationship Id="rId75" Type="http://schemas.openxmlformats.org/officeDocument/2006/relationships/image" Target="../media/image918.png"/><Relationship Id="rId96" Type="http://schemas.openxmlformats.org/officeDocument/2006/relationships/customXml" Target="../ink/ink964.xml"/><Relationship Id="rId140" Type="http://schemas.openxmlformats.org/officeDocument/2006/relationships/customXml" Target="../ink/ink986.xml"/><Relationship Id="rId161" Type="http://schemas.openxmlformats.org/officeDocument/2006/relationships/image" Target="../media/image960.png"/><Relationship Id="rId182" Type="http://schemas.openxmlformats.org/officeDocument/2006/relationships/customXml" Target="../ink/ink1007.xml"/><Relationship Id="rId217" Type="http://schemas.openxmlformats.org/officeDocument/2006/relationships/customXml" Target="../ink/ink1025.xml"/><Relationship Id="rId6" Type="http://schemas.openxmlformats.org/officeDocument/2006/relationships/customXml" Target="../ink/ink919.xml"/><Relationship Id="rId238" Type="http://schemas.openxmlformats.org/officeDocument/2006/relationships/image" Target="../media/image996.png"/><Relationship Id="rId259" Type="http://schemas.openxmlformats.org/officeDocument/2006/relationships/customXml" Target="../ink/ink1046.xml"/><Relationship Id="rId23" Type="http://schemas.openxmlformats.org/officeDocument/2006/relationships/image" Target="../media/image892.png"/><Relationship Id="rId119" Type="http://schemas.openxmlformats.org/officeDocument/2006/relationships/image" Target="../media/image939.png"/><Relationship Id="rId270" Type="http://schemas.openxmlformats.org/officeDocument/2006/relationships/image" Target="../media/image1012.png"/><Relationship Id="rId44" Type="http://schemas.openxmlformats.org/officeDocument/2006/relationships/customXml" Target="../ink/ink938.xml"/><Relationship Id="rId65" Type="http://schemas.openxmlformats.org/officeDocument/2006/relationships/image" Target="../media/image913.png"/><Relationship Id="rId86" Type="http://schemas.openxmlformats.org/officeDocument/2006/relationships/customXml" Target="../ink/ink959.xml"/><Relationship Id="rId130" Type="http://schemas.openxmlformats.org/officeDocument/2006/relationships/customXml" Target="../ink/ink981.xml"/><Relationship Id="rId151" Type="http://schemas.openxmlformats.org/officeDocument/2006/relationships/image" Target="../media/image955.png"/><Relationship Id="rId172" Type="http://schemas.openxmlformats.org/officeDocument/2006/relationships/customXml" Target="../ink/ink1002.xml"/><Relationship Id="rId193" Type="http://schemas.openxmlformats.org/officeDocument/2006/relationships/image" Target="../media/image975.png"/><Relationship Id="rId207" Type="http://schemas.openxmlformats.org/officeDocument/2006/relationships/customXml" Target="../ink/ink1020.xml"/><Relationship Id="rId228" Type="http://schemas.openxmlformats.org/officeDocument/2006/relationships/image" Target="../media/image323.png"/><Relationship Id="rId249" Type="http://schemas.openxmlformats.org/officeDocument/2006/relationships/customXml" Target="../ink/ink1041.xml"/><Relationship Id="rId13" Type="http://schemas.openxmlformats.org/officeDocument/2006/relationships/image" Target="../media/image887.png"/><Relationship Id="rId109" Type="http://schemas.openxmlformats.org/officeDocument/2006/relationships/image" Target="../media/image934.png"/><Relationship Id="rId260" Type="http://schemas.openxmlformats.org/officeDocument/2006/relationships/image" Target="../media/image1007.png"/><Relationship Id="rId281" Type="http://schemas.openxmlformats.org/officeDocument/2006/relationships/customXml" Target="../ink/ink1057.xml"/><Relationship Id="rId34" Type="http://schemas.openxmlformats.org/officeDocument/2006/relationships/customXml" Target="../ink/ink933.xml"/><Relationship Id="rId55" Type="http://schemas.openxmlformats.org/officeDocument/2006/relationships/image" Target="../media/image908.png"/><Relationship Id="rId76" Type="http://schemas.openxmlformats.org/officeDocument/2006/relationships/customXml" Target="../ink/ink954.xml"/><Relationship Id="rId97" Type="http://schemas.openxmlformats.org/officeDocument/2006/relationships/image" Target="../media/image929.png"/><Relationship Id="rId120" Type="http://schemas.openxmlformats.org/officeDocument/2006/relationships/customXml" Target="../ink/ink976.xml"/><Relationship Id="rId141" Type="http://schemas.openxmlformats.org/officeDocument/2006/relationships/image" Target="../media/image950.png"/><Relationship Id="rId7" Type="http://schemas.openxmlformats.org/officeDocument/2006/relationships/image" Target="../media/image884.png"/><Relationship Id="rId162" Type="http://schemas.openxmlformats.org/officeDocument/2006/relationships/customXml" Target="../ink/ink997.xml"/><Relationship Id="rId183" Type="http://schemas.openxmlformats.org/officeDocument/2006/relationships/image" Target="../media/image970.png"/><Relationship Id="rId218" Type="http://schemas.openxmlformats.org/officeDocument/2006/relationships/image" Target="../media/image987.png"/><Relationship Id="rId239" Type="http://schemas.openxmlformats.org/officeDocument/2006/relationships/customXml" Target="../ink/ink1036.xml"/><Relationship Id="rId250" Type="http://schemas.openxmlformats.org/officeDocument/2006/relationships/image" Target="../media/image1002.png"/><Relationship Id="rId271" Type="http://schemas.openxmlformats.org/officeDocument/2006/relationships/customXml" Target="../ink/ink1052.xml"/><Relationship Id="rId24" Type="http://schemas.openxmlformats.org/officeDocument/2006/relationships/customXml" Target="../ink/ink928.xml"/><Relationship Id="rId45" Type="http://schemas.openxmlformats.org/officeDocument/2006/relationships/image" Target="../media/image903.png"/><Relationship Id="rId66" Type="http://schemas.openxmlformats.org/officeDocument/2006/relationships/customXml" Target="../ink/ink949.xml"/><Relationship Id="rId87" Type="http://schemas.openxmlformats.org/officeDocument/2006/relationships/image" Target="../media/image924.png"/><Relationship Id="rId110" Type="http://schemas.openxmlformats.org/officeDocument/2006/relationships/customXml" Target="../ink/ink971.xml"/><Relationship Id="rId131" Type="http://schemas.openxmlformats.org/officeDocument/2006/relationships/image" Target="../media/image945.png"/><Relationship Id="rId152" Type="http://schemas.openxmlformats.org/officeDocument/2006/relationships/customXml" Target="../ink/ink992.xml"/><Relationship Id="rId173" Type="http://schemas.openxmlformats.org/officeDocument/2006/relationships/image" Target="../media/image965.png"/><Relationship Id="rId194" Type="http://schemas.openxmlformats.org/officeDocument/2006/relationships/customXml" Target="../ink/ink1013.xml"/><Relationship Id="rId208" Type="http://schemas.openxmlformats.org/officeDocument/2006/relationships/image" Target="../media/image982.png"/><Relationship Id="rId229" Type="http://schemas.openxmlformats.org/officeDocument/2006/relationships/customXml" Target="../ink/ink1031.xml"/><Relationship Id="rId240" Type="http://schemas.openxmlformats.org/officeDocument/2006/relationships/image" Target="../media/image997.png"/><Relationship Id="rId261" Type="http://schemas.openxmlformats.org/officeDocument/2006/relationships/customXml" Target="../ink/ink1047.xml"/><Relationship Id="rId14" Type="http://schemas.openxmlformats.org/officeDocument/2006/relationships/customXml" Target="../ink/ink923.xml"/><Relationship Id="rId35" Type="http://schemas.openxmlformats.org/officeDocument/2006/relationships/image" Target="../media/image898.png"/><Relationship Id="rId56" Type="http://schemas.openxmlformats.org/officeDocument/2006/relationships/customXml" Target="../ink/ink944.xml"/><Relationship Id="rId77" Type="http://schemas.openxmlformats.org/officeDocument/2006/relationships/image" Target="../media/image919.png"/><Relationship Id="rId100" Type="http://schemas.openxmlformats.org/officeDocument/2006/relationships/customXml" Target="../ink/ink966.xml"/><Relationship Id="rId282" Type="http://schemas.openxmlformats.org/officeDocument/2006/relationships/image" Target="../media/image1018.png"/><Relationship Id="rId8" Type="http://schemas.openxmlformats.org/officeDocument/2006/relationships/customXml" Target="../ink/ink920.xml"/><Relationship Id="rId98" Type="http://schemas.openxmlformats.org/officeDocument/2006/relationships/customXml" Target="../ink/ink965.xml"/><Relationship Id="rId121" Type="http://schemas.openxmlformats.org/officeDocument/2006/relationships/image" Target="../media/image940.png"/><Relationship Id="rId142" Type="http://schemas.openxmlformats.org/officeDocument/2006/relationships/customXml" Target="../ink/ink987.xml"/><Relationship Id="rId163" Type="http://schemas.openxmlformats.org/officeDocument/2006/relationships/image" Target="../media/image961.png"/><Relationship Id="rId184" Type="http://schemas.openxmlformats.org/officeDocument/2006/relationships/customXml" Target="../ink/ink1008.xml"/><Relationship Id="rId219" Type="http://schemas.openxmlformats.org/officeDocument/2006/relationships/customXml" Target="../ink/ink1026.xml"/><Relationship Id="rId230" Type="http://schemas.openxmlformats.org/officeDocument/2006/relationships/image" Target="../media/image992.png"/><Relationship Id="rId251" Type="http://schemas.openxmlformats.org/officeDocument/2006/relationships/customXml" Target="../ink/ink1042.xml"/><Relationship Id="rId25" Type="http://schemas.openxmlformats.org/officeDocument/2006/relationships/image" Target="../media/image893.png"/><Relationship Id="rId46" Type="http://schemas.openxmlformats.org/officeDocument/2006/relationships/customXml" Target="../ink/ink939.xml"/><Relationship Id="rId67" Type="http://schemas.openxmlformats.org/officeDocument/2006/relationships/image" Target="../media/image914.png"/><Relationship Id="rId272" Type="http://schemas.openxmlformats.org/officeDocument/2006/relationships/image" Target="../media/image1013.png"/><Relationship Id="rId88" Type="http://schemas.openxmlformats.org/officeDocument/2006/relationships/customXml" Target="../ink/ink960.xml"/><Relationship Id="rId111" Type="http://schemas.openxmlformats.org/officeDocument/2006/relationships/image" Target="../media/image935.png"/><Relationship Id="rId132" Type="http://schemas.openxmlformats.org/officeDocument/2006/relationships/customXml" Target="../ink/ink982.xml"/><Relationship Id="rId153" Type="http://schemas.openxmlformats.org/officeDocument/2006/relationships/image" Target="../media/image956.png"/><Relationship Id="rId174" Type="http://schemas.openxmlformats.org/officeDocument/2006/relationships/customXml" Target="../ink/ink1003.xml"/><Relationship Id="rId195" Type="http://schemas.openxmlformats.org/officeDocument/2006/relationships/image" Target="../media/image976.png"/><Relationship Id="rId209" Type="http://schemas.openxmlformats.org/officeDocument/2006/relationships/customXml" Target="../ink/ink1021.xml"/><Relationship Id="rId220" Type="http://schemas.openxmlformats.org/officeDocument/2006/relationships/image" Target="../media/image988.png"/><Relationship Id="rId241" Type="http://schemas.openxmlformats.org/officeDocument/2006/relationships/customXml" Target="../ink/ink1037.xml"/><Relationship Id="rId15" Type="http://schemas.openxmlformats.org/officeDocument/2006/relationships/image" Target="../media/image888.png"/><Relationship Id="rId36" Type="http://schemas.openxmlformats.org/officeDocument/2006/relationships/customXml" Target="../ink/ink934.xml"/><Relationship Id="rId57" Type="http://schemas.openxmlformats.org/officeDocument/2006/relationships/image" Target="../media/image909.png"/><Relationship Id="rId262" Type="http://schemas.openxmlformats.org/officeDocument/2006/relationships/image" Target="../media/image1008.png"/><Relationship Id="rId283" Type="http://schemas.openxmlformats.org/officeDocument/2006/relationships/customXml" Target="../ink/ink1058.xml"/><Relationship Id="rId78" Type="http://schemas.openxmlformats.org/officeDocument/2006/relationships/customXml" Target="../ink/ink955.xml"/><Relationship Id="rId99" Type="http://schemas.openxmlformats.org/officeDocument/2006/relationships/image" Target="../media/image930.png"/><Relationship Id="rId101" Type="http://schemas.openxmlformats.org/officeDocument/2006/relationships/image" Target="../media/image462.png"/><Relationship Id="rId122" Type="http://schemas.openxmlformats.org/officeDocument/2006/relationships/customXml" Target="../ink/ink977.xml"/><Relationship Id="rId143" Type="http://schemas.openxmlformats.org/officeDocument/2006/relationships/image" Target="../media/image951.png"/><Relationship Id="rId164" Type="http://schemas.openxmlformats.org/officeDocument/2006/relationships/customXml" Target="../ink/ink998.xml"/><Relationship Id="rId185" Type="http://schemas.openxmlformats.org/officeDocument/2006/relationships/image" Target="../media/image971.png"/><Relationship Id="rId9" Type="http://schemas.openxmlformats.org/officeDocument/2006/relationships/image" Target="../media/image885.png"/><Relationship Id="rId210" Type="http://schemas.openxmlformats.org/officeDocument/2006/relationships/image" Target="../media/image983.png"/><Relationship Id="rId26" Type="http://schemas.openxmlformats.org/officeDocument/2006/relationships/customXml" Target="../ink/ink929.xml"/><Relationship Id="rId231" Type="http://schemas.openxmlformats.org/officeDocument/2006/relationships/customXml" Target="../ink/ink1032.xml"/><Relationship Id="rId252" Type="http://schemas.openxmlformats.org/officeDocument/2006/relationships/image" Target="../media/image1003.png"/><Relationship Id="rId273" Type="http://schemas.openxmlformats.org/officeDocument/2006/relationships/customXml" Target="../ink/ink1053.xml"/><Relationship Id="rId47" Type="http://schemas.openxmlformats.org/officeDocument/2006/relationships/image" Target="../media/image904.png"/><Relationship Id="rId68" Type="http://schemas.openxmlformats.org/officeDocument/2006/relationships/customXml" Target="../ink/ink950.xml"/><Relationship Id="rId89" Type="http://schemas.openxmlformats.org/officeDocument/2006/relationships/image" Target="../media/image925.png"/><Relationship Id="rId112" Type="http://schemas.openxmlformats.org/officeDocument/2006/relationships/customXml" Target="../ink/ink972.xml"/><Relationship Id="rId133" Type="http://schemas.openxmlformats.org/officeDocument/2006/relationships/image" Target="../media/image946.png"/><Relationship Id="rId154" Type="http://schemas.openxmlformats.org/officeDocument/2006/relationships/customXml" Target="../ink/ink993.xml"/><Relationship Id="rId175" Type="http://schemas.openxmlformats.org/officeDocument/2006/relationships/image" Target="../media/image966.png"/><Relationship Id="rId196" Type="http://schemas.openxmlformats.org/officeDocument/2006/relationships/customXml" Target="../ink/ink1014.xml"/><Relationship Id="rId200" Type="http://schemas.openxmlformats.org/officeDocument/2006/relationships/customXml" Target="../ink/ink1016.xml"/><Relationship Id="rId16" Type="http://schemas.openxmlformats.org/officeDocument/2006/relationships/customXml" Target="../ink/ink924.xml"/><Relationship Id="rId221" Type="http://schemas.openxmlformats.org/officeDocument/2006/relationships/customXml" Target="../ink/ink1027.xml"/><Relationship Id="rId242" Type="http://schemas.openxmlformats.org/officeDocument/2006/relationships/image" Target="../media/image998.png"/><Relationship Id="rId263" Type="http://schemas.openxmlformats.org/officeDocument/2006/relationships/customXml" Target="../ink/ink1048.xml"/><Relationship Id="rId284" Type="http://schemas.openxmlformats.org/officeDocument/2006/relationships/image" Target="../media/image1019.png"/><Relationship Id="rId37" Type="http://schemas.openxmlformats.org/officeDocument/2006/relationships/image" Target="../media/image899.png"/><Relationship Id="rId58" Type="http://schemas.openxmlformats.org/officeDocument/2006/relationships/customXml" Target="../ink/ink945.xml"/><Relationship Id="rId79" Type="http://schemas.openxmlformats.org/officeDocument/2006/relationships/image" Target="../media/image920.png"/><Relationship Id="rId102" Type="http://schemas.openxmlformats.org/officeDocument/2006/relationships/customXml" Target="../ink/ink967.xml"/><Relationship Id="rId123" Type="http://schemas.openxmlformats.org/officeDocument/2006/relationships/image" Target="../media/image941.png"/><Relationship Id="rId144" Type="http://schemas.openxmlformats.org/officeDocument/2006/relationships/customXml" Target="../ink/ink988.xml"/><Relationship Id="rId90" Type="http://schemas.openxmlformats.org/officeDocument/2006/relationships/customXml" Target="../ink/ink961.xml"/><Relationship Id="rId165" Type="http://schemas.openxmlformats.org/officeDocument/2006/relationships/image" Target="../media/image962.png"/><Relationship Id="rId186" Type="http://schemas.openxmlformats.org/officeDocument/2006/relationships/customXml" Target="../ink/ink1009.xml"/><Relationship Id="rId211" Type="http://schemas.openxmlformats.org/officeDocument/2006/relationships/customXml" Target="../ink/ink1022.xml"/><Relationship Id="rId232" Type="http://schemas.openxmlformats.org/officeDocument/2006/relationships/image" Target="../media/image993.png"/><Relationship Id="rId253" Type="http://schemas.openxmlformats.org/officeDocument/2006/relationships/customXml" Target="../ink/ink1043.xml"/><Relationship Id="rId274" Type="http://schemas.openxmlformats.org/officeDocument/2006/relationships/image" Target="../media/image1014.png"/><Relationship Id="rId27" Type="http://schemas.openxmlformats.org/officeDocument/2006/relationships/image" Target="../media/image894.png"/><Relationship Id="rId48" Type="http://schemas.openxmlformats.org/officeDocument/2006/relationships/customXml" Target="../ink/ink940.xml"/><Relationship Id="rId69" Type="http://schemas.openxmlformats.org/officeDocument/2006/relationships/image" Target="../media/image915.png"/><Relationship Id="rId113" Type="http://schemas.openxmlformats.org/officeDocument/2006/relationships/image" Target="../media/image936.png"/><Relationship Id="rId134" Type="http://schemas.openxmlformats.org/officeDocument/2006/relationships/customXml" Target="../ink/ink983.xml"/><Relationship Id="rId80" Type="http://schemas.openxmlformats.org/officeDocument/2006/relationships/customXml" Target="../ink/ink956.xml"/><Relationship Id="rId155" Type="http://schemas.openxmlformats.org/officeDocument/2006/relationships/image" Target="../media/image957.png"/><Relationship Id="rId176" Type="http://schemas.openxmlformats.org/officeDocument/2006/relationships/customXml" Target="../ink/ink1004.xml"/><Relationship Id="rId197" Type="http://schemas.openxmlformats.org/officeDocument/2006/relationships/image" Target="../media/image977.png"/><Relationship Id="rId201" Type="http://schemas.openxmlformats.org/officeDocument/2006/relationships/image" Target="../media/image979.png"/><Relationship Id="rId222" Type="http://schemas.openxmlformats.org/officeDocument/2006/relationships/image" Target="../media/image989.png"/><Relationship Id="rId243" Type="http://schemas.openxmlformats.org/officeDocument/2006/relationships/customXml" Target="../ink/ink1038.xml"/><Relationship Id="rId264" Type="http://schemas.openxmlformats.org/officeDocument/2006/relationships/image" Target="../media/image1009.png"/><Relationship Id="rId17" Type="http://schemas.openxmlformats.org/officeDocument/2006/relationships/image" Target="../media/image889.png"/><Relationship Id="rId38" Type="http://schemas.openxmlformats.org/officeDocument/2006/relationships/customXml" Target="../ink/ink935.xml"/><Relationship Id="rId59" Type="http://schemas.openxmlformats.org/officeDocument/2006/relationships/image" Target="../media/image910.png"/><Relationship Id="rId103" Type="http://schemas.openxmlformats.org/officeDocument/2006/relationships/image" Target="../media/image931.png"/><Relationship Id="rId124" Type="http://schemas.openxmlformats.org/officeDocument/2006/relationships/customXml" Target="../ink/ink978.xml"/><Relationship Id="rId70" Type="http://schemas.openxmlformats.org/officeDocument/2006/relationships/customXml" Target="../ink/ink951.xml"/><Relationship Id="rId91" Type="http://schemas.openxmlformats.org/officeDocument/2006/relationships/image" Target="../media/image926.png"/><Relationship Id="rId145" Type="http://schemas.openxmlformats.org/officeDocument/2006/relationships/image" Target="../media/image952.png"/><Relationship Id="rId166" Type="http://schemas.openxmlformats.org/officeDocument/2006/relationships/customXml" Target="../ink/ink999.xml"/><Relationship Id="rId187" Type="http://schemas.openxmlformats.org/officeDocument/2006/relationships/image" Target="../media/image972.png"/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984.png"/><Relationship Id="rId233" Type="http://schemas.openxmlformats.org/officeDocument/2006/relationships/customXml" Target="../ink/ink1033.xml"/><Relationship Id="rId254" Type="http://schemas.openxmlformats.org/officeDocument/2006/relationships/image" Target="../media/image1004.png"/><Relationship Id="rId28" Type="http://schemas.openxmlformats.org/officeDocument/2006/relationships/customXml" Target="../ink/ink930.xml"/><Relationship Id="rId49" Type="http://schemas.openxmlformats.org/officeDocument/2006/relationships/image" Target="../media/image905.png"/><Relationship Id="rId114" Type="http://schemas.openxmlformats.org/officeDocument/2006/relationships/customXml" Target="../ink/ink973.xml"/><Relationship Id="rId275" Type="http://schemas.openxmlformats.org/officeDocument/2006/relationships/customXml" Target="../ink/ink1054.xml"/><Relationship Id="rId60" Type="http://schemas.openxmlformats.org/officeDocument/2006/relationships/customXml" Target="../ink/ink946.xml"/><Relationship Id="rId81" Type="http://schemas.openxmlformats.org/officeDocument/2006/relationships/image" Target="../media/image921.png"/><Relationship Id="rId135" Type="http://schemas.openxmlformats.org/officeDocument/2006/relationships/image" Target="../media/image947.png"/><Relationship Id="rId156" Type="http://schemas.openxmlformats.org/officeDocument/2006/relationships/customXml" Target="../ink/ink994.xml"/><Relationship Id="rId177" Type="http://schemas.openxmlformats.org/officeDocument/2006/relationships/image" Target="../media/image967.png"/><Relationship Id="rId198" Type="http://schemas.openxmlformats.org/officeDocument/2006/relationships/customXml" Target="../ink/ink1015.xml"/><Relationship Id="rId202" Type="http://schemas.openxmlformats.org/officeDocument/2006/relationships/customXml" Target="../ink/ink1017.xml"/><Relationship Id="rId223" Type="http://schemas.openxmlformats.org/officeDocument/2006/relationships/customXml" Target="../ink/ink1028.xml"/><Relationship Id="rId244" Type="http://schemas.openxmlformats.org/officeDocument/2006/relationships/image" Target="../media/image999.png"/><Relationship Id="rId18" Type="http://schemas.openxmlformats.org/officeDocument/2006/relationships/customXml" Target="../ink/ink925.xml"/><Relationship Id="rId39" Type="http://schemas.openxmlformats.org/officeDocument/2006/relationships/image" Target="../media/image900.png"/><Relationship Id="rId265" Type="http://schemas.openxmlformats.org/officeDocument/2006/relationships/customXml" Target="../ink/ink1049.xml"/><Relationship Id="rId50" Type="http://schemas.openxmlformats.org/officeDocument/2006/relationships/customXml" Target="../ink/ink941.xml"/><Relationship Id="rId104" Type="http://schemas.openxmlformats.org/officeDocument/2006/relationships/customXml" Target="../ink/ink968.xml"/><Relationship Id="rId125" Type="http://schemas.openxmlformats.org/officeDocument/2006/relationships/image" Target="../media/image942.png"/><Relationship Id="rId146" Type="http://schemas.openxmlformats.org/officeDocument/2006/relationships/customXml" Target="../ink/ink989.xml"/><Relationship Id="rId167" Type="http://schemas.openxmlformats.org/officeDocument/2006/relationships/image" Target="../media/image963.png"/><Relationship Id="rId188" Type="http://schemas.openxmlformats.org/officeDocument/2006/relationships/customXml" Target="../ink/ink1010.xml"/><Relationship Id="rId71" Type="http://schemas.openxmlformats.org/officeDocument/2006/relationships/image" Target="../media/image916.png"/><Relationship Id="rId92" Type="http://schemas.openxmlformats.org/officeDocument/2006/relationships/customXml" Target="../ink/ink962.xml"/><Relationship Id="rId213" Type="http://schemas.openxmlformats.org/officeDocument/2006/relationships/customXml" Target="../ink/ink1023.xml"/><Relationship Id="rId234" Type="http://schemas.openxmlformats.org/officeDocument/2006/relationships/image" Target="../media/image994.png"/><Relationship Id="rId2" Type="http://schemas.openxmlformats.org/officeDocument/2006/relationships/customXml" Target="../ink/ink917.xml"/><Relationship Id="rId29" Type="http://schemas.openxmlformats.org/officeDocument/2006/relationships/image" Target="../media/image895.png"/><Relationship Id="rId255" Type="http://schemas.openxmlformats.org/officeDocument/2006/relationships/customXml" Target="../ink/ink1044.xml"/><Relationship Id="rId276" Type="http://schemas.openxmlformats.org/officeDocument/2006/relationships/image" Target="../media/image1015.png"/><Relationship Id="rId40" Type="http://schemas.openxmlformats.org/officeDocument/2006/relationships/customXml" Target="../ink/ink936.xml"/><Relationship Id="rId115" Type="http://schemas.openxmlformats.org/officeDocument/2006/relationships/image" Target="../media/image937.png"/><Relationship Id="rId136" Type="http://schemas.openxmlformats.org/officeDocument/2006/relationships/customXml" Target="../ink/ink984.xml"/><Relationship Id="rId157" Type="http://schemas.openxmlformats.org/officeDocument/2006/relationships/image" Target="../media/image958.png"/><Relationship Id="rId178" Type="http://schemas.openxmlformats.org/officeDocument/2006/relationships/customXml" Target="../ink/ink1005.xml"/><Relationship Id="rId61" Type="http://schemas.openxmlformats.org/officeDocument/2006/relationships/image" Target="../media/image911.png"/><Relationship Id="rId82" Type="http://schemas.openxmlformats.org/officeDocument/2006/relationships/customXml" Target="../ink/ink957.xml"/><Relationship Id="rId199" Type="http://schemas.openxmlformats.org/officeDocument/2006/relationships/image" Target="../media/image978.png"/><Relationship Id="rId203" Type="http://schemas.openxmlformats.org/officeDocument/2006/relationships/image" Target="../media/image980.png"/><Relationship Id="rId19" Type="http://schemas.openxmlformats.org/officeDocument/2006/relationships/image" Target="../media/image890.png"/><Relationship Id="rId224" Type="http://schemas.openxmlformats.org/officeDocument/2006/relationships/image" Target="../media/image990.png"/><Relationship Id="rId245" Type="http://schemas.openxmlformats.org/officeDocument/2006/relationships/customXml" Target="../ink/ink1039.xml"/><Relationship Id="rId266" Type="http://schemas.openxmlformats.org/officeDocument/2006/relationships/image" Target="../media/image1010.png"/><Relationship Id="rId30" Type="http://schemas.openxmlformats.org/officeDocument/2006/relationships/customXml" Target="../ink/ink931.xml"/><Relationship Id="rId105" Type="http://schemas.openxmlformats.org/officeDocument/2006/relationships/image" Target="../media/image932.png"/><Relationship Id="rId126" Type="http://schemas.openxmlformats.org/officeDocument/2006/relationships/customXml" Target="../ink/ink979.xml"/><Relationship Id="rId147" Type="http://schemas.openxmlformats.org/officeDocument/2006/relationships/image" Target="../media/image953.png"/><Relationship Id="rId168" Type="http://schemas.openxmlformats.org/officeDocument/2006/relationships/customXml" Target="../ink/ink1000.xml"/><Relationship Id="rId51" Type="http://schemas.openxmlformats.org/officeDocument/2006/relationships/image" Target="../media/image906.png"/><Relationship Id="rId72" Type="http://schemas.openxmlformats.org/officeDocument/2006/relationships/customXml" Target="../ink/ink952.xml"/><Relationship Id="rId93" Type="http://schemas.openxmlformats.org/officeDocument/2006/relationships/image" Target="../media/image927.png"/><Relationship Id="rId189" Type="http://schemas.openxmlformats.org/officeDocument/2006/relationships/image" Target="../media/image973.png"/><Relationship Id="rId3" Type="http://schemas.openxmlformats.org/officeDocument/2006/relationships/image" Target="../media/image470.png"/><Relationship Id="rId214" Type="http://schemas.openxmlformats.org/officeDocument/2006/relationships/image" Target="../media/image985.png"/><Relationship Id="rId235" Type="http://schemas.openxmlformats.org/officeDocument/2006/relationships/customXml" Target="../ink/ink1034.xml"/><Relationship Id="rId256" Type="http://schemas.openxmlformats.org/officeDocument/2006/relationships/image" Target="../media/image1005.png"/><Relationship Id="rId277" Type="http://schemas.openxmlformats.org/officeDocument/2006/relationships/customXml" Target="../ink/ink1055.xml"/><Relationship Id="rId116" Type="http://schemas.openxmlformats.org/officeDocument/2006/relationships/customXml" Target="../ink/ink974.xml"/><Relationship Id="rId137" Type="http://schemas.openxmlformats.org/officeDocument/2006/relationships/image" Target="../media/image948.png"/><Relationship Id="rId158" Type="http://schemas.openxmlformats.org/officeDocument/2006/relationships/customXml" Target="../ink/ink995.xml"/><Relationship Id="rId20" Type="http://schemas.openxmlformats.org/officeDocument/2006/relationships/customXml" Target="../ink/ink926.xml"/><Relationship Id="rId41" Type="http://schemas.openxmlformats.org/officeDocument/2006/relationships/image" Target="../media/image901.png"/><Relationship Id="rId62" Type="http://schemas.openxmlformats.org/officeDocument/2006/relationships/customXml" Target="../ink/ink947.xml"/><Relationship Id="rId83" Type="http://schemas.openxmlformats.org/officeDocument/2006/relationships/image" Target="../media/image922.png"/><Relationship Id="rId179" Type="http://schemas.openxmlformats.org/officeDocument/2006/relationships/image" Target="../media/image968.png"/><Relationship Id="rId190" Type="http://schemas.openxmlformats.org/officeDocument/2006/relationships/customXml" Target="../ink/ink1011.xml"/><Relationship Id="rId204" Type="http://schemas.openxmlformats.org/officeDocument/2006/relationships/customXml" Target="../ink/ink1018.xml"/><Relationship Id="rId225" Type="http://schemas.openxmlformats.org/officeDocument/2006/relationships/customXml" Target="../ink/ink1029.xml"/><Relationship Id="rId246" Type="http://schemas.openxmlformats.org/officeDocument/2006/relationships/image" Target="../media/image1000.png"/><Relationship Id="rId267" Type="http://schemas.openxmlformats.org/officeDocument/2006/relationships/customXml" Target="../ink/ink1050.xml"/><Relationship Id="rId106" Type="http://schemas.openxmlformats.org/officeDocument/2006/relationships/customXml" Target="../ink/ink969.xml"/><Relationship Id="rId127" Type="http://schemas.openxmlformats.org/officeDocument/2006/relationships/image" Target="../media/image943.png"/><Relationship Id="rId10" Type="http://schemas.openxmlformats.org/officeDocument/2006/relationships/customXml" Target="../ink/ink921.xml"/><Relationship Id="rId31" Type="http://schemas.openxmlformats.org/officeDocument/2006/relationships/image" Target="../media/image896.png"/><Relationship Id="rId52" Type="http://schemas.openxmlformats.org/officeDocument/2006/relationships/customXml" Target="../ink/ink942.xml"/><Relationship Id="rId73" Type="http://schemas.openxmlformats.org/officeDocument/2006/relationships/image" Target="../media/image917.png"/><Relationship Id="rId94" Type="http://schemas.openxmlformats.org/officeDocument/2006/relationships/customXml" Target="../ink/ink963.xml"/><Relationship Id="rId148" Type="http://schemas.openxmlformats.org/officeDocument/2006/relationships/customXml" Target="../ink/ink990.xml"/><Relationship Id="rId169" Type="http://schemas.openxmlformats.org/officeDocument/2006/relationships/image" Target="../media/image229.png"/><Relationship Id="rId4" Type="http://schemas.openxmlformats.org/officeDocument/2006/relationships/customXml" Target="../ink/ink918.xml"/><Relationship Id="rId180" Type="http://schemas.openxmlformats.org/officeDocument/2006/relationships/customXml" Target="../ink/ink1006.xml"/><Relationship Id="rId215" Type="http://schemas.openxmlformats.org/officeDocument/2006/relationships/customXml" Target="../ink/ink1024.xml"/><Relationship Id="rId236" Type="http://schemas.openxmlformats.org/officeDocument/2006/relationships/image" Target="../media/image995.png"/><Relationship Id="rId257" Type="http://schemas.openxmlformats.org/officeDocument/2006/relationships/customXml" Target="../ink/ink1045.xml"/><Relationship Id="rId278" Type="http://schemas.openxmlformats.org/officeDocument/2006/relationships/image" Target="../media/image1016.png"/><Relationship Id="rId42" Type="http://schemas.openxmlformats.org/officeDocument/2006/relationships/customXml" Target="../ink/ink937.xml"/><Relationship Id="rId84" Type="http://schemas.openxmlformats.org/officeDocument/2006/relationships/customXml" Target="../ink/ink958.xml"/><Relationship Id="rId138" Type="http://schemas.openxmlformats.org/officeDocument/2006/relationships/customXml" Target="../ink/ink985.xml"/><Relationship Id="rId191" Type="http://schemas.openxmlformats.org/officeDocument/2006/relationships/image" Target="../media/image974.png"/><Relationship Id="rId205" Type="http://schemas.openxmlformats.org/officeDocument/2006/relationships/customXml" Target="../ink/ink1019.xml"/><Relationship Id="rId247" Type="http://schemas.openxmlformats.org/officeDocument/2006/relationships/customXml" Target="../ink/ink1040.xml"/><Relationship Id="rId107" Type="http://schemas.openxmlformats.org/officeDocument/2006/relationships/image" Target="../media/image933.png"/><Relationship Id="rId11" Type="http://schemas.openxmlformats.org/officeDocument/2006/relationships/image" Target="../media/image886.png"/><Relationship Id="rId53" Type="http://schemas.openxmlformats.org/officeDocument/2006/relationships/image" Target="../media/image907.png"/><Relationship Id="rId149" Type="http://schemas.openxmlformats.org/officeDocument/2006/relationships/image" Target="../media/image954.png"/><Relationship Id="rId95" Type="http://schemas.openxmlformats.org/officeDocument/2006/relationships/image" Target="../media/image928.png"/><Relationship Id="rId160" Type="http://schemas.openxmlformats.org/officeDocument/2006/relationships/customXml" Target="../ink/ink996.xml"/><Relationship Id="rId216" Type="http://schemas.openxmlformats.org/officeDocument/2006/relationships/image" Target="../media/image986.png"/><Relationship Id="rId258" Type="http://schemas.openxmlformats.org/officeDocument/2006/relationships/image" Target="../media/image1006.png"/></Relationships>
</file>

<file path=ppt/slides/_rels/slide14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071.xml"/><Relationship Id="rId21" Type="http://schemas.openxmlformats.org/officeDocument/2006/relationships/image" Target="../media/image1029.png"/><Relationship Id="rId42" Type="http://schemas.openxmlformats.org/officeDocument/2006/relationships/customXml" Target="../ink/ink1079.xml"/><Relationship Id="rId47" Type="http://schemas.openxmlformats.org/officeDocument/2006/relationships/image" Target="../media/image1042.png"/><Relationship Id="rId63" Type="http://schemas.openxmlformats.org/officeDocument/2006/relationships/image" Target="../media/image1050.png"/><Relationship Id="rId68" Type="http://schemas.openxmlformats.org/officeDocument/2006/relationships/customXml" Target="../ink/ink1092.xml"/><Relationship Id="rId84" Type="http://schemas.openxmlformats.org/officeDocument/2006/relationships/customXml" Target="../ink/ink1100.xml"/><Relationship Id="rId89" Type="http://schemas.openxmlformats.org/officeDocument/2006/relationships/image" Target="../media/image1063.png"/><Relationship Id="rId16" Type="http://schemas.openxmlformats.org/officeDocument/2006/relationships/customXml" Target="../ink/ink1066.xml"/><Relationship Id="rId11" Type="http://schemas.openxmlformats.org/officeDocument/2006/relationships/image" Target="../media/image1024.png"/><Relationship Id="rId32" Type="http://schemas.openxmlformats.org/officeDocument/2006/relationships/customXml" Target="../ink/ink1074.xml"/><Relationship Id="rId37" Type="http://schemas.openxmlformats.org/officeDocument/2006/relationships/image" Target="../media/image1037.png"/><Relationship Id="rId53" Type="http://schemas.openxmlformats.org/officeDocument/2006/relationships/image" Target="../media/image1045.png"/><Relationship Id="rId58" Type="http://schemas.openxmlformats.org/officeDocument/2006/relationships/customXml" Target="../ink/ink1087.xml"/><Relationship Id="rId74" Type="http://schemas.openxmlformats.org/officeDocument/2006/relationships/customXml" Target="../ink/ink1095.xml"/><Relationship Id="rId79" Type="http://schemas.openxmlformats.org/officeDocument/2006/relationships/image" Target="../media/image1058.png"/><Relationship Id="rId5" Type="http://schemas.openxmlformats.org/officeDocument/2006/relationships/image" Target="../media/image1021.png"/><Relationship Id="rId90" Type="http://schemas.openxmlformats.org/officeDocument/2006/relationships/customXml" Target="../ink/ink1103.xml"/><Relationship Id="rId95" Type="http://schemas.openxmlformats.org/officeDocument/2006/relationships/image" Target="../media/image1066.png"/><Relationship Id="rId22" Type="http://schemas.openxmlformats.org/officeDocument/2006/relationships/customXml" Target="../ink/ink1069.xml"/><Relationship Id="rId27" Type="http://schemas.openxmlformats.org/officeDocument/2006/relationships/image" Target="../media/image1032.png"/><Relationship Id="rId43" Type="http://schemas.openxmlformats.org/officeDocument/2006/relationships/image" Target="../media/image1040.png"/><Relationship Id="rId48" Type="http://schemas.openxmlformats.org/officeDocument/2006/relationships/customXml" Target="../ink/ink1082.xml"/><Relationship Id="rId64" Type="http://schemas.openxmlformats.org/officeDocument/2006/relationships/customXml" Target="../ink/ink1090.xml"/><Relationship Id="rId69" Type="http://schemas.openxmlformats.org/officeDocument/2006/relationships/image" Target="../media/image1053.png"/><Relationship Id="rId80" Type="http://schemas.openxmlformats.org/officeDocument/2006/relationships/customXml" Target="../ink/ink1098.xml"/><Relationship Id="rId85" Type="http://schemas.openxmlformats.org/officeDocument/2006/relationships/image" Target="../media/image1061.png"/><Relationship Id="rId12" Type="http://schemas.openxmlformats.org/officeDocument/2006/relationships/customXml" Target="../ink/ink1064.xml"/><Relationship Id="rId17" Type="http://schemas.openxmlformats.org/officeDocument/2006/relationships/image" Target="../media/image1027.png"/><Relationship Id="rId25" Type="http://schemas.openxmlformats.org/officeDocument/2006/relationships/image" Target="../media/image1031.png"/><Relationship Id="rId33" Type="http://schemas.openxmlformats.org/officeDocument/2006/relationships/image" Target="../media/image1035.png"/><Relationship Id="rId38" Type="http://schemas.openxmlformats.org/officeDocument/2006/relationships/customXml" Target="../ink/ink1077.xml"/><Relationship Id="rId46" Type="http://schemas.openxmlformats.org/officeDocument/2006/relationships/customXml" Target="../ink/ink1081.xml"/><Relationship Id="rId59" Type="http://schemas.openxmlformats.org/officeDocument/2006/relationships/image" Target="../media/image1048.png"/><Relationship Id="rId67" Type="http://schemas.openxmlformats.org/officeDocument/2006/relationships/image" Target="../media/image1052.png"/><Relationship Id="rId20" Type="http://schemas.openxmlformats.org/officeDocument/2006/relationships/customXml" Target="../ink/ink1068.xml"/><Relationship Id="rId41" Type="http://schemas.openxmlformats.org/officeDocument/2006/relationships/image" Target="../media/image1039.png"/><Relationship Id="rId54" Type="http://schemas.openxmlformats.org/officeDocument/2006/relationships/customXml" Target="../ink/ink1085.xml"/><Relationship Id="rId62" Type="http://schemas.openxmlformats.org/officeDocument/2006/relationships/customXml" Target="../ink/ink1089.xml"/><Relationship Id="rId70" Type="http://schemas.openxmlformats.org/officeDocument/2006/relationships/customXml" Target="../ink/ink1093.xml"/><Relationship Id="rId75" Type="http://schemas.openxmlformats.org/officeDocument/2006/relationships/image" Target="../media/image1056.png"/><Relationship Id="rId83" Type="http://schemas.openxmlformats.org/officeDocument/2006/relationships/image" Target="../media/image1060.png"/><Relationship Id="rId88" Type="http://schemas.openxmlformats.org/officeDocument/2006/relationships/customXml" Target="../ink/ink1102.xml"/><Relationship Id="rId91" Type="http://schemas.openxmlformats.org/officeDocument/2006/relationships/image" Target="../media/image1064.png"/><Relationship Id="rId96" Type="http://schemas.openxmlformats.org/officeDocument/2006/relationships/customXml" Target="../ink/ink110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061.xml"/><Relationship Id="rId15" Type="http://schemas.openxmlformats.org/officeDocument/2006/relationships/image" Target="../media/image1026.png"/><Relationship Id="rId23" Type="http://schemas.openxmlformats.org/officeDocument/2006/relationships/image" Target="../media/image1030.png"/><Relationship Id="rId28" Type="http://schemas.openxmlformats.org/officeDocument/2006/relationships/customXml" Target="../ink/ink1072.xml"/><Relationship Id="rId36" Type="http://schemas.openxmlformats.org/officeDocument/2006/relationships/customXml" Target="../ink/ink1076.xml"/><Relationship Id="rId49" Type="http://schemas.openxmlformats.org/officeDocument/2006/relationships/image" Target="../media/image1043.png"/><Relationship Id="rId57" Type="http://schemas.openxmlformats.org/officeDocument/2006/relationships/image" Target="../media/image1047.png"/><Relationship Id="rId10" Type="http://schemas.openxmlformats.org/officeDocument/2006/relationships/customXml" Target="../ink/ink1063.xml"/><Relationship Id="rId31" Type="http://schemas.openxmlformats.org/officeDocument/2006/relationships/image" Target="../media/image1034.png"/><Relationship Id="rId44" Type="http://schemas.openxmlformats.org/officeDocument/2006/relationships/customXml" Target="../ink/ink1080.xml"/><Relationship Id="rId52" Type="http://schemas.openxmlformats.org/officeDocument/2006/relationships/customXml" Target="../ink/ink1084.xml"/><Relationship Id="rId60" Type="http://schemas.openxmlformats.org/officeDocument/2006/relationships/customXml" Target="../ink/ink1088.xml"/><Relationship Id="rId65" Type="http://schemas.openxmlformats.org/officeDocument/2006/relationships/image" Target="../media/image1051.png"/><Relationship Id="rId73" Type="http://schemas.openxmlformats.org/officeDocument/2006/relationships/image" Target="../media/image1055.png"/><Relationship Id="rId78" Type="http://schemas.openxmlformats.org/officeDocument/2006/relationships/customXml" Target="../ink/ink1097.xml"/><Relationship Id="rId81" Type="http://schemas.openxmlformats.org/officeDocument/2006/relationships/image" Target="../media/image1059.png"/><Relationship Id="rId86" Type="http://schemas.openxmlformats.org/officeDocument/2006/relationships/customXml" Target="../ink/ink1101.xml"/><Relationship Id="rId94" Type="http://schemas.openxmlformats.org/officeDocument/2006/relationships/customXml" Target="../ink/ink1105.xml"/><Relationship Id="rId99" Type="http://schemas.openxmlformats.org/officeDocument/2006/relationships/image" Target="../media/image1068.png"/><Relationship Id="rId101" Type="http://schemas.openxmlformats.org/officeDocument/2006/relationships/image" Target="../media/image1069.png"/><Relationship Id="rId4" Type="http://schemas.openxmlformats.org/officeDocument/2006/relationships/customXml" Target="../ink/ink1060.xml"/><Relationship Id="rId9" Type="http://schemas.openxmlformats.org/officeDocument/2006/relationships/image" Target="../media/image1023.png"/><Relationship Id="rId13" Type="http://schemas.openxmlformats.org/officeDocument/2006/relationships/image" Target="../media/image1025.png"/><Relationship Id="rId18" Type="http://schemas.openxmlformats.org/officeDocument/2006/relationships/customXml" Target="../ink/ink1067.xml"/><Relationship Id="rId39" Type="http://schemas.openxmlformats.org/officeDocument/2006/relationships/image" Target="../media/image1038.png"/><Relationship Id="rId34" Type="http://schemas.openxmlformats.org/officeDocument/2006/relationships/customXml" Target="../ink/ink1075.xml"/><Relationship Id="rId50" Type="http://schemas.openxmlformats.org/officeDocument/2006/relationships/customXml" Target="../ink/ink1083.xml"/><Relationship Id="rId55" Type="http://schemas.openxmlformats.org/officeDocument/2006/relationships/image" Target="../media/image1046.png"/><Relationship Id="rId76" Type="http://schemas.openxmlformats.org/officeDocument/2006/relationships/customXml" Target="../ink/ink1096.xml"/><Relationship Id="rId97" Type="http://schemas.openxmlformats.org/officeDocument/2006/relationships/image" Target="../media/image1067.png"/><Relationship Id="rId7" Type="http://schemas.openxmlformats.org/officeDocument/2006/relationships/image" Target="../media/image1022.png"/><Relationship Id="rId71" Type="http://schemas.openxmlformats.org/officeDocument/2006/relationships/image" Target="../media/image1054.png"/><Relationship Id="rId92" Type="http://schemas.openxmlformats.org/officeDocument/2006/relationships/customXml" Target="../ink/ink1104.xml"/><Relationship Id="rId2" Type="http://schemas.openxmlformats.org/officeDocument/2006/relationships/customXml" Target="../ink/ink1059.xml"/><Relationship Id="rId29" Type="http://schemas.openxmlformats.org/officeDocument/2006/relationships/image" Target="../media/image1033.png"/><Relationship Id="rId24" Type="http://schemas.openxmlformats.org/officeDocument/2006/relationships/customXml" Target="../ink/ink1070.xml"/><Relationship Id="rId40" Type="http://schemas.openxmlformats.org/officeDocument/2006/relationships/customXml" Target="../ink/ink1078.xml"/><Relationship Id="rId45" Type="http://schemas.openxmlformats.org/officeDocument/2006/relationships/image" Target="../media/image1041.png"/><Relationship Id="rId66" Type="http://schemas.openxmlformats.org/officeDocument/2006/relationships/customXml" Target="../ink/ink1091.xml"/><Relationship Id="rId87" Type="http://schemas.openxmlformats.org/officeDocument/2006/relationships/image" Target="../media/image1062.png"/><Relationship Id="rId61" Type="http://schemas.openxmlformats.org/officeDocument/2006/relationships/image" Target="../media/image1049.png"/><Relationship Id="rId82" Type="http://schemas.openxmlformats.org/officeDocument/2006/relationships/customXml" Target="../ink/ink1099.xml"/><Relationship Id="rId19" Type="http://schemas.openxmlformats.org/officeDocument/2006/relationships/image" Target="../media/image1028.png"/><Relationship Id="rId14" Type="http://schemas.openxmlformats.org/officeDocument/2006/relationships/customXml" Target="../ink/ink1065.xml"/><Relationship Id="rId30" Type="http://schemas.openxmlformats.org/officeDocument/2006/relationships/customXml" Target="../ink/ink1073.xml"/><Relationship Id="rId35" Type="http://schemas.openxmlformats.org/officeDocument/2006/relationships/image" Target="../media/image1036.png"/><Relationship Id="rId56" Type="http://schemas.openxmlformats.org/officeDocument/2006/relationships/customXml" Target="../ink/ink1086.xml"/><Relationship Id="rId77" Type="http://schemas.openxmlformats.org/officeDocument/2006/relationships/image" Target="../media/image1057.png"/><Relationship Id="rId100" Type="http://schemas.openxmlformats.org/officeDocument/2006/relationships/customXml" Target="../ink/ink1108.xml"/><Relationship Id="rId8" Type="http://schemas.openxmlformats.org/officeDocument/2006/relationships/customXml" Target="../ink/ink1062.xml"/><Relationship Id="rId51" Type="http://schemas.openxmlformats.org/officeDocument/2006/relationships/image" Target="../media/image1044.png"/><Relationship Id="rId72" Type="http://schemas.openxmlformats.org/officeDocument/2006/relationships/customXml" Target="../ink/ink1094.xml"/><Relationship Id="rId93" Type="http://schemas.openxmlformats.org/officeDocument/2006/relationships/image" Target="../media/image1065.png"/><Relationship Id="rId98" Type="http://schemas.openxmlformats.org/officeDocument/2006/relationships/customXml" Target="../ink/ink1107.xml"/><Relationship Id="rId3" Type="http://schemas.openxmlformats.org/officeDocument/2006/relationships/image" Target="../media/image1020.png"/></Relationships>
</file>

<file path=ppt/slides/_rels/slide1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124.png"/><Relationship Id="rId21" Type="http://schemas.openxmlformats.org/officeDocument/2006/relationships/image" Target="../media/image1079.png"/><Relationship Id="rId42" Type="http://schemas.openxmlformats.org/officeDocument/2006/relationships/customXml" Target="../ink/ink1129.xml"/><Relationship Id="rId63" Type="http://schemas.openxmlformats.org/officeDocument/2006/relationships/image" Target="../media/image1100.png"/><Relationship Id="rId84" Type="http://schemas.openxmlformats.org/officeDocument/2006/relationships/customXml" Target="../ink/ink1151.xml"/><Relationship Id="rId138" Type="http://schemas.openxmlformats.org/officeDocument/2006/relationships/customXml" Target="../ink/ink1178.xml"/><Relationship Id="rId159" Type="http://schemas.openxmlformats.org/officeDocument/2006/relationships/image" Target="../media/image1144.png"/><Relationship Id="rId170" Type="http://schemas.openxmlformats.org/officeDocument/2006/relationships/customXml" Target="../ink/ink1195.xml"/><Relationship Id="rId191" Type="http://schemas.openxmlformats.org/officeDocument/2006/relationships/customXml" Target="../ink/ink1206.xml"/><Relationship Id="rId107" Type="http://schemas.openxmlformats.org/officeDocument/2006/relationships/image" Target="../media/image1119.png"/><Relationship Id="rId11" Type="http://schemas.openxmlformats.org/officeDocument/2006/relationships/image" Target="../media/image1074.png"/><Relationship Id="rId32" Type="http://schemas.openxmlformats.org/officeDocument/2006/relationships/customXml" Target="../ink/ink1124.xml"/><Relationship Id="rId53" Type="http://schemas.openxmlformats.org/officeDocument/2006/relationships/image" Target="../media/image1095.png"/><Relationship Id="rId74" Type="http://schemas.openxmlformats.org/officeDocument/2006/relationships/customXml" Target="../ink/ink1145.xml"/><Relationship Id="rId128" Type="http://schemas.openxmlformats.org/officeDocument/2006/relationships/customXml" Target="../ink/ink1173.xml"/><Relationship Id="rId149" Type="http://schemas.openxmlformats.org/officeDocument/2006/relationships/image" Target="../media/image1139.png"/><Relationship Id="rId5" Type="http://schemas.openxmlformats.org/officeDocument/2006/relationships/image" Target="../media/image1071.png"/><Relationship Id="rId95" Type="http://schemas.openxmlformats.org/officeDocument/2006/relationships/image" Target="../media/image1114.png"/><Relationship Id="rId160" Type="http://schemas.openxmlformats.org/officeDocument/2006/relationships/customXml" Target="../ink/ink1190.xml"/><Relationship Id="rId181" Type="http://schemas.openxmlformats.org/officeDocument/2006/relationships/image" Target="../media/image1155.png"/><Relationship Id="rId22" Type="http://schemas.openxmlformats.org/officeDocument/2006/relationships/customXml" Target="../ink/ink1119.xml"/><Relationship Id="rId43" Type="http://schemas.openxmlformats.org/officeDocument/2006/relationships/image" Target="../media/image1090.png"/><Relationship Id="rId64" Type="http://schemas.openxmlformats.org/officeDocument/2006/relationships/customXml" Target="../ink/ink1140.xml"/><Relationship Id="rId118" Type="http://schemas.openxmlformats.org/officeDocument/2006/relationships/customXml" Target="../ink/ink1168.xml"/><Relationship Id="rId139" Type="http://schemas.openxmlformats.org/officeDocument/2006/relationships/image" Target="../media/image1135.png"/><Relationship Id="rId85" Type="http://schemas.openxmlformats.org/officeDocument/2006/relationships/image" Target="../media/image1109.png"/><Relationship Id="rId150" Type="http://schemas.openxmlformats.org/officeDocument/2006/relationships/customXml" Target="../ink/ink1185.xml"/><Relationship Id="rId171" Type="http://schemas.openxmlformats.org/officeDocument/2006/relationships/image" Target="../media/image1150.png"/><Relationship Id="rId192" Type="http://schemas.openxmlformats.org/officeDocument/2006/relationships/image" Target="../media/image1160.png"/><Relationship Id="rId12" Type="http://schemas.openxmlformats.org/officeDocument/2006/relationships/customXml" Target="../ink/ink1114.xml"/><Relationship Id="rId33" Type="http://schemas.openxmlformats.org/officeDocument/2006/relationships/image" Target="../media/image1085.png"/><Relationship Id="rId108" Type="http://schemas.openxmlformats.org/officeDocument/2006/relationships/customXml" Target="../ink/ink1163.xml"/><Relationship Id="rId129" Type="http://schemas.openxmlformats.org/officeDocument/2006/relationships/image" Target="../media/image1130.png"/><Relationship Id="rId54" Type="http://schemas.openxmlformats.org/officeDocument/2006/relationships/customXml" Target="../ink/ink1135.xml"/><Relationship Id="rId75" Type="http://schemas.openxmlformats.org/officeDocument/2006/relationships/image" Target="../media/image1106.png"/><Relationship Id="rId96" Type="http://schemas.openxmlformats.org/officeDocument/2006/relationships/customXml" Target="../ink/ink1157.xml"/><Relationship Id="rId140" Type="http://schemas.openxmlformats.org/officeDocument/2006/relationships/customXml" Target="../ink/ink1179.xml"/><Relationship Id="rId161" Type="http://schemas.openxmlformats.org/officeDocument/2006/relationships/image" Target="../media/image1145.png"/><Relationship Id="rId182" Type="http://schemas.openxmlformats.org/officeDocument/2006/relationships/customXml" Target="../ink/ink1201.xml"/><Relationship Id="rId6" Type="http://schemas.openxmlformats.org/officeDocument/2006/relationships/customXml" Target="../ink/ink1111.xml"/><Relationship Id="rId23" Type="http://schemas.openxmlformats.org/officeDocument/2006/relationships/image" Target="../media/image1080.png"/><Relationship Id="rId119" Type="http://schemas.openxmlformats.org/officeDocument/2006/relationships/image" Target="../media/image1125.png"/><Relationship Id="rId44" Type="http://schemas.openxmlformats.org/officeDocument/2006/relationships/customXml" Target="../ink/ink1130.xml"/><Relationship Id="rId65" Type="http://schemas.openxmlformats.org/officeDocument/2006/relationships/image" Target="../media/image1101.png"/><Relationship Id="rId86" Type="http://schemas.openxmlformats.org/officeDocument/2006/relationships/customXml" Target="../ink/ink1152.xml"/><Relationship Id="rId130" Type="http://schemas.openxmlformats.org/officeDocument/2006/relationships/customXml" Target="../ink/ink1174.xml"/><Relationship Id="rId151" Type="http://schemas.openxmlformats.org/officeDocument/2006/relationships/image" Target="../media/image1140.png"/><Relationship Id="rId172" Type="http://schemas.openxmlformats.org/officeDocument/2006/relationships/customXml" Target="../ink/ink1196.xml"/><Relationship Id="rId193" Type="http://schemas.openxmlformats.org/officeDocument/2006/relationships/customXml" Target="../ink/ink1207.xml"/><Relationship Id="rId13" Type="http://schemas.openxmlformats.org/officeDocument/2006/relationships/image" Target="../media/image1075.png"/><Relationship Id="rId109" Type="http://schemas.openxmlformats.org/officeDocument/2006/relationships/image" Target="../media/image1120.png"/><Relationship Id="rId34" Type="http://schemas.openxmlformats.org/officeDocument/2006/relationships/customXml" Target="../ink/ink1125.xml"/><Relationship Id="rId55" Type="http://schemas.openxmlformats.org/officeDocument/2006/relationships/image" Target="../media/image1096.png"/><Relationship Id="rId76" Type="http://schemas.openxmlformats.org/officeDocument/2006/relationships/customXml" Target="../ink/ink1146.xml"/><Relationship Id="rId97" Type="http://schemas.openxmlformats.org/officeDocument/2006/relationships/image" Target="../media/image249.png"/><Relationship Id="rId120" Type="http://schemas.openxmlformats.org/officeDocument/2006/relationships/customXml" Target="../ink/ink1169.xml"/><Relationship Id="rId141" Type="http://schemas.openxmlformats.org/officeDocument/2006/relationships/image" Target="../media/image1136.png"/><Relationship Id="rId7" Type="http://schemas.openxmlformats.org/officeDocument/2006/relationships/image" Target="../media/image1072.png"/><Relationship Id="rId71" Type="http://schemas.openxmlformats.org/officeDocument/2006/relationships/image" Target="../media/image1104.png"/><Relationship Id="rId92" Type="http://schemas.openxmlformats.org/officeDocument/2006/relationships/customXml" Target="../ink/ink1155.xml"/><Relationship Id="rId162" Type="http://schemas.openxmlformats.org/officeDocument/2006/relationships/customXml" Target="../ink/ink1191.xml"/><Relationship Id="rId183" Type="http://schemas.openxmlformats.org/officeDocument/2006/relationships/image" Target="../media/image1156.png"/><Relationship Id="rId2" Type="http://schemas.openxmlformats.org/officeDocument/2006/relationships/customXml" Target="../ink/ink1109.xml"/><Relationship Id="rId29" Type="http://schemas.openxmlformats.org/officeDocument/2006/relationships/image" Target="../media/image1083.png"/><Relationship Id="rId24" Type="http://schemas.openxmlformats.org/officeDocument/2006/relationships/customXml" Target="../ink/ink1120.xml"/><Relationship Id="rId40" Type="http://schemas.openxmlformats.org/officeDocument/2006/relationships/customXml" Target="../ink/ink1128.xml"/><Relationship Id="rId45" Type="http://schemas.openxmlformats.org/officeDocument/2006/relationships/image" Target="../media/image1091.png"/><Relationship Id="rId66" Type="http://schemas.openxmlformats.org/officeDocument/2006/relationships/customXml" Target="../ink/ink1141.xml"/><Relationship Id="rId87" Type="http://schemas.openxmlformats.org/officeDocument/2006/relationships/image" Target="../media/image1110.png"/><Relationship Id="rId110" Type="http://schemas.openxmlformats.org/officeDocument/2006/relationships/customXml" Target="../ink/ink1164.xml"/><Relationship Id="rId115" Type="http://schemas.openxmlformats.org/officeDocument/2006/relationships/image" Target="../media/image1123.png"/><Relationship Id="rId131" Type="http://schemas.openxmlformats.org/officeDocument/2006/relationships/image" Target="../media/image1131.png"/><Relationship Id="rId136" Type="http://schemas.openxmlformats.org/officeDocument/2006/relationships/customXml" Target="../ink/ink1177.xml"/><Relationship Id="rId157" Type="http://schemas.openxmlformats.org/officeDocument/2006/relationships/image" Target="../media/image1143.png"/><Relationship Id="rId178" Type="http://schemas.openxmlformats.org/officeDocument/2006/relationships/customXml" Target="../ink/ink1199.xml"/><Relationship Id="rId61" Type="http://schemas.openxmlformats.org/officeDocument/2006/relationships/image" Target="../media/image1099.png"/><Relationship Id="rId82" Type="http://schemas.openxmlformats.org/officeDocument/2006/relationships/customXml" Target="../ink/ink1150.xml"/><Relationship Id="rId152" Type="http://schemas.openxmlformats.org/officeDocument/2006/relationships/customXml" Target="../ink/ink1186.xml"/><Relationship Id="rId173" Type="http://schemas.openxmlformats.org/officeDocument/2006/relationships/image" Target="../media/image1151.png"/><Relationship Id="rId194" Type="http://schemas.openxmlformats.org/officeDocument/2006/relationships/image" Target="../media/image1161.png"/><Relationship Id="rId19" Type="http://schemas.openxmlformats.org/officeDocument/2006/relationships/image" Target="../media/image1078.png"/><Relationship Id="rId14" Type="http://schemas.openxmlformats.org/officeDocument/2006/relationships/customXml" Target="../ink/ink1115.xml"/><Relationship Id="rId30" Type="http://schemas.openxmlformats.org/officeDocument/2006/relationships/customXml" Target="../ink/ink1123.xml"/><Relationship Id="rId35" Type="http://schemas.openxmlformats.org/officeDocument/2006/relationships/image" Target="../media/image1086.png"/><Relationship Id="rId56" Type="http://schemas.openxmlformats.org/officeDocument/2006/relationships/customXml" Target="../ink/ink1136.xml"/><Relationship Id="rId77" Type="http://schemas.openxmlformats.org/officeDocument/2006/relationships/image" Target="../media/image1107.png"/><Relationship Id="rId100" Type="http://schemas.openxmlformats.org/officeDocument/2006/relationships/customXml" Target="../ink/ink1159.xml"/><Relationship Id="rId105" Type="http://schemas.openxmlformats.org/officeDocument/2006/relationships/image" Target="../media/image1118.png"/><Relationship Id="rId126" Type="http://schemas.openxmlformats.org/officeDocument/2006/relationships/customXml" Target="../ink/ink1172.xml"/><Relationship Id="rId147" Type="http://schemas.openxmlformats.org/officeDocument/2006/relationships/image" Target="../media/image1138.png"/><Relationship Id="rId168" Type="http://schemas.openxmlformats.org/officeDocument/2006/relationships/customXml" Target="../ink/ink1194.xml"/><Relationship Id="rId8" Type="http://schemas.openxmlformats.org/officeDocument/2006/relationships/customXml" Target="../ink/ink1112.xml"/><Relationship Id="rId51" Type="http://schemas.openxmlformats.org/officeDocument/2006/relationships/image" Target="../media/image1094.png"/><Relationship Id="rId72" Type="http://schemas.openxmlformats.org/officeDocument/2006/relationships/customXml" Target="../ink/ink1144.xml"/><Relationship Id="rId93" Type="http://schemas.openxmlformats.org/officeDocument/2006/relationships/image" Target="../media/image1113.png"/><Relationship Id="rId98" Type="http://schemas.openxmlformats.org/officeDocument/2006/relationships/customXml" Target="../ink/ink1158.xml"/><Relationship Id="rId121" Type="http://schemas.openxmlformats.org/officeDocument/2006/relationships/image" Target="../media/image1126.png"/><Relationship Id="rId142" Type="http://schemas.openxmlformats.org/officeDocument/2006/relationships/customXml" Target="../ink/ink1180.xml"/><Relationship Id="rId163" Type="http://schemas.openxmlformats.org/officeDocument/2006/relationships/image" Target="../media/image1146.png"/><Relationship Id="rId184" Type="http://schemas.openxmlformats.org/officeDocument/2006/relationships/customXml" Target="../ink/ink1202.xml"/><Relationship Id="rId189" Type="http://schemas.openxmlformats.org/officeDocument/2006/relationships/customXml" Target="../ink/ink1205.xml"/><Relationship Id="rId3" Type="http://schemas.openxmlformats.org/officeDocument/2006/relationships/image" Target="../media/image1070.png"/><Relationship Id="rId25" Type="http://schemas.openxmlformats.org/officeDocument/2006/relationships/image" Target="../media/image1081.png"/><Relationship Id="rId46" Type="http://schemas.openxmlformats.org/officeDocument/2006/relationships/customXml" Target="../ink/ink1131.xml"/><Relationship Id="rId67" Type="http://schemas.openxmlformats.org/officeDocument/2006/relationships/image" Target="../media/image1102.png"/><Relationship Id="rId116" Type="http://schemas.openxmlformats.org/officeDocument/2006/relationships/customXml" Target="../ink/ink1167.xml"/><Relationship Id="rId137" Type="http://schemas.openxmlformats.org/officeDocument/2006/relationships/image" Target="../media/image1134.png"/><Relationship Id="rId158" Type="http://schemas.openxmlformats.org/officeDocument/2006/relationships/customXml" Target="../ink/ink1189.xml"/><Relationship Id="rId20" Type="http://schemas.openxmlformats.org/officeDocument/2006/relationships/customXml" Target="../ink/ink1118.xml"/><Relationship Id="rId41" Type="http://schemas.openxmlformats.org/officeDocument/2006/relationships/image" Target="../media/image1089.png"/><Relationship Id="rId62" Type="http://schemas.openxmlformats.org/officeDocument/2006/relationships/customXml" Target="../ink/ink1139.xml"/><Relationship Id="rId83" Type="http://schemas.openxmlformats.org/officeDocument/2006/relationships/image" Target="../media/image1108.png"/><Relationship Id="rId88" Type="http://schemas.openxmlformats.org/officeDocument/2006/relationships/customXml" Target="../ink/ink1153.xml"/><Relationship Id="rId111" Type="http://schemas.openxmlformats.org/officeDocument/2006/relationships/image" Target="../media/image1121.png"/><Relationship Id="rId132" Type="http://schemas.openxmlformats.org/officeDocument/2006/relationships/customXml" Target="../ink/ink1175.xml"/><Relationship Id="rId153" Type="http://schemas.openxmlformats.org/officeDocument/2006/relationships/image" Target="../media/image1141.png"/><Relationship Id="rId174" Type="http://schemas.openxmlformats.org/officeDocument/2006/relationships/customXml" Target="../ink/ink1197.xml"/><Relationship Id="rId179" Type="http://schemas.openxmlformats.org/officeDocument/2006/relationships/image" Target="../media/image1154.png"/><Relationship Id="rId195" Type="http://schemas.openxmlformats.org/officeDocument/2006/relationships/customXml" Target="../ink/ink1208.xml"/><Relationship Id="rId190" Type="http://schemas.openxmlformats.org/officeDocument/2006/relationships/image" Target="../media/image1159.png"/><Relationship Id="rId15" Type="http://schemas.openxmlformats.org/officeDocument/2006/relationships/image" Target="../media/image1076.png"/><Relationship Id="rId36" Type="http://schemas.openxmlformats.org/officeDocument/2006/relationships/customXml" Target="../ink/ink1126.xml"/><Relationship Id="rId57" Type="http://schemas.openxmlformats.org/officeDocument/2006/relationships/image" Target="../media/image1097.png"/><Relationship Id="rId106" Type="http://schemas.openxmlformats.org/officeDocument/2006/relationships/customXml" Target="../ink/ink1162.xml"/><Relationship Id="rId127" Type="http://schemas.openxmlformats.org/officeDocument/2006/relationships/image" Target="../media/image1129.png"/><Relationship Id="rId10" Type="http://schemas.openxmlformats.org/officeDocument/2006/relationships/customXml" Target="../ink/ink1113.xml"/><Relationship Id="rId31" Type="http://schemas.openxmlformats.org/officeDocument/2006/relationships/image" Target="../media/image1084.png"/><Relationship Id="rId52" Type="http://schemas.openxmlformats.org/officeDocument/2006/relationships/customXml" Target="../ink/ink1134.xml"/><Relationship Id="rId73" Type="http://schemas.openxmlformats.org/officeDocument/2006/relationships/image" Target="../media/image1105.png"/><Relationship Id="rId78" Type="http://schemas.openxmlformats.org/officeDocument/2006/relationships/customXml" Target="../ink/ink1147.xml"/><Relationship Id="rId94" Type="http://schemas.openxmlformats.org/officeDocument/2006/relationships/customXml" Target="../ink/ink1156.xml"/><Relationship Id="rId99" Type="http://schemas.openxmlformats.org/officeDocument/2006/relationships/image" Target="../media/image1115.png"/><Relationship Id="rId101" Type="http://schemas.openxmlformats.org/officeDocument/2006/relationships/image" Target="../media/image1116.png"/><Relationship Id="rId122" Type="http://schemas.openxmlformats.org/officeDocument/2006/relationships/customXml" Target="../ink/ink1170.xml"/><Relationship Id="rId143" Type="http://schemas.openxmlformats.org/officeDocument/2006/relationships/image" Target="../media/image1137.png"/><Relationship Id="rId148" Type="http://schemas.openxmlformats.org/officeDocument/2006/relationships/customXml" Target="../ink/ink1184.xml"/><Relationship Id="rId164" Type="http://schemas.openxmlformats.org/officeDocument/2006/relationships/customXml" Target="../ink/ink1192.xml"/><Relationship Id="rId169" Type="http://schemas.openxmlformats.org/officeDocument/2006/relationships/image" Target="../media/image1149.png"/><Relationship Id="rId185" Type="http://schemas.openxmlformats.org/officeDocument/2006/relationships/customXml" Target="../ink/ink1203.xml"/><Relationship Id="rId4" Type="http://schemas.openxmlformats.org/officeDocument/2006/relationships/customXml" Target="../ink/ink1110.xml"/><Relationship Id="rId9" Type="http://schemas.openxmlformats.org/officeDocument/2006/relationships/image" Target="../media/image1073.png"/><Relationship Id="rId180" Type="http://schemas.openxmlformats.org/officeDocument/2006/relationships/customXml" Target="../ink/ink1200.xml"/><Relationship Id="rId26" Type="http://schemas.openxmlformats.org/officeDocument/2006/relationships/customXml" Target="../ink/ink1121.xml"/><Relationship Id="rId47" Type="http://schemas.openxmlformats.org/officeDocument/2006/relationships/image" Target="../media/image1092.png"/><Relationship Id="rId68" Type="http://schemas.openxmlformats.org/officeDocument/2006/relationships/customXml" Target="../ink/ink1142.xml"/><Relationship Id="rId89" Type="http://schemas.openxmlformats.org/officeDocument/2006/relationships/image" Target="../media/image1111.png"/><Relationship Id="rId112" Type="http://schemas.openxmlformats.org/officeDocument/2006/relationships/customXml" Target="../ink/ink1165.xml"/><Relationship Id="rId133" Type="http://schemas.openxmlformats.org/officeDocument/2006/relationships/image" Target="../media/image1132.png"/><Relationship Id="rId154" Type="http://schemas.openxmlformats.org/officeDocument/2006/relationships/customXml" Target="../ink/ink1187.xml"/><Relationship Id="rId175" Type="http://schemas.openxmlformats.org/officeDocument/2006/relationships/image" Target="../media/image1152.png"/><Relationship Id="rId196" Type="http://schemas.openxmlformats.org/officeDocument/2006/relationships/image" Target="../media/image1162.png"/><Relationship Id="rId16" Type="http://schemas.openxmlformats.org/officeDocument/2006/relationships/customXml" Target="../ink/ink1116.xml"/><Relationship Id="rId37" Type="http://schemas.openxmlformats.org/officeDocument/2006/relationships/image" Target="../media/image1087.png"/><Relationship Id="rId58" Type="http://schemas.openxmlformats.org/officeDocument/2006/relationships/customXml" Target="../ink/ink1137.xml"/><Relationship Id="rId79" Type="http://schemas.openxmlformats.org/officeDocument/2006/relationships/image" Target="../media/image229.png"/><Relationship Id="rId102" Type="http://schemas.openxmlformats.org/officeDocument/2006/relationships/customXml" Target="../ink/ink1160.xml"/><Relationship Id="rId123" Type="http://schemas.openxmlformats.org/officeDocument/2006/relationships/image" Target="../media/image1127.png"/><Relationship Id="rId144" Type="http://schemas.openxmlformats.org/officeDocument/2006/relationships/customXml" Target="../ink/ink1181.xml"/><Relationship Id="rId90" Type="http://schemas.openxmlformats.org/officeDocument/2006/relationships/customXml" Target="../ink/ink1154.xml"/><Relationship Id="rId165" Type="http://schemas.openxmlformats.org/officeDocument/2006/relationships/image" Target="../media/image1147.png"/><Relationship Id="rId186" Type="http://schemas.openxmlformats.org/officeDocument/2006/relationships/image" Target="../media/image1157.png"/><Relationship Id="rId27" Type="http://schemas.openxmlformats.org/officeDocument/2006/relationships/image" Target="../media/image1082.png"/><Relationship Id="rId48" Type="http://schemas.openxmlformats.org/officeDocument/2006/relationships/customXml" Target="../ink/ink1132.xml"/><Relationship Id="rId69" Type="http://schemas.openxmlformats.org/officeDocument/2006/relationships/image" Target="../media/image1103.png"/><Relationship Id="rId113" Type="http://schemas.openxmlformats.org/officeDocument/2006/relationships/image" Target="../media/image1122.png"/><Relationship Id="rId134" Type="http://schemas.openxmlformats.org/officeDocument/2006/relationships/customXml" Target="../ink/ink1176.xml"/><Relationship Id="rId80" Type="http://schemas.openxmlformats.org/officeDocument/2006/relationships/customXml" Target="../ink/ink1148.xml"/><Relationship Id="rId155" Type="http://schemas.openxmlformats.org/officeDocument/2006/relationships/image" Target="../media/image1142.png"/><Relationship Id="rId176" Type="http://schemas.openxmlformats.org/officeDocument/2006/relationships/customXml" Target="../ink/ink1198.xml"/><Relationship Id="rId197" Type="http://schemas.openxmlformats.org/officeDocument/2006/relationships/customXml" Target="../ink/ink1209.xml"/><Relationship Id="rId17" Type="http://schemas.openxmlformats.org/officeDocument/2006/relationships/image" Target="../media/image1077.png"/><Relationship Id="rId38" Type="http://schemas.openxmlformats.org/officeDocument/2006/relationships/customXml" Target="../ink/ink1127.xml"/><Relationship Id="rId59" Type="http://schemas.openxmlformats.org/officeDocument/2006/relationships/image" Target="../media/image1098.png"/><Relationship Id="rId103" Type="http://schemas.openxmlformats.org/officeDocument/2006/relationships/image" Target="../media/image1117.png"/><Relationship Id="rId124" Type="http://schemas.openxmlformats.org/officeDocument/2006/relationships/customXml" Target="../ink/ink1171.xml"/><Relationship Id="rId70" Type="http://schemas.openxmlformats.org/officeDocument/2006/relationships/customXml" Target="../ink/ink1143.xml"/><Relationship Id="rId91" Type="http://schemas.openxmlformats.org/officeDocument/2006/relationships/image" Target="../media/image1112.png"/><Relationship Id="rId145" Type="http://schemas.openxmlformats.org/officeDocument/2006/relationships/customXml" Target="../ink/ink1182.xml"/><Relationship Id="rId166" Type="http://schemas.openxmlformats.org/officeDocument/2006/relationships/customXml" Target="../ink/ink1193.xml"/><Relationship Id="rId187" Type="http://schemas.openxmlformats.org/officeDocument/2006/relationships/customXml" Target="../ink/ink1204.xml"/><Relationship Id="rId1" Type="http://schemas.openxmlformats.org/officeDocument/2006/relationships/slideLayout" Target="../slideLayouts/slideLayout7.xml"/><Relationship Id="rId28" Type="http://schemas.openxmlformats.org/officeDocument/2006/relationships/customXml" Target="../ink/ink1122.xml"/><Relationship Id="rId49" Type="http://schemas.openxmlformats.org/officeDocument/2006/relationships/image" Target="../media/image1093.png"/><Relationship Id="rId114" Type="http://schemas.openxmlformats.org/officeDocument/2006/relationships/customXml" Target="../ink/ink1166.xml"/><Relationship Id="rId60" Type="http://schemas.openxmlformats.org/officeDocument/2006/relationships/customXml" Target="../ink/ink1138.xml"/><Relationship Id="rId81" Type="http://schemas.openxmlformats.org/officeDocument/2006/relationships/customXml" Target="../ink/ink1149.xml"/><Relationship Id="rId135" Type="http://schemas.openxmlformats.org/officeDocument/2006/relationships/image" Target="../media/image1133.png"/><Relationship Id="rId156" Type="http://schemas.openxmlformats.org/officeDocument/2006/relationships/customXml" Target="../ink/ink1188.xml"/><Relationship Id="rId177" Type="http://schemas.openxmlformats.org/officeDocument/2006/relationships/image" Target="../media/image1153.png"/><Relationship Id="rId198" Type="http://schemas.openxmlformats.org/officeDocument/2006/relationships/image" Target="../media/image1163.png"/><Relationship Id="rId18" Type="http://schemas.openxmlformats.org/officeDocument/2006/relationships/customXml" Target="../ink/ink1117.xml"/><Relationship Id="rId39" Type="http://schemas.openxmlformats.org/officeDocument/2006/relationships/image" Target="../media/image1088.png"/><Relationship Id="rId50" Type="http://schemas.openxmlformats.org/officeDocument/2006/relationships/customXml" Target="../ink/ink1133.xml"/><Relationship Id="rId104" Type="http://schemas.openxmlformats.org/officeDocument/2006/relationships/customXml" Target="../ink/ink1161.xml"/><Relationship Id="rId125" Type="http://schemas.openxmlformats.org/officeDocument/2006/relationships/image" Target="../media/image1128.png"/><Relationship Id="rId146" Type="http://schemas.openxmlformats.org/officeDocument/2006/relationships/customXml" Target="../ink/ink1183.xml"/><Relationship Id="rId167" Type="http://schemas.openxmlformats.org/officeDocument/2006/relationships/image" Target="../media/image1148.png"/><Relationship Id="rId188" Type="http://schemas.openxmlformats.org/officeDocument/2006/relationships/image" Target="../media/image1158.png"/></Relationships>
</file>

<file path=ppt/slides/_rels/slide16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222.xml"/><Relationship Id="rId21" Type="http://schemas.openxmlformats.org/officeDocument/2006/relationships/image" Target="../media/image1173.png"/><Relationship Id="rId42" Type="http://schemas.openxmlformats.org/officeDocument/2006/relationships/customXml" Target="../ink/ink1230.xml"/><Relationship Id="rId47" Type="http://schemas.openxmlformats.org/officeDocument/2006/relationships/image" Target="../media/image1185.png"/><Relationship Id="rId63" Type="http://schemas.openxmlformats.org/officeDocument/2006/relationships/image" Target="../media/image1193.png"/><Relationship Id="rId68" Type="http://schemas.openxmlformats.org/officeDocument/2006/relationships/customXml" Target="../ink/ink1243.xml"/><Relationship Id="rId7" Type="http://schemas.openxmlformats.org/officeDocument/2006/relationships/image" Target="../media/image1166.png"/><Relationship Id="rId71" Type="http://schemas.openxmlformats.org/officeDocument/2006/relationships/image" Target="../media/image1197.png"/><Relationship Id="rId2" Type="http://schemas.openxmlformats.org/officeDocument/2006/relationships/customXml" Target="../ink/ink1210.xml"/><Relationship Id="rId16" Type="http://schemas.openxmlformats.org/officeDocument/2006/relationships/customXml" Target="../ink/ink1217.xml"/><Relationship Id="rId29" Type="http://schemas.openxmlformats.org/officeDocument/2006/relationships/image" Target="../media/image1176.png"/><Relationship Id="rId11" Type="http://schemas.openxmlformats.org/officeDocument/2006/relationships/image" Target="../media/image1168.png"/><Relationship Id="rId24" Type="http://schemas.openxmlformats.org/officeDocument/2006/relationships/customXml" Target="../ink/ink1221.xml"/><Relationship Id="rId32" Type="http://schemas.openxmlformats.org/officeDocument/2006/relationships/customXml" Target="../ink/ink1225.xml"/><Relationship Id="rId37" Type="http://schemas.openxmlformats.org/officeDocument/2006/relationships/image" Target="../media/image1180.png"/><Relationship Id="rId40" Type="http://schemas.openxmlformats.org/officeDocument/2006/relationships/customXml" Target="../ink/ink1229.xml"/><Relationship Id="rId45" Type="http://schemas.openxmlformats.org/officeDocument/2006/relationships/image" Target="../media/image1184.png"/><Relationship Id="rId53" Type="http://schemas.openxmlformats.org/officeDocument/2006/relationships/image" Target="../media/image1188.png"/><Relationship Id="rId58" Type="http://schemas.openxmlformats.org/officeDocument/2006/relationships/customXml" Target="../ink/ink1238.xml"/><Relationship Id="rId66" Type="http://schemas.openxmlformats.org/officeDocument/2006/relationships/customXml" Target="../ink/ink1242.xml"/><Relationship Id="rId5" Type="http://schemas.openxmlformats.org/officeDocument/2006/relationships/image" Target="../media/image1165.png"/><Relationship Id="rId61" Type="http://schemas.openxmlformats.org/officeDocument/2006/relationships/image" Target="../media/image1192.png"/><Relationship Id="rId19" Type="http://schemas.openxmlformats.org/officeDocument/2006/relationships/image" Target="../media/image1172.png"/><Relationship Id="rId14" Type="http://schemas.openxmlformats.org/officeDocument/2006/relationships/customXml" Target="../ink/ink1216.xml"/><Relationship Id="rId22" Type="http://schemas.openxmlformats.org/officeDocument/2006/relationships/customXml" Target="../ink/ink1220.xml"/><Relationship Id="rId27" Type="http://schemas.openxmlformats.org/officeDocument/2006/relationships/image" Target="../media/image229.png"/><Relationship Id="rId30" Type="http://schemas.openxmlformats.org/officeDocument/2006/relationships/customXml" Target="../ink/ink1224.xml"/><Relationship Id="rId35" Type="http://schemas.openxmlformats.org/officeDocument/2006/relationships/image" Target="../media/image1179.png"/><Relationship Id="rId43" Type="http://schemas.openxmlformats.org/officeDocument/2006/relationships/image" Target="../media/image1183.png"/><Relationship Id="rId48" Type="http://schemas.openxmlformats.org/officeDocument/2006/relationships/customXml" Target="../ink/ink1233.xml"/><Relationship Id="rId56" Type="http://schemas.openxmlformats.org/officeDocument/2006/relationships/customXml" Target="../ink/ink1237.xml"/><Relationship Id="rId64" Type="http://schemas.openxmlformats.org/officeDocument/2006/relationships/customXml" Target="../ink/ink1241.xml"/><Relationship Id="rId69" Type="http://schemas.openxmlformats.org/officeDocument/2006/relationships/image" Target="../media/image1196.png"/><Relationship Id="rId8" Type="http://schemas.openxmlformats.org/officeDocument/2006/relationships/customXml" Target="../ink/ink1213.xml"/><Relationship Id="rId51" Type="http://schemas.openxmlformats.org/officeDocument/2006/relationships/image" Target="../media/image1187.png"/><Relationship Id="rId3" Type="http://schemas.openxmlformats.org/officeDocument/2006/relationships/image" Target="../media/image1164.png"/><Relationship Id="rId12" Type="http://schemas.openxmlformats.org/officeDocument/2006/relationships/customXml" Target="../ink/ink1215.xml"/><Relationship Id="rId17" Type="http://schemas.openxmlformats.org/officeDocument/2006/relationships/image" Target="../media/image1171.png"/><Relationship Id="rId25" Type="http://schemas.openxmlformats.org/officeDocument/2006/relationships/image" Target="../media/image1175.png"/><Relationship Id="rId33" Type="http://schemas.openxmlformats.org/officeDocument/2006/relationships/image" Target="../media/image1178.png"/><Relationship Id="rId38" Type="http://schemas.openxmlformats.org/officeDocument/2006/relationships/customXml" Target="../ink/ink1228.xml"/><Relationship Id="rId46" Type="http://schemas.openxmlformats.org/officeDocument/2006/relationships/customXml" Target="../ink/ink1232.xml"/><Relationship Id="rId59" Type="http://schemas.openxmlformats.org/officeDocument/2006/relationships/image" Target="../media/image1191.png"/><Relationship Id="rId67" Type="http://schemas.openxmlformats.org/officeDocument/2006/relationships/image" Target="../media/image1195.png"/><Relationship Id="rId20" Type="http://schemas.openxmlformats.org/officeDocument/2006/relationships/customXml" Target="../ink/ink1219.xml"/><Relationship Id="rId41" Type="http://schemas.openxmlformats.org/officeDocument/2006/relationships/image" Target="../media/image1182.png"/><Relationship Id="rId54" Type="http://schemas.openxmlformats.org/officeDocument/2006/relationships/customXml" Target="../ink/ink1236.xml"/><Relationship Id="rId62" Type="http://schemas.openxmlformats.org/officeDocument/2006/relationships/customXml" Target="../ink/ink1240.xml"/><Relationship Id="rId70" Type="http://schemas.openxmlformats.org/officeDocument/2006/relationships/customXml" Target="../ink/ink1244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212.xml"/><Relationship Id="rId15" Type="http://schemas.openxmlformats.org/officeDocument/2006/relationships/image" Target="../media/image1170.png"/><Relationship Id="rId23" Type="http://schemas.openxmlformats.org/officeDocument/2006/relationships/image" Target="../media/image1174.png"/><Relationship Id="rId28" Type="http://schemas.openxmlformats.org/officeDocument/2006/relationships/customXml" Target="../ink/ink1223.xml"/><Relationship Id="rId36" Type="http://schemas.openxmlformats.org/officeDocument/2006/relationships/customXml" Target="../ink/ink1227.xml"/><Relationship Id="rId49" Type="http://schemas.openxmlformats.org/officeDocument/2006/relationships/image" Target="../media/image1186.png"/><Relationship Id="rId57" Type="http://schemas.openxmlformats.org/officeDocument/2006/relationships/image" Target="../media/image1190.png"/><Relationship Id="rId10" Type="http://schemas.openxmlformats.org/officeDocument/2006/relationships/customXml" Target="../ink/ink1214.xml"/><Relationship Id="rId31" Type="http://schemas.openxmlformats.org/officeDocument/2006/relationships/image" Target="../media/image1177.png"/><Relationship Id="rId44" Type="http://schemas.openxmlformats.org/officeDocument/2006/relationships/customXml" Target="../ink/ink1231.xml"/><Relationship Id="rId52" Type="http://schemas.openxmlformats.org/officeDocument/2006/relationships/customXml" Target="../ink/ink1235.xml"/><Relationship Id="rId60" Type="http://schemas.openxmlformats.org/officeDocument/2006/relationships/customXml" Target="../ink/ink1239.xml"/><Relationship Id="rId65" Type="http://schemas.openxmlformats.org/officeDocument/2006/relationships/image" Target="../media/image1194.png"/><Relationship Id="rId4" Type="http://schemas.openxmlformats.org/officeDocument/2006/relationships/customXml" Target="../ink/ink1211.xml"/><Relationship Id="rId9" Type="http://schemas.openxmlformats.org/officeDocument/2006/relationships/image" Target="../media/image1167.png"/><Relationship Id="rId13" Type="http://schemas.openxmlformats.org/officeDocument/2006/relationships/image" Target="../media/image1169.png"/><Relationship Id="rId18" Type="http://schemas.openxmlformats.org/officeDocument/2006/relationships/customXml" Target="../ink/ink1218.xml"/><Relationship Id="rId39" Type="http://schemas.openxmlformats.org/officeDocument/2006/relationships/image" Target="../media/image1181.png"/><Relationship Id="rId34" Type="http://schemas.openxmlformats.org/officeDocument/2006/relationships/customXml" Target="../ink/ink1226.xml"/><Relationship Id="rId50" Type="http://schemas.openxmlformats.org/officeDocument/2006/relationships/customXml" Target="../ink/ink1234.xml"/><Relationship Id="rId55" Type="http://schemas.openxmlformats.org/officeDocument/2006/relationships/image" Target="../media/image1189.png"/></Relationships>
</file>

<file path=ppt/slides/_rels/slide17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257.xml"/><Relationship Id="rId21" Type="http://schemas.openxmlformats.org/officeDocument/2006/relationships/image" Target="../media/image1207.png"/><Relationship Id="rId42" Type="http://schemas.openxmlformats.org/officeDocument/2006/relationships/customXml" Target="../ink/ink1265.xml"/><Relationship Id="rId47" Type="http://schemas.openxmlformats.org/officeDocument/2006/relationships/image" Target="../media/image1219.png"/><Relationship Id="rId63" Type="http://schemas.openxmlformats.org/officeDocument/2006/relationships/image" Target="../media/image1227.png"/><Relationship Id="rId68" Type="http://schemas.openxmlformats.org/officeDocument/2006/relationships/customXml" Target="../ink/ink1278.xml"/><Relationship Id="rId16" Type="http://schemas.openxmlformats.org/officeDocument/2006/relationships/customXml" Target="../ink/ink1252.xml"/><Relationship Id="rId11" Type="http://schemas.openxmlformats.org/officeDocument/2006/relationships/image" Target="../media/image1202.png"/><Relationship Id="rId24" Type="http://schemas.openxmlformats.org/officeDocument/2006/relationships/customXml" Target="../ink/ink1256.xml"/><Relationship Id="rId32" Type="http://schemas.openxmlformats.org/officeDocument/2006/relationships/customXml" Target="../ink/ink1260.xml"/><Relationship Id="rId37" Type="http://schemas.openxmlformats.org/officeDocument/2006/relationships/image" Target="../media/image1214.png"/><Relationship Id="rId40" Type="http://schemas.openxmlformats.org/officeDocument/2006/relationships/customXml" Target="../ink/ink1264.xml"/><Relationship Id="rId45" Type="http://schemas.openxmlformats.org/officeDocument/2006/relationships/image" Target="../media/image1218.png"/><Relationship Id="rId53" Type="http://schemas.openxmlformats.org/officeDocument/2006/relationships/image" Target="../media/image1222.png"/><Relationship Id="rId58" Type="http://schemas.openxmlformats.org/officeDocument/2006/relationships/customXml" Target="../ink/ink1273.xml"/><Relationship Id="rId66" Type="http://schemas.openxmlformats.org/officeDocument/2006/relationships/customXml" Target="../ink/ink1277.xml"/><Relationship Id="rId74" Type="http://schemas.openxmlformats.org/officeDocument/2006/relationships/customXml" Target="../ink/ink1281.xml"/><Relationship Id="rId5" Type="http://schemas.openxmlformats.org/officeDocument/2006/relationships/image" Target="../media/image1199.png"/><Relationship Id="rId61" Type="http://schemas.openxmlformats.org/officeDocument/2006/relationships/image" Target="../media/image1226.png"/><Relationship Id="rId19" Type="http://schemas.openxmlformats.org/officeDocument/2006/relationships/image" Target="../media/image1206.png"/><Relationship Id="rId14" Type="http://schemas.openxmlformats.org/officeDocument/2006/relationships/customXml" Target="../ink/ink1251.xml"/><Relationship Id="rId22" Type="http://schemas.openxmlformats.org/officeDocument/2006/relationships/customXml" Target="../ink/ink1255.xml"/><Relationship Id="rId27" Type="http://schemas.openxmlformats.org/officeDocument/2006/relationships/image" Target="../media/image229.png"/><Relationship Id="rId30" Type="http://schemas.openxmlformats.org/officeDocument/2006/relationships/customXml" Target="../ink/ink1259.xml"/><Relationship Id="rId35" Type="http://schemas.openxmlformats.org/officeDocument/2006/relationships/image" Target="../media/image1213.png"/><Relationship Id="rId43" Type="http://schemas.openxmlformats.org/officeDocument/2006/relationships/image" Target="../media/image1217.png"/><Relationship Id="rId48" Type="http://schemas.openxmlformats.org/officeDocument/2006/relationships/customXml" Target="../ink/ink1268.xml"/><Relationship Id="rId56" Type="http://schemas.openxmlformats.org/officeDocument/2006/relationships/customXml" Target="../ink/ink1272.xml"/><Relationship Id="rId64" Type="http://schemas.openxmlformats.org/officeDocument/2006/relationships/customXml" Target="../ink/ink1276.xml"/><Relationship Id="rId69" Type="http://schemas.openxmlformats.org/officeDocument/2006/relationships/image" Target="../media/image1230.png"/><Relationship Id="rId77" Type="http://schemas.openxmlformats.org/officeDocument/2006/relationships/image" Target="../media/image1234.png"/><Relationship Id="rId8" Type="http://schemas.openxmlformats.org/officeDocument/2006/relationships/customXml" Target="../ink/ink1248.xml"/><Relationship Id="rId51" Type="http://schemas.openxmlformats.org/officeDocument/2006/relationships/image" Target="../media/image1221.png"/><Relationship Id="rId72" Type="http://schemas.openxmlformats.org/officeDocument/2006/relationships/customXml" Target="../ink/ink1280.xml"/><Relationship Id="rId3" Type="http://schemas.openxmlformats.org/officeDocument/2006/relationships/image" Target="../media/image1198.png"/><Relationship Id="rId12" Type="http://schemas.openxmlformats.org/officeDocument/2006/relationships/customXml" Target="../ink/ink1250.xml"/><Relationship Id="rId17" Type="http://schemas.openxmlformats.org/officeDocument/2006/relationships/image" Target="../media/image1205.png"/><Relationship Id="rId25" Type="http://schemas.openxmlformats.org/officeDocument/2006/relationships/image" Target="../media/image1209.png"/><Relationship Id="rId33" Type="http://schemas.openxmlformats.org/officeDocument/2006/relationships/image" Target="../media/image1212.png"/><Relationship Id="rId38" Type="http://schemas.openxmlformats.org/officeDocument/2006/relationships/customXml" Target="../ink/ink1263.xml"/><Relationship Id="rId46" Type="http://schemas.openxmlformats.org/officeDocument/2006/relationships/customXml" Target="../ink/ink1267.xml"/><Relationship Id="rId59" Type="http://schemas.openxmlformats.org/officeDocument/2006/relationships/image" Target="../media/image1225.png"/><Relationship Id="rId67" Type="http://schemas.openxmlformats.org/officeDocument/2006/relationships/image" Target="../media/image1229.png"/><Relationship Id="rId20" Type="http://schemas.openxmlformats.org/officeDocument/2006/relationships/customXml" Target="../ink/ink1254.xml"/><Relationship Id="rId41" Type="http://schemas.openxmlformats.org/officeDocument/2006/relationships/image" Target="../media/image1216.png"/><Relationship Id="rId54" Type="http://schemas.openxmlformats.org/officeDocument/2006/relationships/customXml" Target="../ink/ink1271.xml"/><Relationship Id="rId62" Type="http://schemas.openxmlformats.org/officeDocument/2006/relationships/customXml" Target="../ink/ink1275.xml"/><Relationship Id="rId70" Type="http://schemas.openxmlformats.org/officeDocument/2006/relationships/customXml" Target="../ink/ink1279.xml"/><Relationship Id="rId75" Type="http://schemas.openxmlformats.org/officeDocument/2006/relationships/image" Target="../media/image1233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247.xml"/><Relationship Id="rId15" Type="http://schemas.openxmlformats.org/officeDocument/2006/relationships/image" Target="../media/image1204.png"/><Relationship Id="rId23" Type="http://schemas.openxmlformats.org/officeDocument/2006/relationships/image" Target="../media/image1208.png"/><Relationship Id="rId28" Type="http://schemas.openxmlformats.org/officeDocument/2006/relationships/customXml" Target="../ink/ink1258.xml"/><Relationship Id="rId36" Type="http://schemas.openxmlformats.org/officeDocument/2006/relationships/customXml" Target="../ink/ink1262.xml"/><Relationship Id="rId49" Type="http://schemas.openxmlformats.org/officeDocument/2006/relationships/image" Target="../media/image1220.png"/><Relationship Id="rId57" Type="http://schemas.openxmlformats.org/officeDocument/2006/relationships/image" Target="../media/image1224.png"/><Relationship Id="rId10" Type="http://schemas.openxmlformats.org/officeDocument/2006/relationships/customXml" Target="../ink/ink1249.xml"/><Relationship Id="rId31" Type="http://schemas.openxmlformats.org/officeDocument/2006/relationships/image" Target="../media/image1211.png"/><Relationship Id="rId44" Type="http://schemas.openxmlformats.org/officeDocument/2006/relationships/customXml" Target="../ink/ink1266.xml"/><Relationship Id="rId52" Type="http://schemas.openxmlformats.org/officeDocument/2006/relationships/customXml" Target="../ink/ink1270.xml"/><Relationship Id="rId60" Type="http://schemas.openxmlformats.org/officeDocument/2006/relationships/customXml" Target="../ink/ink1274.xml"/><Relationship Id="rId65" Type="http://schemas.openxmlformats.org/officeDocument/2006/relationships/image" Target="../media/image1228.png"/><Relationship Id="rId73" Type="http://schemas.openxmlformats.org/officeDocument/2006/relationships/image" Target="../media/image1232.png"/><Relationship Id="rId4" Type="http://schemas.openxmlformats.org/officeDocument/2006/relationships/customXml" Target="../ink/ink1246.xml"/><Relationship Id="rId9" Type="http://schemas.openxmlformats.org/officeDocument/2006/relationships/image" Target="../media/image1201.png"/><Relationship Id="rId13" Type="http://schemas.openxmlformats.org/officeDocument/2006/relationships/image" Target="../media/image1203.png"/><Relationship Id="rId18" Type="http://schemas.openxmlformats.org/officeDocument/2006/relationships/customXml" Target="../ink/ink1253.xml"/><Relationship Id="rId39" Type="http://schemas.openxmlformats.org/officeDocument/2006/relationships/image" Target="../media/image1215.png"/><Relationship Id="rId34" Type="http://schemas.openxmlformats.org/officeDocument/2006/relationships/customXml" Target="../ink/ink1261.xml"/><Relationship Id="rId50" Type="http://schemas.openxmlformats.org/officeDocument/2006/relationships/customXml" Target="../ink/ink1269.xml"/><Relationship Id="rId55" Type="http://schemas.openxmlformats.org/officeDocument/2006/relationships/image" Target="../media/image1223.png"/><Relationship Id="rId76" Type="http://schemas.openxmlformats.org/officeDocument/2006/relationships/customXml" Target="../ink/ink1282.xml"/><Relationship Id="rId7" Type="http://schemas.openxmlformats.org/officeDocument/2006/relationships/image" Target="../media/image1200.png"/><Relationship Id="rId71" Type="http://schemas.openxmlformats.org/officeDocument/2006/relationships/image" Target="../media/image1231.png"/><Relationship Id="rId2" Type="http://schemas.openxmlformats.org/officeDocument/2006/relationships/customXml" Target="../ink/ink1245.xml"/><Relationship Id="rId29" Type="http://schemas.openxmlformats.org/officeDocument/2006/relationships/image" Target="../media/image1210.png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39.png"/><Relationship Id="rId18" Type="http://schemas.openxmlformats.org/officeDocument/2006/relationships/customXml" Target="../ink/ink1291.xml"/><Relationship Id="rId26" Type="http://schemas.openxmlformats.org/officeDocument/2006/relationships/customXml" Target="../ink/ink1295.xml"/><Relationship Id="rId39" Type="http://schemas.openxmlformats.org/officeDocument/2006/relationships/image" Target="../media/image1252.png"/><Relationship Id="rId21" Type="http://schemas.openxmlformats.org/officeDocument/2006/relationships/image" Target="../media/image1243.png"/><Relationship Id="rId34" Type="http://schemas.openxmlformats.org/officeDocument/2006/relationships/customXml" Target="../ink/ink1299.xml"/><Relationship Id="rId42" Type="http://schemas.openxmlformats.org/officeDocument/2006/relationships/customXml" Target="../ink/ink1303.xml"/><Relationship Id="rId47" Type="http://schemas.openxmlformats.org/officeDocument/2006/relationships/image" Target="../media/image1256.png"/><Relationship Id="rId50" Type="http://schemas.openxmlformats.org/officeDocument/2006/relationships/customXml" Target="../ink/ink1307.xml"/><Relationship Id="rId55" Type="http://schemas.openxmlformats.org/officeDocument/2006/relationships/image" Target="../media/image1259.png"/><Relationship Id="rId63" Type="http://schemas.openxmlformats.org/officeDocument/2006/relationships/image" Target="../media/image1263.png"/><Relationship Id="rId7" Type="http://schemas.openxmlformats.org/officeDocument/2006/relationships/image" Target="../media/image1237.png"/><Relationship Id="rId2" Type="http://schemas.openxmlformats.org/officeDocument/2006/relationships/customXml" Target="../ink/ink1283.xml"/><Relationship Id="rId16" Type="http://schemas.openxmlformats.org/officeDocument/2006/relationships/customXml" Target="../ink/ink1290.xml"/><Relationship Id="rId29" Type="http://schemas.openxmlformats.org/officeDocument/2006/relationships/image" Target="../media/image1247.png"/><Relationship Id="rId11" Type="http://schemas.openxmlformats.org/officeDocument/2006/relationships/image" Target="../media/image1238.png"/><Relationship Id="rId24" Type="http://schemas.openxmlformats.org/officeDocument/2006/relationships/customXml" Target="../ink/ink1294.xml"/><Relationship Id="rId32" Type="http://schemas.openxmlformats.org/officeDocument/2006/relationships/customXml" Target="../ink/ink1298.xml"/><Relationship Id="rId37" Type="http://schemas.openxmlformats.org/officeDocument/2006/relationships/image" Target="../media/image1251.png"/><Relationship Id="rId40" Type="http://schemas.openxmlformats.org/officeDocument/2006/relationships/customXml" Target="../ink/ink1302.xml"/><Relationship Id="rId45" Type="http://schemas.openxmlformats.org/officeDocument/2006/relationships/image" Target="../media/image1255.png"/><Relationship Id="rId53" Type="http://schemas.openxmlformats.org/officeDocument/2006/relationships/image" Target="../media/image1258.png"/><Relationship Id="rId58" Type="http://schemas.openxmlformats.org/officeDocument/2006/relationships/customXml" Target="../ink/ink1311.xml"/><Relationship Id="rId5" Type="http://schemas.openxmlformats.org/officeDocument/2006/relationships/image" Target="../media/image1236.png"/><Relationship Id="rId61" Type="http://schemas.openxmlformats.org/officeDocument/2006/relationships/image" Target="../media/image1262.png"/><Relationship Id="rId19" Type="http://schemas.openxmlformats.org/officeDocument/2006/relationships/image" Target="../media/image1242.png"/><Relationship Id="rId14" Type="http://schemas.openxmlformats.org/officeDocument/2006/relationships/customXml" Target="../ink/ink1289.xml"/><Relationship Id="rId22" Type="http://schemas.openxmlformats.org/officeDocument/2006/relationships/customXml" Target="../ink/ink1293.xml"/><Relationship Id="rId27" Type="http://schemas.openxmlformats.org/officeDocument/2006/relationships/image" Target="../media/image1246.png"/><Relationship Id="rId30" Type="http://schemas.openxmlformats.org/officeDocument/2006/relationships/customXml" Target="../ink/ink1297.xml"/><Relationship Id="rId35" Type="http://schemas.openxmlformats.org/officeDocument/2006/relationships/image" Target="../media/image1250.png"/><Relationship Id="rId43" Type="http://schemas.openxmlformats.org/officeDocument/2006/relationships/image" Target="../media/image1254.png"/><Relationship Id="rId48" Type="http://schemas.openxmlformats.org/officeDocument/2006/relationships/customXml" Target="../ink/ink1306.xml"/><Relationship Id="rId56" Type="http://schemas.openxmlformats.org/officeDocument/2006/relationships/customXml" Target="../ink/ink1310.xml"/><Relationship Id="rId8" Type="http://schemas.openxmlformats.org/officeDocument/2006/relationships/customXml" Target="../ink/ink1286.xml"/><Relationship Id="rId51" Type="http://schemas.openxmlformats.org/officeDocument/2006/relationships/image" Target="../media/image1257.png"/><Relationship Id="rId3" Type="http://schemas.openxmlformats.org/officeDocument/2006/relationships/image" Target="../media/image1235.png"/><Relationship Id="rId12" Type="http://schemas.openxmlformats.org/officeDocument/2006/relationships/customXml" Target="../ink/ink1288.xml"/><Relationship Id="rId17" Type="http://schemas.openxmlformats.org/officeDocument/2006/relationships/image" Target="../media/image1241.png"/><Relationship Id="rId25" Type="http://schemas.openxmlformats.org/officeDocument/2006/relationships/image" Target="../media/image1245.png"/><Relationship Id="rId33" Type="http://schemas.openxmlformats.org/officeDocument/2006/relationships/image" Target="../media/image1249.png"/><Relationship Id="rId38" Type="http://schemas.openxmlformats.org/officeDocument/2006/relationships/customXml" Target="../ink/ink1301.xml"/><Relationship Id="rId46" Type="http://schemas.openxmlformats.org/officeDocument/2006/relationships/customXml" Target="../ink/ink1305.xml"/><Relationship Id="rId59" Type="http://schemas.openxmlformats.org/officeDocument/2006/relationships/image" Target="../media/image1261.png"/><Relationship Id="rId20" Type="http://schemas.openxmlformats.org/officeDocument/2006/relationships/customXml" Target="../ink/ink1292.xml"/><Relationship Id="rId41" Type="http://schemas.openxmlformats.org/officeDocument/2006/relationships/image" Target="../media/image1253.png"/><Relationship Id="rId54" Type="http://schemas.openxmlformats.org/officeDocument/2006/relationships/customXml" Target="../ink/ink1309.xml"/><Relationship Id="rId62" Type="http://schemas.openxmlformats.org/officeDocument/2006/relationships/customXml" Target="../ink/ink1313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285.xml"/><Relationship Id="rId15" Type="http://schemas.openxmlformats.org/officeDocument/2006/relationships/image" Target="../media/image1240.png"/><Relationship Id="rId23" Type="http://schemas.openxmlformats.org/officeDocument/2006/relationships/image" Target="../media/image1244.png"/><Relationship Id="rId28" Type="http://schemas.openxmlformats.org/officeDocument/2006/relationships/customXml" Target="../ink/ink1296.xml"/><Relationship Id="rId36" Type="http://schemas.openxmlformats.org/officeDocument/2006/relationships/customXml" Target="../ink/ink1300.xml"/><Relationship Id="rId49" Type="http://schemas.openxmlformats.org/officeDocument/2006/relationships/image" Target="../media/image249.png"/><Relationship Id="rId57" Type="http://schemas.openxmlformats.org/officeDocument/2006/relationships/image" Target="../media/image1260.png"/><Relationship Id="rId10" Type="http://schemas.openxmlformats.org/officeDocument/2006/relationships/customXml" Target="../ink/ink1287.xml"/><Relationship Id="rId31" Type="http://schemas.openxmlformats.org/officeDocument/2006/relationships/image" Target="../media/image1248.png"/><Relationship Id="rId44" Type="http://schemas.openxmlformats.org/officeDocument/2006/relationships/customXml" Target="../ink/ink1304.xml"/><Relationship Id="rId52" Type="http://schemas.openxmlformats.org/officeDocument/2006/relationships/customXml" Target="../ink/ink1308.xml"/><Relationship Id="rId60" Type="http://schemas.openxmlformats.org/officeDocument/2006/relationships/customXml" Target="../ink/ink1312.xml"/><Relationship Id="rId4" Type="http://schemas.openxmlformats.org/officeDocument/2006/relationships/customXml" Target="../ink/ink1284.xml"/><Relationship Id="rId9" Type="http://schemas.openxmlformats.org/officeDocument/2006/relationships/image" Target="../media/image2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unity.deeplearning.ai/t/how-to-compute-rnn-parameters/259287/4" TargetMode="External"/><Relationship Id="rId2" Type="http://schemas.openxmlformats.org/officeDocument/2006/relationships/hyperlink" Target="https://stanford.edu/~shervine/teaching/cs-230/cheatsheet-recurrent-neural-networks/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d2l.ai/chapter_recurrent-neural-networks/rnn.html" TargetMode="External"/><Relationship Id="rId4" Type="http://schemas.openxmlformats.org/officeDocument/2006/relationships/hyperlink" Target="https://www.geeksforgeeks.org/deep-learning/how-to-calculate-the-number-of-parameters-in-cnn/" TargetMode="External"/></Relationships>
</file>

<file path=ppt/slides/_rels/slide2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320.png"/><Relationship Id="rId21" Type="http://schemas.openxmlformats.org/officeDocument/2006/relationships/image" Target="../media/image1273.png"/><Relationship Id="rId42" Type="http://schemas.openxmlformats.org/officeDocument/2006/relationships/customXml" Target="../ink/ink1334.xml"/><Relationship Id="rId63" Type="http://schemas.openxmlformats.org/officeDocument/2006/relationships/image" Target="../media/image1294.png"/><Relationship Id="rId84" Type="http://schemas.openxmlformats.org/officeDocument/2006/relationships/customXml" Target="../ink/ink1355.xml"/><Relationship Id="rId138" Type="http://schemas.openxmlformats.org/officeDocument/2006/relationships/customXml" Target="../ink/ink1382.xml"/><Relationship Id="rId107" Type="http://schemas.openxmlformats.org/officeDocument/2006/relationships/image" Target="../media/image1315.png"/><Relationship Id="rId11" Type="http://schemas.openxmlformats.org/officeDocument/2006/relationships/image" Target="../media/image1268.png"/><Relationship Id="rId32" Type="http://schemas.openxmlformats.org/officeDocument/2006/relationships/customXml" Target="../ink/ink1329.xml"/><Relationship Id="rId53" Type="http://schemas.openxmlformats.org/officeDocument/2006/relationships/image" Target="../media/image1289.png"/><Relationship Id="rId74" Type="http://schemas.openxmlformats.org/officeDocument/2006/relationships/customXml" Target="../ink/ink1350.xml"/><Relationship Id="rId128" Type="http://schemas.openxmlformats.org/officeDocument/2006/relationships/customXml" Target="../ink/ink1377.xml"/><Relationship Id="rId5" Type="http://schemas.openxmlformats.org/officeDocument/2006/relationships/image" Target="../media/image1265.png"/><Relationship Id="rId90" Type="http://schemas.openxmlformats.org/officeDocument/2006/relationships/customXml" Target="../ink/ink1358.xml"/><Relationship Id="rId95" Type="http://schemas.openxmlformats.org/officeDocument/2006/relationships/image" Target="../media/image1309.png"/><Relationship Id="rId22" Type="http://schemas.openxmlformats.org/officeDocument/2006/relationships/customXml" Target="../ink/ink1324.xml"/><Relationship Id="rId27" Type="http://schemas.openxmlformats.org/officeDocument/2006/relationships/image" Target="../media/image1276.png"/><Relationship Id="rId43" Type="http://schemas.openxmlformats.org/officeDocument/2006/relationships/image" Target="../media/image1284.png"/><Relationship Id="rId48" Type="http://schemas.openxmlformats.org/officeDocument/2006/relationships/customXml" Target="../ink/ink1337.xml"/><Relationship Id="rId64" Type="http://schemas.openxmlformats.org/officeDocument/2006/relationships/customXml" Target="../ink/ink1345.xml"/><Relationship Id="rId69" Type="http://schemas.openxmlformats.org/officeDocument/2006/relationships/image" Target="../media/image1297.png"/><Relationship Id="rId113" Type="http://schemas.openxmlformats.org/officeDocument/2006/relationships/image" Target="../media/image1318.png"/><Relationship Id="rId118" Type="http://schemas.openxmlformats.org/officeDocument/2006/relationships/customXml" Target="../ink/ink1372.xml"/><Relationship Id="rId134" Type="http://schemas.openxmlformats.org/officeDocument/2006/relationships/customXml" Target="../ink/ink1380.xml"/><Relationship Id="rId139" Type="http://schemas.openxmlformats.org/officeDocument/2006/relationships/image" Target="../media/image1331.png"/><Relationship Id="rId80" Type="http://schemas.openxmlformats.org/officeDocument/2006/relationships/customXml" Target="../ink/ink1353.xml"/><Relationship Id="rId85" Type="http://schemas.openxmlformats.org/officeDocument/2006/relationships/image" Target="../media/image1305.png"/><Relationship Id="rId12" Type="http://schemas.openxmlformats.org/officeDocument/2006/relationships/customXml" Target="../ink/ink1319.xml"/><Relationship Id="rId17" Type="http://schemas.openxmlformats.org/officeDocument/2006/relationships/image" Target="../media/image1271.png"/><Relationship Id="rId33" Type="http://schemas.openxmlformats.org/officeDocument/2006/relationships/image" Target="../media/image1279.png"/><Relationship Id="rId38" Type="http://schemas.openxmlformats.org/officeDocument/2006/relationships/customXml" Target="../ink/ink1332.xml"/><Relationship Id="rId59" Type="http://schemas.openxmlformats.org/officeDocument/2006/relationships/image" Target="../media/image1292.png"/><Relationship Id="rId103" Type="http://schemas.openxmlformats.org/officeDocument/2006/relationships/image" Target="../media/image1313.png"/><Relationship Id="rId108" Type="http://schemas.openxmlformats.org/officeDocument/2006/relationships/customXml" Target="../ink/ink1367.xml"/><Relationship Id="rId124" Type="http://schemas.openxmlformats.org/officeDocument/2006/relationships/customXml" Target="../ink/ink1375.xml"/><Relationship Id="rId129" Type="http://schemas.openxmlformats.org/officeDocument/2006/relationships/image" Target="../media/image1326.png"/><Relationship Id="rId54" Type="http://schemas.openxmlformats.org/officeDocument/2006/relationships/customXml" Target="../ink/ink1340.xml"/><Relationship Id="rId70" Type="http://schemas.openxmlformats.org/officeDocument/2006/relationships/customXml" Target="../ink/ink1348.xml"/><Relationship Id="rId75" Type="http://schemas.openxmlformats.org/officeDocument/2006/relationships/image" Target="../media/image1300.png"/><Relationship Id="rId91" Type="http://schemas.openxmlformats.org/officeDocument/2006/relationships/image" Target="../media/image1308.png"/><Relationship Id="rId96" Type="http://schemas.openxmlformats.org/officeDocument/2006/relationships/customXml" Target="../ink/ink1361.xml"/><Relationship Id="rId140" Type="http://schemas.openxmlformats.org/officeDocument/2006/relationships/customXml" Target="../ink/ink1383.xml"/><Relationship Id="rId145" Type="http://schemas.openxmlformats.org/officeDocument/2006/relationships/image" Target="../media/image1334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316.xml"/><Relationship Id="rId23" Type="http://schemas.openxmlformats.org/officeDocument/2006/relationships/image" Target="../media/image1274.png"/><Relationship Id="rId28" Type="http://schemas.openxmlformats.org/officeDocument/2006/relationships/customXml" Target="../ink/ink1327.xml"/><Relationship Id="rId49" Type="http://schemas.openxmlformats.org/officeDocument/2006/relationships/image" Target="../media/image1287.png"/><Relationship Id="rId114" Type="http://schemas.openxmlformats.org/officeDocument/2006/relationships/customXml" Target="../ink/ink1370.xml"/><Relationship Id="rId119" Type="http://schemas.openxmlformats.org/officeDocument/2006/relationships/image" Target="../media/image1321.png"/><Relationship Id="rId44" Type="http://schemas.openxmlformats.org/officeDocument/2006/relationships/customXml" Target="../ink/ink1335.xml"/><Relationship Id="rId60" Type="http://schemas.openxmlformats.org/officeDocument/2006/relationships/customXml" Target="../ink/ink1343.xml"/><Relationship Id="rId65" Type="http://schemas.openxmlformats.org/officeDocument/2006/relationships/image" Target="../media/image1295.png"/><Relationship Id="rId81" Type="http://schemas.openxmlformats.org/officeDocument/2006/relationships/image" Target="../media/image1303.png"/><Relationship Id="rId86" Type="http://schemas.openxmlformats.org/officeDocument/2006/relationships/customXml" Target="../ink/ink1356.xml"/><Relationship Id="rId130" Type="http://schemas.openxmlformats.org/officeDocument/2006/relationships/customXml" Target="../ink/ink1378.xml"/><Relationship Id="rId135" Type="http://schemas.openxmlformats.org/officeDocument/2006/relationships/image" Target="../media/image1329.png"/><Relationship Id="rId13" Type="http://schemas.openxmlformats.org/officeDocument/2006/relationships/image" Target="../media/image1269.png"/><Relationship Id="rId18" Type="http://schemas.openxmlformats.org/officeDocument/2006/relationships/customXml" Target="../ink/ink1322.xml"/><Relationship Id="rId39" Type="http://schemas.openxmlformats.org/officeDocument/2006/relationships/image" Target="../media/image1282.png"/><Relationship Id="rId109" Type="http://schemas.openxmlformats.org/officeDocument/2006/relationships/image" Target="../media/image1316.png"/><Relationship Id="rId34" Type="http://schemas.openxmlformats.org/officeDocument/2006/relationships/customXml" Target="../ink/ink1330.xml"/><Relationship Id="rId50" Type="http://schemas.openxmlformats.org/officeDocument/2006/relationships/customXml" Target="../ink/ink1338.xml"/><Relationship Id="rId55" Type="http://schemas.openxmlformats.org/officeDocument/2006/relationships/image" Target="../media/image1290.png"/><Relationship Id="rId76" Type="http://schemas.openxmlformats.org/officeDocument/2006/relationships/customXml" Target="../ink/ink1351.xml"/><Relationship Id="rId97" Type="http://schemas.openxmlformats.org/officeDocument/2006/relationships/image" Target="../media/image1310.png"/><Relationship Id="rId104" Type="http://schemas.openxmlformats.org/officeDocument/2006/relationships/customXml" Target="../ink/ink1365.xml"/><Relationship Id="rId120" Type="http://schemas.openxmlformats.org/officeDocument/2006/relationships/customXml" Target="../ink/ink1373.xml"/><Relationship Id="rId125" Type="http://schemas.openxmlformats.org/officeDocument/2006/relationships/image" Target="../media/image1324.png"/><Relationship Id="rId141" Type="http://schemas.openxmlformats.org/officeDocument/2006/relationships/image" Target="../media/image1332.png"/><Relationship Id="rId146" Type="http://schemas.openxmlformats.org/officeDocument/2006/relationships/customXml" Target="../ink/ink1386.xml"/><Relationship Id="rId7" Type="http://schemas.openxmlformats.org/officeDocument/2006/relationships/image" Target="../media/image1266.png"/><Relationship Id="rId71" Type="http://schemas.openxmlformats.org/officeDocument/2006/relationships/image" Target="../media/image1298.png"/><Relationship Id="rId92" Type="http://schemas.openxmlformats.org/officeDocument/2006/relationships/customXml" Target="../ink/ink1359.xml"/><Relationship Id="rId2" Type="http://schemas.openxmlformats.org/officeDocument/2006/relationships/customXml" Target="../ink/ink1314.xml"/><Relationship Id="rId29" Type="http://schemas.openxmlformats.org/officeDocument/2006/relationships/image" Target="../media/image1277.png"/><Relationship Id="rId24" Type="http://schemas.openxmlformats.org/officeDocument/2006/relationships/customXml" Target="../ink/ink1325.xml"/><Relationship Id="rId40" Type="http://schemas.openxmlformats.org/officeDocument/2006/relationships/customXml" Target="../ink/ink1333.xml"/><Relationship Id="rId45" Type="http://schemas.openxmlformats.org/officeDocument/2006/relationships/image" Target="../media/image1285.png"/><Relationship Id="rId66" Type="http://schemas.openxmlformats.org/officeDocument/2006/relationships/customXml" Target="../ink/ink1346.xml"/><Relationship Id="rId87" Type="http://schemas.openxmlformats.org/officeDocument/2006/relationships/image" Target="../media/image1306.png"/><Relationship Id="rId110" Type="http://schemas.openxmlformats.org/officeDocument/2006/relationships/customXml" Target="../ink/ink1368.xml"/><Relationship Id="rId115" Type="http://schemas.openxmlformats.org/officeDocument/2006/relationships/image" Target="../media/image1319.png"/><Relationship Id="rId131" Type="http://schemas.openxmlformats.org/officeDocument/2006/relationships/image" Target="../media/image1327.png"/><Relationship Id="rId136" Type="http://schemas.openxmlformats.org/officeDocument/2006/relationships/customXml" Target="../ink/ink1381.xml"/><Relationship Id="rId61" Type="http://schemas.openxmlformats.org/officeDocument/2006/relationships/image" Target="../media/image1293.png"/><Relationship Id="rId82" Type="http://schemas.openxmlformats.org/officeDocument/2006/relationships/customXml" Target="../ink/ink1354.xml"/><Relationship Id="rId19" Type="http://schemas.openxmlformats.org/officeDocument/2006/relationships/image" Target="../media/image1272.png"/><Relationship Id="rId14" Type="http://schemas.openxmlformats.org/officeDocument/2006/relationships/customXml" Target="../ink/ink1320.xml"/><Relationship Id="rId30" Type="http://schemas.openxmlformats.org/officeDocument/2006/relationships/customXml" Target="../ink/ink1328.xml"/><Relationship Id="rId35" Type="http://schemas.openxmlformats.org/officeDocument/2006/relationships/image" Target="../media/image1280.png"/><Relationship Id="rId56" Type="http://schemas.openxmlformats.org/officeDocument/2006/relationships/customXml" Target="../ink/ink1341.xml"/><Relationship Id="rId77" Type="http://schemas.openxmlformats.org/officeDocument/2006/relationships/image" Target="../media/image1301.png"/><Relationship Id="rId100" Type="http://schemas.openxmlformats.org/officeDocument/2006/relationships/customXml" Target="../ink/ink1363.xml"/><Relationship Id="rId105" Type="http://schemas.openxmlformats.org/officeDocument/2006/relationships/image" Target="../media/image1314.png"/><Relationship Id="rId126" Type="http://schemas.openxmlformats.org/officeDocument/2006/relationships/customXml" Target="../ink/ink1376.xml"/><Relationship Id="rId147" Type="http://schemas.openxmlformats.org/officeDocument/2006/relationships/image" Target="../media/image1335.png"/><Relationship Id="rId8" Type="http://schemas.openxmlformats.org/officeDocument/2006/relationships/customXml" Target="../ink/ink1317.xml"/><Relationship Id="rId51" Type="http://schemas.openxmlformats.org/officeDocument/2006/relationships/image" Target="../media/image1288.png"/><Relationship Id="rId72" Type="http://schemas.openxmlformats.org/officeDocument/2006/relationships/customXml" Target="../ink/ink1349.xml"/><Relationship Id="rId93" Type="http://schemas.openxmlformats.org/officeDocument/2006/relationships/image" Target="../media/image229.png"/><Relationship Id="rId98" Type="http://schemas.openxmlformats.org/officeDocument/2006/relationships/customXml" Target="../ink/ink1362.xml"/><Relationship Id="rId121" Type="http://schemas.openxmlformats.org/officeDocument/2006/relationships/image" Target="../media/image1322.png"/><Relationship Id="rId142" Type="http://schemas.openxmlformats.org/officeDocument/2006/relationships/customXml" Target="../ink/ink1384.xml"/><Relationship Id="rId3" Type="http://schemas.openxmlformats.org/officeDocument/2006/relationships/image" Target="../media/image1264.png"/><Relationship Id="rId25" Type="http://schemas.openxmlformats.org/officeDocument/2006/relationships/image" Target="../media/image1275.png"/><Relationship Id="rId46" Type="http://schemas.openxmlformats.org/officeDocument/2006/relationships/customXml" Target="../ink/ink1336.xml"/><Relationship Id="rId67" Type="http://schemas.openxmlformats.org/officeDocument/2006/relationships/image" Target="../media/image1296.png"/><Relationship Id="rId116" Type="http://schemas.openxmlformats.org/officeDocument/2006/relationships/customXml" Target="../ink/ink1371.xml"/><Relationship Id="rId137" Type="http://schemas.openxmlformats.org/officeDocument/2006/relationships/image" Target="../media/image1330.png"/><Relationship Id="rId20" Type="http://schemas.openxmlformats.org/officeDocument/2006/relationships/customXml" Target="../ink/ink1323.xml"/><Relationship Id="rId41" Type="http://schemas.openxmlformats.org/officeDocument/2006/relationships/image" Target="../media/image1283.png"/><Relationship Id="rId62" Type="http://schemas.openxmlformats.org/officeDocument/2006/relationships/customXml" Target="../ink/ink1344.xml"/><Relationship Id="rId83" Type="http://schemas.openxmlformats.org/officeDocument/2006/relationships/image" Target="../media/image1304.png"/><Relationship Id="rId88" Type="http://schemas.openxmlformats.org/officeDocument/2006/relationships/customXml" Target="../ink/ink1357.xml"/><Relationship Id="rId111" Type="http://schemas.openxmlformats.org/officeDocument/2006/relationships/image" Target="../media/image1317.png"/><Relationship Id="rId132" Type="http://schemas.openxmlformats.org/officeDocument/2006/relationships/customXml" Target="../ink/ink1379.xml"/><Relationship Id="rId15" Type="http://schemas.openxmlformats.org/officeDocument/2006/relationships/image" Target="../media/image1270.png"/><Relationship Id="rId36" Type="http://schemas.openxmlformats.org/officeDocument/2006/relationships/customXml" Target="../ink/ink1331.xml"/><Relationship Id="rId57" Type="http://schemas.openxmlformats.org/officeDocument/2006/relationships/image" Target="../media/image1291.png"/><Relationship Id="rId106" Type="http://schemas.openxmlformats.org/officeDocument/2006/relationships/customXml" Target="../ink/ink1366.xml"/><Relationship Id="rId127" Type="http://schemas.openxmlformats.org/officeDocument/2006/relationships/image" Target="../media/image1325.png"/><Relationship Id="rId10" Type="http://schemas.openxmlformats.org/officeDocument/2006/relationships/customXml" Target="../ink/ink1318.xml"/><Relationship Id="rId31" Type="http://schemas.openxmlformats.org/officeDocument/2006/relationships/image" Target="../media/image1278.png"/><Relationship Id="rId52" Type="http://schemas.openxmlformats.org/officeDocument/2006/relationships/customXml" Target="../ink/ink1339.xml"/><Relationship Id="rId73" Type="http://schemas.openxmlformats.org/officeDocument/2006/relationships/image" Target="../media/image1299.png"/><Relationship Id="rId78" Type="http://schemas.openxmlformats.org/officeDocument/2006/relationships/customXml" Target="../ink/ink1352.xml"/><Relationship Id="rId94" Type="http://schemas.openxmlformats.org/officeDocument/2006/relationships/customXml" Target="../ink/ink1360.xml"/><Relationship Id="rId99" Type="http://schemas.openxmlformats.org/officeDocument/2006/relationships/image" Target="../media/image1311.png"/><Relationship Id="rId101" Type="http://schemas.openxmlformats.org/officeDocument/2006/relationships/image" Target="../media/image1312.png"/><Relationship Id="rId122" Type="http://schemas.openxmlformats.org/officeDocument/2006/relationships/customXml" Target="../ink/ink1374.xml"/><Relationship Id="rId143" Type="http://schemas.openxmlformats.org/officeDocument/2006/relationships/image" Target="../media/image1333.png"/><Relationship Id="rId148" Type="http://schemas.openxmlformats.org/officeDocument/2006/relationships/customXml" Target="../ink/ink1387.xml"/><Relationship Id="rId4" Type="http://schemas.openxmlformats.org/officeDocument/2006/relationships/customXml" Target="../ink/ink1315.xml"/><Relationship Id="rId9" Type="http://schemas.openxmlformats.org/officeDocument/2006/relationships/image" Target="../media/image1267.png"/><Relationship Id="rId26" Type="http://schemas.openxmlformats.org/officeDocument/2006/relationships/customXml" Target="../ink/ink1326.xml"/><Relationship Id="rId47" Type="http://schemas.openxmlformats.org/officeDocument/2006/relationships/image" Target="../media/image1286.png"/><Relationship Id="rId68" Type="http://schemas.openxmlformats.org/officeDocument/2006/relationships/customXml" Target="../ink/ink1347.xml"/><Relationship Id="rId89" Type="http://schemas.openxmlformats.org/officeDocument/2006/relationships/image" Target="../media/image1307.png"/><Relationship Id="rId112" Type="http://schemas.openxmlformats.org/officeDocument/2006/relationships/customXml" Target="../ink/ink1369.xml"/><Relationship Id="rId133" Type="http://schemas.openxmlformats.org/officeDocument/2006/relationships/image" Target="../media/image1328.png"/><Relationship Id="rId16" Type="http://schemas.openxmlformats.org/officeDocument/2006/relationships/customXml" Target="../ink/ink1321.xml"/><Relationship Id="rId37" Type="http://schemas.openxmlformats.org/officeDocument/2006/relationships/image" Target="../media/image1281.png"/><Relationship Id="rId58" Type="http://schemas.openxmlformats.org/officeDocument/2006/relationships/customXml" Target="../ink/ink1342.xml"/><Relationship Id="rId79" Type="http://schemas.openxmlformats.org/officeDocument/2006/relationships/image" Target="../media/image1302.png"/><Relationship Id="rId102" Type="http://schemas.openxmlformats.org/officeDocument/2006/relationships/customXml" Target="../ink/ink1364.xml"/><Relationship Id="rId123" Type="http://schemas.openxmlformats.org/officeDocument/2006/relationships/image" Target="../media/image1323.png"/><Relationship Id="rId144" Type="http://schemas.openxmlformats.org/officeDocument/2006/relationships/customXml" Target="../ink/ink1385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customXml" Target="../ink/ink1391.xml"/><Relationship Id="rId13" Type="http://schemas.openxmlformats.org/officeDocument/2006/relationships/image" Target="../media/image1341.png"/><Relationship Id="rId18" Type="http://schemas.openxmlformats.org/officeDocument/2006/relationships/hyperlink" Target="https://colab.research.google.com/github/tensorflow/docs/blob/master/site/en/tutorials/structured_data/time_series.ipynb" TargetMode="External"/><Relationship Id="rId3" Type="http://schemas.openxmlformats.org/officeDocument/2006/relationships/image" Target="../media/image1336.png"/><Relationship Id="rId7" Type="http://schemas.openxmlformats.org/officeDocument/2006/relationships/image" Target="../media/image1338.png"/><Relationship Id="rId12" Type="http://schemas.openxmlformats.org/officeDocument/2006/relationships/customXml" Target="../ink/ink1393.xml"/><Relationship Id="rId17" Type="http://schemas.openxmlformats.org/officeDocument/2006/relationships/image" Target="../media/image1343.png"/><Relationship Id="rId2" Type="http://schemas.openxmlformats.org/officeDocument/2006/relationships/customXml" Target="../ink/ink1388.xml"/><Relationship Id="rId16" Type="http://schemas.openxmlformats.org/officeDocument/2006/relationships/customXml" Target="../ink/ink1395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390.xml"/><Relationship Id="rId11" Type="http://schemas.openxmlformats.org/officeDocument/2006/relationships/image" Target="../media/image1340.png"/><Relationship Id="rId5" Type="http://schemas.openxmlformats.org/officeDocument/2006/relationships/image" Target="../media/image1337.png"/><Relationship Id="rId15" Type="http://schemas.openxmlformats.org/officeDocument/2006/relationships/image" Target="../media/image1342.png"/><Relationship Id="rId10" Type="http://schemas.openxmlformats.org/officeDocument/2006/relationships/customXml" Target="../ink/ink1392.xml"/><Relationship Id="rId19" Type="http://schemas.openxmlformats.org/officeDocument/2006/relationships/hyperlink" Target="https://colab.research.google.com/github/DJCordhose/ml-workshop/blob/master/notebooks/tf2/time-series-rnn-full-predict.ipynb" TargetMode="External"/><Relationship Id="rId4" Type="http://schemas.openxmlformats.org/officeDocument/2006/relationships/customXml" Target="../ink/ink1389.xml"/><Relationship Id="rId9" Type="http://schemas.openxmlformats.org/officeDocument/2006/relationships/image" Target="../media/image1339.png"/><Relationship Id="rId14" Type="http://schemas.openxmlformats.org/officeDocument/2006/relationships/customXml" Target="../ink/ink139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CDBDDFA-24C1-FAFE-EA33-8D6C5EB87308}"/>
                  </a:ext>
                </a:extLst>
              </p14:cNvPr>
              <p14:cNvContentPartPr/>
              <p14:nvPr/>
            </p14:nvContentPartPr>
            <p14:xfrm>
              <a:off x="947187" y="1014387"/>
              <a:ext cx="360" cy="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CDBDDFA-24C1-FAFE-EA33-8D6C5EB8730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41067" y="1008267"/>
                <a:ext cx="126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136CC461-E3C5-DAB2-F12E-0FD4CB8CDF17}"/>
              </a:ext>
            </a:extLst>
          </p:cNvPr>
          <p:cNvGrpSpPr/>
          <p:nvPr/>
        </p:nvGrpSpPr>
        <p:grpSpPr>
          <a:xfrm>
            <a:off x="745227" y="250827"/>
            <a:ext cx="3377520" cy="1641240"/>
            <a:chOff x="745227" y="250827"/>
            <a:chExt cx="3377520" cy="1641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9E89E855-CD84-7B78-715A-0CC86F3BFD40}"/>
                    </a:ext>
                  </a:extLst>
                </p14:cNvPr>
                <p14:cNvContentPartPr/>
                <p14:nvPr/>
              </p14:nvContentPartPr>
              <p14:xfrm>
                <a:off x="774747" y="684987"/>
                <a:ext cx="242280" cy="7671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9E89E855-CD84-7B78-715A-0CC86F3BFD4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68627" y="678867"/>
                  <a:ext cx="254520" cy="77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F4151EEA-207C-860E-F817-982082AD5793}"/>
                    </a:ext>
                  </a:extLst>
                </p14:cNvPr>
                <p14:cNvContentPartPr/>
                <p14:nvPr/>
              </p14:nvContentPartPr>
              <p14:xfrm>
                <a:off x="819747" y="304467"/>
                <a:ext cx="892080" cy="10310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F4151EEA-207C-860E-F817-982082AD579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13627" y="298347"/>
                  <a:ext cx="904320" cy="10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3FCF852-406F-FEFB-0A10-352E2FB72057}"/>
                    </a:ext>
                  </a:extLst>
                </p14:cNvPr>
                <p14:cNvContentPartPr/>
                <p14:nvPr/>
              </p14:nvContentPartPr>
              <p14:xfrm>
                <a:off x="1829907" y="536307"/>
                <a:ext cx="907920" cy="7585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3FCF852-406F-FEFB-0A10-352E2FB7205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823787" y="530187"/>
                  <a:ext cx="920160" cy="77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73A08F9-D287-6021-8D6D-89577E3C659B}"/>
                    </a:ext>
                  </a:extLst>
                </p14:cNvPr>
                <p14:cNvContentPartPr/>
                <p14:nvPr/>
              </p14:nvContentPartPr>
              <p14:xfrm>
                <a:off x="3020427" y="250827"/>
                <a:ext cx="708840" cy="8852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73A08F9-D287-6021-8D6D-89577E3C659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014307" y="244707"/>
                  <a:ext cx="721080" cy="89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D70B930-36C1-02CB-C0A3-76387F8CA1B9}"/>
                    </a:ext>
                  </a:extLst>
                </p14:cNvPr>
                <p14:cNvContentPartPr/>
                <p14:nvPr/>
              </p14:nvContentPartPr>
              <p14:xfrm>
                <a:off x="745227" y="1507587"/>
                <a:ext cx="3377520" cy="3844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D70B930-36C1-02CB-C0A3-76387F8CA1B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39107" y="1501467"/>
                  <a:ext cx="3389760" cy="39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B2B4323-035A-C109-E4A4-138999937947}"/>
              </a:ext>
            </a:extLst>
          </p:cNvPr>
          <p:cNvGrpSpPr/>
          <p:nvPr/>
        </p:nvGrpSpPr>
        <p:grpSpPr>
          <a:xfrm>
            <a:off x="4869747" y="623067"/>
            <a:ext cx="2196360" cy="869760"/>
            <a:chOff x="4869747" y="623067"/>
            <a:chExt cx="2196360" cy="869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E20DE5F-80BB-F3A0-8760-6F29029E799D}"/>
                    </a:ext>
                  </a:extLst>
                </p14:cNvPr>
                <p14:cNvContentPartPr/>
                <p14:nvPr/>
              </p14:nvContentPartPr>
              <p14:xfrm>
                <a:off x="4869747" y="647907"/>
                <a:ext cx="469440" cy="4608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E20DE5F-80BB-F3A0-8760-6F29029E799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863627" y="641787"/>
                  <a:ext cx="481680" cy="47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AF2AC26-D81B-DD6E-964E-142863DACFE0}"/>
                    </a:ext>
                  </a:extLst>
                </p14:cNvPr>
                <p14:cNvContentPartPr/>
                <p14:nvPr/>
              </p14:nvContentPartPr>
              <p14:xfrm>
                <a:off x="5653827" y="773907"/>
                <a:ext cx="365400" cy="3157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AF2AC26-D81B-DD6E-964E-142863DACFE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647707" y="767787"/>
                  <a:ext cx="37764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D40EDFA-E946-C4FD-183D-3B85A451B9D7}"/>
                    </a:ext>
                  </a:extLst>
                </p14:cNvPr>
                <p14:cNvContentPartPr/>
                <p14:nvPr/>
              </p14:nvContentPartPr>
              <p14:xfrm>
                <a:off x="6284187" y="623067"/>
                <a:ext cx="30600" cy="4748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D40EDFA-E946-C4FD-183D-3B85A451B9D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278067" y="616947"/>
                  <a:ext cx="42840" cy="48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515CD42-5476-2D8E-0C03-E36DD991F9CB}"/>
                    </a:ext>
                  </a:extLst>
                </p14:cNvPr>
                <p14:cNvContentPartPr/>
                <p14:nvPr/>
              </p14:nvContentPartPr>
              <p14:xfrm>
                <a:off x="6357627" y="753387"/>
                <a:ext cx="708480" cy="3956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515CD42-5476-2D8E-0C03-E36DD991F9C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351507" y="747267"/>
                  <a:ext cx="720720" cy="40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876D8D3-8690-BD3E-C12E-7E288F2980F5}"/>
                    </a:ext>
                  </a:extLst>
                </p14:cNvPr>
                <p14:cNvContentPartPr/>
                <p14:nvPr/>
              </p14:nvContentPartPr>
              <p14:xfrm>
                <a:off x="5054427" y="1251627"/>
                <a:ext cx="1951920" cy="2412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876D8D3-8690-BD3E-C12E-7E288F2980F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048307" y="1245507"/>
                  <a:ext cx="1964160" cy="25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48414DA-ABDB-AD16-A7C5-2F5D8EDAB9A9}"/>
              </a:ext>
            </a:extLst>
          </p:cNvPr>
          <p:cNvGrpSpPr/>
          <p:nvPr/>
        </p:nvGrpSpPr>
        <p:grpSpPr>
          <a:xfrm>
            <a:off x="2070387" y="3683427"/>
            <a:ext cx="2483640" cy="1951200"/>
            <a:chOff x="2070387" y="3683427"/>
            <a:chExt cx="2483640" cy="1951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FE6A1D7-AAE8-AE2D-413E-4E31BAC3224B}"/>
                    </a:ext>
                  </a:extLst>
                </p14:cNvPr>
                <p14:cNvContentPartPr/>
                <p14:nvPr/>
              </p14:nvContentPartPr>
              <p14:xfrm>
                <a:off x="2789667" y="4163667"/>
                <a:ext cx="441360" cy="8161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FE6A1D7-AAE8-AE2D-413E-4E31BAC3224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783547" y="4157547"/>
                  <a:ext cx="453600" cy="82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A9F1CE8-86A7-A72C-193F-564C394F4C45}"/>
                    </a:ext>
                  </a:extLst>
                </p14:cNvPr>
                <p14:cNvContentPartPr/>
                <p14:nvPr/>
              </p14:nvContentPartPr>
              <p14:xfrm>
                <a:off x="3455307" y="4152147"/>
                <a:ext cx="418680" cy="8971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A9F1CE8-86A7-A72C-193F-564C394F4C4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449187" y="4146027"/>
                  <a:ext cx="430920" cy="90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D99B297-7BE9-01A2-7C4C-7D35FD339E83}"/>
                    </a:ext>
                  </a:extLst>
                </p14:cNvPr>
                <p14:cNvContentPartPr/>
                <p14:nvPr/>
              </p14:nvContentPartPr>
              <p14:xfrm>
                <a:off x="4018707" y="4278147"/>
                <a:ext cx="340560" cy="5742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D99B297-7BE9-01A2-7C4C-7D35FD339E8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012587" y="4272027"/>
                  <a:ext cx="352800" cy="58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7FC397A6-A1C2-90C7-9206-CBEC4B9C8192}"/>
                    </a:ext>
                  </a:extLst>
                </p14:cNvPr>
                <p14:cNvContentPartPr/>
                <p14:nvPr/>
              </p14:nvContentPartPr>
              <p14:xfrm>
                <a:off x="2070387" y="3683427"/>
                <a:ext cx="2483640" cy="19512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7FC397A6-A1C2-90C7-9206-CBEC4B9C819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064267" y="3677307"/>
                  <a:ext cx="2495880" cy="1963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A7BAD017-6F93-0470-09AF-3BB5AA406D63}"/>
                  </a:ext>
                </a:extLst>
              </p14:cNvPr>
              <p14:cNvContentPartPr/>
              <p14:nvPr/>
            </p14:nvContentPartPr>
            <p14:xfrm>
              <a:off x="5690187" y="1859307"/>
              <a:ext cx="553680" cy="17172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A7BAD017-6F93-0470-09AF-3BB5AA406D63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684067" y="1853187"/>
                <a:ext cx="565920" cy="18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BC75E709-CD24-0C9A-FBA6-152DBF39B51D}"/>
                  </a:ext>
                </a:extLst>
              </p14:cNvPr>
              <p14:cNvContentPartPr/>
              <p14:nvPr/>
            </p14:nvContentPartPr>
            <p14:xfrm>
              <a:off x="6014547" y="2030667"/>
              <a:ext cx="7560" cy="45756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BC75E709-CD24-0C9A-FBA6-152DBF39B51D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008427" y="2024547"/>
                <a:ext cx="19800" cy="46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C31E3C61-B0FC-5D5B-C5AD-CAA513C6B264}"/>
                  </a:ext>
                </a:extLst>
              </p14:cNvPr>
              <p14:cNvContentPartPr/>
              <p14:nvPr/>
            </p14:nvContentPartPr>
            <p14:xfrm>
              <a:off x="6251787" y="2081067"/>
              <a:ext cx="409320" cy="56700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C31E3C61-B0FC-5D5B-C5AD-CAA513C6B264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6245667" y="2074947"/>
                <a:ext cx="421560" cy="57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A8C7FFE3-0FA4-5227-61DA-CD76BFB93D39}"/>
                  </a:ext>
                </a:extLst>
              </p14:cNvPr>
              <p14:cNvContentPartPr/>
              <p14:nvPr/>
            </p14:nvContentPartPr>
            <p14:xfrm>
              <a:off x="6776307" y="1881987"/>
              <a:ext cx="1957680" cy="89172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A8C7FFE3-0FA4-5227-61DA-CD76BFB93D39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770187" y="1875867"/>
                <a:ext cx="1969920" cy="90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A649EAB4-3F67-4D8A-F004-30FDD366435B}"/>
                  </a:ext>
                </a:extLst>
              </p14:cNvPr>
              <p14:cNvContentPartPr/>
              <p14:nvPr/>
            </p14:nvContentPartPr>
            <p14:xfrm>
              <a:off x="8796267" y="2178987"/>
              <a:ext cx="1440" cy="108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A649EAB4-3F67-4D8A-F004-30FDD366435B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8790147" y="2172867"/>
                <a:ext cx="13680" cy="1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219362F7-4F67-F5C0-0F4F-78A33D45BC68}"/>
                  </a:ext>
                </a:extLst>
              </p14:cNvPr>
              <p14:cNvContentPartPr/>
              <p14:nvPr/>
            </p14:nvContentPartPr>
            <p14:xfrm>
              <a:off x="8883387" y="2389587"/>
              <a:ext cx="1177920" cy="27648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219362F7-4F67-F5C0-0F4F-78A33D45BC68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8877267" y="2383467"/>
                <a:ext cx="1190160" cy="28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7630E524-DCF8-DB8C-62AF-082FE97ECB69}"/>
                  </a:ext>
                </a:extLst>
              </p14:cNvPr>
              <p14:cNvContentPartPr/>
              <p14:nvPr/>
            </p14:nvContentPartPr>
            <p14:xfrm>
              <a:off x="5798547" y="2756427"/>
              <a:ext cx="4253760" cy="18792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7630E524-DCF8-DB8C-62AF-082FE97ECB69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792427" y="2750307"/>
                <a:ext cx="4266000" cy="20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B3C280F9-A9AA-3F98-CE51-E7A530170968}"/>
                  </a:ext>
                </a:extLst>
              </p14:cNvPr>
              <p14:cNvContentPartPr/>
              <p14:nvPr/>
            </p14:nvContentPartPr>
            <p14:xfrm>
              <a:off x="10017747" y="382587"/>
              <a:ext cx="812520" cy="43596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B3C280F9-A9AA-3F98-CE51-E7A530170968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0011627" y="376467"/>
                <a:ext cx="824760" cy="44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48599351-8A55-6C8F-590D-747BD70A32DB}"/>
                  </a:ext>
                </a:extLst>
              </p14:cNvPr>
              <p14:cNvContentPartPr/>
              <p14:nvPr/>
            </p14:nvContentPartPr>
            <p14:xfrm>
              <a:off x="9659187" y="1170627"/>
              <a:ext cx="302400" cy="50220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48599351-8A55-6C8F-590D-747BD70A32DB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9653067" y="1164507"/>
                <a:ext cx="314640" cy="514440"/>
              </a:xfrm>
              <a:prstGeom prst="rect">
                <a:avLst/>
              </a:prstGeom>
            </p:spPr>
          </p:pic>
        </mc:Fallback>
      </mc:AlternateContent>
      <p:grpSp>
        <p:nvGrpSpPr>
          <p:cNvPr id="74" name="Group 73">
            <a:extLst>
              <a:ext uri="{FF2B5EF4-FFF2-40B4-BE49-F238E27FC236}">
                <a16:creationId xmlns:a16="http://schemas.microsoft.com/office/drawing/2014/main" id="{B64F5969-062C-4D02-B2B8-587F6DEAF09B}"/>
              </a:ext>
            </a:extLst>
          </p:cNvPr>
          <p:cNvGrpSpPr/>
          <p:nvPr/>
        </p:nvGrpSpPr>
        <p:grpSpPr>
          <a:xfrm>
            <a:off x="7502787" y="367107"/>
            <a:ext cx="1829880" cy="501120"/>
            <a:chOff x="7502787" y="367107"/>
            <a:chExt cx="1829880" cy="501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E4C8484-B3B0-03E9-F266-D6F6E0168608}"/>
                    </a:ext>
                  </a:extLst>
                </p14:cNvPr>
                <p14:cNvContentPartPr/>
                <p14:nvPr/>
              </p14:nvContentPartPr>
              <p14:xfrm>
                <a:off x="8215947" y="585627"/>
                <a:ext cx="360" cy="3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2E4C8484-B3B0-03E9-F266-D6F6E016860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209827" y="57950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2E6E27A-7B49-E770-F41D-3BB36D2DE551}"/>
                    </a:ext>
                  </a:extLst>
                </p14:cNvPr>
                <p14:cNvContentPartPr/>
                <p14:nvPr/>
              </p14:nvContentPartPr>
              <p14:xfrm>
                <a:off x="8125947" y="367107"/>
                <a:ext cx="55800" cy="4622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2E6E27A-7B49-E770-F41D-3BB36D2DE551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119827" y="360987"/>
                  <a:ext cx="68040" cy="47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D502AE56-B2B1-6737-6743-6AF6D55B490A}"/>
                    </a:ext>
                  </a:extLst>
                </p14:cNvPr>
                <p14:cNvContentPartPr/>
                <p14:nvPr/>
              </p14:nvContentPartPr>
              <p14:xfrm>
                <a:off x="8133507" y="491307"/>
                <a:ext cx="294840" cy="3769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D502AE56-B2B1-6737-6743-6AF6D55B490A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127387" y="485187"/>
                  <a:ext cx="307080" cy="38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BE893A70-55F5-6514-2866-6CF1B7C56D92}"/>
                    </a:ext>
                  </a:extLst>
                </p14:cNvPr>
                <p14:cNvContentPartPr/>
                <p14:nvPr/>
              </p14:nvContentPartPr>
              <p14:xfrm>
                <a:off x="8685747" y="653667"/>
                <a:ext cx="131400" cy="1980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BE893A70-55F5-6514-2866-6CF1B7C56D92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679627" y="647547"/>
                  <a:ext cx="14364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F9C16215-90F9-6364-7AAE-DBB8AFF89620}"/>
                    </a:ext>
                  </a:extLst>
                </p14:cNvPr>
                <p14:cNvContentPartPr/>
                <p14:nvPr/>
              </p14:nvContentPartPr>
              <p14:xfrm>
                <a:off x="8961867" y="667707"/>
                <a:ext cx="370800" cy="1429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F9C16215-90F9-6364-7AAE-DBB8AFF89620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8955747" y="661587"/>
                  <a:ext cx="38304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E9545398-0233-5C34-B9CB-981D54990C19}"/>
                    </a:ext>
                  </a:extLst>
                </p14:cNvPr>
                <p14:cNvContentPartPr/>
                <p14:nvPr/>
              </p14:nvContentPartPr>
              <p14:xfrm>
                <a:off x="7502787" y="616227"/>
                <a:ext cx="439560" cy="2034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E9545398-0233-5C34-B9CB-981D54990C19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7496667" y="610107"/>
                  <a:ext cx="451800" cy="21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7B638FD4-FAF4-393A-DAA1-933349E86351}"/>
              </a:ext>
            </a:extLst>
          </p:cNvPr>
          <p:cNvGrpSpPr/>
          <p:nvPr/>
        </p:nvGrpSpPr>
        <p:grpSpPr>
          <a:xfrm>
            <a:off x="7599987" y="1260627"/>
            <a:ext cx="1028160" cy="224640"/>
            <a:chOff x="7599987" y="1260627"/>
            <a:chExt cx="1028160" cy="224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141711C8-D756-D608-309D-1F0AF8BD9EC5}"/>
                    </a:ext>
                  </a:extLst>
                </p14:cNvPr>
                <p14:cNvContentPartPr/>
                <p14:nvPr/>
              </p14:nvContentPartPr>
              <p14:xfrm>
                <a:off x="8397747" y="1260627"/>
                <a:ext cx="230400" cy="1584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141711C8-D756-D608-309D-1F0AF8BD9EC5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8391627" y="1254507"/>
                  <a:ext cx="24264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EAD790F8-C31F-BD7D-7A68-EE4D0DD7AAEC}"/>
                    </a:ext>
                  </a:extLst>
                </p14:cNvPr>
                <p14:cNvContentPartPr/>
                <p14:nvPr/>
              </p14:nvContentPartPr>
              <p14:xfrm>
                <a:off x="7599987" y="1298427"/>
                <a:ext cx="470880" cy="1868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EAD790F8-C31F-BD7D-7A68-EE4D0DD7AAEC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7593867" y="1292307"/>
                  <a:ext cx="483120" cy="19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E766E472-439B-35A5-A5A2-EE1351AEC097}"/>
              </a:ext>
            </a:extLst>
          </p:cNvPr>
          <p:cNvGrpSpPr/>
          <p:nvPr/>
        </p:nvGrpSpPr>
        <p:grpSpPr>
          <a:xfrm>
            <a:off x="5094027" y="3017067"/>
            <a:ext cx="6871680" cy="3428280"/>
            <a:chOff x="5094027" y="3017067"/>
            <a:chExt cx="6871680" cy="3428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FC9D0B1-4F06-452D-C45D-D54698814414}"/>
                    </a:ext>
                  </a:extLst>
                </p14:cNvPr>
                <p14:cNvContentPartPr/>
                <p14:nvPr/>
              </p14:nvContentPartPr>
              <p14:xfrm>
                <a:off x="5509107" y="3017067"/>
                <a:ext cx="249120" cy="7693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FC9D0B1-4F06-452D-C45D-D54698814414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5502987" y="3010947"/>
                  <a:ext cx="261360" cy="78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CE7B252-8056-D9BB-CF9A-2379DD088724}"/>
                    </a:ext>
                  </a:extLst>
                </p14:cNvPr>
                <p14:cNvContentPartPr/>
                <p14:nvPr/>
              </p14:nvContentPartPr>
              <p14:xfrm>
                <a:off x="5515947" y="3354747"/>
                <a:ext cx="675360" cy="2566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CE7B252-8056-D9BB-CF9A-2379DD088724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5509827" y="3348627"/>
                  <a:ext cx="68760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063B67F-9131-B652-7AC0-6867559D041E}"/>
                    </a:ext>
                  </a:extLst>
                </p14:cNvPr>
                <p14:cNvContentPartPr/>
                <p14:nvPr/>
              </p14:nvContentPartPr>
              <p14:xfrm>
                <a:off x="6336027" y="3063867"/>
                <a:ext cx="555840" cy="6004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063B67F-9131-B652-7AC0-6867559D041E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6329907" y="3057747"/>
                  <a:ext cx="568080" cy="61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D45594B-743B-D074-87DE-54C456657298}"/>
                    </a:ext>
                  </a:extLst>
                </p14:cNvPr>
                <p14:cNvContentPartPr/>
                <p14:nvPr/>
              </p14:nvContentPartPr>
              <p14:xfrm>
                <a:off x="6896547" y="3181587"/>
                <a:ext cx="360" cy="7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D45594B-743B-D074-87DE-54C45665729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890427" y="3175467"/>
                  <a:ext cx="12600" cy="1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5EC1A1F-F804-BA1D-9C49-2A5E02D43A37}"/>
                    </a:ext>
                  </a:extLst>
                </p14:cNvPr>
                <p14:cNvContentPartPr/>
                <p14:nvPr/>
              </p14:nvContentPartPr>
              <p14:xfrm>
                <a:off x="7079427" y="3521787"/>
                <a:ext cx="157320" cy="2098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5EC1A1F-F804-BA1D-9C49-2A5E02D43A3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073307" y="3515667"/>
                  <a:ext cx="16956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72686D5-F2AD-3646-2176-B9710B60B51F}"/>
                    </a:ext>
                  </a:extLst>
                </p14:cNvPr>
                <p14:cNvContentPartPr/>
                <p14:nvPr/>
              </p14:nvContentPartPr>
              <p14:xfrm>
                <a:off x="7596747" y="3468147"/>
                <a:ext cx="701280" cy="2656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72686D5-F2AD-3646-2176-B9710B60B51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590627" y="3462027"/>
                  <a:ext cx="71352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C50AF19-C330-EC73-B89E-EACA04029E4F}"/>
                    </a:ext>
                  </a:extLst>
                </p14:cNvPr>
                <p14:cNvContentPartPr/>
                <p14:nvPr/>
              </p14:nvContentPartPr>
              <p14:xfrm>
                <a:off x="8688267" y="3217587"/>
                <a:ext cx="565200" cy="1688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C50AF19-C330-EC73-B89E-EACA04029E4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682147" y="3211467"/>
                  <a:ext cx="57744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1E442A0-06BF-956C-27D5-81C8B88D39DC}"/>
                    </a:ext>
                  </a:extLst>
                </p14:cNvPr>
                <p14:cNvContentPartPr/>
                <p14:nvPr/>
              </p14:nvContentPartPr>
              <p14:xfrm>
                <a:off x="8837307" y="3364107"/>
                <a:ext cx="107640" cy="4176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1E442A0-06BF-956C-27D5-81C8B88D39D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831187" y="3357987"/>
                  <a:ext cx="119880" cy="42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6AD147A-D4E5-A04F-622C-DC81E0C18C0A}"/>
                    </a:ext>
                  </a:extLst>
                </p14:cNvPr>
                <p14:cNvContentPartPr/>
                <p14:nvPr/>
              </p14:nvContentPartPr>
              <p14:xfrm>
                <a:off x="9084987" y="3433947"/>
                <a:ext cx="947520" cy="4392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6AD147A-D4E5-A04F-622C-DC81E0C18C0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078867" y="3427827"/>
                  <a:ext cx="959760" cy="45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0D7A275-A183-E193-17C1-0C3478CF60B4}"/>
                    </a:ext>
                  </a:extLst>
                </p14:cNvPr>
                <p14:cNvContentPartPr/>
                <p14:nvPr/>
              </p14:nvContentPartPr>
              <p14:xfrm>
                <a:off x="9698787" y="3486507"/>
                <a:ext cx="289800" cy="4050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0D7A275-A183-E193-17C1-0C3478CF60B4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692667" y="3480387"/>
                  <a:ext cx="302040" cy="41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70F98A6-BE44-6125-1285-E877A90DE367}"/>
                    </a:ext>
                  </a:extLst>
                </p14:cNvPr>
                <p14:cNvContentPartPr/>
                <p14:nvPr/>
              </p14:nvContentPartPr>
              <p14:xfrm>
                <a:off x="10156347" y="3355107"/>
                <a:ext cx="234720" cy="4287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70F98A6-BE44-6125-1285-E877A90DE36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150227" y="3348987"/>
                  <a:ext cx="246960" cy="44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D0D2D18-73F8-287C-04CA-BEB0FAC2BB1B}"/>
                    </a:ext>
                  </a:extLst>
                </p14:cNvPr>
                <p14:cNvContentPartPr/>
                <p14:nvPr/>
              </p14:nvContentPartPr>
              <p14:xfrm>
                <a:off x="10114587" y="3593067"/>
                <a:ext cx="223200" cy="54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D0D2D18-73F8-287C-04CA-BEB0FAC2BB1B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108467" y="3586947"/>
                  <a:ext cx="235440" cy="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E57C561-0E0B-63CE-FE0F-B667C2A0DB9B}"/>
                    </a:ext>
                  </a:extLst>
                </p14:cNvPr>
                <p14:cNvContentPartPr/>
                <p14:nvPr/>
              </p14:nvContentPartPr>
              <p14:xfrm>
                <a:off x="5867307" y="4302267"/>
                <a:ext cx="441000" cy="5533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E57C561-0E0B-63CE-FE0F-B667C2A0DB9B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861187" y="4296147"/>
                  <a:ext cx="453240" cy="56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EFBEF323-6150-FA84-FAF6-59D50107BCB3}"/>
                    </a:ext>
                  </a:extLst>
                </p14:cNvPr>
                <p14:cNvContentPartPr/>
                <p14:nvPr/>
              </p14:nvContentPartPr>
              <p14:xfrm>
                <a:off x="6440427" y="4421427"/>
                <a:ext cx="497520" cy="3531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EFBEF323-6150-FA84-FAF6-59D50107BCB3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434307" y="4415307"/>
                  <a:ext cx="50976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BDB8510-13E8-0BF6-144B-2B157C71DE08}"/>
                    </a:ext>
                  </a:extLst>
                </p14:cNvPr>
                <p14:cNvContentPartPr/>
                <p14:nvPr/>
              </p14:nvContentPartPr>
              <p14:xfrm>
                <a:off x="7621947" y="4297587"/>
                <a:ext cx="171720" cy="5104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BDB8510-13E8-0BF6-144B-2B157C71DE08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615827" y="4291467"/>
                  <a:ext cx="183960" cy="52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02EF000-261A-C6E6-D387-C72B64AAE57A}"/>
                    </a:ext>
                  </a:extLst>
                </p14:cNvPr>
                <p14:cNvContentPartPr/>
                <p14:nvPr/>
              </p14:nvContentPartPr>
              <p14:xfrm>
                <a:off x="7977987" y="4436187"/>
                <a:ext cx="5400" cy="118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02EF000-261A-C6E6-D387-C72B64AAE57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971867" y="4430067"/>
                  <a:ext cx="1764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8EFF8FC-D332-6A5F-F8F2-E50407CA3E2F}"/>
                    </a:ext>
                  </a:extLst>
                </p14:cNvPr>
                <p14:cNvContentPartPr/>
                <p14:nvPr/>
              </p14:nvContentPartPr>
              <p14:xfrm>
                <a:off x="8015067" y="4494507"/>
                <a:ext cx="352440" cy="3985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8EFF8FC-D332-6A5F-F8F2-E50407CA3E2F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008947" y="4488387"/>
                  <a:ext cx="364680" cy="41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EEFAB8B-97FF-D33C-00E0-186C890087AB}"/>
                    </a:ext>
                  </a:extLst>
                </p14:cNvPr>
                <p14:cNvContentPartPr/>
                <p14:nvPr/>
              </p14:nvContentPartPr>
              <p14:xfrm>
                <a:off x="9153387" y="4300107"/>
                <a:ext cx="397800" cy="5346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EEFAB8B-97FF-D33C-00E0-186C890087AB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147267" y="4293987"/>
                  <a:ext cx="410040" cy="54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16F2D781-0A18-DEEC-F390-0742931E8E57}"/>
                    </a:ext>
                  </a:extLst>
                </p14:cNvPr>
                <p14:cNvContentPartPr/>
                <p14:nvPr/>
              </p14:nvContentPartPr>
              <p14:xfrm>
                <a:off x="9796347" y="4495227"/>
                <a:ext cx="638640" cy="6782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16F2D781-0A18-DEEC-F390-0742931E8E57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790227" y="4489107"/>
                  <a:ext cx="650880" cy="69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F953B5F-0188-A3F1-8D7A-69258F473BD4}"/>
                    </a:ext>
                  </a:extLst>
                </p14:cNvPr>
                <p14:cNvContentPartPr/>
                <p14:nvPr/>
              </p14:nvContentPartPr>
              <p14:xfrm>
                <a:off x="10879947" y="4773867"/>
                <a:ext cx="1080" cy="7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F953B5F-0188-A3F1-8D7A-69258F473BD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873827" y="4767747"/>
                  <a:ext cx="13320" cy="1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B1F1E634-E3B1-A5EE-9354-0783525EEC16}"/>
                    </a:ext>
                  </a:extLst>
                </p14:cNvPr>
                <p14:cNvContentPartPr/>
                <p14:nvPr/>
              </p14:nvContentPartPr>
              <p14:xfrm>
                <a:off x="5968467" y="5206227"/>
                <a:ext cx="519480" cy="7048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B1F1E634-E3B1-A5EE-9354-0783525EEC16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5962347" y="5200107"/>
                  <a:ext cx="531720" cy="71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259037B-C893-4E7A-DD51-72DC921E06AD}"/>
                    </a:ext>
                  </a:extLst>
                </p14:cNvPr>
                <p14:cNvContentPartPr/>
                <p14:nvPr/>
              </p14:nvContentPartPr>
              <p14:xfrm>
                <a:off x="6661467" y="5573067"/>
                <a:ext cx="215280" cy="3211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259037B-C893-4E7A-DD51-72DC921E06AD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6655347" y="5566947"/>
                  <a:ext cx="22752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1ECD4D6-1A97-53F7-8590-883FD7868AE3}"/>
                    </a:ext>
                  </a:extLst>
                </p14:cNvPr>
                <p14:cNvContentPartPr/>
                <p14:nvPr/>
              </p14:nvContentPartPr>
              <p14:xfrm>
                <a:off x="7972227" y="5400987"/>
                <a:ext cx="275760" cy="4276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1ECD4D6-1A97-53F7-8590-883FD7868AE3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7966107" y="5394867"/>
                  <a:ext cx="288000" cy="43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22F09E6-5E38-410C-5E7F-0FB52AC2E31C}"/>
                    </a:ext>
                  </a:extLst>
                </p14:cNvPr>
                <p14:cNvContentPartPr/>
                <p14:nvPr/>
              </p14:nvContentPartPr>
              <p14:xfrm>
                <a:off x="8407107" y="5352027"/>
                <a:ext cx="25920" cy="356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22F09E6-5E38-410C-5E7F-0FB52AC2E31C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8400987" y="5345907"/>
                  <a:ext cx="3816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DE5D86E1-AFAB-C083-3132-59C3D7061D00}"/>
                    </a:ext>
                  </a:extLst>
                </p14:cNvPr>
                <p14:cNvContentPartPr/>
                <p14:nvPr/>
              </p14:nvContentPartPr>
              <p14:xfrm>
                <a:off x="9209547" y="5483787"/>
                <a:ext cx="1212840" cy="3495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DE5D86E1-AFAB-C083-3132-59C3D7061D00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9203427" y="5477667"/>
                  <a:ext cx="1225080" cy="36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7F1D2C6D-12EC-387A-B770-F8C02B30AF95}"/>
                    </a:ext>
                  </a:extLst>
                </p14:cNvPr>
                <p14:cNvContentPartPr/>
                <p14:nvPr/>
              </p14:nvContentPartPr>
              <p14:xfrm>
                <a:off x="5094027" y="3788547"/>
                <a:ext cx="5974920" cy="26568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7F1D2C6D-12EC-387A-B770-F8C02B30AF95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5087907" y="3782427"/>
                  <a:ext cx="5987160" cy="266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004F3043-EF07-9F8D-A83A-5B4C65D119DA}"/>
                    </a:ext>
                  </a:extLst>
                </p14:cNvPr>
                <p14:cNvContentPartPr/>
                <p14:nvPr/>
              </p14:nvContentPartPr>
              <p14:xfrm>
                <a:off x="7312707" y="4164387"/>
                <a:ext cx="128880" cy="19864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004F3043-EF07-9F8D-A83A-5B4C65D119DA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7306587" y="4158267"/>
                  <a:ext cx="141120" cy="19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B7AA54B9-7D83-AFE1-1ADA-63190A8254C4}"/>
                    </a:ext>
                  </a:extLst>
                </p14:cNvPr>
                <p14:cNvContentPartPr/>
                <p14:nvPr/>
              </p14:nvContentPartPr>
              <p14:xfrm>
                <a:off x="8796987" y="4090947"/>
                <a:ext cx="264240" cy="20059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B7AA54B9-7D83-AFE1-1ADA-63190A8254C4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8790867" y="4084827"/>
                  <a:ext cx="276480" cy="20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85FF7EA7-8C37-6123-9B75-0B0901D90094}"/>
                    </a:ext>
                  </a:extLst>
                </p14:cNvPr>
                <p14:cNvContentPartPr/>
                <p14:nvPr/>
              </p14:nvContentPartPr>
              <p14:xfrm>
                <a:off x="5710347" y="5068347"/>
                <a:ext cx="5171040" cy="990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85FF7EA7-8C37-6123-9B75-0B0901D90094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5704227" y="5062227"/>
                  <a:ext cx="518328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EDA9D868-C2A1-FCB5-47C7-D5D9512CF51B}"/>
                    </a:ext>
                  </a:extLst>
                </p14:cNvPr>
                <p14:cNvContentPartPr/>
                <p14:nvPr/>
              </p14:nvContentPartPr>
              <p14:xfrm>
                <a:off x="10655307" y="4785027"/>
                <a:ext cx="630360" cy="2793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EDA9D868-C2A1-FCB5-47C7-D5D9512CF51B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0649187" y="4778907"/>
                  <a:ext cx="64260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A18ADE93-AA2D-B3CD-A2FB-495BA5A150BE}"/>
                    </a:ext>
                  </a:extLst>
                </p14:cNvPr>
                <p14:cNvContentPartPr/>
                <p14:nvPr/>
              </p14:nvContentPartPr>
              <p14:xfrm>
                <a:off x="11523627" y="4606827"/>
                <a:ext cx="297360" cy="3585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A18ADE93-AA2D-B3CD-A2FB-495BA5A150BE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1517507" y="4600707"/>
                  <a:ext cx="30960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17B5B157-B291-31B3-5B89-C48080E52832}"/>
                    </a:ext>
                  </a:extLst>
                </p14:cNvPr>
                <p14:cNvContentPartPr/>
                <p14:nvPr/>
              </p14:nvContentPartPr>
              <p14:xfrm>
                <a:off x="11936547" y="4669467"/>
                <a:ext cx="29160" cy="2800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17B5B157-B291-31B3-5B89-C48080E52832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1930427" y="4663347"/>
                  <a:ext cx="4140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0B1F3742-B2E3-4374-95BC-6BC5C43632ED}"/>
                    </a:ext>
                  </a:extLst>
                </p14:cNvPr>
                <p14:cNvContentPartPr/>
                <p14:nvPr/>
              </p14:nvContentPartPr>
              <p14:xfrm>
                <a:off x="10539747" y="5571267"/>
                <a:ext cx="629640" cy="2304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0B1F3742-B2E3-4374-95BC-6BC5C43632ED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0533627" y="5565147"/>
                  <a:ext cx="64188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93363CC4-5C07-1F78-59C9-A004CC353D7E}"/>
                    </a:ext>
                  </a:extLst>
                </p14:cNvPr>
                <p14:cNvContentPartPr/>
                <p14:nvPr/>
              </p14:nvContentPartPr>
              <p14:xfrm>
                <a:off x="11243187" y="5530227"/>
                <a:ext cx="255960" cy="3294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93363CC4-5C07-1F78-59C9-A004CC353D7E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1237067" y="5524107"/>
                  <a:ext cx="26820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7A63DDA1-ADAC-6213-4903-96F9A4294502}"/>
                    </a:ext>
                  </a:extLst>
                </p14:cNvPr>
                <p14:cNvContentPartPr/>
                <p14:nvPr/>
              </p14:nvContentPartPr>
              <p14:xfrm>
                <a:off x="11660787" y="5714547"/>
                <a:ext cx="250560" cy="2685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7A63DDA1-ADAC-6213-4903-96F9A4294502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1654667" y="5708427"/>
                  <a:ext cx="262800" cy="280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246089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30F9A-05D9-9B63-A0EC-DB4975CCB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2C309733-4935-128A-5C58-0DF6B5A261BA}"/>
              </a:ext>
            </a:extLst>
          </p:cNvPr>
          <p:cNvGrpSpPr/>
          <p:nvPr/>
        </p:nvGrpSpPr>
        <p:grpSpPr>
          <a:xfrm>
            <a:off x="1266507" y="625227"/>
            <a:ext cx="1028160" cy="844560"/>
            <a:chOff x="1266507" y="625227"/>
            <a:chExt cx="1028160" cy="844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00906987-E422-5F61-9F6E-52241D65D1CA}"/>
                    </a:ext>
                  </a:extLst>
                </p14:cNvPr>
                <p14:cNvContentPartPr/>
                <p14:nvPr/>
              </p14:nvContentPartPr>
              <p14:xfrm>
                <a:off x="1266507" y="625227"/>
                <a:ext cx="786600" cy="7786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00906987-E422-5F61-9F6E-52241D65D1C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260387" y="619107"/>
                  <a:ext cx="798840" cy="79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CA43F30E-4EEB-C293-C6A5-41875E4195F3}"/>
                    </a:ext>
                  </a:extLst>
                </p14:cNvPr>
                <p14:cNvContentPartPr/>
                <p14:nvPr/>
              </p14:nvContentPartPr>
              <p14:xfrm>
                <a:off x="2283147" y="866427"/>
                <a:ext cx="11520" cy="6033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CA43F30E-4EEB-C293-C6A5-41875E4195F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277027" y="860307"/>
                  <a:ext cx="23760" cy="61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5EED26B1-731F-B6DB-888A-CB0C21C4EB85}"/>
              </a:ext>
            </a:extLst>
          </p:cNvPr>
          <p:cNvGrpSpPr/>
          <p:nvPr/>
        </p:nvGrpSpPr>
        <p:grpSpPr>
          <a:xfrm>
            <a:off x="5037147" y="672027"/>
            <a:ext cx="1965960" cy="776160"/>
            <a:chOff x="5037147" y="672027"/>
            <a:chExt cx="1965960" cy="776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13240CB5-79F1-6180-C794-8CD4B9CBFD1A}"/>
                    </a:ext>
                  </a:extLst>
                </p14:cNvPr>
                <p14:cNvContentPartPr/>
                <p14:nvPr/>
              </p14:nvContentPartPr>
              <p14:xfrm>
                <a:off x="5037147" y="672027"/>
                <a:ext cx="833760" cy="7650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13240CB5-79F1-6180-C794-8CD4B9CBFD1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031027" y="665907"/>
                  <a:ext cx="846000" cy="77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6C6A24B-9120-769D-A990-9286E7E2D577}"/>
                    </a:ext>
                  </a:extLst>
                </p14:cNvPr>
                <p14:cNvContentPartPr/>
                <p14:nvPr/>
              </p14:nvContentPartPr>
              <p14:xfrm>
                <a:off x="6152787" y="831867"/>
                <a:ext cx="850320" cy="6163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6C6A24B-9120-769D-A990-9286E7E2D57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146667" y="825747"/>
                  <a:ext cx="862560" cy="628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510D9778-DDF1-0454-FCA1-601728E45907}"/>
                  </a:ext>
                </a:extLst>
              </p14:cNvPr>
              <p14:cNvContentPartPr/>
              <p14:nvPr/>
            </p14:nvContentPartPr>
            <p14:xfrm>
              <a:off x="1088307" y="1704507"/>
              <a:ext cx="5324760" cy="698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510D9778-DDF1-0454-FCA1-601728E4590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82187" y="1698387"/>
                <a:ext cx="5337000" cy="82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F5651A02-3B55-6EA9-1E3C-98C6ED94A24E}"/>
              </a:ext>
            </a:extLst>
          </p:cNvPr>
          <p:cNvGrpSpPr/>
          <p:nvPr/>
        </p:nvGrpSpPr>
        <p:grpSpPr>
          <a:xfrm>
            <a:off x="2487267" y="2305347"/>
            <a:ext cx="855720" cy="760680"/>
            <a:chOff x="2487267" y="2305347"/>
            <a:chExt cx="855720" cy="760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2EF721F-4474-66F6-05A9-45FACF85B4D5}"/>
                    </a:ext>
                  </a:extLst>
                </p14:cNvPr>
                <p14:cNvContentPartPr/>
                <p14:nvPr/>
              </p14:nvContentPartPr>
              <p14:xfrm>
                <a:off x="2487267" y="2305347"/>
                <a:ext cx="571680" cy="712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2EF721F-4474-66F6-05A9-45FACF85B4D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481147" y="2299227"/>
                  <a:ext cx="58392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4E00152-3E6E-5BC9-DABA-AAE483358D03}"/>
                    </a:ext>
                  </a:extLst>
                </p14:cNvPr>
                <p14:cNvContentPartPr/>
                <p14:nvPr/>
              </p14:nvContentPartPr>
              <p14:xfrm>
                <a:off x="2735307" y="2524947"/>
                <a:ext cx="45360" cy="3474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4E00152-3E6E-5BC9-DABA-AAE483358D0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729187" y="2518827"/>
                  <a:ext cx="5760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3C1099E-21FE-2B87-3A3A-A77637529029}"/>
                    </a:ext>
                  </a:extLst>
                </p14:cNvPr>
                <p14:cNvContentPartPr/>
                <p14:nvPr/>
              </p14:nvContentPartPr>
              <p14:xfrm>
                <a:off x="2490147" y="2928147"/>
                <a:ext cx="455760" cy="1378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3C1099E-21FE-2B87-3A3A-A7763752902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484027" y="2922027"/>
                  <a:ext cx="46800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E27903E-D0A5-D39B-5151-DD03FC62975B}"/>
                    </a:ext>
                  </a:extLst>
                </p14:cNvPr>
                <p14:cNvContentPartPr/>
                <p14:nvPr/>
              </p14:nvContentPartPr>
              <p14:xfrm>
                <a:off x="3299787" y="2384547"/>
                <a:ext cx="43200" cy="3538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E27903E-D0A5-D39B-5151-DD03FC62975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293667" y="2378427"/>
                  <a:ext cx="55440" cy="36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6CAFB29-1770-8818-B225-3024968DED3B}"/>
              </a:ext>
            </a:extLst>
          </p:cNvPr>
          <p:cNvGrpSpPr/>
          <p:nvPr/>
        </p:nvGrpSpPr>
        <p:grpSpPr>
          <a:xfrm>
            <a:off x="2586267" y="3449067"/>
            <a:ext cx="1099080" cy="781200"/>
            <a:chOff x="2586267" y="3449067"/>
            <a:chExt cx="1099080" cy="781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84E00A8-9429-4443-E975-E8FD038B381A}"/>
                    </a:ext>
                  </a:extLst>
                </p14:cNvPr>
                <p14:cNvContentPartPr/>
                <p14:nvPr/>
              </p14:nvContentPartPr>
              <p14:xfrm>
                <a:off x="2681667" y="3449067"/>
                <a:ext cx="425880" cy="1080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84E00A8-9429-4443-E975-E8FD038B381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675547" y="3442947"/>
                  <a:ext cx="43812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A24C32B-1165-961C-819D-30E5CACDCFFA}"/>
                    </a:ext>
                  </a:extLst>
                </p14:cNvPr>
                <p14:cNvContentPartPr/>
                <p14:nvPr/>
              </p14:nvContentPartPr>
              <p14:xfrm>
                <a:off x="2819187" y="3501627"/>
                <a:ext cx="105120" cy="5439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A24C32B-1165-961C-819D-30E5CACDCFF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813067" y="3495507"/>
                  <a:ext cx="117360" cy="55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FAE0981-E08E-F747-EC37-67F4500EBDD0}"/>
                    </a:ext>
                  </a:extLst>
                </p14:cNvPr>
                <p14:cNvContentPartPr/>
                <p14:nvPr/>
              </p14:nvContentPartPr>
              <p14:xfrm>
                <a:off x="2586267" y="4139547"/>
                <a:ext cx="301320" cy="907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FAE0981-E08E-F747-EC37-67F4500EBDD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580147" y="4133427"/>
                  <a:ext cx="31356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3F57D76-6369-0C11-A937-71E263CA9FCE}"/>
                    </a:ext>
                  </a:extLst>
                </p14:cNvPr>
                <p14:cNvContentPartPr/>
                <p14:nvPr/>
              </p14:nvContentPartPr>
              <p14:xfrm>
                <a:off x="3385107" y="3554907"/>
                <a:ext cx="300240" cy="5036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3F57D76-6369-0C11-A937-71E263CA9FC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378987" y="3548787"/>
                  <a:ext cx="312480" cy="515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B24CF655-5A4B-73D0-1232-256BCA14E7A8}"/>
                  </a:ext>
                </a:extLst>
              </p14:cNvPr>
              <p14:cNvContentPartPr/>
              <p14:nvPr/>
            </p14:nvContentPartPr>
            <p14:xfrm>
              <a:off x="6791427" y="8907"/>
              <a:ext cx="933840" cy="61545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B24CF655-5A4B-73D0-1232-256BCA14E7A8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785307" y="2787"/>
                <a:ext cx="946080" cy="616680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BAEA3ED0-487C-484A-C360-14B007F6DF27}"/>
              </a:ext>
            </a:extLst>
          </p:cNvPr>
          <p:cNvGrpSpPr/>
          <p:nvPr/>
        </p:nvGrpSpPr>
        <p:grpSpPr>
          <a:xfrm>
            <a:off x="8514747" y="838707"/>
            <a:ext cx="2768040" cy="1080360"/>
            <a:chOff x="8514747" y="838707"/>
            <a:chExt cx="2768040" cy="1080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9D5ADDC-4ADA-1F51-F8CB-512794AEA4AC}"/>
                    </a:ext>
                  </a:extLst>
                </p14:cNvPr>
                <p14:cNvContentPartPr/>
                <p14:nvPr/>
              </p14:nvContentPartPr>
              <p14:xfrm>
                <a:off x="8514747" y="849507"/>
                <a:ext cx="489600" cy="6861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9D5ADDC-4ADA-1F51-F8CB-512794AEA4A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508627" y="843387"/>
                  <a:ext cx="501840" cy="69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CEB3D26-9AD5-E370-855E-1988EC595C35}"/>
                    </a:ext>
                  </a:extLst>
                </p14:cNvPr>
                <p14:cNvContentPartPr/>
                <p14:nvPr/>
              </p14:nvContentPartPr>
              <p14:xfrm>
                <a:off x="9062307" y="838707"/>
                <a:ext cx="1139040" cy="10692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CEB3D26-9AD5-E370-855E-1988EC595C3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056187" y="832587"/>
                  <a:ext cx="1151280" cy="10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AF48245-2395-91C3-7958-D6BE5C69A485}"/>
                    </a:ext>
                  </a:extLst>
                </p14:cNvPr>
                <p14:cNvContentPartPr/>
                <p14:nvPr/>
              </p14:nvContentPartPr>
              <p14:xfrm>
                <a:off x="10269747" y="1167387"/>
                <a:ext cx="9360" cy="122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AF48245-2395-91C3-7958-D6BE5C69A48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263627" y="1161267"/>
                  <a:ext cx="2160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E99C393-CDDC-8C7F-089C-06DC828E039E}"/>
                    </a:ext>
                  </a:extLst>
                </p14:cNvPr>
                <p14:cNvContentPartPr/>
                <p14:nvPr/>
              </p14:nvContentPartPr>
              <p14:xfrm>
                <a:off x="10303227" y="1024467"/>
                <a:ext cx="979560" cy="7401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E99C393-CDDC-8C7F-089C-06DC828E039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297107" y="1018347"/>
                  <a:ext cx="991800" cy="75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B9F2673-6215-4949-CECE-68F04E98D1D0}"/>
                    </a:ext>
                  </a:extLst>
                </p14:cNvPr>
                <p14:cNvContentPartPr/>
                <p14:nvPr/>
              </p14:nvContentPartPr>
              <p14:xfrm>
                <a:off x="8731827" y="1819707"/>
                <a:ext cx="2378520" cy="993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B9F2673-6215-4949-CECE-68F04E98D1D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725707" y="1813587"/>
                  <a:ext cx="2390760" cy="111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07BEFA49-9572-A2DB-B4E8-3145711D6802}"/>
                  </a:ext>
                </a:extLst>
              </p14:cNvPr>
              <p14:cNvContentPartPr/>
              <p14:nvPr/>
            </p14:nvContentPartPr>
            <p14:xfrm>
              <a:off x="8089587" y="2650227"/>
              <a:ext cx="1863000" cy="7164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07BEFA49-9572-A2DB-B4E8-3145711D6802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8083467" y="2644107"/>
                <a:ext cx="1875240" cy="83880"/>
              </a:xfrm>
              <a:prstGeom prst="rect">
                <a:avLst/>
              </a:prstGeom>
            </p:spPr>
          </p:pic>
        </mc:Fallback>
      </mc:AlternateContent>
      <p:grpSp>
        <p:nvGrpSpPr>
          <p:cNvPr id="33" name="Group 32">
            <a:extLst>
              <a:ext uri="{FF2B5EF4-FFF2-40B4-BE49-F238E27FC236}">
                <a16:creationId xmlns:a16="http://schemas.microsoft.com/office/drawing/2014/main" id="{E6D534AA-16C7-C2A1-513E-1AAF718AB17D}"/>
              </a:ext>
            </a:extLst>
          </p:cNvPr>
          <p:cNvGrpSpPr/>
          <p:nvPr/>
        </p:nvGrpSpPr>
        <p:grpSpPr>
          <a:xfrm>
            <a:off x="8137107" y="3024627"/>
            <a:ext cx="3211200" cy="1023840"/>
            <a:chOff x="8137107" y="3024627"/>
            <a:chExt cx="3211200" cy="1023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801C3FB-4E4F-3198-D357-0EA19F47D2A2}"/>
                    </a:ext>
                  </a:extLst>
                </p14:cNvPr>
                <p14:cNvContentPartPr/>
                <p14:nvPr/>
              </p14:nvContentPartPr>
              <p14:xfrm>
                <a:off x="8137107" y="3253227"/>
                <a:ext cx="212040" cy="3852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801C3FB-4E4F-3198-D357-0EA19F47D2A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130987" y="3247107"/>
                  <a:ext cx="224280" cy="39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4DE0E54-3AC1-F039-CF71-107790FB3759}"/>
                    </a:ext>
                  </a:extLst>
                </p14:cNvPr>
                <p14:cNvContentPartPr/>
                <p14:nvPr/>
              </p14:nvContentPartPr>
              <p14:xfrm>
                <a:off x="8583867" y="3193827"/>
                <a:ext cx="384120" cy="4723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4DE0E54-3AC1-F039-CF71-107790FB375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577747" y="3187707"/>
                  <a:ext cx="396360" cy="48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25A9418-97B1-F3CD-D7A2-C0CCD154D07E}"/>
                    </a:ext>
                  </a:extLst>
                </p14:cNvPr>
                <p14:cNvContentPartPr/>
                <p14:nvPr/>
              </p14:nvContentPartPr>
              <p14:xfrm>
                <a:off x="8993187" y="3024627"/>
                <a:ext cx="1413720" cy="7246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25A9418-97B1-F3CD-D7A2-C0CCD154D07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987067" y="3018507"/>
                  <a:ext cx="1425960" cy="73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AA02771-E53F-79E0-08EE-62B7EBC11654}"/>
                    </a:ext>
                  </a:extLst>
                </p14:cNvPr>
                <p14:cNvContentPartPr/>
                <p14:nvPr/>
              </p14:nvContentPartPr>
              <p14:xfrm>
                <a:off x="10458387" y="3212907"/>
                <a:ext cx="8640" cy="25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AA02771-E53F-79E0-08EE-62B7EBC1165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452267" y="3206787"/>
                  <a:ext cx="20880" cy="1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821EEEA-060A-6D10-DEBC-174D50E0B96A}"/>
                    </a:ext>
                  </a:extLst>
                </p14:cNvPr>
                <p14:cNvContentPartPr/>
                <p14:nvPr/>
              </p14:nvContentPartPr>
              <p14:xfrm>
                <a:off x="10443987" y="3421347"/>
                <a:ext cx="678960" cy="6271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821EEEA-060A-6D10-DEBC-174D50E0B96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437867" y="3415227"/>
                  <a:ext cx="691200" cy="63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ACC636D-5299-51BE-13F9-5F1AC03A2CBE}"/>
                    </a:ext>
                  </a:extLst>
                </p14:cNvPr>
                <p14:cNvContentPartPr/>
                <p14:nvPr/>
              </p14:nvContentPartPr>
              <p14:xfrm>
                <a:off x="11347947" y="3465267"/>
                <a:ext cx="360" cy="3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ACC636D-5299-51BE-13F9-5F1AC03A2CB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1341827" y="345914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2301658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DA60A-D586-C82E-184A-321951AAF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29B87DA-24FB-E08E-BA81-4A833084B4D9}"/>
                  </a:ext>
                </a:extLst>
              </p14:cNvPr>
              <p14:cNvContentPartPr/>
              <p14:nvPr/>
            </p14:nvContentPartPr>
            <p14:xfrm>
              <a:off x="2169027" y="797667"/>
              <a:ext cx="16200" cy="6379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29B87DA-24FB-E08E-BA81-4A833084B4D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62547" y="791547"/>
                <a:ext cx="28440" cy="65016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20489B53-0A11-E607-F494-289D3C81ACC6}"/>
              </a:ext>
            </a:extLst>
          </p:cNvPr>
          <p:cNvGrpSpPr/>
          <p:nvPr/>
        </p:nvGrpSpPr>
        <p:grpSpPr>
          <a:xfrm>
            <a:off x="1854387" y="-26013"/>
            <a:ext cx="7949880" cy="2647800"/>
            <a:chOff x="1854387" y="-26013"/>
            <a:chExt cx="7949880" cy="2647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5C7115D-9C90-2F38-1BB7-E4F1B3D2648A}"/>
                    </a:ext>
                  </a:extLst>
                </p14:cNvPr>
                <p14:cNvContentPartPr/>
                <p14:nvPr/>
              </p14:nvContentPartPr>
              <p14:xfrm>
                <a:off x="4604067" y="861747"/>
                <a:ext cx="481680" cy="8694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5C7115D-9C90-2F38-1BB7-E4F1B3D2648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597947" y="855627"/>
                  <a:ext cx="493920" cy="88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CD80FD2-210A-B82F-F3F5-C38BE8A9CAE7}"/>
                    </a:ext>
                  </a:extLst>
                </p14:cNvPr>
                <p14:cNvContentPartPr/>
                <p14:nvPr/>
              </p14:nvContentPartPr>
              <p14:xfrm>
                <a:off x="5348907" y="653307"/>
                <a:ext cx="2448360" cy="11764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CD80FD2-210A-B82F-F3F5-C38BE8A9CAE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342787" y="647187"/>
                  <a:ext cx="2460600" cy="11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00E7EDE-4234-21FF-FA97-BC7966AE2CE3}"/>
                    </a:ext>
                  </a:extLst>
                </p14:cNvPr>
                <p14:cNvContentPartPr/>
                <p14:nvPr/>
              </p14:nvContentPartPr>
              <p14:xfrm>
                <a:off x="8694387" y="675987"/>
                <a:ext cx="648360" cy="7729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00E7EDE-4234-21FF-FA97-BC7966AE2CE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688267" y="669867"/>
                  <a:ext cx="660600" cy="78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BEC38CE-1530-B546-0F70-14C0767CF56C}"/>
                    </a:ext>
                  </a:extLst>
                </p14:cNvPr>
                <p14:cNvContentPartPr/>
                <p14:nvPr/>
              </p14:nvContentPartPr>
              <p14:xfrm>
                <a:off x="8742987" y="2053707"/>
                <a:ext cx="1440" cy="10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BEC38CE-1530-B546-0F70-14C0767CF56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736867" y="2047587"/>
                  <a:ext cx="13680" cy="1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D56663C-16D1-8AFC-C1C3-DCB8702C0380}"/>
                    </a:ext>
                  </a:extLst>
                </p14:cNvPr>
                <p14:cNvContentPartPr/>
                <p14:nvPr/>
              </p14:nvContentPartPr>
              <p14:xfrm>
                <a:off x="2191347" y="885507"/>
                <a:ext cx="529560" cy="6537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D56663C-16D1-8AFC-C1C3-DCB8702C038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185227" y="879387"/>
                  <a:ext cx="541800" cy="66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7C19BA1-9C5B-74EA-175F-BBDA322E04B0}"/>
                    </a:ext>
                  </a:extLst>
                </p14:cNvPr>
                <p14:cNvContentPartPr/>
                <p14:nvPr/>
              </p14:nvContentPartPr>
              <p14:xfrm>
                <a:off x="2129427" y="1206267"/>
                <a:ext cx="307800" cy="2354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7C19BA1-9C5B-74EA-175F-BBDA322E04B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123307" y="1200147"/>
                  <a:ext cx="32004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4E036A3-C11C-3632-082E-F842C8623ED1}"/>
                    </a:ext>
                  </a:extLst>
                </p14:cNvPr>
                <p14:cNvContentPartPr/>
                <p14:nvPr/>
              </p14:nvContentPartPr>
              <p14:xfrm>
                <a:off x="2646747" y="1052547"/>
                <a:ext cx="257040" cy="4932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4E036A3-C11C-3632-082E-F842C8623ED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640627" y="1046427"/>
                  <a:ext cx="269280" cy="50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9D1643C-2246-613D-0769-F8B03FBC1750}"/>
                    </a:ext>
                  </a:extLst>
                </p14:cNvPr>
                <p14:cNvContentPartPr/>
                <p14:nvPr/>
              </p14:nvContentPartPr>
              <p14:xfrm>
                <a:off x="3107187" y="1189347"/>
                <a:ext cx="218520" cy="3258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9D1643C-2246-613D-0769-F8B03FBC175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101067" y="1183227"/>
                  <a:ext cx="23076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EC9BB6A-1DAF-8D60-5520-5DB8E5037605}"/>
                    </a:ext>
                  </a:extLst>
                </p14:cNvPr>
                <p14:cNvContentPartPr/>
                <p14:nvPr/>
              </p14:nvContentPartPr>
              <p14:xfrm>
                <a:off x="1854387" y="1750227"/>
                <a:ext cx="1942560" cy="4518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EC9BB6A-1DAF-8D60-5520-5DB8E503760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848267" y="1744107"/>
                  <a:ext cx="1954800" cy="46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459AF0B-F638-D970-3D55-9621F777B0F0}"/>
                    </a:ext>
                  </a:extLst>
                </p14:cNvPr>
                <p14:cNvContentPartPr/>
                <p14:nvPr/>
              </p14:nvContentPartPr>
              <p14:xfrm>
                <a:off x="3772107" y="364587"/>
                <a:ext cx="270720" cy="18036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459AF0B-F638-D970-3D55-9621F777B0F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765987" y="358467"/>
                  <a:ext cx="282960" cy="18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B6A913F-B4B7-D5A3-EAA3-2CAE22978CAE}"/>
                    </a:ext>
                  </a:extLst>
                </p14:cNvPr>
                <p14:cNvContentPartPr/>
                <p14:nvPr/>
              </p14:nvContentPartPr>
              <p14:xfrm>
                <a:off x="7967907" y="550707"/>
                <a:ext cx="472320" cy="20710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B6A913F-B4B7-D5A3-EAA3-2CAE22978CA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961787" y="544587"/>
                  <a:ext cx="484560" cy="20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D447067-796C-B683-863F-B13B1DB02AC5}"/>
                    </a:ext>
                  </a:extLst>
                </p14:cNvPr>
                <p14:cNvContentPartPr/>
                <p14:nvPr/>
              </p14:nvContentPartPr>
              <p14:xfrm>
                <a:off x="8549307" y="1765707"/>
                <a:ext cx="1254960" cy="1980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D447067-796C-B683-863F-B13B1DB02AC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543187" y="1759587"/>
                  <a:ext cx="126720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E6436FB-CE93-4D5C-5572-D5C9B3E1D60A}"/>
                    </a:ext>
                  </a:extLst>
                </p14:cNvPr>
                <p14:cNvContentPartPr/>
                <p14:nvPr/>
              </p14:nvContentPartPr>
              <p14:xfrm>
                <a:off x="6394707" y="92787"/>
                <a:ext cx="1094400" cy="5266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E6436FB-CE93-4D5C-5572-D5C9B3E1D60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388587" y="86667"/>
                  <a:ext cx="1106640" cy="53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52816D4-56E5-9775-AE23-6601E101D71A}"/>
                    </a:ext>
                  </a:extLst>
                </p14:cNvPr>
                <p14:cNvContentPartPr/>
                <p14:nvPr/>
              </p14:nvContentPartPr>
              <p14:xfrm>
                <a:off x="2655027" y="-26013"/>
                <a:ext cx="1366200" cy="9090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52816D4-56E5-9775-AE23-6601E101D71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648907" y="-32133"/>
                  <a:ext cx="1378440" cy="9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11BEA53-1525-788F-805D-E1349436F041}"/>
                    </a:ext>
                  </a:extLst>
                </p14:cNvPr>
                <p14:cNvContentPartPr/>
                <p14:nvPr/>
              </p14:nvContentPartPr>
              <p14:xfrm>
                <a:off x="2373867" y="2187253"/>
                <a:ext cx="4505400" cy="2052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11BEA53-1525-788F-805D-E1349436F04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367747" y="2181133"/>
                  <a:ext cx="4517640" cy="217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3113878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B838E-B85C-9ED9-D449-AC55B9065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28E1E93F-3880-0BAA-CD5C-4F464B10B85F}"/>
                  </a:ext>
                </a:extLst>
              </p14:cNvPr>
              <p14:cNvContentPartPr/>
              <p14:nvPr/>
            </p14:nvContentPartPr>
            <p14:xfrm>
              <a:off x="1247787" y="1949667"/>
              <a:ext cx="758160" cy="107460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28E1E93F-3880-0BAA-CD5C-4F464B10B85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41667" y="1943547"/>
                <a:ext cx="770400" cy="108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A9D7C128-F350-20B2-8776-88A8FBFBB26F}"/>
                  </a:ext>
                </a:extLst>
              </p14:cNvPr>
              <p14:cNvContentPartPr/>
              <p14:nvPr/>
            </p14:nvContentPartPr>
            <p14:xfrm>
              <a:off x="1981467" y="1868307"/>
              <a:ext cx="419040" cy="85644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A9D7C128-F350-20B2-8776-88A8FBFBB26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75347" y="1862187"/>
                <a:ext cx="431280" cy="86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00FC6DDB-B2B2-9788-A803-3CB376C85A01}"/>
                  </a:ext>
                </a:extLst>
              </p14:cNvPr>
              <p14:cNvContentPartPr/>
              <p14:nvPr/>
            </p14:nvContentPartPr>
            <p14:xfrm>
              <a:off x="2560347" y="1856787"/>
              <a:ext cx="314640" cy="66672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00FC6DDB-B2B2-9788-A803-3CB376C85A0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554227" y="1850667"/>
                <a:ext cx="326880" cy="67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90AEA82B-5905-4F1F-BF08-4174E7518131}"/>
                  </a:ext>
                </a:extLst>
              </p14:cNvPr>
              <p14:cNvContentPartPr/>
              <p14:nvPr/>
            </p14:nvContentPartPr>
            <p14:xfrm>
              <a:off x="3118707" y="1948947"/>
              <a:ext cx="415080" cy="43236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90AEA82B-5905-4F1F-BF08-4174E751813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112587" y="1942827"/>
                <a:ext cx="427320" cy="44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B06AB24B-9015-328D-0A87-7B75DE1A2996}"/>
                  </a:ext>
                </a:extLst>
              </p14:cNvPr>
              <p14:cNvContentPartPr/>
              <p14:nvPr/>
            </p14:nvContentPartPr>
            <p14:xfrm>
              <a:off x="3033747" y="1810707"/>
              <a:ext cx="1182960" cy="73908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B06AB24B-9015-328D-0A87-7B75DE1A299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027627" y="1804587"/>
                <a:ext cx="1195200" cy="75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45C048F9-AC2A-3419-A023-CFE7CE7C160A}"/>
                  </a:ext>
                </a:extLst>
              </p14:cNvPr>
              <p14:cNvContentPartPr/>
              <p14:nvPr/>
            </p14:nvContentPartPr>
            <p14:xfrm>
              <a:off x="1660707" y="2728347"/>
              <a:ext cx="2998080" cy="62712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45C048F9-AC2A-3419-A023-CFE7CE7C160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654587" y="2722227"/>
                <a:ext cx="3010320" cy="639360"/>
              </a:xfrm>
              <a:prstGeom prst="rect">
                <a:avLst/>
              </a:prstGeom>
            </p:spPr>
          </p:pic>
        </mc:Fallback>
      </mc:AlternateContent>
      <p:grpSp>
        <p:nvGrpSpPr>
          <p:cNvPr id="69" name="Group 68">
            <a:extLst>
              <a:ext uri="{FF2B5EF4-FFF2-40B4-BE49-F238E27FC236}">
                <a16:creationId xmlns:a16="http://schemas.microsoft.com/office/drawing/2014/main" id="{8DA26AEE-C360-C9B7-6654-C421F8BCD18D}"/>
              </a:ext>
            </a:extLst>
          </p:cNvPr>
          <p:cNvGrpSpPr/>
          <p:nvPr/>
        </p:nvGrpSpPr>
        <p:grpSpPr>
          <a:xfrm>
            <a:off x="417267" y="81627"/>
            <a:ext cx="9520200" cy="1491480"/>
            <a:chOff x="417267" y="81627"/>
            <a:chExt cx="9520200" cy="1491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B0C8478-2581-18DA-BC47-ED3977E0C967}"/>
                    </a:ext>
                  </a:extLst>
                </p14:cNvPr>
                <p14:cNvContentPartPr/>
                <p14:nvPr/>
              </p14:nvContentPartPr>
              <p14:xfrm>
                <a:off x="8996067" y="634227"/>
                <a:ext cx="94680" cy="3128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B0C8478-2581-18DA-BC47-ED3977E0C96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989947" y="628107"/>
                  <a:ext cx="10692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A3DF3B4-C078-2784-B0C3-7B4693DD1F6C}"/>
                    </a:ext>
                  </a:extLst>
                </p14:cNvPr>
                <p14:cNvContentPartPr/>
                <p14:nvPr/>
              </p14:nvContentPartPr>
              <p14:xfrm>
                <a:off x="8937027" y="509667"/>
                <a:ext cx="334080" cy="5047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A3DF3B4-C078-2784-B0C3-7B4693DD1F6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930907" y="503547"/>
                  <a:ext cx="346320" cy="51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F10E9C4-BEF8-E380-EF8D-8CD4C7F32723}"/>
                    </a:ext>
                  </a:extLst>
                </p14:cNvPr>
                <p14:cNvContentPartPr/>
                <p14:nvPr/>
              </p14:nvContentPartPr>
              <p14:xfrm>
                <a:off x="8430867" y="194667"/>
                <a:ext cx="1506600" cy="11487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F10E9C4-BEF8-E380-EF8D-8CD4C7F3272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424747" y="188547"/>
                  <a:ext cx="1518840" cy="11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2935D3A0-008A-C8AF-4F7C-ABA8A9C75F0C}"/>
                    </a:ext>
                  </a:extLst>
                </p14:cNvPr>
                <p14:cNvContentPartPr/>
                <p14:nvPr/>
              </p14:nvContentPartPr>
              <p14:xfrm>
                <a:off x="1326627" y="737907"/>
                <a:ext cx="695160" cy="57852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2935D3A0-008A-C8AF-4F7C-ABA8A9C75F0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320507" y="731787"/>
                  <a:ext cx="707400" cy="59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BC2944BE-4027-52BE-7BC5-13A4B7762F8B}"/>
                    </a:ext>
                  </a:extLst>
                </p14:cNvPr>
                <p14:cNvContentPartPr/>
                <p14:nvPr/>
              </p14:nvContentPartPr>
              <p14:xfrm>
                <a:off x="964107" y="218787"/>
                <a:ext cx="1554120" cy="13543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BC2944BE-4027-52BE-7BC5-13A4B7762F8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57987" y="212667"/>
                  <a:ext cx="1566360" cy="136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1B4FDC76-7EF1-00AD-B667-70E94334AFF2}"/>
                    </a:ext>
                  </a:extLst>
                </p14:cNvPr>
                <p14:cNvContentPartPr/>
                <p14:nvPr/>
              </p14:nvContentPartPr>
              <p14:xfrm>
                <a:off x="2358027" y="777507"/>
                <a:ext cx="2491200" cy="1342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1B4FDC76-7EF1-00AD-B667-70E94334AFF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351907" y="771387"/>
                  <a:ext cx="250344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6BAC372-3FF3-594F-7DEB-BBAB609B58E3}"/>
                    </a:ext>
                  </a:extLst>
                </p14:cNvPr>
                <p14:cNvContentPartPr/>
                <p14:nvPr/>
              </p14:nvContentPartPr>
              <p14:xfrm>
                <a:off x="3321747" y="228147"/>
                <a:ext cx="332640" cy="6321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6BAC372-3FF3-594F-7DEB-BBAB609B58E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315627" y="222027"/>
                  <a:ext cx="344880" cy="64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36670B7-37D9-8F3C-85C9-BAD28F6237AD}"/>
                    </a:ext>
                  </a:extLst>
                </p14:cNvPr>
                <p14:cNvContentPartPr/>
                <p14:nvPr/>
              </p14:nvContentPartPr>
              <p14:xfrm>
                <a:off x="3657267" y="218787"/>
                <a:ext cx="270000" cy="180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36670B7-37D9-8F3C-85C9-BAD28F6237A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651147" y="212667"/>
                  <a:ext cx="28224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1846CE6-BF37-258C-2EEC-F83FE8632C46}"/>
                    </a:ext>
                  </a:extLst>
                </p14:cNvPr>
                <p14:cNvContentPartPr/>
                <p14:nvPr/>
              </p14:nvContentPartPr>
              <p14:xfrm>
                <a:off x="3335427" y="456387"/>
                <a:ext cx="492480" cy="694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1846CE6-BF37-258C-2EEC-F83FE8632C4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329307" y="450267"/>
                  <a:ext cx="50472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66340A2-7A91-8CBC-E015-0BDCB43B19C6}"/>
                    </a:ext>
                  </a:extLst>
                </p14:cNvPr>
                <p14:cNvContentPartPr/>
                <p14:nvPr/>
              </p14:nvContentPartPr>
              <p14:xfrm>
                <a:off x="4418307" y="615867"/>
                <a:ext cx="546840" cy="6980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66340A2-7A91-8CBC-E015-0BDCB43B19C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412187" y="609747"/>
                  <a:ext cx="559080" cy="71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064CDB5-D30B-F119-A3AA-0E2BBC17EB09}"/>
                    </a:ext>
                  </a:extLst>
                </p14:cNvPr>
                <p14:cNvContentPartPr/>
                <p14:nvPr/>
              </p14:nvContentPartPr>
              <p14:xfrm>
                <a:off x="5239107" y="394107"/>
                <a:ext cx="607320" cy="6894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064CDB5-D30B-F119-A3AA-0E2BBC17EB0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232987" y="387987"/>
                  <a:ext cx="619560" cy="70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D4536CF-5762-FA09-A4DC-9BECCAF172E5}"/>
                    </a:ext>
                  </a:extLst>
                </p14:cNvPr>
                <p14:cNvContentPartPr/>
                <p14:nvPr/>
              </p14:nvContentPartPr>
              <p14:xfrm>
                <a:off x="5347107" y="574467"/>
                <a:ext cx="353520" cy="1512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D4536CF-5762-FA09-A4DC-9BECCAF172E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340987" y="568347"/>
                  <a:ext cx="36576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95D6EB3-8F33-115C-E787-B04BB008F91F}"/>
                    </a:ext>
                  </a:extLst>
                </p14:cNvPr>
                <p14:cNvContentPartPr/>
                <p14:nvPr/>
              </p14:nvContentPartPr>
              <p14:xfrm>
                <a:off x="5012307" y="81627"/>
                <a:ext cx="1218600" cy="13294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95D6EB3-8F33-115C-E787-B04BB008F91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006187" y="75507"/>
                  <a:ext cx="1230840" cy="134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695A441-4BB8-26E0-08BA-B892CEED0529}"/>
                    </a:ext>
                  </a:extLst>
                </p14:cNvPr>
                <p14:cNvContentPartPr/>
                <p14:nvPr/>
              </p14:nvContentPartPr>
              <p14:xfrm>
                <a:off x="6210387" y="716667"/>
                <a:ext cx="2146680" cy="4442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695A441-4BB8-26E0-08BA-B892CEED052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204267" y="710547"/>
                  <a:ext cx="2158920" cy="45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0B1DD92-44A6-A539-8F2C-3FACDA51067A}"/>
                    </a:ext>
                  </a:extLst>
                </p14:cNvPr>
                <p14:cNvContentPartPr/>
                <p14:nvPr/>
              </p14:nvContentPartPr>
              <p14:xfrm>
                <a:off x="6842547" y="165147"/>
                <a:ext cx="779760" cy="7801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0B1DD92-44A6-A539-8F2C-3FACDA51067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836427" y="159027"/>
                  <a:ext cx="792000" cy="79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2988F97-0286-70FC-E5EF-B1E1386D5FAB}"/>
                    </a:ext>
                  </a:extLst>
                </p14:cNvPr>
                <p14:cNvContentPartPr/>
                <p14:nvPr/>
              </p14:nvContentPartPr>
              <p14:xfrm>
                <a:off x="417267" y="296907"/>
                <a:ext cx="505440" cy="6354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2988F97-0286-70FC-E5EF-B1E1386D5FA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11147" y="290787"/>
                  <a:ext cx="517680" cy="64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13B1A83-572E-B2C1-AB16-CC4DBABED7A1}"/>
                    </a:ext>
                  </a:extLst>
                </p14:cNvPr>
                <p14:cNvContentPartPr/>
                <p14:nvPr/>
              </p14:nvContentPartPr>
              <p14:xfrm>
                <a:off x="465867" y="433707"/>
                <a:ext cx="448920" cy="4849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13B1A83-572E-B2C1-AB16-CC4DBABED7A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59747" y="427587"/>
                  <a:ext cx="461160" cy="49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D68304F-0DE3-55B9-A4B1-9204EDD05C05}"/>
                    </a:ext>
                  </a:extLst>
                </p14:cNvPr>
                <p14:cNvContentPartPr/>
                <p14:nvPr/>
              </p14:nvContentPartPr>
              <p14:xfrm>
                <a:off x="446427" y="395907"/>
                <a:ext cx="299520" cy="5061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D68304F-0DE3-55B9-A4B1-9204EDD05C0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40307" y="389787"/>
                  <a:ext cx="311760" cy="51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0D87141-2A2F-6C85-AF7B-5FEDD31A5227}"/>
                    </a:ext>
                  </a:extLst>
                </p14:cNvPr>
                <p14:cNvContentPartPr/>
                <p14:nvPr/>
              </p14:nvContentPartPr>
              <p14:xfrm>
                <a:off x="605187" y="397347"/>
                <a:ext cx="243000" cy="4147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0D87141-2A2F-6C85-AF7B-5FEDD31A522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99067" y="391227"/>
                  <a:ext cx="255240" cy="42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203EB08-B1C2-9D92-6E60-D00E805718E9}"/>
                    </a:ext>
                  </a:extLst>
                </p14:cNvPr>
                <p14:cNvContentPartPr/>
                <p14:nvPr/>
              </p14:nvContentPartPr>
              <p14:xfrm>
                <a:off x="8992827" y="1294827"/>
                <a:ext cx="360" cy="3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203EB08-B1C2-9D92-6E60-D00E805718E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986707" y="128870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55BDBF5-D54E-36F4-86E0-7509573EF8FA}"/>
                    </a:ext>
                  </a:extLst>
                </p14:cNvPr>
                <p14:cNvContentPartPr/>
                <p14:nvPr/>
              </p14:nvContentPartPr>
              <p14:xfrm>
                <a:off x="1681227" y="1454307"/>
                <a:ext cx="360" cy="3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55BDBF5-D54E-36F4-86E0-7509573EF8F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675107" y="144818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64FD8118-0FE6-967B-83D2-A13CCB364A63}"/>
                    </a:ext>
                  </a:extLst>
                </p14:cNvPr>
                <p14:cNvContentPartPr/>
                <p14:nvPr/>
              </p14:nvContentPartPr>
              <p14:xfrm>
                <a:off x="8992107" y="1120947"/>
                <a:ext cx="360" cy="14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64FD8118-0FE6-967B-83D2-A13CCB364A6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985987" y="1114827"/>
                  <a:ext cx="12600" cy="13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A353C6F9-8474-A785-456B-BF450CD4E821}"/>
                  </a:ext>
                </a:extLst>
              </p14:cNvPr>
              <p14:cNvContentPartPr/>
              <p14:nvPr/>
            </p14:nvContentPartPr>
            <p14:xfrm>
              <a:off x="6400467" y="1903227"/>
              <a:ext cx="340920" cy="83268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A353C6F9-8474-A785-456B-BF450CD4E821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394347" y="1897107"/>
                <a:ext cx="353160" cy="84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A85E5EA9-2C3E-7DB5-3574-56292F9AC2CF}"/>
                  </a:ext>
                </a:extLst>
              </p14:cNvPr>
              <p14:cNvContentPartPr/>
              <p14:nvPr/>
            </p14:nvContentPartPr>
            <p14:xfrm>
              <a:off x="7239267" y="2041467"/>
              <a:ext cx="62280" cy="41688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A85E5EA9-2C3E-7DB5-3574-56292F9AC2CF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233147" y="2035347"/>
                <a:ext cx="74520" cy="42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32ED1344-D047-A8A8-638E-8A019436244E}"/>
                  </a:ext>
                </a:extLst>
              </p14:cNvPr>
              <p14:cNvContentPartPr/>
              <p14:nvPr/>
            </p14:nvContentPartPr>
            <p14:xfrm>
              <a:off x="7243587" y="1750947"/>
              <a:ext cx="435600" cy="52164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32ED1344-D047-A8A8-638E-8A019436244E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7237467" y="1744827"/>
                <a:ext cx="447840" cy="53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292B79C4-941D-C168-0298-723253D635E9}"/>
                  </a:ext>
                </a:extLst>
              </p14:cNvPr>
              <p14:cNvContentPartPr/>
              <p14:nvPr/>
            </p14:nvContentPartPr>
            <p14:xfrm>
              <a:off x="6158187" y="2597307"/>
              <a:ext cx="2030760" cy="31284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292B79C4-941D-C168-0298-723253D635E9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6152067" y="2591187"/>
                <a:ext cx="2043000" cy="32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F9093AF4-79F4-EBC5-194B-2B3D76CFEEA4}"/>
                  </a:ext>
                </a:extLst>
              </p14:cNvPr>
              <p14:cNvContentPartPr/>
              <p14:nvPr/>
            </p14:nvContentPartPr>
            <p14:xfrm>
              <a:off x="6143067" y="3120027"/>
              <a:ext cx="367920" cy="61056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F9093AF4-79F4-EBC5-194B-2B3D76CFEEA4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6136947" y="3113907"/>
                <a:ext cx="380160" cy="62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51991A94-4DAA-A3F0-671C-6323E29D91CE}"/>
                  </a:ext>
                </a:extLst>
              </p14:cNvPr>
              <p14:cNvContentPartPr/>
              <p14:nvPr/>
            </p14:nvContentPartPr>
            <p14:xfrm>
              <a:off x="6910947" y="3012387"/>
              <a:ext cx="577440" cy="47844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51991A94-4DAA-A3F0-671C-6323E29D91CE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6904827" y="3006267"/>
                <a:ext cx="589680" cy="490680"/>
              </a:xfrm>
              <a:prstGeom prst="rect">
                <a:avLst/>
              </a:prstGeom>
            </p:spPr>
          </p:pic>
        </mc:Fallback>
      </mc:AlternateContent>
      <p:grpSp>
        <p:nvGrpSpPr>
          <p:cNvPr id="89" name="Group 88">
            <a:extLst>
              <a:ext uri="{FF2B5EF4-FFF2-40B4-BE49-F238E27FC236}">
                <a16:creationId xmlns:a16="http://schemas.microsoft.com/office/drawing/2014/main" id="{EC1576C8-C268-3CB8-99AD-37250DAA1D78}"/>
              </a:ext>
            </a:extLst>
          </p:cNvPr>
          <p:cNvGrpSpPr/>
          <p:nvPr/>
        </p:nvGrpSpPr>
        <p:grpSpPr>
          <a:xfrm>
            <a:off x="338067" y="3530427"/>
            <a:ext cx="3829320" cy="2844360"/>
            <a:chOff x="338067" y="3530427"/>
            <a:chExt cx="3829320" cy="2844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F26C5AC-B49A-9A8D-BF43-0175B083D3F7}"/>
                    </a:ext>
                  </a:extLst>
                </p14:cNvPr>
                <p14:cNvContentPartPr/>
                <p14:nvPr/>
              </p14:nvContentPartPr>
              <p14:xfrm>
                <a:off x="526707" y="3898707"/>
                <a:ext cx="440280" cy="8017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F26C5AC-B49A-9A8D-BF43-0175B083D3F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20587" y="3892587"/>
                  <a:ext cx="452520" cy="81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E734432-5E2F-5D50-2760-5C8AC5A23A26}"/>
                    </a:ext>
                  </a:extLst>
                </p14:cNvPr>
                <p14:cNvContentPartPr/>
                <p14:nvPr/>
              </p14:nvContentPartPr>
              <p14:xfrm>
                <a:off x="639747" y="4375347"/>
                <a:ext cx="206640" cy="100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E734432-5E2F-5D50-2760-5C8AC5A23A2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33627" y="4369227"/>
                  <a:ext cx="21888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3CCEEDA-3188-9DE9-551D-18EA46CE13CA}"/>
                    </a:ext>
                  </a:extLst>
                </p14:cNvPr>
                <p14:cNvContentPartPr/>
                <p14:nvPr/>
              </p14:nvContentPartPr>
              <p14:xfrm>
                <a:off x="1437507" y="4201827"/>
                <a:ext cx="264240" cy="576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3CCEEDA-3188-9DE9-551D-18EA46CE13C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431387" y="4195707"/>
                  <a:ext cx="27648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FC135B4-4A02-74A8-9FD0-00DF109B691E}"/>
                    </a:ext>
                  </a:extLst>
                </p14:cNvPr>
                <p14:cNvContentPartPr/>
                <p14:nvPr/>
              </p14:nvContentPartPr>
              <p14:xfrm>
                <a:off x="1343907" y="4524027"/>
                <a:ext cx="265320" cy="291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FC135B4-4A02-74A8-9FD0-00DF109B691E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337787" y="4517907"/>
                  <a:ext cx="27756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4BF72EE0-6CE4-8274-A762-771325ADEDF4}"/>
                    </a:ext>
                  </a:extLst>
                </p14:cNvPr>
                <p14:cNvContentPartPr/>
                <p14:nvPr/>
              </p14:nvContentPartPr>
              <p14:xfrm>
                <a:off x="2088747" y="3928587"/>
                <a:ext cx="408600" cy="8676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4BF72EE0-6CE4-8274-A762-771325ADEDF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082627" y="3922467"/>
                  <a:ext cx="420840" cy="87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7918180-E3E8-109D-8B60-10F7199B4F6B}"/>
                    </a:ext>
                  </a:extLst>
                </p14:cNvPr>
                <p14:cNvContentPartPr/>
                <p14:nvPr/>
              </p14:nvContentPartPr>
              <p14:xfrm>
                <a:off x="2566467" y="3834987"/>
                <a:ext cx="306360" cy="450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7918180-E3E8-109D-8B60-10F7199B4F6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560347" y="3828867"/>
                  <a:ext cx="31860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8930242-323E-B48F-C686-9081C776F6F2}"/>
                    </a:ext>
                  </a:extLst>
                </p14:cNvPr>
                <p14:cNvContentPartPr/>
                <p14:nvPr/>
              </p14:nvContentPartPr>
              <p14:xfrm>
                <a:off x="2160747" y="4348707"/>
                <a:ext cx="425880" cy="1494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8930242-323E-B48F-C686-9081C776F6F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154627" y="4342587"/>
                  <a:ext cx="43812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FC493E05-D17B-8EEE-3B68-3837BCE45AE3}"/>
                    </a:ext>
                  </a:extLst>
                </p14:cNvPr>
                <p14:cNvContentPartPr/>
                <p14:nvPr/>
              </p14:nvContentPartPr>
              <p14:xfrm>
                <a:off x="2867787" y="3799347"/>
                <a:ext cx="322200" cy="9334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FC493E05-D17B-8EEE-3B68-3837BCE45AE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861667" y="3793227"/>
                  <a:ext cx="334440" cy="9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16C1BC08-D4A0-A917-9F67-104C2993402E}"/>
                    </a:ext>
                  </a:extLst>
                </p14:cNvPr>
                <p14:cNvContentPartPr/>
                <p14:nvPr/>
              </p14:nvContentPartPr>
              <p14:xfrm>
                <a:off x="3198267" y="3907347"/>
                <a:ext cx="674640" cy="6393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16C1BC08-D4A0-A917-9F67-104C2993402E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192147" y="3901227"/>
                  <a:ext cx="686880" cy="65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557D0F16-68C2-F521-B468-06DDC7B7C135}"/>
                    </a:ext>
                  </a:extLst>
                </p14:cNvPr>
                <p14:cNvContentPartPr/>
                <p14:nvPr/>
              </p14:nvContentPartPr>
              <p14:xfrm>
                <a:off x="3861027" y="3530427"/>
                <a:ext cx="306360" cy="12873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557D0F16-68C2-F521-B468-06DDC7B7C135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854907" y="3524307"/>
                  <a:ext cx="318600" cy="129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B6AC7AA-5175-35CF-A765-A0A7E6B7AE81}"/>
                    </a:ext>
                  </a:extLst>
                </p14:cNvPr>
                <p14:cNvContentPartPr/>
                <p14:nvPr/>
              </p14:nvContentPartPr>
              <p14:xfrm>
                <a:off x="820467" y="5325387"/>
                <a:ext cx="72000" cy="3639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B6AC7AA-5175-35CF-A765-A0A7E6B7AE81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14347" y="5319267"/>
                  <a:ext cx="84240" cy="37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5C7B7C2-D3BB-FE35-E9E8-08F67A5E7753}"/>
                    </a:ext>
                  </a:extLst>
                </p14:cNvPr>
                <p14:cNvContentPartPr/>
                <p14:nvPr/>
              </p14:nvContentPartPr>
              <p14:xfrm>
                <a:off x="791667" y="4968627"/>
                <a:ext cx="394200" cy="6717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5C7B7C2-D3BB-FE35-E9E8-08F67A5E7753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85547" y="4962507"/>
                  <a:ext cx="406440" cy="68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4934767-D263-00AC-4993-0498EB0CD03C}"/>
                    </a:ext>
                  </a:extLst>
                </p14:cNvPr>
                <p14:cNvContentPartPr/>
                <p14:nvPr/>
              </p14:nvContentPartPr>
              <p14:xfrm>
                <a:off x="1476387" y="5323227"/>
                <a:ext cx="309600" cy="190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54934767-D263-00AC-4993-0498EB0CD03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470267" y="5317107"/>
                  <a:ext cx="32184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88BEB10A-0CE0-EFAE-0B25-4225C867616D}"/>
                    </a:ext>
                  </a:extLst>
                </p14:cNvPr>
                <p14:cNvContentPartPr/>
                <p14:nvPr/>
              </p14:nvContentPartPr>
              <p14:xfrm>
                <a:off x="1524627" y="5578467"/>
                <a:ext cx="396360" cy="1220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88BEB10A-0CE0-EFAE-0B25-4225C867616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518507" y="5572347"/>
                  <a:ext cx="40860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BF381279-2E11-8561-5F58-2F96B10E4668}"/>
                    </a:ext>
                  </a:extLst>
                </p14:cNvPr>
                <p14:cNvContentPartPr/>
                <p14:nvPr/>
              </p14:nvContentPartPr>
              <p14:xfrm>
                <a:off x="2318787" y="5043147"/>
                <a:ext cx="595800" cy="13316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BF381279-2E11-8561-5F58-2F96B10E4668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312667" y="5037027"/>
                  <a:ext cx="608040" cy="134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98D3EB14-49F2-CFA3-E511-47F587F717F7}"/>
                    </a:ext>
                  </a:extLst>
                </p14:cNvPr>
                <p14:cNvContentPartPr/>
                <p14:nvPr/>
              </p14:nvContentPartPr>
              <p14:xfrm>
                <a:off x="3019347" y="4845867"/>
                <a:ext cx="303480" cy="11952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98D3EB14-49F2-CFA3-E511-47F587F717F7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013227" y="4839747"/>
                  <a:ext cx="315720" cy="12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7E85F3B3-8F21-E1E2-AA99-6075D418058E}"/>
                    </a:ext>
                  </a:extLst>
                </p14:cNvPr>
                <p14:cNvContentPartPr/>
                <p14:nvPr/>
              </p14:nvContentPartPr>
              <p14:xfrm>
                <a:off x="3324627" y="5063667"/>
                <a:ext cx="399600" cy="7117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7E85F3B3-8F21-E1E2-AA99-6075D418058E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318507" y="5057547"/>
                  <a:ext cx="411840" cy="72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CEE55333-7463-69FB-1A4F-AF76633FAD42}"/>
                    </a:ext>
                  </a:extLst>
                </p14:cNvPr>
                <p14:cNvContentPartPr/>
                <p14:nvPr/>
              </p14:nvContentPartPr>
              <p14:xfrm>
                <a:off x="3402027" y="5634267"/>
                <a:ext cx="181080" cy="975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CEE55333-7463-69FB-1A4F-AF76633FAD4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395907" y="5628147"/>
                  <a:ext cx="19332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2BBE6695-EEE0-E63E-5CC2-A13EAAE1B939}"/>
                    </a:ext>
                  </a:extLst>
                </p14:cNvPr>
                <p14:cNvContentPartPr/>
                <p14:nvPr/>
              </p14:nvContentPartPr>
              <p14:xfrm>
                <a:off x="3651867" y="5053227"/>
                <a:ext cx="350640" cy="10213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2BBE6695-EEE0-E63E-5CC2-A13EAAE1B93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645747" y="5047107"/>
                  <a:ext cx="362880" cy="10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C9043DE3-BDAE-D2C5-249E-B4E63B441494}"/>
                    </a:ext>
                  </a:extLst>
                </p14:cNvPr>
                <p14:cNvContentPartPr/>
                <p14:nvPr/>
              </p14:nvContentPartPr>
              <p14:xfrm>
                <a:off x="3120507" y="5973027"/>
                <a:ext cx="778680" cy="1234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C9043DE3-BDAE-D2C5-249E-B4E63B441494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114387" y="5966907"/>
                  <a:ext cx="79092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207AF3C4-C30A-D88D-A436-570B21793F8B}"/>
                    </a:ext>
                  </a:extLst>
                </p14:cNvPr>
                <p14:cNvContentPartPr/>
                <p14:nvPr/>
              </p14:nvContentPartPr>
              <p14:xfrm>
                <a:off x="338067" y="4920747"/>
                <a:ext cx="705240" cy="1090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207AF3C4-C30A-D88D-A436-570B21793F8B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31947" y="4914627"/>
                  <a:ext cx="71748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01D0511A-3878-5BB0-06DE-D0D7778CEAA8}"/>
                    </a:ext>
                  </a:extLst>
                </p14:cNvPr>
                <p14:cNvContentPartPr/>
                <p14:nvPr/>
              </p14:nvContentPartPr>
              <p14:xfrm>
                <a:off x="3007107" y="4727067"/>
                <a:ext cx="1082520" cy="16848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01D0511A-3878-5BB0-06DE-D0D7778CEAA8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000987" y="4720947"/>
                  <a:ext cx="1094760" cy="180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DDD6DD0A-4E6B-3862-B500-892EAE680118}"/>
              </a:ext>
            </a:extLst>
          </p:cNvPr>
          <p:cNvGrpSpPr/>
          <p:nvPr/>
        </p:nvGrpSpPr>
        <p:grpSpPr>
          <a:xfrm>
            <a:off x="8231787" y="1799187"/>
            <a:ext cx="3573720" cy="1948680"/>
            <a:chOff x="8231787" y="1799187"/>
            <a:chExt cx="3573720" cy="1948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0A31FC43-2AF4-B451-3586-2DA20D337E73}"/>
                    </a:ext>
                  </a:extLst>
                </p14:cNvPr>
                <p14:cNvContentPartPr/>
                <p14:nvPr/>
              </p14:nvContentPartPr>
              <p14:xfrm>
                <a:off x="8231787" y="2191947"/>
                <a:ext cx="388800" cy="176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0A31FC43-2AF4-B451-3586-2DA20D337E7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225667" y="2185827"/>
                  <a:ext cx="40104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F9E1FD3E-429D-B45C-A207-2AB415C73B1C}"/>
                    </a:ext>
                  </a:extLst>
                </p14:cNvPr>
                <p14:cNvContentPartPr/>
                <p14:nvPr/>
              </p14:nvContentPartPr>
              <p14:xfrm>
                <a:off x="8273907" y="2367627"/>
                <a:ext cx="535680" cy="1195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F9E1FD3E-429D-B45C-A207-2AB415C73B1C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267787" y="2361507"/>
                  <a:ext cx="54792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5CDA74E2-03CB-55FC-A3A8-EA1DAB980BD6}"/>
                    </a:ext>
                  </a:extLst>
                </p14:cNvPr>
                <p14:cNvContentPartPr/>
                <p14:nvPr/>
              </p14:nvContentPartPr>
              <p14:xfrm>
                <a:off x="9081027" y="1815747"/>
                <a:ext cx="405000" cy="8290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5CDA74E2-03CB-55FC-A3A8-EA1DAB980BD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074907" y="1809627"/>
                  <a:ext cx="417240" cy="84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CCE7455C-BB3D-C8F5-73B3-D492D260A262}"/>
                    </a:ext>
                  </a:extLst>
                </p14:cNvPr>
                <p14:cNvContentPartPr/>
                <p14:nvPr/>
              </p14:nvContentPartPr>
              <p14:xfrm>
                <a:off x="9590067" y="1799187"/>
                <a:ext cx="538560" cy="9576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CCE7455C-BB3D-C8F5-73B3-D492D260A262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583947" y="1793067"/>
                  <a:ext cx="550800" cy="9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0E5468C7-8DD6-1C03-6D84-F201BFE6C61C}"/>
                    </a:ext>
                  </a:extLst>
                </p14:cNvPr>
                <p14:cNvContentPartPr/>
                <p14:nvPr/>
              </p14:nvContentPartPr>
              <p14:xfrm>
                <a:off x="9006867" y="2801067"/>
                <a:ext cx="1145880" cy="518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0E5468C7-8DD6-1C03-6D84-F201BFE6C61C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000747" y="2794947"/>
                  <a:ext cx="115812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A1CBEF6F-58BE-50DA-E5CA-C6B3DFA74863}"/>
                    </a:ext>
                  </a:extLst>
                </p14:cNvPr>
                <p14:cNvContentPartPr/>
                <p14:nvPr/>
              </p14:nvContentPartPr>
              <p14:xfrm>
                <a:off x="8805267" y="3025347"/>
                <a:ext cx="277200" cy="6397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A1CBEF6F-58BE-50DA-E5CA-C6B3DFA7486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799147" y="3019227"/>
                  <a:ext cx="289440" cy="65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5AEF9EB0-0DD0-4FC1-EFED-E1036B0FF265}"/>
                    </a:ext>
                  </a:extLst>
                </p14:cNvPr>
                <p14:cNvContentPartPr/>
                <p14:nvPr/>
              </p14:nvContentPartPr>
              <p14:xfrm>
                <a:off x="9293067" y="3066027"/>
                <a:ext cx="425520" cy="5724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5AEF9EB0-0DD0-4FC1-EFED-E1036B0FF265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286947" y="3059907"/>
                  <a:ext cx="437760" cy="58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7672AEC9-2BE2-0514-3E06-5DBDD36D479B}"/>
                    </a:ext>
                  </a:extLst>
                </p14:cNvPr>
                <p14:cNvContentPartPr/>
                <p14:nvPr/>
              </p14:nvContentPartPr>
              <p14:xfrm>
                <a:off x="9341307" y="3481107"/>
                <a:ext cx="148320" cy="309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7672AEC9-2BE2-0514-3E06-5DBDD36D479B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335187" y="3474987"/>
                  <a:ext cx="16056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83485969-5F0B-7D64-0D3E-249659801BA8}"/>
                    </a:ext>
                  </a:extLst>
                </p14:cNvPr>
                <p14:cNvContentPartPr/>
                <p14:nvPr/>
              </p14:nvContentPartPr>
              <p14:xfrm>
                <a:off x="10252467" y="2610987"/>
                <a:ext cx="720" cy="10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83485969-5F0B-7D64-0D3E-249659801BA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246347" y="2604867"/>
                  <a:ext cx="12960" cy="1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EA0ED1CD-7053-C626-FECB-32CCE6854695}"/>
                    </a:ext>
                  </a:extLst>
                </p14:cNvPr>
                <p14:cNvContentPartPr/>
                <p14:nvPr/>
              </p14:nvContentPartPr>
              <p14:xfrm>
                <a:off x="10522107" y="2034627"/>
                <a:ext cx="472320" cy="7941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EA0ED1CD-7053-C626-FECB-32CCE6854695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0515987" y="2028507"/>
                  <a:ext cx="484560" cy="80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3825DEB8-B758-18AC-F40D-639AC3BE7734}"/>
                    </a:ext>
                  </a:extLst>
                </p14:cNvPr>
                <p14:cNvContentPartPr/>
                <p14:nvPr/>
              </p14:nvContentPartPr>
              <p14:xfrm>
                <a:off x="11038347" y="2129307"/>
                <a:ext cx="695160" cy="7221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3825DEB8-B758-18AC-F40D-639AC3BE7734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1032227" y="2123187"/>
                  <a:ext cx="707400" cy="73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D8670CE3-B087-900D-4C0E-5BC5864B05C9}"/>
                    </a:ext>
                  </a:extLst>
                </p14:cNvPr>
                <p14:cNvContentPartPr/>
                <p14:nvPr/>
              </p14:nvContentPartPr>
              <p14:xfrm>
                <a:off x="11019267" y="2581827"/>
                <a:ext cx="611640" cy="417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D8670CE3-B087-900D-4C0E-5BC5864B05C9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1013147" y="2575707"/>
                  <a:ext cx="62388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676E99C0-854D-ED46-DDCB-F0C24ADAA24E}"/>
                    </a:ext>
                  </a:extLst>
                </p14:cNvPr>
                <p14:cNvContentPartPr/>
                <p14:nvPr/>
              </p14:nvContentPartPr>
              <p14:xfrm>
                <a:off x="10349667" y="2950467"/>
                <a:ext cx="1455840" cy="15948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676E99C0-854D-ED46-DDCB-F0C24ADAA24E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0343547" y="2944347"/>
                  <a:ext cx="146808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B4884A7F-00EE-292A-4B5F-3528742ED0F0}"/>
                    </a:ext>
                  </a:extLst>
                </p14:cNvPr>
                <p14:cNvContentPartPr/>
                <p14:nvPr/>
              </p14:nvContentPartPr>
              <p14:xfrm>
                <a:off x="10163907" y="3321267"/>
                <a:ext cx="397440" cy="4165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B4884A7F-00EE-292A-4B5F-3528742ED0F0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0157787" y="3315147"/>
                  <a:ext cx="409680" cy="42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ADFF12E8-B68B-D1DE-670D-B25D9C7E3907}"/>
                    </a:ext>
                  </a:extLst>
                </p14:cNvPr>
                <p14:cNvContentPartPr/>
                <p14:nvPr/>
              </p14:nvContentPartPr>
              <p14:xfrm>
                <a:off x="10837467" y="3433947"/>
                <a:ext cx="399960" cy="3139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ADFF12E8-B68B-D1DE-670D-B25D9C7E3907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0831347" y="3427827"/>
                  <a:ext cx="412200" cy="326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4105970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DAAEE-C93A-5C9C-218E-321E1F228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B533131-AFCE-E7A4-0C87-B3FEAAD4844E}"/>
                  </a:ext>
                </a:extLst>
              </p14:cNvPr>
              <p14:cNvContentPartPr/>
              <p14:nvPr/>
            </p14:nvContentPartPr>
            <p14:xfrm>
              <a:off x="1233747" y="2686587"/>
              <a:ext cx="524160" cy="1116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B533131-AFCE-E7A4-0C87-B3FEAAD4844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27627" y="2680467"/>
                <a:ext cx="536400" cy="112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72E69D48-B77A-671F-1B66-71966BB4A5C3}"/>
                  </a:ext>
                </a:extLst>
              </p14:cNvPr>
              <p14:cNvContentPartPr/>
              <p14:nvPr/>
            </p14:nvContentPartPr>
            <p14:xfrm>
              <a:off x="1116747" y="5112267"/>
              <a:ext cx="139680" cy="2592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72E69D48-B77A-671F-1B66-71966BB4A5C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10627" y="5106147"/>
                <a:ext cx="151920" cy="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F73E86F8-C9F1-4D15-BE64-CA13629BA471}"/>
                  </a:ext>
                </a:extLst>
              </p14:cNvPr>
              <p14:cNvContentPartPr/>
              <p14:nvPr/>
            </p14:nvContentPartPr>
            <p14:xfrm>
              <a:off x="3935907" y="5148627"/>
              <a:ext cx="779040" cy="4140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F73E86F8-C9F1-4D15-BE64-CA13629BA47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929787" y="5142507"/>
                <a:ext cx="791280" cy="5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3FABB805-90BF-7CBB-727E-90EE6758B563}"/>
                  </a:ext>
                </a:extLst>
              </p14:cNvPr>
              <p14:cNvContentPartPr/>
              <p14:nvPr/>
            </p14:nvContentPartPr>
            <p14:xfrm>
              <a:off x="749187" y="5126667"/>
              <a:ext cx="1215360" cy="20484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3FABB805-90BF-7CBB-727E-90EE6758B56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43067" y="5120547"/>
                <a:ext cx="1227600" cy="21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68CA6F74-55E3-3342-30F5-35EA315DB1E3}"/>
                  </a:ext>
                </a:extLst>
              </p14:cNvPr>
              <p14:cNvContentPartPr/>
              <p14:nvPr/>
            </p14:nvContentPartPr>
            <p14:xfrm>
              <a:off x="3863187" y="5179587"/>
              <a:ext cx="1447560" cy="10332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68CA6F74-55E3-3342-30F5-35EA315DB1E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857067" y="5173467"/>
                <a:ext cx="1459800" cy="11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D6F5627D-5D58-F31C-0E22-6C8AD30A26B4}"/>
                  </a:ext>
                </a:extLst>
              </p14:cNvPr>
              <p14:cNvContentPartPr/>
              <p14:nvPr/>
            </p14:nvContentPartPr>
            <p14:xfrm>
              <a:off x="6614307" y="5448507"/>
              <a:ext cx="1382400" cy="8100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D6F5627D-5D58-F31C-0E22-6C8AD30A26B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608187" y="5442387"/>
                <a:ext cx="1394640" cy="9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29238EE1-277A-D06F-2864-B1EB57943319}"/>
                  </a:ext>
                </a:extLst>
              </p14:cNvPr>
              <p14:cNvContentPartPr/>
              <p14:nvPr/>
            </p14:nvContentPartPr>
            <p14:xfrm>
              <a:off x="1756467" y="3075027"/>
              <a:ext cx="385560" cy="47556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29238EE1-277A-D06F-2864-B1EB5794331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750347" y="3068907"/>
                <a:ext cx="397800" cy="487800"/>
              </a:xfrm>
              <a:prstGeom prst="rect">
                <a:avLst/>
              </a:prstGeom>
            </p:spPr>
          </p:pic>
        </mc:Fallback>
      </mc:AlternateContent>
      <p:grpSp>
        <p:nvGrpSpPr>
          <p:cNvPr id="50" name="Group 49">
            <a:extLst>
              <a:ext uri="{FF2B5EF4-FFF2-40B4-BE49-F238E27FC236}">
                <a16:creationId xmlns:a16="http://schemas.microsoft.com/office/drawing/2014/main" id="{D25563D4-9AC4-7FD7-B5C5-0CA1FBB43E2A}"/>
              </a:ext>
            </a:extLst>
          </p:cNvPr>
          <p:cNvGrpSpPr/>
          <p:nvPr/>
        </p:nvGrpSpPr>
        <p:grpSpPr>
          <a:xfrm>
            <a:off x="10473147" y="531627"/>
            <a:ext cx="1461960" cy="578160"/>
            <a:chOff x="10473147" y="531627"/>
            <a:chExt cx="1461960" cy="57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03E0460-21B8-2FDC-D4D3-73EB2DEE2411}"/>
                    </a:ext>
                  </a:extLst>
                </p14:cNvPr>
                <p14:cNvContentPartPr/>
                <p14:nvPr/>
              </p14:nvContentPartPr>
              <p14:xfrm>
                <a:off x="10473147" y="604347"/>
                <a:ext cx="497160" cy="3351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03E0460-21B8-2FDC-D4D3-73EB2DEE241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467027" y="598227"/>
                  <a:ext cx="50940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C68B2A4-4016-1D0D-A605-650410F2DC06}"/>
                    </a:ext>
                  </a:extLst>
                </p14:cNvPr>
                <p14:cNvContentPartPr/>
                <p14:nvPr/>
              </p14:nvContentPartPr>
              <p14:xfrm>
                <a:off x="11157867" y="558267"/>
                <a:ext cx="339480" cy="2541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DC68B2A4-4016-1D0D-A605-650410F2DC0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1151747" y="552147"/>
                  <a:ext cx="35172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4575EB24-3F42-6606-9C16-0B6EF978077C}"/>
                    </a:ext>
                  </a:extLst>
                </p14:cNvPr>
                <p14:cNvContentPartPr/>
                <p14:nvPr/>
              </p14:nvContentPartPr>
              <p14:xfrm>
                <a:off x="11547747" y="531627"/>
                <a:ext cx="284040" cy="3834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4575EB24-3F42-6606-9C16-0B6EF978077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1541627" y="525507"/>
                  <a:ext cx="296280" cy="39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F3A4025-66E3-B9A4-62BE-871C50754C01}"/>
                    </a:ext>
                  </a:extLst>
                </p14:cNvPr>
                <p14:cNvContentPartPr/>
                <p14:nvPr/>
              </p14:nvContentPartPr>
              <p14:xfrm>
                <a:off x="10533627" y="888027"/>
                <a:ext cx="1401480" cy="2217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F3A4025-66E3-B9A4-62BE-871C50754C0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527507" y="881907"/>
                  <a:ext cx="1413720" cy="234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C8E91CB2-8625-6B68-4B8D-5105B2BDFB42}"/>
              </a:ext>
            </a:extLst>
          </p:cNvPr>
          <p:cNvGrpSpPr/>
          <p:nvPr/>
        </p:nvGrpSpPr>
        <p:grpSpPr>
          <a:xfrm>
            <a:off x="3989547" y="5411427"/>
            <a:ext cx="1135080" cy="347400"/>
            <a:chOff x="3989547" y="5411427"/>
            <a:chExt cx="1135080" cy="347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CAC14423-79F5-3617-C7E6-66A4724BB640}"/>
                    </a:ext>
                  </a:extLst>
                </p14:cNvPr>
                <p14:cNvContentPartPr/>
                <p14:nvPr/>
              </p14:nvContentPartPr>
              <p14:xfrm>
                <a:off x="3989547" y="5411427"/>
                <a:ext cx="370800" cy="3474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CAC14423-79F5-3617-C7E6-66A4724BB64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983427" y="5405307"/>
                  <a:ext cx="38304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D3D301B-D226-8079-486D-AE845722C58F}"/>
                    </a:ext>
                  </a:extLst>
                </p14:cNvPr>
                <p14:cNvContentPartPr/>
                <p14:nvPr/>
              </p14:nvContentPartPr>
              <p14:xfrm>
                <a:off x="4593267" y="5494227"/>
                <a:ext cx="531360" cy="1958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D3D301B-D226-8079-486D-AE845722C58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587147" y="5488107"/>
                  <a:ext cx="543600" cy="208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C292378E-AC66-8D7A-C414-39B524253E53}"/>
                  </a:ext>
                </a:extLst>
              </p14:cNvPr>
              <p14:cNvContentPartPr/>
              <p14:nvPr/>
            </p14:nvContentPartPr>
            <p14:xfrm>
              <a:off x="885267" y="1506507"/>
              <a:ext cx="863640" cy="79596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C292378E-AC66-8D7A-C414-39B524253E53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879147" y="1500387"/>
                <a:ext cx="875880" cy="808200"/>
              </a:xfrm>
              <a:prstGeom prst="rect">
                <a:avLst/>
              </a:prstGeom>
            </p:spPr>
          </p:pic>
        </mc:Fallback>
      </mc:AlternateContent>
      <p:grpSp>
        <p:nvGrpSpPr>
          <p:cNvPr id="71" name="Group 70">
            <a:extLst>
              <a:ext uri="{FF2B5EF4-FFF2-40B4-BE49-F238E27FC236}">
                <a16:creationId xmlns:a16="http://schemas.microsoft.com/office/drawing/2014/main" id="{5C0F7CFB-2151-7B24-9547-7963A90C1C39}"/>
              </a:ext>
            </a:extLst>
          </p:cNvPr>
          <p:cNvGrpSpPr/>
          <p:nvPr/>
        </p:nvGrpSpPr>
        <p:grpSpPr>
          <a:xfrm>
            <a:off x="690147" y="3981867"/>
            <a:ext cx="1545120" cy="1960200"/>
            <a:chOff x="690147" y="3981867"/>
            <a:chExt cx="1545120" cy="1960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A4EEBBB-771D-4369-187A-73465C3C3AE6}"/>
                    </a:ext>
                  </a:extLst>
                </p14:cNvPr>
                <p14:cNvContentPartPr/>
                <p14:nvPr/>
              </p14:nvContentPartPr>
              <p14:xfrm>
                <a:off x="779067" y="3981867"/>
                <a:ext cx="534240" cy="7484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A4EEBBB-771D-4369-187A-73465C3C3AE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72947" y="3975747"/>
                  <a:ext cx="546480" cy="76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A9DA71C-123D-9E4B-355E-E793662F346A}"/>
                    </a:ext>
                  </a:extLst>
                </p14:cNvPr>
                <p14:cNvContentPartPr/>
                <p14:nvPr/>
              </p14:nvContentPartPr>
              <p14:xfrm>
                <a:off x="1421307" y="4158627"/>
                <a:ext cx="745920" cy="5191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A9DA71C-123D-9E4B-355E-E793662F346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415187" y="4152507"/>
                  <a:ext cx="758160" cy="53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64431AE-CD57-848F-9EF7-67CBFAB8CDC5}"/>
                    </a:ext>
                  </a:extLst>
                </p14:cNvPr>
                <p14:cNvContentPartPr/>
                <p14:nvPr/>
              </p14:nvContentPartPr>
              <p14:xfrm>
                <a:off x="2010987" y="4372107"/>
                <a:ext cx="224280" cy="910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64431AE-CD57-848F-9EF7-67CBFAB8CDC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004867" y="4365987"/>
                  <a:ext cx="23652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FC54E38-0AA6-6056-BDE4-EB6685FA70B6}"/>
                    </a:ext>
                  </a:extLst>
                </p14:cNvPr>
                <p14:cNvContentPartPr/>
                <p14:nvPr/>
              </p14:nvContentPartPr>
              <p14:xfrm>
                <a:off x="809667" y="5344467"/>
                <a:ext cx="2880" cy="43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FC54E38-0AA6-6056-BDE4-EB6685FA70B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03547" y="5338347"/>
                  <a:ext cx="1512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70328F6-3819-A3A5-DB6E-A282A593C375}"/>
                    </a:ext>
                  </a:extLst>
                </p14:cNvPr>
                <p14:cNvContentPartPr/>
                <p14:nvPr/>
              </p14:nvContentPartPr>
              <p14:xfrm>
                <a:off x="1257507" y="5552907"/>
                <a:ext cx="425160" cy="3891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70328F6-3819-A3A5-DB6E-A282A593C37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251387" y="5546787"/>
                  <a:ext cx="437400" cy="40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ECEFCB8-97DD-235D-247C-1C3CA3EDB797}"/>
                    </a:ext>
                  </a:extLst>
                </p14:cNvPr>
                <p14:cNvContentPartPr/>
                <p14:nvPr/>
              </p14:nvContentPartPr>
              <p14:xfrm>
                <a:off x="1896867" y="5392347"/>
                <a:ext cx="34560" cy="3949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ECEFCB8-97DD-235D-247C-1C3CA3EDB79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890747" y="5386227"/>
                  <a:ext cx="46800" cy="40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1797C314-EA6A-28D2-9FC4-FB3C96B7839F}"/>
                    </a:ext>
                  </a:extLst>
                </p14:cNvPr>
                <p14:cNvContentPartPr/>
                <p14:nvPr/>
              </p14:nvContentPartPr>
              <p14:xfrm>
                <a:off x="690147" y="4885467"/>
                <a:ext cx="1417320" cy="3664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1797C314-EA6A-28D2-9FC4-FB3C96B7839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84027" y="4879347"/>
                  <a:ext cx="1429560" cy="378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BDFB1979-7B63-B5AE-F66D-92592F53A621}"/>
                  </a:ext>
                </a:extLst>
              </p14:cNvPr>
              <p14:cNvContentPartPr/>
              <p14:nvPr/>
            </p14:nvContentPartPr>
            <p14:xfrm>
              <a:off x="4268907" y="1885947"/>
              <a:ext cx="8640" cy="1224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BDFB1979-7B63-B5AE-F66D-92592F53A621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262787" y="1879827"/>
                <a:ext cx="20880" cy="24480"/>
              </a:xfrm>
              <a:prstGeom prst="rect">
                <a:avLst/>
              </a:prstGeom>
            </p:spPr>
          </p:pic>
        </mc:Fallback>
      </mc:AlternateContent>
      <p:grpSp>
        <p:nvGrpSpPr>
          <p:cNvPr id="69" name="Group 68">
            <a:extLst>
              <a:ext uri="{FF2B5EF4-FFF2-40B4-BE49-F238E27FC236}">
                <a16:creationId xmlns:a16="http://schemas.microsoft.com/office/drawing/2014/main" id="{1DA47AC4-27E1-9BBC-6678-662840E80F3E}"/>
              </a:ext>
            </a:extLst>
          </p:cNvPr>
          <p:cNvGrpSpPr/>
          <p:nvPr/>
        </p:nvGrpSpPr>
        <p:grpSpPr>
          <a:xfrm>
            <a:off x="3681747" y="2484987"/>
            <a:ext cx="2300400" cy="2762280"/>
            <a:chOff x="3681747" y="2484987"/>
            <a:chExt cx="2300400" cy="2762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5C6F70E-DA36-0F64-A263-D405B80E09FF}"/>
                    </a:ext>
                  </a:extLst>
                </p14:cNvPr>
                <p14:cNvContentPartPr/>
                <p14:nvPr/>
              </p14:nvContentPartPr>
              <p14:xfrm>
                <a:off x="4059747" y="2484987"/>
                <a:ext cx="545760" cy="17384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5C6F70E-DA36-0F64-A263-D405B80E09F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053627" y="2478867"/>
                  <a:ext cx="558000" cy="175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A9FD0A9-E568-DAA9-8D31-B5207B9A9492}"/>
                    </a:ext>
                  </a:extLst>
                </p14:cNvPr>
                <p14:cNvContentPartPr/>
                <p14:nvPr/>
              </p14:nvContentPartPr>
              <p14:xfrm>
                <a:off x="4000347" y="4239267"/>
                <a:ext cx="352800" cy="6030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A9FD0A9-E568-DAA9-8D31-B5207B9A949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994227" y="4233147"/>
                  <a:ext cx="365040" cy="61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D933459-255F-59AE-1C08-4BB010BD736B}"/>
                    </a:ext>
                  </a:extLst>
                </p14:cNvPr>
                <p14:cNvContentPartPr/>
                <p14:nvPr/>
              </p14:nvContentPartPr>
              <p14:xfrm>
                <a:off x="4439547" y="4467867"/>
                <a:ext cx="54360" cy="3096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D933459-255F-59AE-1C08-4BB010BD736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433427" y="4461747"/>
                  <a:ext cx="6660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03D8615-F12E-709F-4CD0-6C55314C2B92}"/>
                    </a:ext>
                  </a:extLst>
                </p14:cNvPr>
                <p14:cNvContentPartPr/>
                <p14:nvPr/>
              </p14:nvContentPartPr>
              <p14:xfrm>
                <a:off x="4524867" y="4262667"/>
                <a:ext cx="18720" cy="219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03D8615-F12E-709F-4CD0-6C55314C2B9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518747" y="4256547"/>
                  <a:ext cx="309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EDA4C85-7C34-3A11-943D-815626D3DB86}"/>
                    </a:ext>
                  </a:extLst>
                </p14:cNvPr>
                <p14:cNvContentPartPr/>
                <p14:nvPr/>
              </p14:nvContentPartPr>
              <p14:xfrm>
                <a:off x="4728987" y="4283547"/>
                <a:ext cx="184320" cy="6040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EDA4C85-7C34-3A11-943D-815626D3DB8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722867" y="4277427"/>
                  <a:ext cx="196560" cy="61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BF215A1-E50F-5516-CEFF-17D0E3E2FB59}"/>
                    </a:ext>
                  </a:extLst>
                </p14:cNvPr>
                <p14:cNvContentPartPr/>
                <p14:nvPr/>
              </p14:nvContentPartPr>
              <p14:xfrm>
                <a:off x="4642947" y="4496307"/>
                <a:ext cx="900720" cy="4050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BF215A1-E50F-5516-CEFF-17D0E3E2FB59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636827" y="4490187"/>
                  <a:ext cx="912960" cy="41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3412C937-5B2B-27C7-3D64-506AAAEB8C60}"/>
                    </a:ext>
                  </a:extLst>
                </p14:cNvPr>
                <p14:cNvContentPartPr/>
                <p14:nvPr/>
              </p14:nvContentPartPr>
              <p14:xfrm>
                <a:off x="3681747" y="4057107"/>
                <a:ext cx="2300400" cy="11901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412C937-5B2B-27C7-3D64-506AAAEB8C6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675627" y="4050987"/>
                  <a:ext cx="2312640" cy="120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DAF97F5C-7905-7BAD-F178-DAC02E77CF80}"/>
              </a:ext>
            </a:extLst>
          </p:cNvPr>
          <p:cNvGrpSpPr/>
          <p:nvPr/>
        </p:nvGrpSpPr>
        <p:grpSpPr>
          <a:xfrm>
            <a:off x="6380307" y="1398507"/>
            <a:ext cx="1275840" cy="700920"/>
            <a:chOff x="6380307" y="1398507"/>
            <a:chExt cx="1275840" cy="700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8786E79-6C31-FCC4-397B-8032D4AB9913}"/>
                    </a:ext>
                  </a:extLst>
                </p14:cNvPr>
                <p14:cNvContentPartPr/>
                <p14:nvPr/>
              </p14:nvContentPartPr>
              <p14:xfrm>
                <a:off x="7106067" y="1835547"/>
                <a:ext cx="360" cy="18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8786E79-6C31-FCC4-397B-8032D4AB991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099947" y="1829427"/>
                  <a:ext cx="12600" cy="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B0CCF54-792F-F5C3-4FAB-606BAD164953}"/>
                    </a:ext>
                  </a:extLst>
                </p14:cNvPr>
                <p14:cNvContentPartPr/>
                <p14:nvPr/>
              </p14:nvContentPartPr>
              <p14:xfrm>
                <a:off x="7113987" y="1757787"/>
                <a:ext cx="360" cy="7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B0CCF54-792F-F5C3-4FAB-606BAD16495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107867" y="1751667"/>
                  <a:ext cx="12600" cy="1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2B995F7-5C6D-F218-65CF-20B3C47FB2F8}"/>
                    </a:ext>
                  </a:extLst>
                </p14:cNvPr>
                <p14:cNvContentPartPr/>
                <p14:nvPr/>
              </p14:nvContentPartPr>
              <p14:xfrm>
                <a:off x="7041267" y="1877667"/>
                <a:ext cx="360" cy="3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2B995F7-5C6D-F218-65CF-20B3C47FB2F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035147" y="187154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1F41973-EBF4-E863-514E-F177227BC986}"/>
                    </a:ext>
                  </a:extLst>
                </p14:cNvPr>
                <p14:cNvContentPartPr/>
                <p14:nvPr/>
              </p14:nvContentPartPr>
              <p14:xfrm>
                <a:off x="6689187" y="1508667"/>
                <a:ext cx="23040" cy="5169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1F41973-EBF4-E863-514E-F177227BC986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6683067" y="1502547"/>
                  <a:ext cx="35280" cy="52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18A475B-98EC-5A19-D31B-454CA24F8518}"/>
                    </a:ext>
                  </a:extLst>
                </p14:cNvPr>
                <p14:cNvContentPartPr/>
                <p14:nvPr/>
              </p14:nvContentPartPr>
              <p14:xfrm>
                <a:off x="6380307" y="1398507"/>
                <a:ext cx="1275840" cy="7009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18A475B-98EC-5A19-D31B-454CA24F8518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6374187" y="1392387"/>
                  <a:ext cx="1288080" cy="71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461DEC5B-8613-4D75-4305-6DDC5B53FD45}"/>
                    </a:ext>
                  </a:extLst>
                </p14:cNvPr>
                <p14:cNvContentPartPr/>
                <p14:nvPr/>
              </p14:nvContentPartPr>
              <p14:xfrm>
                <a:off x="7428627" y="1880547"/>
                <a:ext cx="19800" cy="126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461DEC5B-8613-4D75-4305-6DDC5B53FD45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7422507" y="1874427"/>
                  <a:ext cx="32040" cy="2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F10C73E8-C4DD-8EC5-7180-8E6869D9AC51}"/>
              </a:ext>
            </a:extLst>
          </p:cNvPr>
          <p:cNvGrpSpPr/>
          <p:nvPr/>
        </p:nvGrpSpPr>
        <p:grpSpPr>
          <a:xfrm>
            <a:off x="6523947" y="2353587"/>
            <a:ext cx="2309400" cy="3885120"/>
            <a:chOff x="6523947" y="2353587"/>
            <a:chExt cx="2309400" cy="3885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DD40580-00C0-A592-509A-0C0564E960B1}"/>
                    </a:ext>
                  </a:extLst>
                </p14:cNvPr>
                <p14:cNvContentPartPr/>
                <p14:nvPr/>
              </p14:nvContentPartPr>
              <p14:xfrm>
                <a:off x="6815547" y="2468427"/>
                <a:ext cx="154800" cy="16398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DD40580-00C0-A592-509A-0C0564E960B1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6809427" y="2462307"/>
                  <a:ext cx="167040" cy="165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DEB90BD-3457-97EB-BB98-6B112A8B83A9}"/>
                    </a:ext>
                  </a:extLst>
                </p14:cNvPr>
                <p14:cNvContentPartPr/>
                <p14:nvPr/>
              </p14:nvContentPartPr>
              <p14:xfrm>
                <a:off x="6586587" y="2353587"/>
                <a:ext cx="765720" cy="5004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DEB90BD-3457-97EB-BB98-6B112A8B83A9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6580467" y="2347467"/>
                  <a:ext cx="777960" cy="51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F8E3201-2A9B-39E5-8497-B49D86810505}"/>
                    </a:ext>
                  </a:extLst>
                </p14:cNvPr>
                <p14:cNvContentPartPr/>
                <p14:nvPr/>
              </p14:nvContentPartPr>
              <p14:xfrm>
                <a:off x="6849027" y="4607547"/>
                <a:ext cx="54360" cy="3186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F8E3201-2A9B-39E5-8497-B49D86810505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6842907" y="4601427"/>
                  <a:ext cx="6660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DA42AF3-C926-7ADB-1770-9F1E6440F582}"/>
                    </a:ext>
                  </a:extLst>
                </p14:cNvPr>
                <p14:cNvContentPartPr/>
                <p14:nvPr/>
              </p14:nvContentPartPr>
              <p14:xfrm>
                <a:off x="6816987" y="4609707"/>
                <a:ext cx="412560" cy="4766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DA42AF3-C926-7ADB-1770-9F1E6440F582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6810867" y="4603587"/>
                  <a:ext cx="424800" cy="48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D0A7249-349D-363D-FA96-2984B2BBD474}"/>
                    </a:ext>
                  </a:extLst>
                </p14:cNvPr>
                <p14:cNvContentPartPr/>
                <p14:nvPr/>
              </p14:nvContentPartPr>
              <p14:xfrm>
                <a:off x="7320987" y="4736787"/>
                <a:ext cx="290880" cy="2998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D0A7249-349D-363D-FA96-2984B2BBD474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7314867" y="4730667"/>
                  <a:ext cx="30312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5160E0F-0E1E-C9B4-6BD0-E55455444BD6}"/>
                    </a:ext>
                  </a:extLst>
                </p14:cNvPr>
                <p14:cNvContentPartPr/>
                <p14:nvPr/>
              </p14:nvContentPartPr>
              <p14:xfrm>
                <a:off x="7722747" y="4687107"/>
                <a:ext cx="910800" cy="12722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5160E0F-0E1E-C9B4-6BD0-E55455444BD6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7716627" y="4680987"/>
                  <a:ext cx="923040" cy="12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D6F142D4-54D9-B8A5-7281-FA355DD5CF2F}"/>
                    </a:ext>
                  </a:extLst>
                </p14:cNvPr>
                <p14:cNvContentPartPr/>
                <p14:nvPr/>
              </p14:nvContentPartPr>
              <p14:xfrm>
                <a:off x="6523947" y="5513307"/>
                <a:ext cx="210240" cy="3394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D6F142D4-54D9-B8A5-7281-FA355DD5CF2F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6517827" y="5507187"/>
                  <a:ext cx="222480" cy="35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49640500-B34C-D4B1-4689-F138C2027126}"/>
                    </a:ext>
                  </a:extLst>
                </p14:cNvPr>
                <p14:cNvContentPartPr/>
                <p14:nvPr/>
              </p14:nvContentPartPr>
              <p14:xfrm>
                <a:off x="6902307" y="5705907"/>
                <a:ext cx="439560" cy="5328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49640500-B34C-D4B1-4689-F138C2027126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6896187" y="5699787"/>
                  <a:ext cx="451800" cy="54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D4E7564-4E58-A6D7-8890-78288CFDC932}"/>
                    </a:ext>
                  </a:extLst>
                </p14:cNvPr>
                <p14:cNvContentPartPr/>
                <p14:nvPr/>
              </p14:nvContentPartPr>
              <p14:xfrm>
                <a:off x="8250507" y="4494507"/>
                <a:ext cx="76680" cy="1144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D4E7564-4E58-A6D7-8890-78288CFDC932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8244387" y="4488387"/>
                  <a:ext cx="8892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D3DDA317-95D4-259B-C5F3-C9AE2DC09073}"/>
                    </a:ext>
                  </a:extLst>
                </p14:cNvPr>
                <p14:cNvContentPartPr/>
                <p14:nvPr/>
              </p14:nvContentPartPr>
              <p14:xfrm>
                <a:off x="6599907" y="4260147"/>
                <a:ext cx="2233440" cy="13183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D3DDA317-95D4-259B-C5F3-C9AE2DC09073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6593787" y="4254027"/>
                  <a:ext cx="2245680" cy="133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4C78D38F-226A-4F71-6C83-127842E1622B}"/>
              </a:ext>
            </a:extLst>
          </p:cNvPr>
          <p:cNvGrpSpPr/>
          <p:nvPr/>
        </p:nvGrpSpPr>
        <p:grpSpPr>
          <a:xfrm>
            <a:off x="407907" y="1356747"/>
            <a:ext cx="4461840" cy="1101960"/>
            <a:chOff x="407907" y="1356747"/>
            <a:chExt cx="4461840" cy="1101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2316DABD-5393-978C-C0ED-373A2FE02F04}"/>
                    </a:ext>
                  </a:extLst>
                </p14:cNvPr>
                <p14:cNvContentPartPr/>
                <p14:nvPr/>
              </p14:nvContentPartPr>
              <p14:xfrm>
                <a:off x="3730347" y="1588947"/>
                <a:ext cx="51480" cy="3870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2316DABD-5393-978C-C0ED-373A2FE02F04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3724227" y="1582827"/>
                  <a:ext cx="63720" cy="39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2EB9CE47-3227-2E03-1098-D4B3191CD445}"/>
                    </a:ext>
                  </a:extLst>
                </p14:cNvPr>
                <p14:cNvContentPartPr/>
                <p14:nvPr/>
              </p14:nvContentPartPr>
              <p14:xfrm>
                <a:off x="3384027" y="1512267"/>
                <a:ext cx="1485720" cy="6076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2EB9CE47-3227-2E03-1098-D4B3191CD445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3377907" y="1506147"/>
                  <a:ext cx="1497960" cy="61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6952470F-F0AE-4FBA-32C4-853C824F756D}"/>
                    </a:ext>
                  </a:extLst>
                </p14:cNvPr>
                <p14:cNvContentPartPr/>
                <p14:nvPr/>
              </p14:nvContentPartPr>
              <p14:xfrm>
                <a:off x="4381587" y="1356747"/>
                <a:ext cx="9000" cy="370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6952470F-F0AE-4FBA-32C4-853C824F756D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4375467" y="1350627"/>
                  <a:ext cx="2124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B145A2A1-B66A-C27D-EB5C-64062C6B78E3}"/>
                    </a:ext>
                  </a:extLst>
                </p14:cNvPr>
                <p14:cNvContentPartPr/>
                <p14:nvPr/>
              </p14:nvContentPartPr>
              <p14:xfrm>
                <a:off x="4437747" y="1397067"/>
                <a:ext cx="4320" cy="129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B145A2A1-B66A-C27D-EB5C-64062C6B78E3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4431627" y="1390947"/>
                  <a:ext cx="1656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55F49AE6-5555-B010-EABE-A956FAF240D9}"/>
                    </a:ext>
                  </a:extLst>
                </p14:cNvPr>
                <p14:cNvContentPartPr/>
                <p14:nvPr/>
              </p14:nvContentPartPr>
              <p14:xfrm>
                <a:off x="4429827" y="1494987"/>
                <a:ext cx="5400" cy="378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55F49AE6-5555-B010-EABE-A956FAF240D9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4423707" y="1488867"/>
                  <a:ext cx="1764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1B0ED480-13F0-A435-BA9F-F90BCBB9161E}"/>
                    </a:ext>
                  </a:extLst>
                </p14:cNvPr>
                <p14:cNvContentPartPr/>
                <p14:nvPr/>
              </p14:nvContentPartPr>
              <p14:xfrm>
                <a:off x="4447107" y="1527027"/>
                <a:ext cx="10440" cy="640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1B0ED480-13F0-A435-BA9F-F90BCBB9161E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4440987" y="1520907"/>
                  <a:ext cx="2268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E025091-D39A-9DF6-E9BC-CE6C55084B34}"/>
                    </a:ext>
                  </a:extLst>
                </p14:cNvPr>
                <p14:cNvContentPartPr/>
                <p14:nvPr/>
              </p14:nvContentPartPr>
              <p14:xfrm>
                <a:off x="526707" y="2083947"/>
                <a:ext cx="1384920" cy="2318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E025091-D39A-9DF6-E9BC-CE6C55084B34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520587" y="2077827"/>
                  <a:ext cx="139716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87E7721-795A-7F50-BB19-6827A868DFEE}"/>
                    </a:ext>
                  </a:extLst>
                </p14:cNvPr>
                <p14:cNvContentPartPr/>
                <p14:nvPr/>
              </p14:nvContentPartPr>
              <p14:xfrm>
                <a:off x="407907" y="1901787"/>
                <a:ext cx="90000" cy="5569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87E7721-795A-7F50-BB19-6827A868DFEE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401787" y="1895667"/>
                  <a:ext cx="102240" cy="56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6153849-C75D-623A-3667-A28388956768}"/>
                    </a:ext>
                  </a:extLst>
                </p14:cNvPr>
                <p14:cNvContentPartPr/>
                <p14:nvPr/>
              </p14:nvContentPartPr>
              <p14:xfrm>
                <a:off x="447147" y="1529547"/>
                <a:ext cx="1729440" cy="6717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6153849-C75D-623A-3667-A28388956768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441027" y="1523427"/>
                  <a:ext cx="1741680" cy="68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894DCF55-839A-E7CB-4C87-FB38F4AED392}"/>
                    </a:ext>
                  </a:extLst>
                </p14:cNvPr>
                <p14:cNvContentPartPr/>
                <p14:nvPr/>
              </p14:nvContentPartPr>
              <p14:xfrm>
                <a:off x="1501227" y="2006547"/>
                <a:ext cx="24480" cy="838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894DCF55-839A-E7CB-4C87-FB38F4AED392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495107" y="2000427"/>
                  <a:ext cx="3672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8E37BE30-82FD-2B67-7F24-3751B5F196A1}"/>
                    </a:ext>
                  </a:extLst>
                </p14:cNvPr>
                <p14:cNvContentPartPr/>
                <p14:nvPr/>
              </p14:nvContentPartPr>
              <p14:xfrm>
                <a:off x="1969227" y="1674267"/>
                <a:ext cx="1913760" cy="2001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8E37BE30-82FD-2B67-7F24-3751B5F196A1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963107" y="1668147"/>
                  <a:ext cx="1926000" cy="212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1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2951C5A3-10B9-2475-D7C7-20CB200CC48F}"/>
                  </a:ext>
                </a:extLst>
              </p14:cNvPr>
              <p14:cNvContentPartPr/>
              <p14:nvPr/>
            </p14:nvContentPartPr>
            <p14:xfrm>
              <a:off x="4857507" y="1579947"/>
              <a:ext cx="1766160" cy="181800"/>
            </p14:xfrm>
          </p:contentPart>
        </mc:Choice>
        <mc:Fallback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2951C5A3-10B9-2475-D7C7-20CB200CC48F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4851387" y="1573827"/>
                <a:ext cx="1778400" cy="19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3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6E68295C-983F-4FC7-BD65-A34BF0C1A939}"/>
                  </a:ext>
                </a:extLst>
              </p14:cNvPr>
              <p14:cNvContentPartPr/>
              <p14:nvPr/>
            </p14:nvContentPartPr>
            <p14:xfrm>
              <a:off x="5178987" y="1628187"/>
              <a:ext cx="1528920" cy="117360"/>
            </p14:xfrm>
          </p:contentPart>
        </mc:Choice>
        <mc:Fallback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6E68295C-983F-4FC7-BD65-A34BF0C1A939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5172867" y="1622067"/>
                <a:ext cx="1541160" cy="129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7" name="Group 116">
            <a:extLst>
              <a:ext uri="{FF2B5EF4-FFF2-40B4-BE49-F238E27FC236}">
                <a16:creationId xmlns:a16="http://schemas.microsoft.com/office/drawing/2014/main" id="{14E81508-331B-8066-0F84-C31DFC78489C}"/>
              </a:ext>
            </a:extLst>
          </p:cNvPr>
          <p:cNvGrpSpPr/>
          <p:nvPr/>
        </p:nvGrpSpPr>
        <p:grpSpPr>
          <a:xfrm>
            <a:off x="5343867" y="928347"/>
            <a:ext cx="1096560" cy="651600"/>
            <a:chOff x="5343867" y="928347"/>
            <a:chExt cx="1096560" cy="651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48841791-ACEF-3865-D84C-5446C78C2DF3}"/>
                    </a:ext>
                  </a:extLst>
                </p14:cNvPr>
                <p14:cNvContentPartPr/>
                <p14:nvPr/>
              </p14:nvContentPartPr>
              <p14:xfrm>
                <a:off x="5343867" y="928347"/>
                <a:ext cx="412560" cy="33192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48841791-ACEF-3865-D84C-5446C78C2DF3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5337747" y="922227"/>
                  <a:ext cx="424800" cy="34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90149147-0ADA-8B9D-493E-5B7617B03B5D}"/>
                    </a:ext>
                  </a:extLst>
                </p14:cNvPr>
                <p14:cNvContentPartPr/>
                <p14:nvPr/>
              </p14:nvContentPartPr>
              <p14:xfrm>
                <a:off x="5951907" y="1195827"/>
                <a:ext cx="138240" cy="22968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90149147-0ADA-8B9D-493E-5B7617B03B5D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5945787" y="1189707"/>
                  <a:ext cx="15048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FCE1B0AD-C449-24A3-BC90-33B2DFC4C979}"/>
                    </a:ext>
                  </a:extLst>
                </p14:cNvPr>
                <p14:cNvContentPartPr/>
                <p14:nvPr/>
              </p14:nvContentPartPr>
              <p14:xfrm>
                <a:off x="6260427" y="1106907"/>
                <a:ext cx="180000" cy="47304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FCE1B0AD-C449-24A3-BC90-33B2DFC4C979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6254307" y="1100787"/>
                  <a:ext cx="192240" cy="485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1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BCEB2D87-1480-1131-4254-2DA26DE32551}"/>
                  </a:ext>
                </a:extLst>
              </p14:cNvPr>
              <p14:cNvContentPartPr/>
              <p14:nvPr/>
            </p14:nvContentPartPr>
            <p14:xfrm>
              <a:off x="5480307" y="1598667"/>
              <a:ext cx="360" cy="360"/>
            </p14:xfrm>
          </p:contentPart>
        </mc:Choice>
        <mc:Fallback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BCEB2D87-1480-1131-4254-2DA26DE32551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5474187" y="1592547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3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F703CB7F-BAF0-BC73-E8A5-04C15DD346B2}"/>
                  </a:ext>
                </a:extLst>
              </p14:cNvPr>
              <p14:cNvContentPartPr/>
              <p14:nvPr/>
            </p14:nvContentPartPr>
            <p14:xfrm>
              <a:off x="2885427" y="1593987"/>
              <a:ext cx="360" cy="360"/>
            </p14:xfrm>
          </p:contentPart>
        </mc:Choice>
        <mc:Fallback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F703CB7F-BAF0-BC73-E8A5-04C15DD346B2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2879307" y="1587867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992DFE49-BDF6-1A03-6466-EAB8FD896F66}"/>
                  </a:ext>
                </a:extLst>
              </p14:cNvPr>
              <p14:cNvContentPartPr/>
              <p14:nvPr/>
            </p14:nvContentPartPr>
            <p14:xfrm>
              <a:off x="7131987" y="1408947"/>
              <a:ext cx="360" cy="360"/>
            </p14:xfrm>
          </p:contentPart>
        </mc:Choice>
        <mc:Fallback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992DFE49-BDF6-1A03-6466-EAB8FD896F66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7125867" y="1402827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5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4C14C835-190A-8298-1D6D-BB899DD49980}"/>
                  </a:ext>
                </a:extLst>
              </p14:cNvPr>
              <p14:cNvContentPartPr/>
              <p14:nvPr/>
            </p14:nvContentPartPr>
            <p14:xfrm>
              <a:off x="6888987" y="372867"/>
              <a:ext cx="603720" cy="1069920"/>
            </p14:xfrm>
          </p:contentPart>
        </mc:Choice>
        <mc:Fallback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4C14C835-190A-8298-1D6D-BB899DD49980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6882867" y="366747"/>
                <a:ext cx="615960" cy="108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7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38627C59-AB0F-8012-1D5C-B2B2E7BF01D4}"/>
                  </a:ext>
                </a:extLst>
              </p14:cNvPr>
              <p14:cNvContentPartPr/>
              <p14:nvPr/>
            </p14:nvContentPartPr>
            <p14:xfrm>
              <a:off x="347427" y="3790707"/>
              <a:ext cx="8813160" cy="1657440"/>
            </p14:xfrm>
          </p:contentPart>
        </mc:Choice>
        <mc:Fallback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38627C59-AB0F-8012-1D5C-B2B2E7BF01D4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341307" y="3784587"/>
                <a:ext cx="8825400" cy="1669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27" name="Group 126">
            <a:extLst>
              <a:ext uri="{FF2B5EF4-FFF2-40B4-BE49-F238E27FC236}">
                <a16:creationId xmlns:a16="http://schemas.microsoft.com/office/drawing/2014/main" id="{AED93E6D-6C0B-E2FD-4DC6-91B8F2850D02}"/>
              </a:ext>
            </a:extLst>
          </p:cNvPr>
          <p:cNvGrpSpPr/>
          <p:nvPr/>
        </p:nvGrpSpPr>
        <p:grpSpPr>
          <a:xfrm>
            <a:off x="7583787" y="116907"/>
            <a:ext cx="504000" cy="251640"/>
            <a:chOff x="7583787" y="116907"/>
            <a:chExt cx="504000" cy="251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059D8379-D5B1-3B76-C296-214CEE9FBA8B}"/>
                    </a:ext>
                  </a:extLst>
                </p14:cNvPr>
                <p14:cNvContentPartPr/>
                <p14:nvPr/>
              </p14:nvContentPartPr>
              <p14:xfrm>
                <a:off x="7745067" y="192507"/>
                <a:ext cx="3960" cy="540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059D8379-D5B1-3B76-C296-214CEE9FBA8B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7738947" y="186387"/>
                  <a:ext cx="16200" cy="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05E9123D-6834-F4BE-7818-18D2C1B607FF}"/>
                    </a:ext>
                  </a:extLst>
                </p14:cNvPr>
                <p14:cNvContentPartPr/>
                <p14:nvPr/>
              </p14:nvContentPartPr>
              <p14:xfrm>
                <a:off x="7583787" y="116907"/>
                <a:ext cx="504000" cy="25164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05E9123D-6834-F4BE-7818-18D2C1B607FF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7577667" y="110787"/>
                  <a:ext cx="516240" cy="263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187966BD-4C25-4E6F-CD42-4B611E843F14}"/>
              </a:ext>
            </a:extLst>
          </p:cNvPr>
          <p:cNvGrpSpPr/>
          <p:nvPr/>
        </p:nvGrpSpPr>
        <p:grpSpPr>
          <a:xfrm>
            <a:off x="8656947" y="-9093"/>
            <a:ext cx="612360" cy="968400"/>
            <a:chOff x="8656947" y="-9093"/>
            <a:chExt cx="612360" cy="968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81B5026A-B797-7829-4A6D-80344B447802}"/>
                    </a:ext>
                  </a:extLst>
                </p14:cNvPr>
                <p14:cNvContentPartPr/>
                <p14:nvPr/>
              </p14:nvContentPartPr>
              <p14:xfrm>
                <a:off x="8656947" y="121587"/>
                <a:ext cx="612360" cy="83772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81B5026A-B797-7829-4A6D-80344B447802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8650827" y="115467"/>
                  <a:ext cx="624600" cy="84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6E4C625D-AD20-DDF6-19E7-C8DD7922ABF8}"/>
                    </a:ext>
                  </a:extLst>
                </p14:cNvPr>
                <p14:cNvContentPartPr/>
                <p14:nvPr/>
              </p14:nvContentPartPr>
              <p14:xfrm>
                <a:off x="8717427" y="-9093"/>
                <a:ext cx="379800" cy="15264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6E4C625D-AD20-DDF6-19E7-C8DD7922ABF8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8711307" y="-15213"/>
                  <a:ext cx="392040" cy="164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7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56CD60BE-3239-A138-4C75-E49D9CADF776}"/>
                  </a:ext>
                </a:extLst>
              </p14:cNvPr>
              <p14:cNvContentPartPr/>
              <p14:nvPr/>
            </p14:nvContentPartPr>
            <p14:xfrm>
              <a:off x="1466307" y="4837213"/>
              <a:ext cx="877680" cy="92520"/>
            </p14:xfrm>
          </p:contentPart>
        </mc:Choice>
        <mc:Fallback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56CD60BE-3239-A138-4C75-E49D9CADF776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1460187" y="4831093"/>
                <a:ext cx="889920" cy="104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59" name="Group 158">
            <a:extLst>
              <a:ext uri="{FF2B5EF4-FFF2-40B4-BE49-F238E27FC236}">
                <a16:creationId xmlns:a16="http://schemas.microsoft.com/office/drawing/2014/main" id="{276AA44D-7BDB-4757-BEDA-E485FC99D908}"/>
              </a:ext>
            </a:extLst>
          </p:cNvPr>
          <p:cNvGrpSpPr/>
          <p:nvPr/>
        </p:nvGrpSpPr>
        <p:grpSpPr>
          <a:xfrm>
            <a:off x="9818307" y="3437893"/>
            <a:ext cx="1325520" cy="826560"/>
            <a:chOff x="9818307" y="3437893"/>
            <a:chExt cx="1325520" cy="826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502EC6F5-0C90-7639-1E19-7B2E2388B502}"/>
                    </a:ext>
                  </a:extLst>
                </p14:cNvPr>
                <p14:cNvContentPartPr/>
                <p14:nvPr/>
              </p14:nvContentPartPr>
              <p14:xfrm>
                <a:off x="9818307" y="3535453"/>
                <a:ext cx="20520" cy="48816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502EC6F5-0C90-7639-1E19-7B2E2388B502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9812187" y="3529333"/>
                  <a:ext cx="32760" cy="50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80320A11-CB93-3565-BC74-DFCC89D82C98}"/>
                    </a:ext>
                  </a:extLst>
                </p14:cNvPr>
                <p14:cNvContentPartPr/>
                <p14:nvPr/>
              </p14:nvContentPartPr>
              <p14:xfrm>
                <a:off x="9844227" y="3437893"/>
                <a:ext cx="213480" cy="79956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80320A11-CB93-3565-BC74-DFCC89D82C98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9838107" y="3431773"/>
                  <a:ext cx="225720" cy="81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A55B6BD3-D3C9-D139-D1F8-F74DB4F0DC73}"/>
                    </a:ext>
                  </a:extLst>
                </p14:cNvPr>
                <p14:cNvContentPartPr/>
                <p14:nvPr/>
              </p14:nvContentPartPr>
              <p14:xfrm>
                <a:off x="10310067" y="3631933"/>
                <a:ext cx="346680" cy="63252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A55B6BD3-D3C9-D139-D1F8-F74DB4F0DC73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10303947" y="3625813"/>
                  <a:ext cx="358920" cy="64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9349AC00-1C9C-D9B5-5DE5-C4F8DAB9342E}"/>
                    </a:ext>
                  </a:extLst>
                </p14:cNvPr>
                <p14:cNvContentPartPr/>
                <p14:nvPr/>
              </p14:nvContentPartPr>
              <p14:xfrm>
                <a:off x="10710027" y="3751813"/>
                <a:ext cx="433800" cy="48024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9349AC00-1C9C-D9B5-5DE5-C4F8DAB9342E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0703907" y="3745693"/>
                  <a:ext cx="446040" cy="49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27C049DA-E794-89A2-892E-1048F1EA141A}"/>
                    </a:ext>
                  </a:extLst>
                </p14:cNvPr>
                <p14:cNvContentPartPr/>
                <p14:nvPr/>
              </p14:nvContentPartPr>
              <p14:xfrm>
                <a:off x="10656387" y="4038373"/>
                <a:ext cx="474480" cy="13608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27C049DA-E794-89A2-892E-1048F1EA141A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10650267" y="4032253"/>
                  <a:ext cx="486720" cy="14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C05335CF-DFD3-DC9F-CCF5-1E8C6BFEFB22}"/>
              </a:ext>
            </a:extLst>
          </p:cNvPr>
          <p:cNvGrpSpPr/>
          <p:nvPr/>
        </p:nvGrpSpPr>
        <p:grpSpPr>
          <a:xfrm>
            <a:off x="9599787" y="4717333"/>
            <a:ext cx="1616760" cy="659520"/>
            <a:chOff x="9599787" y="4717333"/>
            <a:chExt cx="1616760" cy="659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45CCEDAE-589B-2BB9-D14D-8E8D75A1658E}"/>
                    </a:ext>
                  </a:extLst>
                </p14:cNvPr>
                <p14:cNvContentPartPr/>
                <p14:nvPr/>
              </p14:nvContentPartPr>
              <p14:xfrm>
                <a:off x="9599787" y="4832533"/>
                <a:ext cx="620640" cy="38628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45CCEDAE-589B-2BB9-D14D-8E8D75A1658E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9593667" y="4826413"/>
                  <a:ext cx="632880" cy="39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A23A2D46-E576-9024-5B62-B2E546347CBD}"/>
                    </a:ext>
                  </a:extLst>
                </p14:cNvPr>
                <p14:cNvContentPartPr/>
                <p14:nvPr/>
              </p14:nvContentPartPr>
              <p14:xfrm>
                <a:off x="10270107" y="4717333"/>
                <a:ext cx="141840" cy="65952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A23A2D46-E576-9024-5B62-B2E546347CBD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10263987" y="4711213"/>
                  <a:ext cx="154080" cy="67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FD3A4315-BBD6-3A78-FC4E-A1CDC38DD0AC}"/>
                    </a:ext>
                  </a:extLst>
                </p14:cNvPr>
                <p14:cNvContentPartPr/>
                <p14:nvPr/>
              </p14:nvContentPartPr>
              <p14:xfrm>
                <a:off x="10671867" y="4857373"/>
                <a:ext cx="544680" cy="38592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FD3A4315-BBD6-3A78-FC4E-A1CDC38DD0AC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10665747" y="4851253"/>
                  <a:ext cx="556920" cy="39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E07314E0-D559-B895-EEA3-D6B35EC36836}"/>
              </a:ext>
            </a:extLst>
          </p:cNvPr>
          <p:cNvGrpSpPr/>
          <p:nvPr/>
        </p:nvGrpSpPr>
        <p:grpSpPr>
          <a:xfrm>
            <a:off x="9648387" y="5708773"/>
            <a:ext cx="699120" cy="513000"/>
            <a:chOff x="9648387" y="5708773"/>
            <a:chExt cx="699120" cy="513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3A791274-DB6E-2C3E-D8B4-2A95CB1C0AF2}"/>
                    </a:ext>
                  </a:extLst>
                </p14:cNvPr>
                <p14:cNvContentPartPr/>
                <p14:nvPr/>
              </p14:nvContentPartPr>
              <p14:xfrm>
                <a:off x="9648387" y="5850613"/>
                <a:ext cx="419040" cy="27144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3A791274-DB6E-2C3E-D8B4-2A95CB1C0AF2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9642267" y="5844493"/>
                  <a:ext cx="43128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389617DA-FF44-FC9E-4580-FA1B2D408D7A}"/>
                    </a:ext>
                  </a:extLst>
                </p14:cNvPr>
                <p14:cNvContentPartPr/>
                <p14:nvPr/>
              </p14:nvContentPartPr>
              <p14:xfrm>
                <a:off x="10128627" y="5708773"/>
                <a:ext cx="218880" cy="51300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389617DA-FF44-FC9E-4580-FA1B2D408D7A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0122507" y="5702653"/>
                  <a:ext cx="231120" cy="525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9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1C7E231F-54E9-080E-B919-360408831EDF}"/>
                  </a:ext>
                </a:extLst>
              </p14:cNvPr>
              <p14:cNvContentPartPr/>
              <p14:nvPr/>
            </p14:nvContentPartPr>
            <p14:xfrm>
              <a:off x="2181627" y="4781053"/>
              <a:ext cx="5760" cy="30960"/>
            </p14:xfrm>
          </p:contentPart>
        </mc:Choice>
        <mc:Fallback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1C7E231F-54E9-080E-B919-360408831EDF}"/>
                  </a:ext>
                </a:extLst>
              </p:cNvPr>
              <p:cNvPicPr/>
              <p:nvPr/>
            </p:nvPicPr>
            <p:blipFill>
              <a:blip r:embed="rId160"/>
              <a:stretch>
                <a:fillRect/>
              </a:stretch>
            </p:blipFill>
            <p:spPr>
              <a:xfrm>
                <a:off x="2175507" y="4774933"/>
                <a:ext cx="18000" cy="43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70" name="Group 169">
            <a:extLst>
              <a:ext uri="{FF2B5EF4-FFF2-40B4-BE49-F238E27FC236}">
                <a16:creationId xmlns:a16="http://schemas.microsoft.com/office/drawing/2014/main" id="{C2592520-63DF-5732-3B0A-B1EDAEEC3702}"/>
              </a:ext>
            </a:extLst>
          </p:cNvPr>
          <p:cNvGrpSpPr/>
          <p:nvPr/>
        </p:nvGrpSpPr>
        <p:grpSpPr>
          <a:xfrm>
            <a:off x="976347" y="1901787"/>
            <a:ext cx="4604760" cy="2223360"/>
            <a:chOff x="976347" y="1901787"/>
            <a:chExt cx="4604760" cy="2223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AB7BCF58-3C7A-8957-5AD6-62F9AEA535B4}"/>
                    </a:ext>
                  </a:extLst>
                </p14:cNvPr>
                <p14:cNvContentPartPr/>
                <p14:nvPr/>
              </p14:nvContentPartPr>
              <p14:xfrm>
                <a:off x="976347" y="1901787"/>
                <a:ext cx="2880" cy="252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AB7BCF58-3C7A-8957-5AD6-62F9AEA535B4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970227" y="1895667"/>
                  <a:ext cx="1512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535C1F38-D956-695E-13B4-C313603302FC}"/>
                    </a:ext>
                  </a:extLst>
                </p14:cNvPr>
                <p14:cNvContentPartPr/>
                <p14:nvPr/>
              </p14:nvContentPartPr>
              <p14:xfrm>
                <a:off x="4769307" y="1928787"/>
                <a:ext cx="360" cy="21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535C1F38-D956-695E-13B4-C313603302FC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4763187" y="1922667"/>
                  <a:ext cx="12600" cy="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C9A3972F-49E5-B8F5-5E3E-1E4BD349DAA2}"/>
                    </a:ext>
                  </a:extLst>
                </p14:cNvPr>
                <p14:cNvContentPartPr/>
                <p14:nvPr/>
              </p14:nvContentPartPr>
              <p14:xfrm>
                <a:off x="1347867" y="2089347"/>
                <a:ext cx="10440" cy="288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C9A3972F-49E5-B8F5-5E3E-1E4BD349DAA2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1341747" y="2083227"/>
                  <a:ext cx="2268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B208BF84-85E8-D6BC-731B-A3DDA51847FD}"/>
                    </a:ext>
                  </a:extLst>
                </p14:cNvPr>
                <p14:cNvContentPartPr/>
                <p14:nvPr/>
              </p14:nvContentPartPr>
              <p14:xfrm>
                <a:off x="4408947" y="2067747"/>
                <a:ext cx="14400" cy="5148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B208BF84-85E8-D6BC-731B-A3DDA51847FD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4402827" y="2061627"/>
                  <a:ext cx="2664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F2A669ED-BAD3-148A-B5CA-30C8702FAEF1}"/>
                    </a:ext>
                  </a:extLst>
                </p14:cNvPr>
                <p14:cNvContentPartPr/>
                <p14:nvPr/>
              </p14:nvContentPartPr>
              <p14:xfrm>
                <a:off x="4826187" y="2433147"/>
                <a:ext cx="574560" cy="43128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F2A669ED-BAD3-148A-B5CA-30C8702FAEF1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4820067" y="2427027"/>
                  <a:ext cx="586800" cy="44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8B18FA32-DF18-6F38-CCDC-F6697CF133FE}"/>
                    </a:ext>
                  </a:extLst>
                </p14:cNvPr>
                <p14:cNvContentPartPr/>
                <p14:nvPr/>
              </p14:nvContentPartPr>
              <p14:xfrm>
                <a:off x="2005947" y="2306067"/>
                <a:ext cx="282600" cy="20628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8B18FA32-DF18-6F38-CCDC-F6697CF133FE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1999827" y="2299947"/>
                  <a:ext cx="29484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2574D9CF-9DAD-9701-5599-5500019DF8C9}"/>
                    </a:ext>
                  </a:extLst>
                </p14:cNvPr>
                <p14:cNvContentPartPr/>
                <p14:nvPr/>
              </p14:nvContentPartPr>
              <p14:xfrm>
                <a:off x="4806387" y="3547707"/>
                <a:ext cx="774720" cy="43704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2574D9CF-9DAD-9701-5599-5500019DF8C9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4800267" y="3541587"/>
                  <a:ext cx="786960" cy="44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38387AC6-DA22-7B44-149D-BD24A73EE46D}"/>
                    </a:ext>
                  </a:extLst>
                </p14:cNvPr>
                <p14:cNvContentPartPr/>
                <p14:nvPr/>
              </p14:nvContentPartPr>
              <p14:xfrm>
                <a:off x="2248947" y="3505227"/>
                <a:ext cx="1066680" cy="61992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38387AC6-DA22-7B44-149D-BD24A73EE46D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2242827" y="3499107"/>
                  <a:ext cx="1078920" cy="63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4B3064EA-A7E9-B78A-4257-6727D59D82F5}"/>
                    </a:ext>
                  </a:extLst>
                </p14:cNvPr>
                <p14:cNvContentPartPr/>
                <p14:nvPr/>
              </p14:nvContentPartPr>
              <p14:xfrm>
                <a:off x="1547307" y="1932013"/>
                <a:ext cx="76680" cy="6156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4B3064EA-A7E9-B78A-4257-6727D59D82F5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1541187" y="1925893"/>
                  <a:ext cx="8892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38686681-507E-D3AF-E0D7-C0B3B29EDCFD}"/>
                    </a:ext>
                  </a:extLst>
                </p14:cNvPr>
                <p14:cNvContentPartPr/>
                <p14:nvPr/>
              </p14:nvContentPartPr>
              <p14:xfrm>
                <a:off x="2150667" y="2553733"/>
                <a:ext cx="421200" cy="40788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38686681-507E-D3AF-E0D7-C0B3B29EDCFD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2144547" y="2547613"/>
                  <a:ext cx="433440" cy="42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3378E615-177B-D63F-B015-9D35565494FA}"/>
                    </a:ext>
                  </a:extLst>
                </p14:cNvPr>
                <p14:cNvContentPartPr/>
                <p14:nvPr/>
              </p14:nvContentPartPr>
              <p14:xfrm>
                <a:off x="2667987" y="2892493"/>
                <a:ext cx="272160" cy="10728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3378E615-177B-D63F-B015-9D35565494FA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2661867" y="2886373"/>
                  <a:ext cx="28440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F9D7C75A-DBE8-45E1-3D46-F493E532CE7B}"/>
                    </a:ext>
                  </a:extLst>
                </p14:cNvPr>
                <p14:cNvContentPartPr/>
                <p14:nvPr/>
              </p14:nvContentPartPr>
              <p14:xfrm>
                <a:off x="2829987" y="2958013"/>
                <a:ext cx="31320" cy="20952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F9D7C75A-DBE8-45E1-3D46-F493E532CE7B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2823867" y="2951893"/>
                  <a:ext cx="4356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EDB3FA0B-688B-E708-5511-DA6DC7562E4C}"/>
                    </a:ext>
                  </a:extLst>
                </p14:cNvPr>
                <p14:cNvContentPartPr/>
                <p14:nvPr/>
              </p14:nvContentPartPr>
              <p14:xfrm>
                <a:off x="2667627" y="3153493"/>
                <a:ext cx="370440" cy="14112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EDB3FA0B-688B-E708-5511-DA6DC7562E4C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2661507" y="3147373"/>
                  <a:ext cx="38268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DBDC1391-3CF2-2881-A973-128D906C066C}"/>
                    </a:ext>
                  </a:extLst>
                </p14:cNvPr>
                <p14:cNvContentPartPr/>
                <p14:nvPr/>
              </p14:nvContentPartPr>
              <p14:xfrm>
                <a:off x="3088827" y="2877733"/>
                <a:ext cx="354600" cy="35676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DBDC1391-3CF2-2881-A973-128D906C066C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3082707" y="2871613"/>
                  <a:ext cx="366840" cy="36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16B2729C-8278-312F-EF16-DB1619103754}"/>
                    </a:ext>
                  </a:extLst>
                </p14:cNvPr>
                <p14:cNvContentPartPr/>
                <p14:nvPr/>
              </p14:nvContentPartPr>
              <p14:xfrm>
                <a:off x="1891107" y="2104453"/>
                <a:ext cx="2097360" cy="184788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16B2729C-8278-312F-EF16-DB1619103754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1884987" y="2098333"/>
                  <a:ext cx="2109600" cy="18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A0529F1A-7544-4B82-55EF-14E69C0010C7}"/>
                    </a:ext>
                  </a:extLst>
                </p14:cNvPr>
                <p14:cNvContentPartPr/>
                <p14:nvPr/>
              </p14:nvContentPartPr>
              <p14:xfrm>
                <a:off x="1834587" y="2214613"/>
                <a:ext cx="7920" cy="2592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A0529F1A-7544-4B82-55EF-14E69C0010C7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1828467" y="2208493"/>
                  <a:ext cx="20160" cy="3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4A1863C5-7296-282B-E68E-0F44D58E5E6B}"/>
              </a:ext>
            </a:extLst>
          </p:cNvPr>
          <p:cNvGrpSpPr/>
          <p:nvPr/>
        </p:nvGrpSpPr>
        <p:grpSpPr>
          <a:xfrm>
            <a:off x="2521827" y="528373"/>
            <a:ext cx="1361880" cy="1614240"/>
            <a:chOff x="2521827" y="528373"/>
            <a:chExt cx="1361880" cy="1614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E6E34587-02B6-9BC1-050A-7D036E8F6FFA}"/>
                    </a:ext>
                  </a:extLst>
                </p14:cNvPr>
                <p14:cNvContentPartPr/>
                <p14:nvPr/>
              </p14:nvContentPartPr>
              <p14:xfrm>
                <a:off x="2557827" y="921507"/>
                <a:ext cx="490680" cy="6008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E6E34587-02B6-9BC1-050A-7D036E8F6FFA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2551707" y="915387"/>
                  <a:ext cx="502920" cy="61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DBDEA5FB-EB66-5131-D912-966735E977A4}"/>
                    </a:ext>
                  </a:extLst>
                </p14:cNvPr>
                <p14:cNvContentPartPr/>
                <p14:nvPr/>
              </p14:nvContentPartPr>
              <p14:xfrm>
                <a:off x="3160467" y="1092867"/>
                <a:ext cx="175680" cy="5313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DBDEA5FB-EB66-5131-D912-966735E977A4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3154347" y="1086747"/>
                  <a:ext cx="187920" cy="54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2BBD5AA1-EA11-C033-C10B-3E0D411BBF1B}"/>
                    </a:ext>
                  </a:extLst>
                </p14:cNvPr>
                <p14:cNvContentPartPr/>
                <p14:nvPr/>
              </p14:nvContentPartPr>
              <p14:xfrm>
                <a:off x="3476907" y="1131027"/>
                <a:ext cx="309600" cy="5680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2BBD5AA1-EA11-C033-C10B-3E0D411BBF1B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3470787" y="1124907"/>
                  <a:ext cx="321840" cy="58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51C50A71-28C4-662B-3CF8-D128C2969446}"/>
                    </a:ext>
                  </a:extLst>
                </p14:cNvPr>
                <p14:cNvContentPartPr/>
                <p14:nvPr/>
              </p14:nvContentPartPr>
              <p14:xfrm>
                <a:off x="2521827" y="528373"/>
                <a:ext cx="1361880" cy="161424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51C50A71-28C4-662B-3CF8-D128C2969446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2515707" y="522253"/>
                  <a:ext cx="1374120" cy="1626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9723B371-BEEF-D714-9ACE-39CC7D885025}"/>
              </a:ext>
            </a:extLst>
          </p:cNvPr>
          <p:cNvGrpSpPr/>
          <p:nvPr/>
        </p:nvGrpSpPr>
        <p:grpSpPr>
          <a:xfrm>
            <a:off x="7264827" y="500293"/>
            <a:ext cx="4906080" cy="2698920"/>
            <a:chOff x="7264827" y="500293"/>
            <a:chExt cx="4906080" cy="269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EDF833C9-2690-AC96-A455-C6825FCD3172}"/>
                    </a:ext>
                  </a:extLst>
                </p14:cNvPr>
                <p14:cNvContentPartPr/>
                <p14:nvPr/>
              </p14:nvContentPartPr>
              <p14:xfrm>
                <a:off x="7877187" y="1639347"/>
                <a:ext cx="17640" cy="475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EDF833C9-2690-AC96-A455-C6825FCD3172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7871067" y="1633227"/>
                  <a:ext cx="2988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A8186707-D339-7DD1-DCE8-88308095F00C}"/>
                    </a:ext>
                  </a:extLst>
                </p14:cNvPr>
                <p14:cNvContentPartPr/>
                <p14:nvPr/>
              </p14:nvContentPartPr>
              <p14:xfrm>
                <a:off x="7956387" y="1438827"/>
                <a:ext cx="729000" cy="4431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A8186707-D339-7DD1-DCE8-88308095F00C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7950267" y="1432707"/>
                  <a:ext cx="741240" cy="45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A650996B-6D81-E892-77D4-6F3DC6F625BC}"/>
                    </a:ext>
                  </a:extLst>
                </p14:cNvPr>
                <p14:cNvContentPartPr/>
                <p14:nvPr/>
              </p14:nvContentPartPr>
              <p14:xfrm>
                <a:off x="7428267" y="824293"/>
                <a:ext cx="304200" cy="22428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A650996B-6D81-E892-77D4-6F3DC6F625BC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7422147" y="818173"/>
                  <a:ext cx="31644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F3BF46BE-042A-2F07-73DD-E9EB888312F5}"/>
                    </a:ext>
                  </a:extLst>
                </p14:cNvPr>
                <p14:cNvContentPartPr/>
                <p14:nvPr/>
              </p14:nvContentPartPr>
              <p14:xfrm>
                <a:off x="7778547" y="968293"/>
                <a:ext cx="219240" cy="26352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F3BF46BE-042A-2F07-73DD-E9EB888312F5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7772427" y="962173"/>
                  <a:ext cx="23148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6A5B6301-23A7-BBF7-D71B-752A0CF8BA2B}"/>
                    </a:ext>
                  </a:extLst>
                </p14:cNvPr>
                <p14:cNvContentPartPr/>
                <p14:nvPr/>
              </p14:nvContentPartPr>
              <p14:xfrm>
                <a:off x="8224947" y="1012573"/>
                <a:ext cx="233640" cy="21348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6A5B6301-23A7-BBF7-D71B-752A0CF8BA2B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8218827" y="1006453"/>
                  <a:ext cx="24588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FDF81AD4-20BC-576B-7680-CBC01E048D8F}"/>
                    </a:ext>
                  </a:extLst>
                </p14:cNvPr>
                <p14:cNvContentPartPr/>
                <p14:nvPr/>
              </p14:nvContentPartPr>
              <p14:xfrm>
                <a:off x="8308827" y="2337373"/>
                <a:ext cx="1303560" cy="14436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FDF81AD4-20BC-576B-7680-CBC01E048D8F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8302707" y="2331253"/>
                  <a:ext cx="131580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1C518F44-CA10-3553-E5E7-05B0C73AE477}"/>
                    </a:ext>
                  </a:extLst>
                </p14:cNvPr>
                <p14:cNvContentPartPr/>
                <p14:nvPr/>
              </p14:nvContentPartPr>
              <p14:xfrm>
                <a:off x="8830467" y="1349173"/>
                <a:ext cx="1208520" cy="63360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1C518F44-CA10-3553-E5E7-05B0C73AE477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8824347" y="1343053"/>
                  <a:ext cx="1220760" cy="64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C5441D17-F192-219F-982F-7ED6C6071D03}"/>
                    </a:ext>
                  </a:extLst>
                </p14:cNvPr>
                <p14:cNvContentPartPr/>
                <p14:nvPr/>
              </p14:nvContentPartPr>
              <p14:xfrm>
                <a:off x="8488467" y="1405333"/>
                <a:ext cx="1573920" cy="80676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C5441D17-F192-219F-982F-7ED6C6071D03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8482347" y="1399213"/>
                  <a:ext cx="1586160" cy="81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D9A0F860-3863-BF21-EE24-D7F17591C666}"/>
                    </a:ext>
                  </a:extLst>
                </p14:cNvPr>
                <p14:cNvContentPartPr/>
                <p14:nvPr/>
              </p14:nvContentPartPr>
              <p14:xfrm>
                <a:off x="10041867" y="1958653"/>
                <a:ext cx="125640" cy="78552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D9A0F860-3863-BF21-EE24-D7F17591C666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10035747" y="1952533"/>
                  <a:ext cx="137880" cy="79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9F90F8C5-EEBB-FA2E-72CC-2ADFAFBAE2FB}"/>
                    </a:ext>
                  </a:extLst>
                </p14:cNvPr>
                <p14:cNvContentPartPr/>
                <p14:nvPr/>
              </p14:nvContentPartPr>
              <p14:xfrm>
                <a:off x="9713187" y="1947853"/>
                <a:ext cx="831240" cy="99648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9F90F8C5-EEBB-FA2E-72CC-2ADFAFBAE2FB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9707067" y="1941733"/>
                  <a:ext cx="843480" cy="10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F95D81E5-377E-426A-0772-DD9B81C3FB70}"/>
                    </a:ext>
                  </a:extLst>
                </p14:cNvPr>
                <p14:cNvContentPartPr/>
                <p14:nvPr/>
              </p14:nvContentPartPr>
              <p14:xfrm>
                <a:off x="10652067" y="2244493"/>
                <a:ext cx="257760" cy="49356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F95D81E5-377E-426A-0772-DD9B81C3FB70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10645947" y="2238373"/>
                  <a:ext cx="270000" cy="50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B07230CF-3FB9-FBE2-984C-ACC8E4512EE8}"/>
                    </a:ext>
                  </a:extLst>
                </p14:cNvPr>
                <p14:cNvContentPartPr/>
                <p14:nvPr/>
              </p14:nvContentPartPr>
              <p14:xfrm>
                <a:off x="11011347" y="2289493"/>
                <a:ext cx="1159560" cy="74268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B07230CF-3FB9-FBE2-984C-ACC8E4512EE8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11005227" y="2283373"/>
                  <a:ext cx="1171800" cy="75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1636D78E-60D1-BF7F-68E6-D2F5D604ADA3}"/>
                    </a:ext>
                  </a:extLst>
                </p14:cNvPr>
                <p14:cNvContentPartPr/>
                <p14:nvPr/>
              </p14:nvContentPartPr>
              <p14:xfrm>
                <a:off x="10049427" y="3080053"/>
                <a:ext cx="1739160" cy="11916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1636D78E-60D1-BF7F-68E6-D2F5D604ADA3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10043307" y="3073933"/>
                  <a:ext cx="175140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569CCDD0-23AF-18E7-0AEB-694F14CF36ED}"/>
                    </a:ext>
                  </a:extLst>
                </p14:cNvPr>
                <p14:cNvContentPartPr/>
                <p14:nvPr/>
              </p14:nvContentPartPr>
              <p14:xfrm>
                <a:off x="7264827" y="500293"/>
                <a:ext cx="1504080" cy="110376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569CCDD0-23AF-18E7-0AEB-694F14CF36ED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7258707" y="494173"/>
                  <a:ext cx="1516320" cy="11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0ACAE4D8-15E3-E83B-1C3B-BCBE3330D0CB}"/>
                    </a:ext>
                  </a:extLst>
                </p14:cNvPr>
                <p14:cNvContentPartPr/>
                <p14:nvPr/>
              </p14:nvContentPartPr>
              <p14:xfrm>
                <a:off x="7338267" y="1851373"/>
                <a:ext cx="1800" cy="72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0ACAE4D8-15E3-E83B-1C3B-BCBE3330D0CB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7332147" y="1845253"/>
                  <a:ext cx="14040" cy="12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97860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797A0-FBA8-E2D6-780F-B8B7D4B49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DC215199-7E43-1377-1D1B-0CBAC8522E67}"/>
                  </a:ext>
                </a:extLst>
              </p14:cNvPr>
              <p14:cNvContentPartPr/>
              <p14:nvPr/>
            </p14:nvContentPartPr>
            <p14:xfrm>
              <a:off x="9614187" y="502467"/>
              <a:ext cx="360" cy="72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DC215199-7E43-1377-1D1B-0CBAC8522E6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608067" y="496347"/>
                <a:ext cx="12600" cy="12960"/>
              </a:xfrm>
              <a:prstGeom prst="rect">
                <a:avLst/>
              </a:prstGeom>
            </p:spPr>
          </p:pic>
        </mc:Fallback>
      </mc:AlternateContent>
      <p:grpSp>
        <p:nvGrpSpPr>
          <p:cNvPr id="74" name="Group 73">
            <a:extLst>
              <a:ext uri="{FF2B5EF4-FFF2-40B4-BE49-F238E27FC236}">
                <a16:creationId xmlns:a16="http://schemas.microsoft.com/office/drawing/2014/main" id="{B5F6E936-26BC-84C2-6AE0-FB4D7275568D}"/>
              </a:ext>
            </a:extLst>
          </p:cNvPr>
          <p:cNvGrpSpPr/>
          <p:nvPr/>
        </p:nvGrpSpPr>
        <p:grpSpPr>
          <a:xfrm>
            <a:off x="7702227" y="-28893"/>
            <a:ext cx="2909160" cy="1087546"/>
            <a:chOff x="7702227" y="-28893"/>
            <a:chExt cx="2909160" cy="1087546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BA4DC23F-A670-A82D-6566-5B4831D5FFCA}"/>
                    </a:ext>
                  </a:extLst>
                </p14:cNvPr>
                <p14:cNvContentPartPr/>
                <p14:nvPr/>
              </p14:nvContentPartPr>
              <p14:xfrm>
                <a:off x="9297027" y="122307"/>
                <a:ext cx="553320" cy="6134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BA4DC23F-A670-A82D-6566-5B4831D5FFC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290907" y="116187"/>
                  <a:ext cx="565560" cy="62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95B6D80-4F70-9153-F3B8-141B2C056423}"/>
                    </a:ext>
                  </a:extLst>
                </p14:cNvPr>
                <p14:cNvContentPartPr/>
                <p14:nvPr/>
              </p14:nvContentPartPr>
              <p14:xfrm>
                <a:off x="9862947" y="332907"/>
                <a:ext cx="409320" cy="4316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95B6D80-4F70-9153-F3B8-141B2C05642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856827" y="326787"/>
                  <a:ext cx="421560" cy="44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E4EBC31-ECC3-3C75-072D-222069C58F00}"/>
                    </a:ext>
                  </a:extLst>
                </p14:cNvPr>
                <p14:cNvContentPartPr/>
                <p14:nvPr/>
              </p14:nvContentPartPr>
              <p14:xfrm>
                <a:off x="9181467" y="15027"/>
                <a:ext cx="1429920" cy="10098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E4EBC31-ECC3-3C75-072D-222069C58F0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175347" y="8907"/>
                  <a:ext cx="1442160" cy="10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1F860D9-E6C4-810F-FADF-ED0F35243744}"/>
                    </a:ext>
                  </a:extLst>
                </p14:cNvPr>
                <p14:cNvContentPartPr/>
                <p14:nvPr/>
              </p14:nvContentPartPr>
              <p14:xfrm>
                <a:off x="7702227" y="-28893"/>
                <a:ext cx="1492920" cy="10418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1F860D9-E6C4-810F-FADF-ED0F3524374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696107" y="-35013"/>
                  <a:ext cx="1505160" cy="10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1DE0BE4-CDF1-756C-5267-CCDC45FA844E}"/>
                    </a:ext>
                  </a:extLst>
                </p14:cNvPr>
                <p14:cNvContentPartPr/>
                <p14:nvPr/>
              </p14:nvContentPartPr>
              <p14:xfrm>
                <a:off x="8154747" y="880453"/>
                <a:ext cx="854640" cy="1065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1DE0BE4-CDF1-756C-5267-CCDC45FA844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148627" y="874333"/>
                  <a:ext cx="86688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BA56FCCF-BE5D-3600-0731-90CC4120F51E}"/>
                    </a:ext>
                  </a:extLst>
                </p14:cNvPr>
                <p14:cNvContentPartPr/>
                <p14:nvPr/>
              </p14:nvContentPartPr>
              <p14:xfrm>
                <a:off x="9429867" y="961813"/>
                <a:ext cx="742320" cy="968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BA56FCCF-BE5D-3600-0731-90CC4120F51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423747" y="955693"/>
                  <a:ext cx="754560" cy="10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53233A19-7D62-2DD9-4E75-517F26E54507}"/>
              </a:ext>
            </a:extLst>
          </p:cNvPr>
          <p:cNvGrpSpPr/>
          <p:nvPr/>
        </p:nvGrpSpPr>
        <p:grpSpPr>
          <a:xfrm>
            <a:off x="5416227" y="4775653"/>
            <a:ext cx="216000" cy="614520"/>
            <a:chOff x="5416227" y="4775653"/>
            <a:chExt cx="216000" cy="614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9F0C08EF-9C7B-0759-1B12-481935C846C4}"/>
                    </a:ext>
                  </a:extLst>
                </p14:cNvPr>
                <p14:cNvContentPartPr/>
                <p14:nvPr/>
              </p14:nvContentPartPr>
              <p14:xfrm>
                <a:off x="5476707" y="5085253"/>
                <a:ext cx="29880" cy="3049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9F0C08EF-9C7B-0759-1B12-481935C846C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470587" y="5079133"/>
                  <a:ext cx="4212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F27649B0-73CF-59A3-1584-E8C4CB4DC197}"/>
                    </a:ext>
                  </a:extLst>
                </p14:cNvPr>
                <p14:cNvContentPartPr/>
                <p14:nvPr/>
              </p14:nvContentPartPr>
              <p14:xfrm>
                <a:off x="5416227" y="4775653"/>
                <a:ext cx="216000" cy="5421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F27649B0-73CF-59A3-1584-E8C4CB4DC19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410107" y="4769533"/>
                  <a:ext cx="228240" cy="554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443DC93D-CE47-85C8-CD4F-3CA6CC1CAEBA}"/>
                  </a:ext>
                </a:extLst>
              </p14:cNvPr>
              <p14:cNvContentPartPr/>
              <p14:nvPr/>
            </p14:nvContentPartPr>
            <p14:xfrm>
              <a:off x="6838227" y="4728493"/>
              <a:ext cx="457920" cy="73836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443DC93D-CE47-85C8-CD4F-3CA6CC1CAEBA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832107" y="4722373"/>
                <a:ext cx="470160" cy="750600"/>
              </a:xfrm>
              <a:prstGeom prst="rect">
                <a:avLst/>
              </a:prstGeom>
            </p:spPr>
          </p:pic>
        </mc:Fallback>
      </mc:AlternateContent>
      <p:grpSp>
        <p:nvGrpSpPr>
          <p:cNvPr id="94" name="Group 93">
            <a:extLst>
              <a:ext uri="{FF2B5EF4-FFF2-40B4-BE49-F238E27FC236}">
                <a16:creationId xmlns:a16="http://schemas.microsoft.com/office/drawing/2014/main" id="{59B0D718-1781-A0DF-E3C4-16B25C1EB1A4}"/>
              </a:ext>
            </a:extLst>
          </p:cNvPr>
          <p:cNvGrpSpPr/>
          <p:nvPr/>
        </p:nvGrpSpPr>
        <p:grpSpPr>
          <a:xfrm>
            <a:off x="8090667" y="4701493"/>
            <a:ext cx="1049400" cy="945360"/>
            <a:chOff x="8090667" y="4701493"/>
            <a:chExt cx="1049400" cy="945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C393ECF6-BF4B-39E9-9BCA-77118FC8B9DD}"/>
                    </a:ext>
                  </a:extLst>
                </p14:cNvPr>
                <p14:cNvContentPartPr/>
                <p14:nvPr/>
              </p14:nvContentPartPr>
              <p14:xfrm>
                <a:off x="8090667" y="4851613"/>
                <a:ext cx="425880" cy="6973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C393ECF6-BF4B-39E9-9BCA-77118FC8B9D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084547" y="4845493"/>
                  <a:ext cx="438120" cy="70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2BD3D317-4891-1216-9C21-433437E08D0A}"/>
                    </a:ext>
                  </a:extLst>
                </p14:cNvPr>
                <p14:cNvContentPartPr/>
                <p14:nvPr/>
              </p14:nvContentPartPr>
              <p14:xfrm>
                <a:off x="8338707" y="4701493"/>
                <a:ext cx="315000" cy="7740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2BD3D317-4891-1216-9C21-433437E08D0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332587" y="4695373"/>
                  <a:ext cx="32724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771D5F7F-90C1-F1AD-C575-2EBB43D45935}"/>
                    </a:ext>
                  </a:extLst>
                </p14:cNvPr>
                <p14:cNvContentPartPr/>
                <p14:nvPr/>
              </p14:nvContentPartPr>
              <p14:xfrm>
                <a:off x="8149347" y="5176333"/>
                <a:ext cx="417600" cy="608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771D5F7F-90C1-F1AD-C575-2EBB43D4593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143227" y="5170213"/>
                  <a:ext cx="42984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0FF98C78-3320-F8E3-6F2C-E17FE4397507}"/>
                    </a:ext>
                  </a:extLst>
                </p14:cNvPr>
                <p14:cNvContentPartPr/>
                <p14:nvPr/>
              </p14:nvContentPartPr>
              <p14:xfrm>
                <a:off x="8671347" y="5016853"/>
                <a:ext cx="468720" cy="6300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0FF98C78-3320-F8E3-6F2C-E17FE439750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665227" y="5010733"/>
                  <a:ext cx="480960" cy="642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56853430-7CC1-DECE-379D-93C934793744}"/>
                  </a:ext>
                </a:extLst>
              </p14:cNvPr>
              <p14:cNvContentPartPr/>
              <p14:nvPr/>
            </p14:nvContentPartPr>
            <p14:xfrm>
              <a:off x="9682587" y="5113333"/>
              <a:ext cx="1261440" cy="605160"/>
            </p14:xfrm>
          </p:contentPart>
        </mc:Choice>
        <mc:Fallback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56853430-7CC1-DECE-379D-93C934793744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9676467" y="5107213"/>
                <a:ext cx="1273680" cy="61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B0DD7E1D-394C-63AB-6D6F-1C649A667BE4}"/>
                  </a:ext>
                </a:extLst>
              </p14:cNvPr>
              <p14:cNvContentPartPr/>
              <p14:nvPr/>
            </p14:nvContentPartPr>
            <p14:xfrm>
              <a:off x="11415987" y="4906693"/>
              <a:ext cx="327600" cy="574200"/>
            </p14:xfrm>
          </p:contentPart>
        </mc:Choice>
        <mc:Fallback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B0DD7E1D-394C-63AB-6D6F-1C649A667BE4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1409867" y="4900573"/>
                <a:ext cx="339840" cy="58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FB99E8C4-CAF8-E52D-727E-C600B468098D}"/>
                  </a:ext>
                </a:extLst>
              </p14:cNvPr>
              <p14:cNvContentPartPr/>
              <p14:nvPr/>
            </p14:nvContentPartPr>
            <p14:xfrm>
              <a:off x="11435427" y="5880493"/>
              <a:ext cx="6840" cy="1800"/>
            </p14:xfrm>
          </p:contentPart>
        </mc:Choice>
        <mc:Fallback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FB99E8C4-CAF8-E52D-727E-C600B468098D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1429307" y="5874373"/>
                <a:ext cx="19080" cy="1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9E965AD5-1978-36E4-BAF5-7175CD3892F6}"/>
                  </a:ext>
                </a:extLst>
              </p14:cNvPr>
              <p14:cNvContentPartPr/>
              <p14:nvPr/>
            </p14:nvContentPartPr>
            <p14:xfrm>
              <a:off x="10905147" y="6034573"/>
              <a:ext cx="979920" cy="111600"/>
            </p14:xfrm>
          </p:contentPart>
        </mc:Choice>
        <mc:Fallback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9E965AD5-1978-36E4-BAF5-7175CD3892F6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0899027" y="6028453"/>
                <a:ext cx="992160" cy="123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0" name="Group 99">
            <a:extLst>
              <a:ext uri="{FF2B5EF4-FFF2-40B4-BE49-F238E27FC236}">
                <a16:creationId xmlns:a16="http://schemas.microsoft.com/office/drawing/2014/main" id="{3B492F72-40F9-4437-A210-41A33F8E4A7E}"/>
              </a:ext>
            </a:extLst>
          </p:cNvPr>
          <p:cNvGrpSpPr/>
          <p:nvPr/>
        </p:nvGrpSpPr>
        <p:grpSpPr>
          <a:xfrm>
            <a:off x="10224027" y="6310693"/>
            <a:ext cx="1701720" cy="495000"/>
            <a:chOff x="10224027" y="6310693"/>
            <a:chExt cx="1701720" cy="495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398E86B1-FBF0-6228-9C45-2C1B26598FC5}"/>
                    </a:ext>
                  </a:extLst>
                </p14:cNvPr>
                <p14:cNvContentPartPr/>
                <p14:nvPr/>
              </p14:nvContentPartPr>
              <p14:xfrm>
                <a:off x="10493667" y="6467653"/>
                <a:ext cx="2160" cy="349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98E86B1-FBF0-6228-9C45-2C1B26598FC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487547" y="6461533"/>
                  <a:ext cx="1440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D455B7E6-BE2F-0936-A3AB-5EA02F6D717D}"/>
                    </a:ext>
                  </a:extLst>
                </p14:cNvPr>
                <p14:cNvContentPartPr/>
                <p14:nvPr/>
              </p14:nvContentPartPr>
              <p14:xfrm>
                <a:off x="10224027" y="6310693"/>
                <a:ext cx="284400" cy="4428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D455B7E6-BE2F-0936-A3AB-5EA02F6D717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217907" y="6304573"/>
                  <a:ext cx="296640" cy="45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9B989C6A-9A37-1EE3-7711-A3C8385A86B7}"/>
                    </a:ext>
                  </a:extLst>
                </p14:cNvPr>
                <p14:cNvContentPartPr/>
                <p14:nvPr/>
              </p14:nvContentPartPr>
              <p14:xfrm>
                <a:off x="10671867" y="6450373"/>
                <a:ext cx="1253880" cy="35532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9B989C6A-9A37-1EE3-7711-A3C8385A86B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665747" y="6444253"/>
                  <a:ext cx="1266120" cy="36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5BC4DDBF-B1F4-D080-D1BD-C257FE0D75F8}"/>
              </a:ext>
            </a:extLst>
          </p:cNvPr>
          <p:cNvGrpSpPr/>
          <p:nvPr/>
        </p:nvGrpSpPr>
        <p:grpSpPr>
          <a:xfrm>
            <a:off x="9398187" y="1325053"/>
            <a:ext cx="2773080" cy="2775960"/>
            <a:chOff x="9398187" y="1325053"/>
            <a:chExt cx="2773080" cy="277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9906E312-2164-80ED-E0EE-D334F9DCB2F4}"/>
                    </a:ext>
                  </a:extLst>
                </p14:cNvPr>
                <p14:cNvContentPartPr/>
                <p14:nvPr/>
              </p14:nvContentPartPr>
              <p14:xfrm>
                <a:off x="9700227" y="1605493"/>
                <a:ext cx="265680" cy="3772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9906E312-2164-80ED-E0EE-D334F9DCB2F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694107" y="1599373"/>
                  <a:ext cx="277920" cy="38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A6540945-E4F7-1C6A-F0C5-C4DFB5A985B1}"/>
                    </a:ext>
                  </a:extLst>
                </p14:cNvPr>
                <p14:cNvContentPartPr/>
                <p14:nvPr/>
              </p14:nvContentPartPr>
              <p14:xfrm>
                <a:off x="9398187" y="1353853"/>
                <a:ext cx="983520" cy="8992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A6540945-E4F7-1C6A-F0C5-C4DFB5A985B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392067" y="1347733"/>
                  <a:ext cx="995760" cy="91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B2D72637-597D-6651-BF65-E90B78F2984F}"/>
                    </a:ext>
                  </a:extLst>
                </p14:cNvPr>
                <p14:cNvContentPartPr/>
                <p14:nvPr/>
              </p14:nvContentPartPr>
              <p14:xfrm>
                <a:off x="10261107" y="1325053"/>
                <a:ext cx="605160" cy="20001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B2D72637-597D-6651-BF65-E90B78F2984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254987" y="1318933"/>
                  <a:ext cx="617400" cy="20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A2ACA7B-0C82-9FDD-227E-1EEB1B720CA5}"/>
                    </a:ext>
                  </a:extLst>
                </p14:cNvPr>
                <p14:cNvContentPartPr/>
                <p14:nvPr/>
              </p14:nvContentPartPr>
              <p14:xfrm>
                <a:off x="11141307" y="1382653"/>
                <a:ext cx="344880" cy="20880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A2ACA7B-0C82-9FDD-227E-1EEB1B720CA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1135187" y="1376533"/>
                  <a:ext cx="357120" cy="21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F78E5FD6-E565-DBE0-AC59-6F8F0803DECD}"/>
                    </a:ext>
                  </a:extLst>
                </p14:cNvPr>
                <p14:cNvContentPartPr/>
                <p14:nvPr/>
              </p14:nvContentPartPr>
              <p14:xfrm>
                <a:off x="11595267" y="1546453"/>
                <a:ext cx="225000" cy="1368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F78E5FD6-E565-DBE0-AC59-6F8F0803DEC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1589147" y="1540333"/>
                  <a:ext cx="23724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80E72618-33E3-D05E-A9BA-5015FBA9D2E9}"/>
                    </a:ext>
                  </a:extLst>
                </p14:cNvPr>
                <p14:cNvContentPartPr/>
                <p14:nvPr/>
              </p14:nvContentPartPr>
              <p14:xfrm>
                <a:off x="11937627" y="1560493"/>
                <a:ext cx="15480" cy="828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80E72618-33E3-D05E-A9BA-5015FBA9D2E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1931507" y="1554373"/>
                  <a:ext cx="2772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4C17E52A-C7C1-DEFC-C138-227671A1415A}"/>
                    </a:ext>
                  </a:extLst>
                </p14:cNvPr>
                <p14:cNvContentPartPr/>
                <p14:nvPr/>
              </p14:nvContentPartPr>
              <p14:xfrm>
                <a:off x="11792187" y="1965493"/>
                <a:ext cx="157680" cy="1429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4C17E52A-C7C1-DEFC-C138-227671A1415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1786067" y="1959373"/>
                  <a:ext cx="16992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2F003D10-177C-7DAB-6CC2-AE437C4A8144}"/>
                    </a:ext>
                  </a:extLst>
                </p14:cNvPr>
                <p14:cNvContentPartPr/>
                <p14:nvPr/>
              </p14:nvContentPartPr>
              <p14:xfrm>
                <a:off x="11627667" y="2294893"/>
                <a:ext cx="132840" cy="1314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2F003D10-177C-7DAB-6CC2-AE437C4A814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1621547" y="2288773"/>
                  <a:ext cx="14508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3FDA43A4-8F52-AC64-062D-69085D6524F6}"/>
                    </a:ext>
                  </a:extLst>
                </p14:cNvPr>
                <p14:cNvContentPartPr/>
                <p14:nvPr/>
              </p14:nvContentPartPr>
              <p14:xfrm>
                <a:off x="11821347" y="2300653"/>
                <a:ext cx="126000" cy="3186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3FDA43A4-8F52-AC64-062D-69085D6524F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1815227" y="2294533"/>
                  <a:ext cx="13824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E3BC4029-4892-1B3F-A11A-B17DA1008092}"/>
                    </a:ext>
                  </a:extLst>
                </p14:cNvPr>
                <p14:cNvContentPartPr/>
                <p14:nvPr/>
              </p14:nvContentPartPr>
              <p14:xfrm>
                <a:off x="11506707" y="1946413"/>
                <a:ext cx="219960" cy="1562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E3BC4029-4892-1B3F-A11A-B17DA100809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1500587" y="1940293"/>
                  <a:ext cx="23220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88CBA203-C260-9B90-D8E8-30A7F90263ED}"/>
                    </a:ext>
                  </a:extLst>
                </p14:cNvPr>
                <p14:cNvContentPartPr/>
                <p14:nvPr/>
              </p14:nvContentPartPr>
              <p14:xfrm>
                <a:off x="11453067" y="3366973"/>
                <a:ext cx="66600" cy="3236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88CBA203-C260-9B90-D8E8-30A7F90263E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1446947" y="3360853"/>
                  <a:ext cx="7884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ECAEEB3E-48C6-8350-F022-C0935EF9089D}"/>
                    </a:ext>
                  </a:extLst>
                </p14:cNvPr>
                <p14:cNvContentPartPr/>
                <p14:nvPr/>
              </p14:nvContentPartPr>
              <p14:xfrm>
                <a:off x="11536587" y="3485053"/>
                <a:ext cx="514800" cy="2325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ECAEEB3E-48C6-8350-F022-C0935EF9089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1530467" y="3478933"/>
                  <a:ext cx="52704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9277F1D-D6AF-5214-FBAB-B30F44B3AD53}"/>
                    </a:ext>
                  </a:extLst>
                </p14:cNvPr>
                <p14:cNvContentPartPr/>
                <p14:nvPr/>
              </p14:nvContentPartPr>
              <p14:xfrm>
                <a:off x="11253267" y="3706813"/>
                <a:ext cx="863640" cy="1857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9277F1D-D6AF-5214-FBAB-B30F44B3AD5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1247147" y="3700693"/>
                  <a:ext cx="87588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83A78F0A-1BEE-E614-897C-C0FB69B3EEA0}"/>
                    </a:ext>
                  </a:extLst>
                </p14:cNvPr>
                <p14:cNvContentPartPr/>
                <p14:nvPr/>
              </p14:nvContentPartPr>
              <p14:xfrm>
                <a:off x="11426787" y="4090573"/>
                <a:ext cx="15120" cy="104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83A78F0A-1BEE-E614-897C-C0FB69B3EEA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420667" y="4084453"/>
                  <a:ext cx="2736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B05C9692-8936-6FD5-DB5F-45DC162624A5}"/>
                    </a:ext>
                  </a:extLst>
                </p14:cNvPr>
                <p14:cNvContentPartPr/>
                <p14:nvPr/>
              </p14:nvContentPartPr>
              <p14:xfrm>
                <a:off x="10591947" y="1468693"/>
                <a:ext cx="764280" cy="2343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B05C9692-8936-6FD5-DB5F-45DC162624A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585827" y="1462573"/>
                  <a:ext cx="77652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BE858F6B-4516-BC54-9890-2F29F034C021}"/>
                    </a:ext>
                  </a:extLst>
                </p14:cNvPr>
                <p14:cNvContentPartPr/>
                <p14:nvPr/>
              </p14:nvContentPartPr>
              <p14:xfrm>
                <a:off x="10505547" y="1875493"/>
                <a:ext cx="752400" cy="2556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BE858F6B-4516-BC54-9890-2F29F034C02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499427" y="1869373"/>
                  <a:ext cx="76464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E7884EFC-BCEB-58DE-1FD2-93F4AE17473A}"/>
                    </a:ext>
                  </a:extLst>
                </p14:cNvPr>
                <p14:cNvContentPartPr/>
                <p14:nvPr/>
              </p14:nvContentPartPr>
              <p14:xfrm>
                <a:off x="10528587" y="2393173"/>
                <a:ext cx="677520" cy="3096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E7884EFC-BCEB-58DE-1FD2-93F4AE17473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522467" y="2387053"/>
                  <a:ext cx="68976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247EF08F-8D65-B7AB-464D-7F5A82BE384D}"/>
                    </a:ext>
                  </a:extLst>
                </p14:cNvPr>
                <p14:cNvContentPartPr/>
                <p14:nvPr/>
              </p14:nvContentPartPr>
              <p14:xfrm>
                <a:off x="10424907" y="2959453"/>
                <a:ext cx="743040" cy="30960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247EF08F-8D65-B7AB-464D-7F5A82BE384D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418787" y="2953333"/>
                  <a:ext cx="75528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777C61ED-4F6B-2F2B-ED24-25728CECB4A6}"/>
                    </a:ext>
                  </a:extLst>
                </p14:cNvPr>
                <p14:cNvContentPartPr/>
                <p14:nvPr/>
              </p14:nvContentPartPr>
              <p14:xfrm>
                <a:off x="10090827" y="2201293"/>
                <a:ext cx="2080440" cy="59508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777C61ED-4F6B-2F2B-ED24-25728CECB4A6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084707" y="2195173"/>
                  <a:ext cx="2092680" cy="607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AA5415F1-1729-763D-D165-DACE40297B97}"/>
                  </a:ext>
                </a:extLst>
              </p14:cNvPr>
              <p14:cNvContentPartPr/>
              <p14:nvPr/>
            </p14:nvContentPartPr>
            <p14:xfrm>
              <a:off x="5787387" y="6000013"/>
              <a:ext cx="1080" cy="360"/>
            </p14:xfrm>
          </p:contentPart>
        </mc:Choice>
        <mc:Fallback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AA5415F1-1729-763D-D165-DACE40297B97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5781267" y="5993893"/>
                <a:ext cx="1332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C212B9CF-2843-7785-411D-31DC977AAD78}"/>
                  </a:ext>
                </a:extLst>
              </p14:cNvPr>
              <p14:cNvContentPartPr/>
              <p14:nvPr/>
            </p14:nvContentPartPr>
            <p14:xfrm>
              <a:off x="7858827" y="6021973"/>
              <a:ext cx="360" cy="1800"/>
            </p14:xfrm>
          </p:contentPart>
        </mc:Choice>
        <mc:Fallback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C212B9CF-2843-7785-411D-31DC977AAD78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7852707" y="6015853"/>
                <a:ext cx="12600" cy="1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D4C76792-2F60-2066-59EB-ADDB2635FBE7}"/>
                  </a:ext>
                </a:extLst>
              </p14:cNvPr>
              <p14:cNvContentPartPr/>
              <p14:nvPr/>
            </p14:nvContentPartPr>
            <p14:xfrm>
              <a:off x="9662427" y="6144373"/>
              <a:ext cx="360" cy="360"/>
            </p14:xfrm>
          </p:contentPart>
        </mc:Choice>
        <mc:Fallback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D4C76792-2F60-2066-59EB-ADDB2635FBE7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9656307" y="6138253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7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1CEE6CEC-DFBA-20C8-3BAD-2F71704BEEE5}"/>
                  </a:ext>
                </a:extLst>
              </p14:cNvPr>
              <p14:cNvContentPartPr/>
              <p14:nvPr/>
            </p14:nvContentPartPr>
            <p14:xfrm>
              <a:off x="10399347" y="6075253"/>
              <a:ext cx="1080" cy="1440"/>
            </p14:xfrm>
          </p:contentPart>
        </mc:Choice>
        <mc:Fallback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1CEE6CEC-DFBA-20C8-3BAD-2F71704BEEE5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10393227" y="6069133"/>
                <a:ext cx="13320" cy="1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9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BCC5AEF2-051C-C39D-C7A3-EF12EE095A44}"/>
                  </a:ext>
                </a:extLst>
              </p14:cNvPr>
              <p14:cNvContentPartPr/>
              <p14:nvPr/>
            </p14:nvContentPartPr>
            <p14:xfrm rot="147600">
              <a:off x="11306906" y="3906613"/>
              <a:ext cx="2204642" cy="123120"/>
            </p14:xfrm>
          </p:contentPart>
        </mc:Choice>
        <mc:Fallback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BCC5AEF2-051C-C39D-C7A3-EF12EE095A44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 rot="147600">
                <a:off x="11300786" y="3900133"/>
                <a:ext cx="2216882" cy="13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1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41B5B205-4893-BF63-4448-62DE82FE9C85}"/>
                  </a:ext>
                </a:extLst>
              </p14:cNvPr>
              <p14:cNvContentPartPr/>
              <p14:nvPr/>
            </p14:nvContentPartPr>
            <p14:xfrm>
              <a:off x="11646467" y="4283173"/>
              <a:ext cx="2520" cy="2160"/>
            </p14:xfrm>
          </p:contentPart>
        </mc:Choice>
        <mc:Fallback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41B5B205-4893-BF63-4448-62DE82FE9C85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11640347" y="4277053"/>
                <a:ext cx="14760" cy="14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0" name="Group 139">
            <a:extLst>
              <a:ext uri="{FF2B5EF4-FFF2-40B4-BE49-F238E27FC236}">
                <a16:creationId xmlns:a16="http://schemas.microsoft.com/office/drawing/2014/main" id="{083119AC-843B-E4D3-E3F1-5076973270A9}"/>
              </a:ext>
            </a:extLst>
          </p:cNvPr>
          <p:cNvGrpSpPr/>
          <p:nvPr/>
        </p:nvGrpSpPr>
        <p:grpSpPr>
          <a:xfrm>
            <a:off x="10225107" y="1303093"/>
            <a:ext cx="2075760" cy="2296800"/>
            <a:chOff x="10225107" y="1303093"/>
            <a:chExt cx="2075760" cy="2296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2C345F43-BFAC-C7A7-15AC-492392A2E1DD}"/>
                    </a:ext>
                  </a:extLst>
                </p14:cNvPr>
                <p14:cNvContentPartPr/>
                <p14:nvPr/>
              </p14:nvContentPartPr>
              <p14:xfrm>
                <a:off x="10632267" y="2545813"/>
                <a:ext cx="148320" cy="16812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2C345F43-BFAC-C7A7-15AC-492392A2E1DD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0626147" y="2539693"/>
                  <a:ext cx="16056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6F1A111F-0C53-24F1-5D06-A681EA2552C9}"/>
                    </a:ext>
                  </a:extLst>
                </p14:cNvPr>
                <p14:cNvContentPartPr/>
                <p14:nvPr/>
              </p14:nvContentPartPr>
              <p14:xfrm>
                <a:off x="10911627" y="2637973"/>
                <a:ext cx="720" cy="108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6F1A111F-0C53-24F1-5D06-A681EA2552C9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0905507" y="2631853"/>
                  <a:ext cx="12960" cy="1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F1345C21-B5BF-44F5-1D0D-A706907A48AD}"/>
                    </a:ext>
                  </a:extLst>
                </p14:cNvPr>
                <p14:cNvContentPartPr/>
                <p14:nvPr/>
              </p14:nvContentPartPr>
              <p14:xfrm>
                <a:off x="11071827" y="2498653"/>
                <a:ext cx="192600" cy="2505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F1345C21-B5BF-44F5-1D0D-A706907A48AD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1065707" y="2492533"/>
                  <a:ext cx="20484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084DE144-BE86-6597-1CB1-FB1AFC1696E5}"/>
                    </a:ext>
                  </a:extLst>
                </p14:cNvPr>
                <p14:cNvContentPartPr/>
                <p14:nvPr/>
              </p14:nvContentPartPr>
              <p14:xfrm>
                <a:off x="11682387" y="1303093"/>
                <a:ext cx="160920" cy="21276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084DE144-BE86-6597-1CB1-FB1AFC1696E5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1676267" y="1296973"/>
                  <a:ext cx="17316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CD5D36FC-3D9B-411A-FE81-42F4D6FBD2B1}"/>
                    </a:ext>
                  </a:extLst>
                </p14:cNvPr>
                <p14:cNvContentPartPr/>
                <p14:nvPr/>
              </p14:nvContentPartPr>
              <p14:xfrm>
                <a:off x="11838267" y="1357093"/>
                <a:ext cx="155160" cy="15804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CD5D36FC-3D9B-411A-FE81-42F4D6FBD2B1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1832147" y="1350973"/>
                  <a:ext cx="16740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6A0C64E8-F5E4-A790-964A-C5505D59BB7B}"/>
                    </a:ext>
                  </a:extLst>
                </p14:cNvPr>
                <p14:cNvContentPartPr/>
                <p14:nvPr/>
              </p14:nvContentPartPr>
              <p14:xfrm>
                <a:off x="11671587" y="1826173"/>
                <a:ext cx="267840" cy="1173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6A0C64E8-F5E4-A790-964A-C5505D59BB7B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1665467" y="1820053"/>
                  <a:ext cx="28008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C572AF90-7563-1496-6C93-1079BD549662}"/>
                    </a:ext>
                  </a:extLst>
                </p14:cNvPr>
                <p14:cNvContentPartPr/>
                <p14:nvPr/>
              </p14:nvContentPartPr>
              <p14:xfrm>
                <a:off x="12022587" y="1917973"/>
                <a:ext cx="43200" cy="10512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C572AF90-7563-1496-6C93-1079BD549662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2016467" y="1911853"/>
                  <a:ext cx="5544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F678A7F2-BC99-40EE-1765-E315DF385C81}"/>
                    </a:ext>
                  </a:extLst>
                </p14:cNvPr>
                <p14:cNvContentPartPr/>
                <p14:nvPr/>
              </p14:nvContentPartPr>
              <p14:xfrm>
                <a:off x="11525427" y="3073213"/>
                <a:ext cx="155520" cy="20916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F678A7F2-BC99-40EE-1765-E315DF385C81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1519307" y="3067093"/>
                  <a:ext cx="16776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DF152B68-B6D4-A512-DB1F-D4CBB5F7C26D}"/>
                    </a:ext>
                  </a:extLst>
                </p14:cNvPr>
                <p14:cNvContentPartPr/>
                <p14:nvPr/>
              </p14:nvContentPartPr>
              <p14:xfrm>
                <a:off x="12058227" y="3113173"/>
                <a:ext cx="242640" cy="13140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DF152B68-B6D4-A512-DB1F-D4CBB5F7C26D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2052107" y="3107053"/>
                  <a:ext cx="25488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8CC01390-AF1F-14EA-2E9D-CAEE211F7AE2}"/>
                    </a:ext>
                  </a:extLst>
                </p14:cNvPr>
                <p14:cNvContentPartPr/>
                <p14:nvPr/>
              </p14:nvContentPartPr>
              <p14:xfrm>
                <a:off x="10700307" y="3224053"/>
                <a:ext cx="5400" cy="1944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8CC01390-AF1F-14EA-2E9D-CAEE211F7AE2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0694187" y="3217933"/>
                  <a:ext cx="1764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2EE0BD8D-4518-88A5-E8FC-0673AC964EE6}"/>
                    </a:ext>
                  </a:extLst>
                </p14:cNvPr>
                <p14:cNvContentPartPr/>
                <p14:nvPr/>
              </p14:nvContentPartPr>
              <p14:xfrm>
                <a:off x="10605987" y="3096613"/>
                <a:ext cx="81360" cy="9180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2EE0BD8D-4518-88A5-E8FC-0673AC964EE6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0599867" y="3090493"/>
                  <a:ext cx="9360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EBE60BF7-FC20-94D3-39D6-4D4008124E05}"/>
                    </a:ext>
                  </a:extLst>
                </p14:cNvPr>
                <p14:cNvContentPartPr/>
                <p14:nvPr/>
              </p14:nvContentPartPr>
              <p14:xfrm>
                <a:off x="10720107" y="3071053"/>
                <a:ext cx="13680" cy="6516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EBE60BF7-FC20-94D3-39D6-4D4008124E05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0713987" y="3064933"/>
                  <a:ext cx="2592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FDC5C9C2-3984-9F51-7441-91BA442EEDB9}"/>
                    </a:ext>
                  </a:extLst>
                </p14:cNvPr>
                <p14:cNvContentPartPr/>
                <p14:nvPr/>
              </p14:nvContentPartPr>
              <p14:xfrm>
                <a:off x="10509507" y="3113533"/>
                <a:ext cx="226080" cy="21384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FDC5C9C2-3984-9F51-7441-91BA442EEDB9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0503027" y="3107413"/>
                  <a:ext cx="23832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B5FB1942-DEC5-1F29-BF89-0A6639A6E503}"/>
                    </a:ext>
                  </a:extLst>
                </p14:cNvPr>
                <p14:cNvContentPartPr/>
                <p14:nvPr/>
              </p14:nvContentPartPr>
              <p14:xfrm>
                <a:off x="10816227" y="3244933"/>
                <a:ext cx="2160" cy="2088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B5FB1942-DEC5-1F29-BF89-0A6639A6E503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0810107" y="3238813"/>
                  <a:ext cx="1440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B9D315CD-13BC-BE1D-E6B7-A736930FDB01}"/>
                    </a:ext>
                  </a:extLst>
                </p14:cNvPr>
                <p14:cNvContentPartPr/>
                <p14:nvPr/>
              </p14:nvContentPartPr>
              <p14:xfrm>
                <a:off x="10995147" y="3180853"/>
                <a:ext cx="222840" cy="11556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B9D315CD-13BC-BE1D-E6B7-A736930FDB01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0989027" y="3174733"/>
                  <a:ext cx="23508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B57E0DC7-AA03-856F-289C-8B7B8955A9D4}"/>
                    </a:ext>
                  </a:extLst>
                </p14:cNvPr>
                <p14:cNvContentPartPr/>
                <p14:nvPr/>
              </p14:nvContentPartPr>
              <p14:xfrm>
                <a:off x="10225107" y="1390213"/>
                <a:ext cx="590040" cy="204876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B57E0DC7-AA03-856F-289C-8B7B8955A9D4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0218987" y="1384093"/>
                  <a:ext cx="602280" cy="20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BF4ED65A-5FA4-1066-2D4A-396C9263438F}"/>
                    </a:ext>
                  </a:extLst>
                </p14:cNvPr>
                <p14:cNvContentPartPr/>
                <p14:nvPr/>
              </p14:nvContentPartPr>
              <p14:xfrm>
                <a:off x="11122227" y="1365013"/>
                <a:ext cx="475560" cy="223488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BF4ED65A-5FA4-1066-2D4A-396C9263438F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1116107" y="1358893"/>
                  <a:ext cx="487800" cy="224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09EE9EFD-9D7B-D1FA-0028-3A39065D14CA}"/>
                    </a:ext>
                  </a:extLst>
                </p14:cNvPr>
                <p14:cNvContentPartPr/>
                <p14:nvPr/>
              </p14:nvContentPartPr>
              <p14:xfrm>
                <a:off x="10273067" y="2298133"/>
                <a:ext cx="1270440" cy="63324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09EE9EFD-9D7B-D1FA-0028-3A39065D14CA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0266947" y="2292013"/>
                  <a:ext cx="1282680" cy="64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5B0214E5-A92B-555A-D5BD-08C5E2E694D5}"/>
                    </a:ext>
                  </a:extLst>
                </p14:cNvPr>
                <p14:cNvContentPartPr/>
                <p14:nvPr/>
              </p14:nvContentPartPr>
              <p14:xfrm>
                <a:off x="11029067" y="2780893"/>
                <a:ext cx="2160" cy="1440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5B0214E5-A92B-555A-D5BD-08C5E2E694D5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1022947" y="2774773"/>
                  <a:ext cx="14400" cy="2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2046AF6A-9831-A8FE-8DFB-1C17DA67BC52}"/>
              </a:ext>
            </a:extLst>
          </p:cNvPr>
          <p:cNvGrpSpPr/>
          <p:nvPr/>
        </p:nvGrpSpPr>
        <p:grpSpPr>
          <a:xfrm>
            <a:off x="11635307" y="2749213"/>
            <a:ext cx="361800" cy="49680"/>
            <a:chOff x="11635307" y="2749213"/>
            <a:chExt cx="361800" cy="49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FC78C218-08DA-AF7E-CB82-3F2A85991FB3}"/>
                    </a:ext>
                  </a:extLst>
                </p14:cNvPr>
                <p14:cNvContentPartPr/>
                <p14:nvPr/>
              </p14:nvContentPartPr>
              <p14:xfrm>
                <a:off x="11666267" y="2749213"/>
                <a:ext cx="196200" cy="2736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FC78C218-08DA-AF7E-CB82-3F2A85991FB3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1660147" y="2743093"/>
                  <a:ext cx="2084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5AAD94D3-58E2-4249-CE09-6928ACCBF462}"/>
                    </a:ext>
                  </a:extLst>
                </p14:cNvPr>
                <p14:cNvContentPartPr/>
                <p14:nvPr/>
              </p14:nvContentPartPr>
              <p14:xfrm>
                <a:off x="11635307" y="2756413"/>
                <a:ext cx="361800" cy="4248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5AAD94D3-58E2-4249-CE09-6928ACCBF462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1629187" y="2750293"/>
                  <a:ext cx="374040" cy="5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47FA6FAB-A068-41B9-FD81-14D9FCB8DDA7}"/>
              </a:ext>
            </a:extLst>
          </p:cNvPr>
          <p:cNvGrpSpPr/>
          <p:nvPr/>
        </p:nvGrpSpPr>
        <p:grpSpPr>
          <a:xfrm>
            <a:off x="11182067" y="4593133"/>
            <a:ext cx="717480" cy="598320"/>
            <a:chOff x="11182067" y="4593133"/>
            <a:chExt cx="717480" cy="598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5CB66DE6-CEC8-F23C-17B1-7B35E4792913}"/>
                    </a:ext>
                  </a:extLst>
                </p14:cNvPr>
                <p14:cNvContentPartPr/>
                <p14:nvPr/>
              </p14:nvContentPartPr>
              <p14:xfrm>
                <a:off x="11182067" y="4593133"/>
                <a:ext cx="356400" cy="41508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5CB66DE6-CEC8-F23C-17B1-7B35E4792913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1175947" y="4587013"/>
                  <a:ext cx="368640" cy="42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632BE289-43D2-3D7E-51EC-E870C263A2DB}"/>
                    </a:ext>
                  </a:extLst>
                </p14:cNvPr>
                <p14:cNvContentPartPr/>
                <p14:nvPr/>
              </p14:nvContentPartPr>
              <p14:xfrm>
                <a:off x="11634947" y="4705813"/>
                <a:ext cx="264600" cy="48564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632BE289-43D2-3D7E-51EC-E870C263A2DB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1628827" y="4699693"/>
                  <a:ext cx="276840" cy="497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9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EFD35AAF-4AE8-5D2C-41D1-9E941645D42F}"/>
                  </a:ext>
                </a:extLst>
              </p14:cNvPr>
              <p14:cNvContentPartPr/>
              <p14:nvPr/>
            </p14:nvContentPartPr>
            <p14:xfrm>
              <a:off x="8092107" y="885133"/>
              <a:ext cx="789840" cy="136080"/>
            </p14:xfrm>
          </p:contentPart>
        </mc:Choice>
        <mc:Fallback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EFD35AAF-4AE8-5D2C-41D1-9E941645D42F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8085987" y="879013"/>
                <a:ext cx="802080" cy="14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1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2A5D3065-BA42-E371-3B96-E8B0D46196C7}"/>
                  </a:ext>
                </a:extLst>
              </p14:cNvPr>
              <p14:cNvContentPartPr/>
              <p14:nvPr/>
            </p14:nvContentPartPr>
            <p14:xfrm>
              <a:off x="9678267" y="901333"/>
              <a:ext cx="619200" cy="52560"/>
            </p14:xfrm>
          </p:contentPart>
        </mc:Choice>
        <mc:Fallback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2A5D3065-BA42-E371-3B96-E8B0D46196C7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9672147" y="895213"/>
                <a:ext cx="631440" cy="6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3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F59DBBC3-7518-76B9-2CFC-87D4B006DED5}"/>
                  </a:ext>
                </a:extLst>
              </p14:cNvPr>
              <p14:cNvContentPartPr/>
              <p14:nvPr/>
            </p14:nvContentPartPr>
            <p14:xfrm>
              <a:off x="8166347" y="783613"/>
              <a:ext cx="995040" cy="135000"/>
            </p14:xfrm>
          </p:contentPart>
        </mc:Choice>
        <mc:Fallback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F59DBBC3-7518-76B9-2CFC-87D4B006DED5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8160227" y="777493"/>
                <a:ext cx="1007280" cy="14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5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C321F40B-08EF-E0DE-2494-E734BF5E49E8}"/>
                  </a:ext>
                </a:extLst>
              </p14:cNvPr>
              <p14:cNvContentPartPr/>
              <p14:nvPr/>
            </p14:nvContentPartPr>
            <p14:xfrm>
              <a:off x="9436787" y="884413"/>
              <a:ext cx="631800" cy="86040"/>
            </p14:xfrm>
          </p:contentPart>
        </mc:Choice>
        <mc:Fallback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C321F40B-08EF-E0DE-2494-E734BF5E49E8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9430667" y="878293"/>
                <a:ext cx="644040" cy="9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AC39CAA-FFB3-23F8-2038-FBC0D0DB5758}"/>
                  </a:ext>
                </a:extLst>
              </p14:cNvPr>
              <p14:cNvContentPartPr/>
              <p14:nvPr/>
            </p14:nvContentPartPr>
            <p14:xfrm>
              <a:off x="7194267" y="1440267"/>
              <a:ext cx="898560" cy="6285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AC39CAA-FFB3-23F8-2038-FBC0D0DB5758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7188147" y="1434147"/>
                <a:ext cx="910800" cy="64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9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BD052080-06F5-4B95-808D-95EAFB3627CB}"/>
                  </a:ext>
                </a:extLst>
              </p14:cNvPr>
              <p14:cNvContentPartPr/>
              <p14:nvPr/>
            </p14:nvContentPartPr>
            <p14:xfrm>
              <a:off x="7070427" y="3637707"/>
              <a:ext cx="342000" cy="42192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BD052080-06F5-4B95-808D-95EAFB3627CB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7064307" y="3631587"/>
                <a:ext cx="354240" cy="43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1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94A7083F-990F-04F8-33DB-A05B59EE63AF}"/>
                  </a:ext>
                </a:extLst>
              </p14:cNvPr>
              <p14:cNvContentPartPr/>
              <p14:nvPr/>
            </p14:nvContentPartPr>
            <p14:xfrm>
              <a:off x="7481187" y="3915987"/>
              <a:ext cx="362880" cy="47304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94A7083F-990F-04F8-33DB-A05B59EE63AF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7475067" y="3909867"/>
                <a:ext cx="375120" cy="48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7AC8C3E-7EA3-16F3-33E1-CC9BF86D5AB6}"/>
                  </a:ext>
                </a:extLst>
              </p14:cNvPr>
              <p14:cNvContentPartPr/>
              <p14:nvPr/>
            </p14:nvContentPartPr>
            <p14:xfrm>
              <a:off x="1104867" y="1454667"/>
              <a:ext cx="793800" cy="7146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7AC8C3E-7EA3-16F3-33E1-CC9BF86D5AB6}"/>
                  </a:ext>
                </a:extLst>
              </p:cNvPr>
              <p:cNvPicPr/>
              <p:nvPr/>
            </p:nvPicPr>
            <p:blipFill>
              <a:blip r:embed="rId154"/>
              <a:stretch>
                <a:fillRect/>
              </a:stretch>
            </p:blipFill>
            <p:spPr>
              <a:xfrm>
                <a:off x="1098747" y="1448547"/>
                <a:ext cx="806040" cy="72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183D91F-958F-5ED0-83CF-C713FD896CE2}"/>
                  </a:ext>
                </a:extLst>
              </p14:cNvPr>
              <p14:cNvContentPartPr/>
              <p14:nvPr/>
            </p14:nvContentPartPr>
            <p14:xfrm>
              <a:off x="4050027" y="1530267"/>
              <a:ext cx="743400" cy="5623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183D91F-958F-5ED0-83CF-C713FD896CE2}"/>
                  </a:ext>
                </a:extLst>
              </p:cNvPr>
              <p:cNvPicPr/>
              <p:nvPr/>
            </p:nvPicPr>
            <p:blipFill>
              <a:blip r:embed="rId156"/>
              <a:stretch>
                <a:fillRect/>
              </a:stretch>
            </p:blipFill>
            <p:spPr>
              <a:xfrm>
                <a:off x="4043907" y="1524147"/>
                <a:ext cx="755640" cy="57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7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92BDA80A-1EF7-DA07-96DE-5458CAE9C6C4}"/>
                  </a:ext>
                </a:extLst>
              </p14:cNvPr>
              <p14:cNvContentPartPr/>
              <p14:nvPr/>
            </p14:nvContentPartPr>
            <p14:xfrm>
              <a:off x="4337307" y="2199867"/>
              <a:ext cx="123120" cy="10432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92BDA80A-1EF7-DA07-96DE-5458CAE9C6C4}"/>
                  </a:ext>
                </a:extLst>
              </p:cNvPr>
              <p:cNvPicPr/>
              <p:nvPr/>
            </p:nvPicPr>
            <p:blipFill>
              <a:blip r:embed="rId158"/>
              <a:stretch>
                <a:fillRect/>
              </a:stretch>
            </p:blipFill>
            <p:spPr>
              <a:xfrm>
                <a:off x="4331187" y="2193747"/>
                <a:ext cx="135360" cy="105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9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9D8E33D9-12FE-1553-AA89-76B32D4751AA}"/>
                  </a:ext>
                </a:extLst>
              </p14:cNvPr>
              <p14:cNvContentPartPr/>
              <p14:nvPr/>
            </p14:nvContentPartPr>
            <p14:xfrm>
              <a:off x="4289067" y="2194107"/>
              <a:ext cx="320760" cy="2332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9D8E33D9-12FE-1553-AA89-76B32D4751AA}"/>
                  </a:ext>
                </a:extLst>
              </p:cNvPr>
              <p:cNvPicPr/>
              <p:nvPr/>
            </p:nvPicPr>
            <p:blipFill>
              <a:blip r:embed="rId160"/>
              <a:stretch>
                <a:fillRect/>
              </a:stretch>
            </p:blipFill>
            <p:spPr>
              <a:xfrm>
                <a:off x="4282947" y="2187987"/>
                <a:ext cx="333000" cy="24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1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D6E9D247-FF83-F289-C947-6A2DD6429E6C}"/>
                  </a:ext>
                </a:extLst>
              </p14:cNvPr>
              <p14:cNvContentPartPr/>
              <p14:nvPr/>
            </p14:nvContentPartPr>
            <p14:xfrm>
              <a:off x="4160547" y="3339267"/>
              <a:ext cx="215280" cy="36900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D6E9D247-FF83-F289-C947-6A2DD6429E6C}"/>
                  </a:ext>
                </a:extLst>
              </p:cNvPr>
              <p:cNvPicPr/>
              <p:nvPr/>
            </p:nvPicPr>
            <p:blipFill>
              <a:blip r:embed="rId162"/>
              <a:stretch>
                <a:fillRect/>
              </a:stretch>
            </p:blipFill>
            <p:spPr>
              <a:xfrm>
                <a:off x="4154427" y="3333147"/>
                <a:ext cx="227520" cy="38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F536851-9947-2D58-AEC9-F66328B0EE6A}"/>
                  </a:ext>
                </a:extLst>
              </p14:cNvPr>
              <p14:cNvContentPartPr/>
              <p14:nvPr/>
            </p14:nvContentPartPr>
            <p14:xfrm>
              <a:off x="4506147" y="3607107"/>
              <a:ext cx="232200" cy="22284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F536851-9947-2D58-AEC9-F66328B0EE6A}"/>
                  </a:ext>
                </a:extLst>
              </p:cNvPr>
              <p:cNvPicPr/>
              <p:nvPr/>
            </p:nvPicPr>
            <p:blipFill>
              <a:blip r:embed="rId164"/>
              <a:stretch>
                <a:fillRect/>
              </a:stretch>
            </p:blipFill>
            <p:spPr>
              <a:xfrm>
                <a:off x="4500027" y="3600987"/>
                <a:ext cx="244440" cy="23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5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78E1A3F3-0464-B394-0230-9E30BEAD49EC}"/>
                  </a:ext>
                </a:extLst>
              </p14:cNvPr>
              <p14:cNvContentPartPr/>
              <p14:nvPr/>
            </p14:nvContentPartPr>
            <p14:xfrm>
              <a:off x="1886427" y="1744107"/>
              <a:ext cx="1920960" cy="36324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78E1A3F3-0464-B394-0230-9E30BEAD49EC}"/>
                  </a:ext>
                </a:extLst>
              </p:cNvPr>
              <p:cNvPicPr/>
              <p:nvPr/>
            </p:nvPicPr>
            <p:blipFill>
              <a:blip r:embed="rId166"/>
              <a:stretch>
                <a:fillRect/>
              </a:stretch>
            </p:blipFill>
            <p:spPr>
              <a:xfrm>
                <a:off x="1880307" y="1737987"/>
                <a:ext cx="1933200" cy="37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7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D2D36D0C-3C79-DAA2-1D60-3587C40EE4BF}"/>
                  </a:ext>
                </a:extLst>
              </p14:cNvPr>
              <p14:cNvContentPartPr/>
              <p14:nvPr/>
            </p14:nvContentPartPr>
            <p14:xfrm>
              <a:off x="5109147" y="1779387"/>
              <a:ext cx="2060640" cy="19584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D2D36D0C-3C79-DAA2-1D60-3587C40EE4BF}"/>
                  </a:ext>
                </a:extLst>
              </p:cNvPr>
              <p:cNvPicPr/>
              <p:nvPr/>
            </p:nvPicPr>
            <p:blipFill>
              <a:blip r:embed="rId168"/>
              <a:stretch>
                <a:fillRect/>
              </a:stretch>
            </p:blipFill>
            <p:spPr>
              <a:xfrm>
                <a:off x="5103027" y="1773267"/>
                <a:ext cx="2072880" cy="20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9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84381E78-2260-1946-C67F-BE9AB3CFC82E}"/>
                  </a:ext>
                </a:extLst>
              </p14:cNvPr>
              <p14:cNvContentPartPr/>
              <p14:nvPr/>
            </p14:nvContentPartPr>
            <p14:xfrm>
              <a:off x="1959507" y="1868307"/>
              <a:ext cx="2090160" cy="11160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84381E78-2260-1946-C67F-BE9AB3CFC82E}"/>
                  </a:ext>
                </a:extLst>
              </p:cNvPr>
              <p:cNvPicPr/>
              <p:nvPr/>
            </p:nvPicPr>
            <p:blipFill>
              <a:blip r:embed="rId170"/>
              <a:stretch>
                <a:fillRect/>
              </a:stretch>
            </p:blipFill>
            <p:spPr>
              <a:xfrm>
                <a:off x="1953387" y="1862187"/>
                <a:ext cx="2102400" cy="12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1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6425190A-413B-4E0C-573D-98234975DA2E}"/>
                  </a:ext>
                </a:extLst>
              </p14:cNvPr>
              <p14:cNvContentPartPr/>
              <p14:nvPr/>
            </p14:nvContentPartPr>
            <p14:xfrm>
              <a:off x="5358987" y="1332627"/>
              <a:ext cx="377280" cy="30852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6425190A-413B-4E0C-573D-98234975DA2E}"/>
                  </a:ext>
                </a:extLst>
              </p:cNvPr>
              <p:cNvPicPr/>
              <p:nvPr/>
            </p:nvPicPr>
            <p:blipFill>
              <a:blip r:embed="rId172"/>
              <a:stretch>
                <a:fillRect/>
              </a:stretch>
            </p:blipFill>
            <p:spPr>
              <a:xfrm>
                <a:off x="5352867" y="1326507"/>
                <a:ext cx="389520" cy="32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3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173D412E-B00D-38C4-8075-09DAA6DEF1D0}"/>
                  </a:ext>
                </a:extLst>
              </p14:cNvPr>
              <p14:cNvContentPartPr/>
              <p14:nvPr/>
            </p14:nvContentPartPr>
            <p14:xfrm>
              <a:off x="5819427" y="1505787"/>
              <a:ext cx="105840" cy="39420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173D412E-B00D-38C4-8075-09DAA6DEF1D0}"/>
                  </a:ext>
                </a:extLst>
              </p:cNvPr>
              <p:cNvPicPr/>
              <p:nvPr/>
            </p:nvPicPr>
            <p:blipFill>
              <a:blip r:embed="rId174"/>
              <a:stretch>
                <a:fillRect/>
              </a:stretch>
            </p:blipFill>
            <p:spPr>
              <a:xfrm>
                <a:off x="5813307" y="1499667"/>
                <a:ext cx="118080" cy="40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5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E3D181AC-3055-D2D1-3115-19F39E425E70}"/>
                  </a:ext>
                </a:extLst>
              </p14:cNvPr>
              <p14:cNvContentPartPr/>
              <p14:nvPr/>
            </p14:nvContentPartPr>
            <p14:xfrm>
              <a:off x="6019587" y="1575267"/>
              <a:ext cx="193320" cy="36324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E3D181AC-3055-D2D1-3115-19F39E425E70}"/>
                  </a:ext>
                </a:extLst>
              </p:cNvPr>
              <p:cNvPicPr/>
              <p:nvPr/>
            </p:nvPicPr>
            <p:blipFill>
              <a:blip r:embed="rId176"/>
              <a:stretch>
                <a:fillRect/>
              </a:stretch>
            </p:blipFill>
            <p:spPr>
              <a:xfrm>
                <a:off x="6013467" y="1569147"/>
                <a:ext cx="205560" cy="37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7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B66D83A4-7F41-F8AE-C9DA-E820149F7327}"/>
                  </a:ext>
                </a:extLst>
              </p14:cNvPr>
              <p14:cNvContentPartPr/>
              <p14:nvPr/>
            </p14:nvContentPartPr>
            <p14:xfrm>
              <a:off x="7586667" y="2190867"/>
              <a:ext cx="124920" cy="72288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B66D83A4-7F41-F8AE-C9DA-E820149F7327}"/>
                  </a:ext>
                </a:extLst>
              </p:cNvPr>
              <p:cNvPicPr/>
              <p:nvPr/>
            </p:nvPicPr>
            <p:blipFill>
              <a:blip r:embed="rId178"/>
              <a:stretch>
                <a:fillRect/>
              </a:stretch>
            </p:blipFill>
            <p:spPr>
              <a:xfrm>
                <a:off x="7580547" y="2184747"/>
                <a:ext cx="137160" cy="73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9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E9FE3F5A-8FE8-0C5F-94AB-D3BCA172DF07}"/>
                  </a:ext>
                </a:extLst>
              </p14:cNvPr>
              <p14:cNvContentPartPr/>
              <p14:nvPr/>
            </p14:nvContentPartPr>
            <p14:xfrm>
              <a:off x="7349067" y="2149467"/>
              <a:ext cx="490320" cy="32760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E9FE3F5A-8FE8-0C5F-94AB-D3BCA172DF07}"/>
                  </a:ext>
                </a:extLst>
              </p:cNvPr>
              <p:cNvPicPr/>
              <p:nvPr/>
            </p:nvPicPr>
            <p:blipFill>
              <a:blip r:embed="rId180"/>
              <a:stretch>
                <a:fillRect/>
              </a:stretch>
            </p:blipFill>
            <p:spPr>
              <a:xfrm>
                <a:off x="7342947" y="2143347"/>
                <a:ext cx="502560" cy="33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1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3B0A779B-9C27-70B5-BB76-395B6F3D7276}"/>
                  </a:ext>
                </a:extLst>
              </p14:cNvPr>
              <p14:cNvContentPartPr/>
              <p14:nvPr/>
            </p14:nvContentPartPr>
            <p14:xfrm>
              <a:off x="7596027" y="2627547"/>
              <a:ext cx="122760" cy="63360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3B0A779B-9C27-70B5-BB76-395B6F3D7276}"/>
                  </a:ext>
                </a:extLst>
              </p:cNvPr>
              <p:cNvPicPr/>
              <p:nvPr/>
            </p:nvPicPr>
            <p:blipFill>
              <a:blip r:embed="rId182"/>
              <a:stretch>
                <a:fillRect/>
              </a:stretch>
            </p:blipFill>
            <p:spPr>
              <a:xfrm>
                <a:off x="7589907" y="2621427"/>
                <a:ext cx="135000" cy="64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3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4176FE9A-B759-3E21-A423-6DE641194DB0}"/>
                  </a:ext>
                </a:extLst>
              </p14:cNvPr>
              <p14:cNvContentPartPr/>
              <p14:nvPr/>
            </p14:nvContentPartPr>
            <p14:xfrm>
              <a:off x="7866747" y="2429187"/>
              <a:ext cx="449640" cy="34200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4176FE9A-B759-3E21-A423-6DE641194DB0}"/>
                  </a:ext>
                </a:extLst>
              </p:cNvPr>
              <p:cNvPicPr/>
              <p:nvPr/>
            </p:nvPicPr>
            <p:blipFill>
              <a:blip r:embed="rId184"/>
              <a:stretch>
                <a:fillRect/>
              </a:stretch>
            </p:blipFill>
            <p:spPr>
              <a:xfrm>
                <a:off x="7860627" y="2423067"/>
                <a:ext cx="461880" cy="35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5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989E0B3B-0AE0-6362-ED53-1C5B76D1B1C4}"/>
                  </a:ext>
                </a:extLst>
              </p14:cNvPr>
              <p14:cNvContentPartPr/>
              <p14:nvPr/>
            </p14:nvContentPartPr>
            <p14:xfrm>
              <a:off x="8400987" y="2743107"/>
              <a:ext cx="21600" cy="19224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989E0B3B-0AE0-6362-ED53-1C5B76D1B1C4}"/>
                  </a:ext>
                </a:extLst>
              </p:cNvPr>
              <p:cNvPicPr/>
              <p:nvPr/>
            </p:nvPicPr>
            <p:blipFill>
              <a:blip r:embed="rId186"/>
              <a:stretch>
                <a:fillRect/>
              </a:stretch>
            </p:blipFill>
            <p:spPr>
              <a:xfrm>
                <a:off x="8394867" y="2736987"/>
                <a:ext cx="33840" cy="20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7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36A73B18-0207-A194-14C6-24B2970A0247}"/>
                  </a:ext>
                </a:extLst>
              </p14:cNvPr>
              <p14:cNvContentPartPr/>
              <p14:nvPr/>
            </p14:nvContentPartPr>
            <p14:xfrm>
              <a:off x="8475147" y="2652747"/>
              <a:ext cx="360" cy="216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36A73B18-0207-A194-14C6-24B2970A0247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8469027" y="2646627"/>
                <a:ext cx="12600" cy="1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37AE5970-9BC3-ED49-6A2C-AAC8BB6087FD}"/>
                  </a:ext>
                </a:extLst>
              </p14:cNvPr>
              <p14:cNvContentPartPr/>
              <p14:nvPr/>
            </p14:nvContentPartPr>
            <p14:xfrm>
              <a:off x="8568027" y="2649507"/>
              <a:ext cx="211680" cy="30456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37AE5970-9BC3-ED49-6A2C-AAC8BB6087FD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8561907" y="2643387"/>
                <a:ext cx="223920" cy="31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0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3C77B638-161D-3BC4-112A-636C147C6574}"/>
                  </a:ext>
                </a:extLst>
              </p14:cNvPr>
              <p14:cNvContentPartPr/>
              <p14:nvPr/>
            </p14:nvContentPartPr>
            <p14:xfrm>
              <a:off x="7346907" y="344427"/>
              <a:ext cx="653040" cy="105804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3C77B638-161D-3BC4-112A-636C147C6574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7340787" y="338307"/>
                <a:ext cx="665280" cy="107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2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CE2806F1-0754-F764-779F-E9317E0E9138}"/>
                  </a:ext>
                </a:extLst>
              </p14:cNvPr>
              <p14:cNvContentPartPr/>
              <p14:nvPr/>
            </p14:nvContentPartPr>
            <p14:xfrm>
              <a:off x="8050347" y="203307"/>
              <a:ext cx="453240" cy="67284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CE2806F1-0754-F764-779F-E9317E0E9138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8044227" y="197187"/>
                <a:ext cx="465480" cy="68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4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7E42A5B9-978F-84EA-6722-E7674D2D6FF2}"/>
                  </a:ext>
                </a:extLst>
              </p14:cNvPr>
              <p14:cNvContentPartPr/>
              <p14:nvPr/>
            </p14:nvContentPartPr>
            <p14:xfrm>
              <a:off x="8580267" y="329667"/>
              <a:ext cx="352440" cy="46584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7E42A5B9-978F-84EA-6722-E7674D2D6FF2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8574147" y="323547"/>
                <a:ext cx="364680" cy="47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6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163CC6BB-5A23-55B0-83BA-7F3C58584FA5}"/>
                  </a:ext>
                </a:extLst>
              </p14:cNvPr>
              <p14:cNvContentPartPr/>
              <p14:nvPr/>
            </p14:nvContentPartPr>
            <p14:xfrm>
              <a:off x="7785747" y="899187"/>
              <a:ext cx="250560" cy="28836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163CC6BB-5A23-55B0-83BA-7F3C58584FA5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7779627" y="893067"/>
                <a:ext cx="262800" cy="30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8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78668831-E4F4-C4B7-CFD5-CF5FDD0E2B13}"/>
                  </a:ext>
                </a:extLst>
              </p14:cNvPr>
              <p14:cNvContentPartPr/>
              <p14:nvPr/>
            </p14:nvContentPartPr>
            <p14:xfrm>
              <a:off x="8091387" y="1108707"/>
              <a:ext cx="198000" cy="29232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78668831-E4F4-C4B7-CFD5-CF5FDD0E2B13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8085267" y="1102587"/>
                <a:ext cx="210240" cy="30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0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0911163C-3339-0BC2-839B-4A58B2110114}"/>
                  </a:ext>
                </a:extLst>
              </p14:cNvPr>
              <p14:cNvContentPartPr/>
              <p14:nvPr/>
            </p14:nvContentPartPr>
            <p14:xfrm>
              <a:off x="8370027" y="1275027"/>
              <a:ext cx="205560" cy="27036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0911163C-3339-0BC2-839B-4A58B2110114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8363907" y="1268907"/>
                <a:ext cx="217800" cy="28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2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61F3023F-9D49-598D-A71E-7333046B45F9}"/>
                  </a:ext>
                </a:extLst>
              </p14:cNvPr>
              <p14:cNvContentPartPr/>
              <p14:nvPr/>
            </p14:nvContentPartPr>
            <p14:xfrm>
              <a:off x="5255387" y="963973"/>
              <a:ext cx="1492560" cy="1143360"/>
            </p14:xfrm>
          </p:contentPart>
        </mc:Choice>
        <mc:Fallback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61F3023F-9D49-598D-A71E-7333046B45F9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5249267" y="957853"/>
                <a:ext cx="1504800" cy="1155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69" name="Group 168">
            <a:extLst>
              <a:ext uri="{FF2B5EF4-FFF2-40B4-BE49-F238E27FC236}">
                <a16:creationId xmlns:a16="http://schemas.microsoft.com/office/drawing/2014/main" id="{E7259F03-CC3D-B4F0-F616-8E3D847DBC14}"/>
              </a:ext>
            </a:extLst>
          </p:cNvPr>
          <p:cNvGrpSpPr/>
          <p:nvPr/>
        </p:nvGrpSpPr>
        <p:grpSpPr>
          <a:xfrm>
            <a:off x="793187" y="4604293"/>
            <a:ext cx="6544080" cy="2018520"/>
            <a:chOff x="793187" y="4604293"/>
            <a:chExt cx="6544080" cy="2018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89729D82-20B9-2261-76EB-CE2B4F61EE97}"/>
                    </a:ext>
                  </a:extLst>
                </p14:cNvPr>
                <p14:cNvContentPartPr/>
                <p14:nvPr/>
              </p14:nvContentPartPr>
              <p14:xfrm>
                <a:off x="793187" y="4647133"/>
                <a:ext cx="569160" cy="101592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89729D82-20B9-2261-76EB-CE2B4F61EE97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787067" y="4641013"/>
                  <a:ext cx="581400" cy="10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351391EF-2AC2-231E-996B-D3DEDF948022}"/>
                    </a:ext>
                  </a:extLst>
                </p14:cNvPr>
                <p14:cNvContentPartPr/>
                <p14:nvPr/>
              </p14:nvContentPartPr>
              <p14:xfrm>
                <a:off x="1414907" y="5056093"/>
                <a:ext cx="457560" cy="45072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351391EF-2AC2-231E-996B-D3DEDF948022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408787" y="5049973"/>
                  <a:ext cx="469800" cy="46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93EFB2DB-AAD5-E4E1-3F7D-4DCF1DDC406C}"/>
                    </a:ext>
                  </a:extLst>
                </p14:cNvPr>
                <p14:cNvContentPartPr/>
                <p14:nvPr/>
              </p14:nvContentPartPr>
              <p14:xfrm>
                <a:off x="1934387" y="4834693"/>
                <a:ext cx="249480" cy="93924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93EFB2DB-AAD5-E4E1-3F7D-4DCF1DDC406C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928267" y="4828573"/>
                  <a:ext cx="261720" cy="9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46271CE3-7DCD-BD64-9DB5-C54AC22660E5}"/>
                    </a:ext>
                  </a:extLst>
                </p14:cNvPr>
                <p14:cNvContentPartPr/>
                <p14:nvPr/>
              </p14:nvContentPartPr>
              <p14:xfrm>
                <a:off x="2388707" y="5009653"/>
                <a:ext cx="253800" cy="50652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46271CE3-7DCD-BD64-9DB5-C54AC22660E5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382587" y="5003533"/>
                  <a:ext cx="266040" cy="51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018D58D9-24E2-D4FF-9575-6ACD5478B208}"/>
                    </a:ext>
                  </a:extLst>
                </p14:cNvPr>
                <p14:cNvContentPartPr/>
                <p14:nvPr/>
              </p14:nvContentPartPr>
              <p14:xfrm>
                <a:off x="2658707" y="4978333"/>
                <a:ext cx="654840" cy="62748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018D58D9-24E2-D4FF-9575-6ACD5478B208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652587" y="4972213"/>
                  <a:ext cx="667080" cy="63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2550C71E-8396-ECD9-3E1B-B3243746A37C}"/>
                    </a:ext>
                  </a:extLst>
                </p14:cNvPr>
                <p14:cNvContentPartPr/>
                <p14:nvPr/>
              </p14:nvContentPartPr>
              <p14:xfrm>
                <a:off x="3522707" y="5024053"/>
                <a:ext cx="46800" cy="27864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2550C71E-8396-ECD9-3E1B-B3243746A37C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3516587" y="5017933"/>
                  <a:ext cx="5904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2B42DA13-3E5D-F005-F111-B7FF9DDCDD9C}"/>
                    </a:ext>
                  </a:extLst>
                </p14:cNvPr>
                <p14:cNvContentPartPr/>
                <p14:nvPr/>
              </p14:nvContentPartPr>
              <p14:xfrm>
                <a:off x="3647627" y="4790413"/>
                <a:ext cx="360" cy="36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2B42DA13-3E5D-F005-F111-B7FF9DDCDD9C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641507" y="478429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F1F841D7-7227-50FC-DE8B-A345A7130F7E}"/>
                    </a:ext>
                  </a:extLst>
                </p14:cNvPr>
                <p14:cNvContentPartPr/>
                <p14:nvPr/>
              </p14:nvContentPartPr>
              <p14:xfrm>
                <a:off x="3815747" y="4604293"/>
                <a:ext cx="956520" cy="94464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F1F841D7-7227-50FC-DE8B-A345A7130F7E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3809627" y="4598173"/>
                  <a:ext cx="968760" cy="9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6CE2076B-2735-519A-5A4D-722B9AC03825}"/>
                    </a:ext>
                  </a:extLst>
                </p14:cNvPr>
                <p14:cNvContentPartPr/>
                <p14:nvPr/>
              </p14:nvContentPartPr>
              <p14:xfrm>
                <a:off x="3300227" y="5879413"/>
                <a:ext cx="7560" cy="24084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6CE2076B-2735-519A-5A4D-722B9AC03825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3294107" y="5873293"/>
                  <a:ext cx="1980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3A660747-DE8F-A691-EEAD-B69D6F328719}"/>
                    </a:ext>
                  </a:extLst>
                </p14:cNvPr>
                <p14:cNvContentPartPr/>
                <p14:nvPr/>
              </p14:nvContentPartPr>
              <p14:xfrm>
                <a:off x="3254507" y="5823613"/>
                <a:ext cx="375480" cy="25560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3A660747-DE8F-A691-EEAD-B69D6F328719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3248387" y="5817493"/>
                  <a:ext cx="38772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0E23087A-0C44-BE79-CA88-7F8CAB6A14E5}"/>
                    </a:ext>
                  </a:extLst>
                </p14:cNvPr>
                <p14:cNvContentPartPr/>
                <p14:nvPr/>
              </p14:nvContentPartPr>
              <p14:xfrm>
                <a:off x="3687947" y="5901373"/>
                <a:ext cx="278640" cy="39096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0E23087A-0C44-BE79-CA88-7F8CAB6A14E5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3681827" y="5895253"/>
                  <a:ext cx="290880" cy="40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8120B984-18B8-DAC6-B020-5A75C6E9B873}"/>
                    </a:ext>
                  </a:extLst>
                </p14:cNvPr>
                <p14:cNvContentPartPr/>
                <p14:nvPr/>
              </p14:nvContentPartPr>
              <p14:xfrm>
                <a:off x="4217507" y="5664493"/>
                <a:ext cx="660600" cy="76140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8120B984-18B8-DAC6-B020-5A75C6E9B873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4211387" y="5658373"/>
                  <a:ext cx="672840" cy="77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109D55D5-3E1E-0D85-1BB3-752A9C885B1E}"/>
                    </a:ext>
                  </a:extLst>
                </p14:cNvPr>
                <p14:cNvContentPartPr/>
                <p14:nvPr/>
              </p14:nvContentPartPr>
              <p14:xfrm>
                <a:off x="5008067" y="6186853"/>
                <a:ext cx="111960" cy="43596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109D55D5-3E1E-0D85-1BB3-752A9C885B1E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5001947" y="6180733"/>
                  <a:ext cx="124200" cy="44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1D66D4DD-AE99-65E7-D0E3-839E29118B90}"/>
                    </a:ext>
                  </a:extLst>
                </p14:cNvPr>
                <p14:cNvContentPartPr/>
                <p14:nvPr/>
              </p14:nvContentPartPr>
              <p14:xfrm>
                <a:off x="5290667" y="5574853"/>
                <a:ext cx="438840" cy="80208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1D66D4DD-AE99-65E7-D0E3-839E29118B90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5284547" y="5568733"/>
                  <a:ext cx="451080" cy="81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1BF28A33-D8C4-6A10-84F3-C571642904E6}"/>
                    </a:ext>
                  </a:extLst>
                </p14:cNvPr>
                <p14:cNvContentPartPr/>
                <p14:nvPr/>
              </p14:nvContentPartPr>
              <p14:xfrm>
                <a:off x="5413787" y="6101893"/>
                <a:ext cx="117720" cy="4716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1BF28A33-D8C4-6A10-84F3-C571642904E6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5407667" y="6095773"/>
                  <a:ext cx="12996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7BD986B6-49B2-0BCF-5DF4-196000E74382}"/>
                    </a:ext>
                  </a:extLst>
                </p14:cNvPr>
                <p14:cNvContentPartPr/>
                <p14:nvPr/>
              </p14:nvContentPartPr>
              <p14:xfrm>
                <a:off x="5895107" y="5722813"/>
                <a:ext cx="437760" cy="61236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7BD986B6-49B2-0BCF-5DF4-196000E74382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5888987" y="5716693"/>
                  <a:ext cx="450000" cy="62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2B39DED6-42A3-F9A0-2BCF-97A008ED1911}"/>
                    </a:ext>
                  </a:extLst>
                </p14:cNvPr>
                <p14:cNvContentPartPr/>
                <p14:nvPr/>
              </p14:nvContentPartPr>
              <p14:xfrm>
                <a:off x="6115787" y="5619133"/>
                <a:ext cx="1221480" cy="79092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2B39DED6-42A3-F9A0-2BCF-97A008ED1911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6109667" y="5613013"/>
                  <a:ext cx="1233720" cy="803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7">
            <p14:nvContentPartPr>
              <p14:cNvPr id="190" name="Ink 189">
                <a:extLst>
                  <a:ext uri="{FF2B5EF4-FFF2-40B4-BE49-F238E27FC236}">
                    <a16:creationId xmlns:a16="http://schemas.microsoft.com/office/drawing/2014/main" id="{4CD1AB58-AAC8-4F17-DF64-748A010BE513}"/>
                  </a:ext>
                </a:extLst>
              </p14:cNvPr>
              <p14:cNvContentPartPr/>
              <p14:nvPr/>
            </p14:nvContentPartPr>
            <p14:xfrm>
              <a:off x="5670827" y="953173"/>
              <a:ext cx="195480" cy="156600"/>
            </p14:xfrm>
          </p:contentPart>
        </mc:Choice>
        <mc:Fallback>
          <p:pic>
            <p:nvPicPr>
              <p:cNvPr id="190" name="Ink 189">
                <a:extLst>
                  <a:ext uri="{FF2B5EF4-FFF2-40B4-BE49-F238E27FC236}">
                    <a16:creationId xmlns:a16="http://schemas.microsoft.com/office/drawing/2014/main" id="{4CD1AB58-AAC8-4F17-DF64-748A010BE513}"/>
                  </a:ext>
                </a:extLst>
              </p:cNvPr>
              <p:cNvPicPr/>
              <p:nvPr/>
            </p:nvPicPr>
            <p:blipFill>
              <a:blip r:embed="rId238"/>
              <a:stretch>
                <a:fillRect/>
              </a:stretch>
            </p:blipFill>
            <p:spPr>
              <a:xfrm>
                <a:off x="5664707" y="947053"/>
                <a:ext cx="207720" cy="16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9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5A3D6137-A213-62B2-3AD4-C239057C7FD9}"/>
                  </a:ext>
                </a:extLst>
              </p14:cNvPr>
              <p14:cNvContentPartPr/>
              <p14:nvPr/>
            </p14:nvContentPartPr>
            <p14:xfrm>
              <a:off x="7778987" y="1546093"/>
              <a:ext cx="852840" cy="104400"/>
            </p14:xfrm>
          </p:contentPart>
        </mc:Choice>
        <mc:Fallback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5A3D6137-A213-62B2-3AD4-C239057C7FD9}"/>
                  </a:ext>
                </a:extLst>
              </p:cNvPr>
              <p:cNvPicPr/>
              <p:nvPr/>
            </p:nvPicPr>
            <p:blipFill>
              <a:blip r:embed="rId240"/>
              <a:stretch>
                <a:fillRect/>
              </a:stretch>
            </p:blipFill>
            <p:spPr>
              <a:xfrm>
                <a:off x="7772867" y="1539973"/>
                <a:ext cx="865080" cy="11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1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EBCDDC65-41D4-61D7-645C-D3FD92AEEA03}"/>
                  </a:ext>
                </a:extLst>
              </p14:cNvPr>
              <p14:cNvContentPartPr/>
              <p14:nvPr/>
            </p14:nvContentPartPr>
            <p14:xfrm>
              <a:off x="7968347" y="1048213"/>
              <a:ext cx="493200" cy="46440"/>
            </p14:xfrm>
          </p:contentPart>
        </mc:Choice>
        <mc:Fallback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EBCDDC65-41D4-61D7-645C-D3FD92AEEA03}"/>
                  </a:ext>
                </a:extLst>
              </p:cNvPr>
              <p:cNvPicPr/>
              <p:nvPr/>
            </p:nvPicPr>
            <p:blipFill>
              <a:blip r:embed="rId242"/>
              <a:stretch>
                <a:fillRect/>
              </a:stretch>
            </p:blipFill>
            <p:spPr>
              <a:xfrm>
                <a:off x="7962227" y="1042093"/>
                <a:ext cx="505440" cy="5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3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757D4360-8FBB-85E7-0B84-426E6136A807}"/>
                  </a:ext>
                </a:extLst>
              </p14:cNvPr>
              <p14:cNvContentPartPr/>
              <p14:nvPr/>
            </p14:nvContentPartPr>
            <p14:xfrm>
              <a:off x="7982747" y="1657693"/>
              <a:ext cx="607320" cy="61200"/>
            </p14:xfrm>
          </p:contentPart>
        </mc:Choice>
        <mc:Fallback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757D4360-8FBB-85E7-0B84-426E6136A807}"/>
                  </a:ext>
                </a:extLst>
              </p:cNvPr>
              <p:cNvPicPr/>
              <p:nvPr/>
            </p:nvPicPr>
            <p:blipFill>
              <a:blip r:embed="rId244"/>
              <a:stretch>
                <a:fillRect/>
              </a:stretch>
            </p:blipFill>
            <p:spPr>
              <a:xfrm>
                <a:off x="7976627" y="1651573"/>
                <a:ext cx="619560" cy="7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5">
            <p14:nvContentPartPr>
              <p14:cNvPr id="200" name="Ink 199">
                <a:extLst>
                  <a:ext uri="{FF2B5EF4-FFF2-40B4-BE49-F238E27FC236}">
                    <a16:creationId xmlns:a16="http://schemas.microsoft.com/office/drawing/2014/main" id="{2FBEC064-9514-8E6C-C912-E60A70EF6B60}"/>
                  </a:ext>
                </a:extLst>
              </p14:cNvPr>
              <p14:cNvContentPartPr/>
              <p14:nvPr/>
            </p14:nvContentPartPr>
            <p14:xfrm>
              <a:off x="975347" y="3810133"/>
              <a:ext cx="1100520" cy="137880"/>
            </p14:xfrm>
          </p:contentPart>
        </mc:Choice>
        <mc:Fallback>
          <p:pic>
            <p:nvPicPr>
              <p:cNvPr id="200" name="Ink 199">
                <a:extLst>
                  <a:ext uri="{FF2B5EF4-FFF2-40B4-BE49-F238E27FC236}">
                    <a16:creationId xmlns:a16="http://schemas.microsoft.com/office/drawing/2014/main" id="{2FBEC064-9514-8E6C-C912-E60A70EF6B60}"/>
                  </a:ext>
                </a:extLst>
              </p:cNvPr>
              <p:cNvPicPr/>
              <p:nvPr/>
            </p:nvPicPr>
            <p:blipFill>
              <a:blip r:embed="rId246"/>
              <a:stretch>
                <a:fillRect/>
              </a:stretch>
            </p:blipFill>
            <p:spPr>
              <a:xfrm>
                <a:off x="969227" y="3803653"/>
                <a:ext cx="1112760" cy="15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7">
            <p14:nvContentPartPr>
              <p14:cNvPr id="214" name="Ink 213">
                <a:extLst>
                  <a:ext uri="{FF2B5EF4-FFF2-40B4-BE49-F238E27FC236}">
                    <a16:creationId xmlns:a16="http://schemas.microsoft.com/office/drawing/2014/main" id="{04E34DB9-38D2-802D-D543-ED1E7973320B}"/>
                  </a:ext>
                </a:extLst>
              </p14:cNvPr>
              <p14:cNvContentPartPr/>
              <p14:nvPr/>
            </p14:nvContentPartPr>
            <p14:xfrm>
              <a:off x="2973347" y="4778533"/>
              <a:ext cx="8640" cy="6480"/>
            </p14:xfrm>
          </p:contentPart>
        </mc:Choice>
        <mc:Fallback>
          <p:pic>
            <p:nvPicPr>
              <p:cNvPr id="214" name="Ink 213">
                <a:extLst>
                  <a:ext uri="{FF2B5EF4-FFF2-40B4-BE49-F238E27FC236}">
                    <a16:creationId xmlns:a16="http://schemas.microsoft.com/office/drawing/2014/main" id="{04E34DB9-38D2-802D-D543-ED1E7973320B}"/>
                  </a:ext>
                </a:extLst>
              </p:cNvPr>
              <p:cNvPicPr/>
              <p:nvPr/>
            </p:nvPicPr>
            <p:blipFill>
              <a:blip r:embed="rId248"/>
              <a:stretch>
                <a:fillRect/>
              </a:stretch>
            </p:blipFill>
            <p:spPr>
              <a:xfrm>
                <a:off x="2967227" y="4772413"/>
                <a:ext cx="20880" cy="1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9">
            <p14:nvContentPartPr>
              <p14:cNvPr id="216" name="Ink 215">
                <a:extLst>
                  <a:ext uri="{FF2B5EF4-FFF2-40B4-BE49-F238E27FC236}">
                    <a16:creationId xmlns:a16="http://schemas.microsoft.com/office/drawing/2014/main" id="{4AACB294-DED8-8BAA-00D3-7152331F6700}"/>
                  </a:ext>
                </a:extLst>
              </p14:cNvPr>
              <p14:cNvContentPartPr/>
              <p14:nvPr/>
            </p14:nvContentPartPr>
            <p14:xfrm>
              <a:off x="7947827" y="1625653"/>
              <a:ext cx="646200" cy="74520"/>
            </p14:xfrm>
          </p:contentPart>
        </mc:Choice>
        <mc:Fallback>
          <p:pic>
            <p:nvPicPr>
              <p:cNvPr id="216" name="Ink 215">
                <a:extLst>
                  <a:ext uri="{FF2B5EF4-FFF2-40B4-BE49-F238E27FC236}">
                    <a16:creationId xmlns:a16="http://schemas.microsoft.com/office/drawing/2014/main" id="{4AACB294-DED8-8BAA-00D3-7152331F6700}"/>
                  </a:ext>
                </a:extLst>
              </p:cNvPr>
              <p:cNvPicPr/>
              <p:nvPr/>
            </p:nvPicPr>
            <p:blipFill>
              <a:blip r:embed="rId250"/>
              <a:stretch>
                <a:fillRect/>
              </a:stretch>
            </p:blipFill>
            <p:spPr>
              <a:xfrm>
                <a:off x="7941707" y="1619173"/>
                <a:ext cx="658440" cy="86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18" name="Group 217">
            <a:extLst>
              <a:ext uri="{FF2B5EF4-FFF2-40B4-BE49-F238E27FC236}">
                <a16:creationId xmlns:a16="http://schemas.microsoft.com/office/drawing/2014/main" id="{5173C23C-7474-0A86-1B03-37CB9FD3AC0E}"/>
              </a:ext>
            </a:extLst>
          </p:cNvPr>
          <p:cNvGrpSpPr/>
          <p:nvPr/>
        </p:nvGrpSpPr>
        <p:grpSpPr>
          <a:xfrm>
            <a:off x="8123147" y="874333"/>
            <a:ext cx="2149560" cy="545760"/>
            <a:chOff x="8123147" y="874333"/>
            <a:chExt cx="2149560" cy="545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85C02D64-B52E-072F-45FE-08B9D63FA11A}"/>
                    </a:ext>
                  </a:extLst>
                </p14:cNvPr>
                <p14:cNvContentPartPr/>
                <p14:nvPr/>
              </p14:nvContentPartPr>
              <p14:xfrm>
                <a:off x="8123147" y="945973"/>
                <a:ext cx="618120" cy="6372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85C02D64-B52E-072F-45FE-08B9D63FA11A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8117027" y="939853"/>
                  <a:ext cx="63036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0FC69C6B-94C6-4708-8070-C01A4B70E84D}"/>
                    </a:ext>
                  </a:extLst>
                </p14:cNvPr>
                <p14:cNvContentPartPr/>
                <p14:nvPr/>
              </p14:nvContentPartPr>
              <p14:xfrm>
                <a:off x="9262907" y="943813"/>
                <a:ext cx="1009800" cy="9000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0FC69C6B-94C6-4708-8070-C01A4B70E84D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9256787" y="937693"/>
                  <a:ext cx="102204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8825C50E-1AF3-F7A7-F61E-505E20F86616}"/>
                    </a:ext>
                  </a:extLst>
                </p14:cNvPr>
                <p14:cNvContentPartPr/>
                <p14:nvPr/>
              </p14:nvContentPartPr>
              <p14:xfrm>
                <a:off x="8773307" y="874333"/>
                <a:ext cx="1312920" cy="54576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8825C50E-1AF3-F7A7-F61E-505E20F86616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8767187" y="868213"/>
                  <a:ext cx="1325160" cy="55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7">
            <p14:nvContentPartPr>
              <p14:cNvPr id="219" name="Ink 218">
                <a:extLst>
                  <a:ext uri="{FF2B5EF4-FFF2-40B4-BE49-F238E27FC236}">
                    <a16:creationId xmlns:a16="http://schemas.microsoft.com/office/drawing/2014/main" id="{93A8BB58-0FA2-C727-6FF0-DDACB5DA2929}"/>
                  </a:ext>
                </a:extLst>
              </p14:cNvPr>
              <p14:cNvContentPartPr/>
              <p14:nvPr/>
            </p14:nvContentPartPr>
            <p14:xfrm>
              <a:off x="5093747" y="1920493"/>
              <a:ext cx="2235960" cy="219600"/>
            </p14:xfrm>
          </p:contentPart>
        </mc:Choice>
        <mc:Fallback>
          <p:pic>
            <p:nvPicPr>
              <p:cNvPr id="219" name="Ink 218">
                <a:extLst>
                  <a:ext uri="{FF2B5EF4-FFF2-40B4-BE49-F238E27FC236}">
                    <a16:creationId xmlns:a16="http://schemas.microsoft.com/office/drawing/2014/main" id="{93A8BB58-0FA2-C727-6FF0-DDACB5DA2929}"/>
                  </a:ext>
                </a:extLst>
              </p:cNvPr>
              <p:cNvPicPr/>
              <p:nvPr/>
            </p:nvPicPr>
            <p:blipFill>
              <a:blip r:embed="rId258"/>
              <a:stretch>
                <a:fillRect/>
              </a:stretch>
            </p:blipFill>
            <p:spPr>
              <a:xfrm>
                <a:off x="5087627" y="1914373"/>
                <a:ext cx="2248200" cy="23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9">
            <p14:nvContentPartPr>
              <p14:cNvPr id="222" name="Ink 221">
                <a:extLst>
                  <a:ext uri="{FF2B5EF4-FFF2-40B4-BE49-F238E27FC236}">
                    <a16:creationId xmlns:a16="http://schemas.microsoft.com/office/drawing/2014/main" id="{924F0232-6061-D1FB-CF00-88982BB3323E}"/>
                  </a:ext>
                </a:extLst>
              </p14:cNvPr>
              <p14:cNvContentPartPr/>
              <p14:nvPr/>
            </p14:nvContentPartPr>
            <p14:xfrm>
              <a:off x="7173107" y="2252053"/>
              <a:ext cx="1144440" cy="137880"/>
            </p14:xfrm>
          </p:contentPart>
        </mc:Choice>
        <mc:Fallback>
          <p:pic>
            <p:nvPicPr>
              <p:cNvPr id="222" name="Ink 221">
                <a:extLst>
                  <a:ext uri="{FF2B5EF4-FFF2-40B4-BE49-F238E27FC236}">
                    <a16:creationId xmlns:a16="http://schemas.microsoft.com/office/drawing/2014/main" id="{924F0232-6061-D1FB-CF00-88982BB3323E}"/>
                  </a:ext>
                </a:extLst>
              </p:cNvPr>
              <p:cNvPicPr/>
              <p:nvPr/>
            </p:nvPicPr>
            <p:blipFill>
              <a:blip r:embed="rId260"/>
              <a:stretch>
                <a:fillRect/>
              </a:stretch>
            </p:blipFill>
            <p:spPr>
              <a:xfrm>
                <a:off x="7166987" y="2245573"/>
                <a:ext cx="1156680" cy="150120"/>
              </a:xfrm>
              <a:prstGeom prst="rect">
                <a:avLst/>
              </a:prstGeom>
            </p:spPr>
          </p:pic>
        </mc:Fallback>
      </mc:AlternateContent>
      <p:grpSp>
        <p:nvGrpSpPr>
          <p:cNvPr id="224" name="Group 223">
            <a:extLst>
              <a:ext uri="{FF2B5EF4-FFF2-40B4-BE49-F238E27FC236}">
                <a16:creationId xmlns:a16="http://schemas.microsoft.com/office/drawing/2014/main" id="{00DE7E50-7108-4FA9-13FC-198333652514}"/>
              </a:ext>
            </a:extLst>
          </p:cNvPr>
          <p:cNvGrpSpPr/>
          <p:nvPr/>
        </p:nvGrpSpPr>
        <p:grpSpPr>
          <a:xfrm>
            <a:off x="7252307" y="1431613"/>
            <a:ext cx="1458000" cy="1040040"/>
            <a:chOff x="7252307" y="1431613"/>
            <a:chExt cx="1458000" cy="1040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FBAE249D-E770-0A39-3393-197966104F61}"/>
                    </a:ext>
                  </a:extLst>
                </p14:cNvPr>
                <p14:cNvContentPartPr/>
                <p14:nvPr/>
              </p14:nvContentPartPr>
              <p14:xfrm>
                <a:off x="8395667" y="1786933"/>
                <a:ext cx="314640" cy="26676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FBAE249D-E770-0A39-3393-197966104F61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8389547" y="1780813"/>
                  <a:ext cx="32688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CA6CAE2A-9155-B252-D83B-BAC6C7AC4B3F}"/>
                    </a:ext>
                  </a:extLst>
                </p14:cNvPr>
                <p14:cNvContentPartPr/>
                <p14:nvPr/>
              </p14:nvContentPartPr>
              <p14:xfrm>
                <a:off x="8612027" y="2044333"/>
                <a:ext cx="360" cy="180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CA6CAE2A-9155-B252-D83B-BAC6C7AC4B3F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8605907" y="2038213"/>
                  <a:ext cx="12600" cy="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4B15BA20-A628-5A8E-F9B6-17235CC54869}"/>
                    </a:ext>
                  </a:extLst>
                </p14:cNvPr>
                <p14:cNvContentPartPr/>
                <p14:nvPr/>
              </p14:nvContentPartPr>
              <p14:xfrm>
                <a:off x="7765307" y="1431613"/>
                <a:ext cx="360" cy="36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4B15BA20-A628-5A8E-F9B6-17235CC54869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7759187" y="142549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2A90CC92-A75F-A691-8EC7-FDF407CE69E8}"/>
                    </a:ext>
                  </a:extLst>
                </p14:cNvPr>
                <p14:cNvContentPartPr/>
                <p14:nvPr/>
              </p14:nvContentPartPr>
              <p14:xfrm>
                <a:off x="8059427" y="1458973"/>
                <a:ext cx="360" cy="36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2A90CC92-A75F-A691-8EC7-FDF407CE69E8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8053307" y="145285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65007CC9-73BF-2F22-F665-DFD7A4DD5470}"/>
                    </a:ext>
                  </a:extLst>
                </p14:cNvPr>
                <p14:cNvContentPartPr/>
                <p14:nvPr/>
              </p14:nvContentPartPr>
              <p14:xfrm>
                <a:off x="7543187" y="1665253"/>
                <a:ext cx="182160" cy="42588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65007CC9-73BF-2F22-F665-DFD7A4DD5470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7537067" y="1659133"/>
                  <a:ext cx="194400" cy="43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5B445BD3-AC96-5933-C9B1-335C0B27C13F}"/>
                    </a:ext>
                  </a:extLst>
                </p14:cNvPr>
                <p14:cNvContentPartPr/>
                <p14:nvPr/>
              </p14:nvContentPartPr>
              <p14:xfrm>
                <a:off x="7775027" y="1927333"/>
                <a:ext cx="292680" cy="40356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5B445BD3-AC96-5933-C9B1-335C0B27C13F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7768907" y="1921213"/>
                  <a:ext cx="304920" cy="41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8AE8AE0D-8724-7D93-28A1-3357D53BCA7B}"/>
                    </a:ext>
                  </a:extLst>
                </p14:cNvPr>
                <p14:cNvContentPartPr/>
                <p14:nvPr/>
              </p14:nvContentPartPr>
              <p14:xfrm>
                <a:off x="7325387" y="2310013"/>
                <a:ext cx="478800" cy="4464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8AE8AE0D-8724-7D93-28A1-3357D53BCA7B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7319267" y="2303893"/>
                  <a:ext cx="49104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1CE370EA-7882-7F06-6AF1-0639FFACE09D}"/>
                    </a:ext>
                  </a:extLst>
                </p14:cNvPr>
                <p14:cNvContentPartPr/>
                <p14:nvPr/>
              </p14:nvContentPartPr>
              <p14:xfrm>
                <a:off x="7309907" y="2471293"/>
                <a:ext cx="360" cy="36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1CE370EA-7882-7F06-6AF1-0639FFACE09D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7303787" y="246517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963AD8E7-41CF-9C2E-481A-4D07046CAD4A}"/>
                    </a:ext>
                  </a:extLst>
                </p14:cNvPr>
                <p14:cNvContentPartPr/>
                <p14:nvPr/>
              </p14:nvContentPartPr>
              <p14:xfrm>
                <a:off x="7252307" y="2207773"/>
                <a:ext cx="1173600" cy="22356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963AD8E7-41CF-9C2E-481A-4D07046CAD4A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7246187" y="2201653"/>
                  <a:ext cx="1185840" cy="23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FF951D97-4FC4-447A-FCE0-F174D9D11DEB}"/>
              </a:ext>
            </a:extLst>
          </p:cNvPr>
          <p:cNvGrpSpPr/>
          <p:nvPr/>
        </p:nvGrpSpPr>
        <p:grpSpPr>
          <a:xfrm>
            <a:off x="685547" y="169093"/>
            <a:ext cx="5632920" cy="2387680"/>
            <a:chOff x="685547" y="169093"/>
            <a:chExt cx="5632920" cy="2387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70467A90-D399-7615-B1FE-979F078C3578}"/>
                    </a:ext>
                  </a:extLst>
                </p14:cNvPr>
                <p14:cNvContentPartPr/>
                <p14:nvPr/>
              </p14:nvContentPartPr>
              <p14:xfrm>
                <a:off x="685547" y="291133"/>
                <a:ext cx="419040" cy="42912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70467A90-D399-7615-B1FE-979F078C3578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679427" y="285013"/>
                  <a:ext cx="431280" cy="44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E38BADD8-2A97-F99F-0913-C5E9B8A79FFE}"/>
                    </a:ext>
                  </a:extLst>
                </p14:cNvPr>
                <p14:cNvContentPartPr/>
                <p14:nvPr/>
              </p14:nvContentPartPr>
              <p14:xfrm>
                <a:off x="1100267" y="604333"/>
                <a:ext cx="236160" cy="39420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E38BADD8-2A97-F99F-0913-C5E9B8A79FFE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1094147" y="598213"/>
                  <a:ext cx="24840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F8D29477-A260-6DFC-B430-C46DC263850D}"/>
                    </a:ext>
                  </a:extLst>
                </p14:cNvPr>
                <p14:cNvContentPartPr/>
                <p14:nvPr/>
              </p14:nvContentPartPr>
              <p14:xfrm>
                <a:off x="1416347" y="714133"/>
                <a:ext cx="227520" cy="31968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F8D29477-A260-6DFC-B430-C46DC263850D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1410227" y="708013"/>
                  <a:ext cx="23976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A184AB6F-1934-98B4-37C7-E25D5F514FFC}"/>
                    </a:ext>
                  </a:extLst>
                </p14:cNvPr>
                <p14:cNvContentPartPr/>
                <p14:nvPr/>
              </p14:nvContentPartPr>
              <p14:xfrm>
                <a:off x="1856627" y="539173"/>
                <a:ext cx="407160" cy="5976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A184AB6F-1934-98B4-37C7-E25D5F514FFC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1850507" y="533053"/>
                  <a:ext cx="4194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5948A334-BD8A-FCC6-A3C1-F78548A142C4}"/>
                    </a:ext>
                  </a:extLst>
                </p14:cNvPr>
                <p14:cNvContentPartPr/>
                <p14:nvPr/>
              </p14:nvContentPartPr>
              <p14:xfrm>
                <a:off x="1835027" y="772453"/>
                <a:ext cx="499320" cy="16344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5948A334-BD8A-FCC6-A3C1-F78548A142C4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1828907" y="766333"/>
                  <a:ext cx="51156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8AB7C4CF-6DEB-E2B3-AC04-68BEF5242218}"/>
                    </a:ext>
                  </a:extLst>
                </p14:cNvPr>
                <p14:cNvContentPartPr/>
                <p14:nvPr/>
              </p14:nvContentPartPr>
              <p14:xfrm>
                <a:off x="2495627" y="324973"/>
                <a:ext cx="353880" cy="46800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8AB7C4CF-6DEB-E2B3-AC04-68BEF5242218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2489507" y="318853"/>
                  <a:ext cx="366120" cy="48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AFF96EA5-3EFC-8ECD-F93D-867A4D7CCAC4}"/>
                    </a:ext>
                  </a:extLst>
                </p14:cNvPr>
                <p14:cNvContentPartPr/>
                <p14:nvPr/>
              </p14:nvContentPartPr>
              <p14:xfrm>
                <a:off x="2871467" y="636013"/>
                <a:ext cx="209880" cy="50940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AFF96EA5-3EFC-8ECD-F93D-867A4D7CCAC4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2865347" y="629893"/>
                  <a:ext cx="222120" cy="52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5924A628-B457-3EC7-85F7-F03C8911511F}"/>
                    </a:ext>
                  </a:extLst>
                </p14:cNvPr>
                <p14:cNvContentPartPr/>
                <p14:nvPr/>
              </p14:nvContentPartPr>
              <p14:xfrm>
                <a:off x="3203387" y="837973"/>
                <a:ext cx="228600" cy="34344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5924A628-B457-3EC7-85F7-F03C8911511F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3197267" y="831853"/>
                  <a:ext cx="240840" cy="35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E6E2DBFB-3ECF-28A6-2839-9C5C1D527B2C}"/>
                    </a:ext>
                  </a:extLst>
                </p14:cNvPr>
                <p14:cNvContentPartPr/>
                <p14:nvPr/>
              </p14:nvContentPartPr>
              <p14:xfrm>
                <a:off x="3676427" y="570133"/>
                <a:ext cx="399960" cy="14652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E6E2DBFB-3ECF-28A6-2839-9C5C1D527B2C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3670307" y="564013"/>
                  <a:ext cx="41220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047C5057-5B7C-9D77-6538-816115448834}"/>
                    </a:ext>
                  </a:extLst>
                </p14:cNvPr>
                <p14:cNvContentPartPr/>
                <p14:nvPr/>
              </p14:nvContentPartPr>
              <p14:xfrm>
                <a:off x="4230107" y="228853"/>
                <a:ext cx="645480" cy="71928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047C5057-5B7C-9D77-6538-816115448834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4223987" y="222733"/>
                  <a:ext cx="657720" cy="73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75F40883-C4C8-9FC6-4CE3-2ADC9F3FEDB2}"/>
                    </a:ext>
                  </a:extLst>
                </p14:cNvPr>
                <p14:cNvContentPartPr/>
                <p14:nvPr/>
              </p14:nvContentPartPr>
              <p14:xfrm>
                <a:off x="5145587" y="169093"/>
                <a:ext cx="397080" cy="67248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75F40883-C4C8-9FC6-4CE3-2ADC9F3FEDB2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5139467" y="162973"/>
                  <a:ext cx="409320" cy="68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1007D56A-C278-B6C5-C60D-AA9F8030E1ED}"/>
                    </a:ext>
                  </a:extLst>
                </p14:cNvPr>
                <p14:cNvContentPartPr/>
                <p14:nvPr/>
              </p14:nvContentPartPr>
              <p14:xfrm>
                <a:off x="5848307" y="255133"/>
                <a:ext cx="470160" cy="3492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1007D56A-C278-B6C5-C60D-AA9F8030E1ED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5842187" y="249013"/>
                  <a:ext cx="48240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89F821A4-5335-A5A3-9988-B13822DE1EDC}"/>
                    </a:ext>
                  </a:extLst>
                </p14:cNvPr>
                <p14:cNvContentPartPr/>
                <p14:nvPr/>
              </p14:nvContentPartPr>
              <p14:xfrm>
                <a:off x="5793587" y="335413"/>
                <a:ext cx="266400" cy="42696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89F821A4-5335-A5A3-9988-B13822DE1EDC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5787467" y="329293"/>
                  <a:ext cx="278640" cy="43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8E4DAB87-A865-E38A-DB48-DF3078F6794D}"/>
                    </a:ext>
                  </a:extLst>
                </p14:cNvPr>
                <p14:cNvContentPartPr/>
                <p14:nvPr/>
              </p14:nvContentPartPr>
              <p14:xfrm>
                <a:off x="5164307" y="676333"/>
                <a:ext cx="1005480" cy="22320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8E4DAB87-A865-E38A-DB48-DF3078F6794D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5158187" y="670213"/>
                  <a:ext cx="101772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D773C95B-AD94-11B4-E817-996486324C96}"/>
                    </a:ext>
                  </a:extLst>
                </p14:cNvPr>
                <p14:cNvContentPartPr/>
                <p14:nvPr/>
              </p14:nvContentPartPr>
              <p14:xfrm>
                <a:off x="5182307" y="992413"/>
                <a:ext cx="200160" cy="29664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D773C95B-AD94-11B4-E817-996486324C96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5176187" y="986293"/>
                  <a:ext cx="21240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EF217180-BF66-6C97-2BB2-BB912880011A}"/>
                    </a:ext>
                  </a:extLst>
                </p14:cNvPr>
                <p14:cNvContentPartPr/>
                <p14:nvPr/>
              </p14:nvContentPartPr>
              <p14:xfrm>
                <a:off x="1344707" y="1694413"/>
                <a:ext cx="88920" cy="38124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EF217180-BF66-6C97-2BB2-BB912880011A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1338587" y="1688293"/>
                  <a:ext cx="101160" cy="39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C34856AA-C350-4E6E-B3F9-9319D71C5B6B}"/>
                    </a:ext>
                  </a:extLst>
                </p14:cNvPr>
                <p14:cNvContentPartPr/>
                <p14:nvPr/>
              </p14:nvContentPartPr>
              <p14:xfrm>
                <a:off x="1526147" y="1929133"/>
                <a:ext cx="29520" cy="25668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C34856AA-C350-4E6E-B3F9-9319D71C5B6B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1520027" y="1923013"/>
                  <a:ext cx="4176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871A811B-73D5-A631-3777-CAE6F2650F19}"/>
                    </a:ext>
                  </a:extLst>
                </p14:cNvPr>
                <p14:cNvContentPartPr/>
                <p14:nvPr/>
              </p14:nvContentPartPr>
              <p14:xfrm>
                <a:off x="4228667" y="1668493"/>
                <a:ext cx="192240" cy="50940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871A811B-73D5-A631-3777-CAE6F2650F19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4222547" y="1662373"/>
                  <a:ext cx="204480" cy="52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1AE0D21F-B91B-7D7C-D14D-D633C7DC6259}"/>
                    </a:ext>
                  </a:extLst>
                </p14:cNvPr>
                <p14:cNvContentPartPr/>
                <p14:nvPr/>
              </p14:nvContentPartPr>
              <p14:xfrm>
                <a:off x="4477427" y="2046133"/>
                <a:ext cx="443880" cy="26892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1AE0D21F-B91B-7D7C-D14D-D633C7DC6259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4471307" y="2040013"/>
                  <a:ext cx="45612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6D20E1C9-D902-CF21-676C-86DC6D8CCBA0}"/>
                    </a:ext>
                  </a:extLst>
                </p14:cNvPr>
                <p14:cNvContentPartPr/>
                <p14:nvPr/>
              </p14:nvContentPartPr>
              <p14:xfrm>
                <a:off x="4009787" y="2425733"/>
                <a:ext cx="973800" cy="13104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6D20E1C9-D902-CF21-676C-86DC6D8CCBA0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4003667" y="2419613"/>
                  <a:ext cx="98604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FB902EBC-8459-B3B3-421C-4EFE78DD8DF8}"/>
                    </a:ext>
                  </a:extLst>
                </p14:cNvPr>
                <p14:cNvContentPartPr/>
                <p14:nvPr/>
              </p14:nvContentPartPr>
              <p14:xfrm>
                <a:off x="2448827" y="1215773"/>
                <a:ext cx="211320" cy="45792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FB902EBC-8459-B3B3-421C-4EFE78DD8DF8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2442707" y="1209653"/>
                  <a:ext cx="223560" cy="47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F2CA40ED-E62B-E3E8-52CE-A787F0DACFEE}"/>
                    </a:ext>
                  </a:extLst>
                </p14:cNvPr>
                <p14:cNvContentPartPr/>
                <p14:nvPr/>
              </p14:nvContentPartPr>
              <p14:xfrm>
                <a:off x="2739347" y="1512773"/>
                <a:ext cx="181440" cy="39024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F2CA40ED-E62B-E3E8-52CE-A787F0DACFEE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2733227" y="1506653"/>
                  <a:ext cx="193680" cy="40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870F3CF3-3A13-BAA4-3399-20AB8EC07EE0}"/>
                    </a:ext>
                  </a:extLst>
                </p14:cNvPr>
                <p14:cNvContentPartPr/>
                <p14:nvPr/>
              </p14:nvContentPartPr>
              <p14:xfrm>
                <a:off x="3046787" y="1519613"/>
                <a:ext cx="239760" cy="51012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870F3CF3-3A13-BAA4-3399-20AB8EC07EE0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3040667" y="1513493"/>
                  <a:ext cx="252000" cy="52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2" name="Group 231">
            <a:extLst>
              <a:ext uri="{FF2B5EF4-FFF2-40B4-BE49-F238E27FC236}">
                <a16:creationId xmlns:a16="http://schemas.microsoft.com/office/drawing/2014/main" id="{24F26BDD-765F-8004-397F-5A625D039148}"/>
              </a:ext>
            </a:extLst>
          </p:cNvPr>
          <p:cNvGrpSpPr/>
          <p:nvPr/>
        </p:nvGrpSpPr>
        <p:grpSpPr>
          <a:xfrm>
            <a:off x="97307" y="1681813"/>
            <a:ext cx="2402920" cy="2726640"/>
            <a:chOff x="97307" y="1681813"/>
            <a:chExt cx="2402920" cy="2726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A09E8B5-55E5-EE92-8A78-D91716F600AB}"/>
                    </a:ext>
                  </a:extLst>
                </p14:cNvPr>
                <p14:cNvContentPartPr/>
                <p14:nvPr/>
              </p14:nvContentPartPr>
              <p14:xfrm>
                <a:off x="2499867" y="3761187"/>
                <a:ext cx="360" cy="3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A09E8B5-55E5-EE92-8A78-D91716F600A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493747" y="375506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4D65FCB-D6C1-4591-C24C-16D0BCCD60EE}"/>
                    </a:ext>
                  </a:extLst>
                </p14:cNvPr>
                <p14:cNvContentPartPr/>
                <p14:nvPr/>
              </p14:nvContentPartPr>
              <p14:xfrm>
                <a:off x="1493667" y="2258907"/>
                <a:ext cx="23400" cy="7927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4D65FCB-D6C1-4591-C24C-16D0BCCD60EE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1487547" y="2252787"/>
                  <a:ext cx="35640" cy="80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96C3E36-BEFC-DAD8-9F1A-3961941E1868}"/>
                    </a:ext>
                  </a:extLst>
                </p14:cNvPr>
                <p14:cNvContentPartPr/>
                <p14:nvPr/>
              </p14:nvContentPartPr>
              <p14:xfrm>
                <a:off x="1311147" y="2176827"/>
                <a:ext cx="315360" cy="2736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96C3E36-BEFC-DAD8-9F1A-3961941E1868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305027" y="2170707"/>
                  <a:ext cx="32760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AD7434D-6B36-9C77-E217-8195E4055080}"/>
                    </a:ext>
                  </a:extLst>
                </p14:cNvPr>
                <p14:cNvContentPartPr/>
                <p14:nvPr/>
              </p14:nvContentPartPr>
              <p14:xfrm>
                <a:off x="1208547" y="3359787"/>
                <a:ext cx="296280" cy="2977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AD7434D-6B36-9C77-E217-8195E4055080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1202427" y="3353667"/>
                  <a:ext cx="30852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925D219-5323-43DE-72F2-60A576B5DDEE}"/>
                    </a:ext>
                  </a:extLst>
                </p14:cNvPr>
                <p14:cNvContentPartPr/>
                <p14:nvPr/>
              </p14:nvContentPartPr>
              <p14:xfrm>
                <a:off x="1729827" y="3521427"/>
                <a:ext cx="3960" cy="1922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925D219-5323-43DE-72F2-60A576B5DDEE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723707" y="3515307"/>
                  <a:ext cx="1620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FB4984CD-394C-BB02-117F-7CF10B2C36DE}"/>
                    </a:ext>
                  </a:extLst>
                </p14:cNvPr>
                <p14:cNvContentPartPr/>
                <p14:nvPr/>
              </p14:nvContentPartPr>
              <p14:xfrm>
                <a:off x="97307" y="1681813"/>
                <a:ext cx="924840" cy="31320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FB4984CD-394C-BB02-117F-7CF10B2C36DE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91187" y="1675693"/>
                  <a:ext cx="93708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E3DB6715-9146-92F7-5E9F-EAAB28B94CDF}"/>
                    </a:ext>
                  </a:extLst>
                </p14:cNvPr>
                <p14:cNvContentPartPr/>
                <p14:nvPr/>
              </p14:nvContentPartPr>
              <p14:xfrm>
                <a:off x="875987" y="2849293"/>
                <a:ext cx="1464120" cy="155916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E3DB6715-9146-92F7-5E9F-EAAB28B94CDF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869867" y="2843173"/>
                  <a:ext cx="1476360" cy="1571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36">
            <p14:nvContentPartPr>
              <p14:cNvPr id="233" name="Ink 232">
                <a:extLst>
                  <a:ext uri="{FF2B5EF4-FFF2-40B4-BE49-F238E27FC236}">
                    <a16:creationId xmlns:a16="http://schemas.microsoft.com/office/drawing/2014/main" id="{4DC5AFE7-6C78-2598-EF51-ED67A400AC8F}"/>
                  </a:ext>
                </a:extLst>
              </p14:cNvPr>
              <p14:cNvContentPartPr/>
              <p14:nvPr/>
            </p14:nvContentPartPr>
            <p14:xfrm>
              <a:off x="228707" y="1220653"/>
              <a:ext cx="344520" cy="451800"/>
            </p14:xfrm>
          </p:contentPart>
        </mc:Choice>
        <mc:Fallback>
          <p:pic>
            <p:nvPicPr>
              <p:cNvPr id="233" name="Ink 232">
                <a:extLst>
                  <a:ext uri="{FF2B5EF4-FFF2-40B4-BE49-F238E27FC236}">
                    <a16:creationId xmlns:a16="http://schemas.microsoft.com/office/drawing/2014/main" id="{4DC5AFE7-6C78-2598-EF51-ED67A400AC8F}"/>
                  </a:ext>
                </a:extLst>
              </p:cNvPr>
              <p:cNvPicPr/>
              <p:nvPr/>
            </p:nvPicPr>
            <p:blipFill>
              <a:blip r:embed="rId337"/>
              <a:stretch>
                <a:fillRect/>
              </a:stretch>
            </p:blipFill>
            <p:spPr>
              <a:xfrm>
                <a:off x="222587" y="1214533"/>
                <a:ext cx="356760" cy="464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38" name="Group 237">
            <a:extLst>
              <a:ext uri="{FF2B5EF4-FFF2-40B4-BE49-F238E27FC236}">
                <a16:creationId xmlns:a16="http://schemas.microsoft.com/office/drawing/2014/main" id="{6FF50582-560A-96AC-E303-F5A80C921FDF}"/>
              </a:ext>
            </a:extLst>
          </p:cNvPr>
          <p:cNvGrpSpPr/>
          <p:nvPr/>
        </p:nvGrpSpPr>
        <p:grpSpPr>
          <a:xfrm>
            <a:off x="8549027" y="3351853"/>
            <a:ext cx="1437840" cy="1311480"/>
            <a:chOff x="8549027" y="3351853"/>
            <a:chExt cx="1437840" cy="1311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50B8B948-B91C-89F6-1921-0AF40AB94CB5}"/>
                    </a:ext>
                  </a:extLst>
                </p14:cNvPr>
                <p14:cNvContentPartPr/>
                <p14:nvPr/>
              </p14:nvContentPartPr>
              <p14:xfrm>
                <a:off x="8746667" y="3755053"/>
                <a:ext cx="314280" cy="66492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50B8B948-B91C-89F6-1921-0AF40AB94CB5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8740547" y="3748933"/>
                  <a:ext cx="326520" cy="67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2A5EC54E-00A6-BDA3-0780-5E47E0BA17E8}"/>
                    </a:ext>
                  </a:extLst>
                </p14:cNvPr>
                <p14:cNvContentPartPr/>
                <p14:nvPr/>
              </p14:nvContentPartPr>
              <p14:xfrm>
                <a:off x="8633627" y="4047013"/>
                <a:ext cx="250200" cy="5796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2A5EC54E-00A6-BDA3-0780-5E47E0BA17E8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8627507" y="4040893"/>
                  <a:ext cx="26244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AE15660C-5A23-7C26-E0F8-2DF7AF77E36C}"/>
                    </a:ext>
                  </a:extLst>
                </p14:cNvPr>
                <p14:cNvContentPartPr/>
                <p14:nvPr/>
              </p14:nvContentPartPr>
              <p14:xfrm>
                <a:off x="9281627" y="3852253"/>
                <a:ext cx="244800" cy="46116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AE15660C-5A23-7C26-E0F8-2DF7AF77E36C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9275507" y="3846133"/>
                  <a:ext cx="257040" cy="47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212D51D5-7628-FCC6-DAE8-48943A6E2591}"/>
                    </a:ext>
                  </a:extLst>
                </p14:cNvPr>
                <p14:cNvContentPartPr/>
                <p14:nvPr/>
              </p14:nvContentPartPr>
              <p14:xfrm>
                <a:off x="8549027" y="3351853"/>
                <a:ext cx="1437840" cy="131148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212D51D5-7628-FCC6-DAE8-48943A6E2591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8542907" y="3345733"/>
                  <a:ext cx="1450080" cy="132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D255CB94-F392-4798-FB8A-CFF2EBB1813A}"/>
              </a:ext>
            </a:extLst>
          </p:cNvPr>
          <p:cNvGrpSpPr/>
          <p:nvPr/>
        </p:nvGrpSpPr>
        <p:grpSpPr>
          <a:xfrm>
            <a:off x="4468427" y="3901573"/>
            <a:ext cx="1403640" cy="1019880"/>
            <a:chOff x="4468427" y="3901573"/>
            <a:chExt cx="1403640" cy="1019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F7EA6AA5-5D39-AF10-2900-2BA00F01FDF9}"/>
                    </a:ext>
                  </a:extLst>
                </p14:cNvPr>
                <p14:cNvContentPartPr/>
                <p14:nvPr/>
              </p14:nvContentPartPr>
              <p14:xfrm>
                <a:off x="5143067" y="4072573"/>
                <a:ext cx="320400" cy="47916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F7EA6AA5-5D39-AF10-2900-2BA00F01FDF9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5136947" y="4066453"/>
                  <a:ext cx="332640" cy="49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E12A45FB-D446-C2A3-2A2D-EE236E14469D}"/>
                    </a:ext>
                  </a:extLst>
                </p14:cNvPr>
                <p14:cNvContentPartPr/>
                <p14:nvPr/>
              </p14:nvContentPartPr>
              <p14:xfrm>
                <a:off x="5034347" y="4158973"/>
                <a:ext cx="678600" cy="35424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E12A45FB-D446-C2A3-2A2D-EE236E14469D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5028227" y="4152853"/>
                  <a:ext cx="69084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4AE961BD-6086-8F5D-E235-45E83AA42F01}"/>
                    </a:ext>
                  </a:extLst>
                </p14:cNvPr>
                <p14:cNvContentPartPr/>
                <p14:nvPr/>
              </p14:nvContentPartPr>
              <p14:xfrm>
                <a:off x="4468427" y="3901573"/>
                <a:ext cx="1403640" cy="101988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4AE961BD-6086-8F5D-E235-45E83AA42F01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4462307" y="3895453"/>
                  <a:ext cx="1415880" cy="1032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52">
            <p14:nvContentPartPr>
              <p14:cNvPr id="243" name="Ink 242">
                <a:extLst>
                  <a:ext uri="{FF2B5EF4-FFF2-40B4-BE49-F238E27FC236}">
                    <a16:creationId xmlns:a16="http://schemas.microsoft.com/office/drawing/2014/main" id="{D61C7589-7134-1FE1-D68A-102BB672AEB7}"/>
                  </a:ext>
                </a:extLst>
              </p14:cNvPr>
              <p14:cNvContentPartPr/>
              <p14:nvPr/>
            </p14:nvContentPartPr>
            <p14:xfrm>
              <a:off x="3381947" y="3294253"/>
              <a:ext cx="360" cy="1080"/>
            </p14:xfrm>
          </p:contentPart>
        </mc:Choice>
        <mc:Fallback>
          <p:pic>
            <p:nvPicPr>
              <p:cNvPr id="243" name="Ink 242">
                <a:extLst>
                  <a:ext uri="{FF2B5EF4-FFF2-40B4-BE49-F238E27FC236}">
                    <a16:creationId xmlns:a16="http://schemas.microsoft.com/office/drawing/2014/main" id="{D61C7589-7134-1FE1-D68A-102BB672AEB7}"/>
                  </a:ext>
                </a:extLst>
              </p:cNvPr>
              <p:cNvPicPr/>
              <p:nvPr/>
            </p:nvPicPr>
            <p:blipFill>
              <a:blip r:embed="rId353"/>
              <a:stretch>
                <a:fillRect/>
              </a:stretch>
            </p:blipFill>
            <p:spPr>
              <a:xfrm>
                <a:off x="3375827" y="3288133"/>
                <a:ext cx="12600" cy="13320"/>
              </a:xfrm>
              <a:prstGeom prst="rect">
                <a:avLst/>
              </a:prstGeom>
            </p:spPr>
          </p:pic>
        </mc:Fallback>
      </mc:AlternateContent>
      <p:grpSp>
        <p:nvGrpSpPr>
          <p:cNvPr id="247" name="Group 246">
            <a:extLst>
              <a:ext uri="{FF2B5EF4-FFF2-40B4-BE49-F238E27FC236}">
                <a16:creationId xmlns:a16="http://schemas.microsoft.com/office/drawing/2014/main" id="{0B8F061E-89D3-6581-6CDD-2DD26EAC22DB}"/>
              </a:ext>
            </a:extLst>
          </p:cNvPr>
          <p:cNvGrpSpPr/>
          <p:nvPr/>
        </p:nvGrpSpPr>
        <p:grpSpPr>
          <a:xfrm>
            <a:off x="3457547" y="450253"/>
            <a:ext cx="3809520" cy="2048400"/>
            <a:chOff x="3457547" y="450253"/>
            <a:chExt cx="3809520" cy="2048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C6E01F13-3EAE-5751-34CF-5BB1BF059022}"/>
                    </a:ext>
                  </a:extLst>
                </p14:cNvPr>
                <p14:cNvContentPartPr/>
                <p14:nvPr/>
              </p14:nvContentPartPr>
              <p14:xfrm>
                <a:off x="6574787" y="450253"/>
                <a:ext cx="692280" cy="114948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C6E01F13-3EAE-5751-34CF-5BB1BF059022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6568667" y="444133"/>
                  <a:ext cx="704520" cy="11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70F2D8D4-67E0-6C81-740A-C0A8A37B8BB8}"/>
                    </a:ext>
                  </a:extLst>
                </p14:cNvPr>
                <p14:cNvContentPartPr/>
                <p14:nvPr/>
              </p14:nvContentPartPr>
              <p14:xfrm>
                <a:off x="3457547" y="1351693"/>
                <a:ext cx="1229040" cy="44208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70F2D8D4-67E0-6C81-740A-C0A8A37B8BB8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3451427" y="1345573"/>
                  <a:ext cx="1241280" cy="45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3010EC35-1B38-F316-C32C-D9708EDE5512}"/>
                    </a:ext>
                  </a:extLst>
                </p14:cNvPr>
                <p14:cNvContentPartPr/>
                <p14:nvPr/>
              </p14:nvContentPartPr>
              <p14:xfrm>
                <a:off x="5024627" y="1095373"/>
                <a:ext cx="1641240" cy="140328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3010EC35-1B38-F316-C32C-D9708EDE5512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5018507" y="1089253"/>
                  <a:ext cx="1653480" cy="1415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60">
            <p14:nvContentPartPr>
              <p14:cNvPr id="248" name="Ink 247">
                <a:extLst>
                  <a:ext uri="{FF2B5EF4-FFF2-40B4-BE49-F238E27FC236}">
                    <a16:creationId xmlns:a16="http://schemas.microsoft.com/office/drawing/2014/main" id="{4987B963-D550-D80E-6AFE-3C578DBD4D18}"/>
                  </a:ext>
                </a:extLst>
              </p14:cNvPr>
              <p14:cNvContentPartPr/>
              <p14:nvPr/>
            </p14:nvContentPartPr>
            <p14:xfrm>
              <a:off x="7211987" y="2247733"/>
              <a:ext cx="2159640" cy="1086840"/>
            </p14:xfrm>
          </p:contentPart>
        </mc:Choice>
        <mc:Fallback>
          <p:pic>
            <p:nvPicPr>
              <p:cNvPr id="248" name="Ink 247">
                <a:extLst>
                  <a:ext uri="{FF2B5EF4-FFF2-40B4-BE49-F238E27FC236}">
                    <a16:creationId xmlns:a16="http://schemas.microsoft.com/office/drawing/2014/main" id="{4987B963-D550-D80E-6AFE-3C578DBD4D18}"/>
                  </a:ext>
                </a:extLst>
              </p:cNvPr>
              <p:cNvPicPr/>
              <p:nvPr/>
            </p:nvPicPr>
            <p:blipFill>
              <a:blip r:embed="rId361"/>
              <a:stretch>
                <a:fillRect/>
              </a:stretch>
            </p:blipFill>
            <p:spPr>
              <a:xfrm>
                <a:off x="7205867" y="2241613"/>
                <a:ext cx="2171880" cy="109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2">
            <p14:nvContentPartPr>
              <p14:cNvPr id="249" name="Ink 248">
                <a:extLst>
                  <a:ext uri="{FF2B5EF4-FFF2-40B4-BE49-F238E27FC236}">
                    <a16:creationId xmlns:a16="http://schemas.microsoft.com/office/drawing/2014/main" id="{DE5EE03A-489B-4E65-13D4-679DC04B66BF}"/>
                  </a:ext>
                </a:extLst>
              </p14:cNvPr>
              <p14:cNvContentPartPr/>
              <p14:nvPr/>
            </p14:nvContentPartPr>
            <p14:xfrm>
              <a:off x="8204867" y="2148373"/>
              <a:ext cx="6480" cy="38160"/>
            </p14:xfrm>
          </p:contentPart>
        </mc:Choice>
        <mc:Fallback>
          <p:pic>
            <p:nvPicPr>
              <p:cNvPr id="249" name="Ink 248">
                <a:extLst>
                  <a:ext uri="{FF2B5EF4-FFF2-40B4-BE49-F238E27FC236}">
                    <a16:creationId xmlns:a16="http://schemas.microsoft.com/office/drawing/2014/main" id="{DE5EE03A-489B-4E65-13D4-679DC04B66BF}"/>
                  </a:ext>
                </a:extLst>
              </p:cNvPr>
              <p:cNvPicPr/>
              <p:nvPr/>
            </p:nvPicPr>
            <p:blipFill>
              <a:blip r:embed="rId363"/>
              <a:stretch>
                <a:fillRect/>
              </a:stretch>
            </p:blipFill>
            <p:spPr>
              <a:xfrm>
                <a:off x="8198747" y="2142253"/>
                <a:ext cx="18720" cy="5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4">
            <p14:nvContentPartPr>
              <p14:cNvPr id="251" name="Ink 250">
                <a:extLst>
                  <a:ext uri="{FF2B5EF4-FFF2-40B4-BE49-F238E27FC236}">
                    <a16:creationId xmlns:a16="http://schemas.microsoft.com/office/drawing/2014/main" id="{92055863-18E5-F31F-684E-0F1E1EF034F8}"/>
                  </a:ext>
                </a:extLst>
              </p14:cNvPr>
              <p14:cNvContentPartPr/>
              <p14:nvPr/>
            </p14:nvContentPartPr>
            <p14:xfrm>
              <a:off x="8156987" y="2348533"/>
              <a:ext cx="3240" cy="15120"/>
            </p14:xfrm>
          </p:contentPart>
        </mc:Choice>
        <mc:Fallback>
          <p:pic>
            <p:nvPicPr>
              <p:cNvPr id="251" name="Ink 250">
                <a:extLst>
                  <a:ext uri="{FF2B5EF4-FFF2-40B4-BE49-F238E27FC236}">
                    <a16:creationId xmlns:a16="http://schemas.microsoft.com/office/drawing/2014/main" id="{92055863-18E5-F31F-684E-0F1E1EF034F8}"/>
                  </a:ext>
                </a:extLst>
              </p:cNvPr>
              <p:cNvPicPr/>
              <p:nvPr/>
            </p:nvPicPr>
            <p:blipFill>
              <a:blip r:embed="rId365"/>
              <a:stretch>
                <a:fillRect/>
              </a:stretch>
            </p:blipFill>
            <p:spPr>
              <a:xfrm>
                <a:off x="8150867" y="2342413"/>
                <a:ext cx="15480" cy="27360"/>
              </a:xfrm>
              <a:prstGeom prst="rect">
                <a:avLst/>
              </a:prstGeom>
            </p:spPr>
          </p:pic>
        </mc:Fallback>
      </mc:AlternateContent>
      <p:grpSp>
        <p:nvGrpSpPr>
          <p:cNvPr id="254" name="Group 253">
            <a:extLst>
              <a:ext uri="{FF2B5EF4-FFF2-40B4-BE49-F238E27FC236}">
                <a16:creationId xmlns:a16="http://schemas.microsoft.com/office/drawing/2014/main" id="{EB261346-C024-6012-97F1-924C2D0F796E}"/>
              </a:ext>
            </a:extLst>
          </p:cNvPr>
          <p:cNvGrpSpPr/>
          <p:nvPr/>
        </p:nvGrpSpPr>
        <p:grpSpPr>
          <a:xfrm>
            <a:off x="5769107" y="2818693"/>
            <a:ext cx="387360" cy="76680"/>
            <a:chOff x="5769107" y="2818693"/>
            <a:chExt cx="387360" cy="76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348A64FF-9596-C2AD-BA78-5899C8932777}"/>
                    </a:ext>
                  </a:extLst>
                </p14:cNvPr>
                <p14:cNvContentPartPr/>
                <p14:nvPr/>
              </p14:nvContentPartPr>
              <p14:xfrm>
                <a:off x="5769107" y="2818693"/>
                <a:ext cx="21960" cy="5436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348A64FF-9596-C2AD-BA78-5899C8932777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5762987" y="2812573"/>
                  <a:ext cx="3420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2DDA7BF2-63A0-3345-AA65-F780ED862151}"/>
                    </a:ext>
                  </a:extLst>
                </p14:cNvPr>
                <p14:cNvContentPartPr/>
                <p14:nvPr/>
              </p14:nvContentPartPr>
              <p14:xfrm>
                <a:off x="6156107" y="2895013"/>
                <a:ext cx="360" cy="36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2DDA7BF2-63A0-3345-AA65-F780ED862151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6149987" y="288889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70">
            <p14:nvContentPartPr>
              <p14:cNvPr id="253" name="Ink 252">
                <a:extLst>
                  <a:ext uri="{FF2B5EF4-FFF2-40B4-BE49-F238E27FC236}">
                    <a16:creationId xmlns:a16="http://schemas.microsoft.com/office/drawing/2014/main" id="{9B1A6FC1-3C8E-C45B-53B1-89ED87FC94A9}"/>
                  </a:ext>
                </a:extLst>
              </p14:cNvPr>
              <p14:cNvContentPartPr/>
              <p14:nvPr/>
            </p14:nvContentPartPr>
            <p14:xfrm>
              <a:off x="7476587" y="2603053"/>
              <a:ext cx="3240" cy="360"/>
            </p14:xfrm>
          </p:contentPart>
        </mc:Choice>
        <mc:Fallback>
          <p:pic>
            <p:nvPicPr>
              <p:cNvPr id="253" name="Ink 252">
                <a:extLst>
                  <a:ext uri="{FF2B5EF4-FFF2-40B4-BE49-F238E27FC236}">
                    <a16:creationId xmlns:a16="http://schemas.microsoft.com/office/drawing/2014/main" id="{9B1A6FC1-3C8E-C45B-53B1-89ED87FC94A9}"/>
                  </a:ext>
                </a:extLst>
              </p:cNvPr>
              <p:cNvPicPr/>
              <p:nvPr/>
            </p:nvPicPr>
            <p:blipFill>
              <a:blip r:embed="rId371"/>
              <a:stretch>
                <a:fillRect/>
              </a:stretch>
            </p:blipFill>
            <p:spPr>
              <a:xfrm>
                <a:off x="7470467" y="2596933"/>
                <a:ext cx="1548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2">
            <p14:nvContentPartPr>
              <p14:cNvPr id="255" name="Ink 254">
                <a:extLst>
                  <a:ext uri="{FF2B5EF4-FFF2-40B4-BE49-F238E27FC236}">
                    <a16:creationId xmlns:a16="http://schemas.microsoft.com/office/drawing/2014/main" id="{310C1595-7DE4-EE64-8886-F6748E28B4E7}"/>
                  </a:ext>
                </a:extLst>
              </p14:cNvPr>
              <p14:cNvContentPartPr/>
              <p14:nvPr/>
            </p14:nvContentPartPr>
            <p14:xfrm>
              <a:off x="3930227" y="4014973"/>
              <a:ext cx="834120" cy="68760"/>
            </p14:xfrm>
          </p:contentPart>
        </mc:Choice>
        <mc:Fallback>
          <p:pic>
            <p:nvPicPr>
              <p:cNvPr id="255" name="Ink 254">
                <a:extLst>
                  <a:ext uri="{FF2B5EF4-FFF2-40B4-BE49-F238E27FC236}">
                    <a16:creationId xmlns:a16="http://schemas.microsoft.com/office/drawing/2014/main" id="{310C1595-7DE4-EE64-8886-F6748E28B4E7}"/>
                  </a:ext>
                </a:extLst>
              </p:cNvPr>
              <p:cNvPicPr/>
              <p:nvPr/>
            </p:nvPicPr>
            <p:blipFill>
              <a:blip r:embed="rId373"/>
              <a:stretch>
                <a:fillRect/>
              </a:stretch>
            </p:blipFill>
            <p:spPr>
              <a:xfrm>
                <a:off x="3924107" y="4008853"/>
                <a:ext cx="846360" cy="8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4">
            <p14:nvContentPartPr>
              <p14:cNvPr id="257" name="Ink 256">
                <a:extLst>
                  <a:ext uri="{FF2B5EF4-FFF2-40B4-BE49-F238E27FC236}">
                    <a16:creationId xmlns:a16="http://schemas.microsoft.com/office/drawing/2014/main" id="{860230FA-3D99-F9AF-8D79-BC2F97F65450}"/>
                  </a:ext>
                </a:extLst>
              </p14:cNvPr>
              <p14:cNvContentPartPr/>
              <p14:nvPr/>
            </p14:nvContentPartPr>
            <p14:xfrm>
              <a:off x="1507427" y="4202173"/>
              <a:ext cx="1098000" cy="100080"/>
            </p14:xfrm>
          </p:contentPart>
        </mc:Choice>
        <mc:Fallback>
          <p:pic>
            <p:nvPicPr>
              <p:cNvPr id="257" name="Ink 256">
                <a:extLst>
                  <a:ext uri="{FF2B5EF4-FFF2-40B4-BE49-F238E27FC236}">
                    <a16:creationId xmlns:a16="http://schemas.microsoft.com/office/drawing/2014/main" id="{860230FA-3D99-F9AF-8D79-BC2F97F65450}"/>
                  </a:ext>
                </a:extLst>
              </p:cNvPr>
              <p:cNvPicPr/>
              <p:nvPr/>
            </p:nvPicPr>
            <p:blipFill>
              <a:blip r:embed="rId375"/>
              <a:stretch>
                <a:fillRect/>
              </a:stretch>
            </p:blipFill>
            <p:spPr>
              <a:xfrm>
                <a:off x="1501307" y="4196053"/>
                <a:ext cx="1110240" cy="11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6">
            <p14:nvContentPartPr>
              <p14:cNvPr id="258" name="Ink 257">
                <a:extLst>
                  <a:ext uri="{FF2B5EF4-FFF2-40B4-BE49-F238E27FC236}">
                    <a16:creationId xmlns:a16="http://schemas.microsoft.com/office/drawing/2014/main" id="{E3537F53-C3F1-F333-99B3-4D4B2391A6F9}"/>
                  </a:ext>
                </a:extLst>
              </p14:cNvPr>
              <p14:cNvContentPartPr/>
              <p14:nvPr/>
            </p14:nvContentPartPr>
            <p14:xfrm>
              <a:off x="6315587" y="2262853"/>
              <a:ext cx="30600" cy="20520"/>
            </p14:xfrm>
          </p:contentPart>
        </mc:Choice>
        <mc:Fallback>
          <p:pic>
            <p:nvPicPr>
              <p:cNvPr id="258" name="Ink 257">
                <a:extLst>
                  <a:ext uri="{FF2B5EF4-FFF2-40B4-BE49-F238E27FC236}">
                    <a16:creationId xmlns:a16="http://schemas.microsoft.com/office/drawing/2014/main" id="{E3537F53-C3F1-F333-99B3-4D4B2391A6F9}"/>
                  </a:ext>
                </a:extLst>
              </p:cNvPr>
              <p:cNvPicPr/>
              <p:nvPr/>
            </p:nvPicPr>
            <p:blipFill>
              <a:blip r:embed="rId377"/>
              <a:stretch>
                <a:fillRect/>
              </a:stretch>
            </p:blipFill>
            <p:spPr>
              <a:xfrm>
                <a:off x="6309467" y="2256733"/>
                <a:ext cx="42840" cy="3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8">
            <p14:nvContentPartPr>
              <p14:cNvPr id="259" name="Ink 258">
                <a:extLst>
                  <a:ext uri="{FF2B5EF4-FFF2-40B4-BE49-F238E27FC236}">
                    <a16:creationId xmlns:a16="http://schemas.microsoft.com/office/drawing/2014/main" id="{A612D0B9-51E1-D5DF-C22E-45975E572FFA}"/>
                  </a:ext>
                </a:extLst>
              </p14:cNvPr>
              <p14:cNvContentPartPr/>
              <p14:nvPr/>
            </p14:nvContentPartPr>
            <p14:xfrm>
              <a:off x="5939027" y="2542213"/>
              <a:ext cx="360" cy="360"/>
            </p14:xfrm>
          </p:contentPart>
        </mc:Choice>
        <mc:Fallback>
          <p:pic>
            <p:nvPicPr>
              <p:cNvPr id="259" name="Ink 258">
                <a:extLst>
                  <a:ext uri="{FF2B5EF4-FFF2-40B4-BE49-F238E27FC236}">
                    <a16:creationId xmlns:a16="http://schemas.microsoft.com/office/drawing/2014/main" id="{A612D0B9-51E1-D5DF-C22E-45975E572FFA}"/>
                  </a:ext>
                </a:extLst>
              </p:cNvPr>
              <p:cNvPicPr/>
              <p:nvPr/>
            </p:nvPicPr>
            <p:blipFill>
              <a:blip r:embed="rId369"/>
              <a:stretch>
                <a:fillRect/>
              </a:stretch>
            </p:blipFill>
            <p:spPr>
              <a:xfrm>
                <a:off x="5932907" y="2536093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9">
            <p14:nvContentPartPr>
              <p14:cNvPr id="260" name="Ink 259">
                <a:extLst>
                  <a:ext uri="{FF2B5EF4-FFF2-40B4-BE49-F238E27FC236}">
                    <a16:creationId xmlns:a16="http://schemas.microsoft.com/office/drawing/2014/main" id="{2F54C127-66DB-48C7-6B16-4F3DD1012B23}"/>
                  </a:ext>
                </a:extLst>
              </p14:cNvPr>
              <p14:cNvContentPartPr/>
              <p14:nvPr/>
            </p14:nvContentPartPr>
            <p14:xfrm>
              <a:off x="4200587" y="4191013"/>
              <a:ext cx="2880" cy="3240"/>
            </p14:xfrm>
          </p:contentPart>
        </mc:Choice>
        <mc:Fallback>
          <p:pic>
            <p:nvPicPr>
              <p:cNvPr id="260" name="Ink 259">
                <a:extLst>
                  <a:ext uri="{FF2B5EF4-FFF2-40B4-BE49-F238E27FC236}">
                    <a16:creationId xmlns:a16="http://schemas.microsoft.com/office/drawing/2014/main" id="{2F54C127-66DB-48C7-6B16-4F3DD1012B23}"/>
                  </a:ext>
                </a:extLst>
              </p:cNvPr>
              <p:cNvPicPr/>
              <p:nvPr/>
            </p:nvPicPr>
            <p:blipFill>
              <a:blip r:embed="rId380"/>
              <a:stretch>
                <a:fillRect/>
              </a:stretch>
            </p:blipFill>
            <p:spPr>
              <a:xfrm>
                <a:off x="4194467" y="4184893"/>
                <a:ext cx="15120" cy="1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1">
            <p14:nvContentPartPr>
              <p14:cNvPr id="261" name="Ink 260">
                <a:extLst>
                  <a:ext uri="{FF2B5EF4-FFF2-40B4-BE49-F238E27FC236}">
                    <a16:creationId xmlns:a16="http://schemas.microsoft.com/office/drawing/2014/main" id="{19E44D63-7961-5A8C-702F-9B99B1A0D246}"/>
                  </a:ext>
                </a:extLst>
              </p14:cNvPr>
              <p14:cNvContentPartPr/>
              <p14:nvPr/>
            </p14:nvContentPartPr>
            <p14:xfrm>
              <a:off x="2959307" y="2231173"/>
              <a:ext cx="360" cy="360"/>
            </p14:xfrm>
          </p:contentPart>
        </mc:Choice>
        <mc:Fallback>
          <p:pic>
            <p:nvPicPr>
              <p:cNvPr id="261" name="Ink 260">
                <a:extLst>
                  <a:ext uri="{FF2B5EF4-FFF2-40B4-BE49-F238E27FC236}">
                    <a16:creationId xmlns:a16="http://schemas.microsoft.com/office/drawing/2014/main" id="{19E44D63-7961-5A8C-702F-9B99B1A0D246}"/>
                  </a:ext>
                </a:extLst>
              </p:cNvPr>
              <p:cNvPicPr/>
              <p:nvPr/>
            </p:nvPicPr>
            <p:blipFill>
              <a:blip r:embed="rId369"/>
              <a:stretch>
                <a:fillRect/>
              </a:stretch>
            </p:blipFill>
            <p:spPr>
              <a:xfrm>
                <a:off x="2953187" y="2225053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2">
            <p14:nvContentPartPr>
              <p14:cNvPr id="262" name="Ink 261">
                <a:extLst>
                  <a:ext uri="{FF2B5EF4-FFF2-40B4-BE49-F238E27FC236}">
                    <a16:creationId xmlns:a16="http://schemas.microsoft.com/office/drawing/2014/main" id="{450025B6-1AB0-C5C3-14DB-5AEB45437656}"/>
                  </a:ext>
                </a:extLst>
              </p14:cNvPr>
              <p14:cNvContentPartPr/>
              <p14:nvPr/>
            </p14:nvContentPartPr>
            <p14:xfrm>
              <a:off x="7802387" y="5801293"/>
              <a:ext cx="2880" cy="1800"/>
            </p14:xfrm>
          </p:contentPart>
        </mc:Choice>
        <mc:Fallback>
          <p:pic>
            <p:nvPicPr>
              <p:cNvPr id="262" name="Ink 261">
                <a:extLst>
                  <a:ext uri="{FF2B5EF4-FFF2-40B4-BE49-F238E27FC236}">
                    <a16:creationId xmlns:a16="http://schemas.microsoft.com/office/drawing/2014/main" id="{450025B6-1AB0-C5C3-14DB-5AEB45437656}"/>
                  </a:ext>
                </a:extLst>
              </p:cNvPr>
              <p:cNvPicPr/>
              <p:nvPr/>
            </p:nvPicPr>
            <p:blipFill>
              <a:blip r:embed="rId383"/>
              <a:stretch>
                <a:fillRect/>
              </a:stretch>
            </p:blipFill>
            <p:spPr>
              <a:xfrm>
                <a:off x="7796267" y="5795173"/>
                <a:ext cx="15120" cy="1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4">
            <p14:nvContentPartPr>
              <p14:cNvPr id="264" name="Ink 263">
                <a:extLst>
                  <a:ext uri="{FF2B5EF4-FFF2-40B4-BE49-F238E27FC236}">
                    <a16:creationId xmlns:a16="http://schemas.microsoft.com/office/drawing/2014/main" id="{DDAA2CB5-9805-F936-B463-6C0A676C6111}"/>
                  </a:ext>
                </a:extLst>
              </p14:cNvPr>
              <p14:cNvContentPartPr/>
              <p14:nvPr/>
            </p14:nvContentPartPr>
            <p14:xfrm>
              <a:off x="5983667" y="2185813"/>
              <a:ext cx="360" cy="8280"/>
            </p14:xfrm>
          </p:contentPart>
        </mc:Choice>
        <mc:Fallback>
          <p:pic>
            <p:nvPicPr>
              <p:cNvPr id="264" name="Ink 263">
                <a:extLst>
                  <a:ext uri="{FF2B5EF4-FFF2-40B4-BE49-F238E27FC236}">
                    <a16:creationId xmlns:a16="http://schemas.microsoft.com/office/drawing/2014/main" id="{DDAA2CB5-9805-F936-B463-6C0A676C6111}"/>
                  </a:ext>
                </a:extLst>
              </p:cNvPr>
              <p:cNvPicPr/>
              <p:nvPr/>
            </p:nvPicPr>
            <p:blipFill>
              <a:blip r:embed="rId385"/>
              <a:stretch>
                <a:fillRect/>
              </a:stretch>
            </p:blipFill>
            <p:spPr>
              <a:xfrm>
                <a:off x="5977547" y="2179693"/>
                <a:ext cx="12600" cy="20520"/>
              </a:xfrm>
              <a:prstGeom prst="rect">
                <a:avLst/>
              </a:prstGeom>
            </p:spPr>
          </p:pic>
        </mc:Fallback>
      </mc:AlternateContent>
      <p:grpSp>
        <p:nvGrpSpPr>
          <p:cNvPr id="268" name="Group 267">
            <a:extLst>
              <a:ext uri="{FF2B5EF4-FFF2-40B4-BE49-F238E27FC236}">
                <a16:creationId xmlns:a16="http://schemas.microsoft.com/office/drawing/2014/main" id="{9A00A9A3-83AA-6ABE-DC12-BCBBED434AE7}"/>
              </a:ext>
            </a:extLst>
          </p:cNvPr>
          <p:cNvGrpSpPr/>
          <p:nvPr/>
        </p:nvGrpSpPr>
        <p:grpSpPr>
          <a:xfrm>
            <a:off x="7727867" y="3055213"/>
            <a:ext cx="1221840" cy="158040"/>
            <a:chOff x="7727867" y="3055213"/>
            <a:chExt cx="1221840" cy="158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5A7C9031-6B36-2D00-05BC-94460EBE302A}"/>
                    </a:ext>
                  </a:extLst>
                </p14:cNvPr>
                <p14:cNvContentPartPr/>
                <p14:nvPr/>
              </p14:nvContentPartPr>
              <p14:xfrm>
                <a:off x="8457227" y="3068893"/>
                <a:ext cx="360" cy="180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5A7C9031-6B36-2D00-05BC-94460EBE302A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8451107" y="3062773"/>
                  <a:ext cx="12600" cy="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297750D6-E1BB-93D7-5C30-D58047515B0C}"/>
                    </a:ext>
                  </a:extLst>
                </p14:cNvPr>
                <p14:cNvContentPartPr/>
                <p14:nvPr/>
              </p14:nvContentPartPr>
              <p14:xfrm>
                <a:off x="8311787" y="3211813"/>
                <a:ext cx="1440" cy="144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297750D6-E1BB-93D7-5C30-D58047515B0C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8305667" y="3205693"/>
                  <a:ext cx="13680" cy="1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E801612B-3435-6F00-60B3-77FCBF799F00}"/>
                    </a:ext>
                  </a:extLst>
                </p14:cNvPr>
                <p14:cNvContentPartPr/>
                <p14:nvPr/>
              </p14:nvContentPartPr>
              <p14:xfrm>
                <a:off x="7727867" y="3055213"/>
                <a:ext cx="1221840" cy="7812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E801612B-3435-6F00-60B3-77FCBF799F00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7721747" y="3049093"/>
                  <a:ext cx="1234080" cy="90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92">
            <p14:nvContentPartPr>
              <p14:cNvPr id="269" name="Ink 268">
                <a:extLst>
                  <a:ext uri="{FF2B5EF4-FFF2-40B4-BE49-F238E27FC236}">
                    <a16:creationId xmlns:a16="http://schemas.microsoft.com/office/drawing/2014/main" id="{4EA43A06-2AE6-EB56-1B20-D56AAA2FB60B}"/>
                  </a:ext>
                </a:extLst>
              </p14:cNvPr>
              <p14:cNvContentPartPr/>
              <p14:nvPr/>
            </p14:nvContentPartPr>
            <p14:xfrm>
              <a:off x="8203427" y="3396853"/>
              <a:ext cx="6120" cy="14040"/>
            </p14:xfrm>
          </p:contentPart>
        </mc:Choice>
        <mc:Fallback>
          <p:pic>
            <p:nvPicPr>
              <p:cNvPr id="269" name="Ink 268">
                <a:extLst>
                  <a:ext uri="{FF2B5EF4-FFF2-40B4-BE49-F238E27FC236}">
                    <a16:creationId xmlns:a16="http://schemas.microsoft.com/office/drawing/2014/main" id="{4EA43A06-2AE6-EB56-1B20-D56AAA2FB60B}"/>
                  </a:ext>
                </a:extLst>
              </p:cNvPr>
              <p:cNvPicPr/>
              <p:nvPr/>
            </p:nvPicPr>
            <p:blipFill>
              <a:blip r:embed="rId393"/>
              <a:stretch>
                <a:fillRect/>
              </a:stretch>
            </p:blipFill>
            <p:spPr>
              <a:xfrm>
                <a:off x="8197307" y="3390733"/>
                <a:ext cx="18360" cy="26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77" name="Group 276">
            <a:extLst>
              <a:ext uri="{FF2B5EF4-FFF2-40B4-BE49-F238E27FC236}">
                <a16:creationId xmlns:a16="http://schemas.microsoft.com/office/drawing/2014/main" id="{CE039EDE-46B6-23A9-45F5-2010B283FDD2}"/>
              </a:ext>
            </a:extLst>
          </p:cNvPr>
          <p:cNvGrpSpPr/>
          <p:nvPr/>
        </p:nvGrpSpPr>
        <p:grpSpPr>
          <a:xfrm>
            <a:off x="4452227" y="2729413"/>
            <a:ext cx="1164960" cy="849600"/>
            <a:chOff x="4452227" y="2729413"/>
            <a:chExt cx="1164960" cy="849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DE65B1BD-3B8D-CFEB-EC18-F98B666FEF35}"/>
                    </a:ext>
                  </a:extLst>
                </p14:cNvPr>
                <p14:cNvContentPartPr/>
                <p14:nvPr/>
              </p14:nvContentPartPr>
              <p14:xfrm>
                <a:off x="4452227" y="2729413"/>
                <a:ext cx="567720" cy="46044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DE65B1BD-3B8D-CFEB-EC18-F98B666FEF35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4446107" y="2723293"/>
                  <a:ext cx="579960" cy="47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9F6F805E-BA68-AC4E-2C3A-4FA8F2319198}"/>
                    </a:ext>
                  </a:extLst>
                </p14:cNvPr>
                <p14:cNvContentPartPr/>
                <p14:nvPr/>
              </p14:nvContentPartPr>
              <p14:xfrm>
                <a:off x="5078267" y="2895733"/>
                <a:ext cx="70920" cy="68328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9F6F805E-BA68-AC4E-2C3A-4FA8F2319198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5072147" y="2889613"/>
                  <a:ext cx="83160" cy="69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45014067-4D08-0274-6CFE-672E3E624E47}"/>
                    </a:ext>
                  </a:extLst>
                </p14:cNvPr>
                <p14:cNvContentPartPr/>
                <p14:nvPr/>
              </p14:nvContentPartPr>
              <p14:xfrm>
                <a:off x="5338187" y="2747053"/>
                <a:ext cx="279000" cy="78372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45014067-4D08-0274-6CFE-672E3E624E47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5332067" y="2740933"/>
                  <a:ext cx="291240" cy="79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9" name="Group 278">
            <a:extLst>
              <a:ext uri="{FF2B5EF4-FFF2-40B4-BE49-F238E27FC236}">
                <a16:creationId xmlns:a16="http://schemas.microsoft.com/office/drawing/2014/main" id="{90FC88AA-C77A-B9D2-B6AD-0DB0B5F7CEF7}"/>
              </a:ext>
            </a:extLst>
          </p:cNvPr>
          <p:cNvGrpSpPr/>
          <p:nvPr/>
        </p:nvGrpSpPr>
        <p:grpSpPr>
          <a:xfrm>
            <a:off x="1995947" y="1029133"/>
            <a:ext cx="1726920" cy="2153520"/>
            <a:chOff x="1995947" y="1029133"/>
            <a:chExt cx="1726920" cy="2153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95F339EB-FE05-509D-8F06-7A6E6F6AE291}"/>
                    </a:ext>
                  </a:extLst>
                </p14:cNvPr>
                <p14:cNvContentPartPr/>
                <p14:nvPr/>
              </p14:nvContentPartPr>
              <p14:xfrm>
                <a:off x="1995947" y="2266813"/>
                <a:ext cx="387360" cy="56844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95F339EB-FE05-509D-8F06-7A6E6F6AE291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1989827" y="2260693"/>
                  <a:ext cx="399600" cy="58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50C6343D-DF20-F575-61B2-A8E589CDA0BB}"/>
                    </a:ext>
                  </a:extLst>
                </p14:cNvPr>
                <p14:cNvContentPartPr/>
                <p14:nvPr/>
              </p14:nvContentPartPr>
              <p14:xfrm>
                <a:off x="2415347" y="2477053"/>
                <a:ext cx="396000" cy="53280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50C6343D-DF20-F575-61B2-A8E589CDA0BB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2409227" y="2470933"/>
                  <a:ext cx="408240" cy="54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673ED3AE-2180-D253-6953-C0F2DE950434}"/>
                    </a:ext>
                  </a:extLst>
                </p14:cNvPr>
                <p14:cNvContentPartPr/>
                <p14:nvPr/>
              </p14:nvContentPartPr>
              <p14:xfrm>
                <a:off x="2508947" y="2589733"/>
                <a:ext cx="896400" cy="59292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673ED3AE-2180-D253-6953-C0F2DE950434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2502827" y="2583613"/>
                  <a:ext cx="908640" cy="60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E05B138D-289E-0FC1-390B-CCE3905B4857}"/>
                    </a:ext>
                  </a:extLst>
                </p14:cNvPr>
                <p14:cNvContentPartPr/>
                <p14:nvPr/>
              </p14:nvContentPartPr>
              <p14:xfrm>
                <a:off x="2253347" y="1029133"/>
                <a:ext cx="1469520" cy="140688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E05B138D-289E-0FC1-390B-CCE3905B4857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2247227" y="1023013"/>
                  <a:ext cx="1481760" cy="1419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926659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7ECC7-D785-87BE-E91B-0ED96EAFA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5236C663-65AC-6DE1-4C8E-17C1C8ADA502}"/>
              </a:ext>
            </a:extLst>
          </p:cNvPr>
          <p:cNvGrpSpPr/>
          <p:nvPr/>
        </p:nvGrpSpPr>
        <p:grpSpPr>
          <a:xfrm>
            <a:off x="898227" y="338667"/>
            <a:ext cx="3656520" cy="1132200"/>
            <a:chOff x="898227" y="338667"/>
            <a:chExt cx="3656520" cy="1132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E5C9D523-1128-917F-D3F5-F9DC423D5B92}"/>
                    </a:ext>
                  </a:extLst>
                </p14:cNvPr>
                <p14:cNvContentPartPr/>
                <p14:nvPr/>
              </p14:nvContentPartPr>
              <p14:xfrm>
                <a:off x="1077147" y="507507"/>
                <a:ext cx="57240" cy="49752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E5C9D523-1128-917F-D3F5-F9DC423D5B9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71027" y="501387"/>
                  <a:ext cx="69480" cy="50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5E90005B-1726-3CB8-F89F-8DF8F08B541A}"/>
                    </a:ext>
                  </a:extLst>
                </p14:cNvPr>
                <p14:cNvContentPartPr/>
                <p14:nvPr/>
              </p14:nvContentPartPr>
              <p14:xfrm>
                <a:off x="977787" y="341187"/>
                <a:ext cx="481320" cy="9536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5E90005B-1726-3CB8-F89F-8DF8F08B541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71667" y="335067"/>
                  <a:ext cx="493560" cy="9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BB4B6D7-CA6B-AA11-DF5F-8A9AE73743F4}"/>
                    </a:ext>
                  </a:extLst>
                </p14:cNvPr>
                <p14:cNvContentPartPr/>
                <p14:nvPr/>
              </p14:nvContentPartPr>
              <p14:xfrm>
                <a:off x="1548747" y="338667"/>
                <a:ext cx="3006000" cy="11322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BB4B6D7-CA6B-AA11-DF5F-8A9AE73743F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542627" y="332547"/>
                  <a:ext cx="3018240" cy="11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777A935-226C-0204-8BD9-8EB42A40D261}"/>
                    </a:ext>
                  </a:extLst>
                </p14:cNvPr>
                <p14:cNvContentPartPr/>
                <p14:nvPr/>
              </p14:nvContentPartPr>
              <p14:xfrm>
                <a:off x="898227" y="1168467"/>
                <a:ext cx="3352320" cy="2736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777A935-226C-0204-8BD9-8EB42A40D26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92107" y="1162347"/>
                  <a:ext cx="3364560" cy="285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E5D20754-8EF0-651A-7572-1CB9BCCE17E7}"/>
                  </a:ext>
                </a:extLst>
              </p14:cNvPr>
              <p14:cNvContentPartPr/>
              <p14:nvPr/>
            </p14:nvContentPartPr>
            <p14:xfrm>
              <a:off x="10661787" y="3898347"/>
              <a:ext cx="70560" cy="56664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E5D20754-8EF0-651A-7572-1CB9BCCE17E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655667" y="3892227"/>
                <a:ext cx="82800" cy="57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7A623262-3C8A-B6C7-E50E-EAB5141CF024}"/>
                  </a:ext>
                </a:extLst>
              </p14:cNvPr>
              <p14:cNvContentPartPr/>
              <p14:nvPr/>
            </p14:nvContentPartPr>
            <p14:xfrm>
              <a:off x="793467" y="3775947"/>
              <a:ext cx="432000" cy="74988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7A623262-3C8A-B6C7-E50E-EAB5141CF02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87347" y="3769827"/>
                <a:ext cx="444240" cy="76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54FBB150-FB6E-2E58-0298-933165D649B0}"/>
                  </a:ext>
                </a:extLst>
              </p14:cNvPr>
              <p14:cNvContentPartPr/>
              <p14:nvPr/>
            </p14:nvContentPartPr>
            <p14:xfrm>
              <a:off x="1341747" y="3905907"/>
              <a:ext cx="374760" cy="58968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54FBB150-FB6E-2E58-0298-933165D649B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335627" y="3899787"/>
                <a:ext cx="387000" cy="60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C2DB86A1-E064-5758-3752-8AF39F19F3E2}"/>
                  </a:ext>
                </a:extLst>
              </p14:cNvPr>
              <p14:cNvContentPartPr/>
              <p14:nvPr/>
            </p14:nvContentPartPr>
            <p14:xfrm>
              <a:off x="1734147" y="4411707"/>
              <a:ext cx="235440" cy="61560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C2DB86A1-E064-5758-3752-8AF39F19F3E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728027" y="4405587"/>
                <a:ext cx="247680" cy="62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73601B8A-B82A-6948-0FAF-BE8A904ACFC1}"/>
                  </a:ext>
                </a:extLst>
              </p14:cNvPr>
              <p14:cNvContentPartPr/>
              <p14:nvPr/>
            </p14:nvContentPartPr>
            <p14:xfrm>
              <a:off x="2085867" y="4643547"/>
              <a:ext cx="222840" cy="43236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73601B8A-B82A-6948-0FAF-BE8A904ACFC1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079747" y="4637427"/>
                <a:ext cx="235080" cy="44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31FE354C-798B-2C90-6B58-1339AACCBABF}"/>
                  </a:ext>
                </a:extLst>
              </p14:cNvPr>
              <p14:cNvContentPartPr/>
              <p14:nvPr/>
            </p14:nvContentPartPr>
            <p14:xfrm>
              <a:off x="749187" y="2257107"/>
              <a:ext cx="399960" cy="87552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31FE354C-798B-2C90-6B58-1339AACCBAB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43067" y="2250987"/>
                <a:ext cx="412200" cy="88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46FCE04E-FF3C-7A0D-9DDC-85FB60CBD029}"/>
                  </a:ext>
                </a:extLst>
              </p14:cNvPr>
              <p14:cNvContentPartPr/>
              <p14:nvPr/>
            </p14:nvContentPartPr>
            <p14:xfrm>
              <a:off x="1434627" y="2429187"/>
              <a:ext cx="462240" cy="73836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46FCE04E-FF3C-7A0D-9DDC-85FB60CBD029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428507" y="2423067"/>
                <a:ext cx="474480" cy="75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FBDE7393-04EB-8C48-0584-4232C5764100}"/>
                  </a:ext>
                </a:extLst>
              </p14:cNvPr>
              <p14:cNvContentPartPr/>
              <p14:nvPr/>
            </p14:nvContentPartPr>
            <p14:xfrm>
              <a:off x="1819467" y="2912667"/>
              <a:ext cx="464040" cy="54648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FBDE7393-04EB-8C48-0584-4232C5764100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813347" y="2906547"/>
                <a:ext cx="476280" cy="55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D5E2319E-C34F-A2D3-0714-17995D2F0060}"/>
                  </a:ext>
                </a:extLst>
              </p14:cNvPr>
              <p14:cNvContentPartPr/>
              <p14:nvPr/>
            </p14:nvContentPartPr>
            <p14:xfrm>
              <a:off x="629307" y="3410187"/>
              <a:ext cx="1846800" cy="20196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D5E2319E-C34F-A2D3-0714-17995D2F0060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23187" y="3404067"/>
                <a:ext cx="1859040" cy="21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1EAEAA10-8FA7-5768-E115-4F71CE753C31}"/>
                  </a:ext>
                </a:extLst>
              </p14:cNvPr>
              <p14:cNvContentPartPr/>
              <p14:nvPr/>
            </p14:nvContentPartPr>
            <p14:xfrm>
              <a:off x="2730987" y="3080067"/>
              <a:ext cx="441360" cy="1620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1EAEAA10-8FA7-5768-E115-4F71CE753C31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724867" y="3073947"/>
                <a:ext cx="45360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AEDCD1B2-5E16-A33F-0DD0-043DF45B058A}"/>
                  </a:ext>
                </a:extLst>
              </p14:cNvPr>
              <p14:cNvContentPartPr/>
              <p14:nvPr/>
            </p14:nvContentPartPr>
            <p14:xfrm>
              <a:off x="2851587" y="3314427"/>
              <a:ext cx="297000" cy="8208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AEDCD1B2-5E16-A33F-0DD0-043DF45B058A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845467" y="3308307"/>
                <a:ext cx="309240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CAF4FA3-4C3C-2580-1131-0CB8938A914E}"/>
                  </a:ext>
                </a:extLst>
              </p14:cNvPr>
              <p14:cNvContentPartPr/>
              <p14:nvPr/>
            </p14:nvContentPartPr>
            <p14:xfrm>
              <a:off x="5452587" y="905667"/>
              <a:ext cx="362520" cy="374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CAF4FA3-4C3C-2580-1131-0CB8938A914E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446467" y="899547"/>
                <a:ext cx="37476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E700EDA-359C-EC24-2CA7-2950B270D86C}"/>
                  </a:ext>
                </a:extLst>
              </p14:cNvPr>
              <p14:cNvContentPartPr/>
              <p14:nvPr/>
            </p14:nvContentPartPr>
            <p14:xfrm>
              <a:off x="5081067" y="1055427"/>
              <a:ext cx="771480" cy="7315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E700EDA-359C-EC24-2CA7-2950B270D86C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074947" y="1049307"/>
                <a:ext cx="783720" cy="74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09550BA1-2F94-DDBC-1E82-5DA536489CED}"/>
                  </a:ext>
                </a:extLst>
              </p14:cNvPr>
              <p14:cNvContentPartPr/>
              <p14:nvPr/>
            </p14:nvContentPartPr>
            <p14:xfrm>
              <a:off x="5215707" y="1354947"/>
              <a:ext cx="466920" cy="1681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9550BA1-2F94-DDBC-1E82-5DA536489CED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209587" y="1348827"/>
                <a:ext cx="479160" cy="18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C05FEAB9-2C3D-BCA0-9E16-C7CBC4C25A7C}"/>
                  </a:ext>
                </a:extLst>
              </p14:cNvPr>
              <p14:cNvContentPartPr/>
              <p14:nvPr/>
            </p14:nvContentPartPr>
            <p14:xfrm>
              <a:off x="5266827" y="958587"/>
              <a:ext cx="479160" cy="11412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C05FEAB9-2C3D-BCA0-9E16-C7CBC4C25A7C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5260707" y="952467"/>
                <a:ext cx="491400" cy="12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87368289-56A2-6B47-14E6-BB1CBA726165}"/>
                  </a:ext>
                </a:extLst>
              </p14:cNvPr>
              <p14:cNvContentPartPr/>
              <p14:nvPr/>
            </p14:nvContentPartPr>
            <p14:xfrm>
              <a:off x="5947587" y="1480947"/>
              <a:ext cx="514080" cy="73440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87368289-56A2-6B47-14E6-BB1CBA726165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5941467" y="1474827"/>
                <a:ext cx="526320" cy="74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5C5CD9A1-E14F-4487-CB5E-A0DBC8EC2C6D}"/>
                  </a:ext>
                </a:extLst>
              </p14:cNvPr>
              <p14:cNvContentPartPr/>
              <p14:nvPr/>
            </p14:nvContentPartPr>
            <p14:xfrm>
              <a:off x="6684147" y="1442067"/>
              <a:ext cx="514080" cy="190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5C5CD9A1-E14F-4487-CB5E-A0DBC8EC2C6D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6678027" y="1435947"/>
                <a:ext cx="526320" cy="3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4EEB15BD-E095-52CE-5F98-FBD0EFE27E86}"/>
                  </a:ext>
                </a:extLst>
              </p14:cNvPr>
              <p14:cNvContentPartPr/>
              <p14:nvPr/>
            </p14:nvContentPartPr>
            <p14:xfrm>
              <a:off x="6650667" y="1673547"/>
              <a:ext cx="659160" cy="1029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4EEB15BD-E095-52CE-5F98-FBD0EFE27E86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644547" y="1667427"/>
                <a:ext cx="671400" cy="11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C84C29C4-CD77-C6C3-02F9-0E53BE655B7B}"/>
                  </a:ext>
                </a:extLst>
              </p14:cNvPr>
              <p14:cNvContentPartPr/>
              <p14:nvPr/>
            </p14:nvContentPartPr>
            <p14:xfrm>
              <a:off x="7859907" y="957507"/>
              <a:ext cx="435240" cy="81792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C84C29C4-CD77-C6C3-02F9-0E53BE655B7B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7853787" y="951387"/>
                <a:ext cx="447480" cy="83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3F1338DC-2F05-0BC4-9081-756AFD6248C9}"/>
                  </a:ext>
                </a:extLst>
              </p14:cNvPr>
              <p14:cNvContentPartPr/>
              <p14:nvPr/>
            </p14:nvContentPartPr>
            <p14:xfrm>
              <a:off x="8272827" y="1436667"/>
              <a:ext cx="524520" cy="74448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3F1338DC-2F05-0BC4-9081-756AFD6248C9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8266707" y="1430547"/>
                <a:ext cx="536760" cy="75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248FCE48-8EDC-857F-398D-76BC8AF3233C}"/>
                  </a:ext>
                </a:extLst>
              </p14:cNvPr>
              <p14:cNvContentPartPr/>
              <p14:nvPr/>
            </p14:nvContentPartPr>
            <p14:xfrm>
              <a:off x="8975187" y="1328307"/>
              <a:ext cx="493920" cy="12384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248FCE48-8EDC-857F-398D-76BC8AF3233C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8969067" y="1322187"/>
                <a:ext cx="506160" cy="13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590A0DAD-27A3-3C22-7F91-187EF168FD44}"/>
                  </a:ext>
                </a:extLst>
              </p14:cNvPr>
              <p14:cNvContentPartPr/>
              <p14:nvPr/>
            </p14:nvContentPartPr>
            <p14:xfrm>
              <a:off x="9652707" y="980547"/>
              <a:ext cx="523440" cy="124596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590A0DAD-27A3-3C22-7F91-187EF168FD44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9646587" y="974427"/>
                <a:ext cx="535680" cy="125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79BD2F77-E6C8-1F8D-1D15-908340D62877}"/>
                  </a:ext>
                </a:extLst>
              </p14:cNvPr>
              <p14:cNvContentPartPr/>
              <p14:nvPr/>
            </p14:nvContentPartPr>
            <p14:xfrm>
              <a:off x="10198827" y="1162347"/>
              <a:ext cx="564120" cy="106524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79BD2F77-E6C8-1F8D-1D15-908340D62877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0192707" y="1156227"/>
                <a:ext cx="576360" cy="107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3BFA67A9-3621-D7B5-62AF-1F7EE6FA5EDD}"/>
                  </a:ext>
                </a:extLst>
              </p14:cNvPr>
              <p14:cNvContentPartPr/>
              <p14:nvPr/>
            </p14:nvContentPartPr>
            <p14:xfrm>
              <a:off x="10796067" y="705867"/>
              <a:ext cx="418680" cy="149292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3BFA67A9-3621-D7B5-62AF-1F7EE6FA5EDD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0789947" y="699747"/>
                <a:ext cx="430920" cy="150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8A941660-309F-6A8B-D37C-EBD13B07185E}"/>
                  </a:ext>
                </a:extLst>
              </p14:cNvPr>
              <p14:cNvContentPartPr/>
              <p14:nvPr/>
            </p14:nvContentPartPr>
            <p14:xfrm>
              <a:off x="7441947" y="703347"/>
              <a:ext cx="779760" cy="176400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8A941660-309F-6A8B-D37C-EBD13B07185E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435827" y="697227"/>
                <a:ext cx="792000" cy="177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803A72D5-5603-ED21-C0D7-9281FCBE0ED3}"/>
                  </a:ext>
                </a:extLst>
              </p14:cNvPr>
              <p14:cNvContentPartPr/>
              <p14:nvPr/>
            </p14:nvContentPartPr>
            <p14:xfrm>
              <a:off x="11241387" y="400947"/>
              <a:ext cx="893160" cy="55980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803A72D5-5603-ED21-C0D7-9281FCBE0ED3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1235267" y="394827"/>
                <a:ext cx="905400" cy="57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C00D532E-DF4C-7F41-559A-4F86880482A4}"/>
                  </a:ext>
                </a:extLst>
              </p14:cNvPr>
              <p14:cNvContentPartPr/>
              <p14:nvPr/>
            </p14:nvContentPartPr>
            <p14:xfrm>
              <a:off x="11025747" y="530187"/>
              <a:ext cx="327600" cy="2016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C00D532E-DF4C-7F41-559A-4F86880482A4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11019627" y="524067"/>
                <a:ext cx="339840" cy="3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79A20322-9FD5-F714-3986-694AF9073250}"/>
                  </a:ext>
                </a:extLst>
              </p14:cNvPr>
              <p14:cNvContentPartPr/>
              <p14:nvPr/>
            </p14:nvContentPartPr>
            <p14:xfrm>
              <a:off x="5211747" y="2341347"/>
              <a:ext cx="1364040" cy="7020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79A20322-9FD5-F714-3986-694AF9073250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205627" y="2335227"/>
                <a:ext cx="1376280" cy="8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8679977A-399B-00A4-9E8E-48E04EDCD7F5}"/>
                  </a:ext>
                </a:extLst>
              </p14:cNvPr>
              <p14:cNvContentPartPr/>
              <p14:nvPr/>
            </p14:nvContentPartPr>
            <p14:xfrm>
              <a:off x="5983587" y="2349267"/>
              <a:ext cx="4409280" cy="91908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8679977A-399B-00A4-9E8E-48E04EDCD7F5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5977467" y="2343147"/>
                <a:ext cx="4421520" cy="93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330B08A2-4511-7DA4-A870-1184DDF6C5D8}"/>
                  </a:ext>
                </a:extLst>
              </p14:cNvPr>
              <p14:cNvContentPartPr/>
              <p14:nvPr/>
            </p14:nvContentPartPr>
            <p14:xfrm>
              <a:off x="3745107" y="2614587"/>
              <a:ext cx="284400" cy="73476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330B08A2-4511-7DA4-A870-1184DDF6C5D8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3738987" y="2608467"/>
                <a:ext cx="296640" cy="74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C474577F-E30D-997B-8B2D-CE3B0B3E8B76}"/>
                  </a:ext>
                </a:extLst>
              </p14:cNvPr>
              <p14:cNvContentPartPr/>
              <p14:nvPr/>
            </p14:nvContentPartPr>
            <p14:xfrm>
              <a:off x="4261347" y="2788467"/>
              <a:ext cx="411480" cy="59616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C474577F-E30D-997B-8B2D-CE3B0B3E8B76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4255227" y="2782347"/>
                <a:ext cx="423720" cy="60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D9C5702E-0E1A-62BF-0B75-15E15C363B01}"/>
                  </a:ext>
                </a:extLst>
              </p14:cNvPr>
              <p14:cNvContentPartPr/>
              <p14:nvPr/>
            </p14:nvContentPartPr>
            <p14:xfrm>
              <a:off x="4823307" y="3261147"/>
              <a:ext cx="327240" cy="42120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D9C5702E-0E1A-62BF-0B75-15E15C363B01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4817187" y="3255027"/>
                <a:ext cx="339480" cy="43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8D081571-09FC-8A4F-75D6-0743E02B942B}"/>
                  </a:ext>
                </a:extLst>
              </p14:cNvPr>
              <p14:cNvContentPartPr/>
              <p14:nvPr/>
            </p14:nvContentPartPr>
            <p14:xfrm>
              <a:off x="3782187" y="3706467"/>
              <a:ext cx="1719360" cy="4104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8D081571-09FC-8A4F-75D6-0743E02B942B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3776067" y="3700347"/>
                <a:ext cx="1731600" cy="5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1129FEEF-5C0E-7583-E3A8-78285085AFD3}"/>
                  </a:ext>
                </a:extLst>
              </p14:cNvPr>
              <p14:cNvContentPartPr/>
              <p14:nvPr/>
            </p14:nvContentPartPr>
            <p14:xfrm>
              <a:off x="3882987" y="4041627"/>
              <a:ext cx="362880" cy="73296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1129FEEF-5C0E-7583-E3A8-78285085AFD3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3876867" y="4035507"/>
                <a:ext cx="375120" cy="74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19A02788-F4E2-B5ED-FF3E-BACF836E6B07}"/>
                  </a:ext>
                </a:extLst>
              </p14:cNvPr>
              <p14:cNvContentPartPr/>
              <p14:nvPr/>
            </p14:nvContentPartPr>
            <p14:xfrm>
              <a:off x="4254867" y="4071147"/>
              <a:ext cx="484920" cy="131040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19A02788-F4E2-B5ED-FF3E-BACF836E6B07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4248747" y="4065027"/>
                <a:ext cx="497160" cy="132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67AA72F7-9D16-2B51-50F1-7506806D9185}"/>
                  </a:ext>
                </a:extLst>
              </p14:cNvPr>
              <p14:cNvContentPartPr/>
              <p14:nvPr/>
            </p14:nvContentPartPr>
            <p14:xfrm>
              <a:off x="4743747" y="4813827"/>
              <a:ext cx="317880" cy="70956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67AA72F7-9D16-2B51-50F1-7506806D9185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4737627" y="4807707"/>
                <a:ext cx="330120" cy="72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AAC6F7A6-6E4C-A221-8073-7F1896B281E2}"/>
                  </a:ext>
                </a:extLst>
              </p14:cNvPr>
              <p14:cNvContentPartPr/>
              <p14:nvPr/>
            </p14:nvContentPartPr>
            <p14:xfrm>
              <a:off x="5811867" y="3374907"/>
              <a:ext cx="10440" cy="2304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AAC6F7A6-6E4C-A221-8073-7F1896B281E2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5805747" y="3368787"/>
                <a:ext cx="22680" cy="3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08822445-1607-8BE6-C3CF-E5FCD82C3F46}"/>
                  </a:ext>
                </a:extLst>
              </p14:cNvPr>
              <p14:cNvContentPartPr/>
              <p14:nvPr/>
            </p14:nvContentPartPr>
            <p14:xfrm>
              <a:off x="5985027" y="2200947"/>
              <a:ext cx="360" cy="360"/>
            </p14:xfrm>
          </p:contentPart>
        </mc:Choice>
        <mc:Fallback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08822445-1607-8BE6-C3CF-E5FCD82C3F46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5978907" y="2194827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3FF21117-7AAD-3055-7EBE-877E844C23BB}"/>
                  </a:ext>
                </a:extLst>
              </p14:cNvPr>
              <p14:cNvContentPartPr/>
              <p14:nvPr/>
            </p14:nvContentPartPr>
            <p14:xfrm>
              <a:off x="10026387" y="2423067"/>
              <a:ext cx="21600" cy="6840"/>
            </p14:xfrm>
          </p:contentPart>
        </mc:Choice>
        <mc:Fallback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3FF21117-7AAD-3055-7EBE-877E844C23BB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0020267" y="2416947"/>
                <a:ext cx="33840" cy="1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8F0EA7C8-3808-BF39-FAD9-CDBC5657C5E3}"/>
                  </a:ext>
                </a:extLst>
              </p14:cNvPr>
              <p14:cNvContentPartPr/>
              <p14:nvPr/>
            </p14:nvContentPartPr>
            <p14:xfrm>
              <a:off x="2221587" y="3801507"/>
              <a:ext cx="6120" cy="40320"/>
            </p14:xfrm>
          </p:contentPart>
        </mc:Choice>
        <mc:Fallback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8F0EA7C8-3808-BF39-FAD9-CDBC5657C5E3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2215467" y="3795387"/>
                <a:ext cx="18360" cy="5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7FAA6A84-EE70-EB0D-9AA8-6C325D4DCE4C}"/>
                  </a:ext>
                </a:extLst>
              </p14:cNvPr>
              <p14:cNvContentPartPr/>
              <p14:nvPr/>
            </p14:nvContentPartPr>
            <p14:xfrm>
              <a:off x="1810467" y="3304707"/>
              <a:ext cx="360" cy="360"/>
            </p14:xfrm>
          </p:contentPart>
        </mc:Choice>
        <mc:Fallback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7FAA6A84-EE70-EB0D-9AA8-6C325D4DCE4C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804347" y="3298587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1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1EA44111-D36F-33F2-DB37-9C263FCCFA07}"/>
                  </a:ext>
                </a:extLst>
              </p14:cNvPr>
              <p14:cNvContentPartPr/>
              <p14:nvPr/>
            </p14:nvContentPartPr>
            <p14:xfrm>
              <a:off x="488547" y="1572387"/>
              <a:ext cx="2537280" cy="4226760"/>
            </p14:xfrm>
          </p:contentPart>
        </mc:Choice>
        <mc:Fallback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1EA44111-D36F-33F2-DB37-9C263FCCFA07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482427" y="1566267"/>
                <a:ext cx="2549520" cy="4239000"/>
              </a:xfrm>
              <a:prstGeom prst="rect">
                <a:avLst/>
              </a:prstGeom>
            </p:spPr>
          </p:pic>
        </mc:Fallback>
      </mc:AlternateContent>
      <p:grpSp>
        <p:nvGrpSpPr>
          <p:cNvPr id="96" name="Group 95">
            <a:extLst>
              <a:ext uri="{FF2B5EF4-FFF2-40B4-BE49-F238E27FC236}">
                <a16:creationId xmlns:a16="http://schemas.microsoft.com/office/drawing/2014/main" id="{E8F3FEE5-3A7F-3E4A-BF6B-A50555A6E985}"/>
              </a:ext>
            </a:extLst>
          </p:cNvPr>
          <p:cNvGrpSpPr/>
          <p:nvPr/>
        </p:nvGrpSpPr>
        <p:grpSpPr>
          <a:xfrm>
            <a:off x="6200307" y="3010227"/>
            <a:ext cx="5841720" cy="3817440"/>
            <a:chOff x="6200307" y="3010227"/>
            <a:chExt cx="5841720" cy="3817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31C2729-AD3B-D5F4-6485-6C40F777561F}"/>
                    </a:ext>
                  </a:extLst>
                </p14:cNvPr>
                <p14:cNvContentPartPr/>
                <p14:nvPr/>
              </p14:nvContentPartPr>
              <p14:xfrm>
                <a:off x="6271947" y="3066387"/>
                <a:ext cx="370080" cy="5641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31C2729-AD3B-D5F4-6485-6C40F777561F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6265827" y="3060267"/>
                  <a:ext cx="382320" cy="57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A1F9404-CD92-CA33-CE5B-9E3E4026E1B9}"/>
                    </a:ext>
                  </a:extLst>
                </p14:cNvPr>
                <p14:cNvContentPartPr/>
                <p14:nvPr/>
              </p14:nvContentPartPr>
              <p14:xfrm>
                <a:off x="6924627" y="3010227"/>
                <a:ext cx="360360" cy="9021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A1F9404-CD92-CA33-CE5B-9E3E4026E1B9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6918507" y="3004107"/>
                  <a:ext cx="372600" cy="9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BAFE13D-903C-FEA7-6670-F38E3D52E28D}"/>
                    </a:ext>
                  </a:extLst>
                </p14:cNvPr>
                <p14:cNvContentPartPr/>
                <p14:nvPr/>
              </p14:nvContentPartPr>
              <p14:xfrm>
                <a:off x="7347627" y="3535107"/>
                <a:ext cx="462240" cy="5508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BAFE13D-903C-FEA7-6670-F38E3D52E28D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7341507" y="3528987"/>
                  <a:ext cx="474480" cy="56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5C430C3-191E-63CD-4745-C008018EFF00}"/>
                    </a:ext>
                  </a:extLst>
                </p14:cNvPr>
                <p14:cNvContentPartPr/>
                <p14:nvPr/>
              </p14:nvContentPartPr>
              <p14:xfrm>
                <a:off x="6462747" y="3856947"/>
                <a:ext cx="1833480" cy="1659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35C430C3-191E-63CD-4745-C008018EFF00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6456627" y="3850827"/>
                  <a:ext cx="184572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C01ACB9-3DDC-A23C-9279-D60B9269DF89}"/>
                    </a:ext>
                  </a:extLst>
                </p14:cNvPr>
                <p14:cNvContentPartPr/>
                <p14:nvPr/>
              </p14:nvContentPartPr>
              <p14:xfrm>
                <a:off x="6200307" y="4257987"/>
                <a:ext cx="473040" cy="9151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C01ACB9-3DDC-A23C-9279-D60B9269DF89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6194187" y="4251867"/>
                  <a:ext cx="485280" cy="9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717891D4-EE44-8F2C-E5AB-981DBCBFFFF7}"/>
                    </a:ext>
                  </a:extLst>
                </p14:cNvPr>
                <p14:cNvContentPartPr/>
                <p14:nvPr/>
              </p14:nvContentPartPr>
              <p14:xfrm>
                <a:off x="6849387" y="4490187"/>
                <a:ext cx="488160" cy="5691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717891D4-EE44-8F2C-E5AB-981DBCBFFFF7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6843267" y="4484067"/>
                  <a:ext cx="500400" cy="58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498C9FF-656B-29CC-2A56-51BF133E8B1D}"/>
                    </a:ext>
                  </a:extLst>
                </p14:cNvPr>
                <p14:cNvContentPartPr/>
                <p14:nvPr/>
              </p14:nvContentPartPr>
              <p14:xfrm>
                <a:off x="7454907" y="4911027"/>
                <a:ext cx="291960" cy="7117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498C9FF-656B-29CC-2A56-51BF133E8B1D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7448787" y="4904907"/>
                  <a:ext cx="304200" cy="72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676F693-D306-7B25-6D87-830E0988EBB0}"/>
                    </a:ext>
                  </a:extLst>
                </p14:cNvPr>
                <p14:cNvContentPartPr/>
                <p14:nvPr/>
              </p14:nvContentPartPr>
              <p14:xfrm>
                <a:off x="7817427" y="5334387"/>
                <a:ext cx="358560" cy="2797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676F693-D306-7B25-6D87-830E0988EBB0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7811307" y="5328267"/>
                  <a:ext cx="37080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6A49AD2-389A-6F55-0194-E076B996518A}"/>
                    </a:ext>
                  </a:extLst>
                </p14:cNvPr>
                <p14:cNvContentPartPr/>
                <p14:nvPr/>
              </p14:nvContentPartPr>
              <p14:xfrm>
                <a:off x="8794107" y="3682707"/>
                <a:ext cx="356760" cy="10267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6A49AD2-389A-6F55-0194-E076B996518A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8787987" y="3676587"/>
                  <a:ext cx="369000" cy="10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933D0482-62BC-859C-598E-3AD04B3E7D6D}"/>
                    </a:ext>
                  </a:extLst>
                </p14:cNvPr>
                <p14:cNvContentPartPr/>
                <p14:nvPr/>
              </p14:nvContentPartPr>
              <p14:xfrm>
                <a:off x="9020547" y="4431507"/>
                <a:ext cx="498240" cy="7930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933D0482-62BC-859C-598E-3AD04B3E7D6D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9014427" y="4425387"/>
                  <a:ext cx="510480" cy="80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90AD222-4FDE-0730-98BC-2174374F7555}"/>
                    </a:ext>
                  </a:extLst>
                </p14:cNvPr>
                <p14:cNvContentPartPr/>
                <p14:nvPr/>
              </p14:nvContentPartPr>
              <p14:xfrm>
                <a:off x="9700947" y="4266267"/>
                <a:ext cx="466920" cy="349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90AD222-4FDE-0730-98BC-2174374F7555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9694827" y="4260147"/>
                  <a:ext cx="47916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82CDBF2E-2857-A994-6E15-5B2AE06186FA}"/>
                    </a:ext>
                  </a:extLst>
                </p14:cNvPr>
                <p14:cNvContentPartPr/>
                <p14:nvPr/>
              </p14:nvContentPartPr>
              <p14:xfrm>
                <a:off x="9575667" y="4543107"/>
                <a:ext cx="604080" cy="838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82CDBF2E-2857-A994-6E15-5B2AE06186FA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9569547" y="4536987"/>
                  <a:ext cx="61632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F38F0A57-CBF9-1335-F501-500C2A2B0E92}"/>
                    </a:ext>
                  </a:extLst>
                </p14:cNvPr>
                <p14:cNvContentPartPr/>
                <p14:nvPr/>
              </p14:nvContentPartPr>
              <p14:xfrm>
                <a:off x="10695987" y="3815547"/>
                <a:ext cx="187920" cy="6429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F38F0A57-CBF9-1335-F501-500C2A2B0E92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0689867" y="3809427"/>
                  <a:ext cx="200160" cy="65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8674FC9-10AE-A95E-D811-041871653A88}"/>
                    </a:ext>
                  </a:extLst>
                </p14:cNvPr>
                <p14:cNvContentPartPr/>
                <p14:nvPr/>
              </p14:nvContentPartPr>
              <p14:xfrm>
                <a:off x="10665747" y="4215507"/>
                <a:ext cx="183240" cy="396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8674FC9-10AE-A95E-D811-041871653A88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0659627" y="4209387"/>
                  <a:ext cx="19548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5C60297B-C46A-A46A-E020-6E44FC8B9FAB}"/>
                    </a:ext>
                  </a:extLst>
                </p14:cNvPr>
                <p14:cNvContentPartPr/>
                <p14:nvPr/>
              </p14:nvContentPartPr>
              <p14:xfrm>
                <a:off x="10944747" y="3728067"/>
                <a:ext cx="253080" cy="10148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5C60297B-C46A-A46A-E020-6E44FC8B9FAB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0938627" y="3721947"/>
                  <a:ext cx="265320" cy="10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5B0F1886-5ECA-BCA6-EF72-7E947AAA7419}"/>
                    </a:ext>
                  </a:extLst>
                </p14:cNvPr>
                <p14:cNvContentPartPr/>
                <p14:nvPr/>
              </p14:nvContentPartPr>
              <p14:xfrm>
                <a:off x="11193147" y="3964587"/>
                <a:ext cx="191520" cy="5115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5B0F1886-5ECA-BCA6-EF72-7E947AAA7419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1187027" y="3958467"/>
                  <a:ext cx="203760" cy="52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A5BE11E3-1768-AF74-CCF1-52E7AF4ECC0E}"/>
                    </a:ext>
                  </a:extLst>
                </p14:cNvPr>
                <p14:cNvContentPartPr/>
                <p14:nvPr/>
              </p14:nvContentPartPr>
              <p14:xfrm>
                <a:off x="11379267" y="4435107"/>
                <a:ext cx="206640" cy="4791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A5BE11E3-1768-AF74-CCF1-52E7AF4ECC0E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1373147" y="4428987"/>
                  <a:ext cx="218880" cy="49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1DAEAD8F-6D0D-F38C-0649-DEAC40F7F83A}"/>
                    </a:ext>
                  </a:extLst>
                </p14:cNvPr>
                <p14:cNvContentPartPr/>
                <p14:nvPr/>
              </p14:nvContentPartPr>
              <p14:xfrm>
                <a:off x="11696787" y="4422507"/>
                <a:ext cx="360" cy="3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1DAEAD8F-6D0D-F38C-0649-DEAC40F7F83A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1690667" y="441638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CFC5452F-4A4E-09F0-F43D-4C40B60C31FF}"/>
                    </a:ext>
                  </a:extLst>
                </p14:cNvPr>
                <p14:cNvContentPartPr/>
                <p14:nvPr/>
              </p14:nvContentPartPr>
              <p14:xfrm>
                <a:off x="10869867" y="5183907"/>
                <a:ext cx="296280" cy="4669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CFC5452F-4A4E-09F0-F43D-4C40B60C31FF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863747" y="5177787"/>
                  <a:ext cx="308520" cy="47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3320E3EC-C8CE-0B09-508F-AAE757D3049F}"/>
                    </a:ext>
                  </a:extLst>
                </p14:cNvPr>
                <p14:cNvContentPartPr/>
                <p14:nvPr/>
              </p14:nvContentPartPr>
              <p14:xfrm>
                <a:off x="11180187" y="5597187"/>
                <a:ext cx="265680" cy="4500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3320E3EC-C8CE-0B09-508F-AAE757D3049F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1174067" y="5591067"/>
                  <a:ext cx="277920" cy="46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2E6461A4-496E-4B74-B5D2-CE32CFBD2FF5}"/>
                    </a:ext>
                  </a:extLst>
                </p14:cNvPr>
                <p14:cNvContentPartPr/>
                <p14:nvPr/>
              </p14:nvContentPartPr>
              <p14:xfrm>
                <a:off x="11478627" y="5830827"/>
                <a:ext cx="144720" cy="2084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2E6461A4-496E-4B74-B5D2-CE32CFBD2FF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1472507" y="5824707"/>
                  <a:ext cx="15696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2251A0DE-5B5B-E312-8EAF-AF4D110DD5A6}"/>
                    </a:ext>
                  </a:extLst>
                </p14:cNvPr>
                <p14:cNvContentPartPr/>
                <p14:nvPr/>
              </p14:nvContentPartPr>
              <p14:xfrm>
                <a:off x="11577267" y="3770907"/>
                <a:ext cx="464760" cy="24973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2251A0DE-5B5B-E312-8EAF-AF4D110DD5A6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1571147" y="3764787"/>
                  <a:ext cx="477000" cy="250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C2311DD0-057A-D825-73B6-699CF5809A2E}"/>
                    </a:ext>
                  </a:extLst>
                </p14:cNvPr>
                <p14:cNvContentPartPr/>
                <p14:nvPr/>
              </p14:nvContentPartPr>
              <p14:xfrm>
                <a:off x="10472427" y="3606747"/>
                <a:ext cx="834120" cy="277200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C2311DD0-057A-D825-73B6-699CF5809A2E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0466307" y="3600627"/>
                  <a:ext cx="846360" cy="27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6041F45C-A8A5-62C6-8DA8-65EEE1CCD4B7}"/>
                    </a:ext>
                  </a:extLst>
                </p14:cNvPr>
                <p14:cNvContentPartPr/>
                <p14:nvPr/>
              </p14:nvContentPartPr>
              <p14:xfrm>
                <a:off x="8517267" y="3222987"/>
                <a:ext cx="3503520" cy="31438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6041F45C-A8A5-62C6-8DA8-65EEE1CCD4B7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511147" y="3216867"/>
                  <a:ext cx="3515760" cy="315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D55CE242-3E78-0A1B-2E68-B2539C665691}"/>
                    </a:ext>
                  </a:extLst>
                </p14:cNvPr>
                <p14:cNvContentPartPr/>
                <p14:nvPr/>
              </p14:nvContentPartPr>
              <p14:xfrm>
                <a:off x="8644347" y="5457867"/>
                <a:ext cx="852840" cy="6768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D55CE242-3E78-0A1B-2E68-B2539C665691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638227" y="5451747"/>
                  <a:ext cx="86508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54E7C1E5-BA68-03CD-7C9E-9F9FA2010291}"/>
                    </a:ext>
                  </a:extLst>
                </p14:cNvPr>
                <p14:cNvContentPartPr/>
                <p14:nvPr/>
              </p14:nvContentPartPr>
              <p14:xfrm>
                <a:off x="8936307" y="5605827"/>
                <a:ext cx="2310480" cy="12218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54E7C1E5-BA68-03CD-7C9E-9F9FA2010291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930187" y="5599707"/>
                  <a:ext cx="2322720" cy="12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74359502-BD65-7A7E-039C-FB2099C0B694}"/>
                    </a:ext>
                  </a:extLst>
                </p14:cNvPr>
                <p14:cNvContentPartPr/>
                <p14:nvPr/>
              </p14:nvContentPartPr>
              <p14:xfrm>
                <a:off x="9276867" y="5332947"/>
                <a:ext cx="360" cy="3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74359502-BD65-7A7E-039C-FB2099C0B69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270747" y="532682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E1746665-36D7-A77E-79AD-27F6B2B87400}"/>
                    </a:ext>
                  </a:extLst>
                </p14:cNvPr>
                <p14:cNvContentPartPr/>
                <p14:nvPr/>
              </p14:nvContentPartPr>
              <p14:xfrm>
                <a:off x="10771227" y="5082387"/>
                <a:ext cx="912960" cy="20268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E1746665-36D7-A77E-79AD-27F6B2B87400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0765107" y="5076267"/>
                  <a:ext cx="925200" cy="214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1517237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14EBF-205C-5FCB-FD92-97DD81B37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E2D896A4-0E5F-C67A-8122-6ADE598C8043}"/>
                  </a:ext>
                </a:extLst>
              </p14:cNvPr>
              <p14:cNvContentPartPr/>
              <p14:nvPr/>
            </p14:nvContentPartPr>
            <p14:xfrm>
              <a:off x="1328787" y="3568947"/>
              <a:ext cx="906480" cy="16020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E2D896A4-0E5F-C67A-8122-6ADE598C804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22667" y="3562827"/>
                <a:ext cx="918720" cy="172440"/>
              </a:xfrm>
              <a:prstGeom prst="rect">
                <a:avLst/>
              </a:prstGeom>
            </p:spPr>
          </p:pic>
        </mc:Fallback>
      </mc:AlternateContent>
      <p:grpSp>
        <p:nvGrpSpPr>
          <p:cNvPr id="64" name="Group 63">
            <a:extLst>
              <a:ext uri="{FF2B5EF4-FFF2-40B4-BE49-F238E27FC236}">
                <a16:creationId xmlns:a16="http://schemas.microsoft.com/office/drawing/2014/main" id="{9CEED9BE-BA70-5D01-CE94-A24E7913EDE7}"/>
              </a:ext>
            </a:extLst>
          </p:cNvPr>
          <p:cNvGrpSpPr/>
          <p:nvPr/>
        </p:nvGrpSpPr>
        <p:grpSpPr>
          <a:xfrm>
            <a:off x="-145413" y="4364387"/>
            <a:ext cx="4856400" cy="2640040"/>
            <a:chOff x="-145413" y="4364387"/>
            <a:chExt cx="4856400" cy="2640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63273AD-F515-5A3F-3181-33B1F639513E}"/>
                    </a:ext>
                  </a:extLst>
                </p14:cNvPr>
                <p14:cNvContentPartPr/>
                <p14:nvPr/>
              </p14:nvContentPartPr>
              <p14:xfrm>
                <a:off x="2355867" y="4387227"/>
                <a:ext cx="1885680" cy="13017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63273AD-F515-5A3F-3181-33B1F639513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349747" y="4381107"/>
                  <a:ext cx="1897920" cy="131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1D685D1-5737-7D88-1B2C-862D2BD516EA}"/>
                    </a:ext>
                  </a:extLst>
                </p14:cNvPr>
                <p14:cNvContentPartPr/>
                <p14:nvPr/>
              </p14:nvContentPartPr>
              <p14:xfrm>
                <a:off x="2839347" y="4698627"/>
                <a:ext cx="322560" cy="5947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1D685D1-5737-7D88-1B2C-862D2BD516E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833227" y="4692507"/>
                  <a:ext cx="334800" cy="60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32E5869-B977-BFA8-9A39-F52A0C756899}"/>
                    </a:ext>
                  </a:extLst>
                </p14:cNvPr>
                <p14:cNvContentPartPr/>
                <p14:nvPr/>
              </p14:nvContentPartPr>
              <p14:xfrm>
                <a:off x="3215907" y="5012907"/>
                <a:ext cx="345600" cy="5558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32E5869-B977-BFA8-9A39-F52A0C75689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209787" y="5006787"/>
                  <a:ext cx="357840" cy="56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6FF1497-5267-C697-EAC9-60A6DAA98519}"/>
                    </a:ext>
                  </a:extLst>
                </p14:cNvPr>
                <p14:cNvContentPartPr/>
                <p14:nvPr/>
              </p14:nvContentPartPr>
              <p14:xfrm>
                <a:off x="2898027" y="5732907"/>
                <a:ext cx="459720" cy="9572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6FF1497-5267-C697-EAC9-60A6DAA9851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891907" y="5726787"/>
                  <a:ext cx="471960" cy="9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A8DF43E4-ABF7-28F2-8478-612CE8F0BCF4}"/>
                    </a:ext>
                  </a:extLst>
                </p14:cNvPr>
                <p14:cNvContentPartPr/>
                <p14:nvPr/>
              </p14:nvContentPartPr>
              <p14:xfrm>
                <a:off x="884547" y="4932267"/>
                <a:ext cx="1450080" cy="5014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A8DF43E4-ABF7-28F2-8478-612CE8F0BCF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78427" y="4926147"/>
                  <a:ext cx="1462320" cy="51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CD1A5A3-CF41-F779-1755-A19F4D9FC6F6}"/>
                    </a:ext>
                  </a:extLst>
                </p14:cNvPr>
                <p14:cNvContentPartPr/>
                <p14:nvPr/>
              </p14:nvContentPartPr>
              <p14:xfrm>
                <a:off x="3529827" y="6571707"/>
                <a:ext cx="277560" cy="2304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CD1A5A3-CF41-F779-1755-A19F4D9FC6F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523707" y="6565587"/>
                  <a:ext cx="28980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7AD0CCD-B33A-0E8F-E689-02F10628E2D0}"/>
                    </a:ext>
                  </a:extLst>
                </p14:cNvPr>
                <p14:cNvContentPartPr/>
                <p14:nvPr/>
              </p14:nvContentPartPr>
              <p14:xfrm>
                <a:off x="3898467" y="6713547"/>
                <a:ext cx="240480" cy="2908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7AD0CCD-B33A-0E8F-E689-02F10628E2D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892347" y="6707427"/>
                  <a:ext cx="25272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B1C5FC7-EE69-E91D-A3AF-B899472511F5}"/>
                    </a:ext>
                  </a:extLst>
                </p14:cNvPr>
                <p14:cNvContentPartPr/>
                <p14:nvPr/>
              </p14:nvContentPartPr>
              <p14:xfrm>
                <a:off x="3510027" y="6003107"/>
                <a:ext cx="252360" cy="2437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DB1C5FC7-EE69-E91D-A3AF-B899472511F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503907" y="5996987"/>
                  <a:ext cx="26460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D6F12C1-E271-4520-773F-AC76CE2E1208}"/>
                    </a:ext>
                  </a:extLst>
                </p14:cNvPr>
                <p14:cNvContentPartPr/>
                <p14:nvPr/>
              </p14:nvContentPartPr>
              <p14:xfrm>
                <a:off x="3932307" y="6235307"/>
                <a:ext cx="16200" cy="1468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D6F12C1-E271-4520-773F-AC76CE2E120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926187" y="6229187"/>
                  <a:ext cx="2844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B8F65558-B8A7-AC6F-890F-4040002086AC}"/>
                    </a:ext>
                  </a:extLst>
                </p14:cNvPr>
                <p14:cNvContentPartPr/>
                <p14:nvPr/>
              </p14:nvContentPartPr>
              <p14:xfrm>
                <a:off x="4159827" y="6174467"/>
                <a:ext cx="303840" cy="3430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B8F65558-B8A7-AC6F-890F-4040002086A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153707" y="6168347"/>
                  <a:ext cx="316080" cy="35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FCD94719-DF3B-937D-FD95-744912412B2D}"/>
                    </a:ext>
                  </a:extLst>
                </p14:cNvPr>
                <p14:cNvContentPartPr/>
                <p14:nvPr/>
              </p14:nvContentPartPr>
              <p14:xfrm>
                <a:off x="3894147" y="6246827"/>
                <a:ext cx="204480" cy="669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FCD94719-DF3B-937D-FD95-744912412B2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888027" y="6240707"/>
                  <a:ext cx="21672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8F47203F-EDF1-3DF2-420F-9DC05C1409D1}"/>
                    </a:ext>
                  </a:extLst>
                </p14:cNvPr>
                <p14:cNvContentPartPr/>
                <p14:nvPr/>
              </p14:nvContentPartPr>
              <p14:xfrm>
                <a:off x="3889827" y="6408467"/>
                <a:ext cx="189000" cy="910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8F47203F-EDF1-3DF2-420F-9DC05C1409D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883707" y="6402347"/>
                  <a:ext cx="20124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8B52FFB-A16A-AE01-5783-49230CEBFFDE}"/>
                    </a:ext>
                  </a:extLst>
                </p14:cNvPr>
                <p14:cNvContentPartPr/>
                <p14:nvPr/>
              </p14:nvContentPartPr>
              <p14:xfrm>
                <a:off x="930987" y="4470587"/>
                <a:ext cx="294480" cy="2883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8B52FFB-A16A-AE01-5783-49230CEBFFD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24867" y="4464467"/>
                  <a:ext cx="30672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F5961ACD-4D09-5794-D584-D2A420542B3A}"/>
                    </a:ext>
                  </a:extLst>
                </p14:cNvPr>
                <p14:cNvContentPartPr/>
                <p14:nvPr/>
              </p14:nvContentPartPr>
              <p14:xfrm>
                <a:off x="1353627" y="4583627"/>
                <a:ext cx="171720" cy="3139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F5961ACD-4D09-5794-D584-D2A420542B3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347507" y="4577507"/>
                  <a:ext cx="18396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0342FC00-9C6A-A12E-16FE-68A03E366FD1}"/>
                    </a:ext>
                  </a:extLst>
                </p14:cNvPr>
                <p14:cNvContentPartPr/>
                <p14:nvPr/>
              </p14:nvContentPartPr>
              <p14:xfrm>
                <a:off x="1636587" y="4626467"/>
                <a:ext cx="225360" cy="3650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0342FC00-9C6A-A12E-16FE-68A03E366FD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630467" y="4620347"/>
                  <a:ext cx="237600" cy="37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1D398794-8C03-7E85-980B-8990216379F9}"/>
                    </a:ext>
                  </a:extLst>
                </p14:cNvPr>
                <p14:cNvContentPartPr/>
                <p14:nvPr/>
              </p14:nvContentPartPr>
              <p14:xfrm>
                <a:off x="134307" y="4652027"/>
                <a:ext cx="239760" cy="6897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1D398794-8C03-7E85-980B-8990216379F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28187" y="4645907"/>
                  <a:ext cx="252000" cy="70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87051C97-A911-3AA1-A17F-76061437F63A}"/>
                    </a:ext>
                  </a:extLst>
                </p14:cNvPr>
                <p14:cNvContentPartPr/>
                <p14:nvPr/>
              </p14:nvContentPartPr>
              <p14:xfrm>
                <a:off x="505467" y="5203547"/>
                <a:ext cx="296280" cy="2934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87051C97-A911-3AA1-A17F-76061437F63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99347" y="5197427"/>
                  <a:ext cx="30852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EE17E8AF-D71A-ED9A-7135-87742B1AE767}"/>
                    </a:ext>
                  </a:extLst>
                </p14:cNvPr>
                <p14:cNvContentPartPr/>
                <p14:nvPr/>
              </p14:nvContentPartPr>
              <p14:xfrm>
                <a:off x="-145413" y="4364387"/>
                <a:ext cx="1113120" cy="13939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EE17E8AF-D71A-ED9A-7135-87742B1AE76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-151533" y="4358267"/>
                  <a:ext cx="1125360" cy="140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20EA9E8-DD5D-1171-44C7-8107C5D3667F}"/>
                    </a:ext>
                  </a:extLst>
                </p14:cNvPr>
                <p14:cNvContentPartPr/>
                <p14:nvPr/>
              </p14:nvContentPartPr>
              <p14:xfrm>
                <a:off x="3961467" y="4647707"/>
                <a:ext cx="749520" cy="6040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20EA9E8-DD5D-1171-44C7-8107C5D3667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955347" y="4641587"/>
                  <a:ext cx="761760" cy="616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A79D0ED7-810D-0FF1-E0CB-C7E736F43C26}"/>
                  </a:ext>
                </a:extLst>
              </p14:cNvPr>
              <p14:cNvContentPartPr/>
              <p14:nvPr/>
            </p14:nvContentPartPr>
            <p14:xfrm>
              <a:off x="5982147" y="4587227"/>
              <a:ext cx="248400" cy="83664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A79D0ED7-810D-0FF1-E0CB-C7E736F43C26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5976027" y="4581107"/>
                <a:ext cx="260640" cy="84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D5117622-C244-6F45-9378-A75E08BE3FE6}"/>
                  </a:ext>
                </a:extLst>
              </p14:cNvPr>
              <p14:cNvContentPartPr/>
              <p14:nvPr/>
            </p14:nvContentPartPr>
            <p14:xfrm>
              <a:off x="6232347" y="5258627"/>
              <a:ext cx="323640" cy="69372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D5117622-C244-6F45-9378-A75E08BE3FE6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226227" y="5252507"/>
                <a:ext cx="335880" cy="70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76C9985B-32A8-1A3E-7D60-97894273B514}"/>
                  </a:ext>
                </a:extLst>
              </p14:cNvPr>
              <p14:cNvContentPartPr/>
              <p14:nvPr/>
            </p14:nvContentPartPr>
            <p14:xfrm>
              <a:off x="6882867" y="5157467"/>
              <a:ext cx="281880" cy="1980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76C9985B-32A8-1A3E-7D60-97894273B514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6876747" y="5151347"/>
                <a:ext cx="294120" cy="3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EA034157-66FD-5A36-5FB3-C86CC41ADF9D}"/>
                  </a:ext>
                </a:extLst>
              </p14:cNvPr>
              <p14:cNvContentPartPr/>
              <p14:nvPr/>
            </p14:nvContentPartPr>
            <p14:xfrm>
              <a:off x="6786747" y="5321267"/>
              <a:ext cx="415080" cy="8424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EA034157-66FD-5A36-5FB3-C86CC41ADF9D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6780627" y="5315147"/>
                <a:ext cx="427320" cy="9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F464EE28-ACE0-EB63-F998-3D9D540F6621}"/>
                  </a:ext>
                </a:extLst>
              </p14:cNvPr>
              <p14:cNvContentPartPr/>
              <p14:nvPr/>
            </p14:nvContentPartPr>
            <p14:xfrm>
              <a:off x="7743267" y="4902227"/>
              <a:ext cx="307080" cy="52200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F464EE28-ACE0-EB63-F998-3D9D540F6621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7737147" y="4896107"/>
                <a:ext cx="319320" cy="53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54627F4D-C639-3935-AE1E-6FBE13084CC4}"/>
                  </a:ext>
                </a:extLst>
              </p14:cNvPr>
              <p14:cNvContentPartPr/>
              <p14:nvPr/>
            </p14:nvContentPartPr>
            <p14:xfrm>
              <a:off x="8111187" y="5321627"/>
              <a:ext cx="281880" cy="64188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54627F4D-C639-3935-AE1E-6FBE13084CC4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8105067" y="5315507"/>
                <a:ext cx="294120" cy="65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E6B99A65-3BAA-054C-A5BA-16CEB9098A6C}"/>
                  </a:ext>
                </a:extLst>
              </p14:cNvPr>
              <p14:cNvContentPartPr/>
              <p14:nvPr/>
            </p14:nvContentPartPr>
            <p14:xfrm>
              <a:off x="7495587" y="4385627"/>
              <a:ext cx="322200" cy="1984680"/>
            </p14:xfrm>
          </p:contentPart>
        </mc:Choice>
        <mc:Fallback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E6B99A65-3BAA-054C-A5BA-16CEB9098A6C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7489467" y="4379507"/>
                <a:ext cx="334440" cy="199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5AC7757A-50FF-F622-B6E5-DC4BE27E2D2C}"/>
                  </a:ext>
                </a:extLst>
              </p14:cNvPr>
              <p14:cNvContentPartPr/>
              <p14:nvPr/>
            </p14:nvContentPartPr>
            <p14:xfrm>
              <a:off x="7238907" y="4916987"/>
              <a:ext cx="230760" cy="679680"/>
            </p14:xfrm>
          </p:contentPart>
        </mc:Choice>
        <mc:Fallback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5AC7757A-50FF-F622-B6E5-DC4BE27E2D2C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7232787" y="4910867"/>
                <a:ext cx="243000" cy="69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E909CBE3-B94D-D9AC-FF61-1ADF8F9FBDC5}"/>
                  </a:ext>
                </a:extLst>
              </p14:cNvPr>
              <p14:cNvContentPartPr/>
              <p14:nvPr/>
            </p14:nvContentPartPr>
            <p14:xfrm>
              <a:off x="7047747" y="5309027"/>
              <a:ext cx="327240" cy="146880"/>
            </p14:xfrm>
          </p:contentPart>
        </mc:Choice>
        <mc:Fallback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E909CBE3-B94D-D9AC-FF61-1ADF8F9FBDC5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041627" y="5302907"/>
                <a:ext cx="339480" cy="15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67B22725-9B64-12FB-73BB-600B8D0233E3}"/>
                  </a:ext>
                </a:extLst>
              </p14:cNvPr>
              <p14:cNvContentPartPr/>
              <p14:nvPr/>
            </p14:nvContentPartPr>
            <p14:xfrm>
              <a:off x="6100587" y="5988347"/>
              <a:ext cx="5734080" cy="68112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67B22725-9B64-12FB-73BB-600B8D0233E3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6094467" y="5982227"/>
                <a:ext cx="5746320" cy="69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D92FB957-FA90-52B3-2864-07E118E3F7BC}"/>
                  </a:ext>
                </a:extLst>
              </p14:cNvPr>
              <p14:cNvContentPartPr/>
              <p14:nvPr/>
            </p14:nvContentPartPr>
            <p14:xfrm>
              <a:off x="5959467" y="6257267"/>
              <a:ext cx="811080" cy="418680"/>
            </p14:xfrm>
          </p:contentPart>
        </mc:Choice>
        <mc:Fallback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D92FB957-FA90-52B3-2864-07E118E3F7BC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5953347" y="6251147"/>
                <a:ext cx="823320" cy="430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6" name="Group 115">
            <a:extLst>
              <a:ext uri="{FF2B5EF4-FFF2-40B4-BE49-F238E27FC236}">
                <a16:creationId xmlns:a16="http://schemas.microsoft.com/office/drawing/2014/main" id="{E89149B2-7859-26C5-7B98-EE1FB7DFD538}"/>
              </a:ext>
            </a:extLst>
          </p:cNvPr>
          <p:cNvGrpSpPr/>
          <p:nvPr/>
        </p:nvGrpSpPr>
        <p:grpSpPr>
          <a:xfrm>
            <a:off x="8755227" y="4353227"/>
            <a:ext cx="3321000" cy="2013120"/>
            <a:chOff x="8755227" y="4353227"/>
            <a:chExt cx="3321000" cy="2013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54D530BA-83BB-E54B-6948-1D8FE6BB19D1}"/>
                    </a:ext>
                  </a:extLst>
                </p14:cNvPr>
                <p14:cNvContentPartPr/>
                <p14:nvPr/>
              </p14:nvContentPartPr>
              <p14:xfrm>
                <a:off x="8755227" y="5274467"/>
                <a:ext cx="2880" cy="32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54D530BA-83BB-E54B-6948-1D8FE6BB19D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749107" y="5268347"/>
                  <a:ext cx="1512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D4FB4CCF-3E5F-3329-C381-339DFF2723E5}"/>
                    </a:ext>
                  </a:extLst>
                </p14:cNvPr>
                <p14:cNvContentPartPr/>
                <p14:nvPr/>
              </p14:nvContentPartPr>
              <p14:xfrm>
                <a:off x="8915787" y="4910867"/>
                <a:ext cx="355320" cy="4442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D4FB4CCF-3E5F-3329-C381-339DFF2723E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909667" y="4904747"/>
                  <a:ext cx="367560" cy="45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3009E9B6-CC4F-D264-6443-3617181C2133}"/>
                    </a:ext>
                  </a:extLst>
                </p14:cNvPr>
                <p14:cNvContentPartPr/>
                <p14:nvPr/>
              </p14:nvContentPartPr>
              <p14:xfrm>
                <a:off x="9409347" y="5297147"/>
                <a:ext cx="215280" cy="914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3009E9B6-CC4F-D264-6443-3617181C213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403227" y="5291027"/>
                  <a:ext cx="22752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9BF99D6E-45CD-4C99-6E9A-00E34717FD53}"/>
                    </a:ext>
                  </a:extLst>
                </p14:cNvPr>
                <p14:cNvContentPartPr/>
                <p14:nvPr/>
              </p14:nvContentPartPr>
              <p14:xfrm>
                <a:off x="9466947" y="5332427"/>
                <a:ext cx="2160" cy="2275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9BF99D6E-45CD-4C99-6E9A-00E34717FD5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460827" y="5326307"/>
                  <a:ext cx="1440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21517D19-23A6-C18E-2468-85512EBC5B75}"/>
                    </a:ext>
                  </a:extLst>
                </p14:cNvPr>
                <p14:cNvContentPartPr/>
                <p14:nvPr/>
              </p14:nvContentPartPr>
              <p14:xfrm>
                <a:off x="9324027" y="5596307"/>
                <a:ext cx="217800" cy="295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21517D19-23A6-C18E-2468-85512EBC5B7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317907" y="5590187"/>
                  <a:ext cx="23004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B3EDEC9C-D48D-BC2E-DD2F-22D21CC310A8}"/>
                    </a:ext>
                  </a:extLst>
                </p14:cNvPr>
                <p14:cNvContentPartPr/>
                <p14:nvPr/>
              </p14:nvContentPartPr>
              <p14:xfrm>
                <a:off x="9691587" y="5274467"/>
                <a:ext cx="154080" cy="4449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B3EDEC9C-D48D-BC2E-DD2F-22D21CC310A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685467" y="5268347"/>
                  <a:ext cx="166320" cy="45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59FC5A80-9AB4-A8E7-D085-D60A6581C868}"/>
                    </a:ext>
                  </a:extLst>
                </p14:cNvPr>
                <p14:cNvContentPartPr/>
                <p14:nvPr/>
              </p14:nvContentPartPr>
              <p14:xfrm>
                <a:off x="10158507" y="5070707"/>
                <a:ext cx="459000" cy="763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59FC5A80-9AB4-A8E7-D085-D60A6581C86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152387" y="5064587"/>
                  <a:ext cx="47124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47C4D7A7-8C0A-9CB6-02E4-81148A0F6381}"/>
                    </a:ext>
                  </a:extLst>
                </p14:cNvPr>
                <p14:cNvContentPartPr/>
                <p14:nvPr/>
              </p14:nvContentPartPr>
              <p14:xfrm>
                <a:off x="10353627" y="4915907"/>
                <a:ext cx="8640" cy="6876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47C4D7A7-8C0A-9CB6-02E4-81148A0F638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347507" y="4909787"/>
                  <a:ext cx="20880" cy="69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29A4B3F0-C35D-AA96-9144-58B4BA2676AA}"/>
                    </a:ext>
                  </a:extLst>
                </p14:cNvPr>
                <p14:cNvContentPartPr/>
                <p14:nvPr/>
              </p14:nvContentPartPr>
              <p14:xfrm>
                <a:off x="10717587" y="4837787"/>
                <a:ext cx="271800" cy="8956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29A4B3F0-C35D-AA96-9144-58B4BA2676A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711467" y="4831667"/>
                  <a:ext cx="284040" cy="90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D8DCAB1B-D041-D908-462F-58F1ADC9A8A2}"/>
                    </a:ext>
                  </a:extLst>
                </p14:cNvPr>
                <p14:cNvContentPartPr/>
                <p14:nvPr/>
              </p14:nvContentPartPr>
              <p14:xfrm>
                <a:off x="11037627" y="5653547"/>
                <a:ext cx="349920" cy="4557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D8DCAB1B-D041-D908-462F-58F1ADC9A8A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1031507" y="5647427"/>
                  <a:ext cx="362160" cy="46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F8FECEA1-A425-5D98-07A3-47A24927B71E}"/>
                    </a:ext>
                  </a:extLst>
                </p14:cNvPr>
                <p14:cNvContentPartPr/>
                <p14:nvPr/>
              </p14:nvContentPartPr>
              <p14:xfrm>
                <a:off x="11217987" y="5289587"/>
                <a:ext cx="360" cy="10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F8FECEA1-A425-5D98-07A3-47A24927B71E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1211867" y="5283467"/>
                  <a:ext cx="12600" cy="1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75F124AC-9E3E-C9C1-F950-E393FA0B040E}"/>
                    </a:ext>
                  </a:extLst>
                </p14:cNvPr>
                <p14:cNvContentPartPr/>
                <p14:nvPr/>
              </p14:nvContentPartPr>
              <p14:xfrm>
                <a:off x="11365587" y="5030747"/>
                <a:ext cx="220680" cy="4028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75F124AC-9E3E-C9C1-F950-E393FA0B040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1359467" y="5024627"/>
                  <a:ext cx="232920" cy="41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27AD9DF5-6663-C229-370B-82B14375A0DB}"/>
                    </a:ext>
                  </a:extLst>
                </p14:cNvPr>
                <p14:cNvContentPartPr/>
                <p14:nvPr/>
              </p14:nvContentPartPr>
              <p14:xfrm>
                <a:off x="11620827" y="5315147"/>
                <a:ext cx="72000" cy="4161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27AD9DF5-6663-C229-370B-82B14375A0DB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1614707" y="5309027"/>
                  <a:ext cx="84240" cy="42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CE349717-0093-9C08-8917-D0008B07224B}"/>
                    </a:ext>
                  </a:extLst>
                </p14:cNvPr>
                <p14:cNvContentPartPr/>
                <p14:nvPr/>
              </p14:nvContentPartPr>
              <p14:xfrm>
                <a:off x="11766267" y="5381027"/>
                <a:ext cx="132480" cy="4251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CE349717-0093-9C08-8917-D0008B07224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1760147" y="5374907"/>
                  <a:ext cx="144720" cy="43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D862F639-F9CE-655B-2ABB-92396C5AF1BD}"/>
                    </a:ext>
                  </a:extLst>
                </p14:cNvPr>
                <p14:cNvContentPartPr/>
                <p14:nvPr/>
              </p14:nvContentPartPr>
              <p14:xfrm>
                <a:off x="11757627" y="4602347"/>
                <a:ext cx="318600" cy="165024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D862F639-F9CE-655B-2ABB-92396C5AF1B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1751507" y="4596227"/>
                  <a:ext cx="330840" cy="166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ACFF020C-1747-478B-3050-BA775567011B}"/>
                    </a:ext>
                  </a:extLst>
                </p14:cNvPr>
                <p14:cNvContentPartPr/>
                <p14:nvPr/>
              </p14:nvContentPartPr>
              <p14:xfrm>
                <a:off x="10535067" y="4353227"/>
                <a:ext cx="943200" cy="201312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ACFF020C-1747-478B-3050-BA775567011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0528947" y="4347107"/>
                  <a:ext cx="955440" cy="2025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BD19F0BE-F374-CC21-4C25-14EB4C071EAC}"/>
                  </a:ext>
                </a:extLst>
              </p14:cNvPr>
              <p14:cNvContentPartPr/>
              <p14:nvPr/>
            </p14:nvContentPartPr>
            <p14:xfrm>
              <a:off x="5492547" y="4112027"/>
              <a:ext cx="1680120" cy="2459160"/>
            </p14:xfrm>
          </p:contentPart>
        </mc:Choice>
        <mc:Fallback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BD19F0BE-F374-CC21-4C25-14EB4C071EAC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5486427" y="4105907"/>
                <a:ext cx="1692360" cy="247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BA40233F-AEDC-5B5F-8E56-AC68D6CF2C6A}"/>
                  </a:ext>
                </a:extLst>
              </p14:cNvPr>
              <p14:cNvContentPartPr/>
              <p14:nvPr/>
            </p14:nvContentPartPr>
            <p14:xfrm>
              <a:off x="77787" y="-39133"/>
              <a:ext cx="2816280" cy="3996360"/>
            </p14:xfrm>
          </p:contentPart>
        </mc:Choice>
        <mc:Fallback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BA40233F-AEDC-5B5F-8E56-AC68D6CF2C6A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71667" y="-45253"/>
                <a:ext cx="2828520" cy="400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DA55FA45-CDB2-C77E-F83C-87323685655E}"/>
                  </a:ext>
                </a:extLst>
              </p14:cNvPr>
              <p14:cNvContentPartPr/>
              <p14:nvPr/>
            </p14:nvContentPartPr>
            <p14:xfrm>
              <a:off x="469107" y="3559787"/>
              <a:ext cx="2005920" cy="204480"/>
            </p14:xfrm>
          </p:contentPart>
        </mc:Choice>
        <mc:Fallback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DA55FA45-CDB2-C77E-F83C-87323685655E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462987" y="3553667"/>
                <a:ext cx="2018160" cy="21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B9055EF4-F605-2399-21B3-D933B7A95B5F}"/>
                  </a:ext>
                </a:extLst>
              </p14:cNvPr>
              <p14:cNvContentPartPr/>
              <p14:nvPr/>
            </p14:nvContentPartPr>
            <p14:xfrm>
              <a:off x="10526427" y="1367387"/>
              <a:ext cx="360" cy="360"/>
            </p14:xfrm>
          </p:contentPart>
        </mc:Choice>
        <mc:Fallback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B9055EF4-F605-2399-21B3-D933B7A95B5F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10520307" y="1361267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D04A5A6-82AE-4D82-3FF3-B4BDCACE40F3}"/>
                  </a:ext>
                </a:extLst>
              </p14:cNvPr>
              <p14:cNvContentPartPr/>
              <p14:nvPr/>
            </p14:nvContentPartPr>
            <p14:xfrm>
              <a:off x="678267" y="247947"/>
              <a:ext cx="419040" cy="8254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D04A5A6-82AE-4D82-3FF3-B4BDCACE40F3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672147" y="241827"/>
                <a:ext cx="431280" cy="83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7F4BFC1-866D-A6B7-6D15-7ABC78B0C11F}"/>
                  </a:ext>
                </a:extLst>
              </p14:cNvPr>
              <p14:cNvContentPartPr/>
              <p14:nvPr/>
            </p14:nvContentPartPr>
            <p14:xfrm>
              <a:off x="1324107" y="363507"/>
              <a:ext cx="679680" cy="7358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7F4BFC1-866D-A6B7-6D15-7ABC78B0C11F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317987" y="357387"/>
                <a:ext cx="691920" cy="74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C68AAA7-95A8-FD74-AAB2-F4E5124207E1}"/>
                  </a:ext>
                </a:extLst>
              </p14:cNvPr>
              <p14:cNvContentPartPr/>
              <p14:nvPr/>
            </p14:nvContentPartPr>
            <p14:xfrm>
              <a:off x="1877787" y="879027"/>
              <a:ext cx="520200" cy="6062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C68AAA7-95A8-FD74-AAB2-F4E5124207E1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1871667" y="872907"/>
                <a:ext cx="532440" cy="61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4802811-8F9F-AA2F-0885-F0E2031E4ED6}"/>
                  </a:ext>
                </a:extLst>
              </p14:cNvPr>
              <p14:cNvContentPartPr/>
              <p14:nvPr/>
            </p14:nvContentPartPr>
            <p14:xfrm>
              <a:off x="336627" y="1768227"/>
              <a:ext cx="2320560" cy="802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4802811-8F9F-AA2F-0885-F0E2031E4ED6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330507" y="1762107"/>
                <a:ext cx="2332800" cy="9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5CF077C-37E0-2AB3-9FBE-856D9A2EF1D4}"/>
                  </a:ext>
                </a:extLst>
              </p14:cNvPr>
              <p14:cNvContentPartPr/>
              <p14:nvPr/>
            </p14:nvContentPartPr>
            <p14:xfrm>
              <a:off x="599067" y="1987107"/>
              <a:ext cx="288720" cy="9878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5CF077C-37E0-2AB3-9FBE-856D9A2EF1D4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592947" y="1980987"/>
                <a:ext cx="300960" cy="100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ECCBF2FD-9083-5C90-359F-842F702C7AE9}"/>
                  </a:ext>
                </a:extLst>
              </p14:cNvPr>
              <p14:cNvContentPartPr/>
              <p14:nvPr/>
            </p14:nvContentPartPr>
            <p14:xfrm>
              <a:off x="1133667" y="2152347"/>
              <a:ext cx="388440" cy="6872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ECCBF2FD-9083-5C90-359F-842F702C7AE9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1127547" y="2146227"/>
                <a:ext cx="400680" cy="69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191BDB35-FD86-5815-56D5-8782EC0B8919}"/>
                  </a:ext>
                </a:extLst>
              </p14:cNvPr>
              <p14:cNvContentPartPr/>
              <p14:nvPr/>
            </p14:nvContentPartPr>
            <p14:xfrm>
              <a:off x="1700307" y="2758227"/>
              <a:ext cx="215640" cy="51588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191BDB35-FD86-5815-56D5-8782EC0B8919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1694187" y="2752107"/>
                <a:ext cx="227880" cy="52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DEB63BC-D91D-2E1D-221A-F056506D2CE1}"/>
                  </a:ext>
                </a:extLst>
              </p14:cNvPr>
              <p14:cNvContentPartPr/>
              <p14:nvPr/>
            </p14:nvContentPartPr>
            <p14:xfrm>
              <a:off x="2027187" y="2552307"/>
              <a:ext cx="190440" cy="101772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DEB63BC-D91D-2E1D-221A-F056506D2CE1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2021067" y="2546187"/>
                <a:ext cx="202680" cy="102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24FCF501-74C9-FBA3-42F2-336378587BEF}"/>
                  </a:ext>
                </a:extLst>
              </p14:cNvPr>
              <p14:cNvContentPartPr/>
              <p14:nvPr/>
            </p14:nvContentPartPr>
            <p14:xfrm>
              <a:off x="1647387" y="2507667"/>
              <a:ext cx="37080" cy="49464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4FCF501-74C9-FBA3-42F2-336378587BEF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1641267" y="2501547"/>
                <a:ext cx="49320" cy="50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3A3CFD63-FD4E-AE82-A7AC-9A69F4D9B139}"/>
                  </a:ext>
                </a:extLst>
              </p14:cNvPr>
              <p14:cNvContentPartPr/>
              <p14:nvPr/>
            </p14:nvContentPartPr>
            <p14:xfrm>
              <a:off x="1156347" y="3471587"/>
              <a:ext cx="994680" cy="196920"/>
            </p14:xfrm>
          </p:contentPart>
        </mc:Choice>
        <mc:Fallback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3A3CFD63-FD4E-AE82-A7AC-9A69F4D9B139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1150227" y="3465467"/>
                <a:ext cx="1006920" cy="209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9" name="Group 128">
            <a:extLst>
              <a:ext uri="{FF2B5EF4-FFF2-40B4-BE49-F238E27FC236}">
                <a16:creationId xmlns:a16="http://schemas.microsoft.com/office/drawing/2014/main" id="{C8084E9C-326D-0A16-D204-A93D501A0BC5}"/>
              </a:ext>
            </a:extLst>
          </p:cNvPr>
          <p:cNvGrpSpPr/>
          <p:nvPr/>
        </p:nvGrpSpPr>
        <p:grpSpPr>
          <a:xfrm>
            <a:off x="2936907" y="-48493"/>
            <a:ext cx="6474960" cy="4257000"/>
            <a:chOff x="2936907" y="-48493"/>
            <a:chExt cx="6474960" cy="4257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84E5F4C-29B6-351C-35B3-9A2D59C24584}"/>
                    </a:ext>
                  </a:extLst>
                </p14:cNvPr>
                <p14:cNvContentPartPr/>
                <p14:nvPr/>
              </p14:nvContentPartPr>
              <p14:xfrm>
                <a:off x="2936907" y="1003227"/>
                <a:ext cx="531720" cy="558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84E5F4C-29B6-351C-35B3-9A2D59C2458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930787" y="997107"/>
                  <a:ext cx="54396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419C9EF-3DDF-72E0-BC1C-1C7BB8153227}"/>
                    </a:ext>
                  </a:extLst>
                </p14:cNvPr>
                <p14:cNvContentPartPr/>
                <p14:nvPr/>
              </p14:nvContentPartPr>
              <p14:xfrm>
                <a:off x="2947347" y="1269987"/>
                <a:ext cx="540000" cy="1224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419C9EF-3DDF-72E0-BC1C-1C7BB8153227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941227" y="1263867"/>
                  <a:ext cx="55224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F7C3B59-7B5C-D3CD-2229-83A48CDAA945}"/>
                    </a:ext>
                  </a:extLst>
                </p14:cNvPr>
                <p14:cNvContentPartPr/>
                <p14:nvPr/>
              </p14:nvContentPartPr>
              <p14:xfrm>
                <a:off x="3790827" y="558627"/>
                <a:ext cx="446760" cy="9730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F7C3B59-7B5C-D3CD-2229-83A48CDAA94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784707" y="552507"/>
                  <a:ext cx="459000" cy="9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EA1C5C0-4CF6-BF81-6414-E2A0C14C819D}"/>
                    </a:ext>
                  </a:extLst>
                </p14:cNvPr>
                <p14:cNvContentPartPr/>
                <p14:nvPr/>
              </p14:nvContentPartPr>
              <p14:xfrm>
                <a:off x="4410387" y="718107"/>
                <a:ext cx="648360" cy="7369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EA1C5C0-4CF6-BF81-6414-E2A0C14C819D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404267" y="711987"/>
                  <a:ext cx="660600" cy="74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3F8382E-BE96-6B92-CACC-A7B9CB26A2C2}"/>
                    </a:ext>
                  </a:extLst>
                </p14:cNvPr>
                <p14:cNvContentPartPr/>
                <p14:nvPr/>
              </p14:nvContentPartPr>
              <p14:xfrm>
                <a:off x="4650867" y="1244427"/>
                <a:ext cx="507960" cy="5677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3F8382E-BE96-6B92-CACC-A7B9CB26A2C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644747" y="1238307"/>
                  <a:ext cx="520200" cy="57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31EF53C-5CF0-255A-1D68-D288C8E19273}"/>
                    </a:ext>
                  </a:extLst>
                </p14:cNvPr>
                <p14:cNvContentPartPr/>
                <p14:nvPr/>
              </p14:nvContentPartPr>
              <p14:xfrm>
                <a:off x="3788667" y="1973427"/>
                <a:ext cx="1767240" cy="928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31EF53C-5CF0-255A-1D68-D288C8E19273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782547" y="1967307"/>
                  <a:ext cx="177948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A74365B-690A-0FE2-34E1-D11B476BE3F0}"/>
                    </a:ext>
                  </a:extLst>
                </p14:cNvPr>
                <p14:cNvContentPartPr/>
                <p14:nvPr/>
              </p14:nvContentPartPr>
              <p14:xfrm>
                <a:off x="3855987" y="2235147"/>
                <a:ext cx="396360" cy="8611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A74365B-690A-0FE2-34E1-D11B476BE3F0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849867" y="2229027"/>
                  <a:ext cx="408600" cy="87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B69F436-0FEF-E457-DCA3-6653D154D414}"/>
                    </a:ext>
                  </a:extLst>
                </p14:cNvPr>
                <p14:cNvContentPartPr/>
                <p14:nvPr/>
              </p14:nvContentPartPr>
              <p14:xfrm>
                <a:off x="4149747" y="2351427"/>
                <a:ext cx="493200" cy="12949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B69F436-0FEF-E457-DCA3-6653D154D414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143627" y="2345307"/>
                  <a:ext cx="505440" cy="130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15EEBA6-5F32-89EB-E8C9-43EDADC0AF76}"/>
                    </a:ext>
                  </a:extLst>
                </p14:cNvPr>
                <p14:cNvContentPartPr/>
                <p14:nvPr/>
              </p14:nvContentPartPr>
              <p14:xfrm>
                <a:off x="4664547" y="3207147"/>
                <a:ext cx="393120" cy="9252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15EEBA6-5F32-89EB-E8C9-43EDADC0AF76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658427" y="3201027"/>
                  <a:ext cx="405360" cy="9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64BFBDD-AD3A-3C23-C59C-4B482768283E}"/>
                    </a:ext>
                  </a:extLst>
                </p14:cNvPr>
                <p14:cNvContentPartPr/>
                <p14:nvPr/>
              </p14:nvContentPartPr>
              <p14:xfrm>
                <a:off x="5606307" y="1499667"/>
                <a:ext cx="360" cy="14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64BFBDD-AD3A-3C23-C59C-4B482768283E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600187" y="1493547"/>
                  <a:ext cx="12600" cy="1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BD5629B-F0B5-66D2-87D8-7DF85F1EB1D1}"/>
                    </a:ext>
                  </a:extLst>
                </p14:cNvPr>
                <p14:cNvContentPartPr/>
                <p14:nvPr/>
              </p14:nvContentPartPr>
              <p14:xfrm>
                <a:off x="6134067" y="960747"/>
                <a:ext cx="182520" cy="6555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BD5629B-F0B5-66D2-87D8-7DF85F1EB1D1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6127947" y="954627"/>
                  <a:ext cx="194760" cy="66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75DE7C2-A20D-F0AE-EF8B-9822E695EFBE}"/>
                    </a:ext>
                  </a:extLst>
                </p14:cNvPr>
                <p14:cNvContentPartPr/>
                <p14:nvPr/>
              </p14:nvContentPartPr>
              <p14:xfrm>
                <a:off x="6463467" y="994587"/>
                <a:ext cx="281880" cy="8902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75DE7C2-A20D-F0AE-EF8B-9822E695EFBE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6457347" y="988467"/>
                  <a:ext cx="294120" cy="90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112991D-2534-30C6-EDAC-0771529D3E6C}"/>
                    </a:ext>
                  </a:extLst>
                </p14:cNvPr>
                <p14:cNvContentPartPr/>
                <p14:nvPr/>
              </p14:nvContentPartPr>
              <p14:xfrm>
                <a:off x="6798267" y="1551507"/>
                <a:ext cx="457560" cy="6094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112991D-2534-30C6-EDAC-0771529D3E6C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6792147" y="1545387"/>
                  <a:ext cx="469800" cy="62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8515764-195E-382F-56A8-69D83F02C9D9}"/>
                    </a:ext>
                  </a:extLst>
                </p14:cNvPr>
                <p14:cNvContentPartPr/>
                <p14:nvPr/>
              </p14:nvContentPartPr>
              <p14:xfrm>
                <a:off x="6247827" y="2140467"/>
                <a:ext cx="1174320" cy="774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8515764-195E-382F-56A8-69D83F02C9D9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6241707" y="2134347"/>
                  <a:ext cx="118656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B6B6EDA-7A9F-DB79-20DC-989F8A1F4FE4}"/>
                    </a:ext>
                  </a:extLst>
                </p14:cNvPr>
                <p14:cNvContentPartPr/>
                <p14:nvPr/>
              </p14:nvContentPartPr>
              <p14:xfrm>
                <a:off x="6126147" y="2442147"/>
                <a:ext cx="500040" cy="9057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B6B6EDA-7A9F-DB79-20DC-989F8A1F4FE4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6120027" y="2436027"/>
                  <a:ext cx="512280" cy="9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A815205-F930-C9AB-8299-492CC8A1CADC}"/>
                    </a:ext>
                  </a:extLst>
                </p14:cNvPr>
                <p14:cNvContentPartPr/>
                <p14:nvPr/>
              </p14:nvContentPartPr>
              <p14:xfrm>
                <a:off x="6854787" y="2595867"/>
                <a:ext cx="307080" cy="7462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A815205-F930-C9AB-8299-492CC8A1CADC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6848667" y="2589747"/>
                  <a:ext cx="319320" cy="75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B01086A-9800-2618-BD8B-A4178D171CFF}"/>
                    </a:ext>
                  </a:extLst>
                </p14:cNvPr>
                <p14:cNvContentPartPr/>
                <p14:nvPr/>
              </p14:nvContentPartPr>
              <p14:xfrm>
                <a:off x="7073307" y="3284547"/>
                <a:ext cx="459720" cy="6652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B01086A-9800-2618-BD8B-A4178D171CFF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7067187" y="3278427"/>
                  <a:ext cx="471960" cy="67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9BB63CA-F89B-4649-A158-0D74F5ACAD3A}"/>
                    </a:ext>
                  </a:extLst>
                </p14:cNvPr>
                <p14:cNvContentPartPr/>
                <p14:nvPr/>
              </p14:nvContentPartPr>
              <p14:xfrm>
                <a:off x="7626987" y="1950387"/>
                <a:ext cx="360" cy="14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9BB63CA-F89B-4649-A158-0D74F5ACAD3A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7620867" y="1944267"/>
                  <a:ext cx="12600" cy="1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76A9E173-B144-F985-6E99-C884ED0EF797}"/>
                    </a:ext>
                  </a:extLst>
                </p14:cNvPr>
                <p14:cNvContentPartPr/>
                <p14:nvPr/>
              </p14:nvContentPartPr>
              <p14:xfrm>
                <a:off x="7554627" y="1963907"/>
                <a:ext cx="28080" cy="8568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76A9E173-B144-F985-6E99-C884ED0EF797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7548507" y="1957787"/>
                  <a:ext cx="4032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96DEE014-935D-EEA0-C479-C6AEDBF8F905}"/>
                    </a:ext>
                  </a:extLst>
                </p14:cNvPr>
                <p14:cNvContentPartPr/>
                <p14:nvPr/>
              </p14:nvContentPartPr>
              <p14:xfrm>
                <a:off x="6562467" y="4091507"/>
                <a:ext cx="524160" cy="7020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96DEE014-935D-EEA0-C479-C6AEDBF8F905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6556347" y="4085387"/>
                  <a:ext cx="53640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D51A7BEA-7419-AA8C-7629-46D08231F888}"/>
                    </a:ext>
                  </a:extLst>
                </p14:cNvPr>
                <p14:cNvContentPartPr/>
                <p14:nvPr/>
              </p14:nvContentPartPr>
              <p14:xfrm>
                <a:off x="7999947" y="1258667"/>
                <a:ext cx="300240" cy="98424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D51A7BEA-7419-AA8C-7629-46D08231F888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7993827" y="1252547"/>
                  <a:ext cx="312480" cy="9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A477254B-E0C9-3E87-FDD7-3D7E7FDA35B6}"/>
                    </a:ext>
                  </a:extLst>
                </p14:cNvPr>
                <p14:cNvContentPartPr/>
                <p14:nvPr/>
              </p14:nvContentPartPr>
              <p14:xfrm>
                <a:off x="8365347" y="1270547"/>
                <a:ext cx="426600" cy="73296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A477254B-E0C9-3E87-FDD7-3D7E7FDA35B6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8359227" y="1264427"/>
                  <a:ext cx="438840" cy="74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6285DB35-2F72-5ED3-45D0-D7E361EF9679}"/>
                    </a:ext>
                  </a:extLst>
                </p14:cNvPr>
                <p14:cNvContentPartPr/>
                <p14:nvPr/>
              </p14:nvContentPartPr>
              <p14:xfrm>
                <a:off x="8827227" y="1715867"/>
                <a:ext cx="452160" cy="65088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6285DB35-2F72-5ED3-45D0-D7E361EF9679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8821107" y="1709747"/>
                  <a:ext cx="464400" cy="66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B3EDD05A-8BCB-7155-8B64-2CA65DD4E908}"/>
                    </a:ext>
                  </a:extLst>
                </p14:cNvPr>
                <p14:cNvContentPartPr/>
                <p14:nvPr/>
              </p14:nvContentPartPr>
              <p14:xfrm>
                <a:off x="7880787" y="2405267"/>
                <a:ext cx="1503360" cy="8748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B3EDD05A-8BCB-7155-8B64-2CA65DD4E908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7874667" y="2399147"/>
                  <a:ext cx="151560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6ED20C59-E74F-338E-D9F8-242541B314F0}"/>
                    </a:ext>
                  </a:extLst>
                </p14:cNvPr>
                <p14:cNvContentPartPr/>
                <p14:nvPr/>
              </p14:nvContentPartPr>
              <p14:xfrm>
                <a:off x="7866027" y="2640707"/>
                <a:ext cx="430920" cy="6573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6ED20C59-E74F-338E-D9F8-242541B314F0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7859907" y="2634587"/>
                  <a:ext cx="443160" cy="66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1B4E8FC8-B7FD-A70A-3E26-1FE765652407}"/>
                    </a:ext>
                  </a:extLst>
                </p14:cNvPr>
                <p14:cNvContentPartPr/>
                <p14:nvPr/>
              </p14:nvContentPartPr>
              <p14:xfrm>
                <a:off x="8332587" y="2680307"/>
                <a:ext cx="325800" cy="6213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1B4E8FC8-B7FD-A70A-3E26-1FE765652407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8326467" y="2674187"/>
                  <a:ext cx="338040" cy="63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92171DF9-750E-38F2-3F2A-0267F4FDFE0D}"/>
                    </a:ext>
                  </a:extLst>
                </p14:cNvPr>
                <p14:cNvContentPartPr/>
                <p14:nvPr/>
              </p14:nvContentPartPr>
              <p14:xfrm>
                <a:off x="8684307" y="3105827"/>
                <a:ext cx="253800" cy="58140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92171DF9-750E-38F2-3F2A-0267F4FDFE0D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8678187" y="3099707"/>
                  <a:ext cx="266040" cy="59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61CFE895-5286-9A2A-BC02-9A73C7D52F88}"/>
                    </a:ext>
                  </a:extLst>
                </p14:cNvPr>
                <p14:cNvContentPartPr/>
                <p14:nvPr/>
              </p14:nvContentPartPr>
              <p14:xfrm>
                <a:off x="9029547" y="3122387"/>
                <a:ext cx="382320" cy="67680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61CFE895-5286-9A2A-BC02-9A73C7D52F88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9023427" y="3116267"/>
                  <a:ext cx="394560" cy="68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5FE31648-61B2-C7E3-3782-558B97936281}"/>
                    </a:ext>
                  </a:extLst>
                </p14:cNvPr>
                <p14:cNvContentPartPr/>
                <p14:nvPr/>
              </p14:nvContentPartPr>
              <p14:xfrm>
                <a:off x="3358467" y="-48493"/>
                <a:ext cx="4420440" cy="425700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5FE31648-61B2-C7E3-3782-558B97936281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3352347" y="-54613"/>
                  <a:ext cx="4432680" cy="426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85ADF1D5-91E7-DC2A-19EC-B08C14E32D4F}"/>
                    </a:ext>
                  </a:extLst>
                </p14:cNvPr>
                <p14:cNvContentPartPr/>
                <p14:nvPr/>
              </p14:nvContentPartPr>
              <p14:xfrm>
                <a:off x="7178787" y="208907"/>
                <a:ext cx="228240" cy="41292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85ADF1D5-91E7-DC2A-19EC-B08C14E32D4F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7172667" y="202787"/>
                  <a:ext cx="240480" cy="42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B4E32C57-D048-3BBF-1FD6-266ADBB35F31}"/>
                    </a:ext>
                  </a:extLst>
                </p14:cNvPr>
                <p14:cNvContentPartPr/>
                <p14:nvPr/>
              </p14:nvContentPartPr>
              <p14:xfrm>
                <a:off x="7532307" y="564947"/>
                <a:ext cx="14040" cy="23940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B4E32C57-D048-3BBF-1FD6-266ADBB35F31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7526187" y="558827"/>
                  <a:ext cx="26280" cy="251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362F80B1-98DA-8A95-A11D-694643FC5029}"/>
              </a:ext>
            </a:extLst>
          </p:cNvPr>
          <p:cNvGrpSpPr/>
          <p:nvPr/>
        </p:nvGrpSpPr>
        <p:grpSpPr>
          <a:xfrm>
            <a:off x="10074987" y="395387"/>
            <a:ext cx="1841760" cy="3080880"/>
            <a:chOff x="10074987" y="395387"/>
            <a:chExt cx="1841760" cy="3080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CDB6B9D5-0D65-EBFD-5D39-3EB8331918BA}"/>
                    </a:ext>
                  </a:extLst>
                </p14:cNvPr>
                <p14:cNvContentPartPr/>
                <p14:nvPr/>
              </p14:nvContentPartPr>
              <p14:xfrm>
                <a:off x="10074987" y="395387"/>
                <a:ext cx="407520" cy="51840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CDB6B9D5-0D65-EBFD-5D39-3EB8331918BA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10068867" y="389267"/>
                  <a:ext cx="419760" cy="53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21F11366-1C28-FC9C-6918-7119F25C4A71}"/>
                    </a:ext>
                  </a:extLst>
                </p14:cNvPr>
                <p14:cNvContentPartPr/>
                <p14:nvPr/>
              </p14:nvContentPartPr>
              <p14:xfrm>
                <a:off x="10535067" y="827027"/>
                <a:ext cx="36720" cy="41760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21F11366-1C28-FC9C-6918-7119F25C4A71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10528947" y="820907"/>
                  <a:ext cx="48960" cy="42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F1911C31-3F0F-2E0A-34F6-A9678D0F0B53}"/>
                    </a:ext>
                  </a:extLst>
                </p14:cNvPr>
                <p14:cNvContentPartPr/>
                <p14:nvPr/>
              </p14:nvContentPartPr>
              <p14:xfrm>
                <a:off x="10724067" y="623627"/>
                <a:ext cx="308160" cy="28332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F1911C31-3F0F-2E0A-34F6-A9678D0F0B53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10717947" y="617507"/>
                  <a:ext cx="32040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E19170E6-9C12-3C7A-5EE4-DAB3034AE42B}"/>
                    </a:ext>
                  </a:extLst>
                </p14:cNvPr>
                <p14:cNvContentPartPr/>
                <p14:nvPr/>
              </p14:nvContentPartPr>
              <p14:xfrm>
                <a:off x="10846827" y="656027"/>
                <a:ext cx="113040" cy="23688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E19170E6-9C12-3C7A-5EE4-DAB3034AE42B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10840707" y="649907"/>
                  <a:ext cx="12528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39EE3AF2-1483-E2B4-90D6-82D77260EE11}"/>
                    </a:ext>
                  </a:extLst>
                </p14:cNvPr>
                <p14:cNvContentPartPr/>
                <p14:nvPr/>
              </p14:nvContentPartPr>
              <p14:xfrm>
                <a:off x="11087307" y="580787"/>
                <a:ext cx="214560" cy="47628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39EE3AF2-1483-E2B4-90D6-82D77260EE11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11081187" y="574667"/>
                  <a:ext cx="226800" cy="48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E2876094-0063-1141-678C-FD0744DB4582}"/>
                    </a:ext>
                  </a:extLst>
                </p14:cNvPr>
                <p14:cNvContentPartPr/>
                <p14:nvPr/>
              </p14:nvContentPartPr>
              <p14:xfrm>
                <a:off x="11344707" y="645227"/>
                <a:ext cx="198360" cy="35280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E2876094-0063-1141-678C-FD0744DB4582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11338587" y="639107"/>
                  <a:ext cx="210600" cy="36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46BAC862-BC40-1101-2501-D589632BA25A}"/>
                    </a:ext>
                  </a:extLst>
                </p14:cNvPr>
                <p14:cNvContentPartPr/>
                <p14:nvPr/>
              </p14:nvContentPartPr>
              <p14:xfrm>
                <a:off x="11517507" y="1001627"/>
                <a:ext cx="183240" cy="27324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46BAC862-BC40-1101-2501-D589632BA25A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11511387" y="995507"/>
                  <a:ext cx="19548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168CC167-CBE7-E0D7-82CD-113A8C27CF4F}"/>
                    </a:ext>
                  </a:extLst>
                </p14:cNvPr>
                <p14:cNvContentPartPr/>
                <p14:nvPr/>
              </p14:nvContentPartPr>
              <p14:xfrm>
                <a:off x="11010627" y="1313027"/>
                <a:ext cx="669600" cy="2664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168CC167-CBE7-E0D7-82CD-113A8C27CF4F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11004507" y="1306907"/>
                  <a:ext cx="68184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B8255531-9CF2-E1CE-7F13-985A6E5EE73A}"/>
                    </a:ext>
                  </a:extLst>
                </p14:cNvPr>
                <p14:cNvContentPartPr/>
                <p14:nvPr/>
              </p14:nvContentPartPr>
              <p14:xfrm>
                <a:off x="10935027" y="1504187"/>
                <a:ext cx="205920" cy="26424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B8255531-9CF2-E1CE-7F13-985A6E5EE73A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10928907" y="1498067"/>
                  <a:ext cx="21816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72AE6AC9-EE0A-8E6D-C8BB-39E8E45EAD9E}"/>
                    </a:ext>
                  </a:extLst>
                </p14:cNvPr>
                <p14:cNvContentPartPr/>
                <p14:nvPr/>
              </p14:nvContentPartPr>
              <p14:xfrm>
                <a:off x="11211867" y="1464227"/>
                <a:ext cx="223560" cy="36252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72AE6AC9-EE0A-8E6D-C8BB-39E8E45EAD9E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11205747" y="1458107"/>
                  <a:ext cx="23580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2AF6365E-D4F0-23DA-6ADC-ADC98E31C8F2}"/>
                    </a:ext>
                  </a:extLst>
                </p14:cNvPr>
                <p14:cNvContentPartPr/>
                <p14:nvPr/>
              </p14:nvContentPartPr>
              <p14:xfrm>
                <a:off x="11448027" y="1787507"/>
                <a:ext cx="259920" cy="21420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2AF6365E-D4F0-23DA-6ADC-ADC98E31C8F2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11441907" y="1781387"/>
                  <a:ext cx="27216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78090349-2F00-2CE2-C735-C3ADF8865FCF}"/>
                    </a:ext>
                  </a:extLst>
                </p14:cNvPr>
                <p14:cNvContentPartPr/>
                <p14:nvPr/>
              </p14:nvContentPartPr>
              <p14:xfrm>
                <a:off x="11909187" y="1135547"/>
                <a:ext cx="7560" cy="684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78090349-2F00-2CE2-C735-C3ADF8865FCF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11903067" y="1129427"/>
                  <a:ext cx="1980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3F4E2C99-F81F-DD58-70EB-DCD4570B2084}"/>
                    </a:ext>
                  </a:extLst>
                </p14:cNvPr>
                <p14:cNvContentPartPr/>
                <p14:nvPr/>
              </p14:nvContentPartPr>
              <p14:xfrm>
                <a:off x="10421307" y="2144987"/>
                <a:ext cx="296280" cy="45396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3F4E2C99-F81F-DD58-70EB-DCD4570B2084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10415187" y="2138867"/>
                  <a:ext cx="308520" cy="46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DCBB0BA3-5751-1999-8BA8-7B3E34D47836}"/>
                    </a:ext>
                  </a:extLst>
                </p14:cNvPr>
                <p14:cNvContentPartPr/>
                <p14:nvPr/>
              </p14:nvContentPartPr>
              <p14:xfrm>
                <a:off x="10766547" y="2164787"/>
                <a:ext cx="207000" cy="38556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DCBB0BA3-5751-1999-8BA8-7B3E34D47836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10760427" y="2158667"/>
                  <a:ext cx="219240" cy="39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21708F0F-82AD-11B7-5ED0-1EED95F7E0C8}"/>
                    </a:ext>
                  </a:extLst>
                </p14:cNvPr>
                <p14:cNvContentPartPr/>
                <p14:nvPr/>
              </p14:nvContentPartPr>
              <p14:xfrm>
                <a:off x="11093787" y="2451347"/>
                <a:ext cx="229320" cy="18468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21708F0F-82AD-11B7-5ED0-1EED95F7E0C8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11087667" y="2445227"/>
                  <a:ext cx="24156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1B2D0FE1-FF93-25D2-8845-ECC5DBBD76AF}"/>
                    </a:ext>
                  </a:extLst>
                </p14:cNvPr>
                <p14:cNvContentPartPr/>
                <p14:nvPr/>
              </p14:nvContentPartPr>
              <p14:xfrm>
                <a:off x="10447227" y="2745107"/>
                <a:ext cx="680400" cy="6876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1B2D0FE1-FF93-25D2-8845-ECC5DBBD76AF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10441107" y="2738987"/>
                  <a:ext cx="69264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8D65A4F1-3B96-4E4C-CBEE-09F2875A9A4B}"/>
                    </a:ext>
                  </a:extLst>
                </p14:cNvPr>
                <p14:cNvContentPartPr/>
                <p14:nvPr/>
              </p14:nvContentPartPr>
              <p14:xfrm>
                <a:off x="10378467" y="2936627"/>
                <a:ext cx="168480" cy="36972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8D65A4F1-3B96-4E4C-CBEE-09F2875A9A4B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10372347" y="2930507"/>
                  <a:ext cx="18072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67C174FF-E4FE-5FB0-C903-42174A047224}"/>
                    </a:ext>
                  </a:extLst>
                </p14:cNvPr>
                <p14:cNvContentPartPr/>
                <p14:nvPr/>
              </p14:nvContentPartPr>
              <p14:xfrm>
                <a:off x="10678347" y="2920067"/>
                <a:ext cx="257400" cy="29520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67C174FF-E4FE-5FB0-C903-42174A047224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10672227" y="2913947"/>
                  <a:ext cx="26964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11087B26-00D5-B18E-47BB-C2CEF5A59B1F}"/>
                    </a:ext>
                  </a:extLst>
                </p14:cNvPr>
                <p14:cNvContentPartPr/>
                <p14:nvPr/>
              </p14:nvContentPartPr>
              <p14:xfrm>
                <a:off x="10955187" y="3055427"/>
                <a:ext cx="212400" cy="38196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11087B26-00D5-B18E-47BB-C2CEF5A59B1F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10949067" y="3049307"/>
                  <a:ext cx="224640" cy="39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B9D4D072-4495-EEB3-4640-57F235890220}"/>
                    </a:ext>
                  </a:extLst>
                </p14:cNvPr>
                <p14:cNvContentPartPr/>
                <p14:nvPr/>
              </p14:nvContentPartPr>
              <p14:xfrm>
                <a:off x="11320227" y="3186107"/>
                <a:ext cx="216000" cy="29016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B9D4D072-4495-EEB3-4640-57F235890220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11314107" y="3179987"/>
                  <a:ext cx="228240" cy="30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04AA0A64-5C54-F88D-4704-4438BDD82622}"/>
              </a:ext>
            </a:extLst>
          </p:cNvPr>
          <p:cNvGrpSpPr/>
          <p:nvPr/>
        </p:nvGrpSpPr>
        <p:grpSpPr>
          <a:xfrm>
            <a:off x="9551547" y="121067"/>
            <a:ext cx="2541960" cy="2821320"/>
            <a:chOff x="9551547" y="121067"/>
            <a:chExt cx="2541960" cy="2821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5FADAE39-E298-0D66-30F2-BFDD0A798271}"/>
                    </a:ext>
                  </a:extLst>
                </p14:cNvPr>
                <p14:cNvContentPartPr/>
                <p14:nvPr/>
              </p14:nvContentPartPr>
              <p14:xfrm>
                <a:off x="9551547" y="1864547"/>
                <a:ext cx="804960" cy="7884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5FADAE39-E298-0D66-30F2-BFDD0A798271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9545427" y="1858427"/>
                  <a:ext cx="81720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2A335F2F-4570-64A0-9B0E-DCB481014927}"/>
                    </a:ext>
                  </a:extLst>
                </p14:cNvPr>
                <p14:cNvContentPartPr/>
                <p14:nvPr/>
              </p14:nvContentPartPr>
              <p14:xfrm>
                <a:off x="9875187" y="1610747"/>
                <a:ext cx="19440" cy="98496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2A335F2F-4570-64A0-9B0E-DCB481014927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9869067" y="1604627"/>
                  <a:ext cx="31680" cy="9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242B7B91-60A9-50FB-26E7-62765B65A405}"/>
                    </a:ext>
                  </a:extLst>
                </p14:cNvPr>
                <p14:cNvContentPartPr/>
                <p14:nvPr/>
              </p14:nvContentPartPr>
              <p14:xfrm>
                <a:off x="11548107" y="2432987"/>
                <a:ext cx="462600" cy="7416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242B7B91-60A9-50FB-26E7-62765B65A405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11541987" y="2426867"/>
                  <a:ext cx="47484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928AE492-6289-B667-1A4A-68B6F404F6CD}"/>
                    </a:ext>
                  </a:extLst>
                </p14:cNvPr>
                <p14:cNvContentPartPr/>
                <p14:nvPr/>
              </p14:nvContentPartPr>
              <p14:xfrm>
                <a:off x="11671947" y="2250827"/>
                <a:ext cx="126000" cy="69156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928AE492-6289-B667-1A4A-68B6F404F6CD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11665827" y="2244707"/>
                  <a:ext cx="138240" cy="70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2C278DF3-6133-9328-FD90-62BAE7CC34D4}"/>
                    </a:ext>
                  </a:extLst>
                </p14:cNvPr>
                <p14:cNvContentPartPr/>
                <p14:nvPr/>
              </p14:nvContentPartPr>
              <p14:xfrm>
                <a:off x="9841707" y="156707"/>
                <a:ext cx="2111400" cy="199404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2C278DF3-6133-9328-FD90-62BAE7CC34D4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9835587" y="150587"/>
                  <a:ext cx="2123640" cy="20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37D7E936-3B79-E0F2-753F-400451D6BAB7}"/>
                    </a:ext>
                  </a:extLst>
                </p14:cNvPr>
                <p14:cNvContentPartPr/>
                <p14:nvPr/>
              </p14:nvContentPartPr>
              <p14:xfrm>
                <a:off x="11371347" y="121067"/>
                <a:ext cx="231840" cy="20304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37D7E936-3B79-E0F2-753F-400451D6BAB7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11365227" y="114947"/>
                  <a:ext cx="24408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9907482C-EA7D-91EE-B706-841C39FCB893}"/>
                    </a:ext>
                  </a:extLst>
                </p14:cNvPr>
                <p14:cNvContentPartPr/>
                <p14:nvPr/>
              </p14:nvContentPartPr>
              <p14:xfrm>
                <a:off x="11752947" y="149867"/>
                <a:ext cx="340560" cy="20808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9907482C-EA7D-91EE-B706-841C39FCB893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11746827" y="143747"/>
                  <a:ext cx="352800" cy="22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1C70F0CC-DEEE-5F6E-0C76-DC58609A74C1}"/>
              </a:ext>
            </a:extLst>
          </p:cNvPr>
          <p:cNvGrpSpPr/>
          <p:nvPr/>
        </p:nvGrpSpPr>
        <p:grpSpPr>
          <a:xfrm>
            <a:off x="8849547" y="3703787"/>
            <a:ext cx="3178800" cy="990000"/>
            <a:chOff x="8849547" y="3703787"/>
            <a:chExt cx="3178800" cy="990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B5C032B0-F523-D1E5-3518-D0B5AEF30D3C}"/>
                    </a:ext>
                  </a:extLst>
                </p14:cNvPr>
                <p14:cNvContentPartPr/>
                <p14:nvPr/>
              </p14:nvContentPartPr>
              <p14:xfrm>
                <a:off x="8849547" y="4004387"/>
                <a:ext cx="251640" cy="20952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B5C032B0-F523-D1E5-3518-D0B5AEF30D3C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8843427" y="3998267"/>
                  <a:ext cx="26388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FE696128-BB60-11A9-4620-0DB5EEC53023}"/>
                    </a:ext>
                  </a:extLst>
                </p14:cNvPr>
                <p14:cNvContentPartPr/>
                <p14:nvPr/>
              </p14:nvContentPartPr>
              <p14:xfrm>
                <a:off x="9216027" y="3980267"/>
                <a:ext cx="336600" cy="17964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FE696128-BB60-11A9-4620-0DB5EEC53023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9209907" y="3974147"/>
                  <a:ext cx="34884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0BE682CB-78D7-FDC9-3489-AAFD6434FAB9}"/>
                    </a:ext>
                  </a:extLst>
                </p14:cNvPr>
                <p14:cNvContentPartPr/>
                <p14:nvPr/>
              </p14:nvContentPartPr>
              <p14:xfrm>
                <a:off x="9626427" y="4096547"/>
                <a:ext cx="2880" cy="576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0BE682CB-78D7-FDC9-3489-AAFD6434FAB9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9620307" y="4090427"/>
                  <a:ext cx="151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4DB3BB90-11D3-EF7A-97FD-E632135B1AE1}"/>
                    </a:ext>
                  </a:extLst>
                </p14:cNvPr>
                <p14:cNvContentPartPr/>
                <p14:nvPr/>
              </p14:nvContentPartPr>
              <p14:xfrm>
                <a:off x="9791667" y="3751667"/>
                <a:ext cx="162000" cy="34812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4DB3BB90-11D3-EF7A-97FD-E632135B1AE1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9785547" y="3745547"/>
                  <a:ext cx="174240" cy="36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EAF3AA0C-7DB0-CDE5-3EF5-74EA24A7D2AB}"/>
                    </a:ext>
                  </a:extLst>
                </p14:cNvPr>
                <p14:cNvContentPartPr/>
                <p14:nvPr/>
              </p14:nvContentPartPr>
              <p14:xfrm>
                <a:off x="10098747" y="3744107"/>
                <a:ext cx="173520" cy="31032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EAF3AA0C-7DB0-CDE5-3EF5-74EA24A7D2AB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10092627" y="3737987"/>
                  <a:ext cx="18576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30EF3DA5-3945-9C8C-AB64-C7131A9BA1D9}"/>
                    </a:ext>
                  </a:extLst>
                </p14:cNvPr>
                <p14:cNvContentPartPr/>
                <p14:nvPr/>
              </p14:nvContentPartPr>
              <p14:xfrm>
                <a:off x="9930987" y="4148027"/>
                <a:ext cx="712800" cy="13428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30EF3DA5-3945-9C8C-AB64-C7131A9BA1D9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9924867" y="4141907"/>
                  <a:ext cx="72504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4970274D-F1E4-97FE-E424-BCE1B7111329}"/>
                    </a:ext>
                  </a:extLst>
                </p14:cNvPr>
                <p14:cNvContentPartPr/>
                <p14:nvPr/>
              </p14:nvContentPartPr>
              <p14:xfrm>
                <a:off x="10369467" y="3937787"/>
                <a:ext cx="410760" cy="17280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4970274D-F1E4-97FE-E424-BCE1B7111329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10363347" y="3931667"/>
                  <a:ext cx="42300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A7F04B2B-1306-44C5-1410-7F6DC29D9D55}"/>
                    </a:ext>
                  </a:extLst>
                </p14:cNvPr>
                <p14:cNvContentPartPr/>
                <p14:nvPr/>
              </p14:nvContentPartPr>
              <p14:xfrm>
                <a:off x="9897507" y="4391747"/>
                <a:ext cx="140400" cy="30204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A7F04B2B-1306-44C5-1410-7F6DC29D9D55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9891387" y="4385627"/>
                  <a:ext cx="15264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FE753FAB-881D-5177-0BEA-BBE38D8F5641}"/>
                    </a:ext>
                  </a:extLst>
                </p14:cNvPr>
                <p14:cNvContentPartPr/>
                <p14:nvPr/>
              </p14:nvContentPartPr>
              <p14:xfrm>
                <a:off x="10191267" y="4382387"/>
                <a:ext cx="184320" cy="22572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FE753FAB-881D-5177-0BEA-BBE38D8F5641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10185147" y="4376267"/>
                  <a:ext cx="19656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B6079B07-F17F-CF1D-C612-45881F85E2FB}"/>
                    </a:ext>
                  </a:extLst>
                </p14:cNvPr>
                <p14:cNvContentPartPr/>
                <p14:nvPr/>
              </p14:nvContentPartPr>
              <p14:xfrm>
                <a:off x="10487907" y="4499027"/>
                <a:ext cx="2520" cy="17388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B6079B07-F17F-CF1D-C612-45881F85E2FB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10481787" y="4492907"/>
                  <a:ext cx="1476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07AC2E27-6095-95AD-9AAA-A22AAFCC6804}"/>
                    </a:ext>
                  </a:extLst>
                </p14:cNvPr>
                <p14:cNvContentPartPr/>
                <p14:nvPr/>
              </p14:nvContentPartPr>
              <p14:xfrm>
                <a:off x="11005587" y="3917627"/>
                <a:ext cx="1800" cy="216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07AC2E27-6095-95AD-9AAA-A22AAFCC6804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10999467" y="3911507"/>
                  <a:ext cx="14040" cy="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69F0ECD8-E6FC-64FE-6D59-DDE6FA1FC205}"/>
                    </a:ext>
                  </a:extLst>
                </p14:cNvPr>
                <p14:cNvContentPartPr/>
                <p14:nvPr/>
              </p14:nvContentPartPr>
              <p14:xfrm>
                <a:off x="11068587" y="3752027"/>
                <a:ext cx="223560" cy="34452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69F0ECD8-E6FC-64FE-6D59-DDE6FA1FC205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11062467" y="3745907"/>
                  <a:ext cx="23580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BC3FF9F9-98A4-1952-A445-18909842C8D6}"/>
                    </a:ext>
                  </a:extLst>
                </p14:cNvPr>
                <p14:cNvContentPartPr/>
                <p14:nvPr/>
              </p14:nvContentPartPr>
              <p14:xfrm>
                <a:off x="11472867" y="3703787"/>
                <a:ext cx="124560" cy="29988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BC3FF9F9-98A4-1952-A445-18909842C8D6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11466747" y="3697667"/>
                  <a:ext cx="13680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6EA49748-960D-88A5-18D8-1FB5ACE04873}"/>
                    </a:ext>
                  </a:extLst>
                </p14:cNvPr>
                <p14:cNvContentPartPr/>
                <p14:nvPr/>
              </p14:nvContentPartPr>
              <p14:xfrm>
                <a:off x="11736387" y="3890627"/>
                <a:ext cx="41040" cy="18396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6EA49748-960D-88A5-18D8-1FB5ACE04873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11730267" y="3884507"/>
                  <a:ext cx="5328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FBCB6D57-D733-4E07-BE2E-7168A50E1449}"/>
                    </a:ext>
                  </a:extLst>
                </p14:cNvPr>
                <p14:cNvContentPartPr/>
                <p14:nvPr/>
              </p14:nvContentPartPr>
              <p14:xfrm>
                <a:off x="11074707" y="4135427"/>
                <a:ext cx="850320" cy="8820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FBCB6D57-D733-4E07-BE2E-7168A50E1449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11068587" y="4129307"/>
                  <a:ext cx="86256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3242C792-C783-B04F-A2AD-838D7DD7A750}"/>
                    </a:ext>
                  </a:extLst>
                </p14:cNvPr>
                <p14:cNvContentPartPr/>
                <p14:nvPr/>
              </p14:nvContentPartPr>
              <p14:xfrm>
                <a:off x="11192787" y="4242347"/>
                <a:ext cx="145080" cy="29448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3242C792-C783-B04F-A2AD-838D7DD7A750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11186667" y="4236227"/>
                  <a:ext cx="15732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BA032C94-41A7-6D2D-FBE6-DAF1CEC0A281}"/>
                    </a:ext>
                  </a:extLst>
                </p14:cNvPr>
                <p14:cNvContentPartPr/>
                <p14:nvPr/>
              </p14:nvContentPartPr>
              <p14:xfrm>
                <a:off x="11414907" y="4282307"/>
                <a:ext cx="234720" cy="19332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BA032C94-41A7-6D2D-FBE6-DAF1CEC0A281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11408787" y="4276187"/>
                  <a:ext cx="24696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E1B2D186-2E50-64CA-553C-C8E46E553282}"/>
                    </a:ext>
                  </a:extLst>
                </p14:cNvPr>
                <p14:cNvContentPartPr/>
                <p14:nvPr/>
              </p14:nvContentPartPr>
              <p14:xfrm>
                <a:off x="11679147" y="4380227"/>
                <a:ext cx="140760" cy="21384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E1B2D186-2E50-64CA-553C-C8E46E553282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11673027" y="4374107"/>
                  <a:ext cx="15300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FC944D42-DA48-D9F5-4D6D-527618A484F4}"/>
                    </a:ext>
                  </a:extLst>
                </p14:cNvPr>
                <p14:cNvContentPartPr/>
                <p14:nvPr/>
              </p14:nvContentPartPr>
              <p14:xfrm>
                <a:off x="11880027" y="4373387"/>
                <a:ext cx="148320" cy="23760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FC944D42-DA48-D9F5-4D6D-527618A484F4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11873907" y="4367267"/>
                  <a:ext cx="160560" cy="24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3DB6F2FF-E32E-07C1-C9C4-A13F14D784E9}"/>
              </a:ext>
            </a:extLst>
          </p:cNvPr>
          <p:cNvGrpSpPr/>
          <p:nvPr/>
        </p:nvGrpSpPr>
        <p:grpSpPr>
          <a:xfrm>
            <a:off x="65547" y="-90253"/>
            <a:ext cx="2732040" cy="3886560"/>
            <a:chOff x="65547" y="-90253"/>
            <a:chExt cx="2732040" cy="3886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8FDE2D06-A4DA-2831-8CDE-CF416D35CD75}"/>
                    </a:ext>
                  </a:extLst>
                </p14:cNvPr>
                <p14:cNvContentPartPr/>
                <p14:nvPr/>
              </p14:nvContentPartPr>
              <p14:xfrm>
                <a:off x="65547" y="-90253"/>
                <a:ext cx="2732040" cy="388656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8FDE2D06-A4DA-2831-8CDE-CF416D35CD75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59427" y="-96373"/>
                  <a:ext cx="2744280" cy="38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E5D0502E-F099-1EF2-8F83-8EE25EC332DE}"/>
                    </a:ext>
                  </a:extLst>
                </p14:cNvPr>
                <p14:cNvContentPartPr/>
                <p14:nvPr/>
              </p14:nvContentPartPr>
              <p14:xfrm>
                <a:off x="2567907" y="3247307"/>
                <a:ext cx="360" cy="36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E5D0502E-F099-1EF2-8F83-8EE25EC332DE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2561787" y="324118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5593012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0A7FC-9E83-BD04-5C6A-3E772B47A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5737DE13-A0A9-ACA7-5F5E-6F92070D7DC4}"/>
              </a:ext>
            </a:extLst>
          </p:cNvPr>
          <p:cNvGrpSpPr/>
          <p:nvPr/>
        </p:nvGrpSpPr>
        <p:grpSpPr>
          <a:xfrm>
            <a:off x="712467" y="359187"/>
            <a:ext cx="10830240" cy="5101200"/>
            <a:chOff x="712467" y="359187"/>
            <a:chExt cx="10830240" cy="5101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FE8527AC-CF2F-D61F-8A58-6451CE60F2BF}"/>
                    </a:ext>
                  </a:extLst>
                </p14:cNvPr>
                <p14:cNvContentPartPr/>
                <p14:nvPr/>
              </p14:nvContentPartPr>
              <p14:xfrm>
                <a:off x="4710267" y="1603347"/>
                <a:ext cx="1761480" cy="15562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FE8527AC-CF2F-D61F-8A58-6451CE60F2B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704147" y="1597227"/>
                  <a:ext cx="1773720" cy="156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CC30491C-B241-C4E3-73DB-FDE362B3E5B3}"/>
                    </a:ext>
                  </a:extLst>
                </p14:cNvPr>
                <p14:cNvContentPartPr/>
                <p14:nvPr/>
              </p14:nvContentPartPr>
              <p14:xfrm>
                <a:off x="5313987" y="1884147"/>
                <a:ext cx="326520" cy="7891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CC30491C-B241-C4E3-73DB-FDE362B3E5B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307867" y="1878027"/>
                  <a:ext cx="338760" cy="80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042D9A3E-71EB-B680-B1B0-100A33B5290F}"/>
                    </a:ext>
                  </a:extLst>
                </p14:cNvPr>
                <p14:cNvContentPartPr/>
                <p14:nvPr/>
              </p14:nvContentPartPr>
              <p14:xfrm>
                <a:off x="5631147" y="2404347"/>
                <a:ext cx="634680" cy="3837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042D9A3E-71EB-B680-B1B0-100A33B5290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625027" y="2398227"/>
                  <a:ext cx="646920" cy="39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AE319FB-3119-B137-EABB-58CEF2A90951}"/>
                    </a:ext>
                  </a:extLst>
                </p14:cNvPr>
                <p14:cNvContentPartPr/>
                <p14:nvPr/>
              </p14:nvContentPartPr>
              <p14:xfrm>
                <a:off x="2324907" y="1997187"/>
                <a:ext cx="2325600" cy="5961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AE319FB-3119-B137-EABB-58CEF2A9095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318787" y="1991067"/>
                  <a:ext cx="2337840" cy="60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A99CFB2-AC54-D0F7-F0A3-8AB6D282F218}"/>
                    </a:ext>
                  </a:extLst>
                </p14:cNvPr>
                <p14:cNvContentPartPr/>
                <p14:nvPr/>
              </p14:nvContentPartPr>
              <p14:xfrm>
                <a:off x="1221147" y="2099067"/>
                <a:ext cx="516240" cy="7804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A99CFB2-AC54-D0F7-F0A3-8AB6D282F21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215027" y="2092947"/>
                  <a:ext cx="528480" cy="79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230CAD3-B64C-A8C7-D275-07FF8F2CCF7B}"/>
                    </a:ext>
                  </a:extLst>
                </p14:cNvPr>
                <p14:cNvContentPartPr/>
                <p14:nvPr/>
              </p14:nvContentPartPr>
              <p14:xfrm>
                <a:off x="1854027" y="2587947"/>
                <a:ext cx="26640" cy="3862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230CAD3-B64C-A8C7-D275-07FF8F2CCF7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847907" y="2581827"/>
                  <a:ext cx="38880" cy="39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11FEA2B-725B-A3DC-C365-5753684F0558}"/>
                    </a:ext>
                  </a:extLst>
                </p14:cNvPr>
                <p14:cNvContentPartPr/>
                <p14:nvPr/>
              </p14:nvContentPartPr>
              <p14:xfrm>
                <a:off x="712467" y="1617387"/>
                <a:ext cx="1620360" cy="17262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11FEA2B-725B-A3DC-C365-5753684F055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06347" y="1611267"/>
                  <a:ext cx="1632600" cy="173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F22522D-3C55-ADCB-EE40-EBE43E49C582}"/>
                    </a:ext>
                  </a:extLst>
                </p14:cNvPr>
                <p14:cNvContentPartPr/>
                <p14:nvPr/>
              </p14:nvContentPartPr>
              <p14:xfrm>
                <a:off x="6888987" y="359187"/>
                <a:ext cx="343800" cy="7635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F22522D-3C55-ADCB-EE40-EBE43E49C58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882867" y="353067"/>
                  <a:ext cx="356040" cy="77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A8EE40B-85C1-756D-756D-0A6CF5ADDC76}"/>
                    </a:ext>
                  </a:extLst>
                </p14:cNvPr>
                <p14:cNvContentPartPr/>
                <p14:nvPr/>
              </p14:nvContentPartPr>
              <p14:xfrm>
                <a:off x="7264827" y="1103667"/>
                <a:ext cx="305640" cy="4273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A8EE40B-85C1-756D-756D-0A6CF5ADDC7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258707" y="1097547"/>
                  <a:ext cx="317880" cy="43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AAA0C2F-1A60-5DCD-4B8B-0B1BF8BD4405}"/>
                    </a:ext>
                  </a:extLst>
                </p14:cNvPr>
                <p14:cNvContentPartPr/>
                <p14:nvPr/>
              </p14:nvContentPartPr>
              <p14:xfrm>
                <a:off x="7647867" y="1038507"/>
                <a:ext cx="243360" cy="277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AAA0C2F-1A60-5DCD-4B8B-0B1BF8BD440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641747" y="1032387"/>
                  <a:ext cx="25560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C7B6A7C-5994-3CF5-36E3-D884BB3787BC}"/>
                    </a:ext>
                  </a:extLst>
                </p14:cNvPr>
                <p14:cNvContentPartPr/>
                <p14:nvPr/>
              </p14:nvContentPartPr>
              <p14:xfrm>
                <a:off x="7701507" y="1259907"/>
                <a:ext cx="181440" cy="705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C7B6A7C-5994-3CF5-36E3-D884BB3787B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695387" y="1253787"/>
                  <a:ext cx="19368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62CE971-D0F7-12AD-03B7-0B4544ACDA57}"/>
                    </a:ext>
                  </a:extLst>
                </p14:cNvPr>
                <p14:cNvContentPartPr/>
                <p14:nvPr/>
              </p14:nvContentPartPr>
              <p14:xfrm>
                <a:off x="8210187" y="734307"/>
                <a:ext cx="434880" cy="6181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62CE971-D0F7-12AD-03B7-0B4544ACDA5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204067" y="728187"/>
                  <a:ext cx="447120" cy="63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CA15E08-DF45-30A2-7D05-4DFE4E77DA7E}"/>
                    </a:ext>
                  </a:extLst>
                </p14:cNvPr>
                <p14:cNvContentPartPr/>
                <p14:nvPr/>
              </p14:nvContentPartPr>
              <p14:xfrm>
                <a:off x="8791587" y="379347"/>
                <a:ext cx="345960" cy="14446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CA15E08-DF45-30A2-7D05-4DFE4E77DA7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785467" y="373227"/>
                  <a:ext cx="358200" cy="145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997E998-281B-7989-F54F-23626ACEDE1F}"/>
                    </a:ext>
                  </a:extLst>
                </p14:cNvPr>
                <p14:cNvContentPartPr/>
                <p14:nvPr/>
              </p14:nvContentPartPr>
              <p14:xfrm>
                <a:off x="5611347" y="3188067"/>
                <a:ext cx="114480" cy="14497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997E998-281B-7989-F54F-23626ACEDE1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605227" y="3181947"/>
                  <a:ext cx="126720" cy="146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0F471C3-57A5-433A-E2DA-041AA8BFBF43}"/>
                    </a:ext>
                  </a:extLst>
                </p14:cNvPr>
                <p14:cNvContentPartPr/>
                <p14:nvPr/>
              </p14:nvContentPartPr>
              <p14:xfrm>
                <a:off x="5459787" y="3112107"/>
                <a:ext cx="519120" cy="4543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0F471C3-57A5-433A-E2DA-041AA8BFBF4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453667" y="3105987"/>
                  <a:ext cx="531360" cy="46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6D3F808-5B1A-8919-3E87-8F8D9FB8F95D}"/>
                    </a:ext>
                  </a:extLst>
                </p14:cNvPr>
                <p14:cNvContentPartPr/>
                <p14:nvPr/>
              </p14:nvContentPartPr>
              <p14:xfrm>
                <a:off x="5236227" y="4850547"/>
                <a:ext cx="627120" cy="4687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6D3F808-5B1A-8919-3E87-8F8D9FB8F95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230107" y="4844427"/>
                  <a:ext cx="639360" cy="48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EB24B64-7777-F6C1-1EB1-D488550DD74F}"/>
                    </a:ext>
                  </a:extLst>
                </p14:cNvPr>
                <p14:cNvContentPartPr/>
                <p14:nvPr/>
              </p14:nvContentPartPr>
              <p14:xfrm>
                <a:off x="6064947" y="5080587"/>
                <a:ext cx="447840" cy="3798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EB24B64-7777-F6C1-1EB1-D488550DD74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058827" y="5074467"/>
                  <a:ext cx="460080" cy="39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0DF26DE-4E7A-DA87-514D-9CC150248B8A}"/>
                    </a:ext>
                  </a:extLst>
                </p14:cNvPr>
                <p14:cNvContentPartPr/>
                <p14:nvPr/>
              </p14:nvContentPartPr>
              <p14:xfrm>
                <a:off x="6050907" y="3499467"/>
                <a:ext cx="626400" cy="5994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0DF26DE-4E7A-DA87-514D-9CC150248B8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044787" y="3493347"/>
                  <a:ext cx="638640" cy="61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A8B120B-3193-D5D7-E55B-88F3DA1ED179}"/>
                    </a:ext>
                  </a:extLst>
                </p14:cNvPr>
                <p14:cNvContentPartPr/>
                <p14:nvPr/>
              </p14:nvContentPartPr>
              <p14:xfrm>
                <a:off x="6786027" y="3638787"/>
                <a:ext cx="395280" cy="856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A8B120B-3193-D5D7-E55B-88F3DA1ED17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779907" y="3632667"/>
                  <a:ext cx="40752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37755CD-58D6-2410-E353-966BC2ABCBB3}"/>
                    </a:ext>
                  </a:extLst>
                </p14:cNvPr>
                <p14:cNvContentPartPr/>
                <p14:nvPr/>
              </p14:nvContentPartPr>
              <p14:xfrm>
                <a:off x="6857667" y="3690627"/>
                <a:ext cx="104040" cy="4741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37755CD-58D6-2410-E353-966BC2ABCBB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851547" y="3684507"/>
                  <a:ext cx="116280" cy="48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B3B1C08-1141-C5A2-7579-D24AB40D2ABB}"/>
                    </a:ext>
                  </a:extLst>
                </p14:cNvPr>
                <p14:cNvContentPartPr/>
                <p14:nvPr/>
              </p14:nvContentPartPr>
              <p14:xfrm>
                <a:off x="6630147" y="4067907"/>
                <a:ext cx="384840" cy="986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B3B1C08-1141-C5A2-7579-D24AB40D2AB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624027" y="4061787"/>
                  <a:ext cx="39708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AD3E165-287B-0CDA-ACB1-250B739027DF}"/>
                    </a:ext>
                  </a:extLst>
                </p14:cNvPr>
                <p14:cNvContentPartPr/>
                <p14:nvPr/>
              </p14:nvContentPartPr>
              <p14:xfrm>
                <a:off x="7244307" y="3580827"/>
                <a:ext cx="347400" cy="5428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AD3E165-287B-0CDA-ACB1-250B739027D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238187" y="3574707"/>
                  <a:ext cx="359640" cy="55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8979883-121E-0479-012B-6269761BB643}"/>
                    </a:ext>
                  </a:extLst>
                </p14:cNvPr>
                <p14:cNvContentPartPr/>
                <p14:nvPr/>
              </p14:nvContentPartPr>
              <p14:xfrm>
                <a:off x="9324387" y="1079907"/>
                <a:ext cx="262800" cy="5857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8979883-121E-0479-012B-6269761BB64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318267" y="1073787"/>
                  <a:ext cx="275040" cy="59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86BE6C8-928F-22FA-E64F-8361F62D4DE9}"/>
                    </a:ext>
                  </a:extLst>
                </p14:cNvPr>
                <p14:cNvContentPartPr/>
                <p14:nvPr/>
              </p14:nvContentPartPr>
              <p14:xfrm>
                <a:off x="9725067" y="1605147"/>
                <a:ext cx="177480" cy="4132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86BE6C8-928F-22FA-E64F-8361F62D4DE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718947" y="1599027"/>
                  <a:ext cx="189720" cy="42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BAD5143-4EB2-C2D7-8208-54439199FE96}"/>
                    </a:ext>
                  </a:extLst>
                </p14:cNvPr>
                <p14:cNvContentPartPr/>
                <p14:nvPr/>
              </p14:nvContentPartPr>
              <p14:xfrm>
                <a:off x="10045107" y="1553307"/>
                <a:ext cx="360" cy="3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BAD5143-4EB2-C2D7-8208-54439199FE9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038987" y="154718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7196830-A163-4D02-1FE0-43AE5E4944EC}"/>
                    </a:ext>
                  </a:extLst>
                </p14:cNvPr>
                <p14:cNvContentPartPr/>
                <p14:nvPr/>
              </p14:nvContentPartPr>
              <p14:xfrm>
                <a:off x="10288827" y="1061547"/>
                <a:ext cx="396000" cy="5904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7196830-A163-4D02-1FE0-43AE5E4944E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282707" y="1055427"/>
                  <a:ext cx="408240" cy="60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3DE6F55-AF93-DD6E-5B51-2B82536A1557}"/>
                    </a:ext>
                  </a:extLst>
                </p14:cNvPr>
                <p14:cNvContentPartPr/>
                <p14:nvPr/>
              </p14:nvContentPartPr>
              <p14:xfrm>
                <a:off x="10795347" y="1530627"/>
                <a:ext cx="340200" cy="5184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3DE6F55-AF93-DD6E-5B51-2B82536A155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789227" y="1524507"/>
                  <a:ext cx="352440" cy="53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C12367A3-7FBD-0E54-3737-9E22A5FFC2AF}"/>
                    </a:ext>
                  </a:extLst>
                </p14:cNvPr>
                <p14:cNvContentPartPr/>
                <p14:nvPr/>
              </p14:nvContentPartPr>
              <p14:xfrm>
                <a:off x="10671867" y="2065227"/>
                <a:ext cx="387000" cy="442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12367A3-7FBD-0E54-3737-9E22A5FFC2A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665747" y="2059107"/>
                  <a:ext cx="39924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A3D940B-D6CE-9540-BEF2-15ED822F4A29}"/>
                    </a:ext>
                  </a:extLst>
                </p14:cNvPr>
                <p14:cNvContentPartPr/>
                <p14:nvPr/>
              </p14:nvContentPartPr>
              <p14:xfrm>
                <a:off x="11210427" y="1627827"/>
                <a:ext cx="332280" cy="5576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A3D940B-D6CE-9540-BEF2-15ED822F4A2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1204307" y="1621707"/>
                  <a:ext cx="344520" cy="56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2B00F56-EE6E-6169-379C-50E87EB3BB5D}"/>
                    </a:ext>
                  </a:extLst>
                </p14:cNvPr>
                <p14:cNvContentPartPr/>
                <p14:nvPr/>
              </p14:nvContentPartPr>
              <p14:xfrm>
                <a:off x="9876987" y="2759307"/>
                <a:ext cx="712080" cy="248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2B00F56-EE6E-6169-379C-50E87EB3BB5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870867" y="2753187"/>
                  <a:ext cx="72432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055D3B9-363F-1840-E8C7-AE8449AD4866}"/>
                    </a:ext>
                  </a:extLst>
                </p14:cNvPr>
                <p14:cNvContentPartPr/>
                <p14:nvPr/>
              </p14:nvContentPartPr>
              <p14:xfrm>
                <a:off x="10171467" y="2523147"/>
                <a:ext cx="90000" cy="5306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055D3B9-363F-1840-E8C7-AE8449AD486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165347" y="2517027"/>
                  <a:ext cx="102240" cy="54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364E8815-98E6-92A6-BD7A-348DC36E3428}"/>
                    </a:ext>
                  </a:extLst>
                </p14:cNvPr>
                <p14:cNvContentPartPr/>
                <p14:nvPr/>
              </p14:nvContentPartPr>
              <p14:xfrm>
                <a:off x="2770587" y="1509747"/>
                <a:ext cx="554760" cy="5522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364E8815-98E6-92A6-BD7A-348DC36E342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764467" y="1503627"/>
                  <a:ext cx="567000" cy="56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8E5BC524-EDC3-5CC3-A72C-1390FFDBD018}"/>
                    </a:ext>
                  </a:extLst>
                </p14:cNvPr>
                <p14:cNvContentPartPr/>
                <p14:nvPr/>
              </p14:nvContentPartPr>
              <p14:xfrm>
                <a:off x="3370707" y="1803147"/>
                <a:ext cx="223200" cy="4503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E5BC524-EDC3-5CC3-A72C-1390FFDBD01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364587" y="1797027"/>
                  <a:ext cx="235440" cy="46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7FC4864-15FD-3FCE-3797-7763547DEACA}"/>
                    </a:ext>
                  </a:extLst>
                </p14:cNvPr>
                <p14:cNvContentPartPr/>
                <p14:nvPr/>
              </p14:nvContentPartPr>
              <p14:xfrm>
                <a:off x="3723867" y="1867587"/>
                <a:ext cx="384120" cy="4449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7FC4864-15FD-3FCE-3797-7763547DEACA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717747" y="1861467"/>
                  <a:ext cx="396360" cy="457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BAD886DB-5F40-8C27-94C2-AE0949FD1029}"/>
              </a:ext>
            </a:extLst>
          </p:cNvPr>
          <p:cNvGrpSpPr/>
          <p:nvPr/>
        </p:nvGrpSpPr>
        <p:grpSpPr>
          <a:xfrm>
            <a:off x="8991027" y="3180507"/>
            <a:ext cx="2707200" cy="2103480"/>
            <a:chOff x="8991027" y="3180507"/>
            <a:chExt cx="2707200" cy="2103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9B969E5-899F-CD75-FD40-74279F9631CF}"/>
                    </a:ext>
                  </a:extLst>
                </p14:cNvPr>
                <p14:cNvContentPartPr/>
                <p14:nvPr/>
              </p14:nvContentPartPr>
              <p14:xfrm>
                <a:off x="8991027" y="3180507"/>
                <a:ext cx="279720" cy="10926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9B969E5-899F-CD75-FD40-74279F9631C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984907" y="3174387"/>
                  <a:ext cx="291960" cy="11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CABE898-9479-DB83-7703-C4FED9A75221}"/>
                    </a:ext>
                  </a:extLst>
                </p14:cNvPr>
                <p14:cNvContentPartPr/>
                <p14:nvPr/>
              </p14:nvContentPartPr>
              <p14:xfrm>
                <a:off x="9280827" y="4113267"/>
                <a:ext cx="18720" cy="2923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CABE898-9479-DB83-7703-C4FED9A7522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274707" y="4107147"/>
                  <a:ext cx="3096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973E06D1-755D-CA46-5343-ADBCD2A3D49D}"/>
                    </a:ext>
                  </a:extLst>
                </p14:cNvPr>
                <p14:cNvContentPartPr/>
                <p14:nvPr/>
              </p14:nvContentPartPr>
              <p14:xfrm>
                <a:off x="9507987" y="4032267"/>
                <a:ext cx="720" cy="136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973E06D1-755D-CA46-5343-ADBCD2A3D49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501867" y="4026147"/>
                  <a:ext cx="1296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20CB2F7-7609-88DC-696F-D61ECD42B01B}"/>
                    </a:ext>
                  </a:extLst>
                </p14:cNvPr>
                <p14:cNvContentPartPr/>
                <p14:nvPr/>
              </p14:nvContentPartPr>
              <p14:xfrm>
                <a:off x="9783027" y="3585867"/>
                <a:ext cx="394560" cy="5911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20CB2F7-7609-88DC-696F-D61ECD42B01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776907" y="3579747"/>
                  <a:ext cx="406800" cy="60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AC717AA-5529-A455-2476-2ACFF22F8701}"/>
                    </a:ext>
                  </a:extLst>
                </p14:cNvPr>
                <p14:cNvContentPartPr/>
                <p14:nvPr/>
              </p14:nvContentPartPr>
              <p14:xfrm>
                <a:off x="10211067" y="3963507"/>
                <a:ext cx="305640" cy="7959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AC717AA-5529-A455-2476-2ACFF22F870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204947" y="3957387"/>
                  <a:ext cx="317880" cy="80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49E2EF7-3EA9-E762-E1E5-16C7BD3C7367}"/>
                    </a:ext>
                  </a:extLst>
                </p14:cNvPr>
                <p14:cNvContentPartPr/>
                <p14:nvPr/>
              </p14:nvContentPartPr>
              <p14:xfrm>
                <a:off x="10717587" y="4053147"/>
                <a:ext cx="303120" cy="8499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49E2EF7-3EA9-E762-E1E5-16C7BD3C736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711467" y="4047027"/>
                  <a:ext cx="315360" cy="86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22D0138-C2BE-15CD-1AE1-FCB838BC1424}"/>
                    </a:ext>
                  </a:extLst>
                </p14:cNvPr>
                <p14:cNvContentPartPr/>
                <p14:nvPr/>
              </p14:nvContentPartPr>
              <p14:xfrm>
                <a:off x="11099547" y="3189867"/>
                <a:ext cx="598680" cy="20941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22D0138-C2BE-15CD-1AE1-FCB838BC1424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1093427" y="3183747"/>
                  <a:ext cx="610920" cy="2106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9983060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DECA6-F438-06AD-5F76-3EBF0E44C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39DA3519-C74F-F121-4EAD-DEB349977A6A}"/>
              </a:ext>
            </a:extLst>
          </p:cNvPr>
          <p:cNvGrpSpPr/>
          <p:nvPr/>
        </p:nvGrpSpPr>
        <p:grpSpPr>
          <a:xfrm>
            <a:off x="2423547" y="5402787"/>
            <a:ext cx="2295360" cy="1524440"/>
            <a:chOff x="2423547" y="5402787"/>
            <a:chExt cx="2295360" cy="1524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954E525-44A0-EAF2-F5BF-0C48DD939543}"/>
                    </a:ext>
                  </a:extLst>
                </p14:cNvPr>
                <p14:cNvContentPartPr/>
                <p14:nvPr/>
              </p14:nvContentPartPr>
              <p14:xfrm>
                <a:off x="2507067" y="5404227"/>
                <a:ext cx="330480" cy="7419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954E525-44A0-EAF2-F5BF-0C48DD93954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500947" y="5398107"/>
                  <a:ext cx="342720" cy="75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C804A7F-2D78-5B5A-3C1A-37A6451767FF}"/>
                    </a:ext>
                  </a:extLst>
                </p14:cNvPr>
                <p14:cNvContentPartPr/>
                <p14:nvPr/>
              </p14:nvContentPartPr>
              <p14:xfrm>
                <a:off x="3104667" y="5402787"/>
                <a:ext cx="323280" cy="5598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C804A7F-2D78-5B5A-3C1A-37A6451767F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098547" y="5396667"/>
                  <a:ext cx="335520" cy="57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BBB8A48-3D5E-9F7A-142B-9CB62DA3637A}"/>
                    </a:ext>
                  </a:extLst>
                </p14:cNvPr>
                <p14:cNvContentPartPr/>
                <p14:nvPr/>
              </p14:nvContentPartPr>
              <p14:xfrm>
                <a:off x="3567267" y="5715987"/>
                <a:ext cx="312120" cy="4550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BBB8A48-3D5E-9F7A-142B-9CB62DA3637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561147" y="5709867"/>
                  <a:ext cx="324360" cy="46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C520D59-0C15-2C1E-CF0F-FC460823466F}"/>
                    </a:ext>
                  </a:extLst>
                </p14:cNvPr>
                <p14:cNvContentPartPr/>
                <p14:nvPr/>
              </p14:nvContentPartPr>
              <p14:xfrm>
                <a:off x="2423547" y="6102627"/>
                <a:ext cx="2295360" cy="3718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C520D59-0C15-2C1E-CF0F-FC460823466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417427" y="6096507"/>
                  <a:ext cx="2307600" cy="38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71B42A9-AE1D-5DE4-3D60-12767D477DB5}"/>
                    </a:ext>
                  </a:extLst>
                </p14:cNvPr>
                <p14:cNvContentPartPr/>
                <p14:nvPr/>
              </p14:nvContentPartPr>
              <p14:xfrm>
                <a:off x="2994867" y="6431307"/>
                <a:ext cx="310320" cy="4676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71B42A9-AE1D-5DE4-3D60-12767D477DB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988747" y="6425187"/>
                  <a:ext cx="322560" cy="47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F92C2F3-7D60-0A79-27A4-91FA5A77ECD7}"/>
                    </a:ext>
                  </a:extLst>
                </p14:cNvPr>
                <p14:cNvContentPartPr/>
                <p14:nvPr/>
              </p14:nvContentPartPr>
              <p14:xfrm>
                <a:off x="3453147" y="6382907"/>
                <a:ext cx="325080" cy="4096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F92C2F3-7D60-0A79-27A4-91FA5A77ECD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447027" y="6376787"/>
                  <a:ext cx="337320" cy="42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600EECE-0A8D-B36F-83D5-8922CC8D7B9E}"/>
                    </a:ext>
                  </a:extLst>
                </p14:cNvPr>
                <p14:cNvContentPartPr/>
                <p14:nvPr/>
              </p14:nvContentPartPr>
              <p14:xfrm>
                <a:off x="3895587" y="6546347"/>
                <a:ext cx="218160" cy="3628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600EECE-0A8D-B36F-83D5-8922CC8D7B9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889467" y="6540227"/>
                  <a:ext cx="230400" cy="37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FBC64F2-D30D-D555-1F36-6BF1D510693F}"/>
                    </a:ext>
                  </a:extLst>
                </p14:cNvPr>
                <p14:cNvContentPartPr/>
                <p14:nvPr/>
              </p14:nvContentPartPr>
              <p14:xfrm>
                <a:off x="4224987" y="6553907"/>
                <a:ext cx="360360" cy="3733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FBC64F2-D30D-D555-1F36-6BF1D510693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218867" y="6547787"/>
                  <a:ext cx="372600" cy="38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038431C-FF68-B6CC-E0B9-D8CC50F56ED4}"/>
              </a:ext>
            </a:extLst>
          </p:cNvPr>
          <p:cNvGrpSpPr/>
          <p:nvPr/>
        </p:nvGrpSpPr>
        <p:grpSpPr>
          <a:xfrm>
            <a:off x="1247427" y="630627"/>
            <a:ext cx="5874480" cy="5012280"/>
            <a:chOff x="1247427" y="630627"/>
            <a:chExt cx="5874480" cy="5012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DF2EE1E9-DEBF-FBE7-2B13-A844F6A21468}"/>
                    </a:ext>
                  </a:extLst>
                </p14:cNvPr>
                <p14:cNvContentPartPr/>
                <p14:nvPr/>
              </p14:nvContentPartPr>
              <p14:xfrm>
                <a:off x="2246067" y="1818267"/>
                <a:ext cx="684720" cy="21042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DF2EE1E9-DEBF-FBE7-2B13-A844F6A2146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239947" y="1812147"/>
                  <a:ext cx="696960" cy="21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2BFFFBB1-8837-7702-DE79-3D47D21A6E47}"/>
                    </a:ext>
                  </a:extLst>
                </p14:cNvPr>
                <p14:cNvContentPartPr/>
                <p14:nvPr/>
              </p14:nvContentPartPr>
              <p14:xfrm>
                <a:off x="2980467" y="3431427"/>
                <a:ext cx="559440" cy="13053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2BFFFBB1-8837-7702-DE79-3D47D21A6E4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974347" y="3425307"/>
                  <a:ext cx="571680" cy="131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086157CE-3687-D24E-56E5-B5623CCFACF1}"/>
                    </a:ext>
                  </a:extLst>
                </p14:cNvPr>
                <p14:cNvContentPartPr/>
                <p14:nvPr/>
              </p14:nvContentPartPr>
              <p14:xfrm>
                <a:off x="3209787" y="1556547"/>
                <a:ext cx="1461240" cy="13665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086157CE-3687-D24E-56E5-B5623CCFACF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203667" y="1550427"/>
                  <a:ext cx="1473480" cy="137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9348D2C-013B-A336-947B-1BFBA888C407}"/>
                    </a:ext>
                  </a:extLst>
                </p14:cNvPr>
                <p14:cNvContentPartPr/>
                <p14:nvPr/>
              </p14:nvContentPartPr>
              <p14:xfrm>
                <a:off x="4959747" y="630627"/>
                <a:ext cx="401040" cy="11746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9348D2C-013B-A336-947B-1BFBA888C40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953627" y="624507"/>
                  <a:ext cx="413280" cy="11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0481110-CE8B-AA82-C045-6F53DF107D76}"/>
                    </a:ext>
                  </a:extLst>
                </p14:cNvPr>
                <p14:cNvContentPartPr/>
                <p14:nvPr/>
              </p14:nvContentPartPr>
              <p14:xfrm>
                <a:off x="5545827" y="1559067"/>
                <a:ext cx="601920" cy="4471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0481110-CE8B-AA82-C045-6F53DF107D7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539707" y="1552947"/>
                  <a:ext cx="614160" cy="45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8E1E265-AA44-4C27-4019-34C88432E937}"/>
                    </a:ext>
                  </a:extLst>
                </p14:cNvPr>
                <p14:cNvContentPartPr/>
                <p14:nvPr/>
              </p14:nvContentPartPr>
              <p14:xfrm>
                <a:off x="3381867" y="3348987"/>
                <a:ext cx="1087560" cy="9550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8E1E265-AA44-4C27-4019-34C88432E93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375747" y="3342867"/>
                  <a:ext cx="1099800" cy="9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44B8155-F706-BB5E-749D-16BC1B0D752D}"/>
                    </a:ext>
                  </a:extLst>
                </p14:cNvPr>
                <p14:cNvContentPartPr/>
                <p14:nvPr/>
              </p14:nvContentPartPr>
              <p14:xfrm>
                <a:off x="4584987" y="3611787"/>
                <a:ext cx="423360" cy="6969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44B8155-F706-BB5E-749D-16BC1B0D752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578867" y="3605667"/>
                  <a:ext cx="435600" cy="70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6558101-4DE2-44B3-0C30-E47019BAFDBB}"/>
                    </a:ext>
                  </a:extLst>
                </p14:cNvPr>
                <p14:cNvContentPartPr/>
                <p14:nvPr/>
              </p14:nvContentPartPr>
              <p14:xfrm>
                <a:off x="5175747" y="4030467"/>
                <a:ext cx="421920" cy="7059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6558101-4DE2-44B3-0C30-E47019BAFDB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169627" y="4024347"/>
                  <a:ext cx="434160" cy="71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1B09940-3E8F-1876-C626-3191115FFC04}"/>
                    </a:ext>
                  </a:extLst>
                </p14:cNvPr>
                <p14:cNvContentPartPr/>
                <p14:nvPr/>
              </p14:nvContentPartPr>
              <p14:xfrm>
                <a:off x="5839947" y="4008507"/>
                <a:ext cx="460080" cy="9291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1B09940-3E8F-1876-C626-3191115FFC0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833827" y="4002387"/>
                  <a:ext cx="472320" cy="9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F2084D4-8209-BBA4-3444-C00A92B0ADA5}"/>
                    </a:ext>
                  </a:extLst>
                </p14:cNvPr>
                <p14:cNvContentPartPr/>
                <p14:nvPr/>
              </p14:nvContentPartPr>
              <p14:xfrm>
                <a:off x="1247427" y="1521987"/>
                <a:ext cx="5797080" cy="41209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F2084D4-8209-BBA4-3444-C00A92B0ADA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241307" y="1515867"/>
                  <a:ext cx="5809320" cy="413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FCA398F-D0AB-EE84-182C-F893C342138E}"/>
                    </a:ext>
                  </a:extLst>
                </p14:cNvPr>
                <p14:cNvContentPartPr/>
                <p14:nvPr/>
              </p14:nvContentPartPr>
              <p14:xfrm>
                <a:off x="3750867" y="949067"/>
                <a:ext cx="2160" cy="21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FCA398F-D0AB-EE84-182C-F893C342138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744747" y="942947"/>
                  <a:ext cx="14400" cy="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7091C16-F659-6BB9-E726-9E12CB1F39F0}"/>
                    </a:ext>
                  </a:extLst>
                </p14:cNvPr>
                <p14:cNvContentPartPr/>
                <p14:nvPr/>
              </p14:nvContentPartPr>
              <p14:xfrm>
                <a:off x="5725107" y="775907"/>
                <a:ext cx="1396800" cy="4514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7091C16-F659-6BB9-E726-9E12CB1F39F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718987" y="769787"/>
                  <a:ext cx="1409040" cy="46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326D341-89F5-A62C-E78F-B44B547F39AF}"/>
              </a:ext>
            </a:extLst>
          </p:cNvPr>
          <p:cNvGrpSpPr/>
          <p:nvPr/>
        </p:nvGrpSpPr>
        <p:grpSpPr>
          <a:xfrm>
            <a:off x="5982147" y="426347"/>
            <a:ext cx="2588760" cy="2203200"/>
            <a:chOff x="5982147" y="426347"/>
            <a:chExt cx="2588760" cy="2203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4A5DF98-5115-143E-C887-BF6155D00FCC}"/>
                    </a:ext>
                  </a:extLst>
                </p14:cNvPr>
                <p14:cNvContentPartPr/>
                <p14:nvPr/>
              </p14:nvContentPartPr>
              <p14:xfrm>
                <a:off x="5982147" y="1467827"/>
                <a:ext cx="1313280" cy="7765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4A5DF98-5115-143E-C887-BF6155D00FC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976027" y="1461707"/>
                  <a:ext cx="1325520" cy="78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D039574-DC5F-0800-7E51-3709109653FD}"/>
                    </a:ext>
                  </a:extLst>
                </p14:cNvPr>
                <p14:cNvContentPartPr/>
                <p14:nvPr/>
              </p14:nvContentPartPr>
              <p14:xfrm>
                <a:off x="7534107" y="426347"/>
                <a:ext cx="367560" cy="6048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D039574-DC5F-0800-7E51-3709109653F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527987" y="420227"/>
                  <a:ext cx="379800" cy="61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CBA918D-5C9F-8B3C-40C0-46A2C363DABF}"/>
                    </a:ext>
                  </a:extLst>
                </p14:cNvPr>
                <p14:cNvContentPartPr/>
                <p14:nvPr/>
              </p14:nvContentPartPr>
              <p14:xfrm>
                <a:off x="8130267" y="693107"/>
                <a:ext cx="55440" cy="4906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CBA918D-5C9F-8B3C-40C0-46A2C363DAB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124147" y="686987"/>
                  <a:ext cx="67680" cy="50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DD8F891-72E5-0666-5AE4-FB50DAC2EA01}"/>
                    </a:ext>
                  </a:extLst>
                </p14:cNvPr>
                <p14:cNvContentPartPr/>
                <p14:nvPr/>
              </p14:nvContentPartPr>
              <p14:xfrm>
                <a:off x="7538427" y="1558187"/>
                <a:ext cx="393480" cy="5529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DD8F891-72E5-0666-5AE4-FB50DAC2EA0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532307" y="1552067"/>
                  <a:ext cx="405720" cy="56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CD82703-7A72-9D36-1C7C-F16200D2B761}"/>
                    </a:ext>
                  </a:extLst>
                </p14:cNvPr>
                <p14:cNvContentPartPr/>
                <p14:nvPr/>
              </p14:nvContentPartPr>
              <p14:xfrm>
                <a:off x="7977267" y="1704707"/>
                <a:ext cx="218160" cy="7171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CD82703-7A72-9D36-1C7C-F16200D2B76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971147" y="1698587"/>
                  <a:ext cx="230400" cy="72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971A50F-47E7-B55C-D68E-03667AF94249}"/>
                    </a:ext>
                  </a:extLst>
                </p14:cNvPr>
                <p14:cNvContentPartPr/>
                <p14:nvPr/>
              </p14:nvContentPartPr>
              <p14:xfrm>
                <a:off x="8277147" y="1869947"/>
                <a:ext cx="293760" cy="7596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971A50F-47E7-B55C-D68E-03667AF9424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271027" y="1863827"/>
                  <a:ext cx="306000" cy="77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0E576ED5-CA74-C297-614E-4CFD6BC1B43C}"/>
              </a:ext>
            </a:extLst>
          </p:cNvPr>
          <p:cNvGrpSpPr/>
          <p:nvPr/>
        </p:nvGrpSpPr>
        <p:grpSpPr>
          <a:xfrm>
            <a:off x="1567827" y="413387"/>
            <a:ext cx="9185400" cy="4698360"/>
            <a:chOff x="1567827" y="413387"/>
            <a:chExt cx="9185400" cy="4698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624EFE6-A8AC-8E07-7D9C-011D66D2F3DB}"/>
                    </a:ext>
                  </a:extLst>
                </p14:cNvPr>
                <p14:cNvContentPartPr/>
                <p14:nvPr/>
              </p14:nvContentPartPr>
              <p14:xfrm>
                <a:off x="1567827" y="413387"/>
                <a:ext cx="7621560" cy="45576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624EFE6-A8AC-8E07-7D9C-011D66D2F3D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561707" y="407267"/>
                  <a:ext cx="7633800" cy="45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6F8D025-D255-1706-D990-6C161C950348}"/>
                    </a:ext>
                  </a:extLst>
                </p14:cNvPr>
                <p14:cNvContentPartPr/>
                <p14:nvPr/>
              </p14:nvContentPartPr>
              <p14:xfrm>
                <a:off x="8165547" y="3036707"/>
                <a:ext cx="286560" cy="4730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6F8D025-D255-1706-D990-6C161C95034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159427" y="3030587"/>
                  <a:ext cx="298800" cy="48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C134E1A-85DC-92C1-0A98-259F1801A8F5}"/>
                    </a:ext>
                  </a:extLst>
                </p14:cNvPr>
                <p14:cNvContentPartPr/>
                <p14:nvPr/>
              </p14:nvContentPartPr>
              <p14:xfrm>
                <a:off x="8530227" y="3056507"/>
                <a:ext cx="267840" cy="4546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C134E1A-85DC-92C1-0A98-259F1801A8F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524107" y="3050387"/>
                  <a:ext cx="280080" cy="46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DB3942D-86D0-649B-A1B9-233E45390BAC}"/>
                    </a:ext>
                  </a:extLst>
                </p14:cNvPr>
                <p14:cNvContentPartPr/>
                <p14:nvPr/>
              </p14:nvContentPartPr>
              <p14:xfrm>
                <a:off x="8813187" y="3380147"/>
                <a:ext cx="358200" cy="3906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DB3942D-86D0-649B-A1B9-233E45390BA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807067" y="3374027"/>
                  <a:ext cx="370440" cy="40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93550EF-7B0B-2FF7-DAB3-378178D32774}"/>
                    </a:ext>
                  </a:extLst>
                </p14:cNvPr>
                <p14:cNvContentPartPr/>
                <p14:nvPr/>
              </p14:nvContentPartPr>
              <p14:xfrm>
                <a:off x="8125947" y="3916547"/>
                <a:ext cx="1137600" cy="586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93550EF-7B0B-2FF7-DAB3-378178D3277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119827" y="3910427"/>
                  <a:ext cx="114984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C9109F71-0C0F-71F5-A059-FEFA4807B500}"/>
                    </a:ext>
                  </a:extLst>
                </p14:cNvPr>
                <p14:cNvContentPartPr/>
                <p14:nvPr/>
              </p14:nvContentPartPr>
              <p14:xfrm>
                <a:off x="8201907" y="4078547"/>
                <a:ext cx="294480" cy="4575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C9109F71-0C0F-71F5-A059-FEFA4807B50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195787" y="4072427"/>
                  <a:ext cx="306720" cy="46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7A19714-FBC0-1D87-B6A6-3D525E5315D4}"/>
                    </a:ext>
                  </a:extLst>
                </p14:cNvPr>
                <p14:cNvContentPartPr/>
                <p14:nvPr/>
              </p14:nvContentPartPr>
              <p14:xfrm>
                <a:off x="8497827" y="4101227"/>
                <a:ext cx="307080" cy="3996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7A19714-FBC0-1D87-B6A6-3D525E5315D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491707" y="4095107"/>
                  <a:ext cx="319320" cy="41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30419E0-EF10-A255-230A-170C28596812}"/>
                    </a:ext>
                  </a:extLst>
                </p14:cNvPr>
                <p14:cNvContentPartPr/>
                <p14:nvPr/>
              </p14:nvContentPartPr>
              <p14:xfrm>
                <a:off x="8821827" y="4454387"/>
                <a:ext cx="260280" cy="3304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30419E0-EF10-A255-230A-170C28596812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815707" y="4448267"/>
                  <a:ext cx="27252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80F8398F-6264-ACA8-5F5A-BCAA6442225C}"/>
                    </a:ext>
                  </a:extLst>
                </p14:cNvPr>
                <p14:cNvContentPartPr/>
                <p14:nvPr/>
              </p14:nvContentPartPr>
              <p14:xfrm>
                <a:off x="9479187" y="3633587"/>
                <a:ext cx="720" cy="7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0F8398F-6264-ACA8-5F5A-BCAA6442225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473067" y="3627467"/>
                  <a:ext cx="12960" cy="1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F37E34A-DF96-79DD-5404-61316111C301}"/>
                    </a:ext>
                  </a:extLst>
                </p14:cNvPr>
                <p14:cNvContentPartPr/>
                <p14:nvPr/>
              </p14:nvContentPartPr>
              <p14:xfrm>
                <a:off x="9569907" y="3052907"/>
                <a:ext cx="320760" cy="7808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F37E34A-DF96-79DD-5404-61316111C30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563787" y="3046787"/>
                  <a:ext cx="333000" cy="79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F2A13F4-4477-6A43-7800-F7AEF8DDBC52}"/>
                    </a:ext>
                  </a:extLst>
                </p14:cNvPr>
                <p14:cNvContentPartPr/>
                <p14:nvPr/>
              </p14:nvContentPartPr>
              <p14:xfrm>
                <a:off x="9950067" y="3237587"/>
                <a:ext cx="234000" cy="5666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F2A13F4-4477-6A43-7800-F7AEF8DDBC52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943947" y="3231467"/>
                  <a:ext cx="246240" cy="57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A33955C3-44EE-8E99-29EC-B0EB4FD92D41}"/>
                    </a:ext>
                  </a:extLst>
                </p14:cNvPr>
                <p14:cNvContentPartPr/>
                <p14:nvPr/>
              </p14:nvContentPartPr>
              <p14:xfrm>
                <a:off x="10212507" y="3694067"/>
                <a:ext cx="395640" cy="2772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A33955C3-44EE-8E99-29EC-B0EB4FD92D4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206387" y="3687947"/>
                  <a:ext cx="40788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EB335CED-7E96-22EF-827D-4731982DEEFC}"/>
                    </a:ext>
                  </a:extLst>
                </p14:cNvPr>
                <p14:cNvContentPartPr/>
                <p14:nvPr/>
              </p14:nvContentPartPr>
              <p14:xfrm>
                <a:off x="9618147" y="4087907"/>
                <a:ext cx="967680" cy="1098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EB335CED-7E96-22EF-827D-4731982DEEF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612027" y="4081787"/>
                  <a:ext cx="97992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FCECDE9-629F-05DB-F7D0-46739EAFA299}"/>
                    </a:ext>
                  </a:extLst>
                </p14:cNvPr>
                <p14:cNvContentPartPr/>
                <p14:nvPr/>
              </p14:nvContentPartPr>
              <p14:xfrm>
                <a:off x="9452907" y="4354667"/>
                <a:ext cx="381960" cy="4964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FCECDE9-629F-05DB-F7D0-46739EAFA29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446787" y="4348547"/>
                  <a:ext cx="394200" cy="50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0D38DCFF-CDFF-04EF-9B81-DA6D167A8AD5}"/>
                    </a:ext>
                  </a:extLst>
                </p14:cNvPr>
                <p14:cNvContentPartPr/>
                <p14:nvPr/>
              </p14:nvContentPartPr>
              <p14:xfrm>
                <a:off x="9869787" y="4489307"/>
                <a:ext cx="348480" cy="2854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0D38DCFF-CDFF-04EF-9B81-DA6D167A8AD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863667" y="4483187"/>
                  <a:ext cx="36072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DAC2FD7-EF6E-9D2C-3B89-126FD5631754}"/>
                    </a:ext>
                  </a:extLst>
                </p14:cNvPr>
                <p14:cNvContentPartPr/>
                <p14:nvPr/>
              </p14:nvContentPartPr>
              <p14:xfrm>
                <a:off x="10211067" y="4656347"/>
                <a:ext cx="196920" cy="3427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DAC2FD7-EF6E-9D2C-3B89-126FD563175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204947" y="4650227"/>
                  <a:ext cx="209160" cy="35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76C8E26-891E-5138-D5C8-76083A93EE71}"/>
                    </a:ext>
                  </a:extLst>
                </p14:cNvPr>
                <p14:cNvContentPartPr/>
                <p14:nvPr/>
              </p14:nvContentPartPr>
              <p14:xfrm>
                <a:off x="10446507" y="4671827"/>
                <a:ext cx="306720" cy="4399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76C8E26-891E-5138-D5C8-76083A93EE71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440387" y="4665707"/>
                  <a:ext cx="318960" cy="452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DC45DD15-0CA9-F1C0-22BE-D08ABEE45041}"/>
                  </a:ext>
                </a:extLst>
              </p14:cNvPr>
              <p14:cNvContentPartPr/>
              <p14:nvPr/>
            </p14:nvContentPartPr>
            <p14:xfrm>
              <a:off x="8658027" y="290267"/>
              <a:ext cx="1407600" cy="35532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DC45DD15-0CA9-F1C0-22BE-D08ABEE45041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8651907" y="284147"/>
                <a:ext cx="1419840" cy="367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92350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46">
            <a:extLst>
              <a:ext uri="{FF2B5EF4-FFF2-40B4-BE49-F238E27FC236}">
                <a16:creationId xmlns:a16="http://schemas.microsoft.com/office/drawing/2014/main" id="{8C2B37BC-A0C8-E44B-DDC2-ADB96FD30DC4}"/>
              </a:ext>
            </a:extLst>
          </p:cNvPr>
          <p:cNvGrpSpPr/>
          <p:nvPr/>
        </p:nvGrpSpPr>
        <p:grpSpPr>
          <a:xfrm>
            <a:off x="665667" y="339933"/>
            <a:ext cx="11019600" cy="3946320"/>
            <a:chOff x="665667" y="339933"/>
            <a:chExt cx="11019600" cy="3946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707DB0EC-91CC-2A51-76AA-75CF859F9B6E}"/>
                    </a:ext>
                  </a:extLst>
                </p14:cNvPr>
                <p14:cNvContentPartPr/>
                <p14:nvPr/>
              </p14:nvContentPartPr>
              <p14:xfrm>
                <a:off x="1106667" y="339933"/>
                <a:ext cx="492480" cy="166212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707DB0EC-91CC-2A51-76AA-75CF859F9B6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100547" y="333813"/>
                  <a:ext cx="504720" cy="167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0A0F0B79-8F2C-DB59-D6DD-F7BA8ECF1DE7}"/>
                    </a:ext>
                  </a:extLst>
                </p14:cNvPr>
                <p14:cNvContentPartPr/>
                <p14:nvPr/>
              </p14:nvContentPartPr>
              <p14:xfrm>
                <a:off x="1790307" y="462693"/>
                <a:ext cx="400680" cy="12114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0A0F0B79-8F2C-DB59-D6DD-F7BA8ECF1DE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784187" y="456573"/>
                  <a:ext cx="412920" cy="12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C387AEC-0E02-3465-A25B-6DFB80FF3978}"/>
                    </a:ext>
                  </a:extLst>
                </p14:cNvPr>
                <p14:cNvContentPartPr/>
                <p14:nvPr/>
              </p14:nvContentPartPr>
              <p14:xfrm>
                <a:off x="2206827" y="1252893"/>
                <a:ext cx="569880" cy="10036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EC387AEC-0E02-3465-A25B-6DFB80FF397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200707" y="1246773"/>
                  <a:ext cx="582120" cy="10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F5111EC-8B70-37AC-BCF8-A0CE084D33E9}"/>
                    </a:ext>
                  </a:extLst>
                </p14:cNvPr>
                <p14:cNvContentPartPr/>
                <p14:nvPr/>
              </p14:nvContentPartPr>
              <p14:xfrm>
                <a:off x="665667" y="2446653"/>
                <a:ext cx="2665800" cy="723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F5111EC-8B70-37AC-BCF8-A0CE084D33E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59547" y="2440533"/>
                  <a:ext cx="267804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C76E270-BE77-D3FA-1BC8-0F5E3487D14C}"/>
                    </a:ext>
                  </a:extLst>
                </p14:cNvPr>
                <p14:cNvContentPartPr/>
                <p14:nvPr/>
              </p14:nvContentPartPr>
              <p14:xfrm>
                <a:off x="919827" y="2750493"/>
                <a:ext cx="590760" cy="11811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C76E270-BE77-D3FA-1BC8-0F5E3487D14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13707" y="2744373"/>
                  <a:ext cx="603000" cy="11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B693445-7265-0F06-8D82-0F2B519EE168}"/>
                    </a:ext>
                  </a:extLst>
                </p14:cNvPr>
                <p14:cNvContentPartPr/>
                <p14:nvPr/>
              </p14:nvContentPartPr>
              <p14:xfrm>
                <a:off x="1726587" y="2719893"/>
                <a:ext cx="446400" cy="8989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B693445-7265-0F06-8D82-0F2B519EE16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720467" y="2713773"/>
                  <a:ext cx="458640" cy="91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57E7E65-9948-C0C8-B87F-9486B7F18755}"/>
                    </a:ext>
                  </a:extLst>
                </p14:cNvPr>
                <p14:cNvContentPartPr/>
                <p14:nvPr/>
              </p14:nvContentPartPr>
              <p14:xfrm>
                <a:off x="2199987" y="3296613"/>
                <a:ext cx="266040" cy="7707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57E7E65-9948-C0C8-B87F-9486B7F1875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193867" y="3290493"/>
                  <a:ext cx="278280" cy="78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D39A047-B5AB-698D-C59D-11B0CEA9ABF5}"/>
                    </a:ext>
                  </a:extLst>
                </p14:cNvPr>
                <p14:cNvContentPartPr/>
                <p14:nvPr/>
              </p14:nvContentPartPr>
              <p14:xfrm>
                <a:off x="2630547" y="3298053"/>
                <a:ext cx="313920" cy="9306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D39A047-B5AB-698D-C59D-11B0CEA9ABF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624427" y="3291933"/>
                  <a:ext cx="326160" cy="9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3D38B24-CCD6-6ADB-1F6A-4E6E6BE57266}"/>
                    </a:ext>
                  </a:extLst>
                </p14:cNvPr>
                <p14:cNvContentPartPr/>
                <p14:nvPr/>
              </p14:nvContentPartPr>
              <p14:xfrm>
                <a:off x="3342627" y="891813"/>
                <a:ext cx="826200" cy="802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3D38B24-CCD6-6ADB-1F6A-4E6E6BE5726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336507" y="885693"/>
                  <a:ext cx="83844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9E478A0-131F-A237-DA2B-0BD0788C3932}"/>
                    </a:ext>
                  </a:extLst>
                </p14:cNvPr>
                <p14:cNvContentPartPr/>
                <p14:nvPr/>
              </p14:nvContentPartPr>
              <p14:xfrm>
                <a:off x="3374307" y="1378533"/>
                <a:ext cx="657000" cy="1285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9E478A0-131F-A237-DA2B-0BD0788C393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368187" y="1372413"/>
                  <a:ext cx="66924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8B68EC4-C3E3-CDF8-E745-CF2D1F066E93}"/>
                    </a:ext>
                  </a:extLst>
                </p14:cNvPr>
                <p14:cNvContentPartPr/>
                <p14:nvPr/>
              </p14:nvContentPartPr>
              <p14:xfrm>
                <a:off x="4309947" y="548373"/>
                <a:ext cx="515160" cy="12150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8B68EC4-C3E3-CDF8-E745-CF2D1F066E9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303827" y="542253"/>
                  <a:ext cx="527400" cy="12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05D0486-B669-5754-7C9D-56D5ABAAC688}"/>
                    </a:ext>
                  </a:extLst>
                </p14:cNvPr>
                <p14:cNvContentPartPr/>
                <p14:nvPr/>
              </p14:nvContentPartPr>
              <p14:xfrm>
                <a:off x="4966587" y="600213"/>
                <a:ext cx="432000" cy="11984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05D0486-B669-5754-7C9D-56D5ABAAC68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960467" y="594093"/>
                  <a:ext cx="444240" cy="12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6F0ED90-C811-1055-2CF1-4347CB634A48}"/>
                    </a:ext>
                  </a:extLst>
                </p14:cNvPr>
                <p14:cNvContentPartPr/>
                <p14:nvPr/>
              </p14:nvContentPartPr>
              <p14:xfrm>
                <a:off x="5572107" y="1567533"/>
                <a:ext cx="281520" cy="7110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6F0ED90-C811-1055-2CF1-4347CB634A4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565987" y="1561413"/>
                  <a:ext cx="293760" cy="72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4CAF799-F73F-8914-C06F-043EF92FE36D}"/>
                    </a:ext>
                  </a:extLst>
                </p14:cNvPr>
                <p14:cNvContentPartPr/>
                <p14:nvPr/>
              </p14:nvContentPartPr>
              <p14:xfrm>
                <a:off x="4261707" y="2521893"/>
                <a:ext cx="1983600" cy="543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4CAF799-F73F-8914-C06F-043EF92FE36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255587" y="2515773"/>
                  <a:ext cx="199584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7C68E4D-E60F-F5C8-0CF1-2F316ECE789C}"/>
                    </a:ext>
                  </a:extLst>
                </p14:cNvPr>
                <p14:cNvContentPartPr/>
                <p14:nvPr/>
              </p14:nvContentPartPr>
              <p14:xfrm>
                <a:off x="4249467" y="3014373"/>
                <a:ext cx="266400" cy="6933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7C68E4D-E60F-F5C8-0CF1-2F316ECE789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243347" y="3008253"/>
                  <a:ext cx="278640" cy="70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E53BF43-A52E-CB00-751B-949208046197}"/>
                    </a:ext>
                  </a:extLst>
                </p14:cNvPr>
                <p14:cNvContentPartPr/>
                <p14:nvPr/>
              </p14:nvContentPartPr>
              <p14:xfrm>
                <a:off x="4627827" y="3100413"/>
                <a:ext cx="352800" cy="6170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E53BF43-A52E-CB00-751B-94920804619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621707" y="3094293"/>
                  <a:ext cx="365040" cy="62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5525A17-0B30-E6B4-2487-F39A3A8F0F08}"/>
                    </a:ext>
                  </a:extLst>
                </p14:cNvPr>
                <p14:cNvContentPartPr/>
                <p14:nvPr/>
              </p14:nvContentPartPr>
              <p14:xfrm>
                <a:off x="5018427" y="3400653"/>
                <a:ext cx="343440" cy="6807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5525A17-0B30-E6B4-2487-F39A3A8F0F0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012307" y="3394533"/>
                  <a:ext cx="355680" cy="69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39F3308-0F66-BB01-391F-F91F1A3165F2}"/>
                    </a:ext>
                  </a:extLst>
                </p14:cNvPr>
                <p14:cNvContentPartPr/>
                <p14:nvPr/>
              </p14:nvContentPartPr>
              <p14:xfrm>
                <a:off x="5483187" y="3525213"/>
                <a:ext cx="471240" cy="7610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39F3308-0F66-BB01-391F-F91F1A3165F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477067" y="3519093"/>
                  <a:ext cx="483480" cy="77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6A60559-9F81-905E-460D-72085AD5DE05}"/>
                    </a:ext>
                  </a:extLst>
                </p14:cNvPr>
                <p14:cNvContentPartPr/>
                <p14:nvPr/>
              </p14:nvContentPartPr>
              <p14:xfrm>
                <a:off x="6350067" y="1955613"/>
                <a:ext cx="571320" cy="871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6A60559-9F81-905E-460D-72085AD5DE0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343947" y="1949493"/>
                  <a:ext cx="58356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1297FB0-860E-A2EA-2C5C-6499AF41A33A}"/>
                    </a:ext>
                  </a:extLst>
                </p14:cNvPr>
                <p14:cNvContentPartPr/>
                <p14:nvPr/>
              </p14:nvContentPartPr>
              <p14:xfrm>
                <a:off x="6643467" y="1686333"/>
                <a:ext cx="70200" cy="7290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1297FB0-860E-A2EA-2C5C-6499AF41A33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637347" y="1680213"/>
                  <a:ext cx="82440" cy="74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59FC00F-E3A7-168B-20DF-A284D3556D6A}"/>
                    </a:ext>
                  </a:extLst>
                </p14:cNvPr>
                <p14:cNvContentPartPr/>
                <p14:nvPr/>
              </p14:nvContentPartPr>
              <p14:xfrm>
                <a:off x="7189227" y="1212573"/>
                <a:ext cx="482040" cy="11901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59FC00F-E3A7-168B-20DF-A284D3556D6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183107" y="1206453"/>
                  <a:ext cx="494280" cy="12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6B9DD50-70C3-3FD0-D384-74CB6CC0AF32}"/>
                    </a:ext>
                  </a:extLst>
                </p14:cNvPr>
                <p14:cNvContentPartPr/>
                <p14:nvPr/>
              </p14:nvContentPartPr>
              <p14:xfrm>
                <a:off x="7821027" y="1380693"/>
                <a:ext cx="388080" cy="7545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6B9DD50-70C3-3FD0-D384-74CB6CC0AF3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814907" y="1374573"/>
                  <a:ext cx="400320" cy="76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CA44A64-3C38-6CC1-1762-F86342CBD7C1}"/>
                    </a:ext>
                  </a:extLst>
                </p14:cNvPr>
                <p14:cNvContentPartPr/>
                <p14:nvPr/>
              </p14:nvContentPartPr>
              <p14:xfrm>
                <a:off x="8195787" y="1954893"/>
                <a:ext cx="451800" cy="5731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CA44A64-3C38-6CC1-1762-F86342CBD7C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189667" y="1948773"/>
                  <a:ext cx="464040" cy="58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BD5A9F2-67F2-2003-B066-8FDE399E3474}"/>
                    </a:ext>
                  </a:extLst>
                </p14:cNvPr>
                <p14:cNvContentPartPr/>
                <p14:nvPr/>
              </p14:nvContentPartPr>
              <p14:xfrm>
                <a:off x="7149267" y="2614773"/>
                <a:ext cx="1665720" cy="2037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BD5A9F2-67F2-2003-B066-8FDE399E347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143147" y="2608653"/>
                  <a:ext cx="167796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E7793E5-33D2-E8E6-D3AE-ECA912DC92F6}"/>
                    </a:ext>
                  </a:extLst>
                </p14:cNvPr>
                <p14:cNvContentPartPr/>
                <p14:nvPr/>
              </p14:nvContentPartPr>
              <p14:xfrm>
                <a:off x="7084827" y="2962173"/>
                <a:ext cx="619920" cy="8085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E7793E5-33D2-E8E6-D3AE-ECA912DC92F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078707" y="2956053"/>
                  <a:ext cx="632160" cy="82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13E1F65-0C40-68E5-C2CC-367C20BCD80F}"/>
                    </a:ext>
                  </a:extLst>
                </p14:cNvPr>
                <p14:cNvContentPartPr/>
                <p14:nvPr/>
              </p14:nvContentPartPr>
              <p14:xfrm>
                <a:off x="7803747" y="2978013"/>
                <a:ext cx="515160" cy="5828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13E1F65-0C40-68E5-C2CC-367C20BCD80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797627" y="2971893"/>
                  <a:ext cx="527400" cy="59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01CEADA-2962-7CC4-29EC-73F17F93C870}"/>
                    </a:ext>
                  </a:extLst>
                </p14:cNvPr>
                <p14:cNvContentPartPr/>
                <p14:nvPr/>
              </p14:nvContentPartPr>
              <p14:xfrm>
                <a:off x="8085987" y="3331893"/>
                <a:ext cx="598680" cy="5353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01CEADA-2962-7CC4-29EC-73F17F93C87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079867" y="3325773"/>
                  <a:ext cx="610920" cy="54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029266F-7C7D-FD05-7991-460C2D419E6C}"/>
                    </a:ext>
                  </a:extLst>
                </p14:cNvPr>
                <p14:cNvContentPartPr/>
                <p14:nvPr/>
              </p14:nvContentPartPr>
              <p14:xfrm>
                <a:off x="8984187" y="2408493"/>
                <a:ext cx="360" cy="3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029266F-7C7D-FD05-7991-460C2D419E6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978067" y="240237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4A1B93F-4BA7-0C42-D051-8AA88CFDB525}"/>
                    </a:ext>
                  </a:extLst>
                </p14:cNvPr>
                <p14:cNvContentPartPr/>
                <p14:nvPr/>
              </p14:nvContentPartPr>
              <p14:xfrm>
                <a:off x="9023067" y="1543053"/>
                <a:ext cx="570960" cy="10051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4A1B93F-4BA7-0C42-D051-8AA88CFDB52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016947" y="1536933"/>
                  <a:ext cx="583200" cy="10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90AA1B9-B6B1-1B43-BC4D-6E36FB77F581}"/>
                    </a:ext>
                  </a:extLst>
                </p14:cNvPr>
                <p14:cNvContentPartPr/>
                <p14:nvPr/>
              </p14:nvContentPartPr>
              <p14:xfrm>
                <a:off x="9828027" y="1558893"/>
                <a:ext cx="377280" cy="8146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90AA1B9-B6B1-1B43-BC4D-6E36FB77F58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821907" y="1552773"/>
                  <a:ext cx="389520" cy="82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6B1E4A0-1230-8EA9-9FF5-73D4CE316349}"/>
                    </a:ext>
                  </a:extLst>
                </p14:cNvPr>
                <p14:cNvContentPartPr/>
                <p14:nvPr/>
              </p14:nvContentPartPr>
              <p14:xfrm>
                <a:off x="10382427" y="2135613"/>
                <a:ext cx="604440" cy="4147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6B1E4A0-1230-8EA9-9FF5-73D4CE31634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376307" y="2129493"/>
                  <a:ext cx="616680" cy="42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931C3D9-9318-D80C-C03D-3B9940E1F230}"/>
                    </a:ext>
                  </a:extLst>
                </p14:cNvPr>
                <p14:cNvContentPartPr/>
                <p14:nvPr/>
              </p14:nvContentPartPr>
              <p14:xfrm>
                <a:off x="9329067" y="2634573"/>
                <a:ext cx="1378800" cy="2880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931C3D9-9318-D80C-C03D-3B9940E1F23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322947" y="2628453"/>
                  <a:ext cx="139104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B76DF3E-A3D5-ACF5-0593-59472F180324}"/>
                    </a:ext>
                  </a:extLst>
                </p14:cNvPr>
                <p14:cNvContentPartPr/>
                <p14:nvPr/>
              </p14:nvContentPartPr>
              <p14:xfrm>
                <a:off x="9158787" y="2894493"/>
                <a:ext cx="421200" cy="10195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B76DF3E-A3D5-ACF5-0593-59472F18032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152667" y="2888373"/>
                  <a:ext cx="433440" cy="10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1BCAF78-3B49-3FD2-2FD8-0CA96CE4E176}"/>
                    </a:ext>
                  </a:extLst>
                </p14:cNvPr>
                <p14:cNvContentPartPr/>
                <p14:nvPr/>
              </p14:nvContentPartPr>
              <p14:xfrm>
                <a:off x="9631467" y="3025173"/>
                <a:ext cx="421920" cy="6112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1BCAF78-3B49-3FD2-2FD8-0CA96CE4E17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625347" y="3019053"/>
                  <a:ext cx="434160" cy="62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853AADC-834C-6A83-3E14-C69DA9A1A07D}"/>
                    </a:ext>
                  </a:extLst>
                </p14:cNvPr>
                <p14:cNvContentPartPr/>
                <p14:nvPr/>
              </p14:nvContentPartPr>
              <p14:xfrm>
                <a:off x="10081467" y="3360693"/>
                <a:ext cx="263880" cy="5623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853AADC-834C-6A83-3E14-C69DA9A1A07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075347" y="3354573"/>
                  <a:ext cx="276120" cy="57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1F99798-DC2B-915B-44D8-E87947E848DF}"/>
                    </a:ext>
                  </a:extLst>
                </p14:cNvPr>
                <p14:cNvContentPartPr/>
                <p14:nvPr/>
              </p14:nvContentPartPr>
              <p14:xfrm>
                <a:off x="10420947" y="3367533"/>
                <a:ext cx="457200" cy="7275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1F99798-DC2B-915B-44D8-E87947E848DF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414827" y="3361413"/>
                  <a:ext cx="469440" cy="73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791A930-CC38-C47E-E185-5196E4129832}"/>
                    </a:ext>
                  </a:extLst>
                </p14:cNvPr>
                <p14:cNvContentPartPr/>
                <p14:nvPr/>
              </p14:nvContentPartPr>
              <p14:xfrm>
                <a:off x="11072187" y="2198613"/>
                <a:ext cx="613080" cy="1062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791A930-CC38-C47E-E185-5196E4129832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066067" y="2192493"/>
                  <a:ext cx="62532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44E511C-EE88-1C24-4258-19E53D758953}"/>
                    </a:ext>
                  </a:extLst>
                </p14:cNvPr>
                <p14:cNvContentPartPr/>
                <p14:nvPr/>
              </p14:nvContentPartPr>
              <p14:xfrm>
                <a:off x="11357667" y="1941213"/>
                <a:ext cx="53280" cy="6390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44E511C-EE88-1C24-4258-19E53D75895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1351547" y="1935093"/>
                  <a:ext cx="65520" cy="651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489085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1ED78055-BD44-18CC-7BB3-CF04D9D58B18}"/>
                  </a:ext>
                </a:extLst>
              </p14:cNvPr>
              <p14:cNvContentPartPr/>
              <p14:nvPr/>
            </p14:nvContentPartPr>
            <p14:xfrm>
              <a:off x="9819027" y="4849667"/>
              <a:ext cx="2520" cy="72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1ED78055-BD44-18CC-7BB3-CF04D9D58B1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812907" y="4843547"/>
                <a:ext cx="14760" cy="1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259EA1AF-03B3-DDF2-DF72-35DC9A4048EA}"/>
                  </a:ext>
                </a:extLst>
              </p14:cNvPr>
              <p14:cNvContentPartPr/>
              <p14:nvPr/>
            </p14:nvContentPartPr>
            <p14:xfrm>
              <a:off x="4201587" y="6618347"/>
              <a:ext cx="6750360" cy="18432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259EA1AF-03B3-DDF2-DF72-35DC9A4048E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195467" y="6612227"/>
                <a:ext cx="6762600" cy="196560"/>
              </a:xfrm>
              <a:prstGeom prst="rect">
                <a:avLst/>
              </a:prstGeom>
            </p:spPr>
          </p:pic>
        </mc:Fallback>
      </mc:AlternateContent>
      <p:grpSp>
        <p:nvGrpSpPr>
          <p:cNvPr id="88" name="Group 87">
            <a:extLst>
              <a:ext uri="{FF2B5EF4-FFF2-40B4-BE49-F238E27FC236}">
                <a16:creationId xmlns:a16="http://schemas.microsoft.com/office/drawing/2014/main" id="{71C1E182-A1E9-2C9A-E273-0A2E25C9D20A}"/>
              </a:ext>
            </a:extLst>
          </p:cNvPr>
          <p:cNvGrpSpPr/>
          <p:nvPr/>
        </p:nvGrpSpPr>
        <p:grpSpPr>
          <a:xfrm>
            <a:off x="1303947" y="465027"/>
            <a:ext cx="9449640" cy="6523560"/>
            <a:chOff x="1303947" y="465027"/>
            <a:chExt cx="9449640" cy="6523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724E5E00-7BAE-F206-FAB1-69AE32D12C53}"/>
                    </a:ext>
                  </a:extLst>
                </p14:cNvPr>
                <p14:cNvContentPartPr/>
                <p14:nvPr/>
              </p14:nvContentPartPr>
              <p14:xfrm>
                <a:off x="1388187" y="668787"/>
                <a:ext cx="517320" cy="97452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724E5E00-7BAE-F206-FAB1-69AE32D12C5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382067" y="662667"/>
                  <a:ext cx="529560" cy="9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B3ECD0FE-59D3-2FB7-7A55-66C77F76F228}"/>
                    </a:ext>
                  </a:extLst>
                </p14:cNvPr>
                <p14:cNvContentPartPr/>
                <p14:nvPr/>
              </p14:nvContentPartPr>
              <p14:xfrm>
                <a:off x="1303947" y="1066947"/>
                <a:ext cx="686520" cy="5900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B3ECD0FE-59D3-2FB7-7A55-66C77F76F22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297827" y="1060827"/>
                  <a:ext cx="698760" cy="60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331AC53-3534-BD4D-B7E5-600B637DB435}"/>
                    </a:ext>
                  </a:extLst>
                </p14:cNvPr>
                <p14:cNvContentPartPr/>
                <p14:nvPr/>
              </p14:nvContentPartPr>
              <p14:xfrm>
                <a:off x="2253627" y="465027"/>
                <a:ext cx="396720" cy="11041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E331AC53-3534-BD4D-B7E5-600B637DB43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247507" y="458907"/>
                  <a:ext cx="408960" cy="11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FF19CF9-DC6C-DA55-06E6-19F50B297999}"/>
                    </a:ext>
                  </a:extLst>
                </p14:cNvPr>
                <p14:cNvContentPartPr/>
                <p14:nvPr/>
              </p14:nvContentPartPr>
              <p14:xfrm>
                <a:off x="2889027" y="1170987"/>
                <a:ext cx="33120" cy="6048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FF19CF9-DC6C-DA55-06E6-19F50B29799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882907" y="1164867"/>
                  <a:ext cx="45360" cy="61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5E74DFD-DBAE-6EEE-94DE-6D0E6BFBC3DC}"/>
                    </a:ext>
                  </a:extLst>
                </p14:cNvPr>
                <p14:cNvContentPartPr/>
                <p14:nvPr/>
              </p14:nvContentPartPr>
              <p14:xfrm>
                <a:off x="3031587" y="1376907"/>
                <a:ext cx="408240" cy="5918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5E74DFD-DBAE-6EEE-94DE-6D0E6BFBC3D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025467" y="1370787"/>
                  <a:ext cx="420480" cy="60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D9D8901-7DB6-5BE3-BC0C-81B67088481D}"/>
                    </a:ext>
                  </a:extLst>
                </p14:cNvPr>
                <p14:cNvContentPartPr/>
                <p14:nvPr/>
              </p14:nvContentPartPr>
              <p14:xfrm>
                <a:off x="1316907" y="2343867"/>
                <a:ext cx="2363760" cy="1483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D9D8901-7DB6-5BE3-BC0C-81B67088481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310787" y="2337747"/>
                  <a:ext cx="237600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6A6E872-4540-3A0C-F8FA-9090AF1D0D09}"/>
                    </a:ext>
                  </a:extLst>
                </p14:cNvPr>
                <p14:cNvContentPartPr/>
                <p14:nvPr/>
              </p14:nvContentPartPr>
              <p14:xfrm>
                <a:off x="1760787" y="2682627"/>
                <a:ext cx="254520" cy="7218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6A6E872-4540-3A0C-F8FA-9090AF1D0D0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754667" y="2676507"/>
                  <a:ext cx="266760" cy="73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621A931-CECF-34C2-00F5-624C4ED725D8}"/>
                    </a:ext>
                  </a:extLst>
                </p14:cNvPr>
                <p14:cNvContentPartPr/>
                <p14:nvPr/>
              </p14:nvContentPartPr>
              <p14:xfrm>
                <a:off x="2126907" y="2793147"/>
                <a:ext cx="413280" cy="6375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621A931-CECF-34C2-00F5-624C4ED725D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120787" y="2787027"/>
                  <a:ext cx="425520" cy="64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73726D5-6876-B86A-D79F-7751283596FA}"/>
                    </a:ext>
                  </a:extLst>
                </p14:cNvPr>
                <p14:cNvContentPartPr/>
                <p14:nvPr/>
              </p14:nvContentPartPr>
              <p14:xfrm>
                <a:off x="2609667" y="3172947"/>
                <a:ext cx="226080" cy="6948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73726D5-6876-B86A-D79F-7751283596F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603547" y="3166827"/>
                  <a:ext cx="238320" cy="70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E7D215B-CACA-9209-A8B3-A8C4A48750D9}"/>
                    </a:ext>
                  </a:extLst>
                </p14:cNvPr>
                <p14:cNvContentPartPr/>
                <p14:nvPr/>
              </p14:nvContentPartPr>
              <p14:xfrm>
                <a:off x="3081987" y="3198147"/>
                <a:ext cx="337320" cy="7437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E7D215B-CACA-9209-A8B3-A8C4A48750D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075867" y="3192027"/>
                  <a:ext cx="349560" cy="75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9942355-5E6B-639D-9802-D6B9B738DAAF}"/>
                    </a:ext>
                  </a:extLst>
                </p14:cNvPr>
                <p14:cNvContentPartPr/>
                <p14:nvPr/>
              </p14:nvContentPartPr>
              <p14:xfrm>
                <a:off x="3910707" y="1635027"/>
                <a:ext cx="581040" cy="187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9942355-5E6B-639D-9802-D6B9B738DAA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904587" y="1628907"/>
                  <a:ext cx="59328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2DE2016-DC91-ED09-B280-7FF4B2FF7517}"/>
                    </a:ext>
                  </a:extLst>
                </p14:cNvPr>
                <p14:cNvContentPartPr/>
                <p14:nvPr/>
              </p14:nvContentPartPr>
              <p14:xfrm>
                <a:off x="3875067" y="1951467"/>
                <a:ext cx="685800" cy="2124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2DE2016-DC91-ED09-B280-7FF4B2FF751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868947" y="1945347"/>
                  <a:ext cx="69804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76CDC3F-AB4A-2A81-3349-DB6F307F711B}"/>
                    </a:ext>
                  </a:extLst>
                </p14:cNvPr>
                <p14:cNvContentPartPr/>
                <p14:nvPr/>
              </p14:nvContentPartPr>
              <p14:xfrm>
                <a:off x="4849587" y="1059747"/>
                <a:ext cx="264960" cy="8791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76CDC3F-AB4A-2A81-3349-DB6F307F711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843467" y="1053627"/>
                  <a:ext cx="277200" cy="89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509D44E-834D-0148-B510-231B594AC5B6}"/>
                    </a:ext>
                  </a:extLst>
                </p14:cNvPr>
                <p14:cNvContentPartPr/>
                <p14:nvPr/>
              </p14:nvContentPartPr>
              <p14:xfrm>
                <a:off x="5344947" y="1209507"/>
                <a:ext cx="341280" cy="5770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509D44E-834D-0148-B510-231B594AC5B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338827" y="1203387"/>
                  <a:ext cx="353520" cy="58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B5DBC4C-FE5A-3D6A-735D-C8440BF3E36F}"/>
                    </a:ext>
                  </a:extLst>
                </p14:cNvPr>
                <p14:cNvContentPartPr/>
                <p14:nvPr/>
              </p14:nvContentPartPr>
              <p14:xfrm>
                <a:off x="5830947" y="1528467"/>
                <a:ext cx="47880" cy="4669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B5DBC4C-FE5A-3D6A-735D-C8440BF3E36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824827" y="1522347"/>
                  <a:ext cx="60120" cy="47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A289222-3850-1453-4B58-5CA5064DF363}"/>
                    </a:ext>
                  </a:extLst>
                </p14:cNvPr>
                <p14:cNvContentPartPr/>
                <p14:nvPr/>
              </p14:nvContentPartPr>
              <p14:xfrm>
                <a:off x="6017787" y="1764267"/>
                <a:ext cx="180360" cy="3427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A289222-3850-1453-4B58-5CA5064DF36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011667" y="1758147"/>
                  <a:ext cx="192600" cy="35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A236459-3091-EDA4-F1CF-54155E8DF74B}"/>
                    </a:ext>
                  </a:extLst>
                </p14:cNvPr>
                <p14:cNvContentPartPr/>
                <p14:nvPr/>
              </p14:nvContentPartPr>
              <p14:xfrm>
                <a:off x="5155587" y="2222547"/>
                <a:ext cx="1213920" cy="1915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A236459-3091-EDA4-F1CF-54155E8DF74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149467" y="2216427"/>
                  <a:ext cx="122616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C618B64-FDE6-9DC3-414E-8E944911AD12}"/>
                    </a:ext>
                  </a:extLst>
                </p14:cNvPr>
                <p14:cNvContentPartPr/>
                <p14:nvPr/>
              </p14:nvContentPartPr>
              <p14:xfrm>
                <a:off x="4971987" y="2629347"/>
                <a:ext cx="208080" cy="5587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C618B64-FDE6-9DC3-414E-8E944911AD1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965867" y="2623227"/>
                  <a:ext cx="220320" cy="57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440D7F1-CDEB-D05F-F511-849D7BD2BD21}"/>
                    </a:ext>
                  </a:extLst>
                </p14:cNvPr>
                <p14:cNvContentPartPr/>
                <p14:nvPr/>
              </p14:nvContentPartPr>
              <p14:xfrm>
                <a:off x="5301027" y="2694507"/>
                <a:ext cx="379080" cy="5677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440D7F1-CDEB-D05F-F511-849D7BD2BD2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294907" y="2688387"/>
                  <a:ext cx="391320" cy="57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E9C783A-416C-5C17-308F-4E0A870BA44A}"/>
                    </a:ext>
                  </a:extLst>
                </p14:cNvPr>
                <p14:cNvContentPartPr/>
                <p14:nvPr/>
              </p14:nvContentPartPr>
              <p14:xfrm>
                <a:off x="5646987" y="2956587"/>
                <a:ext cx="213840" cy="6966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E9C783A-416C-5C17-308F-4E0A870BA44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640867" y="2950467"/>
                  <a:ext cx="226080" cy="70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18592EB-280C-906D-5494-29CE6A0B3FB0}"/>
                    </a:ext>
                  </a:extLst>
                </p14:cNvPr>
                <p14:cNvContentPartPr/>
                <p14:nvPr/>
              </p14:nvContentPartPr>
              <p14:xfrm>
                <a:off x="5959467" y="3141987"/>
                <a:ext cx="252360" cy="4766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18592EB-280C-906D-5494-29CE6A0B3FB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953347" y="3135867"/>
                  <a:ext cx="264600" cy="48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3F074DE-B88F-4F4B-A194-CDEE2155F575}"/>
                    </a:ext>
                  </a:extLst>
                </p14:cNvPr>
                <p14:cNvContentPartPr/>
                <p14:nvPr/>
              </p14:nvContentPartPr>
              <p14:xfrm>
                <a:off x="6599907" y="1783347"/>
                <a:ext cx="381960" cy="950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3F074DE-B88F-4F4B-A194-CDEE2155F57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593787" y="1777227"/>
                  <a:ext cx="39420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DAA81EB-32B3-666E-E4EF-6A787769CFD6}"/>
                    </a:ext>
                  </a:extLst>
                </p14:cNvPr>
                <p14:cNvContentPartPr/>
                <p14:nvPr/>
              </p14:nvContentPartPr>
              <p14:xfrm>
                <a:off x="6802227" y="1672467"/>
                <a:ext cx="1800" cy="4935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DAA81EB-32B3-666E-E4EF-6A787769CFD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796107" y="1666347"/>
                  <a:ext cx="14040" cy="50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707FBDE-19D7-D7BE-998E-95365A0A1C23}"/>
                    </a:ext>
                  </a:extLst>
                </p14:cNvPr>
                <p14:cNvContentPartPr/>
                <p14:nvPr/>
              </p14:nvContentPartPr>
              <p14:xfrm>
                <a:off x="7000587" y="1401387"/>
                <a:ext cx="331560" cy="6980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707FBDE-19D7-D7BE-998E-95365A0A1C2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994467" y="1395267"/>
                  <a:ext cx="343800" cy="71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B670A3C-605E-C092-7813-DE063760EEBB}"/>
                    </a:ext>
                  </a:extLst>
                </p14:cNvPr>
                <p14:cNvContentPartPr/>
                <p14:nvPr/>
              </p14:nvContentPartPr>
              <p14:xfrm>
                <a:off x="7495587" y="1304547"/>
                <a:ext cx="323280" cy="6847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B670A3C-605E-C092-7813-DE063760EEB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489467" y="1298427"/>
                  <a:ext cx="335520" cy="69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5BA561D-C21E-E830-A107-7532BDF49C71}"/>
                    </a:ext>
                  </a:extLst>
                </p14:cNvPr>
                <p14:cNvContentPartPr/>
                <p14:nvPr/>
              </p14:nvContentPartPr>
              <p14:xfrm>
                <a:off x="7915347" y="1762467"/>
                <a:ext cx="217800" cy="5457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5BA561D-C21E-E830-A107-7532BDF49C71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909227" y="1756347"/>
                  <a:ext cx="230040" cy="55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C966D99-8E1F-C5F8-282B-37C0B4A0F41D}"/>
                    </a:ext>
                  </a:extLst>
                </p14:cNvPr>
                <p14:cNvContentPartPr/>
                <p14:nvPr/>
              </p14:nvContentPartPr>
              <p14:xfrm>
                <a:off x="7044507" y="2283747"/>
                <a:ext cx="1252080" cy="3024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3C966D99-8E1F-C5F8-282B-37C0B4A0F41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038387" y="2277627"/>
                  <a:ext cx="126432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5784BC7-B14D-6336-8636-98C598C69C41}"/>
                    </a:ext>
                  </a:extLst>
                </p14:cNvPr>
                <p14:cNvContentPartPr/>
                <p14:nvPr/>
              </p14:nvContentPartPr>
              <p14:xfrm>
                <a:off x="6998787" y="2797827"/>
                <a:ext cx="307080" cy="7117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5784BC7-B14D-6336-8636-98C598C69C4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992667" y="2791707"/>
                  <a:ext cx="319320" cy="72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13B4746-85E0-1A00-1CE1-DA352B7FC7DD}"/>
                    </a:ext>
                  </a:extLst>
                </p14:cNvPr>
                <p14:cNvContentPartPr/>
                <p14:nvPr/>
              </p14:nvContentPartPr>
              <p14:xfrm>
                <a:off x="7391547" y="2751747"/>
                <a:ext cx="331200" cy="5356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13B4746-85E0-1A00-1CE1-DA352B7FC7D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385427" y="2745627"/>
                  <a:ext cx="343440" cy="54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DC72EBE-F4E8-B828-F76E-07554B21AA38}"/>
                    </a:ext>
                  </a:extLst>
                </p14:cNvPr>
                <p14:cNvContentPartPr/>
                <p14:nvPr/>
              </p14:nvContentPartPr>
              <p14:xfrm>
                <a:off x="7507467" y="2711067"/>
                <a:ext cx="316080" cy="7664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DC72EBE-F4E8-B828-F76E-07554B21AA3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501347" y="2704947"/>
                  <a:ext cx="328320" cy="77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4C6920E-F5D3-762F-2D4B-1B0419009086}"/>
                    </a:ext>
                  </a:extLst>
                </p14:cNvPr>
                <p14:cNvContentPartPr/>
                <p14:nvPr/>
              </p14:nvContentPartPr>
              <p14:xfrm>
                <a:off x="7822467" y="3271227"/>
                <a:ext cx="414000" cy="8802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4C6920E-F5D3-762F-2D4B-1B041900908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816347" y="3265107"/>
                  <a:ext cx="426240" cy="89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11ADB8C-DFF8-4E6F-421D-234E93D1E0DA}"/>
                    </a:ext>
                  </a:extLst>
                </p14:cNvPr>
                <p14:cNvContentPartPr/>
                <p14:nvPr/>
              </p14:nvContentPartPr>
              <p14:xfrm>
                <a:off x="8457147" y="2276907"/>
                <a:ext cx="360" cy="3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11ADB8C-DFF8-4E6F-421D-234E93D1E0DA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451027" y="227078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D5E8B2E-600A-309F-FE6C-948DC83C96DA}"/>
                    </a:ext>
                  </a:extLst>
                </p14:cNvPr>
                <p14:cNvContentPartPr/>
                <p14:nvPr/>
              </p14:nvContentPartPr>
              <p14:xfrm>
                <a:off x="8739747" y="1496427"/>
                <a:ext cx="365400" cy="7232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D5E8B2E-600A-309F-FE6C-948DC83C96DA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733627" y="1490307"/>
                  <a:ext cx="377640" cy="73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1CF41759-C7AA-9726-CE93-C2981726CC4B}"/>
                    </a:ext>
                  </a:extLst>
                </p14:cNvPr>
                <p14:cNvContentPartPr/>
                <p14:nvPr/>
              </p14:nvContentPartPr>
              <p14:xfrm>
                <a:off x="8325747" y="1583907"/>
                <a:ext cx="266400" cy="6890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CF41759-C7AA-9726-CE93-C2981726CC4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319627" y="1577787"/>
                  <a:ext cx="278640" cy="70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811F596-7AD7-633D-505D-8B55418EEEB8}"/>
                    </a:ext>
                  </a:extLst>
                </p14:cNvPr>
                <p14:cNvContentPartPr/>
                <p14:nvPr/>
              </p14:nvContentPartPr>
              <p14:xfrm>
                <a:off x="9341667" y="1909707"/>
                <a:ext cx="209880" cy="5061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811F596-7AD7-633D-505D-8B55418EEEB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335547" y="1903587"/>
                  <a:ext cx="222120" cy="51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A24A14A-DB00-E701-D473-164228707300}"/>
                    </a:ext>
                  </a:extLst>
                </p14:cNvPr>
                <p14:cNvContentPartPr/>
                <p14:nvPr/>
              </p14:nvContentPartPr>
              <p14:xfrm>
                <a:off x="8498907" y="2505147"/>
                <a:ext cx="1221480" cy="961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A24A14A-DB00-E701-D473-16422870730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492787" y="2499027"/>
                  <a:ext cx="123372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DDED8024-0EDD-25DC-49F9-8DE44119F108}"/>
                    </a:ext>
                  </a:extLst>
                </p14:cNvPr>
                <p14:cNvContentPartPr/>
                <p14:nvPr/>
              </p14:nvContentPartPr>
              <p14:xfrm>
                <a:off x="8695827" y="2648427"/>
                <a:ext cx="261360" cy="5799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DDED8024-0EDD-25DC-49F9-8DE44119F10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689707" y="2642307"/>
                  <a:ext cx="273600" cy="59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38ADA37-FF9D-DF72-3603-FEE46C4FC8D5}"/>
                    </a:ext>
                  </a:extLst>
                </p14:cNvPr>
                <p14:cNvContentPartPr/>
                <p14:nvPr/>
              </p14:nvContentPartPr>
              <p14:xfrm>
                <a:off x="9124587" y="2668947"/>
                <a:ext cx="353160" cy="4960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38ADA37-FF9D-DF72-3603-FEE46C4FC8D5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118467" y="2662827"/>
                  <a:ext cx="365400" cy="50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57E807E-6A12-DCD4-823B-CCE541013116}"/>
                    </a:ext>
                  </a:extLst>
                </p14:cNvPr>
                <p14:cNvContentPartPr/>
                <p14:nvPr/>
              </p14:nvContentPartPr>
              <p14:xfrm>
                <a:off x="9571347" y="2849667"/>
                <a:ext cx="199800" cy="5454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57E807E-6A12-DCD4-823B-CCE54101311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565227" y="2843547"/>
                  <a:ext cx="212040" cy="55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372DB1E-5583-116C-2114-A847EF3549CD}"/>
                    </a:ext>
                  </a:extLst>
                </p14:cNvPr>
                <p14:cNvContentPartPr/>
                <p14:nvPr/>
              </p14:nvContentPartPr>
              <p14:xfrm>
                <a:off x="9917307" y="2929947"/>
                <a:ext cx="201240" cy="4474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372DB1E-5583-116C-2114-A847EF3549C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911187" y="2923827"/>
                  <a:ext cx="213480" cy="45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D1AF35A-869B-5FE2-5EAA-D4C7FEECBD78}"/>
                    </a:ext>
                  </a:extLst>
                </p14:cNvPr>
                <p14:cNvContentPartPr/>
                <p14:nvPr/>
              </p14:nvContentPartPr>
              <p14:xfrm>
                <a:off x="10162107" y="2142987"/>
                <a:ext cx="480600" cy="622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D1AF35A-869B-5FE2-5EAA-D4C7FEECBD78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155987" y="2136867"/>
                  <a:ext cx="49284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079E920-586F-57AD-F3D0-A54E2A088EB9}"/>
                    </a:ext>
                  </a:extLst>
                </p14:cNvPr>
                <p14:cNvContentPartPr/>
                <p14:nvPr/>
              </p14:nvContentPartPr>
              <p14:xfrm>
                <a:off x="10441107" y="1780827"/>
                <a:ext cx="48600" cy="7542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079E920-586F-57AD-F3D0-A54E2A088EB9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434987" y="1774707"/>
                  <a:ext cx="60840" cy="76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99FE4053-D628-5505-22EA-37009B5567F8}"/>
                    </a:ext>
                  </a:extLst>
                </p14:cNvPr>
                <p14:cNvContentPartPr/>
                <p14:nvPr/>
              </p14:nvContentPartPr>
              <p14:xfrm>
                <a:off x="9728307" y="1549347"/>
                <a:ext cx="3600" cy="64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99FE4053-D628-5505-22EA-37009B5567F8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722187" y="1543227"/>
                  <a:ext cx="1584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0CA10C9-A7BB-B494-89B6-DDC7F9F34667}"/>
                    </a:ext>
                  </a:extLst>
                </p14:cNvPr>
                <p14:cNvContentPartPr/>
                <p14:nvPr/>
              </p14:nvContentPartPr>
              <p14:xfrm>
                <a:off x="8544987" y="1103307"/>
                <a:ext cx="1534320" cy="17690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0CA10C9-A7BB-B494-89B6-DDC7F9F34667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538867" y="1097187"/>
                  <a:ext cx="1546560" cy="178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7D6B0BC-59A8-1C46-AA14-A9BCA4697EFE}"/>
                    </a:ext>
                  </a:extLst>
                </p14:cNvPr>
                <p14:cNvContentPartPr/>
                <p14:nvPr/>
              </p14:nvContentPartPr>
              <p14:xfrm>
                <a:off x="6554907" y="4075827"/>
                <a:ext cx="340560" cy="8506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7D6B0BC-59A8-1C46-AA14-A9BCA4697EFE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548787" y="4069707"/>
                  <a:ext cx="352800" cy="86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75E8EEA6-E22C-AF2A-17DA-28DBAC906DA5}"/>
                    </a:ext>
                  </a:extLst>
                </p14:cNvPr>
                <p14:cNvContentPartPr/>
                <p14:nvPr/>
              </p14:nvContentPartPr>
              <p14:xfrm>
                <a:off x="7255827" y="4097427"/>
                <a:ext cx="299520" cy="6750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75E8EEA6-E22C-AF2A-17DA-28DBAC906DA5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249707" y="4091307"/>
                  <a:ext cx="311760" cy="68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9EE47035-3290-ACB5-C80E-916BFED7A358}"/>
                    </a:ext>
                  </a:extLst>
                </p14:cNvPr>
                <p14:cNvContentPartPr/>
                <p14:nvPr/>
              </p14:nvContentPartPr>
              <p14:xfrm>
                <a:off x="7608267" y="4475787"/>
                <a:ext cx="408600" cy="6296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EE47035-3290-ACB5-C80E-916BFED7A35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602147" y="4469667"/>
                  <a:ext cx="420840" cy="64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ACE9D07-0FC3-90FD-1A05-C05FF7785399}"/>
                    </a:ext>
                  </a:extLst>
                </p14:cNvPr>
                <p14:cNvContentPartPr/>
                <p14:nvPr/>
              </p14:nvContentPartPr>
              <p14:xfrm>
                <a:off x="6650667" y="5119827"/>
                <a:ext cx="1555200" cy="2300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ACE9D07-0FC3-90FD-1A05-C05FF778539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644547" y="5113707"/>
                  <a:ext cx="156744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60147D8-107A-545C-1234-87214EC1E606}"/>
                    </a:ext>
                  </a:extLst>
                </p14:cNvPr>
                <p14:cNvContentPartPr/>
                <p14:nvPr/>
              </p14:nvContentPartPr>
              <p14:xfrm>
                <a:off x="6904107" y="5487387"/>
                <a:ext cx="225000" cy="4294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60147D8-107A-545C-1234-87214EC1E60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897987" y="5481267"/>
                  <a:ext cx="237240" cy="44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DE7E0FD9-09BE-DA71-0B86-1BFB69E94F49}"/>
                    </a:ext>
                  </a:extLst>
                </p14:cNvPr>
                <p14:cNvContentPartPr/>
                <p14:nvPr/>
              </p14:nvContentPartPr>
              <p14:xfrm>
                <a:off x="7291467" y="5421147"/>
                <a:ext cx="281520" cy="4888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DE7E0FD9-09BE-DA71-0B86-1BFB69E94F4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285347" y="5415027"/>
                  <a:ext cx="293760" cy="50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F913CCB7-3B36-28A5-EB86-0D3F8AE914D8}"/>
                    </a:ext>
                  </a:extLst>
                </p14:cNvPr>
                <p14:cNvContentPartPr/>
                <p14:nvPr/>
              </p14:nvContentPartPr>
              <p14:xfrm>
                <a:off x="7602147" y="5726427"/>
                <a:ext cx="440280" cy="6224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F913CCB7-3B36-28A5-EB86-0D3F8AE914D8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596027" y="5720307"/>
                  <a:ext cx="452520" cy="63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D1225B8-CF08-4B6E-BFA7-D29DF5AEA03C}"/>
                    </a:ext>
                  </a:extLst>
                </p14:cNvPr>
                <p14:cNvContentPartPr/>
                <p14:nvPr/>
              </p14:nvContentPartPr>
              <p14:xfrm>
                <a:off x="8437707" y="4890867"/>
                <a:ext cx="720" cy="28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2D1225B8-CF08-4B6E-BFA7-D29DF5AEA03C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431587" y="4884747"/>
                  <a:ext cx="12960" cy="1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D1D62C71-A2C6-DF17-CDD2-BD02DACFA94E}"/>
                    </a:ext>
                  </a:extLst>
                </p14:cNvPr>
                <p14:cNvContentPartPr/>
                <p14:nvPr/>
              </p14:nvContentPartPr>
              <p14:xfrm>
                <a:off x="8483787" y="4173387"/>
                <a:ext cx="423360" cy="8312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D1D62C71-A2C6-DF17-CDD2-BD02DACFA94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477667" y="4167267"/>
                  <a:ext cx="435600" cy="84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D16DF0E3-1A7E-37DE-824C-1490AC03C98D}"/>
                    </a:ext>
                  </a:extLst>
                </p14:cNvPr>
                <p14:cNvContentPartPr/>
                <p14:nvPr/>
              </p14:nvContentPartPr>
              <p14:xfrm>
                <a:off x="9089307" y="4291107"/>
                <a:ext cx="253080" cy="5904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D16DF0E3-1A7E-37DE-824C-1490AC03C98D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083187" y="4284987"/>
                  <a:ext cx="265320" cy="60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E8445DF-CD8B-A1D2-B4C3-E7AAA35C001B}"/>
                    </a:ext>
                  </a:extLst>
                </p14:cNvPr>
                <p14:cNvContentPartPr/>
                <p14:nvPr/>
              </p14:nvContentPartPr>
              <p14:xfrm>
                <a:off x="9546867" y="4698267"/>
                <a:ext cx="238680" cy="4669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E8445DF-CD8B-A1D2-B4C3-E7AAA35C001B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540747" y="4692147"/>
                  <a:ext cx="250920" cy="47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05AE4D8-3E9F-260B-F9F1-9537311F5346}"/>
                    </a:ext>
                  </a:extLst>
                </p14:cNvPr>
                <p14:cNvContentPartPr/>
                <p14:nvPr/>
              </p14:nvContentPartPr>
              <p14:xfrm>
                <a:off x="8432667" y="5058987"/>
                <a:ext cx="1738440" cy="3470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05AE4D8-3E9F-260B-F9F1-9537311F534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426547" y="5052867"/>
                  <a:ext cx="1750680" cy="35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1CCED83C-A62C-5A9C-AE6B-6FF265DE3200}"/>
                    </a:ext>
                  </a:extLst>
                </p14:cNvPr>
                <p14:cNvContentPartPr/>
                <p14:nvPr/>
              </p14:nvContentPartPr>
              <p14:xfrm>
                <a:off x="8849547" y="5516907"/>
                <a:ext cx="347400" cy="6642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1CCED83C-A62C-5A9C-AE6B-6FF265DE3200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843427" y="5510787"/>
                  <a:ext cx="359640" cy="67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CA9093F3-C601-9E5E-6EF4-6B67D8B8A5F8}"/>
                    </a:ext>
                  </a:extLst>
                </p14:cNvPr>
                <p14:cNvContentPartPr/>
                <p14:nvPr/>
              </p14:nvContentPartPr>
              <p14:xfrm>
                <a:off x="9295587" y="5554347"/>
                <a:ext cx="368280" cy="4240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CA9093F3-C601-9E5E-6EF4-6B67D8B8A5F8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289467" y="5548227"/>
                  <a:ext cx="380520" cy="43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4AAD0F33-E2D6-4242-BAD2-0C17C728E181}"/>
                    </a:ext>
                  </a:extLst>
                </p14:cNvPr>
                <p14:cNvContentPartPr/>
                <p14:nvPr/>
              </p14:nvContentPartPr>
              <p14:xfrm>
                <a:off x="9628947" y="5777187"/>
                <a:ext cx="675720" cy="5547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4AAD0F33-E2D6-4242-BAD2-0C17C728E181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622827" y="5771067"/>
                  <a:ext cx="687960" cy="56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98643641-18E8-3F9E-FA43-BA0211FC77F0}"/>
                    </a:ext>
                  </a:extLst>
                </p14:cNvPr>
                <p14:cNvContentPartPr/>
                <p14:nvPr/>
              </p14:nvContentPartPr>
              <p14:xfrm>
                <a:off x="6033627" y="4967547"/>
                <a:ext cx="117720" cy="1418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98643641-18E8-3F9E-FA43-BA0211FC77F0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027507" y="4961427"/>
                  <a:ext cx="12996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DBD3994-2AFA-66C4-5E9C-75C6B209756F}"/>
                    </a:ext>
                  </a:extLst>
                </p14:cNvPr>
                <p14:cNvContentPartPr/>
                <p14:nvPr/>
              </p14:nvContentPartPr>
              <p14:xfrm>
                <a:off x="6695307" y="650787"/>
                <a:ext cx="1652760" cy="32223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DBD3994-2AFA-66C4-5E9C-75C6B209756F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689187" y="644667"/>
                  <a:ext cx="1665000" cy="323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CACBB8DB-9A6B-5C83-D055-F5FA99F8515E}"/>
                    </a:ext>
                  </a:extLst>
                </p14:cNvPr>
                <p14:cNvContentPartPr/>
                <p14:nvPr/>
              </p14:nvContentPartPr>
              <p14:xfrm>
                <a:off x="4284027" y="4590267"/>
                <a:ext cx="283680" cy="7023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CACBB8DB-9A6B-5C83-D055-F5FA99F8515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277907" y="4584147"/>
                  <a:ext cx="295920" cy="71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EE6E1268-02EA-2F49-A5A1-CFC811C211AD}"/>
                    </a:ext>
                  </a:extLst>
                </p14:cNvPr>
                <p14:cNvContentPartPr/>
                <p14:nvPr/>
              </p14:nvContentPartPr>
              <p14:xfrm>
                <a:off x="4750587" y="4543107"/>
                <a:ext cx="382320" cy="6559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EE6E1268-02EA-2F49-A5A1-CFC811C211AD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744467" y="4536987"/>
                  <a:ext cx="394560" cy="66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B1400C85-81E0-F1F0-47A3-7862D679B164}"/>
                    </a:ext>
                  </a:extLst>
                </p14:cNvPr>
                <p14:cNvContentPartPr/>
                <p14:nvPr/>
              </p14:nvContentPartPr>
              <p14:xfrm>
                <a:off x="5314707" y="4988067"/>
                <a:ext cx="20520" cy="3772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B1400C85-81E0-F1F0-47A3-7862D679B164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308587" y="4981947"/>
                  <a:ext cx="32760" cy="38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A50501C4-47C6-BC28-53AE-C3B4A5D0A736}"/>
                    </a:ext>
                  </a:extLst>
                </p14:cNvPr>
                <p14:cNvContentPartPr/>
                <p14:nvPr/>
              </p14:nvContentPartPr>
              <p14:xfrm>
                <a:off x="5487147" y="4989147"/>
                <a:ext cx="140760" cy="4237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A50501C4-47C6-BC28-53AE-C3B4A5D0A736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481027" y="4983027"/>
                  <a:ext cx="153000" cy="43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6FA0F36-FAE7-FE2F-5A55-71D077430BB7}"/>
                    </a:ext>
                  </a:extLst>
                </p14:cNvPr>
                <p14:cNvContentPartPr/>
                <p14:nvPr/>
              </p14:nvContentPartPr>
              <p14:xfrm>
                <a:off x="4335147" y="5660907"/>
                <a:ext cx="1528920" cy="1137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6FA0F36-FAE7-FE2F-5A55-71D077430BB7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329027" y="5654787"/>
                  <a:ext cx="154116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55DCF9D5-3916-49DB-2224-961932F00DE8}"/>
                    </a:ext>
                  </a:extLst>
                </p14:cNvPr>
                <p14:cNvContentPartPr/>
                <p14:nvPr/>
              </p14:nvContentPartPr>
              <p14:xfrm>
                <a:off x="4627827" y="5921547"/>
                <a:ext cx="219960" cy="5508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55DCF9D5-3916-49DB-2224-961932F00DE8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621707" y="5915427"/>
                  <a:ext cx="232200" cy="56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51DFDD89-46CC-4D72-45C9-93AA6DC2229F}"/>
                    </a:ext>
                  </a:extLst>
                </p14:cNvPr>
                <p14:cNvContentPartPr/>
                <p14:nvPr/>
              </p14:nvContentPartPr>
              <p14:xfrm>
                <a:off x="4991787" y="5875107"/>
                <a:ext cx="356400" cy="50544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51DFDD89-46CC-4D72-45C9-93AA6DC2229F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985667" y="5868987"/>
                  <a:ext cx="368640" cy="51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58D0A40F-9FA3-7062-C6BC-AED86765E2C6}"/>
                    </a:ext>
                  </a:extLst>
                </p14:cNvPr>
                <p14:cNvContentPartPr/>
                <p14:nvPr/>
              </p14:nvContentPartPr>
              <p14:xfrm>
                <a:off x="5388147" y="6311787"/>
                <a:ext cx="300960" cy="6768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58D0A40F-9FA3-7062-C6BC-AED86765E2C6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382027" y="6305667"/>
                  <a:ext cx="313200" cy="68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5C6B1363-E1DD-7B92-E290-3E23A133CB6F}"/>
                    </a:ext>
                  </a:extLst>
                </p14:cNvPr>
                <p14:cNvContentPartPr/>
                <p14:nvPr/>
              </p14:nvContentPartPr>
              <p14:xfrm>
                <a:off x="10189467" y="4699187"/>
                <a:ext cx="564120" cy="165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5C6B1363-E1DD-7B92-E290-3E23A133CB6F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183347" y="4693067"/>
                  <a:ext cx="5763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A2E8805E-297E-66FE-B7B0-775233E43233}"/>
                    </a:ext>
                  </a:extLst>
                </p14:cNvPr>
                <p14:cNvContentPartPr/>
                <p14:nvPr/>
              </p14:nvContentPartPr>
              <p14:xfrm>
                <a:off x="10339587" y="4465547"/>
                <a:ext cx="113760" cy="58788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A2E8805E-297E-66FE-B7B0-775233E43233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0333467" y="4459427"/>
                  <a:ext cx="126000" cy="60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EA24D76C-F230-86C0-C325-727EC042AC99}"/>
                    </a:ext>
                  </a:extLst>
                </p14:cNvPr>
                <p14:cNvContentPartPr/>
                <p14:nvPr/>
              </p14:nvContentPartPr>
              <p14:xfrm>
                <a:off x="3589587" y="3848867"/>
                <a:ext cx="2838960" cy="30974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EA24D76C-F230-86C0-C325-727EC042AC9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583467" y="3842747"/>
                  <a:ext cx="2851200" cy="310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9FFB80F8-9744-7986-691F-1A5F539DBFC4}"/>
                    </a:ext>
                  </a:extLst>
                </p14:cNvPr>
                <p14:cNvContentPartPr/>
                <p14:nvPr/>
              </p14:nvContentPartPr>
              <p14:xfrm>
                <a:off x="1492227" y="4839587"/>
                <a:ext cx="1584000" cy="108324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9FFB80F8-9744-7986-691F-1A5F539DBFC4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486107" y="4833467"/>
                  <a:ext cx="1596240" cy="10954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0973694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F7E6F-6BB0-3F3A-9D4B-78D55C2BA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A575AB29-B010-D914-CD30-65F0A9CBF480}"/>
                  </a:ext>
                </a:extLst>
              </p14:cNvPr>
              <p14:cNvContentPartPr/>
              <p14:nvPr/>
            </p14:nvContentPartPr>
            <p14:xfrm>
              <a:off x="7668027" y="1654827"/>
              <a:ext cx="720" cy="216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A575AB29-B010-D914-CD30-65F0A9CBF48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661907" y="1648707"/>
                <a:ext cx="12960" cy="14400"/>
              </a:xfrm>
              <a:prstGeom prst="rect">
                <a:avLst/>
              </a:prstGeom>
            </p:spPr>
          </p:pic>
        </mc:Fallback>
      </mc:AlternateContent>
      <p:grpSp>
        <p:nvGrpSpPr>
          <p:cNvPr id="37" name="Group 36">
            <a:extLst>
              <a:ext uri="{FF2B5EF4-FFF2-40B4-BE49-F238E27FC236}">
                <a16:creationId xmlns:a16="http://schemas.microsoft.com/office/drawing/2014/main" id="{C496F8DE-D20F-6523-116D-97311C7963DB}"/>
              </a:ext>
            </a:extLst>
          </p:cNvPr>
          <p:cNvGrpSpPr/>
          <p:nvPr/>
        </p:nvGrpSpPr>
        <p:grpSpPr>
          <a:xfrm>
            <a:off x="866187" y="295827"/>
            <a:ext cx="8525160" cy="3352680"/>
            <a:chOff x="866187" y="295827"/>
            <a:chExt cx="8525160" cy="3352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68D1AEB6-6465-C064-82DA-5EBA2AB6DFE3}"/>
                    </a:ext>
                  </a:extLst>
                </p14:cNvPr>
                <p14:cNvContentPartPr/>
                <p14:nvPr/>
              </p14:nvContentPartPr>
              <p14:xfrm>
                <a:off x="1027827" y="295827"/>
                <a:ext cx="423720" cy="7956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68D1AEB6-6465-C064-82DA-5EBA2AB6DFE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21707" y="289707"/>
                  <a:ext cx="435960" cy="80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82A6B5F8-0F4D-0825-9C81-6F8A931F36C2}"/>
                    </a:ext>
                  </a:extLst>
                </p14:cNvPr>
                <p14:cNvContentPartPr/>
                <p14:nvPr/>
              </p14:nvContentPartPr>
              <p14:xfrm>
                <a:off x="1742427" y="319947"/>
                <a:ext cx="422640" cy="6876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82A6B5F8-0F4D-0825-9C81-6F8A931F36C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736307" y="313827"/>
                  <a:ext cx="434880" cy="69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1F15D04A-7CE1-D9AC-4E8D-D0D6E1D10D09}"/>
                    </a:ext>
                  </a:extLst>
                </p14:cNvPr>
                <p14:cNvContentPartPr/>
                <p14:nvPr/>
              </p14:nvContentPartPr>
              <p14:xfrm>
                <a:off x="2183427" y="785427"/>
                <a:ext cx="421920" cy="5709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1F15D04A-7CE1-D9AC-4E8D-D0D6E1D10D0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177307" y="779307"/>
                  <a:ext cx="434160" cy="58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AB10559-6E3B-5D6C-7FC6-A3C289386F51}"/>
                    </a:ext>
                  </a:extLst>
                </p14:cNvPr>
                <p14:cNvContentPartPr/>
                <p14:nvPr/>
              </p14:nvContentPartPr>
              <p14:xfrm>
                <a:off x="866187" y="1499667"/>
                <a:ext cx="1969200" cy="1209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AB10559-6E3B-5D6C-7FC6-A3C289386F5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60067" y="1493547"/>
                  <a:ext cx="198144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2B8A369-3DB1-F836-30B0-38D0014EC03F}"/>
                    </a:ext>
                  </a:extLst>
                </p14:cNvPr>
                <p14:cNvContentPartPr/>
                <p14:nvPr/>
              </p14:nvContentPartPr>
              <p14:xfrm>
                <a:off x="974547" y="1819347"/>
                <a:ext cx="430920" cy="8805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2B8A369-3DB1-F836-30B0-38D0014EC03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68427" y="1813227"/>
                  <a:ext cx="443160" cy="89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F30E133-54AC-BA4E-4A5E-21146A77F1E7}"/>
                    </a:ext>
                  </a:extLst>
                </p14:cNvPr>
                <p14:cNvContentPartPr/>
                <p14:nvPr/>
              </p14:nvContentPartPr>
              <p14:xfrm>
                <a:off x="1491867" y="1776507"/>
                <a:ext cx="431640" cy="8060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F30E133-54AC-BA4E-4A5E-21146A77F1E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485747" y="1770387"/>
                  <a:ext cx="443880" cy="81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BC99E41-043C-EAEF-2515-80AFDEF15BEE}"/>
                    </a:ext>
                  </a:extLst>
                </p14:cNvPr>
                <p14:cNvContentPartPr/>
                <p14:nvPr/>
              </p14:nvContentPartPr>
              <p14:xfrm>
                <a:off x="2031147" y="2339187"/>
                <a:ext cx="367560" cy="640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BC99E41-043C-EAEF-2515-80AFDEF15BE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025027" y="2333067"/>
                  <a:ext cx="37980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6F541E4-F1C8-1CB5-F064-661A6F668EBB}"/>
                    </a:ext>
                  </a:extLst>
                </p14:cNvPr>
                <p14:cNvContentPartPr/>
                <p14:nvPr/>
              </p14:nvContentPartPr>
              <p14:xfrm>
                <a:off x="1954107" y="2342067"/>
                <a:ext cx="388080" cy="6303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6F541E4-F1C8-1CB5-F064-661A6F668EB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947987" y="2335947"/>
                  <a:ext cx="400320" cy="64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B6B4801-6382-929E-9AFB-92C2EB3D62C4}"/>
                    </a:ext>
                  </a:extLst>
                </p14:cNvPr>
                <p14:cNvContentPartPr/>
                <p14:nvPr/>
              </p14:nvContentPartPr>
              <p14:xfrm>
                <a:off x="2493747" y="2223627"/>
                <a:ext cx="485280" cy="10584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B6B4801-6382-929E-9AFB-92C2EB3D62C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487627" y="2217507"/>
                  <a:ext cx="497520" cy="10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20014C2-5B7A-DE7C-6756-7321976220AA}"/>
                    </a:ext>
                  </a:extLst>
                </p14:cNvPr>
                <p14:cNvContentPartPr/>
                <p14:nvPr/>
              </p14:nvContentPartPr>
              <p14:xfrm>
                <a:off x="2990187" y="1145067"/>
                <a:ext cx="663840" cy="302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20014C2-5B7A-DE7C-6756-7321976220A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984067" y="1138947"/>
                  <a:ext cx="67608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FA23A6B-47E7-7C0E-AFCB-141B059C1AB5}"/>
                    </a:ext>
                  </a:extLst>
                </p14:cNvPr>
                <p14:cNvContentPartPr/>
                <p14:nvPr/>
              </p14:nvContentPartPr>
              <p14:xfrm>
                <a:off x="3065427" y="1357827"/>
                <a:ext cx="628200" cy="1224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FA23A6B-47E7-7C0E-AFCB-141B059C1AB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059307" y="1351707"/>
                  <a:ext cx="64044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529613F-03A2-0ED8-373E-6A86B8836740}"/>
                    </a:ext>
                  </a:extLst>
                </p14:cNvPr>
                <p14:cNvContentPartPr/>
                <p14:nvPr/>
              </p14:nvContentPartPr>
              <p14:xfrm>
                <a:off x="3698307" y="435867"/>
                <a:ext cx="355320" cy="9140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529613F-03A2-0ED8-373E-6A86B883674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692187" y="429747"/>
                  <a:ext cx="367560" cy="9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4AB400D-ACF0-4581-46A6-6B185A00A08E}"/>
                    </a:ext>
                  </a:extLst>
                </p14:cNvPr>
                <p14:cNvContentPartPr/>
                <p14:nvPr/>
              </p14:nvContentPartPr>
              <p14:xfrm>
                <a:off x="4213107" y="458907"/>
                <a:ext cx="502920" cy="8654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4AB400D-ACF0-4581-46A6-6B185A00A08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206987" y="452787"/>
                  <a:ext cx="515160" cy="87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EAC086C-B8C7-D196-6A7C-59B9FC05B7DC}"/>
                    </a:ext>
                  </a:extLst>
                </p14:cNvPr>
                <p14:cNvContentPartPr/>
                <p14:nvPr/>
              </p14:nvContentPartPr>
              <p14:xfrm>
                <a:off x="4776867" y="1056867"/>
                <a:ext cx="434520" cy="6188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EAC086C-B8C7-D196-6A7C-59B9FC05B7D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770747" y="1050747"/>
                  <a:ext cx="446760" cy="63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54E6619-5A35-5FF6-9B8D-E7DC3E1F7D6A}"/>
                    </a:ext>
                  </a:extLst>
                </p14:cNvPr>
                <p14:cNvContentPartPr/>
                <p14:nvPr/>
              </p14:nvContentPartPr>
              <p14:xfrm>
                <a:off x="3861387" y="1719987"/>
                <a:ext cx="1673640" cy="626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54E6619-5A35-5FF6-9B8D-E7DC3E1F7D6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855267" y="1713867"/>
                  <a:ext cx="168588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DD6FF9A-A638-0DDA-B755-98754E3417AA}"/>
                    </a:ext>
                  </a:extLst>
                </p14:cNvPr>
                <p14:cNvContentPartPr/>
                <p14:nvPr/>
              </p14:nvContentPartPr>
              <p14:xfrm>
                <a:off x="4048587" y="2056947"/>
                <a:ext cx="307440" cy="6879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DD6FF9A-A638-0DDA-B755-98754E3417A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042467" y="2050827"/>
                  <a:ext cx="319680" cy="70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57DCB76-2A96-F1E9-1A11-6ABDA45B3C1E}"/>
                    </a:ext>
                  </a:extLst>
                </p14:cNvPr>
                <p14:cNvContentPartPr/>
                <p14:nvPr/>
              </p14:nvContentPartPr>
              <p14:xfrm>
                <a:off x="4403187" y="2157027"/>
                <a:ext cx="354960" cy="10900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57DCB76-2A96-F1E9-1A11-6ABDA45B3C1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397067" y="2150907"/>
                  <a:ext cx="367200" cy="11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5E99DAF-7D71-91AB-E949-1BC8F4AE3709}"/>
                    </a:ext>
                  </a:extLst>
                </p14:cNvPr>
                <p14:cNvContentPartPr/>
                <p14:nvPr/>
              </p14:nvContentPartPr>
              <p14:xfrm>
                <a:off x="4712787" y="2601267"/>
                <a:ext cx="532440" cy="8442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5E99DAF-7D71-91AB-E949-1BC8F4AE370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706667" y="2595147"/>
                  <a:ext cx="544680" cy="85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A418C57-1350-1900-D169-5662C423BDBE}"/>
                    </a:ext>
                  </a:extLst>
                </p14:cNvPr>
                <p14:cNvContentPartPr/>
                <p14:nvPr/>
              </p14:nvContentPartPr>
              <p14:xfrm>
                <a:off x="5476707" y="1182867"/>
                <a:ext cx="1800" cy="21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A418C57-1350-1900-D169-5662C423BDB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470587" y="1176747"/>
                  <a:ext cx="14040" cy="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BBD9D31-D058-E635-6E5B-71A58D25D7BA}"/>
                    </a:ext>
                  </a:extLst>
                </p14:cNvPr>
                <p14:cNvContentPartPr/>
                <p14:nvPr/>
              </p14:nvContentPartPr>
              <p14:xfrm>
                <a:off x="5967027" y="710907"/>
                <a:ext cx="507960" cy="10252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BBD9D31-D058-E635-6E5B-71A58D25D7B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960907" y="704787"/>
                  <a:ext cx="520200" cy="10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6297C52-DF36-9E1A-25C8-D2EDA8EB0877}"/>
                    </a:ext>
                  </a:extLst>
                </p14:cNvPr>
                <p14:cNvContentPartPr/>
                <p14:nvPr/>
              </p14:nvContentPartPr>
              <p14:xfrm>
                <a:off x="6423147" y="713427"/>
                <a:ext cx="536040" cy="12330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6297C52-DF36-9E1A-25C8-D2EDA8EB087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417027" y="707307"/>
                  <a:ext cx="548280" cy="12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D45FB10-F97C-689F-3557-A4CE2A75BA9B}"/>
                    </a:ext>
                  </a:extLst>
                </p14:cNvPr>
                <p14:cNvContentPartPr/>
                <p14:nvPr/>
              </p14:nvContentPartPr>
              <p14:xfrm>
                <a:off x="6757947" y="1383027"/>
                <a:ext cx="495720" cy="6908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D45FB10-F97C-689F-3557-A4CE2A75BA9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751827" y="1376907"/>
                  <a:ext cx="507960" cy="70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525F801-CD44-EF6F-CA98-ED2D9E3419D6}"/>
                    </a:ext>
                  </a:extLst>
                </p14:cNvPr>
                <p14:cNvContentPartPr/>
                <p14:nvPr/>
              </p14:nvContentPartPr>
              <p14:xfrm>
                <a:off x="5902947" y="2031747"/>
                <a:ext cx="1662480" cy="1209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525F801-CD44-EF6F-CA98-ED2D9E3419D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896827" y="2025627"/>
                  <a:ext cx="167472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FBD9F51-092A-C82D-D09B-6F4F5C749A66}"/>
                    </a:ext>
                  </a:extLst>
                </p14:cNvPr>
                <p14:cNvContentPartPr/>
                <p14:nvPr/>
              </p14:nvContentPartPr>
              <p14:xfrm>
                <a:off x="6026067" y="2342067"/>
                <a:ext cx="482760" cy="7884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FBD9F51-092A-C82D-D09B-6F4F5C749A6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019947" y="2335947"/>
                  <a:ext cx="495000" cy="80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E3CC66A-7B50-0FE0-5BF1-5DC9542B6E06}"/>
                    </a:ext>
                  </a:extLst>
                </p14:cNvPr>
                <p14:cNvContentPartPr/>
                <p14:nvPr/>
              </p14:nvContentPartPr>
              <p14:xfrm>
                <a:off x="6639507" y="2372667"/>
                <a:ext cx="250920" cy="7333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E3CC66A-7B50-0FE0-5BF1-5DC9542B6E0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633387" y="2366547"/>
                  <a:ext cx="263160" cy="74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F73E285-A465-3CB4-5AE6-2ADBA7E6A92F}"/>
                    </a:ext>
                  </a:extLst>
                </p14:cNvPr>
                <p14:cNvContentPartPr/>
                <p14:nvPr/>
              </p14:nvContentPartPr>
              <p14:xfrm>
                <a:off x="6820587" y="2871987"/>
                <a:ext cx="506520" cy="7765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F73E285-A465-3CB4-5AE6-2ADBA7E6A92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814467" y="2865867"/>
                  <a:ext cx="518760" cy="78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6A37ECA-6B6B-1C6D-9AE9-B615F4987402}"/>
                    </a:ext>
                  </a:extLst>
                </p14:cNvPr>
                <p14:cNvContentPartPr/>
                <p14:nvPr/>
              </p14:nvContentPartPr>
              <p14:xfrm>
                <a:off x="7859907" y="1069827"/>
                <a:ext cx="353520" cy="8658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6A37ECA-6B6B-1C6D-9AE9-B615F498740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853787" y="1063707"/>
                  <a:ext cx="365760" cy="87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773498C-FCC5-DDD9-19B8-E520FF38D831}"/>
                    </a:ext>
                  </a:extLst>
                </p14:cNvPr>
                <p14:cNvContentPartPr/>
                <p14:nvPr/>
              </p14:nvContentPartPr>
              <p14:xfrm>
                <a:off x="8521587" y="864987"/>
                <a:ext cx="291600" cy="9651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773498C-FCC5-DDD9-19B8-E520FF38D83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515467" y="858867"/>
                  <a:ext cx="303840" cy="9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56342E2-8F83-D1DD-5516-9FDFF5544F9E}"/>
                    </a:ext>
                  </a:extLst>
                </p14:cNvPr>
                <p14:cNvContentPartPr/>
                <p14:nvPr/>
              </p14:nvContentPartPr>
              <p14:xfrm>
                <a:off x="8665947" y="1516947"/>
                <a:ext cx="568800" cy="7286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56342E2-8F83-D1DD-5516-9FDFF5544F9E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659827" y="1510827"/>
                  <a:ext cx="581040" cy="74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23AF384F-44F7-2586-55CD-2E9FD91C8DE4}"/>
                    </a:ext>
                  </a:extLst>
                </p14:cNvPr>
                <p14:cNvContentPartPr/>
                <p14:nvPr/>
              </p14:nvContentPartPr>
              <p14:xfrm>
                <a:off x="7750107" y="2257467"/>
                <a:ext cx="1641240" cy="802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23AF384F-44F7-2586-55CD-2E9FD91C8DE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743987" y="2251347"/>
                  <a:ext cx="1653480" cy="92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7745F05D-0719-DAC6-6B46-A0D4EEAD401B}"/>
                  </a:ext>
                </a:extLst>
              </p14:cNvPr>
              <p14:cNvContentPartPr/>
              <p14:nvPr/>
            </p14:nvContentPartPr>
            <p14:xfrm>
              <a:off x="5891427" y="5358867"/>
              <a:ext cx="3755160" cy="101232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7745F05D-0719-DAC6-6B46-A0D4EEAD401B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885307" y="5352747"/>
                <a:ext cx="3767400" cy="1024560"/>
              </a:xfrm>
              <a:prstGeom prst="rect">
                <a:avLst/>
              </a:prstGeom>
            </p:spPr>
          </p:pic>
        </mc:Fallback>
      </mc:AlternateContent>
      <p:grpSp>
        <p:nvGrpSpPr>
          <p:cNvPr id="83" name="Group 82">
            <a:extLst>
              <a:ext uri="{FF2B5EF4-FFF2-40B4-BE49-F238E27FC236}">
                <a16:creationId xmlns:a16="http://schemas.microsoft.com/office/drawing/2014/main" id="{1FABF333-0F2D-3E84-F16C-46A2443BD9D0}"/>
              </a:ext>
            </a:extLst>
          </p:cNvPr>
          <p:cNvGrpSpPr/>
          <p:nvPr/>
        </p:nvGrpSpPr>
        <p:grpSpPr>
          <a:xfrm>
            <a:off x="8012187" y="2600547"/>
            <a:ext cx="1639080" cy="924840"/>
            <a:chOff x="8012187" y="2600547"/>
            <a:chExt cx="1639080" cy="924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28B30543-96D1-12BD-C1CB-211636CC8512}"/>
                    </a:ext>
                  </a:extLst>
                </p14:cNvPr>
                <p14:cNvContentPartPr/>
                <p14:nvPr/>
              </p14:nvContentPartPr>
              <p14:xfrm>
                <a:off x="8012187" y="2600547"/>
                <a:ext cx="232920" cy="7128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28B30543-96D1-12BD-C1CB-211636CC851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006067" y="2594427"/>
                  <a:ext cx="245160" cy="72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4030468F-E4AA-D4FB-3AE7-568DA83F0207}"/>
                    </a:ext>
                  </a:extLst>
                </p14:cNvPr>
                <p14:cNvContentPartPr/>
                <p14:nvPr/>
              </p14:nvContentPartPr>
              <p14:xfrm>
                <a:off x="8492427" y="2680467"/>
                <a:ext cx="243720" cy="54000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4030468F-E4AA-D4FB-3AE7-568DA83F020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486307" y="2674347"/>
                  <a:ext cx="255960" cy="55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019BC9F4-C456-9504-3B6F-13318BE3474B}"/>
                    </a:ext>
                  </a:extLst>
                </p14:cNvPr>
                <p14:cNvContentPartPr/>
                <p14:nvPr/>
              </p14:nvContentPartPr>
              <p14:xfrm>
                <a:off x="8749107" y="2937147"/>
                <a:ext cx="385560" cy="4132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019BC9F4-C456-9504-3B6F-13318BE3474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742987" y="2931027"/>
                  <a:ext cx="397800" cy="42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7C068267-1D63-D97C-3790-653B896F87DC}"/>
                    </a:ext>
                  </a:extLst>
                </p14:cNvPr>
                <p14:cNvContentPartPr/>
                <p14:nvPr/>
              </p14:nvContentPartPr>
              <p14:xfrm>
                <a:off x="8703387" y="2900787"/>
                <a:ext cx="947880" cy="6246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7C068267-1D63-D97C-3790-653B896F87D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697267" y="2894667"/>
                  <a:ext cx="960120" cy="636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9719A166-6FE6-8FA0-C445-3DE966F75A48}"/>
                  </a:ext>
                </a:extLst>
              </p14:cNvPr>
              <p14:cNvContentPartPr/>
              <p14:nvPr/>
            </p14:nvContentPartPr>
            <p14:xfrm>
              <a:off x="10910547" y="5834427"/>
              <a:ext cx="1041840" cy="10584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9719A166-6FE6-8FA0-C445-3DE966F75A48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0904427" y="5828307"/>
                <a:ext cx="1054080" cy="118080"/>
              </a:xfrm>
              <a:prstGeom prst="rect">
                <a:avLst/>
              </a:prstGeom>
            </p:spPr>
          </p:pic>
        </mc:Fallback>
      </mc:AlternateContent>
      <p:grpSp>
        <p:nvGrpSpPr>
          <p:cNvPr id="93" name="Group 92">
            <a:extLst>
              <a:ext uri="{FF2B5EF4-FFF2-40B4-BE49-F238E27FC236}">
                <a16:creationId xmlns:a16="http://schemas.microsoft.com/office/drawing/2014/main" id="{B6922DEE-4CE2-7C95-DDE4-18537FE2E02A}"/>
              </a:ext>
            </a:extLst>
          </p:cNvPr>
          <p:cNvGrpSpPr/>
          <p:nvPr/>
        </p:nvGrpSpPr>
        <p:grpSpPr>
          <a:xfrm>
            <a:off x="3706227" y="5171307"/>
            <a:ext cx="813960" cy="462960"/>
            <a:chOff x="3706227" y="5171307"/>
            <a:chExt cx="813960" cy="462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56FC493A-39BB-1E89-857E-35A8A52061A3}"/>
                    </a:ext>
                  </a:extLst>
                </p14:cNvPr>
                <p14:cNvContentPartPr/>
                <p14:nvPr/>
              </p14:nvContentPartPr>
              <p14:xfrm>
                <a:off x="3777507" y="5211987"/>
                <a:ext cx="644760" cy="40824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56FC493A-39BB-1E89-857E-35A8A52061A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771387" y="5205867"/>
                  <a:ext cx="657000" cy="42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040E4E40-28E4-2944-2BCC-2CBF3F1523D7}"/>
                    </a:ext>
                  </a:extLst>
                </p14:cNvPr>
                <p14:cNvContentPartPr/>
                <p14:nvPr/>
              </p14:nvContentPartPr>
              <p14:xfrm>
                <a:off x="3706227" y="5171307"/>
                <a:ext cx="813960" cy="4629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040E4E40-28E4-2944-2BCC-2CBF3F1523D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700107" y="5165187"/>
                  <a:ext cx="826200" cy="475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50023C37-24C4-1525-70F1-3B6C53F39F46}"/>
                  </a:ext>
                </a:extLst>
              </p14:cNvPr>
              <p14:cNvContentPartPr/>
              <p14:nvPr/>
            </p14:nvContentPartPr>
            <p14:xfrm>
              <a:off x="5977107" y="4177547"/>
              <a:ext cx="5307840" cy="543600"/>
            </p14:xfrm>
          </p:contentPart>
        </mc:Choice>
        <mc:Fallback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50023C37-24C4-1525-70F1-3B6C53F39F46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5970987" y="4171427"/>
                <a:ext cx="5320080" cy="555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2" name="Group 111">
            <a:extLst>
              <a:ext uri="{FF2B5EF4-FFF2-40B4-BE49-F238E27FC236}">
                <a16:creationId xmlns:a16="http://schemas.microsoft.com/office/drawing/2014/main" id="{A94658CD-DD1D-CB32-E68F-121BCE10FEAA}"/>
              </a:ext>
            </a:extLst>
          </p:cNvPr>
          <p:cNvGrpSpPr/>
          <p:nvPr/>
        </p:nvGrpSpPr>
        <p:grpSpPr>
          <a:xfrm>
            <a:off x="5536107" y="5621867"/>
            <a:ext cx="6446160" cy="1248826"/>
            <a:chOff x="5536107" y="5621867"/>
            <a:chExt cx="6446160" cy="1248826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2A07C2EF-F06A-AFFA-5128-5155CD5F496C}"/>
                    </a:ext>
                  </a:extLst>
                </p14:cNvPr>
                <p14:cNvContentPartPr/>
                <p14:nvPr/>
              </p14:nvContentPartPr>
              <p14:xfrm>
                <a:off x="5536107" y="6008307"/>
                <a:ext cx="346680" cy="6436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2A07C2EF-F06A-AFFA-5128-5155CD5F496C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529987" y="6002187"/>
                  <a:ext cx="358920" cy="65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5699252D-FB8C-3226-1458-8B3979606392}"/>
                    </a:ext>
                  </a:extLst>
                </p14:cNvPr>
                <p14:cNvContentPartPr/>
                <p14:nvPr/>
              </p14:nvContentPartPr>
              <p14:xfrm>
                <a:off x="5985027" y="6440307"/>
                <a:ext cx="468720" cy="33660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5699252D-FB8C-3226-1458-8B397960639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978907" y="6434187"/>
                  <a:ext cx="48096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59C436CA-3DCF-E600-57F1-1491151C136B}"/>
                    </a:ext>
                  </a:extLst>
                </p14:cNvPr>
                <p14:cNvContentPartPr/>
                <p14:nvPr/>
              </p14:nvContentPartPr>
              <p14:xfrm>
                <a:off x="6490107" y="6395307"/>
                <a:ext cx="336600" cy="255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59C436CA-3DCF-E600-57F1-1491151C136B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483987" y="6389187"/>
                  <a:ext cx="34884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4F54299B-0599-5CB8-7A4E-762C962AEEEF}"/>
                    </a:ext>
                  </a:extLst>
                </p14:cNvPr>
                <p14:cNvContentPartPr/>
                <p14:nvPr/>
              </p14:nvContentPartPr>
              <p14:xfrm>
                <a:off x="6480027" y="6507267"/>
                <a:ext cx="391680" cy="1026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4F54299B-0599-5CB8-7A4E-762C962AEEE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473907" y="6501147"/>
                  <a:ext cx="40392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BF917F32-6FB5-3B5F-3E63-65A5C4D2E548}"/>
                    </a:ext>
                  </a:extLst>
                </p14:cNvPr>
                <p14:cNvContentPartPr/>
                <p14:nvPr/>
              </p14:nvContentPartPr>
              <p14:xfrm>
                <a:off x="6980067" y="6250947"/>
                <a:ext cx="293760" cy="60012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BF917F32-6FB5-3B5F-3E63-65A5C4D2E548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973947" y="6244827"/>
                  <a:ext cx="306000" cy="61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70FE7A14-087D-077F-9537-0EC0000E12B7}"/>
                    </a:ext>
                  </a:extLst>
                </p14:cNvPr>
                <p14:cNvContentPartPr/>
                <p14:nvPr/>
              </p14:nvContentPartPr>
              <p14:xfrm>
                <a:off x="7025427" y="6551373"/>
                <a:ext cx="311040" cy="1134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70FE7A14-087D-077F-9537-0EC0000E12B7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019307" y="6545253"/>
                  <a:ext cx="32328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425BD3C0-263F-2537-D575-D7E4273EB1A4}"/>
                    </a:ext>
                  </a:extLst>
                </p14:cNvPr>
                <p14:cNvContentPartPr/>
                <p14:nvPr/>
              </p14:nvContentPartPr>
              <p14:xfrm>
                <a:off x="7628427" y="5903373"/>
                <a:ext cx="198360" cy="9673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425BD3C0-263F-2537-D575-D7E4273EB1A4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622307" y="5897253"/>
                  <a:ext cx="210600" cy="9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E5BCC066-B17C-BB7E-C829-827846EA9C37}"/>
                    </a:ext>
                  </a:extLst>
                </p14:cNvPr>
                <p14:cNvContentPartPr/>
                <p14:nvPr/>
              </p14:nvContentPartPr>
              <p14:xfrm>
                <a:off x="7849107" y="6246827"/>
                <a:ext cx="384840" cy="39888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E5BCC066-B17C-BB7E-C829-827846EA9C37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842987" y="6240707"/>
                  <a:ext cx="397080" cy="41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9AD40B8A-3680-FDD9-6681-F006509B747F}"/>
                    </a:ext>
                  </a:extLst>
                </p14:cNvPr>
                <p14:cNvContentPartPr/>
                <p14:nvPr/>
              </p14:nvContentPartPr>
              <p14:xfrm>
                <a:off x="8381187" y="6523667"/>
                <a:ext cx="356760" cy="2646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9AD40B8A-3680-FDD9-6681-F006509B747F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375067" y="6517547"/>
                  <a:ext cx="36900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DC9598A4-5574-4AA2-257D-06E7120BFF79}"/>
                    </a:ext>
                  </a:extLst>
                </p14:cNvPr>
                <p14:cNvContentPartPr/>
                <p14:nvPr/>
              </p14:nvContentPartPr>
              <p14:xfrm>
                <a:off x="8754867" y="6520787"/>
                <a:ext cx="360" cy="3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DC9598A4-5574-4AA2-257D-06E7120BFF7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748747" y="651466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57058F16-CD84-CFE7-0AC6-00CDDB5F7E00}"/>
                    </a:ext>
                  </a:extLst>
                </p14:cNvPr>
                <p14:cNvContentPartPr/>
                <p14:nvPr/>
              </p14:nvContentPartPr>
              <p14:xfrm>
                <a:off x="8993547" y="6036227"/>
                <a:ext cx="471600" cy="5382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57058F16-CD84-CFE7-0AC6-00CDDB5F7E00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987427" y="6030107"/>
                  <a:ext cx="483840" cy="55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37F86D4D-AE48-D2C6-A02D-079CFC8BC0DE}"/>
                    </a:ext>
                  </a:extLst>
                </p14:cNvPr>
                <p14:cNvContentPartPr/>
                <p14:nvPr/>
              </p14:nvContentPartPr>
              <p14:xfrm>
                <a:off x="9471987" y="6264827"/>
                <a:ext cx="734040" cy="60012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37F86D4D-AE48-D2C6-A02D-079CFC8BC0D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465867" y="6258707"/>
                  <a:ext cx="746280" cy="61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9697418D-136E-2560-2BC4-A3514E4D83C2}"/>
                    </a:ext>
                  </a:extLst>
                </p14:cNvPr>
                <p14:cNvContentPartPr/>
                <p14:nvPr/>
              </p14:nvContentPartPr>
              <p14:xfrm>
                <a:off x="10199547" y="6444827"/>
                <a:ext cx="396360" cy="3924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9697418D-136E-2560-2BC4-A3514E4D83C2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0193427" y="6438707"/>
                  <a:ext cx="40860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2565A22B-AC94-7E03-68F3-867ED4694A8A}"/>
                    </a:ext>
                  </a:extLst>
                </p14:cNvPr>
                <p14:cNvContentPartPr/>
                <p14:nvPr/>
              </p14:nvContentPartPr>
              <p14:xfrm>
                <a:off x="10456227" y="6243587"/>
                <a:ext cx="22680" cy="41112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2565A22B-AC94-7E03-68F3-867ED4694A8A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450107" y="6237467"/>
                  <a:ext cx="34920" cy="42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681FCB94-CEAF-170F-FCD3-33BE4DAC1C90}"/>
                    </a:ext>
                  </a:extLst>
                </p14:cNvPr>
                <p14:cNvContentPartPr/>
                <p14:nvPr/>
              </p14:nvContentPartPr>
              <p14:xfrm>
                <a:off x="10915587" y="6230627"/>
                <a:ext cx="262440" cy="51084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681FCB94-CEAF-170F-FCD3-33BE4DAC1C90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909467" y="6224507"/>
                  <a:ext cx="274680" cy="52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13A2F03A-27B4-0939-6831-C01E3E7D788B}"/>
                    </a:ext>
                  </a:extLst>
                </p14:cNvPr>
                <p14:cNvContentPartPr/>
                <p14:nvPr/>
              </p14:nvContentPartPr>
              <p14:xfrm>
                <a:off x="11243187" y="6598547"/>
                <a:ext cx="15120" cy="22248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13A2F03A-27B4-0939-6831-C01E3E7D788B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1237067" y="6592427"/>
                  <a:ext cx="2736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ED4DB291-0C4E-D99A-DB3D-D1ADFECFBED1}"/>
                    </a:ext>
                  </a:extLst>
                </p14:cNvPr>
                <p14:cNvContentPartPr/>
                <p14:nvPr/>
              </p14:nvContentPartPr>
              <p14:xfrm>
                <a:off x="11479347" y="6611867"/>
                <a:ext cx="3960" cy="180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ED4DB291-0C4E-D99A-DB3D-D1ADFECFBED1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1473227" y="6605747"/>
                  <a:ext cx="16200" cy="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E311D1E-5511-E029-4931-3350572D176E}"/>
                    </a:ext>
                  </a:extLst>
                </p14:cNvPr>
                <p14:cNvContentPartPr/>
                <p14:nvPr/>
              </p14:nvContentPartPr>
              <p14:xfrm>
                <a:off x="11637747" y="6566507"/>
                <a:ext cx="34560" cy="180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E311D1E-5511-E029-4931-3350572D176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1631627" y="6560387"/>
                  <a:ext cx="46800" cy="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A1A2BF80-A911-417D-92EA-C2C0A859860C}"/>
                    </a:ext>
                  </a:extLst>
                </p14:cNvPr>
                <p14:cNvContentPartPr/>
                <p14:nvPr/>
              </p14:nvContentPartPr>
              <p14:xfrm>
                <a:off x="11783187" y="6214067"/>
                <a:ext cx="199080" cy="62964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A1A2BF80-A911-417D-92EA-C2C0A859860C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1777067" y="6207947"/>
                  <a:ext cx="211320" cy="64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B4F75788-1AE4-A5AC-A9EA-29BF9944F83E}"/>
                    </a:ext>
                  </a:extLst>
                </p14:cNvPr>
                <p14:cNvContentPartPr/>
                <p14:nvPr/>
              </p14:nvContentPartPr>
              <p14:xfrm>
                <a:off x="6053067" y="5621867"/>
                <a:ext cx="3290040" cy="61668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B4F75788-1AE4-A5AC-A9EA-29BF9944F83E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046947" y="5615747"/>
                  <a:ext cx="3302280" cy="628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94B5171B-7FE6-FD37-D5BC-20C4F08C4A4C}"/>
                  </a:ext>
                </a:extLst>
              </p14:cNvPr>
              <p14:cNvContentPartPr/>
              <p14:nvPr/>
            </p14:nvContentPartPr>
            <p14:xfrm>
              <a:off x="331587" y="3192587"/>
              <a:ext cx="1865160" cy="1781640"/>
            </p14:xfrm>
          </p:contentPart>
        </mc:Choice>
        <mc:Fallback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94B5171B-7FE6-FD37-D5BC-20C4F08C4A4C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325467" y="3186467"/>
                <a:ext cx="1877400" cy="179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C03EFC2A-8AFD-B4EE-7FDA-C9720119F963}"/>
                  </a:ext>
                </a:extLst>
              </p14:cNvPr>
              <p14:cNvContentPartPr/>
              <p14:nvPr/>
            </p14:nvContentPartPr>
            <p14:xfrm>
              <a:off x="1989027" y="3181427"/>
              <a:ext cx="1315440" cy="1716480"/>
            </p14:xfrm>
          </p:contentPart>
        </mc:Choice>
        <mc:Fallback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C03EFC2A-8AFD-B4EE-7FDA-C9720119F963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1982907" y="3175307"/>
                <a:ext cx="1327680" cy="1728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74" name="Group 173">
            <a:extLst>
              <a:ext uri="{FF2B5EF4-FFF2-40B4-BE49-F238E27FC236}">
                <a16:creationId xmlns:a16="http://schemas.microsoft.com/office/drawing/2014/main" id="{AD68E1B3-9B8D-D347-75CD-3499BD74C881}"/>
              </a:ext>
            </a:extLst>
          </p:cNvPr>
          <p:cNvGrpSpPr/>
          <p:nvPr/>
        </p:nvGrpSpPr>
        <p:grpSpPr>
          <a:xfrm>
            <a:off x="-152613" y="-41293"/>
            <a:ext cx="12240720" cy="6848640"/>
            <a:chOff x="-152613" y="-41293"/>
            <a:chExt cx="12240720" cy="6848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09A34169-0AB1-E251-1DFC-D209D3B01C42}"/>
                    </a:ext>
                  </a:extLst>
                </p14:cNvPr>
                <p14:cNvContentPartPr/>
                <p14:nvPr/>
              </p14:nvContentPartPr>
              <p14:xfrm>
                <a:off x="3402387" y="27107"/>
                <a:ext cx="4519080" cy="366480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09A34169-0AB1-E251-1DFC-D209D3B01C42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396267" y="20987"/>
                  <a:ext cx="4531320" cy="36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5EDFAC58-0B34-DFC2-07EC-2D70794BA6C2}"/>
                    </a:ext>
                  </a:extLst>
                </p14:cNvPr>
                <p14:cNvContentPartPr/>
                <p14:nvPr/>
              </p14:nvContentPartPr>
              <p14:xfrm>
                <a:off x="5601267" y="80747"/>
                <a:ext cx="401040" cy="28224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5EDFAC58-0B34-DFC2-07EC-2D70794BA6C2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595147" y="74627"/>
                  <a:ext cx="41328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D662F013-5C06-E331-82E8-FEC726A3D4A6}"/>
                    </a:ext>
                  </a:extLst>
                </p14:cNvPr>
                <p14:cNvContentPartPr/>
                <p14:nvPr/>
              </p14:nvContentPartPr>
              <p14:xfrm>
                <a:off x="6143787" y="245987"/>
                <a:ext cx="38160" cy="15768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D662F013-5C06-E331-82E8-FEC726A3D4A6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137667" y="239867"/>
                  <a:ext cx="5040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3031A49-723F-AEC0-28B0-E163B90A5B34}"/>
                    </a:ext>
                  </a:extLst>
                </p14:cNvPr>
                <p14:cNvContentPartPr/>
                <p14:nvPr/>
              </p14:nvContentPartPr>
              <p14:xfrm>
                <a:off x="5663547" y="4646067"/>
                <a:ext cx="256320" cy="6145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3031A49-723F-AEC0-28B0-E163B90A5B34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657427" y="4639947"/>
                  <a:ext cx="268560" cy="62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CA43A49-389A-255A-8C28-36957B7CAF26}"/>
                    </a:ext>
                  </a:extLst>
                </p14:cNvPr>
                <p14:cNvContentPartPr/>
                <p14:nvPr/>
              </p14:nvContentPartPr>
              <p14:xfrm>
                <a:off x="6069627" y="5195067"/>
                <a:ext cx="241200" cy="4597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CA43A49-389A-255A-8C28-36957B7CAF26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063507" y="5188947"/>
                  <a:ext cx="253440" cy="47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52024FAA-03F9-0846-FEEF-76CD948BA6D2}"/>
                    </a:ext>
                  </a:extLst>
                </p14:cNvPr>
                <p14:cNvContentPartPr/>
                <p14:nvPr/>
              </p14:nvContentPartPr>
              <p14:xfrm>
                <a:off x="6502707" y="5074827"/>
                <a:ext cx="231840" cy="212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52024FAA-03F9-0846-FEEF-76CD948BA6D2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496587" y="5068707"/>
                  <a:ext cx="24408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64166A38-54DB-9E7F-130B-5009A4D86E72}"/>
                    </a:ext>
                  </a:extLst>
                </p14:cNvPr>
                <p14:cNvContentPartPr/>
                <p14:nvPr/>
              </p14:nvContentPartPr>
              <p14:xfrm>
                <a:off x="6486867" y="5281827"/>
                <a:ext cx="178920" cy="342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64166A38-54DB-9E7F-130B-5009A4D86E72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480747" y="5275707"/>
                  <a:ext cx="19116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6E9E9A31-C673-BC01-FE0A-67717C239A46}"/>
                    </a:ext>
                  </a:extLst>
                </p14:cNvPr>
                <p14:cNvContentPartPr/>
                <p14:nvPr/>
              </p14:nvContentPartPr>
              <p14:xfrm>
                <a:off x="6975387" y="4727427"/>
                <a:ext cx="243000" cy="5176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6E9E9A31-C673-BC01-FE0A-67717C239A46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969267" y="4721307"/>
                  <a:ext cx="255240" cy="52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0D0335C-E7DA-E20A-C159-AC2198B2C032}"/>
                    </a:ext>
                  </a:extLst>
                </p14:cNvPr>
                <p14:cNvContentPartPr/>
                <p14:nvPr/>
              </p14:nvContentPartPr>
              <p14:xfrm>
                <a:off x="7022547" y="4988787"/>
                <a:ext cx="205560" cy="590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0D0335C-E7DA-E20A-C159-AC2198B2C032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016427" y="4982667"/>
                  <a:ext cx="21780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AE0E8B5-5CA3-4144-C1D3-3C76F442638E}"/>
                    </a:ext>
                  </a:extLst>
                </p14:cNvPr>
                <p14:cNvContentPartPr/>
                <p14:nvPr/>
              </p14:nvContentPartPr>
              <p14:xfrm>
                <a:off x="7455987" y="4417467"/>
                <a:ext cx="233280" cy="11649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AE0E8B5-5CA3-4144-C1D3-3C76F442638E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449867" y="4411347"/>
                  <a:ext cx="245520" cy="11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3DF22270-3C9A-4A6A-05F3-B003CC0412B5}"/>
                    </a:ext>
                  </a:extLst>
                </p14:cNvPr>
                <p14:cNvContentPartPr/>
                <p14:nvPr/>
              </p14:nvContentPartPr>
              <p14:xfrm>
                <a:off x="7795467" y="4642467"/>
                <a:ext cx="260280" cy="4881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3DF22270-3C9A-4A6A-05F3-B003CC0412B5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789347" y="4636347"/>
                  <a:ext cx="272520" cy="50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D4755911-8297-F738-AAAD-C5EFB7ACFF94}"/>
                    </a:ext>
                  </a:extLst>
                </p14:cNvPr>
                <p14:cNvContentPartPr/>
                <p14:nvPr/>
              </p14:nvContentPartPr>
              <p14:xfrm>
                <a:off x="8205507" y="4982307"/>
                <a:ext cx="322560" cy="5346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D4755911-8297-F738-AAAD-C5EFB7ACFF94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199387" y="4976187"/>
                  <a:ext cx="334800" cy="54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A532C341-DBEC-DBF6-0C63-93C6F484629A}"/>
                    </a:ext>
                  </a:extLst>
                </p14:cNvPr>
                <p14:cNvContentPartPr/>
                <p14:nvPr/>
              </p14:nvContentPartPr>
              <p14:xfrm>
                <a:off x="8671347" y="4965747"/>
                <a:ext cx="720" cy="7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A532C341-DBEC-DBF6-0C63-93C6F484629A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665227" y="4959627"/>
                  <a:ext cx="12960" cy="1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590DA0F-F8E3-D434-B9C4-49D503DCCFA9}"/>
                    </a:ext>
                  </a:extLst>
                </p14:cNvPr>
                <p14:cNvContentPartPr/>
                <p14:nvPr/>
              </p14:nvContentPartPr>
              <p14:xfrm>
                <a:off x="8853867" y="4582707"/>
                <a:ext cx="362520" cy="5616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590DA0F-F8E3-D434-B9C4-49D503DCCFA9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847747" y="4576587"/>
                  <a:ext cx="374760" cy="57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3751EF48-76D5-EA88-FA94-A577D916EC1D}"/>
                    </a:ext>
                  </a:extLst>
                </p14:cNvPr>
                <p14:cNvContentPartPr/>
                <p14:nvPr/>
              </p14:nvContentPartPr>
              <p14:xfrm>
                <a:off x="9250947" y="4854867"/>
                <a:ext cx="371520" cy="756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3751EF48-76D5-EA88-FA94-A577D916EC1D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9244827" y="4848747"/>
                  <a:ext cx="38376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81894608-A483-A883-CACD-4B3A0F70BB5A}"/>
                    </a:ext>
                  </a:extLst>
                </p14:cNvPr>
                <p14:cNvContentPartPr/>
                <p14:nvPr/>
              </p14:nvContentPartPr>
              <p14:xfrm>
                <a:off x="9251307" y="4868187"/>
                <a:ext cx="277920" cy="4582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81894608-A483-A883-CACD-4B3A0F70BB5A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9245187" y="4862067"/>
                  <a:ext cx="290160" cy="47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7C6B9A5-6F5F-F79A-2D72-B5A1931FDB99}"/>
                    </a:ext>
                  </a:extLst>
                </p14:cNvPr>
                <p14:cNvContentPartPr/>
                <p14:nvPr/>
              </p14:nvContentPartPr>
              <p14:xfrm>
                <a:off x="9626067" y="4762707"/>
                <a:ext cx="411480" cy="7452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7C6B9A5-6F5F-F79A-2D72-B5A1931FDB99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9619947" y="4756587"/>
                  <a:ext cx="423720" cy="75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01BC0701-AB4D-8FF1-AD94-CA558E040733}"/>
                    </a:ext>
                  </a:extLst>
                </p14:cNvPr>
                <p14:cNvContentPartPr/>
                <p14:nvPr/>
              </p14:nvContentPartPr>
              <p14:xfrm>
                <a:off x="10406547" y="4947027"/>
                <a:ext cx="572040" cy="586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01BC0701-AB4D-8FF1-AD94-CA558E040733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0400427" y="4940907"/>
                  <a:ext cx="58428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B8BB8D2A-86DB-A2B2-8958-AD28B3D22A53}"/>
                    </a:ext>
                  </a:extLst>
                </p14:cNvPr>
                <p14:cNvContentPartPr/>
                <p14:nvPr/>
              </p14:nvContentPartPr>
              <p14:xfrm>
                <a:off x="10620387" y="4786827"/>
                <a:ext cx="66240" cy="5349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B8BB8D2A-86DB-A2B2-8958-AD28B3D22A53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0614267" y="4780707"/>
                  <a:ext cx="78480" cy="54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402C926-FDBF-3CDB-DDC9-BDFC95B5231B}"/>
                    </a:ext>
                  </a:extLst>
                </p14:cNvPr>
                <p14:cNvContentPartPr/>
                <p14:nvPr/>
              </p14:nvContentPartPr>
              <p14:xfrm>
                <a:off x="11200707" y="4655787"/>
                <a:ext cx="227520" cy="7023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402C926-FDBF-3CDB-DDC9-BDFC95B5231B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1194587" y="4649667"/>
                  <a:ext cx="239760" cy="71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A1863406-BB9C-F091-1F3C-1180F02DBBDD}"/>
                    </a:ext>
                  </a:extLst>
                </p14:cNvPr>
                <p14:cNvContentPartPr/>
                <p14:nvPr/>
              </p14:nvContentPartPr>
              <p14:xfrm>
                <a:off x="11402667" y="5333307"/>
                <a:ext cx="186480" cy="1731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A1863406-BB9C-F091-1F3C-1180F02DBBDD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1396547" y="5327187"/>
                  <a:ext cx="19872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DE1BE468-EA80-0D5B-1570-AC794E554B73}"/>
                    </a:ext>
                  </a:extLst>
                </p14:cNvPr>
                <p14:cNvContentPartPr/>
                <p14:nvPr/>
              </p14:nvContentPartPr>
              <p14:xfrm>
                <a:off x="11743227" y="5218467"/>
                <a:ext cx="360" cy="10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DE1BE468-EA80-0D5B-1570-AC794E554B73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1737107" y="5212347"/>
                  <a:ext cx="12600" cy="1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EE7F00E4-F9FF-E2FC-F765-4A5DDF24B587}"/>
                    </a:ext>
                  </a:extLst>
                </p14:cNvPr>
                <p14:cNvContentPartPr/>
                <p14:nvPr/>
              </p14:nvContentPartPr>
              <p14:xfrm>
                <a:off x="11598867" y="4367787"/>
                <a:ext cx="402840" cy="14886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EE7F00E4-F9FF-E2FC-F765-4A5DDF24B587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1592747" y="4361667"/>
                  <a:ext cx="415080" cy="150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CE5C9B0-5174-2E44-1093-B40DF69E48F0}"/>
                    </a:ext>
                  </a:extLst>
                </p14:cNvPr>
                <p14:cNvContentPartPr/>
                <p14:nvPr/>
              </p14:nvContentPartPr>
              <p14:xfrm>
                <a:off x="11581587" y="5553627"/>
                <a:ext cx="506520" cy="835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4CE5C9B0-5174-2E44-1093-B40DF69E48F0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1575467" y="5547507"/>
                  <a:ext cx="51876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FD314B53-8297-C98F-4514-D2975BFFB4BB}"/>
                    </a:ext>
                  </a:extLst>
                </p14:cNvPr>
                <p14:cNvContentPartPr/>
                <p14:nvPr/>
              </p14:nvContentPartPr>
              <p14:xfrm>
                <a:off x="11336787" y="5405667"/>
                <a:ext cx="369720" cy="3376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FD314B53-8297-C98F-4514-D2975BFFB4BB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1330667" y="5399547"/>
                  <a:ext cx="381960" cy="34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A06DCC37-8F35-330F-F2D2-948304CD25F0}"/>
                    </a:ext>
                  </a:extLst>
                </p14:cNvPr>
                <p14:cNvContentPartPr/>
                <p14:nvPr/>
              </p14:nvContentPartPr>
              <p14:xfrm>
                <a:off x="9403587" y="1629107"/>
                <a:ext cx="367200" cy="9108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A06DCC37-8F35-330F-F2D2-948304CD25F0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9397467" y="1622987"/>
                  <a:ext cx="37944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6806BCA4-9B53-6F76-291B-0F65A97A20C8}"/>
                    </a:ext>
                  </a:extLst>
                </p14:cNvPr>
                <p14:cNvContentPartPr/>
                <p14:nvPr/>
              </p14:nvContentPartPr>
              <p14:xfrm>
                <a:off x="9586827" y="1433267"/>
                <a:ext cx="1440" cy="53172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6806BCA4-9B53-6F76-291B-0F65A97A20C8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9580707" y="1427147"/>
                  <a:ext cx="13680" cy="54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5298CD2A-3418-B1BD-5AFF-888411B6D4D5}"/>
                    </a:ext>
                  </a:extLst>
                </p14:cNvPr>
                <p14:cNvContentPartPr/>
                <p14:nvPr/>
              </p14:nvContentPartPr>
              <p14:xfrm>
                <a:off x="9921987" y="1138427"/>
                <a:ext cx="283320" cy="36468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5298CD2A-3418-B1BD-5AFF-888411B6D4D5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9915867" y="1132307"/>
                  <a:ext cx="295560" cy="37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45189B25-70D7-D5F8-F2EC-2A9708203FB0}"/>
                    </a:ext>
                  </a:extLst>
                </p14:cNvPr>
                <p14:cNvContentPartPr/>
                <p14:nvPr/>
              </p14:nvContentPartPr>
              <p14:xfrm>
                <a:off x="10238067" y="1452347"/>
                <a:ext cx="40680" cy="26712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45189B25-70D7-D5F8-F2EC-2A9708203FB0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0231947" y="1446227"/>
                  <a:ext cx="5292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6863C139-44A4-A6B6-93AF-295F64632F3B}"/>
                    </a:ext>
                  </a:extLst>
                </p14:cNvPr>
                <p14:cNvContentPartPr/>
                <p14:nvPr/>
              </p14:nvContentPartPr>
              <p14:xfrm>
                <a:off x="10460547" y="1401947"/>
                <a:ext cx="360" cy="720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6863C139-44A4-A6B6-93AF-295F64632F3B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0454427" y="1395827"/>
                  <a:ext cx="1260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6D3E6638-5240-05B5-D479-8D742A2EE911}"/>
                    </a:ext>
                  </a:extLst>
                </p14:cNvPr>
                <p14:cNvContentPartPr/>
                <p14:nvPr/>
              </p14:nvContentPartPr>
              <p14:xfrm>
                <a:off x="10423107" y="1331387"/>
                <a:ext cx="344880" cy="29340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6D3E6638-5240-05B5-D479-8D742A2EE911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0416987" y="1325267"/>
                  <a:ext cx="35712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FEFAC6CF-AFEC-8EA4-4489-0FBF0DEF125C}"/>
                    </a:ext>
                  </a:extLst>
                </p14:cNvPr>
                <p14:cNvContentPartPr/>
                <p14:nvPr/>
              </p14:nvContentPartPr>
              <p14:xfrm>
                <a:off x="10497267" y="1318427"/>
                <a:ext cx="204120" cy="36684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FEFAC6CF-AFEC-8EA4-4489-0FBF0DEF125C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0491147" y="1312307"/>
                  <a:ext cx="21636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F70FC29D-E832-3650-0B8A-3C4D855042DD}"/>
                    </a:ext>
                  </a:extLst>
                </p14:cNvPr>
                <p14:cNvContentPartPr/>
                <p14:nvPr/>
              </p14:nvContentPartPr>
              <p14:xfrm>
                <a:off x="10813707" y="1089827"/>
                <a:ext cx="227520" cy="56484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F70FC29D-E832-3650-0B8A-3C4D855042DD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0807587" y="1083707"/>
                  <a:ext cx="239760" cy="57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8D1F98A2-5F8E-54DC-5A79-0A0F7B471219}"/>
                    </a:ext>
                  </a:extLst>
                </p14:cNvPr>
                <p14:cNvContentPartPr/>
                <p14:nvPr/>
              </p14:nvContentPartPr>
              <p14:xfrm>
                <a:off x="11166147" y="1130507"/>
                <a:ext cx="272160" cy="48276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8D1F98A2-5F8E-54DC-5A79-0A0F7B471219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1160027" y="1124387"/>
                  <a:ext cx="284400" cy="49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4E2D1B2D-470A-C298-5750-CA33C9D324F7}"/>
                    </a:ext>
                  </a:extLst>
                </p14:cNvPr>
                <p14:cNvContentPartPr/>
                <p14:nvPr/>
              </p14:nvContentPartPr>
              <p14:xfrm>
                <a:off x="11448747" y="1459547"/>
                <a:ext cx="244440" cy="3805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4E2D1B2D-470A-C298-5750-CA33C9D324F7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1442627" y="1453427"/>
                  <a:ext cx="256680" cy="39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96E43650-CF95-9D6C-8F7C-1FA39FFCCA74}"/>
                    </a:ext>
                  </a:extLst>
                </p14:cNvPr>
                <p14:cNvContentPartPr/>
                <p14:nvPr/>
              </p14:nvContentPartPr>
              <p14:xfrm>
                <a:off x="10926747" y="1883987"/>
                <a:ext cx="773280" cy="3996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96E43650-CF95-9D6C-8F7C-1FA39FFCCA74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0920627" y="1877867"/>
                  <a:ext cx="78552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C403E1A6-46E2-58E7-A667-51909E78C69C}"/>
                    </a:ext>
                  </a:extLst>
                </p14:cNvPr>
                <p14:cNvContentPartPr/>
                <p14:nvPr/>
              </p14:nvContentPartPr>
              <p14:xfrm>
                <a:off x="10806867" y="2015027"/>
                <a:ext cx="251640" cy="43920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C403E1A6-46E2-58E7-A667-51909E78C69C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0800747" y="2008907"/>
                  <a:ext cx="263880" cy="45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3095A938-DA3C-EC5F-3412-A2151F6D3B4C}"/>
                    </a:ext>
                  </a:extLst>
                </p14:cNvPr>
                <p14:cNvContentPartPr/>
                <p14:nvPr/>
              </p14:nvContentPartPr>
              <p14:xfrm>
                <a:off x="11142387" y="2039507"/>
                <a:ext cx="202680" cy="44136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3095A938-DA3C-EC5F-3412-A2151F6D3B4C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1136267" y="2033387"/>
                  <a:ext cx="214920" cy="45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2FC20FF6-7DD1-CE79-1C15-6F1E23325D2F}"/>
                    </a:ext>
                  </a:extLst>
                </p14:cNvPr>
                <p14:cNvContentPartPr/>
                <p14:nvPr/>
              </p14:nvContentPartPr>
              <p14:xfrm>
                <a:off x="11300427" y="2413907"/>
                <a:ext cx="298800" cy="29880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2FC20FF6-7DD1-CE79-1C15-6F1E23325D2F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1294307" y="2407787"/>
                  <a:ext cx="31104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3819AD29-BC71-1736-8F2B-DAB1645D7F63}"/>
                    </a:ext>
                  </a:extLst>
                </p14:cNvPr>
                <p14:cNvContentPartPr/>
                <p14:nvPr/>
              </p14:nvContentPartPr>
              <p14:xfrm>
                <a:off x="11899467" y="1639187"/>
                <a:ext cx="360" cy="36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3819AD29-BC71-1736-8F2B-DAB1645D7F63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1893347" y="163306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A5078B06-92C0-2AF5-5C87-8FBAE9BDC56D}"/>
                    </a:ext>
                  </a:extLst>
                </p14:cNvPr>
                <p14:cNvContentPartPr/>
                <p14:nvPr/>
              </p14:nvContentPartPr>
              <p14:xfrm>
                <a:off x="10007667" y="2756627"/>
                <a:ext cx="282240" cy="50148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A5078B06-92C0-2AF5-5C87-8FBAE9BDC56D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10001547" y="2750507"/>
                  <a:ext cx="294480" cy="51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82EEF357-32C9-A48F-22F8-1F657C6ACD53}"/>
                    </a:ext>
                  </a:extLst>
                </p14:cNvPr>
                <p14:cNvContentPartPr/>
                <p14:nvPr/>
              </p14:nvContentPartPr>
              <p14:xfrm>
                <a:off x="10391067" y="2801627"/>
                <a:ext cx="252720" cy="41976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82EEF357-32C9-A48F-22F8-1F657C6ACD53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10384947" y="2795507"/>
                  <a:ext cx="264960" cy="43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EBE1CE6D-C129-5BDD-B674-D108ACE1B162}"/>
                    </a:ext>
                  </a:extLst>
                </p14:cNvPr>
                <p14:cNvContentPartPr/>
                <p14:nvPr/>
              </p14:nvContentPartPr>
              <p14:xfrm>
                <a:off x="10787787" y="3036347"/>
                <a:ext cx="377280" cy="23148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EBE1CE6D-C129-5BDD-B674-D108ACE1B162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10781667" y="3030227"/>
                  <a:ext cx="38952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3FAB0AC8-3A4E-56B9-7EBD-194B606F7E86}"/>
                    </a:ext>
                  </a:extLst>
                </p14:cNvPr>
                <p14:cNvContentPartPr/>
                <p14:nvPr/>
              </p14:nvContentPartPr>
              <p14:xfrm>
                <a:off x="10014867" y="3296987"/>
                <a:ext cx="1141920" cy="11772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3FAB0AC8-3A4E-56B9-7EBD-194B606F7E86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10008747" y="3290867"/>
                  <a:ext cx="115416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11314363-F7BE-1EDD-2172-74BB0B9A4EDA}"/>
                    </a:ext>
                  </a:extLst>
                </p14:cNvPr>
                <p14:cNvContentPartPr/>
                <p14:nvPr/>
              </p14:nvContentPartPr>
              <p14:xfrm>
                <a:off x="10042227" y="3519467"/>
                <a:ext cx="246240" cy="44316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11314363-F7BE-1EDD-2172-74BB0B9A4EDA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10036107" y="3513347"/>
                  <a:ext cx="258480" cy="45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884BC05B-411F-DD59-AC5F-22CD13FBAE51}"/>
                    </a:ext>
                  </a:extLst>
                </p14:cNvPr>
                <p14:cNvContentPartPr/>
                <p14:nvPr/>
              </p14:nvContentPartPr>
              <p14:xfrm>
                <a:off x="10350027" y="3565187"/>
                <a:ext cx="364320" cy="30600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884BC05B-411F-DD59-AC5F-22CD13FBAE51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10343907" y="3559067"/>
                  <a:ext cx="37656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D501E17B-2F71-F89D-6F67-D8827E76A7B4}"/>
                    </a:ext>
                  </a:extLst>
                </p14:cNvPr>
                <p14:cNvContentPartPr/>
                <p14:nvPr/>
              </p14:nvContentPartPr>
              <p14:xfrm>
                <a:off x="10782387" y="3734027"/>
                <a:ext cx="261000" cy="2844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D501E17B-2F71-F89D-6F67-D8827E76A7B4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10776267" y="3727907"/>
                  <a:ext cx="27324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339B59CB-2402-CEAE-AD33-7BDA72C6F4E5}"/>
                    </a:ext>
                  </a:extLst>
                </p14:cNvPr>
                <p14:cNvContentPartPr/>
                <p14:nvPr/>
              </p14:nvContentPartPr>
              <p14:xfrm>
                <a:off x="10908027" y="3761387"/>
                <a:ext cx="34200" cy="27900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339B59CB-2402-CEAE-AD33-7BDA72C6F4E5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10901907" y="3755267"/>
                  <a:ext cx="4644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B3504C40-0D01-C8F4-E1A2-B70F6B02E103}"/>
                    </a:ext>
                  </a:extLst>
                </p14:cNvPr>
                <p14:cNvContentPartPr/>
                <p14:nvPr/>
              </p14:nvContentPartPr>
              <p14:xfrm>
                <a:off x="10662867" y="4010507"/>
                <a:ext cx="253440" cy="4248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B3504C40-0D01-C8F4-E1A2-B70F6B02E103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10656747" y="4004387"/>
                  <a:ext cx="26568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FB368847-4C48-9DF6-5A0E-1D81C8D47623}"/>
                    </a:ext>
                  </a:extLst>
                </p14:cNvPr>
                <p14:cNvContentPartPr/>
                <p14:nvPr/>
              </p14:nvContentPartPr>
              <p14:xfrm>
                <a:off x="11115387" y="3603347"/>
                <a:ext cx="415080" cy="53712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FB368847-4C48-9DF6-5A0E-1D81C8D47623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11109267" y="3597227"/>
                  <a:ext cx="427320" cy="54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E6F9E617-0D6B-20B2-5CA5-F953C5C23182}"/>
                    </a:ext>
                  </a:extLst>
                </p14:cNvPr>
                <p14:cNvContentPartPr/>
                <p14:nvPr/>
              </p14:nvContentPartPr>
              <p14:xfrm>
                <a:off x="10775187" y="4061987"/>
                <a:ext cx="350640" cy="6156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E6F9E617-0D6B-20B2-5CA5-F953C5C23182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10769067" y="4055867"/>
                  <a:ext cx="36288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C32B32A-5814-69B9-D263-F837D761DC32}"/>
                    </a:ext>
                  </a:extLst>
                </p14:cNvPr>
                <p14:cNvContentPartPr/>
                <p14:nvPr/>
              </p14:nvContentPartPr>
              <p14:xfrm>
                <a:off x="2827827" y="4737867"/>
                <a:ext cx="360" cy="18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C32B32A-5814-69B9-D263-F837D761DC32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2821707" y="4731747"/>
                  <a:ext cx="12600" cy="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D6FF3EE-FA24-F4A8-E61B-B9427C29DF24}"/>
                    </a:ext>
                  </a:extLst>
                </p14:cNvPr>
                <p14:cNvContentPartPr/>
                <p14:nvPr/>
              </p14:nvContentPartPr>
              <p14:xfrm>
                <a:off x="3100347" y="4589187"/>
                <a:ext cx="1289160" cy="11415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D6FF3EE-FA24-F4A8-E61B-B9427C29DF24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3094227" y="4583067"/>
                  <a:ext cx="1301400" cy="11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063F1330-E7EC-0FE1-7D24-E75B10B35F6D}"/>
                    </a:ext>
                  </a:extLst>
                </p14:cNvPr>
                <p14:cNvContentPartPr/>
                <p14:nvPr/>
              </p14:nvContentPartPr>
              <p14:xfrm>
                <a:off x="3473667" y="4742547"/>
                <a:ext cx="290520" cy="6634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063F1330-E7EC-0FE1-7D24-E75B10B35F6D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3467547" y="4736427"/>
                  <a:ext cx="302760" cy="67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D7367F7-9839-7532-5956-0F8C414C3ED5}"/>
                    </a:ext>
                  </a:extLst>
                </p14:cNvPr>
                <p14:cNvContentPartPr/>
                <p14:nvPr/>
              </p14:nvContentPartPr>
              <p14:xfrm>
                <a:off x="3802347" y="5177787"/>
                <a:ext cx="312480" cy="4161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D7367F7-9839-7532-5956-0F8C414C3ED5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3796227" y="5171667"/>
                  <a:ext cx="324720" cy="42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ECF49A5-20A6-66FA-2CF8-C1204AAB9242}"/>
                    </a:ext>
                  </a:extLst>
                </p14:cNvPr>
                <p14:cNvContentPartPr/>
                <p14:nvPr/>
              </p14:nvContentPartPr>
              <p14:xfrm>
                <a:off x="1173987" y="5129547"/>
                <a:ext cx="1888560" cy="4878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ECF49A5-20A6-66FA-2CF8-C1204AAB9242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1167867" y="5123427"/>
                  <a:ext cx="1900800" cy="50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CD0F835-666F-CAE5-8AAF-C84141378BB3}"/>
                    </a:ext>
                  </a:extLst>
                </p14:cNvPr>
                <p14:cNvContentPartPr/>
                <p14:nvPr/>
              </p14:nvContentPartPr>
              <p14:xfrm>
                <a:off x="3460707" y="5724627"/>
                <a:ext cx="290880" cy="8920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CD0F835-666F-CAE5-8AAF-C84141378BB3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3454587" y="5718507"/>
                  <a:ext cx="303120" cy="90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3F5A601-E80A-0DB1-9A34-4982F3A59B53}"/>
                    </a:ext>
                  </a:extLst>
                </p14:cNvPr>
                <p14:cNvContentPartPr/>
                <p14:nvPr/>
              </p14:nvContentPartPr>
              <p14:xfrm>
                <a:off x="3769947" y="5836947"/>
                <a:ext cx="830520" cy="7063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3F5A601-E80A-0DB1-9A34-4982F3A59B53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3763827" y="5830827"/>
                  <a:ext cx="842760" cy="71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6A1E98C-F834-AC74-4C21-1303A20AFD6C}"/>
                    </a:ext>
                  </a:extLst>
                </p14:cNvPr>
                <p14:cNvContentPartPr/>
                <p14:nvPr/>
              </p14:nvContentPartPr>
              <p14:xfrm>
                <a:off x="3824667" y="5753067"/>
                <a:ext cx="922680" cy="7790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6A1E98C-F834-AC74-4C21-1303A20AFD6C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3818547" y="5746947"/>
                  <a:ext cx="934920" cy="79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7405861D-1474-1101-D147-352DEE23D255}"/>
                    </a:ext>
                  </a:extLst>
                </p14:cNvPr>
                <p14:cNvContentPartPr/>
                <p14:nvPr/>
              </p14:nvContentPartPr>
              <p14:xfrm>
                <a:off x="984267" y="3827987"/>
                <a:ext cx="32040" cy="46008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7405861D-1474-1101-D147-352DEE23D255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978147" y="3821867"/>
                  <a:ext cx="44280" cy="47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ABDD61AB-8E45-DD8A-F55F-56763E983161}"/>
                    </a:ext>
                  </a:extLst>
                </p14:cNvPr>
                <p14:cNvContentPartPr/>
                <p14:nvPr/>
              </p14:nvContentPartPr>
              <p14:xfrm>
                <a:off x="849267" y="3564107"/>
                <a:ext cx="473760" cy="93348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ABDD61AB-8E45-DD8A-F55F-56763E983161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843147" y="3557987"/>
                  <a:ext cx="486000" cy="9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EA21A5B5-15E3-4D28-CA51-BF411601BAE6}"/>
                    </a:ext>
                  </a:extLst>
                </p14:cNvPr>
                <p14:cNvContentPartPr/>
                <p14:nvPr/>
              </p14:nvContentPartPr>
              <p14:xfrm>
                <a:off x="1524627" y="3592187"/>
                <a:ext cx="445680" cy="87336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EA21A5B5-15E3-4D28-CA51-BF411601BAE6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1518507" y="3586067"/>
                  <a:ext cx="457920" cy="88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F903591E-D812-3986-8230-C1A3A28AB582}"/>
                    </a:ext>
                  </a:extLst>
                </p14:cNvPr>
                <p14:cNvContentPartPr/>
                <p14:nvPr/>
              </p14:nvContentPartPr>
              <p14:xfrm>
                <a:off x="2059227" y="3476267"/>
                <a:ext cx="867960" cy="18612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F903591E-D812-3986-8230-C1A3A28AB582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2053107" y="3470147"/>
                  <a:ext cx="88020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766E675A-865B-B1FC-F99D-E4FFA8449DF8}"/>
                    </a:ext>
                  </a:extLst>
                </p14:cNvPr>
                <p14:cNvContentPartPr/>
                <p14:nvPr/>
              </p14:nvContentPartPr>
              <p14:xfrm>
                <a:off x="2505267" y="3597227"/>
                <a:ext cx="163800" cy="83700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766E675A-865B-B1FC-F99D-E4FFA8449DF8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2499147" y="3591107"/>
                  <a:ext cx="176040" cy="84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4F482FE7-AA85-DC23-CCE3-2C498EAE8E68}"/>
                    </a:ext>
                  </a:extLst>
                </p14:cNvPr>
                <p14:cNvContentPartPr/>
                <p14:nvPr/>
              </p14:nvContentPartPr>
              <p14:xfrm>
                <a:off x="3049587" y="3315347"/>
                <a:ext cx="878760" cy="26244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4F482FE7-AA85-DC23-CCE3-2C498EAE8E68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3043467" y="3309227"/>
                  <a:ext cx="89100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92178474-4600-5BC5-8832-BA0C7DBD0BC4}"/>
                    </a:ext>
                  </a:extLst>
                </p14:cNvPr>
                <p14:cNvContentPartPr/>
                <p14:nvPr/>
              </p14:nvContentPartPr>
              <p14:xfrm>
                <a:off x="3521547" y="3485267"/>
                <a:ext cx="133920" cy="83484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92178474-4600-5BC5-8832-BA0C7DBD0BC4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3515427" y="3479147"/>
                  <a:ext cx="146160" cy="84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36D4F3C7-B27E-7BD0-77C8-E693353BAD24}"/>
                    </a:ext>
                  </a:extLst>
                </p14:cNvPr>
                <p14:cNvContentPartPr/>
                <p14:nvPr/>
              </p14:nvContentPartPr>
              <p14:xfrm>
                <a:off x="3892707" y="3822947"/>
                <a:ext cx="52560" cy="49644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36D4F3C7-B27E-7BD0-77C8-E693353BAD24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3886587" y="3816827"/>
                  <a:ext cx="64800" cy="50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513A5596-F07E-0103-D016-34A29B106F4E}"/>
                    </a:ext>
                  </a:extLst>
                </p14:cNvPr>
                <p14:cNvContentPartPr/>
                <p14:nvPr/>
              </p14:nvContentPartPr>
              <p14:xfrm>
                <a:off x="3733587" y="3734747"/>
                <a:ext cx="9720" cy="828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513A5596-F07E-0103-D016-34A29B106F4E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3727467" y="3728627"/>
                  <a:ext cx="2196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50BA0301-8CB5-AAAE-0BEA-44FC4994FD09}"/>
                    </a:ext>
                  </a:extLst>
                </p14:cNvPr>
                <p14:cNvContentPartPr/>
                <p14:nvPr/>
              </p14:nvContentPartPr>
              <p14:xfrm>
                <a:off x="3897747" y="3750947"/>
                <a:ext cx="729000" cy="52308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50BA0301-8CB5-AAAE-0BEA-44FC4994FD09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3891627" y="3744827"/>
                  <a:ext cx="741240" cy="53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80DFA6D9-46DE-9806-72D4-C11275E55CA1}"/>
                    </a:ext>
                  </a:extLst>
                </p14:cNvPr>
                <p14:cNvContentPartPr/>
                <p14:nvPr/>
              </p14:nvContentPartPr>
              <p14:xfrm>
                <a:off x="4727187" y="3743387"/>
                <a:ext cx="370080" cy="62208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80DFA6D9-46DE-9806-72D4-C11275E55CA1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4721067" y="3737267"/>
                  <a:ext cx="382320" cy="63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3B547BF3-B211-C6C4-9C31-F83027BC6886}"/>
                    </a:ext>
                  </a:extLst>
                </p14:cNvPr>
                <p14:cNvContentPartPr/>
                <p14:nvPr/>
              </p14:nvContentPartPr>
              <p14:xfrm>
                <a:off x="3277467" y="4494707"/>
                <a:ext cx="2334240" cy="11016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3B547BF3-B211-C6C4-9C31-F83027BC6886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3271347" y="4488587"/>
                  <a:ext cx="234648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3C65DBEC-83F3-06D8-C032-516CB0C35A1B}"/>
                    </a:ext>
                  </a:extLst>
                </p14:cNvPr>
                <p14:cNvContentPartPr/>
                <p14:nvPr/>
              </p14:nvContentPartPr>
              <p14:xfrm>
                <a:off x="725787" y="4523147"/>
                <a:ext cx="4399200" cy="37188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3C65DBEC-83F3-06D8-C032-516CB0C35A1B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719667" y="4517027"/>
                  <a:ext cx="4411440" cy="38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1AA641AA-45EF-B59A-084F-56073BB549AA}"/>
                    </a:ext>
                  </a:extLst>
                </p14:cNvPr>
                <p14:cNvContentPartPr/>
                <p14:nvPr/>
              </p14:nvContentPartPr>
              <p14:xfrm>
                <a:off x="361107" y="5628707"/>
                <a:ext cx="534960" cy="74952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1AA641AA-45EF-B59A-084F-56073BB549AA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354987" y="5622587"/>
                  <a:ext cx="547200" cy="76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020D29FE-0E04-A467-28E9-CD5349FF94FD}"/>
                    </a:ext>
                  </a:extLst>
                </p14:cNvPr>
                <p14:cNvContentPartPr/>
                <p14:nvPr/>
              </p14:nvContentPartPr>
              <p14:xfrm>
                <a:off x="955467" y="5550587"/>
                <a:ext cx="358920" cy="81612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020D29FE-0E04-A467-28E9-CD5349FF94FD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949347" y="5544467"/>
                  <a:ext cx="371160" cy="82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BDE31C2A-5E3D-2321-694F-75291B4676CB}"/>
                    </a:ext>
                  </a:extLst>
                </p14:cNvPr>
                <p14:cNvContentPartPr/>
                <p14:nvPr/>
              </p14:nvContentPartPr>
              <p14:xfrm>
                <a:off x="1483947" y="5437187"/>
                <a:ext cx="526680" cy="15768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BDE31C2A-5E3D-2321-694F-75291B4676CB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1477827" y="5431067"/>
                  <a:ext cx="53892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811CC918-8B7F-26C3-170B-2B916796777F}"/>
                    </a:ext>
                  </a:extLst>
                </p14:cNvPr>
                <p14:cNvContentPartPr/>
                <p14:nvPr/>
              </p14:nvContentPartPr>
              <p14:xfrm>
                <a:off x="1864107" y="5481467"/>
                <a:ext cx="71280" cy="73620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811CC918-8B7F-26C3-170B-2B916796777F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1857987" y="5475347"/>
                  <a:ext cx="83520" cy="74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52EFD432-ADD6-4D4F-1381-7E720783B2E7}"/>
                    </a:ext>
                  </a:extLst>
                </p14:cNvPr>
                <p14:cNvContentPartPr/>
                <p14:nvPr/>
              </p14:nvContentPartPr>
              <p14:xfrm>
                <a:off x="2064267" y="5505227"/>
                <a:ext cx="468000" cy="12780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52EFD432-ADD6-4D4F-1381-7E720783B2E7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2058147" y="5499107"/>
                  <a:ext cx="48024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F8D55FB6-A1FE-7240-0652-5F92B385F355}"/>
                    </a:ext>
                  </a:extLst>
                </p14:cNvPr>
                <p14:cNvContentPartPr/>
                <p14:nvPr/>
              </p14:nvContentPartPr>
              <p14:xfrm>
                <a:off x="2361627" y="5582987"/>
                <a:ext cx="138240" cy="69120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F8D55FB6-A1FE-7240-0652-5F92B385F355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2355507" y="5576867"/>
                  <a:ext cx="150480" cy="70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67D66D1E-5CCB-3531-B4DF-DB2F35D41536}"/>
                    </a:ext>
                  </a:extLst>
                </p14:cNvPr>
                <p14:cNvContentPartPr/>
                <p14:nvPr/>
              </p14:nvContentPartPr>
              <p14:xfrm>
                <a:off x="-152613" y="4946147"/>
                <a:ext cx="3318840" cy="186120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67D66D1E-5CCB-3531-B4DF-DB2F35D41536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-158733" y="4940027"/>
                  <a:ext cx="3331080" cy="18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37236865-430E-5A00-56EF-6EC8E7EAA3A3}"/>
                    </a:ext>
                  </a:extLst>
                </p14:cNvPr>
                <p14:cNvContentPartPr/>
                <p14:nvPr/>
              </p14:nvContentPartPr>
              <p14:xfrm>
                <a:off x="284067" y="-41293"/>
                <a:ext cx="3099600" cy="344700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37236865-430E-5A00-56EF-6EC8E7EAA3A3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277947" y="-47413"/>
                  <a:ext cx="3111840" cy="3459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5234608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B538F-58AC-E994-AEBE-5DEA8A6A6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36FCDA13-2E9D-1DCC-396C-4AC5ADE4B303}"/>
                  </a:ext>
                </a:extLst>
              </p14:cNvPr>
              <p14:cNvContentPartPr/>
              <p14:nvPr/>
            </p14:nvContentPartPr>
            <p14:xfrm>
              <a:off x="8978787" y="2321547"/>
              <a:ext cx="333000" cy="130068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36FCDA13-2E9D-1DCC-396C-4AC5ADE4B30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972667" y="2315427"/>
                <a:ext cx="345240" cy="131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070A02AC-7689-68B8-1A75-CAA501994EFC}"/>
                  </a:ext>
                </a:extLst>
              </p14:cNvPr>
              <p14:cNvContentPartPr/>
              <p14:nvPr/>
            </p14:nvContentPartPr>
            <p14:xfrm>
              <a:off x="7318107" y="280693"/>
              <a:ext cx="1267200" cy="142452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070A02AC-7689-68B8-1A75-CAA501994EF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311987" y="274573"/>
                <a:ext cx="1279440" cy="1436760"/>
              </a:xfrm>
              <a:prstGeom prst="rect">
                <a:avLst/>
              </a:prstGeom>
            </p:spPr>
          </p:pic>
        </mc:Fallback>
      </mc:AlternateContent>
      <p:grpSp>
        <p:nvGrpSpPr>
          <p:cNvPr id="63" name="Group 62">
            <a:extLst>
              <a:ext uri="{FF2B5EF4-FFF2-40B4-BE49-F238E27FC236}">
                <a16:creationId xmlns:a16="http://schemas.microsoft.com/office/drawing/2014/main" id="{834611C9-C080-18AA-AE53-AC41513E7BF2}"/>
              </a:ext>
            </a:extLst>
          </p:cNvPr>
          <p:cNvGrpSpPr/>
          <p:nvPr/>
        </p:nvGrpSpPr>
        <p:grpSpPr>
          <a:xfrm>
            <a:off x="2064987" y="-102333"/>
            <a:ext cx="9993240" cy="5736240"/>
            <a:chOff x="2064987" y="-102333"/>
            <a:chExt cx="9993240" cy="573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C089F719-34C2-2411-B7F9-D97F9945D8E4}"/>
                    </a:ext>
                  </a:extLst>
                </p14:cNvPr>
                <p14:cNvContentPartPr/>
                <p14:nvPr/>
              </p14:nvContentPartPr>
              <p14:xfrm>
                <a:off x="2064987" y="1631067"/>
                <a:ext cx="973440" cy="8823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C089F719-34C2-2411-B7F9-D97F9945D8E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058867" y="1624947"/>
                  <a:ext cx="985680" cy="89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213A98FC-BE65-6ADB-E19E-65AFC34DD2FE}"/>
                    </a:ext>
                  </a:extLst>
                </p14:cNvPr>
                <p14:cNvContentPartPr/>
                <p14:nvPr/>
              </p14:nvContentPartPr>
              <p14:xfrm>
                <a:off x="5117427" y="1571307"/>
                <a:ext cx="1134720" cy="8038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213A98FC-BE65-6ADB-E19E-65AFC34DD2F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111307" y="1565187"/>
                  <a:ext cx="1146960" cy="81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B63B740-096D-F65A-08EB-4A0A9E33C498}"/>
                    </a:ext>
                  </a:extLst>
                </p14:cNvPr>
                <p14:cNvContentPartPr/>
                <p14:nvPr/>
              </p14:nvContentPartPr>
              <p14:xfrm>
                <a:off x="3234627" y="1721427"/>
                <a:ext cx="1621080" cy="2372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B63B740-096D-F65A-08EB-4A0A9E33C49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228507" y="1715307"/>
                  <a:ext cx="163332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4CE9059-168D-95D4-94C9-09CD4C059803}"/>
                    </a:ext>
                  </a:extLst>
                </p14:cNvPr>
                <p14:cNvContentPartPr/>
                <p14:nvPr/>
              </p14:nvContentPartPr>
              <p14:xfrm>
                <a:off x="4421907" y="1935987"/>
                <a:ext cx="384120" cy="3002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4CE9059-168D-95D4-94C9-09CD4C05980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415787" y="1929867"/>
                  <a:ext cx="39636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C3CABA9-5B64-F857-9BF1-BD991C2DBD90}"/>
                    </a:ext>
                  </a:extLst>
                </p14:cNvPr>
                <p14:cNvContentPartPr/>
                <p14:nvPr/>
              </p14:nvContentPartPr>
              <p14:xfrm>
                <a:off x="2429667" y="1800627"/>
                <a:ext cx="127440" cy="5094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C3CABA9-5B64-F857-9BF1-BD991C2DBD9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423547" y="1794507"/>
                  <a:ext cx="139680" cy="52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CFCBD9B-49C7-6177-1E29-9024B4B6C98D}"/>
                    </a:ext>
                  </a:extLst>
                </p14:cNvPr>
                <p14:cNvContentPartPr/>
                <p14:nvPr/>
              </p14:nvContentPartPr>
              <p14:xfrm>
                <a:off x="2700747" y="1973427"/>
                <a:ext cx="18360" cy="2944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CFCBD9B-49C7-6177-1E29-9024B4B6C98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694627" y="1967307"/>
                  <a:ext cx="3060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FBAA980-1712-231F-016C-F78B4F79C126}"/>
                    </a:ext>
                  </a:extLst>
                </p14:cNvPr>
                <p14:cNvContentPartPr/>
                <p14:nvPr/>
              </p14:nvContentPartPr>
              <p14:xfrm>
                <a:off x="2390427" y="2554827"/>
                <a:ext cx="412560" cy="15498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FBAA980-1712-231F-016C-F78B4F79C12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384307" y="2548707"/>
                  <a:ext cx="424800" cy="156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7298049-83A6-54DF-331E-4179F1237B0B}"/>
                    </a:ext>
                  </a:extLst>
                </p14:cNvPr>
                <p14:cNvContentPartPr/>
                <p14:nvPr/>
              </p14:nvContentPartPr>
              <p14:xfrm>
                <a:off x="2235987" y="4120107"/>
                <a:ext cx="254160" cy="5598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7298049-83A6-54DF-331E-4179F1237B0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229867" y="4113987"/>
                  <a:ext cx="266400" cy="57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429AB0B-32B9-9ED1-73D1-6896C61A5F5B}"/>
                    </a:ext>
                  </a:extLst>
                </p14:cNvPr>
                <p14:cNvContentPartPr/>
                <p14:nvPr/>
              </p14:nvContentPartPr>
              <p14:xfrm>
                <a:off x="2774907" y="4370307"/>
                <a:ext cx="28080" cy="3808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429AB0B-32B9-9ED1-73D1-6896C61A5F5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768787" y="4364187"/>
                  <a:ext cx="40320" cy="39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B4EFF4E-2B33-AF1D-61DA-4FE0C93BFB4B}"/>
                    </a:ext>
                  </a:extLst>
                </p14:cNvPr>
                <p14:cNvContentPartPr/>
                <p14:nvPr/>
              </p14:nvContentPartPr>
              <p14:xfrm>
                <a:off x="4316067" y="4786467"/>
                <a:ext cx="687960" cy="7272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B4EFF4E-2B33-AF1D-61DA-4FE0C93BFB4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309947" y="4780347"/>
                  <a:ext cx="700200" cy="73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FDF8DA4-6A19-E2E1-E09D-4B102E085268}"/>
                    </a:ext>
                  </a:extLst>
                </p14:cNvPr>
                <p14:cNvContentPartPr/>
                <p14:nvPr/>
              </p14:nvContentPartPr>
              <p14:xfrm>
                <a:off x="5119587" y="4679187"/>
                <a:ext cx="475560" cy="9302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FDF8DA4-6A19-E2E1-E09D-4B102E08526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113467" y="4673067"/>
                  <a:ext cx="487800" cy="9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1BEBC99-4583-6610-8174-A18FE2DC166A}"/>
                    </a:ext>
                  </a:extLst>
                </p14:cNvPr>
                <p14:cNvContentPartPr/>
                <p14:nvPr/>
              </p14:nvContentPartPr>
              <p14:xfrm>
                <a:off x="5780907" y="5302347"/>
                <a:ext cx="51120" cy="68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1BEBC99-4583-6610-8174-A18FE2DC166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774787" y="5296227"/>
                  <a:ext cx="6336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DFA22FA-66B8-D46E-738E-0D21ED3F54C8}"/>
                    </a:ext>
                  </a:extLst>
                </p14:cNvPr>
                <p14:cNvContentPartPr/>
                <p14:nvPr/>
              </p14:nvContentPartPr>
              <p14:xfrm>
                <a:off x="6138747" y="4699707"/>
                <a:ext cx="253080" cy="8719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DFA22FA-66B8-D46E-738E-0D21ED3F54C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132627" y="4693587"/>
                  <a:ext cx="265320" cy="88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9BA9FD1-CCE7-B7AA-F59D-2551A1A69D02}"/>
                    </a:ext>
                  </a:extLst>
                </p14:cNvPr>
                <p14:cNvContentPartPr/>
                <p14:nvPr/>
              </p14:nvContentPartPr>
              <p14:xfrm>
                <a:off x="6060267" y="5174907"/>
                <a:ext cx="206280" cy="126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9BA9FD1-CCE7-B7AA-F59D-2551A1A69D0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054147" y="5168787"/>
                  <a:ext cx="21852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06F063B-D40D-E89A-466E-9E5F622ACF3A}"/>
                    </a:ext>
                  </a:extLst>
                </p14:cNvPr>
                <p14:cNvContentPartPr/>
                <p14:nvPr/>
              </p14:nvContentPartPr>
              <p14:xfrm>
                <a:off x="6518907" y="5017947"/>
                <a:ext cx="1059480" cy="5032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06F063B-D40D-E89A-466E-9E5F622ACF3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512787" y="5011827"/>
                  <a:ext cx="1071720" cy="51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8DE4581-7E18-F451-E80F-0592BD9C84E3}"/>
                    </a:ext>
                  </a:extLst>
                </p14:cNvPr>
                <p14:cNvContentPartPr/>
                <p14:nvPr/>
              </p14:nvContentPartPr>
              <p14:xfrm>
                <a:off x="7719867" y="4536987"/>
                <a:ext cx="469080" cy="10969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8DE4581-7E18-F451-E80F-0592BD9C84E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713747" y="4530867"/>
                  <a:ext cx="481320" cy="11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1269175-4ED2-C9EC-A3CA-9C99FF60EEFC}"/>
                    </a:ext>
                  </a:extLst>
                </p14:cNvPr>
                <p14:cNvContentPartPr/>
                <p14:nvPr/>
              </p14:nvContentPartPr>
              <p14:xfrm>
                <a:off x="7694667" y="900267"/>
                <a:ext cx="5760" cy="147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1269175-4ED2-C9EC-A3CA-9C99FF60EEF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688547" y="894147"/>
                  <a:ext cx="1800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0364178-B5EE-F7D8-8484-85D0A73D5D9B}"/>
                    </a:ext>
                  </a:extLst>
                </p14:cNvPr>
                <p14:cNvContentPartPr/>
                <p14:nvPr/>
              </p14:nvContentPartPr>
              <p14:xfrm>
                <a:off x="7492707" y="690387"/>
                <a:ext cx="477000" cy="7592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0364178-B5EE-F7D8-8484-85D0A73D5D9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486587" y="684267"/>
                  <a:ext cx="489240" cy="77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2C3C8EA-DB23-6C3F-53AB-C52F32F7B018}"/>
                    </a:ext>
                  </a:extLst>
                </p14:cNvPr>
                <p14:cNvContentPartPr/>
                <p14:nvPr/>
              </p14:nvContentPartPr>
              <p14:xfrm>
                <a:off x="7598187" y="1160187"/>
                <a:ext cx="298080" cy="360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2C3C8EA-DB23-6C3F-53AB-C52F32F7B01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592067" y="1154067"/>
                  <a:ext cx="31032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1FD1C6B-DECC-1132-0B11-83FD12EECA10}"/>
                    </a:ext>
                  </a:extLst>
                </p14:cNvPr>
                <p14:cNvContentPartPr/>
                <p14:nvPr/>
              </p14:nvContentPartPr>
              <p14:xfrm>
                <a:off x="8152227" y="1005387"/>
                <a:ext cx="631080" cy="1558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1FD1C6B-DECC-1132-0B11-83FD12EECA1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146107" y="999267"/>
                  <a:ext cx="64332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9495750-2756-EC43-48BF-C82C66D732C8}"/>
                    </a:ext>
                  </a:extLst>
                </p14:cNvPr>
                <p14:cNvContentPartPr/>
                <p14:nvPr/>
              </p14:nvContentPartPr>
              <p14:xfrm>
                <a:off x="8988147" y="531987"/>
                <a:ext cx="485280" cy="9316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9495750-2756-EC43-48BF-C82C66D732C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982027" y="525867"/>
                  <a:ext cx="497520" cy="9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4A3DAF8-0702-6B09-23DB-D929B06F1181}"/>
                    </a:ext>
                  </a:extLst>
                </p14:cNvPr>
                <p14:cNvContentPartPr/>
                <p14:nvPr/>
              </p14:nvContentPartPr>
              <p14:xfrm>
                <a:off x="8856027" y="1034907"/>
                <a:ext cx="567720" cy="540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4A3DAF8-0702-6B09-23DB-D929B06F118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849907" y="1028787"/>
                  <a:ext cx="57996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106B6CA-8A66-E84C-9637-ADDDB574D627}"/>
                    </a:ext>
                  </a:extLst>
                </p14:cNvPr>
                <p14:cNvContentPartPr/>
                <p14:nvPr/>
              </p14:nvContentPartPr>
              <p14:xfrm>
                <a:off x="9488547" y="1012227"/>
                <a:ext cx="836280" cy="4586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106B6CA-8A66-E84C-9637-ADDDB574D62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482427" y="1006107"/>
                  <a:ext cx="848520" cy="47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98A6FC3-521E-1871-FFEA-F0832CF54BDD}"/>
                    </a:ext>
                  </a:extLst>
                </p14:cNvPr>
                <p14:cNvContentPartPr/>
                <p14:nvPr/>
              </p14:nvContentPartPr>
              <p14:xfrm>
                <a:off x="10408347" y="710547"/>
                <a:ext cx="938880" cy="9522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98A6FC3-521E-1871-FFEA-F0832CF54BD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402227" y="704427"/>
                  <a:ext cx="951120" cy="9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9002F67-EBA5-3ED1-59E9-370BC730A00B}"/>
                    </a:ext>
                  </a:extLst>
                </p14:cNvPr>
                <p14:cNvContentPartPr/>
                <p14:nvPr/>
              </p14:nvContentPartPr>
              <p14:xfrm>
                <a:off x="7463187" y="1727907"/>
                <a:ext cx="421560" cy="8816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9002F67-EBA5-3ED1-59E9-370BC730A00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457067" y="1721787"/>
                  <a:ext cx="433800" cy="89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23A8F45-36B5-D3B5-D934-69E83345982D}"/>
                    </a:ext>
                  </a:extLst>
                </p14:cNvPr>
                <p14:cNvContentPartPr/>
                <p14:nvPr/>
              </p14:nvContentPartPr>
              <p14:xfrm>
                <a:off x="6999867" y="2799627"/>
                <a:ext cx="415800" cy="6076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23A8F45-36B5-D3B5-D934-69E83345982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993747" y="2793507"/>
                  <a:ext cx="428040" cy="61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AEA7917-A1D0-4761-E561-2CDFEAD5AA0E}"/>
                    </a:ext>
                  </a:extLst>
                </p14:cNvPr>
                <p14:cNvContentPartPr/>
                <p14:nvPr/>
              </p14:nvContentPartPr>
              <p14:xfrm>
                <a:off x="7503507" y="2638347"/>
                <a:ext cx="1528920" cy="8460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AEA7917-A1D0-4761-E561-2CDFEAD5AA0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497387" y="2632227"/>
                  <a:ext cx="1541160" cy="85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561997E-B844-40DD-B458-983ECB99147E}"/>
                    </a:ext>
                  </a:extLst>
                </p14:cNvPr>
                <p14:cNvContentPartPr/>
                <p14:nvPr/>
              </p14:nvContentPartPr>
              <p14:xfrm>
                <a:off x="6903027" y="3481107"/>
                <a:ext cx="1973160" cy="3110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561997E-B844-40DD-B458-983ECB99147E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896907" y="3474987"/>
                  <a:ext cx="198540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B226F13-16F9-1B21-30A9-07ECDEA00445}"/>
                    </a:ext>
                  </a:extLst>
                </p14:cNvPr>
                <p14:cNvContentPartPr/>
                <p14:nvPr/>
              </p14:nvContentPartPr>
              <p14:xfrm>
                <a:off x="9425907" y="2403267"/>
                <a:ext cx="392400" cy="7999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B226F13-16F9-1B21-30A9-07ECDEA0044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419787" y="2397147"/>
                  <a:ext cx="404640" cy="81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8362374-C516-8251-EA5D-B716572A7D61}"/>
                    </a:ext>
                  </a:extLst>
                </p14:cNvPr>
                <p14:cNvContentPartPr/>
                <p14:nvPr/>
              </p14:nvContentPartPr>
              <p14:xfrm>
                <a:off x="9924867" y="2459427"/>
                <a:ext cx="600840" cy="12402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8362374-C516-8251-EA5D-B716572A7D6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918747" y="2453307"/>
                  <a:ext cx="613080" cy="12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D9769B4-2004-6AAE-E2A0-C4C0D978F955}"/>
                    </a:ext>
                  </a:extLst>
                </p14:cNvPr>
                <p14:cNvContentPartPr/>
                <p14:nvPr/>
              </p14:nvContentPartPr>
              <p14:xfrm>
                <a:off x="10737747" y="2913387"/>
                <a:ext cx="702720" cy="5263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D9769B4-2004-6AAE-E2A0-C4C0D978F95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731627" y="2907267"/>
                  <a:ext cx="714960" cy="53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D8F91AC-CD26-1C17-3F43-C95BB1A35A28}"/>
                    </a:ext>
                  </a:extLst>
                </p14:cNvPr>
                <p14:cNvContentPartPr/>
                <p14:nvPr/>
              </p14:nvContentPartPr>
              <p14:xfrm>
                <a:off x="11483307" y="2716827"/>
                <a:ext cx="319320" cy="7020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D8F91AC-CD26-1C17-3F43-C95BB1A35A2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1477187" y="2710707"/>
                  <a:ext cx="331560" cy="71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1AD8F4E-BA24-3670-C572-757E99F9103A}"/>
                    </a:ext>
                  </a:extLst>
                </p14:cNvPr>
                <p14:cNvContentPartPr/>
                <p14:nvPr/>
              </p14:nvContentPartPr>
              <p14:xfrm>
                <a:off x="11760507" y="2850747"/>
                <a:ext cx="194040" cy="8150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1AD8F4E-BA24-3670-C572-757E99F9103A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754027" y="2844627"/>
                  <a:ext cx="206280" cy="82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4028993-79CC-6CCB-DA4F-FAA91512CF8F}"/>
                    </a:ext>
                  </a:extLst>
                </p14:cNvPr>
                <p14:cNvContentPartPr/>
                <p14:nvPr/>
              </p14:nvContentPartPr>
              <p14:xfrm>
                <a:off x="11596707" y="2391027"/>
                <a:ext cx="461520" cy="17438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4028993-79CC-6CCB-DA4F-FAA91512CF8F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590587" y="2384907"/>
                  <a:ext cx="473760" cy="175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363BA193-36F9-8A9D-15A2-1CE6DF2436E1}"/>
                    </a:ext>
                  </a:extLst>
                </p14:cNvPr>
                <p14:cNvContentPartPr/>
                <p14:nvPr/>
              </p14:nvContentPartPr>
              <p14:xfrm>
                <a:off x="6692427" y="3642747"/>
                <a:ext cx="2196360" cy="1602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363BA193-36F9-8A9D-15A2-1CE6DF2436E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686307" y="3636627"/>
                  <a:ext cx="220860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56AD847-0105-6E81-0F91-B5CF3C34D870}"/>
                    </a:ext>
                  </a:extLst>
                </p14:cNvPr>
                <p14:cNvContentPartPr/>
                <p14:nvPr/>
              </p14:nvContentPartPr>
              <p14:xfrm>
                <a:off x="8638947" y="389427"/>
                <a:ext cx="2919600" cy="15141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56AD847-0105-6E81-0F91-B5CF3C34D87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632827" y="383307"/>
                  <a:ext cx="2931840" cy="152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3592F065-59C8-4E5F-0441-FD11CEC46BB1}"/>
                    </a:ext>
                  </a:extLst>
                </p14:cNvPr>
                <p14:cNvContentPartPr/>
                <p14:nvPr/>
              </p14:nvContentPartPr>
              <p14:xfrm>
                <a:off x="10018467" y="129507"/>
                <a:ext cx="1146240" cy="3261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3592F065-59C8-4E5F-0441-FD11CEC46BB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012347" y="123387"/>
                  <a:ext cx="1158480" cy="33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210A01A-5DA1-B323-B409-4838643AE6C9}"/>
                    </a:ext>
                  </a:extLst>
                </p14:cNvPr>
                <p14:cNvContentPartPr/>
                <p14:nvPr/>
              </p14:nvContentPartPr>
              <p14:xfrm>
                <a:off x="9987507" y="272067"/>
                <a:ext cx="1287360" cy="4356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210A01A-5DA1-B323-B409-4838643AE6C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981387" y="265947"/>
                  <a:ext cx="1299600" cy="44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4A448C3-A2BE-16A1-2A7E-5DD2849ED169}"/>
                    </a:ext>
                  </a:extLst>
                </p14:cNvPr>
                <p14:cNvContentPartPr/>
                <p14:nvPr/>
              </p14:nvContentPartPr>
              <p14:xfrm>
                <a:off x="5825907" y="733947"/>
                <a:ext cx="1600920" cy="5745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4A448C3-A2BE-16A1-2A7E-5DD2849ED16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819787" y="727827"/>
                  <a:ext cx="1613160" cy="58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F30F1D3A-0576-15FD-39A1-4F4C76F70F1A}"/>
                    </a:ext>
                  </a:extLst>
                </p14:cNvPr>
                <p14:cNvContentPartPr/>
                <p14:nvPr/>
              </p14:nvContentPartPr>
              <p14:xfrm>
                <a:off x="4197627" y="318867"/>
                <a:ext cx="63360" cy="7444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F30F1D3A-0576-15FD-39A1-4F4C76F70F1A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191507" y="312747"/>
                  <a:ext cx="75600" cy="75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83EEC30-E7BF-8812-A363-228BFB710FF9}"/>
                    </a:ext>
                  </a:extLst>
                </p14:cNvPr>
                <p14:cNvContentPartPr/>
                <p14:nvPr/>
              </p14:nvContentPartPr>
              <p14:xfrm>
                <a:off x="4110147" y="-102333"/>
                <a:ext cx="833760" cy="10558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583EEC30-E7BF-8812-A363-228BFB710FF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104027" y="-108453"/>
                  <a:ext cx="846000" cy="10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F9467F2-B95F-DDCE-1CAC-A3D237B43AB7}"/>
                    </a:ext>
                  </a:extLst>
                </p14:cNvPr>
                <p14:cNvContentPartPr/>
                <p14:nvPr/>
              </p14:nvContentPartPr>
              <p14:xfrm>
                <a:off x="4745187" y="60373"/>
                <a:ext cx="1814400" cy="9939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F9467F2-B95F-DDCE-1CAC-A3D237B43AB7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739067" y="54253"/>
                  <a:ext cx="1826640" cy="10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AE751383-83AF-BBF7-4941-F363C0D3C3AB}"/>
                    </a:ext>
                  </a:extLst>
                </p14:cNvPr>
                <p14:cNvContentPartPr/>
                <p14:nvPr/>
              </p14:nvContentPartPr>
              <p14:xfrm>
                <a:off x="7215867" y="337213"/>
                <a:ext cx="1155960" cy="14814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AE751383-83AF-BBF7-4941-F363C0D3C3A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209747" y="331093"/>
                  <a:ext cx="1168200" cy="149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534B2AE7-6E13-46C9-0806-D6F57EB3C76F}"/>
              </a:ext>
            </a:extLst>
          </p:cNvPr>
          <p:cNvGrpSpPr/>
          <p:nvPr/>
        </p:nvGrpSpPr>
        <p:grpSpPr>
          <a:xfrm>
            <a:off x="8616267" y="4056373"/>
            <a:ext cx="1715400" cy="1617120"/>
            <a:chOff x="8616267" y="4056373"/>
            <a:chExt cx="1715400" cy="1617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1DA3CD1D-C928-1730-61DA-F378F88F7D7D}"/>
                    </a:ext>
                  </a:extLst>
                </p14:cNvPr>
                <p14:cNvContentPartPr/>
                <p14:nvPr/>
              </p14:nvContentPartPr>
              <p14:xfrm>
                <a:off x="9177867" y="4391893"/>
                <a:ext cx="502200" cy="9032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1DA3CD1D-C928-1730-61DA-F378F88F7D7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171747" y="4385773"/>
                  <a:ext cx="514440" cy="9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FE15741-64C0-8927-D9B4-E15E89264996}"/>
                    </a:ext>
                  </a:extLst>
                </p14:cNvPr>
                <p14:cNvContentPartPr/>
                <p14:nvPr/>
              </p14:nvContentPartPr>
              <p14:xfrm>
                <a:off x="9311427" y="4917493"/>
                <a:ext cx="243720" cy="964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FE15741-64C0-8927-D9B4-E15E89264996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305307" y="4911373"/>
                  <a:ext cx="25596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DECC6EF6-A1D3-86D4-EB84-60F49516DFEA}"/>
                    </a:ext>
                  </a:extLst>
                </p14:cNvPr>
                <p14:cNvContentPartPr/>
                <p14:nvPr/>
              </p14:nvContentPartPr>
              <p14:xfrm>
                <a:off x="9087147" y="4443373"/>
                <a:ext cx="667080" cy="11041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DECC6EF6-A1D3-86D4-EB84-60F49516DFEA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081027" y="4437253"/>
                  <a:ext cx="679320" cy="11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68BAC8D4-D20F-CDAE-F296-44BD7DC545C1}"/>
                    </a:ext>
                  </a:extLst>
                </p14:cNvPr>
                <p14:cNvContentPartPr/>
                <p14:nvPr/>
              </p14:nvContentPartPr>
              <p14:xfrm>
                <a:off x="9259947" y="5058253"/>
                <a:ext cx="352080" cy="1393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68BAC8D4-D20F-CDAE-F296-44BD7DC545C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253827" y="5052133"/>
                  <a:ext cx="36432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923B2733-78C1-9458-FFDF-5987FCCF08B8}"/>
                    </a:ext>
                  </a:extLst>
                </p14:cNvPr>
                <p14:cNvContentPartPr/>
                <p14:nvPr/>
              </p14:nvContentPartPr>
              <p14:xfrm>
                <a:off x="8616267" y="4056373"/>
                <a:ext cx="1715400" cy="16171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923B2733-78C1-9458-FFDF-5987FCCF08B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610147" y="4050253"/>
                  <a:ext cx="1727640" cy="1629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3914814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F9CE3-7BE9-DFED-774B-4C53C0F45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F5C3494E-45E2-A284-415E-D63F1E246DFE}"/>
                  </a:ext>
                </a:extLst>
              </p14:cNvPr>
              <p14:cNvContentPartPr/>
              <p14:nvPr/>
            </p14:nvContentPartPr>
            <p14:xfrm>
              <a:off x="2094147" y="5233587"/>
              <a:ext cx="30600" cy="23184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F5C3494E-45E2-A284-415E-D63F1E246D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88027" y="5227467"/>
                <a:ext cx="42840" cy="24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D59AF9E2-AA8C-F7A6-8864-83D1F654C604}"/>
                  </a:ext>
                </a:extLst>
              </p14:cNvPr>
              <p14:cNvContentPartPr/>
              <p14:nvPr/>
            </p14:nvContentPartPr>
            <p14:xfrm>
              <a:off x="11017107" y="1780827"/>
              <a:ext cx="509400" cy="1188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D59AF9E2-AA8C-F7A6-8864-83D1F654C60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010987" y="1774347"/>
                <a:ext cx="521640" cy="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ACD66D00-29FC-81B9-4B76-ED044C6A2CF6}"/>
                  </a:ext>
                </a:extLst>
              </p14:cNvPr>
              <p14:cNvContentPartPr/>
              <p14:nvPr/>
            </p14:nvContentPartPr>
            <p14:xfrm>
              <a:off x="2432547" y="2024547"/>
              <a:ext cx="4519440" cy="143388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ACD66D00-29FC-81B9-4B76-ED044C6A2CF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26427" y="2018427"/>
                <a:ext cx="4531680" cy="144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435F9DD-E5FF-1FB7-13C0-8CF947E5D38D}"/>
                  </a:ext>
                </a:extLst>
              </p14:cNvPr>
              <p14:cNvContentPartPr/>
              <p14:nvPr/>
            </p14:nvContentPartPr>
            <p14:xfrm>
              <a:off x="4343427" y="2099067"/>
              <a:ext cx="694440" cy="19879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435F9DD-E5FF-1FB7-13C0-8CF947E5D38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337307" y="2092947"/>
                <a:ext cx="706680" cy="200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1636D9A-AB39-3877-084B-C7491AA2CDCD}"/>
                  </a:ext>
                </a:extLst>
              </p14:cNvPr>
              <p14:cNvContentPartPr/>
              <p14:nvPr/>
            </p14:nvContentPartPr>
            <p14:xfrm>
              <a:off x="4290507" y="4280307"/>
              <a:ext cx="532800" cy="3978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1636D9A-AB39-3877-084B-C7491AA2CDC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284387" y="4274187"/>
                <a:ext cx="545040" cy="41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A11149D-13CF-0BC3-1D8F-CFFAC70B8A27}"/>
                  </a:ext>
                </a:extLst>
              </p14:cNvPr>
              <p14:cNvContentPartPr/>
              <p14:nvPr/>
            </p14:nvContentPartPr>
            <p14:xfrm>
              <a:off x="4847787" y="4525827"/>
              <a:ext cx="400680" cy="2869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A11149D-13CF-0BC3-1D8F-CFFAC70B8A2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841667" y="4519707"/>
                <a:ext cx="412920" cy="29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F1C8AE0C-2F4C-B367-2D06-70AC40810AF9}"/>
                  </a:ext>
                </a:extLst>
              </p14:cNvPr>
              <p14:cNvContentPartPr/>
              <p14:nvPr/>
            </p14:nvContentPartPr>
            <p14:xfrm>
              <a:off x="1863387" y="1066587"/>
              <a:ext cx="1048680" cy="115236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F1C8AE0C-2F4C-B367-2D06-70AC40810AF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857267" y="1060467"/>
                <a:ext cx="1060920" cy="116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4E477007-07C9-4E81-DCED-D3CF1AAEE476}"/>
                  </a:ext>
                </a:extLst>
              </p14:cNvPr>
              <p14:cNvContentPartPr/>
              <p14:nvPr/>
            </p14:nvContentPartPr>
            <p14:xfrm>
              <a:off x="2601747" y="1415787"/>
              <a:ext cx="1523520" cy="38952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4E477007-07C9-4E81-DCED-D3CF1AAEE47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595627" y="1409667"/>
                <a:ext cx="1535760" cy="40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D041DCB1-6208-391E-DFAC-0210F0FDB2A4}"/>
                  </a:ext>
                </a:extLst>
              </p14:cNvPr>
              <p14:cNvContentPartPr/>
              <p14:nvPr/>
            </p14:nvContentPartPr>
            <p14:xfrm>
              <a:off x="1360467" y="3878187"/>
              <a:ext cx="1463760" cy="140976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D041DCB1-6208-391E-DFAC-0210F0FDB2A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354347" y="3872067"/>
                <a:ext cx="1476000" cy="142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77A975A5-FEC5-B322-AD72-42D31B47B0D1}"/>
                  </a:ext>
                </a:extLst>
              </p14:cNvPr>
              <p14:cNvContentPartPr/>
              <p14:nvPr/>
            </p14:nvContentPartPr>
            <p14:xfrm>
              <a:off x="3750507" y="3949107"/>
              <a:ext cx="1930320" cy="150048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77A975A5-FEC5-B322-AD72-42D31B47B0D1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744387" y="3942987"/>
                <a:ext cx="1942560" cy="151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E66E7E98-14D3-4DC7-3D12-72DDF8EE7365}"/>
                  </a:ext>
                </a:extLst>
              </p14:cNvPr>
              <p14:cNvContentPartPr/>
              <p14:nvPr/>
            </p14:nvContentPartPr>
            <p14:xfrm>
              <a:off x="1888227" y="4965747"/>
              <a:ext cx="780480" cy="21420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E66E7E98-14D3-4DC7-3D12-72DDF8EE7365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882107" y="4959627"/>
                <a:ext cx="792720" cy="22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E19FB214-0755-C52A-BE4B-9E8B9CCC7A57}"/>
                  </a:ext>
                </a:extLst>
              </p14:cNvPr>
              <p14:cNvContentPartPr/>
              <p14:nvPr/>
            </p14:nvContentPartPr>
            <p14:xfrm>
              <a:off x="4277547" y="4974747"/>
              <a:ext cx="694800" cy="9504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E19FB214-0755-C52A-BE4B-9E8B9CCC7A57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271427" y="4968627"/>
                <a:ext cx="707040" cy="10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6A538850-E785-77E9-B886-8135B6ADD47C}"/>
                  </a:ext>
                </a:extLst>
              </p14:cNvPr>
              <p14:cNvContentPartPr/>
              <p14:nvPr/>
            </p14:nvContentPartPr>
            <p14:xfrm>
              <a:off x="6712227" y="5461827"/>
              <a:ext cx="514080" cy="1260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6A538850-E785-77E9-B886-8135B6ADD47C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706107" y="5455707"/>
                <a:ext cx="526320" cy="2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B5F8FE39-A6ED-F8DC-5181-09CC298D45F3}"/>
                  </a:ext>
                </a:extLst>
              </p14:cNvPr>
              <p14:cNvContentPartPr/>
              <p14:nvPr/>
            </p14:nvContentPartPr>
            <p14:xfrm>
              <a:off x="1379907" y="4956027"/>
              <a:ext cx="1095120" cy="13284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B5F8FE39-A6ED-F8DC-5181-09CC298D45F3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373787" y="4949907"/>
                <a:ext cx="1107360" cy="14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CABB2533-9046-B7BF-24D9-3F37B11E02AA}"/>
                  </a:ext>
                </a:extLst>
              </p14:cNvPr>
              <p14:cNvContentPartPr/>
              <p14:nvPr/>
            </p14:nvContentPartPr>
            <p14:xfrm>
              <a:off x="3853827" y="4985547"/>
              <a:ext cx="1150560" cy="7380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CABB2533-9046-B7BF-24D9-3F37B11E02AA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847707" y="4979427"/>
                <a:ext cx="1162800" cy="8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7BCDAE06-BC7F-754E-C4BF-FC472A6CEDD6}"/>
                  </a:ext>
                </a:extLst>
              </p14:cNvPr>
              <p14:cNvContentPartPr/>
              <p14:nvPr/>
            </p14:nvContentPartPr>
            <p14:xfrm>
              <a:off x="2105307" y="346227"/>
              <a:ext cx="349560" cy="68184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7BCDAE06-BC7F-754E-C4BF-FC472A6CEDD6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099187" y="340107"/>
                <a:ext cx="361800" cy="69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3969A939-B267-9884-3AC6-EC38B1A1D2F4}"/>
                  </a:ext>
                </a:extLst>
              </p14:cNvPr>
              <p14:cNvContentPartPr/>
              <p14:nvPr/>
            </p14:nvContentPartPr>
            <p14:xfrm>
              <a:off x="5317227" y="5322507"/>
              <a:ext cx="29520" cy="360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3969A939-B267-9884-3AC6-EC38B1A1D2F4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311107" y="5316387"/>
                <a:ext cx="41760" cy="1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524C9634-E1A8-D98A-B69E-8DE0B5738F0D}"/>
                  </a:ext>
                </a:extLst>
              </p14:cNvPr>
              <p14:cNvContentPartPr/>
              <p14:nvPr/>
            </p14:nvContentPartPr>
            <p14:xfrm>
              <a:off x="2401227" y="87387"/>
              <a:ext cx="133920" cy="36144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524C9634-E1A8-D98A-B69E-8DE0B5738F0D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395107" y="81267"/>
                <a:ext cx="146160" cy="37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14FE2A07-35C6-A659-C925-AAE704F700B2}"/>
                  </a:ext>
                </a:extLst>
              </p14:cNvPr>
              <p14:cNvContentPartPr/>
              <p14:nvPr/>
            </p14:nvContentPartPr>
            <p14:xfrm>
              <a:off x="4354947" y="231387"/>
              <a:ext cx="260640" cy="6696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14FE2A07-35C6-A659-C925-AAE704F700B2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348827" y="225267"/>
                <a:ext cx="272880" cy="7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C5A5EA40-1A45-B713-BC8A-63E357232D27}"/>
                  </a:ext>
                </a:extLst>
              </p14:cNvPr>
              <p14:cNvContentPartPr/>
              <p14:nvPr/>
            </p14:nvContentPartPr>
            <p14:xfrm>
              <a:off x="7377867" y="250107"/>
              <a:ext cx="1800" cy="108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C5A5EA40-1A45-B713-BC8A-63E357232D27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371747" y="243987"/>
                <a:ext cx="14040" cy="1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E58ADEBC-1CB0-6A71-74A4-128730F8B043}"/>
                  </a:ext>
                </a:extLst>
              </p14:cNvPr>
              <p14:cNvContentPartPr/>
              <p14:nvPr/>
            </p14:nvContentPartPr>
            <p14:xfrm>
              <a:off x="2504547" y="159027"/>
              <a:ext cx="223560" cy="64116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E58ADEBC-1CB0-6A71-74A4-128730F8B043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498427" y="152907"/>
                <a:ext cx="235800" cy="65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EA0450B6-B2BA-FF5E-79A9-E766CA6BE5DA}"/>
                  </a:ext>
                </a:extLst>
              </p14:cNvPr>
              <p14:cNvContentPartPr/>
              <p14:nvPr/>
            </p14:nvContentPartPr>
            <p14:xfrm>
              <a:off x="2868867" y="397347"/>
              <a:ext cx="21960" cy="35676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EA0450B6-B2BA-FF5E-79A9-E766CA6BE5DA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2862747" y="391227"/>
                <a:ext cx="34200" cy="36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E957181D-26AB-EB9A-DD4B-C432525FEE10}"/>
                  </a:ext>
                </a:extLst>
              </p14:cNvPr>
              <p14:cNvContentPartPr/>
              <p14:nvPr/>
            </p14:nvContentPartPr>
            <p14:xfrm>
              <a:off x="5083227" y="1447107"/>
              <a:ext cx="1230120" cy="21672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E957181D-26AB-EB9A-DD4B-C432525FEE10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077107" y="1440987"/>
                <a:ext cx="1242360" cy="22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B5BAB485-06E5-E48F-72CF-BCEB6E9E13D0}"/>
                  </a:ext>
                </a:extLst>
              </p14:cNvPr>
              <p14:cNvContentPartPr/>
              <p14:nvPr/>
            </p14:nvContentPartPr>
            <p14:xfrm>
              <a:off x="4016187" y="1170267"/>
              <a:ext cx="980640" cy="108144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B5BAB485-06E5-E48F-72CF-BCEB6E9E13D0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010067" y="1164147"/>
                <a:ext cx="992880" cy="109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26B77AA6-5A43-C189-CDED-83973AB1B981}"/>
                  </a:ext>
                </a:extLst>
              </p14:cNvPr>
              <p14:cNvContentPartPr/>
              <p14:nvPr/>
            </p14:nvContentPartPr>
            <p14:xfrm>
              <a:off x="4419027" y="350907"/>
              <a:ext cx="205200" cy="96984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26B77AA6-5A43-C189-CDED-83973AB1B981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4412907" y="344787"/>
                <a:ext cx="217440" cy="98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E2749004-67A5-D980-AE3F-919FA0EA379B}"/>
                  </a:ext>
                </a:extLst>
              </p14:cNvPr>
              <p14:cNvContentPartPr/>
              <p14:nvPr/>
            </p14:nvContentPartPr>
            <p14:xfrm>
              <a:off x="4925187" y="72627"/>
              <a:ext cx="257760" cy="63468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E2749004-67A5-D980-AE3F-919FA0EA379B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4919067" y="66507"/>
                <a:ext cx="270000" cy="64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37EAA75F-66E9-0344-FD9C-3AD7AAEE6830}"/>
                  </a:ext>
                </a:extLst>
              </p14:cNvPr>
              <p14:cNvContentPartPr/>
              <p14:nvPr/>
            </p14:nvContentPartPr>
            <p14:xfrm>
              <a:off x="5362947" y="384387"/>
              <a:ext cx="295560" cy="29880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37EAA75F-66E9-0344-FD9C-3AD7AAEE6830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5356827" y="378267"/>
                <a:ext cx="307800" cy="31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02C9D6B4-DEDC-46D3-FB81-9F99500A692C}"/>
                  </a:ext>
                </a:extLst>
              </p14:cNvPr>
              <p14:cNvContentPartPr/>
              <p14:nvPr/>
            </p14:nvContentPartPr>
            <p14:xfrm>
              <a:off x="2831067" y="1598667"/>
              <a:ext cx="1410120" cy="17172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02C9D6B4-DEDC-46D3-FB81-9F99500A692C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2824947" y="1592547"/>
                <a:ext cx="1422360" cy="18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8B577D7B-1332-C149-F99A-AC0ACEDA5603}"/>
                  </a:ext>
                </a:extLst>
              </p14:cNvPr>
              <p14:cNvContentPartPr/>
              <p14:nvPr/>
            </p14:nvContentPartPr>
            <p14:xfrm>
              <a:off x="5136147" y="1458267"/>
              <a:ext cx="1346400" cy="41616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8B577D7B-1332-C149-F99A-AC0ACEDA5603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5130027" y="1452147"/>
                <a:ext cx="1358640" cy="42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B07ACC4-A916-3466-B773-786B0CB7E498}"/>
                  </a:ext>
                </a:extLst>
              </p14:cNvPr>
              <p14:cNvContentPartPr/>
              <p14:nvPr/>
            </p14:nvContentPartPr>
            <p14:xfrm>
              <a:off x="6774507" y="2149827"/>
              <a:ext cx="701280" cy="20887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B07ACC4-A916-3466-B773-786B0CB7E498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6768387" y="2143707"/>
                <a:ext cx="713520" cy="210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D9408315-BDED-3DFD-6C49-55D9A4C5925D}"/>
                  </a:ext>
                </a:extLst>
              </p14:cNvPr>
              <p14:cNvContentPartPr/>
              <p14:nvPr/>
            </p14:nvContentPartPr>
            <p14:xfrm>
              <a:off x="6755787" y="4451667"/>
              <a:ext cx="460080" cy="2872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D9408315-BDED-3DFD-6C49-55D9A4C5925D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6749667" y="4445547"/>
                <a:ext cx="472320" cy="29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4340291B-7ABE-7351-C19D-F6C5C4FC678D}"/>
                  </a:ext>
                </a:extLst>
              </p14:cNvPr>
              <p14:cNvContentPartPr/>
              <p14:nvPr/>
            </p14:nvContentPartPr>
            <p14:xfrm>
              <a:off x="7409547" y="4678107"/>
              <a:ext cx="233640" cy="61884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4340291B-7ABE-7351-C19D-F6C5C4FC678D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7403427" y="4671987"/>
                <a:ext cx="245880" cy="63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8940492-8115-DCF8-EF58-1007281F0C77}"/>
                  </a:ext>
                </a:extLst>
              </p14:cNvPr>
              <p14:cNvContentPartPr/>
              <p14:nvPr/>
            </p14:nvContentPartPr>
            <p14:xfrm>
              <a:off x="6444387" y="1186827"/>
              <a:ext cx="1404360" cy="1256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8940492-8115-DCF8-EF58-1007281F0C77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6438267" y="1180707"/>
                <a:ext cx="1416600" cy="126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2AAF3334-4747-5E0D-C020-7A17240E6FDC}"/>
                  </a:ext>
                </a:extLst>
              </p14:cNvPr>
              <p14:cNvContentPartPr/>
              <p14:nvPr/>
            </p14:nvContentPartPr>
            <p14:xfrm>
              <a:off x="6408027" y="5510427"/>
              <a:ext cx="1209240" cy="10692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2AAF3334-4747-5E0D-C020-7A17240E6FDC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6401907" y="5504307"/>
                <a:ext cx="1221480" cy="11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48C8E258-3162-D2F0-2CC2-FE72727E45DA}"/>
                  </a:ext>
                </a:extLst>
              </p14:cNvPr>
              <p14:cNvContentPartPr/>
              <p14:nvPr/>
            </p14:nvContentPartPr>
            <p14:xfrm>
              <a:off x="6334947" y="4231347"/>
              <a:ext cx="1909080" cy="159660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48C8E258-3162-D2F0-2CC2-FE72727E45DA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6328827" y="4225227"/>
                <a:ext cx="1921320" cy="160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89E2EF41-DBEB-1191-5CBF-CECE53FF46AB}"/>
                  </a:ext>
                </a:extLst>
              </p14:cNvPr>
              <p14:cNvContentPartPr/>
              <p14:nvPr/>
            </p14:nvContentPartPr>
            <p14:xfrm>
              <a:off x="7477227" y="528027"/>
              <a:ext cx="762480" cy="86040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89E2EF41-DBEB-1191-5CBF-CECE53FF46AB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7471107" y="521907"/>
                <a:ext cx="774720" cy="87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3D2B5D9D-93F4-EA0C-CE6C-5DD53E46093C}"/>
                  </a:ext>
                </a:extLst>
              </p14:cNvPr>
              <p14:cNvContentPartPr/>
              <p14:nvPr/>
            </p14:nvContentPartPr>
            <p14:xfrm>
              <a:off x="8410347" y="307347"/>
              <a:ext cx="51840" cy="77112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3D2B5D9D-93F4-EA0C-CE6C-5DD53E46093C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8404227" y="301227"/>
                <a:ext cx="64080" cy="78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B7F4F393-AA4C-31FE-1F23-176FCEE5D941}"/>
                  </a:ext>
                </a:extLst>
              </p14:cNvPr>
              <p14:cNvContentPartPr/>
              <p14:nvPr/>
            </p14:nvContentPartPr>
            <p14:xfrm>
              <a:off x="8319627" y="291147"/>
              <a:ext cx="725760" cy="82476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B7F4F393-AA4C-31FE-1F23-176FCEE5D941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8313507" y="285027"/>
                <a:ext cx="738000" cy="83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0403C72A-6C64-146B-4056-70B38FBD240E}"/>
                  </a:ext>
                </a:extLst>
              </p14:cNvPr>
              <p14:cNvContentPartPr/>
              <p14:nvPr/>
            </p14:nvContentPartPr>
            <p14:xfrm>
              <a:off x="7412067" y="1512987"/>
              <a:ext cx="360" cy="36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0403C72A-6C64-146B-4056-70B38FBD240E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7405947" y="1506867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C865448B-F4A8-06F2-5B9D-D959904D65FC}"/>
                  </a:ext>
                </a:extLst>
              </p14:cNvPr>
              <p14:cNvContentPartPr/>
              <p14:nvPr/>
            </p14:nvContentPartPr>
            <p14:xfrm>
              <a:off x="7482627" y="1317507"/>
              <a:ext cx="360" cy="36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C865448B-F4A8-06F2-5B9D-D959904D65FC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7476507" y="1311387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1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500CADA3-F850-ADA8-8571-B65F3EB2DEE2}"/>
                  </a:ext>
                </a:extLst>
              </p14:cNvPr>
              <p14:cNvContentPartPr/>
              <p14:nvPr/>
            </p14:nvContentPartPr>
            <p14:xfrm>
              <a:off x="7471107" y="1331907"/>
              <a:ext cx="360" cy="36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500CADA3-F850-ADA8-8571-B65F3EB2DEE2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7464987" y="1325787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B17FC7EC-6E6A-B582-00BD-DE25459725FC}"/>
                  </a:ext>
                </a:extLst>
              </p14:cNvPr>
              <p14:cNvContentPartPr/>
              <p14:nvPr/>
            </p14:nvContentPartPr>
            <p14:xfrm>
              <a:off x="7066107" y="447027"/>
              <a:ext cx="163080" cy="70560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B17FC7EC-6E6A-B582-00BD-DE25459725FC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7059987" y="440907"/>
                <a:ext cx="175320" cy="71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B78363E5-0729-4969-B6B8-C08E38539823}"/>
                  </a:ext>
                </a:extLst>
              </p14:cNvPr>
              <p14:cNvContentPartPr/>
              <p14:nvPr/>
            </p14:nvContentPartPr>
            <p14:xfrm>
              <a:off x="7336107" y="114027"/>
              <a:ext cx="235800" cy="44712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B78363E5-0729-4969-B6B8-C08E38539823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7329987" y="107907"/>
                <a:ext cx="248040" cy="45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6F62E37A-EFA3-730B-2C4E-28309A473F2E}"/>
                  </a:ext>
                </a:extLst>
              </p14:cNvPr>
              <p14:cNvContentPartPr/>
              <p14:nvPr/>
            </p14:nvContentPartPr>
            <p14:xfrm>
              <a:off x="7798707" y="344787"/>
              <a:ext cx="164520" cy="48852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6F62E37A-EFA3-730B-2C4E-28309A473F2E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7792587" y="338667"/>
                <a:ext cx="176760" cy="50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06010225-15B7-C831-6A34-72CB74DE44C9}"/>
                  </a:ext>
                </a:extLst>
              </p14:cNvPr>
              <p14:cNvContentPartPr/>
              <p14:nvPr/>
            </p14:nvContentPartPr>
            <p14:xfrm>
              <a:off x="7920387" y="1776867"/>
              <a:ext cx="1900080" cy="12600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06010225-15B7-C831-6A34-72CB74DE44C9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7914267" y="1770747"/>
                <a:ext cx="1912320" cy="13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717028FF-2205-40CB-5620-D7AAF1878835}"/>
                  </a:ext>
                </a:extLst>
              </p14:cNvPr>
              <p14:cNvContentPartPr/>
              <p14:nvPr/>
            </p14:nvContentPartPr>
            <p14:xfrm>
              <a:off x="10374867" y="1788747"/>
              <a:ext cx="131400" cy="900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717028FF-2205-40CB-5620-D7AAF1878835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0368747" y="1782627"/>
                <a:ext cx="14364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9E86DF17-91D6-07C3-F222-6390DBA5FC7F}"/>
                  </a:ext>
                </a:extLst>
              </p14:cNvPr>
              <p14:cNvContentPartPr/>
              <p14:nvPr/>
            </p14:nvContentPartPr>
            <p14:xfrm>
              <a:off x="8250867" y="2331627"/>
              <a:ext cx="602640" cy="96300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9E86DF17-91D6-07C3-F222-6390DBA5FC7F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8244747" y="2325507"/>
                <a:ext cx="614880" cy="97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C11F14C5-6FFC-1D45-AF37-3904A130319C}"/>
                  </a:ext>
                </a:extLst>
              </p14:cNvPr>
              <p14:cNvContentPartPr/>
              <p14:nvPr/>
            </p14:nvContentPartPr>
            <p14:xfrm>
              <a:off x="8940987" y="2506587"/>
              <a:ext cx="702000" cy="75348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C11F14C5-6FFC-1D45-AF37-3904A130319C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8934867" y="2500467"/>
                <a:ext cx="714240" cy="76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E336BC6F-EBA5-D385-F7CC-84A59F039985}"/>
                  </a:ext>
                </a:extLst>
              </p14:cNvPr>
              <p14:cNvContentPartPr/>
              <p14:nvPr/>
            </p14:nvContentPartPr>
            <p14:xfrm>
              <a:off x="9600507" y="2592267"/>
              <a:ext cx="360" cy="180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E336BC6F-EBA5-D385-F7CC-84A59F039985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9594387" y="2586147"/>
                <a:ext cx="12600" cy="1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314E15F3-04AB-65A1-8595-6E1F12B55558}"/>
                  </a:ext>
                </a:extLst>
              </p14:cNvPr>
              <p14:cNvContentPartPr/>
              <p14:nvPr/>
            </p14:nvContentPartPr>
            <p14:xfrm>
              <a:off x="9743067" y="2866947"/>
              <a:ext cx="302040" cy="57420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314E15F3-04AB-65A1-8595-6E1F12B55558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9736947" y="2860827"/>
                <a:ext cx="314280" cy="58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AFF8CC44-AE5C-DC38-CFB2-472D08A4AB75}"/>
                  </a:ext>
                </a:extLst>
              </p14:cNvPr>
              <p14:cNvContentPartPr/>
              <p14:nvPr/>
            </p14:nvContentPartPr>
            <p14:xfrm>
              <a:off x="8079147" y="2042907"/>
              <a:ext cx="2569680" cy="174276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AFF8CC44-AE5C-DC38-CFB2-472D08A4AB75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8073027" y="2036787"/>
                <a:ext cx="2581920" cy="175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25B257C4-17E2-9569-047C-1D84BAFEA09E}"/>
                  </a:ext>
                </a:extLst>
              </p14:cNvPr>
              <p14:cNvContentPartPr/>
              <p14:nvPr/>
            </p14:nvContentPartPr>
            <p14:xfrm>
              <a:off x="7812027" y="2714307"/>
              <a:ext cx="30240" cy="612360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25B257C4-17E2-9569-047C-1D84BAFEA09E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7805907" y="2708187"/>
                <a:ext cx="42480" cy="62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6D6C0D2E-50BE-4BA7-4772-C47C33EC3BFA}"/>
                  </a:ext>
                </a:extLst>
              </p14:cNvPr>
              <p14:cNvContentPartPr/>
              <p14:nvPr/>
            </p14:nvContentPartPr>
            <p14:xfrm>
              <a:off x="7929027" y="2511987"/>
              <a:ext cx="290160" cy="99540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6D6C0D2E-50BE-4BA7-4772-C47C33EC3BFA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7922907" y="2505867"/>
                <a:ext cx="302400" cy="10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2BE185C0-4453-C633-8015-0D495ED79C24}"/>
                  </a:ext>
                </a:extLst>
              </p14:cNvPr>
              <p14:cNvContentPartPr/>
              <p14:nvPr/>
            </p14:nvContentPartPr>
            <p14:xfrm>
              <a:off x="8237547" y="3892587"/>
              <a:ext cx="423720" cy="35460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2BE185C0-4453-C633-8015-0D495ED79C24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8231427" y="3886467"/>
                <a:ext cx="435960" cy="36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B9C7C6EE-2C03-081D-6EA2-357FB3B0CA4C}"/>
                  </a:ext>
                </a:extLst>
              </p14:cNvPr>
              <p14:cNvContentPartPr/>
              <p14:nvPr/>
            </p14:nvContentPartPr>
            <p14:xfrm>
              <a:off x="8571627" y="3783147"/>
              <a:ext cx="241200" cy="79488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B9C7C6EE-2C03-081D-6EA2-357FB3B0CA4C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8565507" y="3777027"/>
                <a:ext cx="253440" cy="80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26AEFC33-6392-E4A8-F28E-7CDD308B40D3}"/>
                  </a:ext>
                </a:extLst>
              </p14:cNvPr>
              <p14:cNvContentPartPr/>
              <p14:nvPr/>
            </p14:nvContentPartPr>
            <p14:xfrm>
              <a:off x="8797707" y="3756867"/>
              <a:ext cx="478800" cy="1326600"/>
            </p14:xfrm>
          </p:contentPart>
        </mc:Choice>
        <mc:Fallback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26AEFC33-6392-E4A8-F28E-7CDD308B40D3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8791587" y="3750747"/>
                <a:ext cx="491040" cy="133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80A6AB59-9517-60BF-1DB4-06872E908963}"/>
                  </a:ext>
                </a:extLst>
              </p14:cNvPr>
              <p14:cNvContentPartPr/>
              <p14:nvPr/>
            </p14:nvContentPartPr>
            <p14:xfrm>
              <a:off x="9382347" y="4095267"/>
              <a:ext cx="575640" cy="65592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80A6AB59-9517-60BF-1DB4-06872E908963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9376227" y="4089147"/>
                <a:ext cx="587880" cy="66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2838F36D-5EEC-28EF-892C-5F1D8297F0DF}"/>
                  </a:ext>
                </a:extLst>
              </p14:cNvPr>
              <p14:cNvContentPartPr/>
              <p14:nvPr/>
            </p14:nvContentPartPr>
            <p14:xfrm>
              <a:off x="9721467" y="4230987"/>
              <a:ext cx="747720" cy="53604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2838F36D-5EEC-28EF-892C-5F1D8297F0DF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9715347" y="4224507"/>
                <a:ext cx="759960" cy="54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F59E11A4-160F-EB2E-986B-7E6C8FCC37FD}"/>
                  </a:ext>
                </a:extLst>
              </p14:cNvPr>
              <p14:cNvContentPartPr/>
              <p14:nvPr/>
            </p14:nvContentPartPr>
            <p14:xfrm>
              <a:off x="10630107" y="4052427"/>
              <a:ext cx="565560" cy="65772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F59E11A4-160F-EB2E-986B-7E6C8FCC37FD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10623987" y="4046307"/>
                <a:ext cx="577800" cy="66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63258509-8774-89C3-CB41-134A346E3E8F}"/>
                  </a:ext>
                </a:extLst>
              </p14:cNvPr>
              <p14:cNvContentPartPr/>
              <p14:nvPr/>
            </p14:nvContentPartPr>
            <p14:xfrm>
              <a:off x="11289627" y="4185267"/>
              <a:ext cx="904680" cy="70884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63258509-8774-89C3-CB41-134A346E3E8F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11283507" y="4179147"/>
                <a:ext cx="916920" cy="72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1A8D6718-93F0-9531-4C79-EA0D8410321D}"/>
                  </a:ext>
                </a:extLst>
              </p14:cNvPr>
              <p14:cNvContentPartPr/>
              <p14:nvPr/>
            </p14:nvContentPartPr>
            <p14:xfrm>
              <a:off x="8924787" y="4765227"/>
              <a:ext cx="2890080" cy="32868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1A8D6718-93F0-9531-4C79-EA0D8410321D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8918667" y="4759107"/>
                <a:ext cx="2902320" cy="34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2F50BE90-47E9-3C9A-0E34-199A3C2D30CD}"/>
                  </a:ext>
                </a:extLst>
              </p14:cNvPr>
              <p14:cNvContentPartPr/>
              <p14:nvPr/>
            </p14:nvContentPartPr>
            <p14:xfrm>
              <a:off x="9192267" y="5202267"/>
              <a:ext cx="305280" cy="756360"/>
            </p14:xfrm>
          </p:contentPart>
        </mc:Choice>
        <mc:Fallback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2F50BE90-47E9-3C9A-0E34-199A3C2D30CD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9186147" y="5196147"/>
                <a:ext cx="317520" cy="76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DC9565C2-5DE9-6EAD-DF25-3535AD3FB828}"/>
                  </a:ext>
                </a:extLst>
              </p14:cNvPr>
              <p14:cNvContentPartPr/>
              <p14:nvPr/>
            </p14:nvContentPartPr>
            <p14:xfrm>
              <a:off x="8875467" y="6053667"/>
              <a:ext cx="163080" cy="443880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DC9565C2-5DE9-6EAD-DF25-3535AD3FB828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8869347" y="6047547"/>
                <a:ext cx="175320" cy="45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B0D7FD47-015F-44E9-D7A3-2B74A1ACA6A0}"/>
                  </a:ext>
                </a:extLst>
              </p14:cNvPr>
              <p14:cNvContentPartPr/>
              <p14:nvPr/>
            </p14:nvContentPartPr>
            <p14:xfrm>
              <a:off x="9104787" y="6149787"/>
              <a:ext cx="788400" cy="443520"/>
            </p14:xfrm>
          </p:contentPart>
        </mc:Choice>
        <mc:Fallback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B0D7FD47-015F-44E9-D7A3-2B74A1ACA6A0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9098667" y="6143667"/>
                <a:ext cx="800640" cy="45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6CD56E4B-B61B-7DC6-8586-114DABDBB0D1}"/>
                  </a:ext>
                </a:extLst>
              </p14:cNvPr>
              <p14:cNvContentPartPr/>
              <p14:nvPr/>
            </p14:nvContentPartPr>
            <p14:xfrm>
              <a:off x="9489267" y="5235387"/>
              <a:ext cx="1194840" cy="447120"/>
            </p14:xfrm>
          </p:contentPart>
        </mc:Choice>
        <mc:Fallback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6CD56E4B-B61B-7DC6-8586-114DABDBB0D1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9483147" y="5229267"/>
                <a:ext cx="1207080" cy="45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D1E94A17-2E67-D929-0B04-F721279F6692}"/>
                  </a:ext>
                </a:extLst>
              </p14:cNvPr>
              <p14:cNvContentPartPr/>
              <p14:nvPr/>
            </p14:nvContentPartPr>
            <p14:xfrm>
              <a:off x="10757907" y="5462187"/>
              <a:ext cx="174960" cy="461160"/>
            </p14:xfrm>
          </p:contentPart>
        </mc:Choice>
        <mc:Fallback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D1E94A17-2E67-D929-0B04-F721279F6692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10751787" y="5456067"/>
                <a:ext cx="187200" cy="47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1A6105CA-B5D8-431A-8493-DEDB2AC9BD1A}"/>
                  </a:ext>
                </a:extLst>
              </p14:cNvPr>
              <p14:cNvContentPartPr/>
              <p14:nvPr/>
            </p14:nvContentPartPr>
            <p14:xfrm>
              <a:off x="11097387" y="5539587"/>
              <a:ext cx="206280" cy="390240"/>
            </p14:xfrm>
          </p:contentPart>
        </mc:Choice>
        <mc:Fallback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1A6105CA-B5D8-431A-8493-DEDB2AC9BD1A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11091267" y="5533467"/>
                <a:ext cx="218520" cy="40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19E1CBC6-3A3C-187C-FCC0-035C6CA9CD86}"/>
                  </a:ext>
                </a:extLst>
              </p14:cNvPr>
              <p14:cNvContentPartPr/>
              <p14:nvPr/>
            </p14:nvContentPartPr>
            <p14:xfrm>
              <a:off x="11411667" y="5579907"/>
              <a:ext cx="483840" cy="27720"/>
            </p14:xfrm>
          </p:contentPart>
        </mc:Choice>
        <mc:Fallback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19E1CBC6-3A3C-187C-FCC0-035C6CA9CD86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11405547" y="5573787"/>
                <a:ext cx="49608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E894EDF4-61F9-0874-F5C2-9A5E5E18192B}"/>
                  </a:ext>
                </a:extLst>
              </p14:cNvPr>
              <p14:cNvContentPartPr/>
              <p14:nvPr/>
            </p14:nvContentPartPr>
            <p14:xfrm>
              <a:off x="11605707" y="5561907"/>
              <a:ext cx="460800" cy="525960"/>
            </p14:xfrm>
          </p:contentPart>
        </mc:Choice>
        <mc:Fallback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E894EDF4-61F9-0874-F5C2-9A5E5E18192B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11599587" y="5555787"/>
                <a:ext cx="473040" cy="53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DAEEB870-B76C-5D02-CEA1-053B2A68C3A2}"/>
                  </a:ext>
                </a:extLst>
              </p14:cNvPr>
              <p14:cNvContentPartPr/>
              <p14:nvPr/>
            </p14:nvContentPartPr>
            <p14:xfrm>
              <a:off x="10830987" y="6110907"/>
              <a:ext cx="1402200" cy="201240"/>
            </p14:xfrm>
          </p:contentPart>
        </mc:Choice>
        <mc:Fallback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DAEEB870-B76C-5D02-CEA1-053B2A68C3A2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10824867" y="6104787"/>
                <a:ext cx="1414440" cy="21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6F35065A-A99C-8D03-0DB3-0FA581FB4604}"/>
                  </a:ext>
                </a:extLst>
              </p14:cNvPr>
              <p14:cNvContentPartPr/>
              <p14:nvPr/>
            </p14:nvContentPartPr>
            <p14:xfrm>
              <a:off x="8788707" y="6328707"/>
              <a:ext cx="1628280" cy="477000"/>
            </p14:xfrm>
          </p:contentPart>
        </mc:Choice>
        <mc:Fallback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6F35065A-A99C-8D03-0DB3-0FA581FB4604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8782587" y="6322587"/>
                <a:ext cx="1640520" cy="48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326E50B7-C1B3-37FF-6AA2-3D955FD30651}"/>
                  </a:ext>
                </a:extLst>
              </p14:cNvPr>
              <p14:cNvContentPartPr/>
              <p14:nvPr/>
            </p14:nvContentPartPr>
            <p14:xfrm>
              <a:off x="10842507" y="6055827"/>
              <a:ext cx="906480" cy="208440"/>
            </p14:xfrm>
          </p:contentPart>
        </mc:Choice>
        <mc:Fallback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326E50B7-C1B3-37FF-6AA2-3D955FD30651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10836387" y="6049707"/>
                <a:ext cx="918720" cy="22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9073CE28-BBF8-066C-1368-C2178BB777FA}"/>
                  </a:ext>
                </a:extLst>
              </p14:cNvPr>
              <p14:cNvContentPartPr/>
              <p14:nvPr/>
            </p14:nvContentPartPr>
            <p14:xfrm>
              <a:off x="1898307" y="5208027"/>
              <a:ext cx="2520" cy="360"/>
            </p14:xfrm>
          </p:contentPart>
        </mc:Choice>
        <mc:Fallback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9073CE28-BBF8-066C-1368-C2178BB777FA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892187" y="5201907"/>
                <a:ext cx="1476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5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D3F403EB-0BA8-FA5A-49AE-8C8FCC319069}"/>
                  </a:ext>
                </a:extLst>
              </p14:cNvPr>
              <p14:cNvContentPartPr/>
              <p14:nvPr/>
            </p14:nvContentPartPr>
            <p14:xfrm>
              <a:off x="4066227" y="5887347"/>
              <a:ext cx="360" cy="360"/>
            </p14:xfrm>
          </p:contentPart>
        </mc:Choice>
        <mc:Fallback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D3F403EB-0BA8-FA5A-49AE-8C8FCC319069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4060107" y="5881227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A0BF5246-55A2-A899-0BA8-FFBFB351138A}"/>
                  </a:ext>
                </a:extLst>
              </p14:cNvPr>
              <p14:cNvContentPartPr/>
              <p14:nvPr/>
            </p14:nvContentPartPr>
            <p14:xfrm>
              <a:off x="6035787" y="5630307"/>
              <a:ext cx="106920" cy="79560"/>
            </p14:xfrm>
          </p:contentPart>
        </mc:Choice>
        <mc:Fallback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A0BF5246-55A2-A899-0BA8-FFBFB351138A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6029667" y="5624187"/>
                <a:ext cx="119160" cy="9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C99FCAE2-AACD-4588-EF1D-62B3E29C4F06}"/>
                  </a:ext>
                </a:extLst>
              </p14:cNvPr>
              <p14:cNvContentPartPr/>
              <p14:nvPr/>
            </p14:nvContentPartPr>
            <p14:xfrm>
              <a:off x="3346587" y="3948747"/>
              <a:ext cx="224280" cy="729360"/>
            </p14:xfrm>
          </p:contentPart>
        </mc:Choice>
        <mc:Fallback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C99FCAE2-AACD-4588-EF1D-62B3E29C4F06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3340467" y="3942627"/>
                <a:ext cx="236520" cy="74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9A135EB5-FD05-9D5A-954C-55C326DA221D}"/>
                  </a:ext>
                </a:extLst>
              </p14:cNvPr>
              <p14:cNvContentPartPr/>
              <p14:nvPr/>
            </p14:nvContentPartPr>
            <p14:xfrm>
              <a:off x="3602547" y="4149267"/>
              <a:ext cx="106920" cy="354240"/>
            </p14:xfrm>
          </p:contentPart>
        </mc:Choice>
        <mc:Fallback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9A135EB5-FD05-9D5A-954C-55C326DA221D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3596427" y="4143147"/>
                <a:ext cx="119160" cy="36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E6351069-A3DC-E5E4-F668-0DB90EDC1D4F}"/>
                  </a:ext>
                </a:extLst>
              </p14:cNvPr>
              <p14:cNvContentPartPr/>
              <p14:nvPr/>
            </p14:nvContentPartPr>
            <p14:xfrm>
              <a:off x="3772107" y="4109307"/>
              <a:ext cx="106200" cy="337320"/>
            </p14:xfrm>
          </p:contentPart>
        </mc:Choice>
        <mc:Fallback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E6351069-A3DC-E5E4-F668-0DB90EDC1D4F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3765987" y="4103187"/>
                <a:ext cx="118440" cy="34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0DE50F27-015A-0986-592E-6333E7D11F8C}"/>
                  </a:ext>
                </a:extLst>
              </p14:cNvPr>
              <p14:cNvContentPartPr/>
              <p14:nvPr/>
            </p14:nvContentPartPr>
            <p14:xfrm>
              <a:off x="4090707" y="4026147"/>
              <a:ext cx="131040" cy="322920"/>
            </p14:xfrm>
          </p:contentPart>
        </mc:Choice>
        <mc:Fallback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0DE50F27-015A-0986-592E-6333E7D11F8C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4084587" y="4020027"/>
                <a:ext cx="143280" cy="33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65F6124D-7404-F0A1-4354-34F20A9DB0DA}"/>
                  </a:ext>
                </a:extLst>
              </p14:cNvPr>
              <p14:cNvContentPartPr/>
              <p14:nvPr/>
            </p14:nvContentPartPr>
            <p14:xfrm>
              <a:off x="4270707" y="3785307"/>
              <a:ext cx="244080" cy="786960"/>
            </p14:xfrm>
          </p:contentPart>
        </mc:Choice>
        <mc:Fallback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65F6124D-7404-F0A1-4354-34F20A9DB0DA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4264587" y="3779187"/>
                <a:ext cx="256320" cy="79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43E2F920-E7D3-88CE-7115-025DFA36678A}"/>
                  </a:ext>
                </a:extLst>
              </p14:cNvPr>
              <p14:cNvContentPartPr/>
              <p14:nvPr/>
            </p14:nvContentPartPr>
            <p14:xfrm>
              <a:off x="5892867" y="3808707"/>
              <a:ext cx="286200" cy="647640"/>
            </p14:xfrm>
          </p:contentPart>
        </mc:Choice>
        <mc:Fallback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43E2F920-E7D3-88CE-7115-025DFA36678A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5886747" y="3802587"/>
                <a:ext cx="298440" cy="65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84090C21-C07B-F9B7-78C3-40ECFFBE161D}"/>
                  </a:ext>
                </a:extLst>
              </p14:cNvPr>
              <p14:cNvContentPartPr/>
              <p14:nvPr/>
            </p14:nvContentPartPr>
            <p14:xfrm>
              <a:off x="6174387" y="3997707"/>
              <a:ext cx="120600" cy="303120"/>
            </p14:xfrm>
          </p:contentPart>
        </mc:Choice>
        <mc:Fallback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84090C21-C07B-F9B7-78C3-40ECFFBE161D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6168267" y="3991587"/>
                <a:ext cx="132840" cy="31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58D4CF13-E7DB-FFFC-DF6F-489ADAD362DB}"/>
                  </a:ext>
                </a:extLst>
              </p14:cNvPr>
              <p14:cNvContentPartPr/>
              <p14:nvPr/>
            </p14:nvContentPartPr>
            <p14:xfrm>
              <a:off x="6349707" y="4010667"/>
              <a:ext cx="207360" cy="370080"/>
            </p14:xfrm>
          </p:contentPart>
        </mc:Choice>
        <mc:Fallback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58D4CF13-E7DB-FFFC-DF6F-489ADAD362DB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6343587" y="4004547"/>
                <a:ext cx="219600" cy="38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4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42F4B655-B71E-A4F7-6316-AF2F19813F79}"/>
                  </a:ext>
                </a:extLst>
              </p14:cNvPr>
              <p14:cNvContentPartPr/>
              <p14:nvPr/>
            </p14:nvContentPartPr>
            <p14:xfrm>
              <a:off x="6673707" y="4012467"/>
              <a:ext cx="135360" cy="367200"/>
            </p14:xfrm>
          </p:contentPart>
        </mc:Choice>
        <mc:Fallback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42F4B655-B71E-A4F7-6316-AF2F19813F79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6667587" y="4006347"/>
                <a:ext cx="147600" cy="37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6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D814E96A-7A0F-C0C4-F6BE-DDCA860F109E}"/>
                  </a:ext>
                </a:extLst>
              </p14:cNvPr>
              <p14:cNvContentPartPr/>
              <p14:nvPr/>
            </p14:nvContentPartPr>
            <p14:xfrm>
              <a:off x="6708267" y="3902667"/>
              <a:ext cx="369360" cy="801000"/>
            </p14:xfrm>
          </p:contentPart>
        </mc:Choice>
        <mc:Fallback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D814E96A-7A0F-C0C4-F6BE-DDCA860F109E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6702147" y="3896547"/>
                <a:ext cx="381600" cy="813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28" name="Group 127">
            <a:extLst>
              <a:ext uri="{FF2B5EF4-FFF2-40B4-BE49-F238E27FC236}">
                <a16:creationId xmlns:a16="http://schemas.microsoft.com/office/drawing/2014/main" id="{BA673718-35BC-AA19-C03F-E26F408D2D80}"/>
              </a:ext>
            </a:extLst>
          </p:cNvPr>
          <p:cNvGrpSpPr/>
          <p:nvPr/>
        </p:nvGrpSpPr>
        <p:grpSpPr>
          <a:xfrm>
            <a:off x="248067" y="2085387"/>
            <a:ext cx="2193120" cy="3144600"/>
            <a:chOff x="248067" y="2085387"/>
            <a:chExt cx="2193120" cy="3144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347ADE95-050D-12D5-4C08-34DDE6AC2127}"/>
                    </a:ext>
                  </a:extLst>
                </p14:cNvPr>
                <p14:cNvContentPartPr/>
                <p14:nvPr/>
              </p14:nvContentPartPr>
              <p14:xfrm>
                <a:off x="1901547" y="2085387"/>
                <a:ext cx="539640" cy="194292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347ADE95-050D-12D5-4C08-34DDE6AC2127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895427" y="2079267"/>
                  <a:ext cx="551880" cy="19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5DDBE416-4698-08AC-5400-6F4AC66A76EC}"/>
                    </a:ext>
                  </a:extLst>
                </p14:cNvPr>
                <p14:cNvContentPartPr/>
                <p14:nvPr/>
              </p14:nvContentPartPr>
              <p14:xfrm>
                <a:off x="1688787" y="4181667"/>
                <a:ext cx="410040" cy="4154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5DDBE416-4698-08AC-5400-6F4AC66A76EC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682667" y="4175547"/>
                  <a:ext cx="422280" cy="42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3FD47F49-6B2E-2335-0916-A1AD71335896}"/>
                    </a:ext>
                  </a:extLst>
                </p14:cNvPr>
                <p14:cNvContentPartPr/>
                <p14:nvPr/>
              </p14:nvContentPartPr>
              <p14:xfrm>
                <a:off x="2277747" y="4425387"/>
                <a:ext cx="23400" cy="2786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3FD47F49-6B2E-2335-0916-A1AD71335896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2271627" y="4419267"/>
                  <a:ext cx="3564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5A42A4A9-7FD1-7716-F331-EB3449B74BC9}"/>
                    </a:ext>
                  </a:extLst>
                </p14:cNvPr>
                <p14:cNvContentPartPr/>
                <p14:nvPr/>
              </p14:nvContentPartPr>
              <p14:xfrm>
                <a:off x="254187" y="3742107"/>
                <a:ext cx="261000" cy="110196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5A42A4A9-7FD1-7716-F331-EB3449B74BC9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248067" y="3735987"/>
                  <a:ext cx="273240" cy="11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CC546E1C-9821-E420-B104-47A1FFCD7B88}"/>
                    </a:ext>
                  </a:extLst>
                </p14:cNvPr>
                <p14:cNvContentPartPr/>
                <p14:nvPr/>
              </p14:nvContentPartPr>
              <p14:xfrm>
                <a:off x="363987" y="4260507"/>
                <a:ext cx="201240" cy="39708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CC546E1C-9821-E420-B104-47A1FFCD7B88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357867" y="4254387"/>
                  <a:ext cx="213480" cy="40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13545808-EAD2-39AB-332F-DAA61AE1737B}"/>
                    </a:ext>
                  </a:extLst>
                </p14:cNvPr>
                <p14:cNvContentPartPr/>
                <p14:nvPr/>
              </p14:nvContentPartPr>
              <p14:xfrm>
                <a:off x="790227" y="4215147"/>
                <a:ext cx="198000" cy="31212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13545808-EAD2-39AB-332F-DAA61AE1737B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84107" y="4209027"/>
                  <a:ext cx="21024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41FEDB47-B3CA-74B7-1D7C-9F092177A601}"/>
                    </a:ext>
                  </a:extLst>
                </p14:cNvPr>
                <p14:cNvContentPartPr/>
                <p14:nvPr/>
              </p14:nvContentPartPr>
              <p14:xfrm>
                <a:off x="1082907" y="4186707"/>
                <a:ext cx="99720" cy="34848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41FEDB47-B3CA-74B7-1D7C-9F092177A601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076787" y="4180587"/>
                  <a:ext cx="111960" cy="36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74FF1BD1-F94A-8AE8-72C7-DCD150A5C5C0}"/>
                    </a:ext>
                  </a:extLst>
                </p14:cNvPr>
                <p14:cNvContentPartPr/>
                <p14:nvPr/>
              </p14:nvContentPartPr>
              <p14:xfrm>
                <a:off x="1145187" y="3692427"/>
                <a:ext cx="205920" cy="117612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74FF1BD1-F94A-8AE8-72C7-DCD150A5C5C0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139067" y="3686307"/>
                  <a:ext cx="218160" cy="11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9F5A281B-779A-371E-E9FE-266691B9EE97}"/>
                    </a:ext>
                  </a:extLst>
                </p14:cNvPr>
                <p14:cNvContentPartPr/>
                <p14:nvPr/>
              </p14:nvContentPartPr>
              <p14:xfrm>
                <a:off x="1414827" y="4434027"/>
                <a:ext cx="360" cy="36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9F5A281B-779A-371E-E9FE-266691B9EE9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408707" y="442790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945BDE76-CF49-0414-340E-FFDA19345A23}"/>
                    </a:ext>
                  </a:extLst>
                </p14:cNvPr>
                <p14:cNvContentPartPr/>
                <p14:nvPr/>
              </p14:nvContentPartPr>
              <p14:xfrm>
                <a:off x="762867" y="2479227"/>
                <a:ext cx="344880" cy="34272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945BDE76-CF49-0414-340E-FFDA19345A23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756747" y="2473107"/>
                  <a:ext cx="357120" cy="35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C1E343B3-6C45-EF9A-506B-943B91FAED69}"/>
                    </a:ext>
                  </a:extLst>
                </p14:cNvPr>
                <p14:cNvContentPartPr/>
                <p14:nvPr/>
              </p14:nvContentPartPr>
              <p14:xfrm>
                <a:off x="1180467" y="2641587"/>
                <a:ext cx="233640" cy="39060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C1E343B3-6C45-EF9A-506B-943B91FAED69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1174347" y="2635467"/>
                  <a:ext cx="245880" cy="40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7DB79CDA-933E-C010-D06F-93F8308ECF75}"/>
                    </a:ext>
                  </a:extLst>
                </p14:cNvPr>
                <p14:cNvContentPartPr/>
                <p14:nvPr/>
              </p14:nvContentPartPr>
              <p14:xfrm>
                <a:off x="1227267" y="2982147"/>
                <a:ext cx="203760" cy="9072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7DB79CDA-933E-C010-D06F-93F8308ECF75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1221147" y="2976027"/>
                  <a:ext cx="21600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A4DFA719-6C59-7BFF-A2B5-D7504BDEDCD0}"/>
                    </a:ext>
                  </a:extLst>
                </p14:cNvPr>
                <p14:cNvContentPartPr/>
                <p14:nvPr/>
              </p14:nvContentPartPr>
              <p14:xfrm>
                <a:off x="1562787" y="2522787"/>
                <a:ext cx="412560" cy="68940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A4DFA719-6C59-7BFF-A2B5-D7504BDEDCD0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1556667" y="2516667"/>
                  <a:ext cx="424800" cy="70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8BAE4AC1-5277-D9B8-A884-E97D739D7E27}"/>
                    </a:ext>
                  </a:extLst>
                </p14:cNvPr>
                <p14:cNvContentPartPr/>
                <p14:nvPr/>
              </p14:nvContentPartPr>
              <p14:xfrm>
                <a:off x="1149507" y="3353307"/>
                <a:ext cx="958320" cy="6084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8BAE4AC1-5277-D9B8-A884-E97D739D7E27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1143387" y="3347187"/>
                  <a:ext cx="97056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A22E5C93-94D1-EA6B-804C-EA24EED72FA8}"/>
                    </a:ext>
                  </a:extLst>
                </p14:cNvPr>
                <p14:cNvContentPartPr/>
                <p14:nvPr/>
              </p14:nvContentPartPr>
              <p14:xfrm>
                <a:off x="571707" y="3169347"/>
                <a:ext cx="337680" cy="64548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A22E5C93-94D1-EA6B-804C-EA24EED72FA8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565587" y="3163227"/>
                  <a:ext cx="349920" cy="65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66EC2CBF-6271-DBF3-03EA-A3D66938DD04}"/>
                    </a:ext>
                  </a:extLst>
                </p14:cNvPr>
                <p14:cNvContentPartPr/>
                <p14:nvPr/>
              </p14:nvContentPartPr>
              <p14:xfrm>
                <a:off x="248067" y="4917507"/>
                <a:ext cx="1195920" cy="31248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66EC2CBF-6271-DBF3-03EA-A3D66938DD04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241947" y="4911387"/>
                  <a:ext cx="1208160" cy="324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5399333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6228A-C598-400F-40BE-8F3DD8C63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C728E34E-A7C6-7BF8-A9EC-5257B9979245}"/>
                  </a:ext>
                </a:extLst>
              </p14:cNvPr>
              <p14:cNvContentPartPr/>
              <p14:nvPr/>
            </p14:nvContentPartPr>
            <p14:xfrm>
              <a:off x="7903107" y="2371587"/>
              <a:ext cx="520920" cy="27972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C728E34E-A7C6-7BF8-A9EC-5257B997924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896987" y="2365467"/>
                <a:ext cx="533160" cy="29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BF70305F-2921-5C37-C9FC-4A30BA432239}"/>
                  </a:ext>
                </a:extLst>
              </p14:cNvPr>
              <p14:cNvContentPartPr/>
              <p14:nvPr/>
            </p14:nvContentPartPr>
            <p14:xfrm>
              <a:off x="5770467" y="1668867"/>
              <a:ext cx="2433240" cy="168300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BF70305F-2921-5C37-C9FC-4A30BA43223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764347" y="1662747"/>
                <a:ext cx="2445480" cy="1695240"/>
              </a:xfrm>
              <a:prstGeom prst="rect">
                <a:avLst/>
              </a:prstGeom>
            </p:spPr>
          </p:pic>
        </mc:Fallback>
      </mc:AlternateContent>
      <p:grpSp>
        <p:nvGrpSpPr>
          <p:cNvPr id="43" name="Group 42">
            <a:extLst>
              <a:ext uri="{FF2B5EF4-FFF2-40B4-BE49-F238E27FC236}">
                <a16:creationId xmlns:a16="http://schemas.microsoft.com/office/drawing/2014/main" id="{C12D29DD-0D20-54F8-F949-2E2E45775F32}"/>
              </a:ext>
            </a:extLst>
          </p:cNvPr>
          <p:cNvGrpSpPr/>
          <p:nvPr/>
        </p:nvGrpSpPr>
        <p:grpSpPr>
          <a:xfrm>
            <a:off x="599067" y="3756867"/>
            <a:ext cx="6744240" cy="1744920"/>
            <a:chOff x="599067" y="3756867"/>
            <a:chExt cx="6744240" cy="1744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2C08E87-496F-F77C-1FD5-2441CB227062}"/>
                    </a:ext>
                  </a:extLst>
                </p14:cNvPr>
                <p14:cNvContentPartPr/>
                <p14:nvPr/>
              </p14:nvContentPartPr>
              <p14:xfrm>
                <a:off x="599067" y="4099227"/>
                <a:ext cx="447120" cy="3110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2C08E87-496F-F77C-1FD5-2441CB22706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92947" y="4093107"/>
                  <a:ext cx="45936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6EE54FC-FEAA-03E5-D619-3C2332825C0C}"/>
                    </a:ext>
                  </a:extLst>
                </p14:cNvPr>
                <p14:cNvContentPartPr/>
                <p14:nvPr/>
              </p14:nvContentPartPr>
              <p14:xfrm>
                <a:off x="1056627" y="3756867"/>
                <a:ext cx="208440" cy="10580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6EE54FC-FEAA-03E5-D619-3C2332825C0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50507" y="3750747"/>
                  <a:ext cx="220680" cy="10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79E8E9D-FE56-F325-ADFA-345E57BF3641}"/>
                    </a:ext>
                  </a:extLst>
                </p14:cNvPr>
                <p14:cNvContentPartPr/>
                <p14:nvPr/>
              </p14:nvContentPartPr>
              <p14:xfrm>
                <a:off x="1496907" y="4000587"/>
                <a:ext cx="614160" cy="6174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79E8E9D-FE56-F325-ADFA-345E57BF364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490787" y="3994467"/>
                  <a:ext cx="626400" cy="62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54F4E34-70D3-D2ED-4446-F0520A754C3D}"/>
                    </a:ext>
                  </a:extLst>
                </p14:cNvPr>
                <p14:cNvContentPartPr/>
                <p14:nvPr/>
              </p14:nvContentPartPr>
              <p14:xfrm>
                <a:off x="2295027" y="4278147"/>
                <a:ext cx="1044720" cy="11491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54F4E34-70D3-D2ED-4446-F0520A754C3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288907" y="4272027"/>
                  <a:ext cx="1056960" cy="11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CC18600F-AF58-51C4-9E32-6006A2EBA33D}"/>
                    </a:ext>
                  </a:extLst>
                </p14:cNvPr>
                <p14:cNvContentPartPr/>
                <p14:nvPr/>
              </p14:nvContentPartPr>
              <p14:xfrm>
                <a:off x="3724227" y="4094187"/>
                <a:ext cx="720720" cy="7480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CC18600F-AF58-51C4-9E32-6006A2EBA33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718107" y="4088067"/>
                  <a:ext cx="732960" cy="76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31567733-83A3-E120-4112-A0037DE643A2}"/>
                    </a:ext>
                  </a:extLst>
                </p14:cNvPr>
                <p14:cNvContentPartPr/>
                <p14:nvPr/>
              </p14:nvContentPartPr>
              <p14:xfrm>
                <a:off x="4837347" y="3878187"/>
                <a:ext cx="768600" cy="8395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31567733-83A3-E120-4112-A0037DE643A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831227" y="3872067"/>
                  <a:ext cx="780840" cy="85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442F0F0-CCC3-DC8D-B979-7FCFCF54CF92}"/>
                    </a:ext>
                  </a:extLst>
                </p14:cNvPr>
                <p14:cNvContentPartPr/>
                <p14:nvPr/>
              </p14:nvContentPartPr>
              <p14:xfrm>
                <a:off x="5646627" y="4128747"/>
                <a:ext cx="1696680" cy="13730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442F0F0-CCC3-DC8D-B979-7FCFCF54CF9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640507" y="4122627"/>
                  <a:ext cx="1708920" cy="138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E77265AD-CB79-0D8E-5F42-3B448F917290}"/>
              </a:ext>
            </a:extLst>
          </p:cNvPr>
          <p:cNvGrpSpPr/>
          <p:nvPr/>
        </p:nvGrpSpPr>
        <p:grpSpPr>
          <a:xfrm>
            <a:off x="160587" y="219867"/>
            <a:ext cx="10724400" cy="3281760"/>
            <a:chOff x="160587" y="219867"/>
            <a:chExt cx="10724400" cy="3281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6CC87E16-42F3-C292-613E-2D017DC44B28}"/>
                    </a:ext>
                  </a:extLst>
                </p14:cNvPr>
                <p14:cNvContentPartPr/>
                <p14:nvPr/>
              </p14:nvContentPartPr>
              <p14:xfrm>
                <a:off x="1013427" y="219867"/>
                <a:ext cx="603360" cy="9540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6CC87E16-42F3-C292-613E-2D017DC44B2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07307" y="213747"/>
                  <a:ext cx="615600" cy="9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CEECA3C-9077-BA7A-6EC1-DF4E947E22FA}"/>
                    </a:ext>
                  </a:extLst>
                </p14:cNvPr>
                <p14:cNvContentPartPr/>
                <p14:nvPr/>
              </p14:nvContentPartPr>
              <p14:xfrm>
                <a:off x="1619667" y="720627"/>
                <a:ext cx="594720" cy="4240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CEECA3C-9077-BA7A-6EC1-DF4E947E22F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613547" y="714507"/>
                  <a:ext cx="606960" cy="43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3FC6B4EA-E30F-75D1-14E8-1E49FA3E7E11}"/>
                    </a:ext>
                  </a:extLst>
                </p14:cNvPr>
                <p14:cNvContentPartPr/>
                <p14:nvPr/>
              </p14:nvContentPartPr>
              <p14:xfrm>
                <a:off x="2215467" y="548907"/>
                <a:ext cx="466560" cy="7117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3FC6B4EA-E30F-75D1-14E8-1E49FA3E7E1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209347" y="542787"/>
                  <a:ext cx="478800" cy="72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2B0F0A9-F678-5D20-7C1D-CAFE8AB58F70}"/>
                    </a:ext>
                  </a:extLst>
                </p14:cNvPr>
                <p14:cNvContentPartPr/>
                <p14:nvPr/>
              </p14:nvContentPartPr>
              <p14:xfrm>
                <a:off x="2809107" y="238227"/>
                <a:ext cx="360" cy="3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2B0F0A9-F678-5D20-7C1D-CAFE8AB58F7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802987" y="23210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66E88EB-1E5A-75F5-078C-893D272234EC}"/>
                    </a:ext>
                  </a:extLst>
                </p14:cNvPr>
                <p14:cNvContentPartPr/>
                <p14:nvPr/>
              </p14:nvContentPartPr>
              <p14:xfrm>
                <a:off x="3076947" y="438027"/>
                <a:ext cx="1769040" cy="7207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66E88EB-1E5A-75F5-078C-893D272234E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070827" y="431907"/>
                  <a:ext cx="1781280" cy="73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347046B-249A-9362-A17E-F04023760E97}"/>
                    </a:ext>
                  </a:extLst>
                </p14:cNvPr>
                <p14:cNvContentPartPr/>
                <p14:nvPr/>
              </p14:nvContentPartPr>
              <p14:xfrm>
                <a:off x="5313627" y="317787"/>
                <a:ext cx="1169280" cy="14990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347046B-249A-9362-A17E-F04023760E9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307507" y="311667"/>
                  <a:ext cx="1181520" cy="151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E50FCF2-9716-A2E0-327F-27D565B96AE4}"/>
                    </a:ext>
                  </a:extLst>
                </p14:cNvPr>
                <p14:cNvContentPartPr/>
                <p14:nvPr/>
              </p14:nvContentPartPr>
              <p14:xfrm>
                <a:off x="6708627" y="318147"/>
                <a:ext cx="986760" cy="8974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E50FCF2-9716-A2E0-327F-27D565B96AE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702507" y="312027"/>
                  <a:ext cx="999000" cy="90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D3EB289-273A-C3E3-18E7-DE0EC802857C}"/>
                    </a:ext>
                  </a:extLst>
                </p14:cNvPr>
                <p14:cNvContentPartPr/>
                <p14:nvPr/>
              </p14:nvContentPartPr>
              <p14:xfrm>
                <a:off x="7742547" y="447387"/>
                <a:ext cx="748440" cy="6800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D3EB289-273A-C3E3-18E7-DE0EC802857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736427" y="441267"/>
                  <a:ext cx="760680" cy="69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0E7DFFE-4D44-E773-2857-D4E9C34C60E2}"/>
                    </a:ext>
                  </a:extLst>
                </p14:cNvPr>
                <p14:cNvContentPartPr/>
                <p14:nvPr/>
              </p14:nvContentPartPr>
              <p14:xfrm>
                <a:off x="8812467" y="309147"/>
                <a:ext cx="815400" cy="7779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0E7DFFE-4D44-E773-2857-D4E9C34C60E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806347" y="303027"/>
                  <a:ext cx="827640" cy="79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348504D-A5AF-482E-DFCC-5B143D1337EB}"/>
                    </a:ext>
                  </a:extLst>
                </p14:cNvPr>
                <p14:cNvContentPartPr/>
                <p14:nvPr/>
              </p14:nvContentPartPr>
              <p14:xfrm>
                <a:off x="1120347" y="1263507"/>
                <a:ext cx="8466120" cy="2944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348504D-A5AF-482E-DFCC-5B143D1337E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114227" y="1257387"/>
                  <a:ext cx="847836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3E3DF67-DA6E-13C7-B63F-931A1A511806}"/>
                    </a:ext>
                  </a:extLst>
                </p14:cNvPr>
                <p14:cNvContentPartPr/>
                <p14:nvPr/>
              </p14:nvContentPartPr>
              <p14:xfrm>
                <a:off x="9622107" y="1113747"/>
                <a:ext cx="2520" cy="57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3E3DF67-DA6E-13C7-B63F-931A1A51180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615987" y="1107627"/>
                  <a:ext cx="147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43E370D-0C48-2080-BC8F-5FB89A177466}"/>
                    </a:ext>
                  </a:extLst>
                </p14:cNvPr>
                <p14:cNvContentPartPr/>
                <p14:nvPr/>
              </p14:nvContentPartPr>
              <p14:xfrm>
                <a:off x="6227667" y="2199507"/>
                <a:ext cx="1513440" cy="4615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43E370D-0C48-2080-BC8F-5FB89A17746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221547" y="2193387"/>
                  <a:ext cx="1525680" cy="47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F28AEFA-E25B-7D88-3087-E7D36D909C09}"/>
                    </a:ext>
                  </a:extLst>
                </p14:cNvPr>
                <p14:cNvContentPartPr/>
                <p14:nvPr/>
              </p14:nvContentPartPr>
              <p14:xfrm>
                <a:off x="1742787" y="2094387"/>
                <a:ext cx="806040" cy="7452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F28AEFA-E25B-7D88-3087-E7D36D909C0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736667" y="2088267"/>
                  <a:ext cx="818280" cy="75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DF898B6-9994-3A4A-ABF3-69DD462844ED}"/>
                    </a:ext>
                  </a:extLst>
                </p14:cNvPr>
                <p14:cNvContentPartPr/>
                <p14:nvPr/>
              </p14:nvContentPartPr>
              <p14:xfrm>
                <a:off x="2654667" y="2337747"/>
                <a:ext cx="388440" cy="4366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DF898B6-9994-3A4A-ABF3-69DD462844E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648547" y="2331627"/>
                  <a:ext cx="400680" cy="44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9BD71A3-F336-403C-CAAA-49C86B7A4177}"/>
                    </a:ext>
                  </a:extLst>
                </p14:cNvPr>
                <p14:cNvContentPartPr/>
                <p14:nvPr/>
              </p14:nvContentPartPr>
              <p14:xfrm>
                <a:off x="3213027" y="2342067"/>
                <a:ext cx="258120" cy="4593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9BD71A3-F336-403C-CAAA-49C86B7A417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206907" y="2335947"/>
                  <a:ext cx="270360" cy="47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5C92560-FCCC-75B6-F19B-CA2254B1BD6A}"/>
                    </a:ext>
                  </a:extLst>
                </p14:cNvPr>
                <p14:cNvContentPartPr/>
                <p14:nvPr/>
              </p14:nvContentPartPr>
              <p14:xfrm>
                <a:off x="3587067" y="2296707"/>
                <a:ext cx="273960" cy="12049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5C92560-FCCC-75B6-F19B-CA2254B1BD6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580947" y="2290587"/>
                  <a:ext cx="286200" cy="12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39D1266-74EE-883A-08D8-2E118007434F}"/>
                    </a:ext>
                  </a:extLst>
                </p14:cNvPr>
                <p14:cNvContentPartPr/>
                <p14:nvPr/>
              </p14:nvContentPartPr>
              <p14:xfrm>
                <a:off x="4609827" y="2155947"/>
                <a:ext cx="37800" cy="6570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39D1266-74EE-883A-08D8-2E118007434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603707" y="2149827"/>
                  <a:ext cx="50040" cy="66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F65CC54-0437-9BBD-2A79-A8D618A4D2EB}"/>
                    </a:ext>
                  </a:extLst>
                </p14:cNvPr>
                <p14:cNvContentPartPr/>
                <p14:nvPr/>
              </p14:nvContentPartPr>
              <p14:xfrm>
                <a:off x="4411827" y="2313627"/>
                <a:ext cx="871560" cy="4899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F65CC54-0437-9BBD-2A79-A8D618A4D2E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405707" y="2307507"/>
                  <a:ext cx="883800" cy="50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AD5A3BC-958A-9720-3B06-D86B9DECB286}"/>
                    </a:ext>
                  </a:extLst>
                </p14:cNvPr>
                <p14:cNvContentPartPr/>
                <p14:nvPr/>
              </p14:nvContentPartPr>
              <p14:xfrm>
                <a:off x="160587" y="1759227"/>
                <a:ext cx="502560" cy="6483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AD5A3BC-958A-9720-3B06-D86B9DECB28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54467" y="1753107"/>
                  <a:ext cx="514800" cy="66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DFFF824-9CAC-D08B-1C8E-D97D486F8673}"/>
                    </a:ext>
                  </a:extLst>
                </p14:cNvPr>
                <p14:cNvContentPartPr/>
                <p14:nvPr/>
              </p14:nvContentPartPr>
              <p14:xfrm>
                <a:off x="667107" y="1804227"/>
                <a:ext cx="291960" cy="9126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DFFF824-9CAC-D08B-1C8E-D97D486F867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60987" y="1798107"/>
                  <a:ext cx="304200" cy="9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99D1C52-F48F-E824-DC2F-053F3E7CA27E}"/>
                    </a:ext>
                  </a:extLst>
                </p14:cNvPr>
                <p14:cNvContentPartPr/>
                <p14:nvPr/>
              </p14:nvContentPartPr>
              <p14:xfrm>
                <a:off x="1043667" y="1716027"/>
                <a:ext cx="182880" cy="5472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99D1C52-F48F-E824-DC2F-053F3E7CA27E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37547" y="1709907"/>
                  <a:ext cx="195120" cy="55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07F4EFE-29A1-B942-5F3F-342F2834BCFD}"/>
                    </a:ext>
                  </a:extLst>
                </p14:cNvPr>
                <p14:cNvContentPartPr/>
                <p14:nvPr/>
              </p14:nvContentPartPr>
              <p14:xfrm>
                <a:off x="1324107" y="1682547"/>
                <a:ext cx="359280" cy="3366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07F4EFE-29A1-B942-5F3F-342F2834BCF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317987" y="1676427"/>
                  <a:ext cx="37152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680647C-3AEF-287A-1785-F6437254F478}"/>
                    </a:ext>
                  </a:extLst>
                </p14:cNvPr>
                <p14:cNvContentPartPr/>
                <p14:nvPr/>
              </p14:nvContentPartPr>
              <p14:xfrm>
                <a:off x="312147" y="2055147"/>
                <a:ext cx="1242360" cy="6206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680647C-3AEF-287A-1785-F6437254F47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06027" y="2049027"/>
                  <a:ext cx="1254600" cy="63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0FCFA85-92A5-6563-658C-9EB240124C0E}"/>
                    </a:ext>
                  </a:extLst>
                </p14:cNvPr>
                <p14:cNvContentPartPr/>
                <p14:nvPr/>
              </p14:nvContentPartPr>
              <p14:xfrm>
                <a:off x="1384227" y="2404347"/>
                <a:ext cx="93960" cy="3560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0FCFA85-92A5-6563-658C-9EB240124C0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378107" y="2398227"/>
                  <a:ext cx="106200" cy="36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1AFFC82-09FD-6182-D5FE-CD1172F58CE3}"/>
                    </a:ext>
                  </a:extLst>
                </p14:cNvPr>
                <p14:cNvContentPartPr/>
                <p14:nvPr/>
              </p14:nvContentPartPr>
              <p14:xfrm>
                <a:off x="1151667" y="2275827"/>
                <a:ext cx="426600" cy="11725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1AFFC82-09FD-6182-D5FE-CD1172F58CE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145547" y="2269707"/>
                  <a:ext cx="438840" cy="11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05663F2-177F-225E-6E36-6863B64FAE38}"/>
                    </a:ext>
                  </a:extLst>
                </p14:cNvPr>
                <p14:cNvContentPartPr/>
                <p14:nvPr/>
              </p14:nvContentPartPr>
              <p14:xfrm>
                <a:off x="9762147" y="340827"/>
                <a:ext cx="1122840" cy="5763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05663F2-177F-225E-6E36-6863B64FAE3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756027" y="334707"/>
                  <a:ext cx="1135080" cy="588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7838495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60EE7-A1B0-4719-D1A7-3A10CC543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7F9409C4-F67F-868D-E4C0-72B00C4D279C}"/>
                  </a:ext>
                </a:extLst>
              </p14:cNvPr>
              <p14:cNvContentPartPr/>
              <p14:nvPr/>
            </p14:nvContentPartPr>
            <p14:xfrm>
              <a:off x="2178387" y="4458507"/>
              <a:ext cx="73080" cy="89604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7F9409C4-F67F-868D-E4C0-72B00C4D279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72267" y="4452387"/>
                <a:ext cx="85320" cy="908280"/>
              </a:xfrm>
              <a:prstGeom prst="rect">
                <a:avLst/>
              </a:prstGeom>
            </p:spPr>
          </p:pic>
        </mc:Fallback>
      </mc:AlternateContent>
      <p:grpSp>
        <p:nvGrpSpPr>
          <p:cNvPr id="47" name="Group 46">
            <a:extLst>
              <a:ext uri="{FF2B5EF4-FFF2-40B4-BE49-F238E27FC236}">
                <a16:creationId xmlns:a16="http://schemas.microsoft.com/office/drawing/2014/main" id="{71DDF864-3396-40CA-F502-B72595904B7F}"/>
              </a:ext>
            </a:extLst>
          </p:cNvPr>
          <p:cNvGrpSpPr/>
          <p:nvPr/>
        </p:nvGrpSpPr>
        <p:grpSpPr>
          <a:xfrm>
            <a:off x="1358307" y="226347"/>
            <a:ext cx="10823760" cy="5821200"/>
            <a:chOff x="1358307" y="226347"/>
            <a:chExt cx="10823760" cy="5821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2ACB2068-26CE-ED4B-06F8-38D9D84C83B0}"/>
                    </a:ext>
                  </a:extLst>
                </p14:cNvPr>
                <p14:cNvContentPartPr/>
                <p14:nvPr/>
              </p14:nvContentPartPr>
              <p14:xfrm>
                <a:off x="1863747" y="416427"/>
                <a:ext cx="170640" cy="13510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2ACB2068-26CE-ED4B-06F8-38D9D84C83B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857627" y="410307"/>
                  <a:ext cx="182880" cy="136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41B0F828-7BC6-1E7B-C190-08306BB3F338}"/>
                    </a:ext>
                  </a:extLst>
                </p14:cNvPr>
                <p14:cNvContentPartPr/>
                <p14:nvPr/>
              </p14:nvContentPartPr>
              <p14:xfrm>
                <a:off x="1870227" y="226347"/>
                <a:ext cx="651960" cy="6793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41B0F828-7BC6-1E7B-C190-08306BB3F33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864107" y="220227"/>
                  <a:ext cx="664200" cy="69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53D1BE65-E42F-1FD5-0B50-795C9EC4C103}"/>
                    </a:ext>
                  </a:extLst>
                </p14:cNvPr>
                <p14:cNvContentPartPr/>
                <p14:nvPr/>
              </p14:nvContentPartPr>
              <p14:xfrm>
                <a:off x="2291787" y="879387"/>
                <a:ext cx="726480" cy="9936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53D1BE65-E42F-1FD5-0B50-795C9EC4C10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285667" y="873267"/>
                  <a:ext cx="738720" cy="10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A5ED260-B591-7C4D-6833-70E7F7FCC82F}"/>
                    </a:ext>
                  </a:extLst>
                </p14:cNvPr>
                <p14:cNvContentPartPr/>
                <p14:nvPr/>
              </p14:nvContentPartPr>
              <p14:xfrm>
                <a:off x="3320667" y="949227"/>
                <a:ext cx="1710000" cy="6660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A5ED260-B591-7C4D-6833-70E7F7FCC82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314547" y="943107"/>
                  <a:ext cx="1722240" cy="67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87B2097-4D29-D703-D906-A43DD12B0F50}"/>
                    </a:ext>
                  </a:extLst>
                </p14:cNvPr>
                <p14:cNvContentPartPr/>
                <p14:nvPr/>
              </p14:nvContentPartPr>
              <p14:xfrm>
                <a:off x="4810347" y="993867"/>
                <a:ext cx="2248560" cy="8312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87B2097-4D29-D703-D906-A43DD12B0F5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804227" y="987747"/>
                  <a:ext cx="2260800" cy="84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7AF3296-7B20-B92C-9AB6-FCF21A2A6A81}"/>
                    </a:ext>
                  </a:extLst>
                </p14:cNvPr>
                <p14:cNvContentPartPr/>
                <p14:nvPr/>
              </p14:nvContentPartPr>
              <p14:xfrm>
                <a:off x="7501707" y="896307"/>
                <a:ext cx="2561760" cy="8928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7AF3296-7B20-B92C-9AB6-FCF21A2A6A8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495587" y="890187"/>
                  <a:ext cx="2574000" cy="90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369B83E-9A1B-98AF-4373-E054CE61CA01}"/>
                    </a:ext>
                  </a:extLst>
                </p14:cNvPr>
                <p14:cNvContentPartPr/>
                <p14:nvPr/>
              </p14:nvContentPartPr>
              <p14:xfrm>
                <a:off x="9833787" y="1170267"/>
                <a:ext cx="344160" cy="583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369B83E-9A1B-98AF-4373-E054CE61CA0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827667" y="1164147"/>
                  <a:ext cx="35640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F22458F-9A9E-1A9C-34E4-1EDD032C7056}"/>
                    </a:ext>
                  </a:extLst>
                </p14:cNvPr>
                <p14:cNvContentPartPr/>
                <p14:nvPr/>
              </p14:nvContentPartPr>
              <p14:xfrm>
                <a:off x="1358307" y="1769667"/>
                <a:ext cx="9196200" cy="3567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F22458F-9A9E-1A9C-34E4-1EDD032C705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352187" y="1763547"/>
                  <a:ext cx="9208440" cy="36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0B3382F-4093-3DF2-0B82-CAC9CC5D2048}"/>
                    </a:ext>
                  </a:extLst>
                </p14:cNvPr>
                <p14:cNvContentPartPr/>
                <p14:nvPr/>
              </p14:nvContentPartPr>
              <p14:xfrm>
                <a:off x="2276307" y="3126867"/>
                <a:ext cx="63000" cy="5742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0B3382F-4093-3DF2-0B82-CAC9CC5D204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270187" y="3120747"/>
                  <a:ext cx="75240" cy="58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08D4887-61A6-ABBF-CB30-918934866EA0}"/>
                    </a:ext>
                  </a:extLst>
                </p14:cNvPr>
                <p14:cNvContentPartPr/>
                <p14:nvPr/>
              </p14:nvContentPartPr>
              <p14:xfrm>
                <a:off x="4545387" y="3234867"/>
                <a:ext cx="36360" cy="4845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08D4887-61A6-ABBF-CB30-918934866EA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539267" y="3228747"/>
                  <a:ext cx="48600" cy="49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0FE63D9-01B9-D4F4-F9FC-EDF12F21E074}"/>
                    </a:ext>
                  </a:extLst>
                </p14:cNvPr>
                <p14:cNvContentPartPr/>
                <p14:nvPr/>
              </p14:nvContentPartPr>
              <p14:xfrm>
                <a:off x="7481187" y="3083307"/>
                <a:ext cx="50760" cy="2739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0FE63D9-01B9-D4F4-F9FC-EDF12F21E07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475067" y="3077187"/>
                  <a:ext cx="6300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EC24AB7-4BB0-56CF-3FBC-DE7087669EBE}"/>
                    </a:ext>
                  </a:extLst>
                </p14:cNvPr>
                <p14:cNvContentPartPr/>
                <p14:nvPr/>
              </p14:nvContentPartPr>
              <p14:xfrm>
                <a:off x="8612667" y="2544027"/>
                <a:ext cx="360" cy="3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EC24AB7-4BB0-56CF-3FBC-DE7087669EB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606547" y="253790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D4E0847-75FD-7D50-0F48-FC5110C811B5}"/>
                    </a:ext>
                  </a:extLst>
                </p14:cNvPr>
                <p14:cNvContentPartPr/>
                <p14:nvPr/>
              </p14:nvContentPartPr>
              <p14:xfrm>
                <a:off x="7484787" y="2552307"/>
                <a:ext cx="1597680" cy="9010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D4E0847-75FD-7D50-0F48-FC5110C811B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478667" y="2546187"/>
                  <a:ext cx="1609920" cy="91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7B6FFD3-5466-6A4D-0207-919A6C1DA80E}"/>
                    </a:ext>
                  </a:extLst>
                </p14:cNvPr>
                <p14:cNvContentPartPr/>
                <p14:nvPr/>
              </p14:nvContentPartPr>
              <p14:xfrm>
                <a:off x="7546707" y="3411627"/>
                <a:ext cx="1390680" cy="1792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7B6FFD3-5466-6A4D-0207-919A6C1DA80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540587" y="3405507"/>
                  <a:ext cx="140292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ACB3037-4568-2FCC-C7F4-3C04A5E5FC58}"/>
                    </a:ext>
                  </a:extLst>
                </p14:cNvPr>
                <p14:cNvContentPartPr/>
                <p14:nvPr/>
              </p14:nvContentPartPr>
              <p14:xfrm>
                <a:off x="7476507" y="3584067"/>
                <a:ext cx="1265040" cy="10400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ACB3037-4568-2FCC-C7F4-3C04A5E5FC5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470387" y="3577947"/>
                  <a:ext cx="1277280" cy="10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9E61B5E-57B2-F4A7-18F0-CDDF30F47088}"/>
                    </a:ext>
                  </a:extLst>
                </p14:cNvPr>
                <p14:cNvContentPartPr/>
                <p14:nvPr/>
              </p14:nvContentPartPr>
              <p14:xfrm>
                <a:off x="9349947" y="2297787"/>
                <a:ext cx="395280" cy="4788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9E61B5E-57B2-F4A7-18F0-CDDF30F4708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343827" y="2291667"/>
                  <a:ext cx="407520" cy="49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746CC3E-460C-C8EE-4BEA-46AFACFDF3B6}"/>
                    </a:ext>
                  </a:extLst>
                </p14:cNvPr>
                <p14:cNvContentPartPr/>
                <p14:nvPr/>
              </p14:nvContentPartPr>
              <p14:xfrm>
                <a:off x="9891027" y="2592267"/>
                <a:ext cx="62280" cy="4363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746CC3E-460C-C8EE-4BEA-46AFACFDF3B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884907" y="2586147"/>
                  <a:ext cx="74520" cy="44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35367A6-E760-2EEC-D841-1EA5677A77C0}"/>
                    </a:ext>
                  </a:extLst>
                </p14:cNvPr>
                <p14:cNvContentPartPr/>
                <p14:nvPr/>
              </p14:nvContentPartPr>
              <p14:xfrm>
                <a:off x="9801027" y="2583627"/>
                <a:ext cx="330840" cy="907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35367A6-E760-2EEC-D841-1EA5677A77C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794907" y="2577507"/>
                  <a:ext cx="34308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B709871-55B8-FF5D-2AEE-CBDBDA0F29E6}"/>
                    </a:ext>
                  </a:extLst>
                </p14:cNvPr>
                <p14:cNvContentPartPr/>
                <p14:nvPr/>
              </p14:nvContentPartPr>
              <p14:xfrm>
                <a:off x="9755667" y="3005547"/>
                <a:ext cx="219240" cy="558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B709871-55B8-FF5D-2AEE-CBDBDA0F29E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749547" y="2999427"/>
                  <a:ext cx="23148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38F0CC0-92C2-DAB4-D129-1DD17DBD49D6}"/>
                    </a:ext>
                  </a:extLst>
                </p14:cNvPr>
                <p14:cNvContentPartPr/>
                <p14:nvPr/>
              </p14:nvContentPartPr>
              <p14:xfrm>
                <a:off x="10200987" y="2516667"/>
                <a:ext cx="361800" cy="5364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38F0CC0-92C2-DAB4-D129-1DD17DBD49D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194867" y="2510547"/>
                  <a:ext cx="374040" cy="54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ACD97C6-8503-743C-21A3-C40B998CE832}"/>
                    </a:ext>
                  </a:extLst>
                </p14:cNvPr>
                <p14:cNvContentPartPr/>
                <p14:nvPr/>
              </p14:nvContentPartPr>
              <p14:xfrm>
                <a:off x="9298467" y="3436827"/>
                <a:ext cx="344160" cy="3060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ACD97C6-8503-743C-21A3-C40B998CE83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292347" y="3430707"/>
                  <a:ext cx="35640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BE1ED7F-39C6-63BC-7A43-0F4F8EC376F6}"/>
                    </a:ext>
                  </a:extLst>
                </p14:cNvPr>
                <p14:cNvContentPartPr/>
                <p14:nvPr/>
              </p14:nvContentPartPr>
              <p14:xfrm>
                <a:off x="9700227" y="3455187"/>
                <a:ext cx="236160" cy="4478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BE1ED7F-39C6-63BC-7A43-0F4F8EC376F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694107" y="3449067"/>
                  <a:ext cx="248400" cy="46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8871D64-981E-4C92-69D5-841DADA8246B}"/>
                    </a:ext>
                  </a:extLst>
                </p14:cNvPr>
                <p14:cNvContentPartPr/>
                <p14:nvPr/>
              </p14:nvContentPartPr>
              <p14:xfrm>
                <a:off x="10074267" y="3494787"/>
                <a:ext cx="221400" cy="4748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8871D64-981E-4C92-69D5-841DADA8246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068147" y="3488667"/>
                  <a:ext cx="233640" cy="48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C4827DE-00A4-E260-F0CA-4462AF060531}"/>
                    </a:ext>
                  </a:extLst>
                </p14:cNvPr>
                <p14:cNvContentPartPr/>
                <p14:nvPr/>
              </p14:nvContentPartPr>
              <p14:xfrm>
                <a:off x="9269667" y="4497027"/>
                <a:ext cx="554400" cy="4352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C4827DE-00A4-E260-F0CA-4462AF06053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263547" y="4490907"/>
                  <a:ext cx="566640" cy="44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9504C76-96B8-95AA-CAD9-A23AF7980E17}"/>
                    </a:ext>
                  </a:extLst>
                </p14:cNvPr>
                <p14:cNvContentPartPr/>
                <p14:nvPr/>
              </p14:nvContentPartPr>
              <p14:xfrm>
                <a:off x="9902187" y="4727427"/>
                <a:ext cx="325440" cy="3852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9504C76-96B8-95AA-CAD9-A23AF7980E1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896067" y="4721307"/>
                  <a:ext cx="337680" cy="39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5440A19-69EB-BA93-94E6-A32390F9241D}"/>
                    </a:ext>
                  </a:extLst>
                </p14:cNvPr>
                <p14:cNvContentPartPr/>
                <p14:nvPr/>
              </p14:nvContentPartPr>
              <p14:xfrm>
                <a:off x="10344627" y="4883667"/>
                <a:ext cx="279360" cy="3254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5440A19-69EB-BA93-94E6-A32390F9241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338507" y="4877547"/>
                  <a:ext cx="29160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18F4E29-808D-DEA3-9036-F14F69D1E9A6}"/>
                    </a:ext>
                  </a:extLst>
                </p14:cNvPr>
                <p14:cNvContentPartPr/>
                <p14:nvPr/>
              </p14:nvContentPartPr>
              <p14:xfrm>
                <a:off x="9036747" y="3138027"/>
                <a:ext cx="1902600" cy="9921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18F4E29-808D-DEA3-9036-F14F69D1E9A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030627" y="3131907"/>
                  <a:ext cx="1914840" cy="10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6CF7837-574C-B7D8-4BA9-DCAC78F0C814}"/>
                    </a:ext>
                  </a:extLst>
                </p14:cNvPr>
                <p14:cNvContentPartPr/>
                <p14:nvPr/>
              </p14:nvContentPartPr>
              <p14:xfrm>
                <a:off x="8812467" y="4287507"/>
                <a:ext cx="2428200" cy="12726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6CF7837-574C-B7D8-4BA9-DCAC78F0C81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806347" y="4281387"/>
                  <a:ext cx="2440440" cy="128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9560148-1D64-E907-35FB-0ED9417B5D4C}"/>
                    </a:ext>
                  </a:extLst>
                </p14:cNvPr>
                <p14:cNvContentPartPr/>
                <p14:nvPr/>
              </p14:nvContentPartPr>
              <p14:xfrm>
                <a:off x="11070747" y="3554547"/>
                <a:ext cx="450360" cy="759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9560148-1D64-E907-35FB-0ED9417B5D4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1064627" y="3548427"/>
                  <a:ext cx="46260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8A3D026-974F-2750-7A19-36559FBF2671}"/>
                    </a:ext>
                  </a:extLst>
                </p14:cNvPr>
                <p14:cNvContentPartPr/>
                <p14:nvPr/>
              </p14:nvContentPartPr>
              <p14:xfrm>
                <a:off x="11331387" y="3352227"/>
                <a:ext cx="55800" cy="6224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8A3D026-974F-2750-7A19-36559FBF267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1325267" y="3346107"/>
                  <a:ext cx="68040" cy="63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54CB6A6-8A62-E352-5724-85A6E520BFEF}"/>
                    </a:ext>
                  </a:extLst>
                </p14:cNvPr>
                <p14:cNvContentPartPr/>
                <p14:nvPr/>
              </p14:nvContentPartPr>
              <p14:xfrm>
                <a:off x="11700387" y="3371667"/>
                <a:ext cx="304200" cy="6645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54CB6A6-8A62-E352-5724-85A6E520BFE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1694267" y="3365547"/>
                  <a:ext cx="316440" cy="67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438CC99-37B0-DC24-D9DB-26BE8C9D485D}"/>
                    </a:ext>
                  </a:extLst>
                </p14:cNvPr>
                <p14:cNvContentPartPr/>
                <p14:nvPr/>
              </p14:nvContentPartPr>
              <p14:xfrm>
                <a:off x="11260467" y="4717707"/>
                <a:ext cx="439920" cy="331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438CC99-37B0-DC24-D9DB-26BE8C9D485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1254347" y="4711587"/>
                  <a:ext cx="45216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8A69171C-EE6B-3D82-D67E-E559C3DB239D}"/>
                    </a:ext>
                  </a:extLst>
                </p14:cNvPr>
                <p14:cNvContentPartPr/>
                <p14:nvPr/>
              </p14:nvContentPartPr>
              <p14:xfrm>
                <a:off x="11423187" y="4569027"/>
                <a:ext cx="104040" cy="4273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A69171C-EE6B-3D82-D67E-E559C3DB239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1417067" y="4562907"/>
                  <a:ext cx="116280" cy="43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0F00A92-1211-F5B9-9E84-0168B968B95B}"/>
                    </a:ext>
                  </a:extLst>
                </p14:cNvPr>
                <p14:cNvContentPartPr/>
                <p14:nvPr/>
              </p14:nvContentPartPr>
              <p14:xfrm>
                <a:off x="11940507" y="3893307"/>
                <a:ext cx="175320" cy="4773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0F00A92-1211-F5B9-9E84-0168B968B95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934387" y="3887187"/>
                  <a:ext cx="187560" cy="48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E834C01-F0FD-C290-15D7-4362BFC3BBF7}"/>
                    </a:ext>
                  </a:extLst>
                </p14:cNvPr>
                <p14:cNvContentPartPr/>
                <p14:nvPr/>
              </p14:nvContentPartPr>
              <p14:xfrm>
                <a:off x="11705427" y="4648227"/>
                <a:ext cx="288720" cy="5608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E834C01-F0FD-C290-15D7-4362BFC3BBF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699307" y="4642107"/>
                  <a:ext cx="300960" cy="57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D86BED0-E399-2B57-4F22-B8D1B1558A06}"/>
                    </a:ext>
                  </a:extLst>
                </p14:cNvPr>
                <p14:cNvContentPartPr/>
                <p14:nvPr/>
              </p14:nvContentPartPr>
              <p14:xfrm>
                <a:off x="11979747" y="5121267"/>
                <a:ext cx="202320" cy="2595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D86BED0-E399-2B57-4F22-B8D1B1558A0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973627" y="5115147"/>
                  <a:ext cx="21456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71ACAA7-0497-7B7A-9B17-7F6912F06450}"/>
                    </a:ext>
                  </a:extLst>
                </p14:cNvPr>
                <p14:cNvContentPartPr/>
                <p14:nvPr/>
              </p14:nvContentPartPr>
              <p14:xfrm>
                <a:off x="7038747" y="1803507"/>
                <a:ext cx="3589560" cy="42440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71ACAA7-0497-7B7A-9B17-7F6912F0645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032627" y="1797387"/>
                  <a:ext cx="3601800" cy="4256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2368222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DF8A3-E9D6-4CE6-6545-02E3FF5A0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>
            <a:extLst>
              <a:ext uri="{FF2B5EF4-FFF2-40B4-BE49-F238E27FC236}">
                <a16:creationId xmlns:a16="http://schemas.microsoft.com/office/drawing/2014/main" id="{21363EAB-3A29-7268-C9DB-31F0BDC63BD0}"/>
              </a:ext>
            </a:extLst>
          </p:cNvPr>
          <p:cNvGrpSpPr/>
          <p:nvPr/>
        </p:nvGrpSpPr>
        <p:grpSpPr>
          <a:xfrm>
            <a:off x="662787" y="340467"/>
            <a:ext cx="11013480" cy="5734800"/>
            <a:chOff x="662787" y="340467"/>
            <a:chExt cx="11013480" cy="5734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2D680AAA-013C-91B7-E60C-586418222B96}"/>
                    </a:ext>
                  </a:extLst>
                </p14:cNvPr>
                <p14:cNvContentPartPr/>
                <p14:nvPr/>
              </p14:nvContentPartPr>
              <p14:xfrm>
                <a:off x="4026987" y="827547"/>
                <a:ext cx="775080" cy="117324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2D680AAA-013C-91B7-E60C-586418222B9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020867" y="821427"/>
                  <a:ext cx="787320" cy="11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834BA231-A188-15B1-5806-D2E03BB219B1}"/>
                    </a:ext>
                  </a:extLst>
                </p14:cNvPr>
                <p14:cNvContentPartPr/>
                <p14:nvPr/>
              </p14:nvContentPartPr>
              <p14:xfrm>
                <a:off x="4927347" y="1035987"/>
                <a:ext cx="703080" cy="11775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834BA231-A188-15B1-5806-D2E03BB219B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921227" y="1029867"/>
                  <a:ext cx="715320" cy="11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A971B4FF-7D44-1F22-424E-68591871D923}"/>
                    </a:ext>
                  </a:extLst>
                </p14:cNvPr>
                <p14:cNvContentPartPr/>
                <p14:nvPr/>
              </p14:nvContentPartPr>
              <p14:xfrm>
                <a:off x="5537547" y="1324347"/>
                <a:ext cx="2573640" cy="9763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A971B4FF-7D44-1F22-424E-68591871D92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531427" y="1318227"/>
                  <a:ext cx="2585880" cy="9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7D2B069-A7A2-6B55-F59A-3859A68BE256}"/>
                    </a:ext>
                  </a:extLst>
                </p14:cNvPr>
                <p14:cNvContentPartPr/>
                <p14:nvPr/>
              </p14:nvContentPartPr>
              <p14:xfrm>
                <a:off x="7989867" y="1533507"/>
                <a:ext cx="360" cy="3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7D2B069-A7A2-6B55-F59A-3859A68BE25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983747" y="152738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775C3C8-F8B3-9BE6-B311-084EB41E1AEF}"/>
                    </a:ext>
                  </a:extLst>
                </p14:cNvPr>
                <p14:cNvContentPartPr/>
                <p14:nvPr/>
              </p14:nvContentPartPr>
              <p14:xfrm>
                <a:off x="8258067" y="1678587"/>
                <a:ext cx="540000" cy="13003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775C3C8-F8B3-9BE6-B311-084EB41E1AE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251947" y="1672467"/>
                  <a:ext cx="552240" cy="131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0B4E2E2-C66E-F3FA-7CD2-2A16EE5A1A62}"/>
                    </a:ext>
                  </a:extLst>
                </p14:cNvPr>
                <p14:cNvContentPartPr/>
                <p14:nvPr/>
              </p14:nvContentPartPr>
              <p14:xfrm>
                <a:off x="3433707" y="340467"/>
                <a:ext cx="5906520" cy="26236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0B4E2E2-C66E-F3FA-7CD2-2A16EE5A1A6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427587" y="334347"/>
                  <a:ext cx="5918760" cy="263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8A60238-7AE5-FDBE-CB55-AD3AA66B6875}"/>
                    </a:ext>
                  </a:extLst>
                </p14:cNvPr>
                <p14:cNvContentPartPr/>
                <p14:nvPr/>
              </p14:nvContentPartPr>
              <p14:xfrm>
                <a:off x="1509867" y="1448187"/>
                <a:ext cx="1959120" cy="4410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8A60238-7AE5-FDBE-CB55-AD3AA66B687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503747" y="1442067"/>
                  <a:ext cx="1971360" cy="45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1C1E514-B79E-449D-E90D-4F0F87441EF2}"/>
                    </a:ext>
                  </a:extLst>
                </p14:cNvPr>
                <p14:cNvContentPartPr/>
                <p14:nvPr/>
              </p14:nvContentPartPr>
              <p14:xfrm>
                <a:off x="662787" y="1164507"/>
                <a:ext cx="520920" cy="4780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1C1E514-B79E-449D-E90D-4F0F87441EF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56667" y="1158387"/>
                  <a:ext cx="533160" cy="49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C16AD0C-CB65-1F39-71FF-1EA925597F7B}"/>
                    </a:ext>
                  </a:extLst>
                </p14:cNvPr>
                <p14:cNvContentPartPr/>
                <p14:nvPr/>
              </p14:nvContentPartPr>
              <p14:xfrm>
                <a:off x="1377747" y="1114827"/>
                <a:ext cx="685440" cy="4705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C16AD0C-CB65-1F39-71FF-1EA925597F7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371627" y="1108707"/>
                  <a:ext cx="697680" cy="48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7B391EF-7BC4-320E-023B-20DECAA4FBDD}"/>
                    </a:ext>
                  </a:extLst>
                </p14:cNvPr>
                <p14:cNvContentPartPr/>
                <p14:nvPr/>
              </p14:nvContentPartPr>
              <p14:xfrm>
                <a:off x="2193867" y="908907"/>
                <a:ext cx="482040" cy="6400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7B391EF-7BC4-320E-023B-20DECAA4FBD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187747" y="902787"/>
                  <a:ext cx="494280" cy="65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FB7A2C7-41AE-9B7E-157F-7C05756BAC03}"/>
                    </a:ext>
                  </a:extLst>
                </p14:cNvPr>
                <p14:cNvContentPartPr/>
                <p14:nvPr/>
              </p14:nvContentPartPr>
              <p14:xfrm>
                <a:off x="5657067" y="2951547"/>
                <a:ext cx="375120" cy="10044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FB7A2C7-41AE-9B7E-157F-7C05756BAC0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650947" y="2945427"/>
                  <a:ext cx="387360" cy="10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362B3C5-6D1B-D230-550C-4C17B42EB4F8}"/>
                    </a:ext>
                  </a:extLst>
                </p14:cNvPr>
                <p14:cNvContentPartPr/>
                <p14:nvPr/>
              </p14:nvContentPartPr>
              <p14:xfrm>
                <a:off x="4870107" y="4279227"/>
                <a:ext cx="367920" cy="7405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362B3C5-6D1B-D230-550C-4C17B42EB4F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863987" y="4273107"/>
                  <a:ext cx="380160" cy="75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01719AB-F7A5-4EE0-61A2-5586283406C1}"/>
                    </a:ext>
                  </a:extLst>
                </p14:cNvPr>
                <p14:cNvContentPartPr/>
                <p14:nvPr/>
              </p14:nvContentPartPr>
              <p14:xfrm>
                <a:off x="5192667" y="4495227"/>
                <a:ext cx="576360" cy="6033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01719AB-F7A5-4EE0-61A2-5586283406C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186547" y="4489107"/>
                  <a:ext cx="588600" cy="61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E6E487B-46D0-8A30-9C50-21ABD0588D0F}"/>
                    </a:ext>
                  </a:extLst>
                </p14:cNvPr>
                <p14:cNvContentPartPr/>
                <p14:nvPr/>
              </p14:nvContentPartPr>
              <p14:xfrm>
                <a:off x="5839227" y="4618707"/>
                <a:ext cx="319320" cy="4456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E6E487B-46D0-8A30-9C50-21ABD0588D0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833107" y="4612587"/>
                  <a:ext cx="331560" cy="45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F579AA2-EAD3-348B-3EDC-FD503890604F}"/>
                    </a:ext>
                  </a:extLst>
                </p14:cNvPr>
                <p14:cNvContentPartPr/>
                <p14:nvPr/>
              </p14:nvContentPartPr>
              <p14:xfrm>
                <a:off x="6323067" y="4405227"/>
                <a:ext cx="125640" cy="6192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F579AA2-EAD3-348B-3EDC-FD503890604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316947" y="4399107"/>
                  <a:ext cx="137880" cy="63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92B3A40-72ED-405D-BC88-3484D12C64EA}"/>
                    </a:ext>
                  </a:extLst>
                </p14:cNvPr>
                <p14:cNvContentPartPr/>
                <p14:nvPr/>
              </p14:nvContentPartPr>
              <p14:xfrm>
                <a:off x="6288507" y="4563267"/>
                <a:ext cx="967680" cy="6616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92B3A40-72ED-405D-BC88-3484D12C64E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282387" y="4557147"/>
                  <a:ext cx="979920" cy="67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CC2BCE4-FE3B-E105-E72C-001A01602025}"/>
                    </a:ext>
                  </a:extLst>
                </p14:cNvPr>
                <p14:cNvContentPartPr/>
                <p14:nvPr/>
              </p14:nvContentPartPr>
              <p14:xfrm>
                <a:off x="7480467" y="3713667"/>
                <a:ext cx="612720" cy="22586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CC2BCE4-FE3B-E105-E72C-001A0160202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474347" y="3707547"/>
                  <a:ext cx="624960" cy="227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F9C60FE-BE64-5B4D-15CA-DC6E5BCA8BB4}"/>
                    </a:ext>
                  </a:extLst>
                </p14:cNvPr>
                <p14:cNvContentPartPr/>
                <p14:nvPr/>
              </p14:nvContentPartPr>
              <p14:xfrm>
                <a:off x="8164467" y="4273107"/>
                <a:ext cx="268920" cy="8348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F9C60FE-BE64-5B4D-15CA-DC6E5BCA8BB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158347" y="4266987"/>
                  <a:ext cx="281160" cy="84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0B6E232-3F19-5187-F4E4-18CAD10A1E39}"/>
                    </a:ext>
                  </a:extLst>
                </p14:cNvPr>
                <p14:cNvContentPartPr/>
                <p14:nvPr/>
              </p14:nvContentPartPr>
              <p14:xfrm>
                <a:off x="8666667" y="4395867"/>
                <a:ext cx="323640" cy="6386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0B6E232-3F19-5187-F4E4-18CAD10A1E3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660547" y="4389747"/>
                  <a:ext cx="335880" cy="65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A7D1DA8-5AD8-D43D-CABA-E12309A210F0}"/>
                    </a:ext>
                  </a:extLst>
                </p14:cNvPr>
                <p14:cNvContentPartPr/>
                <p14:nvPr/>
              </p14:nvContentPartPr>
              <p14:xfrm>
                <a:off x="9350667" y="4359147"/>
                <a:ext cx="321840" cy="6314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A7D1DA8-5AD8-D43D-CABA-E12309A210F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344547" y="4353027"/>
                  <a:ext cx="334080" cy="64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136D3D1-E072-CE04-4493-0E07A732357D}"/>
                    </a:ext>
                  </a:extLst>
                </p14:cNvPr>
                <p14:cNvContentPartPr/>
                <p14:nvPr/>
              </p14:nvContentPartPr>
              <p14:xfrm>
                <a:off x="9654867" y="3808707"/>
                <a:ext cx="566640" cy="22665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136D3D1-E072-CE04-4493-0E07A732357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648747" y="3802587"/>
                  <a:ext cx="578880" cy="227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887AE50-19AC-ED88-B7FF-32FA20743187}"/>
                    </a:ext>
                  </a:extLst>
                </p14:cNvPr>
                <p14:cNvContentPartPr/>
                <p14:nvPr/>
              </p14:nvContentPartPr>
              <p14:xfrm>
                <a:off x="1173627" y="2052627"/>
                <a:ext cx="1702440" cy="6926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887AE50-19AC-ED88-B7FF-32FA2074318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167507" y="2046507"/>
                  <a:ext cx="1714680" cy="70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F15C6C4-BEFB-85A8-56D7-0EAF10289032}"/>
                    </a:ext>
                  </a:extLst>
                </p14:cNvPr>
                <p14:cNvContentPartPr/>
                <p14:nvPr/>
              </p14:nvContentPartPr>
              <p14:xfrm>
                <a:off x="1747827" y="3054147"/>
                <a:ext cx="25200" cy="4795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F15C6C4-BEFB-85A8-56D7-0EAF1028903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741707" y="3048027"/>
                  <a:ext cx="37440" cy="49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E7D6652-68F9-2260-E98D-E24E7A9C48CF}"/>
                    </a:ext>
                  </a:extLst>
                </p14:cNvPr>
                <p14:cNvContentPartPr/>
                <p14:nvPr/>
              </p14:nvContentPartPr>
              <p14:xfrm>
                <a:off x="1889307" y="2912667"/>
                <a:ext cx="360" cy="7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E7D6652-68F9-2260-E98D-E24E7A9C48C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883187" y="2906547"/>
                  <a:ext cx="12600" cy="1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C898090-4DCF-D4B5-B4DF-671E1C1043DE}"/>
                    </a:ext>
                  </a:extLst>
                </p14:cNvPr>
                <p14:cNvContentPartPr/>
                <p14:nvPr/>
              </p14:nvContentPartPr>
              <p14:xfrm>
                <a:off x="2003427" y="3195987"/>
                <a:ext cx="431640" cy="6620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C898090-4DCF-D4B5-B4DF-671E1C1043D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997307" y="3189867"/>
                  <a:ext cx="443880" cy="67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6F82245-F4F3-B938-9DA5-0C6ECF41CFFD}"/>
                    </a:ext>
                  </a:extLst>
                </p14:cNvPr>
                <p14:cNvContentPartPr/>
                <p14:nvPr/>
              </p14:nvContentPartPr>
              <p14:xfrm>
                <a:off x="1544787" y="4193187"/>
                <a:ext cx="254520" cy="6670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6F82245-F4F3-B938-9DA5-0C6ECF41CFF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538667" y="4187067"/>
                  <a:ext cx="266760" cy="67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C2103AD-4370-21B1-F5CF-789DC2FACC09}"/>
                    </a:ext>
                  </a:extLst>
                </p14:cNvPr>
                <p14:cNvContentPartPr/>
                <p14:nvPr/>
              </p14:nvContentPartPr>
              <p14:xfrm>
                <a:off x="1947627" y="4152867"/>
                <a:ext cx="1074960" cy="14760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C2103AD-4370-21B1-F5CF-789DC2FACC0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941507" y="4146747"/>
                  <a:ext cx="1087200" cy="148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7F6F438-AE6E-4EC4-7AED-ECF2BCFB9424}"/>
                    </a:ext>
                  </a:extLst>
                </p14:cNvPr>
                <p14:cNvContentPartPr/>
                <p14:nvPr/>
              </p14:nvContentPartPr>
              <p14:xfrm>
                <a:off x="10349667" y="4170147"/>
                <a:ext cx="1326600" cy="7135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7F6F438-AE6E-4EC4-7AED-ECF2BCFB942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343547" y="4164027"/>
                  <a:ext cx="1338840" cy="72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C6473ECC-6AB5-0E28-14BE-3294BB535100}"/>
                    </a:ext>
                  </a:extLst>
                </p14:cNvPr>
                <p14:cNvContentPartPr/>
                <p14:nvPr/>
              </p14:nvContentPartPr>
              <p14:xfrm>
                <a:off x="8548947" y="1965507"/>
                <a:ext cx="730440" cy="6382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C6473ECC-6AB5-0E28-14BE-3294BB53510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542827" y="1959387"/>
                  <a:ext cx="742680" cy="650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2B8CDF11-5C86-55F0-D66C-CB26722466BE}"/>
                  </a:ext>
                </a:extLst>
              </p14:cNvPr>
              <p14:cNvContentPartPr/>
              <p14:nvPr/>
            </p14:nvContentPartPr>
            <p14:xfrm>
              <a:off x="9181827" y="867147"/>
              <a:ext cx="1190160" cy="59220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2B8CDF11-5C86-55F0-D66C-CB26722466BE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9175707" y="861027"/>
                <a:ext cx="1202400" cy="60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06DA307C-571B-B0D0-C3C3-ADBFEFC326AA}"/>
                  </a:ext>
                </a:extLst>
              </p14:cNvPr>
              <p14:cNvContentPartPr/>
              <p14:nvPr/>
            </p14:nvContentPartPr>
            <p14:xfrm>
              <a:off x="9700947" y="654027"/>
              <a:ext cx="892080" cy="82260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06DA307C-571B-B0D0-C3C3-ADBFEFC326AA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9694827" y="647907"/>
                <a:ext cx="904320" cy="834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586253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08A16-65B5-95FE-953F-A4B321AB0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B71AEB1-0731-A98C-12BB-BFAC2957B34E}"/>
              </a:ext>
            </a:extLst>
          </p:cNvPr>
          <p:cNvSpPr txBox="1"/>
          <p:nvPr/>
        </p:nvSpPr>
        <p:spPr>
          <a:xfrm>
            <a:off x="347132" y="220133"/>
            <a:ext cx="5901267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Parameters count in RNN/Activation/Type of RNN/Variants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hlinkClick r:id="rId2"/>
              </a:rPr>
              <a:t>https://stanford.edu/~shervine/teaching/cs-230/cheatsheet-recurrent-neural-networks/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hlinkClick r:id="rId3"/>
              </a:rPr>
              <a:t>https://community.deeplearning.ai/t/how-to-compute-rnn-parameters/259287/4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hlinkClick r:id="rId4"/>
              </a:rPr>
              <a:t>https://www.geeksforgeeks.org/deep-learning/how-to-calculate-the-number-of-parameters-in-cnn/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hlinkClick r:id="rId4"/>
              </a:rPr>
              <a:t>https://www.geeksforgeeks.org/deep-learning/how-to-calculate-the-number-of-parameters-in-cnn/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Coding </a:t>
            </a:r>
            <a:r>
              <a:rPr lang="en-GB" dirty="0">
                <a:sym typeface="Wingdings" panose="05000000000000000000" pitchFamily="2" charset="2"/>
              </a:rPr>
              <a:t>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>
                <a:sym typeface="Wingdings" panose="05000000000000000000" pitchFamily="2" charset="2"/>
              </a:rPr>
              <a:t>Numpy</a:t>
            </a:r>
            <a:r>
              <a:rPr lang="en-GB" dirty="0">
                <a:sym typeface="Wingdings" panose="05000000000000000000" pitchFamily="2" charset="2"/>
              </a:rPr>
              <a:t> (Learning),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>
                <a:sym typeface="Wingdings" panose="05000000000000000000" pitchFamily="2" charset="2"/>
              </a:rPr>
              <a:t>Keras</a:t>
            </a:r>
            <a:r>
              <a:rPr lang="en-GB" dirty="0">
                <a:sym typeface="Wingdings" panose="05000000000000000000" pitchFamily="2" charset="2"/>
              </a:rPr>
              <a:t> </a:t>
            </a:r>
            <a:r>
              <a:rPr lang="en-GB" dirty="0">
                <a:sym typeface="Wingdings" panose="05000000000000000000" pitchFamily="2" charset="2"/>
                <a:hlinkClick r:id="rId5"/>
              </a:rPr>
              <a:t>https://d2l.ai/chapter_recurrent-neural-networks/rnn.html</a:t>
            </a:r>
            <a:endParaRPr lang="en-GB" dirty="0">
              <a:sym typeface="Wingdings" panose="05000000000000000000" pitchFamily="2" charset="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>
                <a:sym typeface="Wingdings" panose="05000000000000000000" pitchFamily="2" charset="2"/>
              </a:rPr>
              <a:t>Pytorch</a:t>
            </a:r>
            <a:endParaRPr lang="en-GB" dirty="0">
              <a:sym typeface="Wingdings" panose="05000000000000000000" pitchFamily="2" charset="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sym typeface="Wingdings" panose="05000000000000000000" pitchFamily="2" charset="2"/>
              </a:rPr>
              <a:t>…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979872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A0D43-CFDA-074A-75F9-DA456DCE5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4C520F68-C0FE-C7F1-5119-4405A5F230E6}"/>
                  </a:ext>
                </a:extLst>
              </p14:cNvPr>
              <p14:cNvContentPartPr/>
              <p14:nvPr/>
            </p14:nvContentPartPr>
            <p14:xfrm>
              <a:off x="2682027" y="3716187"/>
              <a:ext cx="5783760" cy="72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4C520F68-C0FE-C7F1-5119-4405A5F230E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75907" y="3703227"/>
                <a:ext cx="579600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73FAD4BC-06C8-7DD2-EE98-1B410CD48C66}"/>
                  </a:ext>
                </a:extLst>
              </p14:cNvPr>
              <p14:cNvContentPartPr/>
              <p14:nvPr/>
            </p14:nvContentPartPr>
            <p14:xfrm>
              <a:off x="7647147" y="3513867"/>
              <a:ext cx="770040" cy="57996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73FAD4BC-06C8-7DD2-EE98-1B410CD48C6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641027" y="3507747"/>
                <a:ext cx="782280" cy="59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D9B54E9F-72DB-91E1-7DC8-22DC8A141027}"/>
                  </a:ext>
                </a:extLst>
              </p14:cNvPr>
              <p14:cNvContentPartPr/>
              <p14:nvPr/>
            </p14:nvContentPartPr>
            <p14:xfrm>
              <a:off x="748107" y="3492627"/>
              <a:ext cx="726480" cy="50508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D9B54E9F-72DB-91E1-7DC8-22DC8A14102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41987" y="3486507"/>
                <a:ext cx="738720" cy="51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1D0616DB-FD59-69E7-3701-6ADFDFD5943D}"/>
                  </a:ext>
                </a:extLst>
              </p14:cNvPr>
              <p14:cNvContentPartPr/>
              <p14:nvPr/>
            </p14:nvContentPartPr>
            <p14:xfrm>
              <a:off x="1190907" y="2450427"/>
              <a:ext cx="8962200" cy="169524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1D0616DB-FD59-69E7-3701-6ADFDFD5943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84787" y="2444307"/>
                <a:ext cx="8974440" cy="170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1AB098C0-BD3B-BF4C-2E6A-3CA35500BF99}"/>
                  </a:ext>
                </a:extLst>
              </p14:cNvPr>
              <p14:cNvContentPartPr/>
              <p14:nvPr/>
            </p14:nvContentPartPr>
            <p14:xfrm>
              <a:off x="1122507" y="1711347"/>
              <a:ext cx="63000" cy="12852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1AB098C0-BD3B-BF4C-2E6A-3CA35500BF9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116387" y="1705227"/>
                <a:ext cx="75240" cy="14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9AFEAB6F-CA95-4BC0-2924-8043643B3B19}"/>
                  </a:ext>
                </a:extLst>
              </p14:cNvPr>
              <p14:cNvContentPartPr/>
              <p14:nvPr/>
            </p14:nvContentPartPr>
            <p14:xfrm>
              <a:off x="391347" y="4497027"/>
              <a:ext cx="718560" cy="43092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9AFEAB6F-CA95-4BC0-2924-8043643B3B1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85227" y="4490907"/>
                <a:ext cx="730800" cy="44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3A8EF811-D9A1-08EF-F6D9-6786CF6B6950}"/>
                  </a:ext>
                </a:extLst>
              </p14:cNvPr>
              <p14:cNvContentPartPr/>
              <p14:nvPr/>
            </p14:nvContentPartPr>
            <p14:xfrm>
              <a:off x="284787" y="4688187"/>
              <a:ext cx="857880" cy="55404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3A8EF811-D9A1-08EF-F6D9-6786CF6B695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78667" y="4682067"/>
                <a:ext cx="870120" cy="56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CE7238E2-2599-46BB-B986-5D9554078C3D}"/>
                  </a:ext>
                </a:extLst>
              </p14:cNvPr>
              <p14:cNvContentPartPr/>
              <p14:nvPr/>
            </p14:nvContentPartPr>
            <p14:xfrm>
              <a:off x="464427" y="4377867"/>
              <a:ext cx="318600" cy="107856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CE7238E2-2599-46BB-B986-5D9554078C3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58307" y="4371747"/>
                <a:ext cx="330840" cy="109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A43C224F-CDBD-A7AF-0C64-0A765F2E53E9}"/>
                  </a:ext>
                </a:extLst>
              </p14:cNvPr>
              <p14:cNvContentPartPr/>
              <p14:nvPr/>
            </p14:nvContentPartPr>
            <p14:xfrm>
              <a:off x="688707" y="4444467"/>
              <a:ext cx="396000" cy="98028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A43C224F-CDBD-A7AF-0C64-0A765F2E53E9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82587" y="4438347"/>
                <a:ext cx="408240" cy="99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BC97688B-95A2-A674-C5DF-AD4549CD8029}"/>
                  </a:ext>
                </a:extLst>
              </p14:cNvPr>
              <p14:cNvContentPartPr/>
              <p14:nvPr/>
            </p14:nvContentPartPr>
            <p14:xfrm>
              <a:off x="1783467" y="4432587"/>
              <a:ext cx="138600" cy="63180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BC97688B-95A2-A674-C5DF-AD4549CD802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777347" y="4426467"/>
                <a:ext cx="150840" cy="64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399FCDA8-70DA-CFDD-DBB8-B6B0135352E6}"/>
                  </a:ext>
                </a:extLst>
              </p14:cNvPr>
              <p14:cNvContentPartPr/>
              <p14:nvPr/>
            </p14:nvContentPartPr>
            <p14:xfrm>
              <a:off x="1690227" y="4058907"/>
              <a:ext cx="799920" cy="132408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399FCDA8-70DA-CFDD-DBB8-B6B0135352E6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684107" y="4052787"/>
                <a:ext cx="812160" cy="133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8092B9FE-845F-7506-0540-3495B4F4636A}"/>
                  </a:ext>
                </a:extLst>
              </p14:cNvPr>
              <p14:cNvContentPartPr/>
              <p14:nvPr/>
            </p14:nvContentPartPr>
            <p14:xfrm>
              <a:off x="2653227" y="4383987"/>
              <a:ext cx="591480" cy="16380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8092B9FE-845F-7506-0540-3495B4F4636A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647107" y="4377867"/>
                <a:ext cx="603720" cy="17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9C1225B0-06D8-37E7-1C91-4A4907BABFA1}"/>
                  </a:ext>
                </a:extLst>
              </p14:cNvPr>
              <p14:cNvContentPartPr/>
              <p14:nvPr/>
            </p14:nvContentPartPr>
            <p14:xfrm>
              <a:off x="3070107" y="4485507"/>
              <a:ext cx="83880" cy="59184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9C1225B0-06D8-37E7-1C91-4A4907BABFA1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063987" y="4479387"/>
                <a:ext cx="96120" cy="60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E2D64EBF-D007-0D61-CA20-9B8C3274D210}"/>
                  </a:ext>
                </a:extLst>
              </p14:cNvPr>
              <p14:cNvContentPartPr/>
              <p14:nvPr/>
            </p14:nvContentPartPr>
            <p14:xfrm>
              <a:off x="2711907" y="5085987"/>
              <a:ext cx="677880" cy="6516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E2D64EBF-D007-0D61-CA20-9B8C3274D210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705787" y="5079867"/>
                <a:ext cx="690120" cy="7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8C8FAB24-24F8-FC3B-4C61-4BBB2AA9CD72}"/>
                  </a:ext>
                </a:extLst>
              </p14:cNvPr>
              <p14:cNvContentPartPr/>
              <p14:nvPr/>
            </p14:nvContentPartPr>
            <p14:xfrm>
              <a:off x="2113227" y="3539787"/>
              <a:ext cx="615960" cy="58428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8C8FAB24-24F8-FC3B-4C61-4BBB2AA9CD72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107107" y="3533667"/>
                <a:ext cx="628200" cy="59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AB24347C-FCD8-EF49-871E-89411F9A89AF}"/>
                  </a:ext>
                </a:extLst>
              </p14:cNvPr>
              <p14:cNvContentPartPr/>
              <p14:nvPr/>
            </p14:nvContentPartPr>
            <p14:xfrm>
              <a:off x="2250027" y="3516387"/>
              <a:ext cx="708480" cy="89964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AB24347C-FCD8-EF49-871E-89411F9A89AF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243907" y="3510267"/>
                <a:ext cx="720720" cy="91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FEA864F3-C3A7-9D54-42B0-96BE9322F3D4}"/>
                  </a:ext>
                </a:extLst>
              </p14:cNvPr>
              <p14:cNvContentPartPr/>
              <p14:nvPr/>
            </p14:nvContentPartPr>
            <p14:xfrm>
              <a:off x="4862263" y="2775583"/>
              <a:ext cx="1335448" cy="1335448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FEA864F3-C3A7-9D54-42B0-96BE9322F3D4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856144" y="2769464"/>
                <a:ext cx="1347687" cy="1347687"/>
              </a:xfrm>
              <a:prstGeom prst="rect">
                <a:avLst/>
              </a:prstGeom>
            </p:spPr>
          </p:pic>
        </mc:Fallback>
      </mc:AlternateContent>
      <p:grpSp>
        <p:nvGrpSpPr>
          <p:cNvPr id="81" name="Group 80">
            <a:extLst>
              <a:ext uri="{FF2B5EF4-FFF2-40B4-BE49-F238E27FC236}">
                <a16:creationId xmlns:a16="http://schemas.microsoft.com/office/drawing/2014/main" id="{BB38A092-7DD8-A742-5890-C102978D7E04}"/>
              </a:ext>
            </a:extLst>
          </p:cNvPr>
          <p:cNvGrpSpPr/>
          <p:nvPr/>
        </p:nvGrpSpPr>
        <p:grpSpPr>
          <a:xfrm>
            <a:off x="2080467" y="84867"/>
            <a:ext cx="8698320" cy="3671280"/>
            <a:chOff x="2080467" y="84867"/>
            <a:chExt cx="8698320" cy="3671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B3EEB7A7-C2FD-5BA2-58E8-2F608696301E}"/>
                    </a:ext>
                  </a:extLst>
                </p14:cNvPr>
                <p14:cNvContentPartPr/>
                <p14:nvPr/>
              </p14:nvContentPartPr>
              <p14:xfrm>
                <a:off x="2584107" y="2779827"/>
                <a:ext cx="1440" cy="18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B3EEB7A7-C2FD-5BA2-58E8-2F608696301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577987" y="2773707"/>
                  <a:ext cx="13680" cy="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5CA26DF1-65DF-E5E7-79B8-B8834DB180FA}"/>
                    </a:ext>
                  </a:extLst>
                </p14:cNvPr>
                <p14:cNvContentPartPr/>
                <p14:nvPr/>
              </p14:nvContentPartPr>
              <p14:xfrm>
                <a:off x="2161467" y="2736987"/>
                <a:ext cx="849600" cy="8496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5CA26DF1-65DF-E5E7-79B8-B8834DB180F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155347" y="2730867"/>
                  <a:ext cx="861840" cy="86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CC9F18A-45AD-1109-C78D-484F86CBA81E}"/>
                    </a:ext>
                  </a:extLst>
                </p14:cNvPr>
                <p14:cNvContentPartPr/>
                <p14:nvPr/>
              </p14:nvContentPartPr>
              <p14:xfrm>
                <a:off x="3342627" y="3094467"/>
                <a:ext cx="1443960" cy="2260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CC9F18A-45AD-1109-C78D-484F86CBA81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336507" y="3088347"/>
                  <a:ext cx="145620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9E0C8B9-CBB4-69D2-CFE2-1277E4763616}"/>
                    </a:ext>
                  </a:extLst>
                </p14:cNvPr>
                <p14:cNvContentPartPr/>
                <p14:nvPr/>
              </p14:nvContentPartPr>
              <p14:xfrm>
                <a:off x="5226507" y="2826987"/>
                <a:ext cx="631800" cy="7308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9E0C8B9-CBB4-69D2-CFE2-1277E476361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220387" y="2820867"/>
                  <a:ext cx="644040" cy="74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D2227BB-D626-0179-055B-14D800D07BB2}"/>
                    </a:ext>
                  </a:extLst>
                </p14:cNvPr>
                <p14:cNvContentPartPr/>
                <p14:nvPr/>
              </p14:nvContentPartPr>
              <p14:xfrm>
                <a:off x="6189867" y="3003387"/>
                <a:ext cx="1926360" cy="3276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D2227BB-D626-0179-055B-14D800D07BB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183747" y="2997267"/>
                  <a:ext cx="193860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CB105C8-2D89-8DA2-03C2-49DEEAF2F626}"/>
                    </a:ext>
                  </a:extLst>
                </p14:cNvPr>
                <p14:cNvContentPartPr/>
                <p14:nvPr/>
              </p14:nvContentPartPr>
              <p14:xfrm>
                <a:off x="8460387" y="2888187"/>
                <a:ext cx="873000" cy="7848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CB105C8-2D89-8DA2-03C2-49DEEAF2F62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454267" y="2882067"/>
                  <a:ext cx="885240" cy="79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888B965-078F-E9FB-E5CB-AC8C5CFDE61F}"/>
                    </a:ext>
                  </a:extLst>
                </p14:cNvPr>
                <p14:cNvContentPartPr/>
                <p14:nvPr/>
              </p14:nvContentPartPr>
              <p14:xfrm>
                <a:off x="2311947" y="1815747"/>
                <a:ext cx="443520" cy="8377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888B965-078F-E9FB-E5CB-AC8C5CFDE61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305827" y="1809627"/>
                  <a:ext cx="455760" cy="84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A8E3263-6235-1FD3-AFBC-546E9762375F}"/>
                    </a:ext>
                  </a:extLst>
                </p14:cNvPr>
                <p14:cNvContentPartPr/>
                <p14:nvPr/>
              </p14:nvContentPartPr>
              <p14:xfrm>
                <a:off x="5483907" y="1917267"/>
                <a:ext cx="383400" cy="9720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A8E3263-6235-1FD3-AFBC-546E9762375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477787" y="1911147"/>
                  <a:ext cx="395640" cy="9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772A8A3-1332-C2DE-98E4-D3884D933BCD}"/>
                    </a:ext>
                  </a:extLst>
                </p14:cNvPr>
                <p14:cNvContentPartPr/>
                <p14:nvPr/>
              </p14:nvContentPartPr>
              <p14:xfrm>
                <a:off x="8644347" y="2016987"/>
                <a:ext cx="434520" cy="8200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772A8A3-1332-C2DE-98E4-D3884D933BC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638227" y="2010867"/>
                  <a:ext cx="446760" cy="83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A46021E-72A7-F7AF-BFBB-07EDE0AE5C5C}"/>
                    </a:ext>
                  </a:extLst>
                </p14:cNvPr>
                <p14:cNvContentPartPr/>
                <p14:nvPr/>
              </p14:nvContentPartPr>
              <p14:xfrm>
                <a:off x="2488707" y="1161987"/>
                <a:ext cx="621360" cy="6130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A46021E-72A7-F7AF-BFBB-07EDE0AE5C5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482587" y="1155867"/>
                  <a:ext cx="633600" cy="62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E4F2D8B-482E-9759-7662-EE7207E7F9DA}"/>
                    </a:ext>
                  </a:extLst>
                </p14:cNvPr>
                <p14:cNvContentPartPr/>
                <p14:nvPr/>
              </p14:nvContentPartPr>
              <p14:xfrm>
                <a:off x="5401467" y="1117707"/>
                <a:ext cx="785880" cy="6706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E4F2D8B-482E-9759-7662-EE7207E7F9D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395347" y="1111587"/>
                  <a:ext cx="798120" cy="68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F6F3AE6-3671-3645-B8A7-C977AE37D742}"/>
                    </a:ext>
                  </a:extLst>
                </p14:cNvPr>
                <p14:cNvContentPartPr/>
                <p14:nvPr/>
              </p14:nvContentPartPr>
              <p14:xfrm>
                <a:off x="8533827" y="1316067"/>
                <a:ext cx="659880" cy="5709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F6F3AE6-3671-3645-B8A7-C977AE37D74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527707" y="1309947"/>
                  <a:ext cx="672120" cy="58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77BE9C2-E4A6-2E32-F4B3-9F0053AA4C5D}"/>
                    </a:ext>
                  </a:extLst>
                </p14:cNvPr>
                <p14:cNvContentPartPr/>
                <p14:nvPr/>
              </p14:nvContentPartPr>
              <p14:xfrm>
                <a:off x="2688147" y="381507"/>
                <a:ext cx="436320" cy="5378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77BE9C2-E4A6-2E32-F4B3-9F0053AA4C5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682027" y="375387"/>
                  <a:ext cx="448560" cy="55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D263B11-BDB1-AEBB-6AA8-0AAE8C181027}"/>
                    </a:ext>
                  </a:extLst>
                </p14:cNvPr>
                <p14:cNvContentPartPr/>
                <p14:nvPr/>
              </p14:nvContentPartPr>
              <p14:xfrm>
                <a:off x="3241107" y="192507"/>
                <a:ext cx="266040" cy="5605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D263B11-BDB1-AEBB-6AA8-0AAE8C18102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234987" y="186387"/>
                  <a:ext cx="278280" cy="57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525E6E8-F28B-5DCE-8B78-A4BA02B64BB0}"/>
                    </a:ext>
                  </a:extLst>
                </p14:cNvPr>
                <p14:cNvContentPartPr/>
                <p14:nvPr/>
              </p14:nvContentPartPr>
              <p14:xfrm>
                <a:off x="3771027" y="344787"/>
                <a:ext cx="7920" cy="1843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525E6E8-F28B-5DCE-8B78-A4BA02B64BB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764907" y="338667"/>
                  <a:ext cx="2016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B5AF486-881D-4215-3231-A8FF983C6226}"/>
                    </a:ext>
                  </a:extLst>
                </p14:cNvPr>
                <p14:cNvContentPartPr/>
                <p14:nvPr/>
              </p14:nvContentPartPr>
              <p14:xfrm>
                <a:off x="5407227" y="503907"/>
                <a:ext cx="318600" cy="5108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B5AF486-881D-4215-3231-A8FF983C622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401107" y="497787"/>
                  <a:ext cx="330840" cy="52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026D0D7-7859-9DCE-47A7-4A1978F38F9F}"/>
                    </a:ext>
                  </a:extLst>
                </p14:cNvPr>
                <p14:cNvContentPartPr/>
                <p14:nvPr/>
              </p14:nvContentPartPr>
              <p14:xfrm>
                <a:off x="5959107" y="204747"/>
                <a:ext cx="336960" cy="6134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026D0D7-7859-9DCE-47A7-4A1978F38F9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952987" y="198627"/>
                  <a:ext cx="349200" cy="62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A1EC0DC-F7CF-616C-7EDF-279F12E320A3}"/>
                    </a:ext>
                  </a:extLst>
                </p14:cNvPr>
                <p14:cNvContentPartPr/>
                <p14:nvPr/>
              </p14:nvContentPartPr>
              <p14:xfrm>
                <a:off x="6652467" y="534147"/>
                <a:ext cx="299520" cy="2322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A1EC0DC-F7CF-616C-7EDF-279F12E320A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646347" y="528027"/>
                  <a:ext cx="31176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19E4C74-EB86-5A6A-572B-205DFA15A8FD}"/>
                    </a:ext>
                  </a:extLst>
                </p14:cNvPr>
                <p14:cNvContentPartPr/>
                <p14:nvPr/>
              </p14:nvContentPartPr>
              <p14:xfrm>
                <a:off x="8641467" y="532347"/>
                <a:ext cx="509040" cy="7412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19E4C74-EB86-5A6A-572B-205DFA15A8F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635347" y="526227"/>
                  <a:ext cx="521280" cy="75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B24B6E7-FA59-3AD3-3708-CB3D17AB5EB7}"/>
                    </a:ext>
                  </a:extLst>
                </p14:cNvPr>
                <p14:cNvContentPartPr/>
                <p14:nvPr/>
              </p14:nvContentPartPr>
              <p14:xfrm>
                <a:off x="9364347" y="84867"/>
                <a:ext cx="453960" cy="7855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B24B6E7-FA59-3AD3-3708-CB3D17AB5EB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358227" y="78747"/>
                  <a:ext cx="466200" cy="79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F68B568-B036-2D26-A37C-6F41577A23AA}"/>
                    </a:ext>
                  </a:extLst>
                </p14:cNvPr>
                <p14:cNvContentPartPr/>
                <p14:nvPr/>
              </p14:nvContentPartPr>
              <p14:xfrm>
                <a:off x="10174707" y="493467"/>
                <a:ext cx="208440" cy="6411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F68B568-B036-2D26-A37C-6F41577A23A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168587" y="487347"/>
                  <a:ext cx="220680" cy="65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61448BE-F55C-F1B1-8D2D-5A4E1C916731}"/>
                    </a:ext>
                  </a:extLst>
                </p14:cNvPr>
                <p14:cNvContentPartPr/>
                <p14:nvPr/>
              </p14:nvContentPartPr>
              <p14:xfrm>
                <a:off x="6297867" y="1489227"/>
                <a:ext cx="2272320" cy="2383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61448BE-F55C-F1B1-8D2D-5A4E1C91673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291747" y="1483107"/>
                  <a:ext cx="228456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50CFFCE-8777-2AFE-2EE6-EF8F8890460B}"/>
                    </a:ext>
                  </a:extLst>
                </p14:cNvPr>
                <p14:cNvContentPartPr/>
                <p14:nvPr/>
              </p14:nvContentPartPr>
              <p14:xfrm>
                <a:off x="3223467" y="1389147"/>
                <a:ext cx="2310840" cy="1987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50CFFCE-8777-2AFE-2EE6-EF8F8890460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217347" y="1383027"/>
                  <a:ext cx="232308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5FF13D5-EE07-D9A8-7E6E-AFFFB66FD349}"/>
                    </a:ext>
                  </a:extLst>
                </p14:cNvPr>
                <p14:cNvContentPartPr/>
                <p14:nvPr/>
              </p14:nvContentPartPr>
              <p14:xfrm>
                <a:off x="2394387" y="2959827"/>
                <a:ext cx="423360" cy="5313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35FF13D5-EE07-D9A8-7E6E-AFFFB66FD34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388267" y="2953707"/>
                  <a:ext cx="435600" cy="54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C7F50383-795C-06B4-125C-DE843894384F}"/>
                    </a:ext>
                  </a:extLst>
                </p14:cNvPr>
                <p14:cNvContentPartPr/>
                <p14:nvPr/>
              </p14:nvContentPartPr>
              <p14:xfrm>
                <a:off x="8685027" y="3171507"/>
                <a:ext cx="456480" cy="5846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C7F50383-795C-06B4-125C-DE843894384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678907" y="3165387"/>
                  <a:ext cx="468720" cy="59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DEED9463-D684-DA85-925F-7AC01F88B26D}"/>
                    </a:ext>
                  </a:extLst>
                </p14:cNvPr>
                <p14:cNvContentPartPr/>
                <p14:nvPr/>
              </p14:nvContentPartPr>
              <p14:xfrm>
                <a:off x="9073107" y="3235587"/>
                <a:ext cx="365400" cy="25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DEED9463-D684-DA85-925F-7AC01F88B26D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066987" y="3229467"/>
                  <a:ext cx="377640" cy="1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E29A068C-E9B2-A483-E5D3-589AB0FF02FF}"/>
                    </a:ext>
                  </a:extLst>
                </p14:cNvPr>
                <p14:cNvContentPartPr/>
                <p14:nvPr/>
              </p14:nvContentPartPr>
              <p14:xfrm>
                <a:off x="8890947" y="3361227"/>
                <a:ext cx="532800" cy="900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E29A068C-E9B2-A483-E5D3-589AB0FF02F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884827" y="3355107"/>
                  <a:ext cx="54504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F3E7D008-00C3-BE4E-B7AF-2232E8A8E54D}"/>
                    </a:ext>
                  </a:extLst>
                </p14:cNvPr>
                <p14:cNvContentPartPr/>
                <p14:nvPr/>
              </p14:nvContentPartPr>
              <p14:xfrm>
                <a:off x="9582507" y="2849667"/>
                <a:ext cx="1080" cy="14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F3E7D008-00C3-BE4E-B7AF-2232E8A8E54D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576387" y="2843547"/>
                  <a:ext cx="13320" cy="1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2002A7F8-BB6C-C143-4E06-2C79B0538386}"/>
                    </a:ext>
                  </a:extLst>
                </p14:cNvPr>
                <p14:cNvContentPartPr/>
                <p14:nvPr/>
              </p14:nvContentPartPr>
              <p14:xfrm>
                <a:off x="9783747" y="2803587"/>
                <a:ext cx="360" cy="10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2002A7F8-BB6C-C143-4E06-2C79B053838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777627" y="2797467"/>
                  <a:ext cx="12600" cy="1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D7AB9BBF-88D4-5518-46F9-ED817EE4F0B7}"/>
                    </a:ext>
                  </a:extLst>
                </p14:cNvPr>
                <p14:cNvContentPartPr/>
                <p14:nvPr/>
              </p14:nvContentPartPr>
              <p14:xfrm>
                <a:off x="9783747" y="2751747"/>
                <a:ext cx="2880" cy="111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D7AB9BBF-88D4-5518-46F9-ED817EE4F0B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777627" y="2745627"/>
                  <a:ext cx="151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C8EAF505-7141-93F8-326D-B02470E1954E}"/>
                    </a:ext>
                  </a:extLst>
                </p14:cNvPr>
                <p14:cNvContentPartPr/>
                <p14:nvPr/>
              </p14:nvContentPartPr>
              <p14:xfrm>
                <a:off x="5314347" y="3118587"/>
                <a:ext cx="396360" cy="5536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C8EAF505-7141-93F8-326D-B02470E1954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308227" y="3112467"/>
                  <a:ext cx="408600" cy="56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7BFB217-270A-7164-5E15-F2379105FEB9}"/>
                    </a:ext>
                  </a:extLst>
                </p14:cNvPr>
                <p14:cNvContentPartPr/>
                <p14:nvPr/>
              </p14:nvContentPartPr>
              <p14:xfrm>
                <a:off x="5671827" y="3602067"/>
                <a:ext cx="172080" cy="856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7BFB217-270A-7164-5E15-F2379105FEB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665707" y="3595947"/>
                  <a:ext cx="18432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017CACC3-0F87-B10C-B9DC-25959D8421AE}"/>
                    </a:ext>
                  </a:extLst>
                </p14:cNvPr>
                <p14:cNvContentPartPr/>
                <p14:nvPr/>
              </p14:nvContentPartPr>
              <p14:xfrm>
                <a:off x="2080467" y="1638987"/>
                <a:ext cx="25920" cy="302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017CACC3-0F87-B10C-B9DC-25959D8421AE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074347" y="1632867"/>
                  <a:ext cx="3816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E8C1196-F79F-E05B-842A-28D36700F94F}"/>
                    </a:ext>
                  </a:extLst>
                </p14:cNvPr>
                <p14:cNvContentPartPr/>
                <p14:nvPr/>
              </p14:nvContentPartPr>
              <p14:xfrm>
                <a:off x="6006627" y="2092947"/>
                <a:ext cx="1078200" cy="8960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E8C1196-F79F-E05B-842A-28D36700F94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000507" y="2086827"/>
                  <a:ext cx="1090440" cy="90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52E23FDE-2928-2258-EE04-530E00758D87}"/>
                    </a:ext>
                  </a:extLst>
                </p14:cNvPr>
                <p14:cNvContentPartPr/>
                <p14:nvPr/>
              </p14:nvContentPartPr>
              <p14:xfrm>
                <a:off x="9335547" y="2253867"/>
                <a:ext cx="1443240" cy="6825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52E23FDE-2928-2258-EE04-530E00758D87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329427" y="2247747"/>
                  <a:ext cx="1455480" cy="69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2A609CCE-AAA9-5C8E-F873-B8B04374C706}"/>
              </a:ext>
            </a:extLst>
          </p:cNvPr>
          <p:cNvGrpSpPr/>
          <p:nvPr/>
        </p:nvGrpSpPr>
        <p:grpSpPr>
          <a:xfrm>
            <a:off x="4363587" y="4413147"/>
            <a:ext cx="7547040" cy="2302560"/>
            <a:chOff x="4363587" y="4413147"/>
            <a:chExt cx="7547040" cy="230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6B3A048-3D27-1A6F-B2B2-8109847B7389}"/>
                    </a:ext>
                  </a:extLst>
                </p14:cNvPr>
                <p14:cNvContentPartPr/>
                <p14:nvPr/>
              </p14:nvContentPartPr>
              <p14:xfrm>
                <a:off x="4363587" y="5059347"/>
                <a:ext cx="366840" cy="5061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6B3A048-3D27-1A6F-B2B2-8109847B7389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357467" y="5053227"/>
                  <a:ext cx="379080" cy="51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BE44420-66D9-4BD2-1884-708799EDC722}"/>
                    </a:ext>
                  </a:extLst>
                </p14:cNvPr>
                <p14:cNvContentPartPr/>
                <p14:nvPr/>
              </p14:nvContentPartPr>
              <p14:xfrm>
                <a:off x="5033547" y="5182467"/>
                <a:ext cx="678240" cy="1152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BE44420-66D9-4BD2-1884-708799EDC722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027427" y="5176347"/>
                  <a:ext cx="69048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6F53B5F-8AC6-3A75-78C3-3688B024F583}"/>
                    </a:ext>
                  </a:extLst>
                </p14:cNvPr>
                <p14:cNvContentPartPr/>
                <p14:nvPr/>
              </p14:nvContentPartPr>
              <p14:xfrm>
                <a:off x="5286267" y="5078067"/>
                <a:ext cx="133560" cy="5958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6F53B5F-8AC6-3A75-78C3-3688B024F583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280147" y="5071947"/>
                  <a:ext cx="145800" cy="60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91DB5AF-3F34-2560-B801-7A4BB047A713}"/>
                    </a:ext>
                  </a:extLst>
                </p14:cNvPr>
                <p14:cNvContentPartPr/>
                <p14:nvPr/>
              </p14:nvContentPartPr>
              <p14:xfrm>
                <a:off x="5763627" y="5262387"/>
                <a:ext cx="173520" cy="3553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91DB5AF-3F34-2560-B801-7A4BB047A71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757507" y="5256267"/>
                  <a:ext cx="18576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BEFDFB6F-5B34-8D97-37BD-54BB4D2E4B14}"/>
                    </a:ext>
                  </a:extLst>
                </p14:cNvPr>
                <p14:cNvContentPartPr/>
                <p14:nvPr/>
              </p14:nvContentPartPr>
              <p14:xfrm>
                <a:off x="6303627" y="4968267"/>
                <a:ext cx="691200" cy="7491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BEFDFB6F-5B34-8D97-37BD-54BB4D2E4B1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297507" y="4962147"/>
                  <a:ext cx="703440" cy="76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B3B7AC0C-E9BA-CDE9-2CE1-381B0E1D4C58}"/>
                    </a:ext>
                  </a:extLst>
                </p14:cNvPr>
                <p14:cNvContentPartPr/>
                <p14:nvPr/>
              </p14:nvContentPartPr>
              <p14:xfrm>
                <a:off x="4655187" y="5925147"/>
                <a:ext cx="382320" cy="5688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B3B7AC0C-E9BA-CDE9-2CE1-381B0E1D4C58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649067" y="5919027"/>
                  <a:ext cx="394560" cy="58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D5C174FB-E243-989C-6C5A-B7BB76C20E42}"/>
                    </a:ext>
                  </a:extLst>
                </p14:cNvPr>
                <p14:cNvContentPartPr/>
                <p14:nvPr/>
              </p14:nvContentPartPr>
              <p14:xfrm>
                <a:off x="5501907" y="5921187"/>
                <a:ext cx="73440" cy="5130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D5C174FB-E243-989C-6C5A-B7BB76C20E42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495787" y="5915067"/>
                  <a:ext cx="85680" cy="52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F3BAB70C-5C3D-7E60-10FE-0D004955B9E9}"/>
                    </a:ext>
                  </a:extLst>
                </p14:cNvPr>
                <p14:cNvContentPartPr/>
                <p14:nvPr/>
              </p14:nvContentPartPr>
              <p14:xfrm>
                <a:off x="5409387" y="6133947"/>
                <a:ext cx="604800" cy="4381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F3BAB70C-5C3D-7E60-10FE-0D004955B9E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403267" y="6127827"/>
                  <a:ext cx="617040" cy="45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CF5C640B-C147-51C2-2B4E-EA2C7CB00460}"/>
                    </a:ext>
                  </a:extLst>
                </p14:cNvPr>
                <p14:cNvContentPartPr/>
                <p14:nvPr/>
              </p14:nvContentPartPr>
              <p14:xfrm>
                <a:off x="6246747" y="5961147"/>
                <a:ext cx="727560" cy="5871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CF5C640B-C147-51C2-2B4E-EA2C7CB00460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240627" y="5955027"/>
                  <a:ext cx="739800" cy="59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7BD3E26C-5A55-C215-9074-8B5B3A3B8A7A}"/>
                    </a:ext>
                  </a:extLst>
                </p14:cNvPr>
                <p14:cNvContentPartPr/>
                <p14:nvPr/>
              </p14:nvContentPartPr>
              <p14:xfrm>
                <a:off x="7423947" y="4541667"/>
                <a:ext cx="542880" cy="17953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7BD3E26C-5A55-C215-9074-8B5B3A3B8A7A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417827" y="4535547"/>
                  <a:ext cx="555120" cy="180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5AF9BEC7-AD19-2246-7220-124185607DFF}"/>
                    </a:ext>
                  </a:extLst>
                </p14:cNvPr>
                <p14:cNvContentPartPr/>
                <p14:nvPr/>
              </p14:nvContentPartPr>
              <p14:xfrm>
                <a:off x="7993467" y="4854147"/>
                <a:ext cx="517320" cy="6069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5AF9BEC7-AD19-2246-7220-124185607DFF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987347" y="4848027"/>
                  <a:ext cx="529560" cy="61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5CF6CF2E-5B88-6B19-3BD4-8C1C7146D441}"/>
                    </a:ext>
                  </a:extLst>
                </p14:cNvPr>
                <p14:cNvContentPartPr/>
                <p14:nvPr/>
              </p14:nvContentPartPr>
              <p14:xfrm>
                <a:off x="8074467" y="4939827"/>
                <a:ext cx="188640" cy="6688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5CF6CF2E-5B88-6B19-3BD4-8C1C7146D441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068347" y="4933707"/>
                  <a:ext cx="200880" cy="68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DD73DB83-2CEF-3995-E047-93D3A8281466}"/>
                    </a:ext>
                  </a:extLst>
                </p14:cNvPr>
                <p14:cNvContentPartPr/>
                <p14:nvPr/>
              </p14:nvContentPartPr>
              <p14:xfrm>
                <a:off x="7996707" y="4767027"/>
                <a:ext cx="604080" cy="8470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DD73DB83-2CEF-3995-E047-93D3A8281466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990587" y="4760907"/>
                  <a:ext cx="616320" cy="85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B458CC52-51E1-9CE7-95D1-7600F1E00AF8}"/>
                    </a:ext>
                  </a:extLst>
                </p14:cNvPr>
                <p14:cNvContentPartPr/>
                <p14:nvPr/>
              </p14:nvContentPartPr>
              <p14:xfrm>
                <a:off x="8624187" y="4719147"/>
                <a:ext cx="750240" cy="93960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B458CC52-51E1-9CE7-95D1-7600F1E00AF8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618067" y="4713027"/>
                  <a:ext cx="762480" cy="9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565C2C91-EED8-DB46-73CD-37F0E1A3C92F}"/>
                    </a:ext>
                  </a:extLst>
                </p14:cNvPr>
                <p14:cNvContentPartPr/>
                <p14:nvPr/>
              </p14:nvContentPartPr>
              <p14:xfrm>
                <a:off x="9458307" y="4413147"/>
                <a:ext cx="1874880" cy="8704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565C2C91-EED8-DB46-73CD-37F0E1A3C92F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452187" y="4407027"/>
                  <a:ext cx="1887120" cy="88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C0B80817-963B-58E5-8286-FAD3214FB46A}"/>
                    </a:ext>
                  </a:extLst>
                </p14:cNvPr>
                <p14:cNvContentPartPr/>
                <p14:nvPr/>
              </p14:nvContentPartPr>
              <p14:xfrm>
                <a:off x="11410227" y="4526907"/>
                <a:ext cx="500400" cy="7592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C0B80817-963B-58E5-8286-FAD3214FB46A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1404107" y="4520787"/>
                  <a:ext cx="512640" cy="77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59B8EDFA-B36B-004D-6FC0-04A4C12C7473}"/>
                    </a:ext>
                  </a:extLst>
                </p14:cNvPr>
                <p14:cNvContentPartPr/>
                <p14:nvPr/>
              </p14:nvContentPartPr>
              <p14:xfrm>
                <a:off x="8147187" y="5619147"/>
                <a:ext cx="335880" cy="8845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59B8EDFA-B36B-004D-6FC0-04A4C12C7473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141067" y="5613027"/>
                  <a:ext cx="348120" cy="89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3909A12B-7526-22DC-1601-218BA23DE515}"/>
                    </a:ext>
                  </a:extLst>
                </p14:cNvPr>
                <p14:cNvContentPartPr/>
                <p14:nvPr/>
              </p14:nvContentPartPr>
              <p14:xfrm>
                <a:off x="8480907" y="5841267"/>
                <a:ext cx="735120" cy="5500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3909A12B-7526-22DC-1601-218BA23DE515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474787" y="5835147"/>
                  <a:ext cx="747360" cy="56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02BB91B1-EDF8-5DA1-7667-FBA4B7A72D9B}"/>
                    </a:ext>
                  </a:extLst>
                </p14:cNvPr>
                <p14:cNvContentPartPr/>
                <p14:nvPr/>
              </p14:nvContentPartPr>
              <p14:xfrm>
                <a:off x="9481707" y="5709147"/>
                <a:ext cx="1302480" cy="67032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02BB91B1-EDF8-5DA1-7667-FBA4B7A72D9B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475587" y="5703027"/>
                  <a:ext cx="1314720" cy="68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EFEC03C0-9DAD-7813-5EC5-AE6F9D63008D}"/>
                    </a:ext>
                  </a:extLst>
                </p14:cNvPr>
                <p14:cNvContentPartPr/>
                <p14:nvPr/>
              </p14:nvContentPartPr>
              <p14:xfrm>
                <a:off x="10688067" y="5204787"/>
                <a:ext cx="472320" cy="12182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EFEC03C0-9DAD-7813-5EC5-AE6F9D63008D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681947" y="5198667"/>
                  <a:ext cx="484560" cy="12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24F2BE04-90E0-6031-4FAD-4CA0276C8A80}"/>
                    </a:ext>
                  </a:extLst>
                </p14:cNvPr>
                <p14:cNvContentPartPr/>
                <p14:nvPr/>
              </p14:nvContentPartPr>
              <p14:xfrm>
                <a:off x="9592947" y="6380187"/>
                <a:ext cx="738000" cy="3355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24F2BE04-90E0-6031-4FAD-4CA0276C8A80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586827" y="6374067"/>
                  <a:ext cx="750240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46D666AB-2F75-1BE3-03EF-60514ECE4BF2}"/>
                    </a:ext>
                  </a:extLst>
                </p14:cNvPr>
                <p14:cNvContentPartPr/>
                <p14:nvPr/>
              </p14:nvContentPartPr>
              <p14:xfrm>
                <a:off x="11059227" y="5980587"/>
                <a:ext cx="360" cy="3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46D666AB-2F75-1BE3-03EF-60514ECE4BF2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1053107" y="597446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5281649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3A7E4B-CEDE-7CCF-9706-80024F1C7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37FB00AC-E034-4735-0C28-69A53270623C}"/>
              </a:ext>
            </a:extLst>
          </p:cNvPr>
          <p:cNvGrpSpPr/>
          <p:nvPr/>
        </p:nvGrpSpPr>
        <p:grpSpPr>
          <a:xfrm>
            <a:off x="1254627" y="623067"/>
            <a:ext cx="5261400" cy="1638000"/>
            <a:chOff x="1254627" y="623067"/>
            <a:chExt cx="5261400" cy="1638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65C4062D-CC9F-541B-EB69-DA856D308A3F}"/>
                    </a:ext>
                  </a:extLst>
                </p14:cNvPr>
                <p14:cNvContentPartPr/>
                <p14:nvPr/>
              </p14:nvContentPartPr>
              <p14:xfrm>
                <a:off x="1719027" y="623067"/>
                <a:ext cx="548640" cy="525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65C4062D-CC9F-541B-EB69-DA856D308A3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712907" y="616947"/>
                  <a:ext cx="56088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6F73DF16-7FA4-091F-49CB-9C7A7E2CA7D5}"/>
                    </a:ext>
                  </a:extLst>
                </p14:cNvPr>
                <p14:cNvContentPartPr/>
                <p14:nvPr/>
              </p14:nvContentPartPr>
              <p14:xfrm>
                <a:off x="1359747" y="800187"/>
                <a:ext cx="306360" cy="10288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6F73DF16-7FA4-091F-49CB-9C7A7E2CA7D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353627" y="794067"/>
                  <a:ext cx="318600" cy="10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FCE0512-F9DE-5513-76B9-2717C1F8742D}"/>
                    </a:ext>
                  </a:extLst>
                </p14:cNvPr>
                <p14:cNvContentPartPr/>
                <p14:nvPr/>
              </p14:nvContentPartPr>
              <p14:xfrm>
                <a:off x="1254627" y="1269627"/>
                <a:ext cx="455040" cy="410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FCE0512-F9DE-5513-76B9-2717C1F8742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48507" y="1263507"/>
                  <a:ext cx="46728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7F486F6-7C23-A151-059C-2353FB4CDE28}"/>
                    </a:ext>
                  </a:extLst>
                </p14:cNvPr>
                <p14:cNvContentPartPr/>
                <p14:nvPr/>
              </p14:nvContentPartPr>
              <p14:xfrm>
                <a:off x="2013147" y="975147"/>
                <a:ext cx="1225080" cy="8420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7F486F6-7C23-A151-059C-2353FB4CDE2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007027" y="969027"/>
                  <a:ext cx="1237320" cy="85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06D103C-D6E4-ECFD-D6BF-698D3EC6665F}"/>
                    </a:ext>
                  </a:extLst>
                </p14:cNvPr>
                <p14:cNvContentPartPr/>
                <p14:nvPr/>
              </p14:nvContentPartPr>
              <p14:xfrm>
                <a:off x="3335067" y="871107"/>
                <a:ext cx="662040" cy="8262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06D103C-D6E4-ECFD-D6BF-698D3EC6665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328947" y="864987"/>
                  <a:ext cx="674280" cy="83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B55F786-7FF2-BFE8-273F-AF503CB66779}"/>
                    </a:ext>
                  </a:extLst>
                </p14:cNvPr>
                <p14:cNvContentPartPr/>
                <p14:nvPr/>
              </p14:nvContentPartPr>
              <p14:xfrm>
                <a:off x="4082427" y="722067"/>
                <a:ext cx="2107080" cy="12772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B55F786-7FF2-BFE8-273F-AF503CB6677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076307" y="715947"/>
                  <a:ext cx="2119320" cy="128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722B78C-413F-518A-3A61-6C96D9C97E8C}"/>
                    </a:ext>
                  </a:extLst>
                </p14:cNvPr>
                <p14:cNvContentPartPr/>
                <p14:nvPr/>
              </p14:nvContentPartPr>
              <p14:xfrm>
                <a:off x="5661747" y="1128867"/>
                <a:ext cx="651600" cy="316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722B78C-413F-518A-3A61-6C96D9C97E8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655627" y="1122747"/>
                  <a:ext cx="66384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700E2E1-A303-75B3-B9C5-48C92EA2DD4F}"/>
                    </a:ext>
                  </a:extLst>
                </p14:cNvPr>
                <p14:cNvContentPartPr/>
                <p14:nvPr/>
              </p14:nvContentPartPr>
              <p14:xfrm>
                <a:off x="1517067" y="1869747"/>
                <a:ext cx="4998960" cy="3913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700E2E1-A303-75B3-B9C5-48C92EA2DD4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510947" y="1863627"/>
                  <a:ext cx="5011200" cy="4035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A0C48C43-CCE6-9F56-797D-D59976D26BA4}"/>
              </a:ext>
            </a:extLst>
          </p:cNvPr>
          <p:cNvSpPr txBox="1"/>
          <p:nvPr/>
        </p:nvSpPr>
        <p:spPr>
          <a:xfrm>
            <a:off x="3048000" y="2967335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18"/>
              </a:rPr>
              <a:t>https://colab.research.google.com/github/tensorflow/docs/blob/master/site/en/tutorials/structured_data/time_series.ipynb</a:t>
            </a:r>
            <a:endParaRPr lang="en-GB" dirty="0"/>
          </a:p>
          <a:p>
            <a:r>
              <a:rPr lang="en-GB">
                <a:hlinkClick r:id="rId19"/>
              </a:rPr>
              <a:t>https://colab.research.google.com/github/DJCordhose/ml-workshop/blob/master/notebooks/tf2/time-series-rnn-full-predict.ipynb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53976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7ba5c36-b7cf-4793-bbc2-bd5b3a9f95ca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147</Words>
  <Application>Microsoft Office PowerPoint</Application>
  <PresentationFormat>Widescreen</PresentationFormat>
  <Paragraphs>14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Aakash Goel (DSAI)</dc:creator>
  <cp:lastModifiedBy>Aakash Goel (DSAI)</cp:lastModifiedBy>
  <cp:revision>3</cp:revision>
  <dcterms:created xsi:type="dcterms:W3CDTF">2026-04-26T10:17:51Z</dcterms:created>
  <dcterms:modified xsi:type="dcterms:W3CDTF">2026-04-26T11:19:19Z</dcterms:modified>
</cp:coreProperties>
</file>