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</p:sldIdLst>
  <p:sldSz cy="3244850" cx="5765800"/>
  <p:notesSz cx="5765800" cy="3244850"/>
  <p:embeddedFontLst>
    <p:embeddedFont>
      <p:font typeface="Tahoma"/>
      <p:regular r:id="rId102"/>
      <p:bold r:id="rId10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04" roundtripDataSignature="AMtx7mhoS8yV/+2TbF+5vfcPhA+1Rq+k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6EB010-B201-4971-A2E3-822838E164C6}">
  <a:tblStyle styleId="{806EB010-B201-4971-A2E3-822838E164C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4" Type="http://customschemas.google.com/relationships/presentationmetadata" Target="meta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font" Target="fonts/Tahoma-bold.fntdata"/><Relationship Id="rId102" Type="http://schemas.openxmlformats.org/officeDocument/2006/relationships/font" Target="fonts/Tahoma-regular.fntdata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1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p1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p1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p1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7" name="Google Shape;327;p1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p1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5" name="Google Shape;395;p1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8" name="Google Shape;488;p2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0" name="Google Shape;500;p2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2" name="Google Shape;512;p2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6" name="Google Shape;536;p2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1" name="Google Shape;551;p2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3" name="Google Shape;563;p2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5" name="Google Shape;575;p2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7" name="Google Shape;587;p2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9" name="Google Shape;599;p2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4" name="Google Shape;614;p2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7" name="Google Shape;637;p3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5" name="Google Shape;645;p3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3" name="Google Shape;653;p3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9" name="Google Shape;669;p3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1" name="Google Shape;681;p3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3" name="Google Shape;693;p3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1" name="Google Shape;701;p3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3" name="Google Shape;713;p3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5" name="Google Shape;725;p3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7" name="Google Shape;737;p3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9" name="Google Shape;749;p4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1" name="Google Shape;761;p4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7" name="Google Shape;777;p4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4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0" name="Google Shape;800;p4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6" name="Google Shape;816;p4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8" name="Google Shape;828;p4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6" name="Google Shape;836;p4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4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4" name="Google Shape;844;p4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4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2" name="Google Shape;852;p4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4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4" name="Google Shape;864;p4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5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9" name="Google Shape;879;p5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5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2" name="Google Shape;902;p5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5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8" name="Google Shape;918;p5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5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5" name="Google Shape;945;p5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5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3" name="Google Shape;953;p5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5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5" name="Google Shape;965;p5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5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7" name="Google Shape;977;p5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5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9" name="Google Shape;989;p5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5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7" name="Google Shape;997;p5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5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3" name="Google Shape;1013;p5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6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6" name="Google Shape;1036;p6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6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1" name="Google Shape;1051;p6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6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5" name="Google Shape;1085;p6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6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9" name="Google Shape;1099;p6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6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7" name="Google Shape;1107;p6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6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8" name="Google Shape;1138;p6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6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6" name="Google Shape;1146;p6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6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8" name="Google Shape;1158;p6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6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0" name="Google Shape;1170;p6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6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2" name="Google Shape;1182;p6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7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4" name="Google Shape;1194;p7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7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2" name="Google Shape;1202;p7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7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4" name="Google Shape;1214;p7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7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6" name="Google Shape;1226;p7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7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8" name="Google Shape;1238;p7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7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1" name="Google Shape;1261;p7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7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7" name="Google Shape;1277;p7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7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9" name="Google Shape;1289;p7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7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1" name="Google Shape;1301;p7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7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9" name="Google Shape;1309;p7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8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7" name="Google Shape;1317;p8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8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5" name="Google Shape;1325;p8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8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4" name="Google Shape;1334;p8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8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6" name="Google Shape;1346;p8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8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8" name="Google Shape;1358;p8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8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0" name="Google Shape;1370;p8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8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5" name="Google Shape;1385;p8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8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8" name="Google Shape;1408;p8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8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6" name="Google Shape;1416;p8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8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5" name="Google Shape;1425;p8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9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2" name="Google Shape;1522;p9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9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4" name="Google Shape;1534;p9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9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6" name="Google Shape;1546;p9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9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9" name="Google Shape;1569;p9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9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8" name="Google Shape;1578;p9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9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4" name="Google Shape;1594;p9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7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7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7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5905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8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8"/>
          <p:cNvSpPr txBox="1"/>
          <p:nvPr>
            <p:ph idx="1" type="body"/>
          </p:nvPr>
        </p:nvSpPr>
        <p:spPr>
          <a:xfrm>
            <a:off x="942568" y="570179"/>
            <a:ext cx="3875404" cy="1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8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8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8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5905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9"/>
          <p:cNvSpPr txBox="1"/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9"/>
          <p:cNvSpPr txBox="1"/>
          <p:nvPr>
            <p:ph idx="1" type="subTitle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9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9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9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5905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0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0"/>
          <p:cNvSpPr txBox="1"/>
          <p:nvPr>
            <p:ph idx="1" type="body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0"/>
          <p:cNvSpPr txBox="1"/>
          <p:nvPr>
            <p:ph idx="2" type="body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0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0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0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5905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1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1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1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1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59055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5905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9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26" y="80250"/>
            <a:ext cx="5759866" cy="31597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96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6"/>
          <p:cNvSpPr txBox="1"/>
          <p:nvPr>
            <p:ph idx="1" type="body"/>
          </p:nvPr>
        </p:nvSpPr>
        <p:spPr>
          <a:xfrm>
            <a:off x="942568" y="570179"/>
            <a:ext cx="3875404" cy="1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6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6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6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9055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59055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59055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59055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59055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59055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59055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59055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59055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5905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3.xml.rels><?xml version="1.0" encoding="UTF-8" standalone="yes"?><Relationships xmlns="http://schemas.openxmlformats.org/package/2006/relationships"><Relationship Id="rId40" Type="http://schemas.openxmlformats.org/officeDocument/2006/relationships/slide" Target="/ppt/slides/slide50.xml"/><Relationship Id="rId42" Type="http://schemas.openxmlformats.org/officeDocument/2006/relationships/slide" Target="/ppt/slides/slide50.xml"/><Relationship Id="rId41" Type="http://schemas.openxmlformats.org/officeDocument/2006/relationships/slide" Target="/ppt/slides/slide50.xml"/><Relationship Id="rId44" Type="http://schemas.openxmlformats.org/officeDocument/2006/relationships/slide" Target="/ppt/slides/slide59.xml"/><Relationship Id="rId43" Type="http://schemas.openxmlformats.org/officeDocument/2006/relationships/slide" Target="/ppt/slides/slide50.xml"/><Relationship Id="rId46" Type="http://schemas.openxmlformats.org/officeDocument/2006/relationships/slide" Target="/ppt/slides/slide59.xml"/><Relationship Id="rId45" Type="http://schemas.openxmlformats.org/officeDocument/2006/relationships/slide" Target="/ppt/slides/slide59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9" Type="http://schemas.openxmlformats.org/officeDocument/2006/relationships/image" Target="../media/image11.png"/><Relationship Id="rId48" Type="http://schemas.openxmlformats.org/officeDocument/2006/relationships/slide" Target="/ppt/slides/slide59.xml"/><Relationship Id="rId47" Type="http://schemas.openxmlformats.org/officeDocument/2006/relationships/slide" Target="/ppt/slides/slide59.xml"/><Relationship Id="rId49" Type="http://schemas.openxmlformats.org/officeDocument/2006/relationships/slide" Target="/ppt/slides/slide59.xml"/><Relationship Id="rId5" Type="http://schemas.openxmlformats.org/officeDocument/2006/relationships/image" Target="../media/image12.png"/><Relationship Id="rId6" Type="http://schemas.openxmlformats.org/officeDocument/2006/relationships/image" Target="../media/image24.png"/><Relationship Id="rId7" Type="http://schemas.openxmlformats.org/officeDocument/2006/relationships/image" Target="../media/image9.png"/><Relationship Id="rId8" Type="http://schemas.openxmlformats.org/officeDocument/2006/relationships/image" Target="../media/image2.png"/><Relationship Id="rId73" Type="http://schemas.openxmlformats.org/officeDocument/2006/relationships/slide" Target="/ppt/slides/slide1.xml"/><Relationship Id="rId72" Type="http://schemas.openxmlformats.org/officeDocument/2006/relationships/slide" Target="/ppt/slides/slide1.xml"/><Relationship Id="rId31" Type="http://schemas.openxmlformats.org/officeDocument/2006/relationships/slide" Target="/ppt/slides/slide29.xml"/><Relationship Id="rId75" Type="http://schemas.openxmlformats.org/officeDocument/2006/relationships/slide" Target="/ppt/slides/slide1.xml"/><Relationship Id="rId30" Type="http://schemas.openxmlformats.org/officeDocument/2006/relationships/slide" Target="/ppt/slides/slide17.xml"/><Relationship Id="rId74" Type="http://schemas.openxmlformats.org/officeDocument/2006/relationships/slide" Target="/ppt/slides/slide1.xml"/><Relationship Id="rId33" Type="http://schemas.openxmlformats.org/officeDocument/2006/relationships/slide" Target="/ppt/slides/slide29.xml"/><Relationship Id="rId77" Type="http://schemas.openxmlformats.org/officeDocument/2006/relationships/slide" Target="/ppt/slides/slide1.xml"/><Relationship Id="rId32" Type="http://schemas.openxmlformats.org/officeDocument/2006/relationships/slide" Target="/ppt/slides/slide29.xml"/><Relationship Id="rId76" Type="http://schemas.openxmlformats.org/officeDocument/2006/relationships/slide" Target="/ppt/slides/slide1.xml"/><Relationship Id="rId35" Type="http://schemas.openxmlformats.org/officeDocument/2006/relationships/slide" Target="/ppt/slides/slide42.xml"/><Relationship Id="rId34" Type="http://schemas.openxmlformats.org/officeDocument/2006/relationships/slide" Target="/ppt/slides/slide42.xml"/><Relationship Id="rId71" Type="http://schemas.openxmlformats.org/officeDocument/2006/relationships/slide" Target="/ppt/slides/slide93.xml"/><Relationship Id="rId70" Type="http://schemas.openxmlformats.org/officeDocument/2006/relationships/slide" Target="/ppt/slides/slide93.xml"/><Relationship Id="rId37" Type="http://schemas.openxmlformats.org/officeDocument/2006/relationships/slide" Target="/ppt/slides/slide42.xml"/><Relationship Id="rId36" Type="http://schemas.openxmlformats.org/officeDocument/2006/relationships/slide" Target="/ppt/slides/slide42.xml"/><Relationship Id="rId39" Type="http://schemas.openxmlformats.org/officeDocument/2006/relationships/slide" Target="/ppt/slides/slide50.xml"/><Relationship Id="rId38" Type="http://schemas.openxmlformats.org/officeDocument/2006/relationships/slide" Target="/ppt/slides/slide50.xml"/><Relationship Id="rId62" Type="http://schemas.openxmlformats.org/officeDocument/2006/relationships/slide" Target="/ppt/slides/slide86.xml"/><Relationship Id="rId61" Type="http://schemas.openxmlformats.org/officeDocument/2006/relationships/slide" Target="/ppt/slides/slide86.xml"/><Relationship Id="rId20" Type="http://schemas.openxmlformats.org/officeDocument/2006/relationships/slide" Target="/ppt/slides/slide3.xml"/><Relationship Id="rId64" Type="http://schemas.openxmlformats.org/officeDocument/2006/relationships/slide" Target="/ppt/slides/slide86.xml"/><Relationship Id="rId63" Type="http://schemas.openxmlformats.org/officeDocument/2006/relationships/slide" Target="/ppt/slides/slide86.xml"/><Relationship Id="rId22" Type="http://schemas.openxmlformats.org/officeDocument/2006/relationships/slide" Target="/ppt/slides/slide7.xml"/><Relationship Id="rId66" Type="http://schemas.openxmlformats.org/officeDocument/2006/relationships/slide" Target="/ppt/slides/slide86.xml"/><Relationship Id="rId21" Type="http://schemas.openxmlformats.org/officeDocument/2006/relationships/slide" Target="/ppt/slides/slide7.xml"/><Relationship Id="rId65" Type="http://schemas.openxmlformats.org/officeDocument/2006/relationships/slide" Target="/ppt/slides/slide86.xml"/><Relationship Id="rId24" Type="http://schemas.openxmlformats.org/officeDocument/2006/relationships/slide" Target="/ppt/slides/slide7.xml"/><Relationship Id="rId68" Type="http://schemas.openxmlformats.org/officeDocument/2006/relationships/slide" Target="/ppt/slides/slide93.xml"/><Relationship Id="rId23" Type="http://schemas.openxmlformats.org/officeDocument/2006/relationships/slide" Target="/ppt/slides/slide7.xml"/><Relationship Id="rId67" Type="http://schemas.openxmlformats.org/officeDocument/2006/relationships/slide" Target="/ppt/slides/slide86.xml"/><Relationship Id="rId60" Type="http://schemas.openxmlformats.org/officeDocument/2006/relationships/slide" Target="/ppt/slides/slide86.xml"/><Relationship Id="rId26" Type="http://schemas.openxmlformats.org/officeDocument/2006/relationships/slide" Target="/ppt/slides/slide7.xml"/><Relationship Id="rId25" Type="http://schemas.openxmlformats.org/officeDocument/2006/relationships/slide" Target="/ppt/slides/slide7.xml"/><Relationship Id="rId69" Type="http://schemas.openxmlformats.org/officeDocument/2006/relationships/slide" Target="/ppt/slides/slide93.xml"/><Relationship Id="rId28" Type="http://schemas.openxmlformats.org/officeDocument/2006/relationships/slide" Target="/ppt/slides/slide17.xml"/><Relationship Id="rId27" Type="http://schemas.openxmlformats.org/officeDocument/2006/relationships/slide" Target="/ppt/slides/slide17.xml"/><Relationship Id="rId29" Type="http://schemas.openxmlformats.org/officeDocument/2006/relationships/slide" Target="/ppt/slides/slide17.xml"/><Relationship Id="rId51" Type="http://schemas.openxmlformats.org/officeDocument/2006/relationships/slide" Target="/ppt/slides/slide74.xml"/><Relationship Id="rId50" Type="http://schemas.openxmlformats.org/officeDocument/2006/relationships/slide" Target="/ppt/slides/slide59.xml"/><Relationship Id="rId53" Type="http://schemas.openxmlformats.org/officeDocument/2006/relationships/slide" Target="/ppt/slides/slide74.xml"/><Relationship Id="rId52" Type="http://schemas.openxmlformats.org/officeDocument/2006/relationships/slide" Target="/ppt/slides/slide74.xml"/><Relationship Id="rId11" Type="http://schemas.openxmlformats.org/officeDocument/2006/relationships/image" Target="../media/image56.png"/><Relationship Id="rId55" Type="http://schemas.openxmlformats.org/officeDocument/2006/relationships/slide" Target="/ppt/slides/slide74.xml"/><Relationship Id="rId10" Type="http://schemas.openxmlformats.org/officeDocument/2006/relationships/image" Target="../media/image5.png"/><Relationship Id="rId54" Type="http://schemas.openxmlformats.org/officeDocument/2006/relationships/slide" Target="/ppt/slides/slide74.xml"/><Relationship Id="rId13" Type="http://schemas.openxmlformats.org/officeDocument/2006/relationships/slide" Target="/ppt/slides/slide3.xml"/><Relationship Id="rId57" Type="http://schemas.openxmlformats.org/officeDocument/2006/relationships/slide" Target="/ppt/slides/slide74.xml"/><Relationship Id="rId12" Type="http://schemas.openxmlformats.org/officeDocument/2006/relationships/image" Target="../media/image8.png"/><Relationship Id="rId56" Type="http://schemas.openxmlformats.org/officeDocument/2006/relationships/slide" Target="/ppt/slides/slide74.xml"/><Relationship Id="rId15" Type="http://schemas.openxmlformats.org/officeDocument/2006/relationships/slide" Target="/ppt/slides/slide3.xml"/><Relationship Id="rId59" Type="http://schemas.openxmlformats.org/officeDocument/2006/relationships/slide" Target="/ppt/slides/slide74.xml"/><Relationship Id="rId14" Type="http://schemas.openxmlformats.org/officeDocument/2006/relationships/slide" Target="/ppt/slides/slide3.xml"/><Relationship Id="rId58" Type="http://schemas.openxmlformats.org/officeDocument/2006/relationships/slide" Target="/ppt/slides/slide74.xml"/><Relationship Id="rId17" Type="http://schemas.openxmlformats.org/officeDocument/2006/relationships/slide" Target="/ppt/slides/slide3.xml"/><Relationship Id="rId16" Type="http://schemas.openxmlformats.org/officeDocument/2006/relationships/slide" Target="/ppt/slides/slide3.xml"/><Relationship Id="rId19" Type="http://schemas.openxmlformats.org/officeDocument/2006/relationships/slide" Target="/ppt/slides/slide3.xml"/><Relationship Id="rId18" Type="http://schemas.openxmlformats.org/officeDocument/2006/relationships/slide" Target="/ppt/slides/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9" Type="http://schemas.openxmlformats.org/officeDocument/2006/relationships/slide" Target="/ppt/slides/slide1.xml"/><Relationship Id="rId5" Type="http://schemas.openxmlformats.org/officeDocument/2006/relationships/image" Target="../media/image28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26.png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Relationship Id="rId13" Type="http://schemas.openxmlformats.org/officeDocument/2006/relationships/slide" Target="/ppt/slides/slide1.xml"/><Relationship Id="rId12" Type="http://schemas.openxmlformats.org/officeDocument/2006/relationships/slide" Target="/ppt/slides/slide1.xml"/><Relationship Id="rId14" Type="http://schemas.openxmlformats.org/officeDocument/2006/relationships/slide" Target="/ppt/slides/slide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slide" Target="/ppt/slides/slide1.xml"/><Relationship Id="rId5" Type="http://schemas.openxmlformats.org/officeDocument/2006/relationships/image" Target="../media/image23.png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9" Type="http://schemas.openxmlformats.org/officeDocument/2006/relationships/slide" Target="/ppt/slides/slide1.xml"/><Relationship Id="rId5" Type="http://schemas.openxmlformats.org/officeDocument/2006/relationships/image" Target="../media/image35.png"/><Relationship Id="rId6" Type="http://schemas.openxmlformats.org/officeDocument/2006/relationships/image" Target="../media/image33.png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Relationship Id="rId12" Type="http://schemas.openxmlformats.org/officeDocument/2006/relationships/slide" Target="/ppt/slides/slide1.xml"/></Relationships>
</file>

<file path=ppt/slides/_rels/slide7.xml.rels><?xml version="1.0" encoding="UTF-8" standalone="yes"?><Relationships xmlns="http://schemas.openxmlformats.org/package/2006/relationships"><Relationship Id="rId40" Type="http://schemas.openxmlformats.org/officeDocument/2006/relationships/slide" Target="/ppt/slides/slide50.xml"/><Relationship Id="rId42" Type="http://schemas.openxmlformats.org/officeDocument/2006/relationships/slide" Target="/ppt/slides/slide50.xml"/><Relationship Id="rId41" Type="http://schemas.openxmlformats.org/officeDocument/2006/relationships/slide" Target="/ppt/slides/slide50.xml"/><Relationship Id="rId44" Type="http://schemas.openxmlformats.org/officeDocument/2006/relationships/slide" Target="/ppt/slides/slide59.xml"/><Relationship Id="rId43" Type="http://schemas.openxmlformats.org/officeDocument/2006/relationships/slide" Target="/ppt/slides/slide50.xml"/><Relationship Id="rId46" Type="http://schemas.openxmlformats.org/officeDocument/2006/relationships/slide" Target="/ppt/slides/slide59.xml"/><Relationship Id="rId45" Type="http://schemas.openxmlformats.org/officeDocument/2006/relationships/slide" Target="/ppt/slides/slide59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9" Type="http://schemas.openxmlformats.org/officeDocument/2006/relationships/image" Target="../media/image11.png"/><Relationship Id="rId48" Type="http://schemas.openxmlformats.org/officeDocument/2006/relationships/slide" Target="/ppt/slides/slide59.xml"/><Relationship Id="rId47" Type="http://schemas.openxmlformats.org/officeDocument/2006/relationships/slide" Target="/ppt/slides/slide59.xml"/><Relationship Id="rId49" Type="http://schemas.openxmlformats.org/officeDocument/2006/relationships/slide" Target="/ppt/slides/slide59.xml"/><Relationship Id="rId5" Type="http://schemas.openxmlformats.org/officeDocument/2006/relationships/image" Target="../media/image12.png"/><Relationship Id="rId6" Type="http://schemas.openxmlformats.org/officeDocument/2006/relationships/image" Target="../media/image24.png"/><Relationship Id="rId7" Type="http://schemas.openxmlformats.org/officeDocument/2006/relationships/image" Target="../media/image9.png"/><Relationship Id="rId8" Type="http://schemas.openxmlformats.org/officeDocument/2006/relationships/image" Target="../media/image2.png"/><Relationship Id="rId73" Type="http://schemas.openxmlformats.org/officeDocument/2006/relationships/slide" Target="/ppt/slides/slide1.xml"/><Relationship Id="rId72" Type="http://schemas.openxmlformats.org/officeDocument/2006/relationships/slide" Target="/ppt/slides/slide1.xml"/><Relationship Id="rId31" Type="http://schemas.openxmlformats.org/officeDocument/2006/relationships/slide" Target="/ppt/slides/slide29.xml"/><Relationship Id="rId75" Type="http://schemas.openxmlformats.org/officeDocument/2006/relationships/slide" Target="/ppt/slides/slide1.xml"/><Relationship Id="rId30" Type="http://schemas.openxmlformats.org/officeDocument/2006/relationships/slide" Target="/ppt/slides/slide17.xml"/><Relationship Id="rId74" Type="http://schemas.openxmlformats.org/officeDocument/2006/relationships/slide" Target="/ppt/slides/slide1.xml"/><Relationship Id="rId33" Type="http://schemas.openxmlformats.org/officeDocument/2006/relationships/slide" Target="/ppt/slides/slide29.xml"/><Relationship Id="rId77" Type="http://schemas.openxmlformats.org/officeDocument/2006/relationships/slide" Target="/ppt/slides/slide1.xml"/><Relationship Id="rId32" Type="http://schemas.openxmlformats.org/officeDocument/2006/relationships/slide" Target="/ppt/slides/slide29.xml"/><Relationship Id="rId76" Type="http://schemas.openxmlformats.org/officeDocument/2006/relationships/slide" Target="/ppt/slides/slide1.xml"/><Relationship Id="rId35" Type="http://schemas.openxmlformats.org/officeDocument/2006/relationships/slide" Target="/ppt/slides/slide42.xml"/><Relationship Id="rId34" Type="http://schemas.openxmlformats.org/officeDocument/2006/relationships/slide" Target="/ppt/slides/slide42.xml"/><Relationship Id="rId71" Type="http://schemas.openxmlformats.org/officeDocument/2006/relationships/slide" Target="/ppt/slides/slide93.xml"/><Relationship Id="rId70" Type="http://schemas.openxmlformats.org/officeDocument/2006/relationships/slide" Target="/ppt/slides/slide93.xml"/><Relationship Id="rId37" Type="http://schemas.openxmlformats.org/officeDocument/2006/relationships/slide" Target="/ppt/slides/slide42.xml"/><Relationship Id="rId36" Type="http://schemas.openxmlformats.org/officeDocument/2006/relationships/slide" Target="/ppt/slides/slide42.xml"/><Relationship Id="rId39" Type="http://schemas.openxmlformats.org/officeDocument/2006/relationships/slide" Target="/ppt/slides/slide50.xml"/><Relationship Id="rId38" Type="http://schemas.openxmlformats.org/officeDocument/2006/relationships/slide" Target="/ppt/slides/slide50.xml"/><Relationship Id="rId62" Type="http://schemas.openxmlformats.org/officeDocument/2006/relationships/slide" Target="/ppt/slides/slide86.xml"/><Relationship Id="rId61" Type="http://schemas.openxmlformats.org/officeDocument/2006/relationships/slide" Target="/ppt/slides/slide86.xml"/><Relationship Id="rId20" Type="http://schemas.openxmlformats.org/officeDocument/2006/relationships/slide" Target="/ppt/slides/slide3.xml"/><Relationship Id="rId64" Type="http://schemas.openxmlformats.org/officeDocument/2006/relationships/slide" Target="/ppt/slides/slide86.xml"/><Relationship Id="rId63" Type="http://schemas.openxmlformats.org/officeDocument/2006/relationships/slide" Target="/ppt/slides/slide86.xml"/><Relationship Id="rId22" Type="http://schemas.openxmlformats.org/officeDocument/2006/relationships/slide" Target="/ppt/slides/slide7.xml"/><Relationship Id="rId66" Type="http://schemas.openxmlformats.org/officeDocument/2006/relationships/slide" Target="/ppt/slides/slide86.xml"/><Relationship Id="rId21" Type="http://schemas.openxmlformats.org/officeDocument/2006/relationships/slide" Target="/ppt/slides/slide7.xml"/><Relationship Id="rId65" Type="http://schemas.openxmlformats.org/officeDocument/2006/relationships/slide" Target="/ppt/slides/slide86.xml"/><Relationship Id="rId24" Type="http://schemas.openxmlformats.org/officeDocument/2006/relationships/slide" Target="/ppt/slides/slide7.xml"/><Relationship Id="rId68" Type="http://schemas.openxmlformats.org/officeDocument/2006/relationships/slide" Target="/ppt/slides/slide93.xml"/><Relationship Id="rId23" Type="http://schemas.openxmlformats.org/officeDocument/2006/relationships/slide" Target="/ppt/slides/slide7.xml"/><Relationship Id="rId67" Type="http://schemas.openxmlformats.org/officeDocument/2006/relationships/slide" Target="/ppt/slides/slide86.xml"/><Relationship Id="rId60" Type="http://schemas.openxmlformats.org/officeDocument/2006/relationships/slide" Target="/ppt/slides/slide86.xml"/><Relationship Id="rId26" Type="http://schemas.openxmlformats.org/officeDocument/2006/relationships/slide" Target="/ppt/slides/slide7.xml"/><Relationship Id="rId25" Type="http://schemas.openxmlformats.org/officeDocument/2006/relationships/slide" Target="/ppt/slides/slide7.xml"/><Relationship Id="rId69" Type="http://schemas.openxmlformats.org/officeDocument/2006/relationships/slide" Target="/ppt/slides/slide93.xml"/><Relationship Id="rId28" Type="http://schemas.openxmlformats.org/officeDocument/2006/relationships/slide" Target="/ppt/slides/slide17.xml"/><Relationship Id="rId27" Type="http://schemas.openxmlformats.org/officeDocument/2006/relationships/slide" Target="/ppt/slides/slide17.xml"/><Relationship Id="rId29" Type="http://schemas.openxmlformats.org/officeDocument/2006/relationships/slide" Target="/ppt/slides/slide17.xml"/><Relationship Id="rId51" Type="http://schemas.openxmlformats.org/officeDocument/2006/relationships/slide" Target="/ppt/slides/slide74.xml"/><Relationship Id="rId50" Type="http://schemas.openxmlformats.org/officeDocument/2006/relationships/slide" Target="/ppt/slides/slide59.xml"/><Relationship Id="rId53" Type="http://schemas.openxmlformats.org/officeDocument/2006/relationships/slide" Target="/ppt/slides/slide74.xml"/><Relationship Id="rId52" Type="http://schemas.openxmlformats.org/officeDocument/2006/relationships/slide" Target="/ppt/slides/slide74.xml"/><Relationship Id="rId11" Type="http://schemas.openxmlformats.org/officeDocument/2006/relationships/image" Target="../media/image56.png"/><Relationship Id="rId55" Type="http://schemas.openxmlformats.org/officeDocument/2006/relationships/slide" Target="/ppt/slides/slide74.xml"/><Relationship Id="rId10" Type="http://schemas.openxmlformats.org/officeDocument/2006/relationships/image" Target="../media/image5.png"/><Relationship Id="rId54" Type="http://schemas.openxmlformats.org/officeDocument/2006/relationships/slide" Target="/ppt/slides/slide74.xml"/><Relationship Id="rId13" Type="http://schemas.openxmlformats.org/officeDocument/2006/relationships/slide" Target="/ppt/slides/slide3.xml"/><Relationship Id="rId57" Type="http://schemas.openxmlformats.org/officeDocument/2006/relationships/slide" Target="/ppt/slides/slide74.xml"/><Relationship Id="rId12" Type="http://schemas.openxmlformats.org/officeDocument/2006/relationships/image" Target="../media/image8.png"/><Relationship Id="rId56" Type="http://schemas.openxmlformats.org/officeDocument/2006/relationships/slide" Target="/ppt/slides/slide74.xml"/><Relationship Id="rId15" Type="http://schemas.openxmlformats.org/officeDocument/2006/relationships/slide" Target="/ppt/slides/slide3.xml"/><Relationship Id="rId59" Type="http://schemas.openxmlformats.org/officeDocument/2006/relationships/slide" Target="/ppt/slides/slide74.xml"/><Relationship Id="rId14" Type="http://schemas.openxmlformats.org/officeDocument/2006/relationships/slide" Target="/ppt/slides/slide3.xml"/><Relationship Id="rId58" Type="http://schemas.openxmlformats.org/officeDocument/2006/relationships/slide" Target="/ppt/slides/slide74.xml"/><Relationship Id="rId17" Type="http://schemas.openxmlformats.org/officeDocument/2006/relationships/slide" Target="/ppt/slides/slide3.xml"/><Relationship Id="rId16" Type="http://schemas.openxmlformats.org/officeDocument/2006/relationships/slide" Target="/ppt/slides/slide3.xml"/><Relationship Id="rId19" Type="http://schemas.openxmlformats.org/officeDocument/2006/relationships/slide" Target="/ppt/slides/slide3.xml"/><Relationship Id="rId18" Type="http://schemas.openxmlformats.org/officeDocument/2006/relationships/slide" Target="/ppt/slides/slide3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32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slide" Target="/ppt/slides/slide1.xml"/><Relationship Id="rId5" Type="http://schemas.openxmlformats.org/officeDocument/2006/relationships/image" Target="../media/image55.png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3.png"/><Relationship Id="rId4" Type="http://schemas.openxmlformats.org/officeDocument/2006/relationships/image" Target="../media/image37.png"/><Relationship Id="rId9" Type="http://schemas.openxmlformats.org/officeDocument/2006/relationships/slide" Target="/ppt/slides/slide1.xml"/><Relationship Id="rId5" Type="http://schemas.openxmlformats.org/officeDocument/2006/relationships/image" Target="../media/image39.png"/><Relationship Id="rId6" Type="http://schemas.openxmlformats.org/officeDocument/2006/relationships/image" Target="../media/image34.png"/><Relationship Id="rId7" Type="http://schemas.openxmlformats.org/officeDocument/2006/relationships/image" Target="../media/image44.png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Relationship Id="rId13" Type="http://schemas.openxmlformats.org/officeDocument/2006/relationships/slide" Target="/ppt/slides/slide1.xml"/><Relationship Id="rId12" Type="http://schemas.openxmlformats.org/officeDocument/2006/relationships/slide" Target="/ppt/slides/slide1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8.png"/><Relationship Id="rId4" Type="http://schemas.openxmlformats.org/officeDocument/2006/relationships/image" Target="../media/image40.png"/><Relationship Id="rId9" Type="http://schemas.openxmlformats.org/officeDocument/2006/relationships/slide" Target="/ppt/slides/slide1.xml"/><Relationship Id="rId5" Type="http://schemas.openxmlformats.org/officeDocument/2006/relationships/image" Target="../media/image60.png"/><Relationship Id="rId6" Type="http://schemas.openxmlformats.org/officeDocument/2006/relationships/image" Target="../media/image45.png"/><Relationship Id="rId7" Type="http://schemas.openxmlformats.org/officeDocument/2006/relationships/image" Target="../media/image62.png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Relationship Id="rId13" Type="http://schemas.openxmlformats.org/officeDocument/2006/relationships/slide" Target="/ppt/slides/slide1.xml"/><Relationship Id="rId12" Type="http://schemas.openxmlformats.org/officeDocument/2006/relationships/slide" Target="/ppt/slides/slide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9" Type="http://schemas.openxmlformats.org/officeDocument/2006/relationships/slide" Target="/ppt/slides/slide1.xml"/><Relationship Id="rId5" Type="http://schemas.openxmlformats.org/officeDocument/2006/relationships/image" Target="../media/image49.png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48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2.png"/><Relationship Id="rId4" Type="http://schemas.openxmlformats.org/officeDocument/2006/relationships/image" Target="../media/image52.png"/><Relationship Id="rId9" Type="http://schemas.openxmlformats.org/officeDocument/2006/relationships/slide" Target="/ppt/slides/slide1.xml"/><Relationship Id="rId5" Type="http://schemas.openxmlformats.org/officeDocument/2006/relationships/image" Target="../media/image51.png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7.png"/><Relationship Id="rId4" Type="http://schemas.openxmlformats.org/officeDocument/2006/relationships/image" Target="../media/image63.png"/><Relationship Id="rId9" Type="http://schemas.openxmlformats.org/officeDocument/2006/relationships/slide" Target="/ppt/slides/slide1.xml"/><Relationship Id="rId5" Type="http://schemas.openxmlformats.org/officeDocument/2006/relationships/image" Target="../media/image57.png"/><Relationship Id="rId6" Type="http://schemas.openxmlformats.org/officeDocument/2006/relationships/image" Target="../media/image46.png"/><Relationship Id="rId7" Type="http://schemas.openxmlformats.org/officeDocument/2006/relationships/image" Target="../media/image58.png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Relationship Id="rId13" Type="http://schemas.openxmlformats.org/officeDocument/2006/relationships/slide" Target="/ppt/slides/slide1.xml"/><Relationship Id="rId12" Type="http://schemas.openxmlformats.org/officeDocument/2006/relationships/slide" Target="/ppt/slides/slide1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59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17.xml.rels><?xml version="1.0" encoding="UTF-8" standalone="yes"?><Relationships xmlns="http://schemas.openxmlformats.org/package/2006/relationships"><Relationship Id="rId40" Type="http://schemas.openxmlformats.org/officeDocument/2006/relationships/slide" Target="/ppt/slides/slide50.xml"/><Relationship Id="rId42" Type="http://schemas.openxmlformats.org/officeDocument/2006/relationships/slide" Target="/ppt/slides/slide50.xml"/><Relationship Id="rId41" Type="http://schemas.openxmlformats.org/officeDocument/2006/relationships/slide" Target="/ppt/slides/slide50.xml"/><Relationship Id="rId44" Type="http://schemas.openxmlformats.org/officeDocument/2006/relationships/slide" Target="/ppt/slides/slide59.xml"/><Relationship Id="rId43" Type="http://schemas.openxmlformats.org/officeDocument/2006/relationships/slide" Target="/ppt/slides/slide50.xml"/><Relationship Id="rId46" Type="http://schemas.openxmlformats.org/officeDocument/2006/relationships/slide" Target="/ppt/slides/slide59.xml"/><Relationship Id="rId45" Type="http://schemas.openxmlformats.org/officeDocument/2006/relationships/slide" Target="/ppt/slides/slide59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image" Target="../media/image22.png"/><Relationship Id="rId9" Type="http://schemas.openxmlformats.org/officeDocument/2006/relationships/image" Target="../media/image11.png"/><Relationship Id="rId48" Type="http://schemas.openxmlformats.org/officeDocument/2006/relationships/slide" Target="/ppt/slides/slide59.xml"/><Relationship Id="rId47" Type="http://schemas.openxmlformats.org/officeDocument/2006/relationships/slide" Target="/ppt/slides/slide59.xml"/><Relationship Id="rId49" Type="http://schemas.openxmlformats.org/officeDocument/2006/relationships/slide" Target="/ppt/slides/slide59.xml"/><Relationship Id="rId5" Type="http://schemas.openxmlformats.org/officeDocument/2006/relationships/image" Target="../media/image91.png"/><Relationship Id="rId6" Type="http://schemas.openxmlformats.org/officeDocument/2006/relationships/image" Target="../media/image24.png"/><Relationship Id="rId7" Type="http://schemas.openxmlformats.org/officeDocument/2006/relationships/image" Target="../media/image9.png"/><Relationship Id="rId8" Type="http://schemas.openxmlformats.org/officeDocument/2006/relationships/image" Target="../media/image2.png"/><Relationship Id="rId73" Type="http://schemas.openxmlformats.org/officeDocument/2006/relationships/slide" Target="/ppt/slides/slide1.xml"/><Relationship Id="rId72" Type="http://schemas.openxmlformats.org/officeDocument/2006/relationships/slide" Target="/ppt/slides/slide1.xml"/><Relationship Id="rId31" Type="http://schemas.openxmlformats.org/officeDocument/2006/relationships/slide" Target="/ppt/slides/slide29.xml"/><Relationship Id="rId75" Type="http://schemas.openxmlformats.org/officeDocument/2006/relationships/slide" Target="/ppt/slides/slide1.xml"/><Relationship Id="rId30" Type="http://schemas.openxmlformats.org/officeDocument/2006/relationships/slide" Target="/ppt/slides/slide17.xml"/><Relationship Id="rId74" Type="http://schemas.openxmlformats.org/officeDocument/2006/relationships/slide" Target="/ppt/slides/slide1.xml"/><Relationship Id="rId33" Type="http://schemas.openxmlformats.org/officeDocument/2006/relationships/slide" Target="/ppt/slides/slide29.xml"/><Relationship Id="rId77" Type="http://schemas.openxmlformats.org/officeDocument/2006/relationships/slide" Target="/ppt/slides/slide1.xml"/><Relationship Id="rId32" Type="http://schemas.openxmlformats.org/officeDocument/2006/relationships/slide" Target="/ppt/slides/slide29.xml"/><Relationship Id="rId76" Type="http://schemas.openxmlformats.org/officeDocument/2006/relationships/slide" Target="/ppt/slides/slide1.xml"/><Relationship Id="rId35" Type="http://schemas.openxmlformats.org/officeDocument/2006/relationships/slide" Target="/ppt/slides/slide42.xml"/><Relationship Id="rId34" Type="http://schemas.openxmlformats.org/officeDocument/2006/relationships/slide" Target="/ppt/slides/slide42.xml"/><Relationship Id="rId71" Type="http://schemas.openxmlformats.org/officeDocument/2006/relationships/slide" Target="/ppt/slides/slide93.xml"/><Relationship Id="rId70" Type="http://schemas.openxmlformats.org/officeDocument/2006/relationships/slide" Target="/ppt/slides/slide93.xml"/><Relationship Id="rId37" Type="http://schemas.openxmlformats.org/officeDocument/2006/relationships/slide" Target="/ppt/slides/slide42.xml"/><Relationship Id="rId36" Type="http://schemas.openxmlformats.org/officeDocument/2006/relationships/slide" Target="/ppt/slides/slide42.xml"/><Relationship Id="rId39" Type="http://schemas.openxmlformats.org/officeDocument/2006/relationships/slide" Target="/ppt/slides/slide50.xml"/><Relationship Id="rId38" Type="http://schemas.openxmlformats.org/officeDocument/2006/relationships/slide" Target="/ppt/slides/slide50.xml"/><Relationship Id="rId62" Type="http://schemas.openxmlformats.org/officeDocument/2006/relationships/slide" Target="/ppt/slides/slide86.xml"/><Relationship Id="rId61" Type="http://schemas.openxmlformats.org/officeDocument/2006/relationships/slide" Target="/ppt/slides/slide86.xml"/><Relationship Id="rId20" Type="http://schemas.openxmlformats.org/officeDocument/2006/relationships/slide" Target="/ppt/slides/slide3.xml"/><Relationship Id="rId64" Type="http://schemas.openxmlformats.org/officeDocument/2006/relationships/slide" Target="/ppt/slides/slide86.xml"/><Relationship Id="rId63" Type="http://schemas.openxmlformats.org/officeDocument/2006/relationships/slide" Target="/ppt/slides/slide86.xml"/><Relationship Id="rId22" Type="http://schemas.openxmlformats.org/officeDocument/2006/relationships/slide" Target="/ppt/slides/slide7.xml"/><Relationship Id="rId66" Type="http://schemas.openxmlformats.org/officeDocument/2006/relationships/slide" Target="/ppt/slides/slide86.xml"/><Relationship Id="rId21" Type="http://schemas.openxmlformats.org/officeDocument/2006/relationships/slide" Target="/ppt/slides/slide7.xml"/><Relationship Id="rId65" Type="http://schemas.openxmlformats.org/officeDocument/2006/relationships/slide" Target="/ppt/slides/slide86.xml"/><Relationship Id="rId24" Type="http://schemas.openxmlformats.org/officeDocument/2006/relationships/slide" Target="/ppt/slides/slide7.xml"/><Relationship Id="rId68" Type="http://schemas.openxmlformats.org/officeDocument/2006/relationships/slide" Target="/ppt/slides/slide93.xml"/><Relationship Id="rId23" Type="http://schemas.openxmlformats.org/officeDocument/2006/relationships/slide" Target="/ppt/slides/slide7.xml"/><Relationship Id="rId67" Type="http://schemas.openxmlformats.org/officeDocument/2006/relationships/slide" Target="/ppt/slides/slide86.xml"/><Relationship Id="rId60" Type="http://schemas.openxmlformats.org/officeDocument/2006/relationships/slide" Target="/ppt/slides/slide86.xml"/><Relationship Id="rId26" Type="http://schemas.openxmlformats.org/officeDocument/2006/relationships/slide" Target="/ppt/slides/slide7.xml"/><Relationship Id="rId25" Type="http://schemas.openxmlformats.org/officeDocument/2006/relationships/slide" Target="/ppt/slides/slide7.xml"/><Relationship Id="rId69" Type="http://schemas.openxmlformats.org/officeDocument/2006/relationships/slide" Target="/ppt/slides/slide93.xml"/><Relationship Id="rId28" Type="http://schemas.openxmlformats.org/officeDocument/2006/relationships/slide" Target="/ppt/slides/slide17.xml"/><Relationship Id="rId27" Type="http://schemas.openxmlformats.org/officeDocument/2006/relationships/slide" Target="/ppt/slides/slide17.xml"/><Relationship Id="rId29" Type="http://schemas.openxmlformats.org/officeDocument/2006/relationships/slide" Target="/ppt/slides/slide17.xml"/><Relationship Id="rId51" Type="http://schemas.openxmlformats.org/officeDocument/2006/relationships/slide" Target="/ppt/slides/slide74.xml"/><Relationship Id="rId50" Type="http://schemas.openxmlformats.org/officeDocument/2006/relationships/slide" Target="/ppt/slides/slide59.xml"/><Relationship Id="rId53" Type="http://schemas.openxmlformats.org/officeDocument/2006/relationships/slide" Target="/ppt/slides/slide74.xml"/><Relationship Id="rId52" Type="http://schemas.openxmlformats.org/officeDocument/2006/relationships/slide" Target="/ppt/slides/slide74.xml"/><Relationship Id="rId11" Type="http://schemas.openxmlformats.org/officeDocument/2006/relationships/image" Target="../media/image56.png"/><Relationship Id="rId55" Type="http://schemas.openxmlformats.org/officeDocument/2006/relationships/slide" Target="/ppt/slides/slide74.xml"/><Relationship Id="rId10" Type="http://schemas.openxmlformats.org/officeDocument/2006/relationships/image" Target="../media/image5.png"/><Relationship Id="rId54" Type="http://schemas.openxmlformats.org/officeDocument/2006/relationships/slide" Target="/ppt/slides/slide74.xml"/><Relationship Id="rId13" Type="http://schemas.openxmlformats.org/officeDocument/2006/relationships/slide" Target="/ppt/slides/slide3.xml"/><Relationship Id="rId57" Type="http://schemas.openxmlformats.org/officeDocument/2006/relationships/slide" Target="/ppt/slides/slide74.xml"/><Relationship Id="rId12" Type="http://schemas.openxmlformats.org/officeDocument/2006/relationships/image" Target="../media/image8.png"/><Relationship Id="rId56" Type="http://schemas.openxmlformats.org/officeDocument/2006/relationships/slide" Target="/ppt/slides/slide74.xml"/><Relationship Id="rId15" Type="http://schemas.openxmlformats.org/officeDocument/2006/relationships/slide" Target="/ppt/slides/slide3.xml"/><Relationship Id="rId59" Type="http://schemas.openxmlformats.org/officeDocument/2006/relationships/slide" Target="/ppt/slides/slide74.xml"/><Relationship Id="rId14" Type="http://schemas.openxmlformats.org/officeDocument/2006/relationships/slide" Target="/ppt/slides/slide3.xml"/><Relationship Id="rId58" Type="http://schemas.openxmlformats.org/officeDocument/2006/relationships/slide" Target="/ppt/slides/slide74.xml"/><Relationship Id="rId17" Type="http://schemas.openxmlformats.org/officeDocument/2006/relationships/slide" Target="/ppt/slides/slide3.xml"/><Relationship Id="rId16" Type="http://schemas.openxmlformats.org/officeDocument/2006/relationships/slide" Target="/ppt/slides/slide3.xml"/><Relationship Id="rId19" Type="http://schemas.openxmlformats.org/officeDocument/2006/relationships/slide" Target="/ppt/slides/slide3.xml"/><Relationship Id="rId18" Type="http://schemas.openxmlformats.org/officeDocument/2006/relationships/slide" Target="/ppt/slides/slide3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1.png"/><Relationship Id="rId4" Type="http://schemas.openxmlformats.org/officeDocument/2006/relationships/image" Target="../media/image68.png"/><Relationship Id="rId9" Type="http://schemas.openxmlformats.org/officeDocument/2006/relationships/slide" Target="/ppt/slides/slide1.xml"/><Relationship Id="rId5" Type="http://schemas.openxmlformats.org/officeDocument/2006/relationships/image" Target="../media/image67.png"/><Relationship Id="rId6" Type="http://schemas.openxmlformats.org/officeDocument/2006/relationships/image" Target="../media/image65.png"/><Relationship Id="rId7" Type="http://schemas.openxmlformats.org/officeDocument/2006/relationships/image" Target="../media/image69.png"/><Relationship Id="rId8" Type="http://schemas.openxmlformats.org/officeDocument/2006/relationships/image" Target="../media/image89.png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Relationship Id="rId13" Type="http://schemas.openxmlformats.org/officeDocument/2006/relationships/slide" Target="/ppt/slides/slide1.xml"/><Relationship Id="rId12" Type="http://schemas.openxmlformats.org/officeDocument/2006/relationships/slide" Target="/ppt/slides/slide1.xml"/><Relationship Id="rId14" Type="http://schemas.openxmlformats.org/officeDocument/2006/relationships/slide" Target="/ppt/slides/slide1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66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70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2.png"/><Relationship Id="rId4" Type="http://schemas.openxmlformats.org/officeDocument/2006/relationships/image" Target="../media/image75.png"/><Relationship Id="rId9" Type="http://schemas.openxmlformats.org/officeDocument/2006/relationships/slide" Target="/ppt/slides/slide1.xml"/><Relationship Id="rId5" Type="http://schemas.openxmlformats.org/officeDocument/2006/relationships/image" Target="../media/image83.png"/><Relationship Id="rId6" Type="http://schemas.openxmlformats.org/officeDocument/2006/relationships/image" Target="../media/image74.png"/><Relationship Id="rId7" Type="http://schemas.openxmlformats.org/officeDocument/2006/relationships/image" Target="../media/image73.png"/><Relationship Id="rId8" Type="http://schemas.openxmlformats.org/officeDocument/2006/relationships/image" Target="../media/image116.png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Relationship Id="rId13" Type="http://schemas.openxmlformats.org/officeDocument/2006/relationships/slide" Target="/ppt/slides/slide1.xml"/><Relationship Id="rId12" Type="http://schemas.openxmlformats.org/officeDocument/2006/relationships/slide" Target="/ppt/slides/slide1.xml"/><Relationship Id="rId14" Type="http://schemas.openxmlformats.org/officeDocument/2006/relationships/slide" Target="/ppt/slides/slide1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1.png"/><Relationship Id="rId4" Type="http://schemas.openxmlformats.org/officeDocument/2006/relationships/image" Target="../media/image27.png"/><Relationship Id="rId9" Type="http://schemas.openxmlformats.org/officeDocument/2006/relationships/slide" Target="/ppt/slides/slide1.xml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0" Type="http://schemas.openxmlformats.org/officeDocument/2006/relationships/slide" Target="/ppt/slides/slide1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76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77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87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99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9.png"/><Relationship Id="rId4" Type="http://schemas.openxmlformats.org/officeDocument/2006/relationships/image" Target="../media/image96.png"/><Relationship Id="rId9" Type="http://schemas.openxmlformats.org/officeDocument/2006/relationships/slide" Target="/ppt/slides/slide1.xml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0" Type="http://schemas.openxmlformats.org/officeDocument/2006/relationships/slide" Target="/ppt/slides/slide1.xml"/></Relationships>
</file>

<file path=ppt/slides/_rels/slide29.xml.rels><?xml version="1.0" encoding="UTF-8" standalone="yes"?><Relationships xmlns="http://schemas.openxmlformats.org/package/2006/relationships"><Relationship Id="rId40" Type="http://schemas.openxmlformats.org/officeDocument/2006/relationships/slide" Target="/ppt/slides/slide50.xml"/><Relationship Id="rId42" Type="http://schemas.openxmlformats.org/officeDocument/2006/relationships/slide" Target="/ppt/slides/slide50.xml"/><Relationship Id="rId41" Type="http://schemas.openxmlformats.org/officeDocument/2006/relationships/slide" Target="/ppt/slides/slide50.xml"/><Relationship Id="rId44" Type="http://schemas.openxmlformats.org/officeDocument/2006/relationships/slide" Target="/ppt/slides/slide59.xml"/><Relationship Id="rId43" Type="http://schemas.openxmlformats.org/officeDocument/2006/relationships/slide" Target="/ppt/slides/slide50.xml"/><Relationship Id="rId46" Type="http://schemas.openxmlformats.org/officeDocument/2006/relationships/slide" Target="/ppt/slides/slide59.xml"/><Relationship Id="rId45" Type="http://schemas.openxmlformats.org/officeDocument/2006/relationships/slide" Target="/ppt/slides/slide59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Relationship Id="rId4" Type="http://schemas.openxmlformats.org/officeDocument/2006/relationships/image" Target="../media/image22.png"/><Relationship Id="rId9" Type="http://schemas.openxmlformats.org/officeDocument/2006/relationships/image" Target="../media/image11.png"/><Relationship Id="rId48" Type="http://schemas.openxmlformats.org/officeDocument/2006/relationships/slide" Target="/ppt/slides/slide59.xml"/><Relationship Id="rId47" Type="http://schemas.openxmlformats.org/officeDocument/2006/relationships/slide" Target="/ppt/slides/slide59.xml"/><Relationship Id="rId49" Type="http://schemas.openxmlformats.org/officeDocument/2006/relationships/slide" Target="/ppt/slides/slide59.xml"/><Relationship Id="rId5" Type="http://schemas.openxmlformats.org/officeDocument/2006/relationships/image" Target="../media/image12.png"/><Relationship Id="rId6" Type="http://schemas.openxmlformats.org/officeDocument/2006/relationships/image" Target="../media/image78.png"/><Relationship Id="rId7" Type="http://schemas.openxmlformats.org/officeDocument/2006/relationships/image" Target="../media/image9.png"/><Relationship Id="rId8" Type="http://schemas.openxmlformats.org/officeDocument/2006/relationships/image" Target="../media/image2.png"/><Relationship Id="rId73" Type="http://schemas.openxmlformats.org/officeDocument/2006/relationships/slide" Target="/ppt/slides/slide1.xml"/><Relationship Id="rId72" Type="http://schemas.openxmlformats.org/officeDocument/2006/relationships/slide" Target="/ppt/slides/slide1.xml"/><Relationship Id="rId31" Type="http://schemas.openxmlformats.org/officeDocument/2006/relationships/slide" Target="/ppt/slides/slide29.xml"/><Relationship Id="rId75" Type="http://schemas.openxmlformats.org/officeDocument/2006/relationships/slide" Target="/ppt/slides/slide1.xml"/><Relationship Id="rId30" Type="http://schemas.openxmlformats.org/officeDocument/2006/relationships/slide" Target="/ppt/slides/slide17.xml"/><Relationship Id="rId74" Type="http://schemas.openxmlformats.org/officeDocument/2006/relationships/slide" Target="/ppt/slides/slide1.xml"/><Relationship Id="rId33" Type="http://schemas.openxmlformats.org/officeDocument/2006/relationships/slide" Target="/ppt/slides/slide29.xml"/><Relationship Id="rId77" Type="http://schemas.openxmlformats.org/officeDocument/2006/relationships/slide" Target="/ppt/slides/slide1.xml"/><Relationship Id="rId32" Type="http://schemas.openxmlformats.org/officeDocument/2006/relationships/slide" Target="/ppt/slides/slide29.xml"/><Relationship Id="rId76" Type="http://schemas.openxmlformats.org/officeDocument/2006/relationships/slide" Target="/ppt/slides/slide1.xml"/><Relationship Id="rId35" Type="http://schemas.openxmlformats.org/officeDocument/2006/relationships/slide" Target="/ppt/slides/slide42.xml"/><Relationship Id="rId34" Type="http://schemas.openxmlformats.org/officeDocument/2006/relationships/slide" Target="/ppt/slides/slide42.xml"/><Relationship Id="rId71" Type="http://schemas.openxmlformats.org/officeDocument/2006/relationships/slide" Target="/ppt/slides/slide93.xml"/><Relationship Id="rId70" Type="http://schemas.openxmlformats.org/officeDocument/2006/relationships/slide" Target="/ppt/slides/slide93.xml"/><Relationship Id="rId37" Type="http://schemas.openxmlformats.org/officeDocument/2006/relationships/slide" Target="/ppt/slides/slide42.xml"/><Relationship Id="rId36" Type="http://schemas.openxmlformats.org/officeDocument/2006/relationships/slide" Target="/ppt/slides/slide42.xml"/><Relationship Id="rId39" Type="http://schemas.openxmlformats.org/officeDocument/2006/relationships/slide" Target="/ppt/slides/slide50.xml"/><Relationship Id="rId38" Type="http://schemas.openxmlformats.org/officeDocument/2006/relationships/slide" Target="/ppt/slides/slide50.xml"/><Relationship Id="rId62" Type="http://schemas.openxmlformats.org/officeDocument/2006/relationships/slide" Target="/ppt/slides/slide86.xml"/><Relationship Id="rId61" Type="http://schemas.openxmlformats.org/officeDocument/2006/relationships/slide" Target="/ppt/slides/slide86.xml"/><Relationship Id="rId20" Type="http://schemas.openxmlformats.org/officeDocument/2006/relationships/slide" Target="/ppt/slides/slide3.xml"/><Relationship Id="rId64" Type="http://schemas.openxmlformats.org/officeDocument/2006/relationships/slide" Target="/ppt/slides/slide86.xml"/><Relationship Id="rId63" Type="http://schemas.openxmlformats.org/officeDocument/2006/relationships/slide" Target="/ppt/slides/slide86.xml"/><Relationship Id="rId22" Type="http://schemas.openxmlformats.org/officeDocument/2006/relationships/slide" Target="/ppt/slides/slide7.xml"/><Relationship Id="rId66" Type="http://schemas.openxmlformats.org/officeDocument/2006/relationships/slide" Target="/ppt/slides/slide86.xml"/><Relationship Id="rId21" Type="http://schemas.openxmlformats.org/officeDocument/2006/relationships/slide" Target="/ppt/slides/slide7.xml"/><Relationship Id="rId65" Type="http://schemas.openxmlformats.org/officeDocument/2006/relationships/slide" Target="/ppt/slides/slide86.xml"/><Relationship Id="rId24" Type="http://schemas.openxmlformats.org/officeDocument/2006/relationships/slide" Target="/ppt/slides/slide7.xml"/><Relationship Id="rId68" Type="http://schemas.openxmlformats.org/officeDocument/2006/relationships/slide" Target="/ppt/slides/slide93.xml"/><Relationship Id="rId23" Type="http://schemas.openxmlformats.org/officeDocument/2006/relationships/slide" Target="/ppt/slides/slide7.xml"/><Relationship Id="rId67" Type="http://schemas.openxmlformats.org/officeDocument/2006/relationships/slide" Target="/ppt/slides/slide86.xml"/><Relationship Id="rId60" Type="http://schemas.openxmlformats.org/officeDocument/2006/relationships/slide" Target="/ppt/slides/slide86.xml"/><Relationship Id="rId26" Type="http://schemas.openxmlformats.org/officeDocument/2006/relationships/slide" Target="/ppt/slides/slide7.xml"/><Relationship Id="rId25" Type="http://schemas.openxmlformats.org/officeDocument/2006/relationships/slide" Target="/ppt/slides/slide7.xml"/><Relationship Id="rId69" Type="http://schemas.openxmlformats.org/officeDocument/2006/relationships/slide" Target="/ppt/slides/slide93.xml"/><Relationship Id="rId28" Type="http://schemas.openxmlformats.org/officeDocument/2006/relationships/slide" Target="/ppt/slides/slide17.xml"/><Relationship Id="rId27" Type="http://schemas.openxmlformats.org/officeDocument/2006/relationships/slide" Target="/ppt/slides/slide17.xml"/><Relationship Id="rId29" Type="http://schemas.openxmlformats.org/officeDocument/2006/relationships/slide" Target="/ppt/slides/slide17.xml"/><Relationship Id="rId51" Type="http://schemas.openxmlformats.org/officeDocument/2006/relationships/slide" Target="/ppt/slides/slide74.xml"/><Relationship Id="rId50" Type="http://schemas.openxmlformats.org/officeDocument/2006/relationships/slide" Target="/ppt/slides/slide59.xml"/><Relationship Id="rId53" Type="http://schemas.openxmlformats.org/officeDocument/2006/relationships/slide" Target="/ppt/slides/slide74.xml"/><Relationship Id="rId52" Type="http://schemas.openxmlformats.org/officeDocument/2006/relationships/slide" Target="/ppt/slides/slide74.xml"/><Relationship Id="rId11" Type="http://schemas.openxmlformats.org/officeDocument/2006/relationships/image" Target="../media/image56.png"/><Relationship Id="rId55" Type="http://schemas.openxmlformats.org/officeDocument/2006/relationships/slide" Target="/ppt/slides/slide74.xml"/><Relationship Id="rId10" Type="http://schemas.openxmlformats.org/officeDocument/2006/relationships/image" Target="../media/image5.png"/><Relationship Id="rId54" Type="http://schemas.openxmlformats.org/officeDocument/2006/relationships/slide" Target="/ppt/slides/slide74.xml"/><Relationship Id="rId13" Type="http://schemas.openxmlformats.org/officeDocument/2006/relationships/slide" Target="/ppt/slides/slide3.xml"/><Relationship Id="rId57" Type="http://schemas.openxmlformats.org/officeDocument/2006/relationships/slide" Target="/ppt/slides/slide74.xml"/><Relationship Id="rId12" Type="http://schemas.openxmlformats.org/officeDocument/2006/relationships/image" Target="../media/image8.png"/><Relationship Id="rId56" Type="http://schemas.openxmlformats.org/officeDocument/2006/relationships/slide" Target="/ppt/slides/slide74.xml"/><Relationship Id="rId15" Type="http://schemas.openxmlformats.org/officeDocument/2006/relationships/slide" Target="/ppt/slides/slide3.xml"/><Relationship Id="rId59" Type="http://schemas.openxmlformats.org/officeDocument/2006/relationships/slide" Target="/ppt/slides/slide74.xml"/><Relationship Id="rId14" Type="http://schemas.openxmlformats.org/officeDocument/2006/relationships/slide" Target="/ppt/slides/slide3.xml"/><Relationship Id="rId58" Type="http://schemas.openxmlformats.org/officeDocument/2006/relationships/slide" Target="/ppt/slides/slide74.xml"/><Relationship Id="rId17" Type="http://schemas.openxmlformats.org/officeDocument/2006/relationships/slide" Target="/ppt/slides/slide3.xml"/><Relationship Id="rId16" Type="http://schemas.openxmlformats.org/officeDocument/2006/relationships/slide" Target="/ppt/slides/slide3.xml"/><Relationship Id="rId19" Type="http://schemas.openxmlformats.org/officeDocument/2006/relationships/slide" Target="/ppt/slides/slide3.xml"/><Relationship Id="rId18" Type="http://schemas.openxmlformats.org/officeDocument/2006/relationships/slide" Target="/ppt/slides/slide3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84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92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9" Type="http://schemas.openxmlformats.org/officeDocument/2006/relationships/slide" Target="/ppt/slides/slide1.xml"/><Relationship Id="rId5" Type="http://schemas.openxmlformats.org/officeDocument/2006/relationships/image" Target="../media/image80.png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90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88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97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95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94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05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93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11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1.png"/><Relationship Id="rId4" Type="http://schemas.openxmlformats.org/officeDocument/2006/relationships/image" Target="../media/image107.png"/><Relationship Id="rId9" Type="http://schemas.openxmlformats.org/officeDocument/2006/relationships/slide" Target="/ppt/slides/slide1.xml"/><Relationship Id="rId5" Type="http://schemas.openxmlformats.org/officeDocument/2006/relationships/image" Target="../media/image98.png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/Relationships>
</file>

<file path=ppt/slides/_rels/slide42.xml.rels><?xml version="1.0" encoding="UTF-8" standalone="yes"?><Relationships xmlns="http://schemas.openxmlformats.org/package/2006/relationships"><Relationship Id="rId40" Type="http://schemas.openxmlformats.org/officeDocument/2006/relationships/slide" Target="/ppt/slides/slide50.xml"/><Relationship Id="rId42" Type="http://schemas.openxmlformats.org/officeDocument/2006/relationships/slide" Target="/ppt/slides/slide50.xml"/><Relationship Id="rId41" Type="http://schemas.openxmlformats.org/officeDocument/2006/relationships/slide" Target="/ppt/slides/slide50.xml"/><Relationship Id="rId44" Type="http://schemas.openxmlformats.org/officeDocument/2006/relationships/slide" Target="/ppt/slides/slide59.xml"/><Relationship Id="rId43" Type="http://schemas.openxmlformats.org/officeDocument/2006/relationships/slide" Target="/ppt/slides/slide50.xml"/><Relationship Id="rId46" Type="http://schemas.openxmlformats.org/officeDocument/2006/relationships/slide" Target="/ppt/slides/slide59.xml"/><Relationship Id="rId45" Type="http://schemas.openxmlformats.org/officeDocument/2006/relationships/slide" Target="/ppt/slides/slide59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0.png"/><Relationship Id="rId4" Type="http://schemas.openxmlformats.org/officeDocument/2006/relationships/image" Target="../media/image22.png"/><Relationship Id="rId9" Type="http://schemas.openxmlformats.org/officeDocument/2006/relationships/image" Target="../media/image11.png"/><Relationship Id="rId48" Type="http://schemas.openxmlformats.org/officeDocument/2006/relationships/slide" Target="/ppt/slides/slide59.xml"/><Relationship Id="rId47" Type="http://schemas.openxmlformats.org/officeDocument/2006/relationships/slide" Target="/ppt/slides/slide59.xml"/><Relationship Id="rId49" Type="http://schemas.openxmlformats.org/officeDocument/2006/relationships/slide" Target="/ppt/slides/slide59.xml"/><Relationship Id="rId5" Type="http://schemas.openxmlformats.org/officeDocument/2006/relationships/image" Target="../media/image12.png"/><Relationship Id="rId6" Type="http://schemas.openxmlformats.org/officeDocument/2006/relationships/image" Target="../media/image24.png"/><Relationship Id="rId7" Type="http://schemas.openxmlformats.org/officeDocument/2006/relationships/image" Target="../media/image108.png"/><Relationship Id="rId8" Type="http://schemas.openxmlformats.org/officeDocument/2006/relationships/image" Target="../media/image2.png"/><Relationship Id="rId73" Type="http://schemas.openxmlformats.org/officeDocument/2006/relationships/slide" Target="/ppt/slides/slide1.xml"/><Relationship Id="rId72" Type="http://schemas.openxmlformats.org/officeDocument/2006/relationships/slide" Target="/ppt/slides/slide1.xml"/><Relationship Id="rId31" Type="http://schemas.openxmlformats.org/officeDocument/2006/relationships/slide" Target="/ppt/slides/slide29.xml"/><Relationship Id="rId75" Type="http://schemas.openxmlformats.org/officeDocument/2006/relationships/slide" Target="/ppt/slides/slide1.xml"/><Relationship Id="rId30" Type="http://schemas.openxmlformats.org/officeDocument/2006/relationships/slide" Target="/ppt/slides/slide17.xml"/><Relationship Id="rId74" Type="http://schemas.openxmlformats.org/officeDocument/2006/relationships/slide" Target="/ppt/slides/slide1.xml"/><Relationship Id="rId33" Type="http://schemas.openxmlformats.org/officeDocument/2006/relationships/slide" Target="/ppt/slides/slide29.xml"/><Relationship Id="rId77" Type="http://schemas.openxmlformats.org/officeDocument/2006/relationships/slide" Target="/ppt/slides/slide1.xml"/><Relationship Id="rId32" Type="http://schemas.openxmlformats.org/officeDocument/2006/relationships/slide" Target="/ppt/slides/slide29.xml"/><Relationship Id="rId76" Type="http://schemas.openxmlformats.org/officeDocument/2006/relationships/slide" Target="/ppt/slides/slide1.xml"/><Relationship Id="rId35" Type="http://schemas.openxmlformats.org/officeDocument/2006/relationships/slide" Target="/ppt/slides/slide42.xml"/><Relationship Id="rId34" Type="http://schemas.openxmlformats.org/officeDocument/2006/relationships/slide" Target="/ppt/slides/slide42.xml"/><Relationship Id="rId71" Type="http://schemas.openxmlformats.org/officeDocument/2006/relationships/slide" Target="/ppt/slides/slide93.xml"/><Relationship Id="rId70" Type="http://schemas.openxmlformats.org/officeDocument/2006/relationships/slide" Target="/ppt/slides/slide93.xml"/><Relationship Id="rId37" Type="http://schemas.openxmlformats.org/officeDocument/2006/relationships/slide" Target="/ppt/slides/slide42.xml"/><Relationship Id="rId36" Type="http://schemas.openxmlformats.org/officeDocument/2006/relationships/slide" Target="/ppt/slides/slide42.xml"/><Relationship Id="rId39" Type="http://schemas.openxmlformats.org/officeDocument/2006/relationships/slide" Target="/ppt/slides/slide50.xml"/><Relationship Id="rId38" Type="http://schemas.openxmlformats.org/officeDocument/2006/relationships/slide" Target="/ppt/slides/slide50.xml"/><Relationship Id="rId62" Type="http://schemas.openxmlformats.org/officeDocument/2006/relationships/slide" Target="/ppt/slides/slide86.xml"/><Relationship Id="rId61" Type="http://schemas.openxmlformats.org/officeDocument/2006/relationships/slide" Target="/ppt/slides/slide86.xml"/><Relationship Id="rId20" Type="http://schemas.openxmlformats.org/officeDocument/2006/relationships/slide" Target="/ppt/slides/slide3.xml"/><Relationship Id="rId64" Type="http://schemas.openxmlformats.org/officeDocument/2006/relationships/slide" Target="/ppt/slides/slide86.xml"/><Relationship Id="rId63" Type="http://schemas.openxmlformats.org/officeDocument/2006/relationships/slide" Target="/ppt/slides/slide86.xml"/><Relationship Id="rId22" Type="http://schemas.openxmlformats.org/officeDocument/2006/relationships/slide" Target="/ppt/slides/slide7.xml"/><Relationship Id="rId66" Type="http://schemas.openxmlformats.org/officeDocument/2006/relationships/slide" Target="/ppt/slides/slide86.xml"/><Relationship Id="rId21" Type="http://schemas.openxmlformats.org/officeDocument/2006/relationships/slide" Target="/ppt/slides/slide7.xml"/><Relationship Id="rId65" Type="http://schemas.openxmlformats.org/officeDocument/2006/relationships/slide" Target="/ppt/slides/slide86.xml"/><Relationship Id="rId24" Type="http://schemas.openxmlformats.org/officeDocument/2006/relationships/slide" Target="/ppt/slides/slide7.xml"/><Relationship Id="rId68" Type="http://schemas.openxmlformats.org/officeDocument/2006/relationships/slide" Target="/ppt/slides/slide93.xml"/><Relationship Id="rId23" Type="http://schemas.openxmlformats.org/officeDocument/2006/relationships/slide" Target="/ppt/slides/slide7.xml"/><Relationship Id="rId67" Type="http://schemas.openxmlformats.org/officeDocument/2006/relationships/slide" Target="/ppt/slides/slide86.xml"/><Relationship Id="rId60" Type="http://schemas.openxmlformats.org/officeDocument/2006/relationships/slide" Target="/ppt/slides/slide86.xml"/><Relationship Id="rId26" Type="http://schemas.openxmlformats.org/officeDocument/2006/relationships/slide" Target="/ppt/slides/slide7.xml"/><Relationship Id="rId25" Type="http://schemas.openxmlformats.org/officeDocument/2006/relationships/slide" Target="/ppt/slides/slide7.xml"/><Relationship Id="rId69" Type="http://schemas.openxmlformats.org/officeDocument/2006/relationships/slide" Target="/ppt/slides/slide93.xml"/><Relationship Id="rId28" Type="http://schemas.openxmlformats.org/officeDocument/2006/relationships/slide" Target="/ppt/slides/slide17.xml"/><Relationship Id="rId27" Type="http://schemas.openxmlformats.org/officeDocument/2006/relationships/slide" Target="/ppt/slides/slide17.xml"/><Relationship Id="rId29" Type="http://schemas.openxmlformats.org/officeDocument/2006/relationships/slide" Target="/ppt/slides/slide17.xml"/><Relationship Id="rId51" Type="http://schemas.openxmlformats.org/officeDocument/2006/relationships/slide" Target="/ppt/slides/slide74.xml"/><Relationship Id="rId50" Type="http://schemas.openxmlformats.org/officeDocument/2006/relationships/slide" Target="/ppt/slides/slide59.xml"/><Relationship Id="rId53" Type="http://schemas.openxmlformats.org/officeDocument/2006/relationships/slide" Target="/ppt/slides/slide74.xml"/><Relationship Id="rId52" Type="http://schemas.openxmlformats.org/officeDocument/2006/relationships/slide" Target="/ppt/slides/slide74.xml"/><Relationship Id="rId11" Type="http://schemas.openxmlformats.org/officeDocument/2006/relationships/image" Target="../media/image56.png"/><Relationship Id="rId55" Type="http://schemas.openxmlformats.org/officeDocument/2006/relationships/slide" Target="/ppt/slides/slide74.xml"/><Relationship Id="rId10" Type="http://schemas.openxmlformats.org/officeDocument/2006/relationships/image" Target="../media/image5.png"/><Relationship Id="rId54" Type="http://schemas.openxmlformats.org/officeDocument/2006/relationships/slide" Target="/ppt/slides/slide74.xml"/><Relationship Id="rId13" Type="http://schemas.openxmlformats.org/officeDocument/2006/relationships/slide" Target="/ppt/slides/slide3.xml"/><Relationship Id="rId57" Type="http://schemas.openxmlformats.org/officeDocument/2006/relationships/slide" Target="/ppt/slides/slide74.xml"/><Relationship Id="rId12" Type="http://schemas.openxmlformats.org/officeDocument/2006/relationships/image" Target="../media/image8.png"/><Relationship Id="rId56" Type="http://schemas.openxmlformats.org/officeDocument/2006/relationships/slide" Target="/ppt/slides/slide74.xml"/><Relationship Id="rId15" Type="http://schemas.openxmlformats.org/officeDocument/2006/relationships/slide" Target="/ppt/slides/slide3.xml"/><Relationship Id="rId59" Type="http://schemas.openxmlformats.org/officeDocument/2006/relationships/slide" Target="/ppt/slides/slide74.xml"/><Relationship Id="rId14" Type="http://schemas.openxmlformats.org/officeDocument/2006/relationships/slide" Target="/ppt/slides/slide3.xml"/><Relationship Id="rId58" Type="http://schemas.openxmlformats.org/officeDocument/2006/relationships/slide" Target="/ppt/slides/slide74.xml"/><Relationship Id="rId17" Type="http://schemas.openxmlformats.org/officeDocument/2006/relationships/slide" Target="/ppt/slides/slide3.xml"/><Relationship Id="rId16" Type="http://schemas.openxmlformats.org/officeDocument/2006/relationships/slide" Target="/ppt/slides/slide3.xml"/><Relationship Id="rId19" Type="http://schemas.openxmlformats.org/officeDocument/2006/relationships/slide" Target="/ppt/slides/slide3.xml"/><Relationship Id="rId18" Type="http://schemas.openxmlformats.org/officeDocument/2006/relationships/slide" Target="/ppt/slides/slide3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21.png"/><Relationship Id="rId4" Type="http://schemas.openxmlformats.org/officeDocument/2006/relationships/image" Target="../media/image102.png"/><Relationship Id="rId9" Type="http://schemas.openxmlformats.org/officeDocument/2006/relationships/slide" Target="/ppt/slides/slide1.xml"/><Relationship Id="rId5" Type="http://schemas.openxmlformats.org/officeDocument/2006/relationships/image" Target="../media/image100.png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12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06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13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15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09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slide" Target="/ppt/slides/slide1.xml"/><Relationship Id="rId5" Type="http://schemas.openxmlformats.org/officeDocument/2006/relationships/image" Target="../media/image135.png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/Relationships>
</file>

<file path=ppt/slides/_rels/slide50.xml.rels><?xml version="1.0" encoding="UTF-8" standalone="yes"?><Relationships xmlns="http://schemas.openxmlformats.org/package/2006/relationships"><Relationship Id="rId40" Type="http://schemas.openxmlformats.org/officeDocument/2006/relationships/slide" Target="/ppt/slides/slide50.xml"/><Relationship Id="rId42" Type="http://schemas.openxmlformats.org/officeDocument/2006/relationships/slide" Target="/ppt/slides/slide50.xml"/><Relationship Id="rId41" Type="http://schemas.openxmlformats.org/officeDocument/2006/relationships/slide" Target="/ppt/slides/slide50.xml"/><Relationship Id="rId44" Type="http://schemas.openxmlformats.org/officeDocument/2006/relationships/slide" Target="/ppt/slides/slide59.xml"/><Relationship Id="rId43" Type="http://schemas.openxmlformats.org/officeDocument/2006/relationships/slide" Target="/ppt/slides/slide50.xml"/><Relationship Id="rId46" Type="http://schemas.openxmlformats.org/officeDocument/2006/relationships/slide" Target="/ppt/slides/slide59.xml"/><Relationship Id="rId45" Type="http://schemas.openxmlformats.org/officeDocument/2006/relationships/slide" Target="/ppt/slides/slide59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0.png"/><Relationship Id="rId4" Type="http://schemas.openxmlformats.org/officeDocument/2006/relationships/image" Target="../media/image22.png"/><Relationship Id="rId9" Type="http://schemas.openxmlformats.org/officeDocument/2006/relationships/image" Target="../media/image11.png"/><Relationship Id="rId48" Type="http://schemas.openxmlformats.org/officeDocument/2006/relationships/slide" Target="/ppt/slides/slide59.xml"/><Relationship Id="rId47" Type="http://schemas.openxmlformats.org/officeDocument/2006/relationships/slide" Target="/ppt/slides/slide59.xml"/><Relationship Id="rId49" Type="http://schemas.openxmlformats.org/officeDocument/2006/relationships/slide" Target="/ppt/slides/slide59.xml"/><Relationship Id="rId5" Type="http://schemas.openxmlformats.org/officeDocument/2006/relationships/image" Target="../media/image12.png"/><Relationship Id="rId6" Type="http://schemas.openxmlformats.org/officeDocument/2006/relationships/image" Target="../media/image24.png"/><Relationship Id="rId7" Type="http://schemas.openxmlformats.org/officeDocument/2006/relationships/image" Target="../media/image9.png"/><Relationship Id="rId8" Type="http://schemas.openxmlformats.org/officeDocument/2006/relationships/image" Target="../media/image122.png"/><Relationship Id="rId73" Type="http://schemas.openxmlformats.org/officeDocument/2006/relationships/slide" Target="/ppt/slides/slide1.xml"/><Relationship Id="rId72" Type="http://schemas.openxmlformats.org/officeDocument/2006/relationships/slide" Target="/ppt/slides/slide1.xml"/><Relationship Id="rId31" Type="http://schemas.openxmlformats.org/officeDocument/2006/relationships/slide" Target="/ppt/slides/slide29.xml"/><Relationship Id="rId75" Type="http://schemas.openxmlformats.org/officeDocument/2006/relationships/slide" Target="/ppt/slides/slide1.xml"/><Relationship Id="rId30" Type="http://schemas.openxmlformats.org/officeDocument/2006/relationships/slide" Target="/ppt/slides/slide17.xml"/><Relationship Id="rId74" Type="http://schemas.openxmlformats.org/officeDocument/2006/relationships/slide" Target="/ppt/slides/slide1.xml"/><Relationship Id="rId33" Type="http://schemas.openxmlformats.org/officeDocument/2006/relationships/slide" Target="/ppt/slides/slide29.xml"/><Relationship Id="rId77" Type="http://schemas.openxmlformats.org/officeDocument/2006/relationships/slide" Target="/ppt/slides/slide1.xml"/><Relationship Id="rId32" Type="http://schemas.openxmlformats.org/officeDocument/2006/relationships/slide" Target="/ppt/slides/slide29.xml"/><Relationship Id="rId76" Type="http://schemas.openxmlformats.org/officeDocument/2006/relationships/slide" Target="/ppt/slides/slide1.xml"/><Relationship Id="rId35" Type="http://schemas.openxmlformats.org/officeDocument/2006/relationships/slide" Target="/ppt/slides/slide42.xml"/><Relationship Id="rId34" Type="http://schemas.openxmlformats.org/officeDocument/2006/relationships/slide" Target="/ppt/slides/slide42.xml"/><Relationship Id="rId71" Type="http://schemas.openxmlformats.org/officeDocument/2006/relationships/slide" Target="/ppt/slides/slide93.xml"/><Relationship Id="rId70" Type="http://schemas.openxmlformats.org/officeDocument/2006/relationships/slide" Target="/ppt/slides/slide93.xml"/><Relationship Id="rId37" Type="http://schemas.openxmlformats.org/officeDocument/2006/relationships/slide" Target="/ppt/slides/slide42.xml"/><Relationship Id="rId36" Type="http://schemas.openxmlformats.org/officeDocument/2006/relationships/slide" Target="/ppt/slides/slide42.xml"/><Relationship Id="rId39" Type="http://schemas.openxmlformats.org/officeDocument/2006/relationships/slide" Target="/ppt/slides/slide50.xml"/><Relationship Id="rId38" Type="http://schemas.openxmlformats.org/officeDocument/2006/relationships/slide" Target="/ppt/slides/slide50.xml"/><Relationship Id="rId62" Type="http://schemas.openxmlformats.org/officeDocument/2006/relationships/slide" Target="/ppt/slides/slide86.xml"/><Relationship Id="rId61" Type="http://schemas.openxmlformats.org/officeDocument/2006/relationships/slide" Target="/ppt/slides/slide86.xml"/><Relationship Id="rId20" Type="http://schemas.openxmlformats.org/officeDocument/2006/relationships/slide" Target="/ppt/slides/slide3.xml"/><Relationship Id="rId64" Type="http://schemas.openxmlformats.org/officeDocument/2006/relationships/slide" Target="/ppt/slides/slide86.xml"/><Relationship Id="rId63" Type="http://schemas.openxmlformats.org/officeDocument/2006/relationships/slide" Target="/ppt/slides/slide86.xml"/><Relationship Id="rId22" Type="http://schemas.openxmlformats.org/officeDocument/2006/relationships/slide" Target="/ppt/slides/slide7.xml"/><Relationship Id="rId66" Type="http://schemas.openxmlformats.org/officeDocument/2006/relationships/slide" Target="/ppt/slides/slide86.xml"/><Relationship Id="rId21" Type="http://schemas.openxmlformats.org/officeDocument/2006/relationships/slide" Target="/ppt/slides/slide7.xml"/><Relationship Id="rId65" Type="http://schemas.openxmlformats.org/officeDocument/2006/relationships/slide" Target="/ppt/slides/slide86.xml"/><Relationship Id="rId24" Type="http://schemas.openxmlformats.org/officeDocument/2006/relationships/slide" Target="/ppt/slides/slide7.xml"/><Relationship Id="rId68" Type="http://schemas.openxmlformats.org/officeDocument/2006/relationships/slide" Target="/ppt/slides/slide93.xml"/><Relationship Id="rId23" Type="http://schemas.openxmlformats.org/officeDocument/2006/relationships/slide" Target="/ppt/slides/slide7.xml"/><Relationship Id="rId67" Type="http://schemas.openxmlformats.org/officeDocument/2006/relationships/slide" Target="/ppt/slides/slide86.xml"/><Relationship Id="rId60" Type="http://schemas.openxmlformats.org/officeDocument/2006/relationships/slide" Target="/ppt/slides/slide86.xml"/><Relationship Id="rId26" Type="http://schemas.openxmlformats.org/officeDocument/2006/relationships/slide" Target="/ppt/slides/slide7.xml"/><Relationship Id="rId25" Type="http://schemas.openxmlformats.org/officeDocument/2006/relationships/slide" Target="/ppt/slides/slide7.xml"/><Relationship Id="rId69" Type="http://schemas.openxmlformats.org/officeDocument/2006/relationships/slide" Target="/ppt/slides/slide93.xml"/><Relationship Id="rId28" Type="http://schemas.openxmlformats.org/officeDocument/2006/relationships/slide" Target="/ppt/slides/slide17.xml"/><Relationship Id="rId27" Type="http://schemas.openxmlformats.org/officeDocument/2006/relationships/slide" Target="/ppt/slides/slide17.xml"/><Relationship Id="rId29" Type="http://schemas.openxmlformats.org/officeDocument/2006/relationships/slide" Target="/ppt/slides/slide17.xml"/><Relationship Id="rId51" Type="http://schemas.openxmlformats.org/officeDocument/2006/relationships/slide" Target="/ppt/slides/slide74.xml"/><Relationship Id="rId50" Type="http://schemas.openxmlformats.org/officeDocument/2006/relationships/slide" Target="/ppt/slides/slide59.xml"/><Relationship Id="rId53" Type="http://schemas.openxmlformats.org/officeDocument/2006/relationships/slide" Target="/ppt/slides/slide74.xml"/><Relationship Id="rId52" Type="http://schemas.openxmlformats.org/officeDocument/2006/relationships/slide" Target="/ppt/slides/slide74.xml"/><Relationship Id="rId11" Type="http://schemas.openxmlformats.org/officeDocument/2006/relationships/image" Target="../media/image56.png"/><Relationship Id="rId55" Type="http://schemas.openxmlformats.org/officeDocument/2006/relationships/slide" Target="/ppt/slides/slide74.xml"/><Relationship Id="rId10" Type="http://schemas.openxmlformats.org/officeDocument/2006/relationships/image" Target="../media/image5.png"/><Relationship Id="rId54" Type="http://schemas.openxmlformats.org/officeDocument/2006/relationships/slide" Target="/ppt/slides/slide74.xml"/><Relationship Id="rId13" Type="http://schemas.openxmlformats.org/officeDocument/2006/relationships/slide" Target="/ppt/slides/slide3.xml"/><Relationship Id="rId57" Type="http://schemas.openxmlformats.org/officeDocument/2006/relationships/slide" Target="/ppt/slides/slide74.xml"/><Relationship Id="rId12" Type="http://schemas.openxmlformats.org/officeDocument/2006/relationships/image" Target="../media/image8.png"/><Relationship Id="rId56" Type="http://schemas.openxmlformats.org/officeDocument/2006/relationships/slide" Target="/ppt/slides/slide74.xml"/><Relationship Id="rId15" Type="http://schemas.openxmlformats.org/officeDocument/2006/relationships/slide" Target="/ppt/slides/slide3.xml"/><Relationship Id="rId59" Type="http://schemas.openxmlformats.org/officeDocument/2006/relationships/slide" Target="/ppt/slides/slide74.xml"/><Relationship Id="rId14" Type="http://schemas.openxmlformats.org/officeDocument/2006/relationships/slide" Target="/ppt/slides/slide3.xml"/><Relationship Id="rId58" Type="http://schemas.openxmlformats.org/officeDocument/2006/relationships/slide" Target="/ppt/slides/slide74.xml"/><Relationship Id="rId17" Type="http://schemas.openxmlformats.org/officeDocument/2006/relationships/slide" Target="/ppt/slides/slide3.xml"/><Relationship Id="rId16" Type="http://schemas.openxmlformats.org/officeDocument/2006/relationships/slide" Target="/ppt/slides/slide3.xml"/><Relationship Id="rId19" Type="http://schemas.openxmlformats.org/officeDocument/2006/relationships/slide" Target="/ppt/slides/slide3.xml"/><Relationship Id="rId18" Type="http://schemas.openxmlformats.org/officeDocument/2006/relationships/slide" Target="/ppt/slides/slide3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9.png"/><Relationship Id="rId4" Type="http://schemas.openxmlformats.org/officeDocument/2006/relationships/image" Target="../media/image117.png"/><Relationship Id="rId9" Type="http://schemas.openxmlformats.org/officeDocument/2006/relationships/slide" Target="/ppt/slides/slide1.xml"/><Relationship Id="rId5" Type="http://schemas.openxmlformats.org/officeDocument/2006/relationships/image" Target="../media/image57.png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14.png"/><Relationship Id="rId4" Type="http://schemas.openxmlformats.org/officeDocument/2006/relationships/image" Target="../media/image137.png"/><Relationship Id="rId9" Type="http://schemas.openxmlformats.org/officeDocument/2006/relationships/slide" Target="/ppt/slides/slide1.xml"/><Relationship Id="rId5" Type="http://schemas.openxmlformats.org/officeDocument/2006/relationships/image" Target="../media/image118.png"/><Relationship Id="rId6" Type="http://schemas.openxmlformats.org/officeDocument/2006/relationships/image" Target="../media/image119.png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Relationship Id="rId12" Type="http://schemas.openxmlformats.org/officeDocument/2006/relationships/slide" Target="/ppt/slides/slide1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59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46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23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33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24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30.png"/><Relationship Id="rId4" Type="http://schemas.openxmlformats.org/officeDocument/2006/relationships/image" Target="../media/image101.png"/><Relationship Id="rId9" Type="http://schemas.openxmlformats.org/officeDocument/2006/relationships/slide" Target="/ppt/slides/slide1.xml"/><Relationship Id="rId5" Type="http://schemas.openxmlformats.org/officeDocument/2006/relationships/image" Target="../media/image152.png"/><Relationship Id="rId6" Type="http://schemas.openxmlformats.org/officeDocument/2006/relationships/image" Target="../media/image127.png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Relationship Id="rId12" Type="http://schemas.openxmlformats.org/officeDocument/2006/relationships/slide" Target="/ppt/slides/slide1.xml"/></Relationships>
</file>

<file path=ppt/slides/_rels/slide59.xml.rels><?xml version="1.0" encoding="UTF-8" standalone="yes"?><Relationships xmlns="http://schemas.openxmlformats.org/package/2006/relationships"><Relationship Id="rId40" Type="http://schemas.openxmlformats.org/officeDocument/2006/relationships/slide" Target="/ppt/slides/slide50.xml"/><Relationship Id="rId42" Type="http://schemas.openxmlformats.org/officeDocument/2006/relationships/slide" Target="/ppt/slides/slide50.xml"/><Relationship Id="rId41" Type="http://schemas.openxmlformats.org/officeDocument/2006/relationships/slide" Target="/ppt/slides/slide50.xml"/><Relationship Id="rId44" Type="http://schemas.openxmlformats.org/officeDocument/2006/relationships/slide" Target="/ppt/slides/slide59.xml"/><Relationship Id="rId43" Type="http://schemas.openxmlformats.org/officeDocument/2006/relationships/slide" Target="/ppt/slides/slide50.xml"/><Relationship Id="rId46" Type="http://schemas.openxmlformats.org/officeDocument/2006/relationships/slide" Target="/ppt/slides/slide59.xml"/><Relationship Id="rId45" Type="http://schemas.openxmlformats.org/officeDocument/2006/relationships/slide" Target="/ppt/slides/slide59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0.png"/><Relationship Id="rId4" Type="http://schemas.openxmlformats.org/officeDocument/2006/relationships/image" Target="../media/image22.png"/><Relationship Id="rId9" Type="http://schemas.openxmlformats.org/officeDocument/2006/relationships/image" Target="../media/image126.png"/><Relationship Id="rId48" Type="http://schemas.openxmlformats.org/officeDocument/2006/relationships/slide" Target="/ppt/slides/slide59.xml"/><Relationship Id="rId47" Type="http://schemas.openxmlformats.org/officeDocument/2006/relationships/slide" Target="/ppt/slides/slide59.xml"/><Relationship Id="rId49" Type="http://schemas.openxmlformats.org/officeDocument/2006/relationships/slide" Target="/ppt/slides/slide59.xml"/><Relationship Id="rId5" Type="http://schemas.openxmlformats.org/officeDocument/2006/relationships/image" Target="../media/image12.png"/><Relationship Id="rId6" Type="http://schemas.openxmlformats.org/officeDocument/2006/relationships/image" Target="../media/image24.png"/><Relationship Id="rId7" Type="http://schemas.openxmlformats.org/officeDocument/2006/relationships/image" Target="../media/image9.png"/><Relationship Id="rId8" Type="http://schemas.openxmlformats.org/officeDocument/2006/relationships/image" Target="../media/image2.png"/><Relationship Id="rId73" Type="http://schemas.openxmlformats.org/officeDocument/2006/relationships/slide" Target="/ppt/slides/slide1.xml"/><Relationship Id="rId72" Type="http://schemas.openxmlformats.org/officeDocument/2006/relationships/slide" Target="/ppt/slides/slide1.xml"/><Relationship Id="rId31" Type="http://schemas.openxmlformats.org/officeDocument/2006/relationships/slide" Target="/ppt/slides/slide29.xml"/><Relationship Id="rId75" Type="http://schemas.openxmlformats.org/officeDocument/2006/relationships/slide" Target="/ppt/slides/slide1.xml"/><Relationship Id="rId30" Type="http://schemas.openxmlformats.org/officeDocument/2006/relationships/slide" Target="/ppt/slides/slide17.xml"/><Relationship Id="rId74" Type="http://schemas.openxmlformats.org/officeDocument/2006/relationships/slide" Target="/ppt/slides/slide1.xml"/><Relationship Id="rId33" Type="http://schemas.openxmlformats.org/officeDocument/2006/relationships/slide" Target="/ppt/slides/slide29.xml"/><Relationship Id="rId77" Type="http://schemas.openxmlformats.org/officeDocument/2006/relationships/slide" Target="/ppt/slides/slide1.xml"/><Relationship Id="rId32" Type="http://schemas.openxmlformats.org/officeDocument/2006/relationships/slide" Target="/ppt/slides/slide29.xml"/><Relationship Id="rId76" Type="http://schemas.openxmlformats.org/officeDocument/2006/relationships/slide" Target="/ppt/slides/slide1.xml"/><Relationship Id="rId35" Type="http://schemas.openxmlformats.org/officeDocument/2006/relationships/slide" Target="/ppt/slides/slide42.xml"/><Relationship Id="rId34" Type="http://schemas.openxmlformats.org/officeDocument/2006/relationships/slide" Target="/ppt/slides/slide42.xml"/><Relationship Id="rId71" Type="http://schemas.openxmlformats.org/officeDocument/2006/relationships/slide" Target="/ppt/slides/slide93.xml"/><Relationship Id="rId70" Type="http://schemas.openxmlformats.org/officeDocument/2006/relationships/slide" Target="/ppt/slides/slide93.xml"/><Relationship Id="rId37" Type="http://schemas.openxmlformats.org/officeDocument/2006/relationships/slide" Target="/ppt/slides/slide42.xml"/><Relationship Id="rId36" Type="http://schemas.openxmlformats.org/officeDocument/2006/relationships/slide" Target="/ppt/slides/slide42.xml"/><Relationship Id="rId39" Type="http://schemas.openxmlformats.org/officeDocument/2006/relationships/slide" Target="/ppt/slides/slide50.xml"/><Relationship Id="rId38" Type="http://schemas.openxmlformats.org/officeDocument/2006/relationships/slide" Target="/ppt/slides/slide50.xml"/><Relationship Id="rId62" Type="http://schemas.openxmlformats.org/officeDocument/2006/relationships/slide" Target="/ppt/slides/slide86.xml"/><Relationship Id="rId61" Type="http://schemas.openxmlformats.org/officeDocument/2006/relationships/slide" Target="/ppt/slides/slide86.xml"/><Relationship Id="rId20" Type="http://schemas.openxmlformats.org/officeDocument/2006/relationships/slide" Target="/ppt/slides/slide3.xml"/><Relationship Id="rId64" Type="http://schemas.openxmlformats.org/officeDocument/2006/relationships/slide" Target="/ppt/slides/slide86.xml"/><Relationship Id="rId63" Type="http://schemas.openxmlformats.org/officeDocument/2006/relationships/slide" Target="/ppt/slides/slide86.xml"/><Relationship Id="rId22" Type="http://schemas.openxmlformats.org/officeDocument/2006/relationships/slide" Target="/ppt/slides/slide7.xml"/><Relationship Id="rId66" Type="http://schemas.openxmlformats.org/officeDocument/2006/relationships/slide" Target="/ppt/slides/slide86.xml"/><Relationship Id="rId21" Type="http://schemas.openxmlformats.org/officeDocument/2006/relationships/slide" Target="/ppt/slides/slide7.xml"/><Relationship Id="rId65" Type="http://schemas.openxmlformats.org/officeDocument/2006/relationships/slide" Target="/ppt/slides/slide86.xml"/><Relationship Id="rId24" Type="http://schemas.openxmlformats.org/officeDocument/2006/relationships/slide" Target="/ppt/slides/slide7.xml"/><Relationship Id="rId68" Type="http://schemas.openxmlformats.org/officeDocument/2006/relationships/slide" Target="/ppt/slides/slide93.xml"/><Relationship Id="rId23" Type="http://schemas.openxmlformats.org/officeDocument/2006/relationships/slide" Target="/ppt/slides/slide7.xml"/><Relationship Id="rId67" Type="http://schemas.openxmlformats.org/officeDocument/2006/relationships/slide" Target="/ppt/slides/slide86.xml"/><Relationship Id="rId60" Type="http://schemas.openxmlformats.org/officeDocument/2006/relationships/slide" Target="/ppt/slides/slide86.xml"/><Relationship Id="rId26" Type="http://schemas.openxmlformats.org/officeDocument/2006/relationships/slide" Target="/ppt/slides/slide7.xml"/><Relationship Id="rId25" Type="http://schemas.openxmlformats.org/officeDocument/2006/relationships/slide" Target="/ppt/slides/slide7.xml"/><Relationship Id="rId69" Type="http://schemas.openxmlformats.org/officeDocument/2006/relationships/slide" Target="/ppt/slides/slide93.xml"/><Relationship Id="rId28" Type="http://schemas.openxmlformats.org/officeDocument/2006/relationships/slide" Target="/ppt/slides/slide17.xml"/><Relationship Id="rId27" Type="http://schemas.openxmlformats.org/officeDocument/2006/relationships/slide" Target="/ppt/slides/slide17.xml"/><Relationship Id="rId29" Type="http://schemas.openxmlformats.org/officeDocument/2006/relationships/slide" Target="/ppt/slides/slide17.xml"/><Relationship Id="rId51" Type="http://schemas.openxmlformats.org/officeDocument/2006/relationships/slide" Target="/ppt/slides/slide74.xml"/><Relationship Id="rId50" Type="http://schemas.openxmlformats.org/officeDocument/2006/relationships/slide" Target="/ppt/slides/slide59.xml"/><Relationship Id="rId53" Type="http://schemas.openxmlformats.org/officeDocument/2006/relationships/slide" Target="/ppt/slides/slide74.xml"/><Relationship Id="rId52" Type="http://schemas.openxmlformats.org/officeDocument/2006/relationships/slide" Target="/ppt/slides/slide74.xml"/><Relationship Id="rId11" Type="http://schemas.openxmlformats.org/officeDocument/2006/relationships/image" Target="../media/image56.png"/><Relationship Id="rId55" Type="http://schemas.openxmlformats.org/officeDocument/2006/relationships/slide" Target="/ppt/slides/slide74.xml"/><Relationship Id="rId10" Type="http://schemas.openxmlformats.org/officeDocument/2006/relationships/image" Target="../media/image5.png"/><Relationship Id="rId54" Type="http://schemas.openxmlformats.org/officeDocument/2006/relationships/slide" Target="/ppt/slides/slide74.xml"/><Relationship Id="rId13" Type="http://schemas.openxmlformats.org/officeDocument/2006/relationships/slide" Target="/ppt/slides/slide3.xml"/><Relationship Id="rId57" Type="http://schemas.openxmlformats.org/officeDocument/2006/relationships/slide" Target="/ppt/slides/slide74.xml"/><Relationship Id="rId12" Type="http://schemas.openxmlformats.org/officeDocument/2006/relationships/image" Target="../media/image8.png"/><Relationship Id="rId56" Type="http://schemas.openxmlformats.org/officeDocument/2006/relationships/slide" Target="/ppt/slides/slide74.xml"/><Relationship Id="rId15" Type="http://schemas.openxmlformats.org/officeDocument/2006/relationships/slide" Target="/ppt/slides/slide3.xml"/><Relationship Id="rId59" Type="http://schemas.openxmlformats.org/officeDocument/2006/relationships/slide" Target="/ppt/slides/slide74.xml"/><Relationship Id="rId14" Type="http://schemas.openxmlformats.org/officeDocument/2006/relationships/slide" Target="/ppt/slides/slide3.xml"/><Relationship Id="rId58" Type="http://schemas.openxmlformats.org/officeDocument/2006/relationships/slide" Target="/ppt/slides/slide74.xml"/><Relationship Id="rId17" Type="http://schemas.openxmlformats.org/officeDocument/2006/relationships/slide" Target="/ppt/slides/slide3.xml"/><Relationship Id="rId16" Type="http://schemas.openxmlformats.org/officeDocument/2006/relationships/slide" Target="/ppt/slides/slide3.xml"/><Relationship Id="rId19" Type="http://schemas.openxmlformats.org/officeDocument/2006/relationships/slide" Target="/ppt/slides/slide3.xml"/><Relationship Id="rId18" Type="http://schemas.openxmlformats.org/officeDocument/2006/relationships/slide" Target="/ppt/slides/slide3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32.png"/><Relationship Id="rId4" Type="http://schemas.openxmlformats.org/officeDocument/2006/relationships/image" Target="../media/image142.png"/><Relationship Id="rId9" Type="http://schemas.openxmlformats.org/officeDocument/2006/relationships/slide" Target="/ppt/slides/slide1.xml"/><Relationship Id="rId5" Type="http://schemas.openxmlformats.org/officeDocument/2006/relationships/image" Target="../media/image86.png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28.png"/><Relationship Id="rId4" Type="http://schemas.openxmlformats.org/officeDocument/2006/relationships/image" Target="../media/image141.png"/><Relationship Id="rId9" Type="http://schemas.openxmlformats.org/officeDocument/2006/relationships/slide" Target="/ppt/slides/slide1.xml"/><Relationship Id="rId5" Type="http://schemas.openxmlformats.org/officeDocument/2006/relationships/image" Target="../media/image134.png"/><Relationship Id="rId6" Type="http://schemas.openxmlformats.org/officeDocument/2006/relationships/image" Target="../media/image136.png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Relationship Id="rId12" Type="http://schemas.openxmlformats.org/officeDocument/2006/relationships/slide" Target="/ppt/slides/slide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31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38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54.png"/><Relationship Id="rId4" Type="http://schemas.openxmlformats.org/officeDocument/2006/relationships/image" Target="../media/image140.png"/><Relationship Id="rId9" Type="http://schemas.openxmlformats.org/officeDocument/2006/relationships/slide" Target="/ppt/slides/slide1.xml"/><Relationship Id="rId5" Type="http://schemas.openxmlformats.org/officeDocument/2006/relationships/image" Target="../media/image145.png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49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44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58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43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39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47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48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51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53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74.xml.rels><?xml version="1.0" encoding="UTF-8" standalone="yes"?><Relationships xmlns="http://schemas.openxmlformats.org/package/2006/relationships"><Relationship Id="rId40" Type="http://schemas.openxmlformats.org/officeDocument/2006/relationships/slide" Target="/ppt/slides/slide50.xml"/><Relationship Id="rId42" Type="http://schemas.openxmlformats.org/officeDocument/2006/relationships/slide" Target="/ppt/slides/slide50.xml"/><Relationship Id="rId41" Type="http://schemas.openxmlformats.org/officeDocument/2006/relationships/slide" Target="/ppt/slides/slide50.xml"/><Relationship Id="rId44" Type="http://schemas.openxmlformats.org/officeDocument/2006/relationships/slide" Target="/ppt/slides/slide59.xml"/><Relationship Id="rId43" Type="http://schemas.openxmlformats.org/officeDocument/2006/relationships/slide" Target="/ppt/slides/slide50.xml"/><Relationship Id="rId46" Type="http://schemas.openxmlformats.org/officeDocument/2006/relationships/slide" Target="/ppt/slides/slide59.xml"/><Relationship Id="rId45" Type="http://schemas.openxmlformats.org/officeDocument/2006/relationships/slide" Target="/ppt/slides/slide59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0.png"/><Relationship Id="rId4" Type="http://schemas.openxmlformats.org/officeDocument/2006/relationships/image" Target="../media/image22.png"/><Relationship Id="rId9" Type="http://schemas.openxmlformats.org/officeDocument/2006/relationships/image" Target="../media/image11.png"/><Relationship Id="rId48" Type="http://schemas.openxmlformats.org/officeDocument/2006/relationships/slide" Target="/ppt/slides/slide59.xml"/><Relationship Id="rId47" Type="http://schemas.openxmlformats.org/officeDocument/2006/relationships/slide" Target="/ppt/slides/slide59.xml"/><Relationship Id="rId49" Type="http://schemas.openxmlformats.org/officeDocument/2006/relationships/slide" Target="/ppt/slides/slide59.xml"/><Relationship Id="rId5" Type="http://schemas.openxmlformats.org/officeDocument/2006/relationships/image" Target="../media/image12.png"/><Relationship Id="rId6" Type="http://schemas.openxmlformats.org/officeDocument/2006/relationships/image" Target="../media/image24.png"/><Relationship Id="rId7" Type="http://schemas.openxmlformats.org/officeDocument/2006/relationships/image" Target="../media/image9.png"/><Relationship Id="rId8" Type="http://schemas.openxmlformats.org/officeDocument/2006/relationships/image" Target="../media/image2.png"/><Relationship Id="rId73" Type="http://schemas.openxmlformats.org/officeDocument/2006/relationships/slide" Target="/ppt/slides/slide1.xml"/><Relationship Id="rId72" Type="http://schemas.openxmlformats.org/officeDocument/2006/relationships/slide" Target="/ppt/slides/slide1.xml"/><Relationship Id="rId31" Type="http://schemas.openxmlformats.org/officeDocument/2006/relationships/slide" Target="/ppt/slides/slide29.xml"/><Relationship Id="rId75" Type="http://schemas.openxmlformats.org/officeDocument/2006/relationships/slide" Target="/ppt/slides/slide1.xml"/><Relationship Id="rId30" Type="http://schemas.openxmlformats.org/officeDocument/2006/relationships/slide" Target="/ppt/slides/slide17.xml"/><Relationship Id="rId74" Type="http://schemas.openxmlformats.org/officeDocument/2006/relationships/slide" Target="/ppt/slides/slide1.xml"/><Relationship Id="rId33" Type="http://schemas.openxmlformats.org/officeDocument/2006/relationships/slide" Target="/ppt/slides/slide29.xml"/><Relationship Id="rId77" Type="http://schemas.openxmlformats.org/officeDocument/2006/relationships/slide" Target="/ppt/slides/slide1.xml"/><Relationship Id="rId32" Type="http://schemas.openxmlformats.org/officeDocument/2006/relationships/slide" Target="/ppt/slides/slide29.xml"/><Relationship Id="rId76" Type="http://schemas.openxmlformats.org/officeDocument/2006/relationships/slide" Target="/ppt/slides/slide1.xml"/><Relationship Id="rId35" Type="http://schemas.openxmlformats.org/officeDocument/2006/relationships/slide" Target="/ppt/slides/slide42.xml"/><Relationship Id="rId34" Type="http://schemas.openxmlformats.org/officeDocument/2006/relationships/slide" Target="/ppt/slides/slide42.xml"/><Relationship Id="rId71" Type="http://schemas.openxmlformats.org/officeDocument/2006/relationships/slide" Target="/ppt/slides/slide93.xml"/><Relationship Id="rId70" Type="http://schemas.openxmlformats.org/officeDocument/2006/relationships/slide" Target="/ppt/slides/slide93.xml"/><Relationship Id="rId37" Type="http://schemas.openxmlformats.org/officeDocument/2006/relationships/slide" Target="/ppt/slides/slide42.xml"/><Relationship Id="rId36" Type="http://schemas.openxmlformats.org/officeDocument/2006/relationships/slide" Target="/ppt/slides/slide42.xml"/><Relationship Id="rId39" Type="http://schemas.openxmlformats.org/officeDocument/2006/relationships/slide" Target="/ppt/slides/slide50.xml"/><Relationship Id="rId38" Type="http://schemas.openxmlformats.org/officeDocument/2006/relationships/slide" Target="/ppt/slides/slide50.xml"/><Relationship Id="rId62" Type="http://schemas.openxmlformats.org/officeDocument/2006/relationships/slide" Target="/ppt/slides/slide86.xml"/><Relationship Id="rId61" Type="http://schemas.openxmlformats.org/officeDocument/2006/relationships/slide" Target="/ppt/slides/slide86.xml"/><Relationship Id="rId20" Type="http://schemas.openxmlformats.org/officeDocument/2006/relationships/slide" Target="/ppt/slides/slide3.xml"/><Relationship Id="rId64" Type="http://schemas.openxmlformats.org/officeDocument/2006/relationships/slide" Target="/ppt/slides/slide86.xml"/><Relationship Id="rId63" Type="http://schemas.openxmlformats.org/officeDocument/2006/relationships/slide" Target="/ppt/slides/slide86.xml"/><Relationship Id="rId22" Type="http://schemas.openxmlformats.org/officeDocument/2006/relationships/slide" Target="/ppt/slides/slide7.xml"/><Relationship Id="rId66" Type="http://schemas.openxmlformats.org/officeDocument/2006/relationships/slide" Target="/ppt/slides/slide86.xml"/><Relationship Id="rId21" Type="http://schemas.openxmlformats.org/officeDocument/2006/relationships/slide" Target="/ppt/slides/slide7.xml"/><Relationship Id="rId65" Type="http://schemas.openxmlformats.org/officeDocument/2006/relationships/slide" Target="/ppt/slides/slide86.xml"/><Relationship Id="rId24" Type="http://schemas.openxmlformats.org/officeDocument/2006/relationships/slide" Target="/ppt/slides/slide7.xml"/><Relationship Id="rId68" Type="http://schemas.openxmlformats.org/officeDocument/2006/relationships/slide" Target="/ppt/slides/slide93.xml"/><Relationship Id="rId23" Type="http://schemas.openxmlformats.org/officeDocument/2006/relationships/slide" Target="/ppt/slides/slide7.xml"/><Relationship Id="rId67" Type="http://schemas.openxmlformats.org/officeDocument/2006/relationships/slide" Target="/ppt/slides/slide86.xml"/><Relationship Id="rId60" Type="http://schemas.openxmlformats.org/officeDocument/2006/relationships/slide" Target="/ppt/slides/slide86.xml"/><Relationship Id="rId26" Type="http://schemas.openxmlformats.org/officeDocument/2006/relationships/slide" Target="/ppt/slides/slide7.xml"/><Relationship Id="rId25" Type="http://schemas.openxmlformats.org/officeDocument/2006/relationships/slide" Target="/ppt/slides/slide7.xml"/><Relationship Id="rId69" Type="http://schemas.openxmlformats.org/officeDocument/2006/relationships/slide" Target="/ppt/slides/slide93.xml"/><Relationship Id="rId28" Type="http://schemas.openxmlformats.org/officeDocument/2006/relationships/slide" Target="/ppt/slides/slide17.xml"/><Relationship Id="rId27" Type="http://schemas.openxmlformats.org/officeDocument/2006/relationships/slide" Target="/ppt/slides/slide17.xml"/><Relationship Id="rId29" Type="http://schemas.openxmlformats.org/officeDocument/2006/relationships/slide" Target="/ppt/slides/slide17.xml"/><Relationship Id="rId51" Type="http://schemas.openxmlformats.org/officeDocument/2006/relationships/slide" Target="/ppt/slides/slide74.xml"/><Relationship Id="rId50" Type="http://schemas.openxmlformats.org/officeDocument/2006/relationships/slide" Target="/ppt/slides/slide59.xml"/><Relationship Id="rId53" Type="http://schemas.openxmlformats.org/officeDocument/2006/relationships/slide" Target="/ppt/slides/slide74.xml"/><Relationship Id="rId52" Type="http://schemas.openxmlformats.org/officeDocument/2006/relationships/slide" Target="/ppt/slides/slide74.xml"/><Relationship Id="rId11" Type="http://schemas.openxmlformats.org/officeDocument/2006/relationships/image" Target="../media/image56.png"/><Relationship Id="rId55" Type="http://schemas.openxmlformats.org/officeDocument/2006/relationships/slide" Target="/ppt/slides/slide74.xml"/><Relationship Id="rId10" Type="http://schemas.openxmlformats.org/officeDocument/2006/relationships/image" Target="../media/image150.png"/><Relationship Id="rId54" Type="http://schemas.openxmlformats.org/officeDocument/2006/relationships/slide" Target="/ppt/slides/slide74.xml"/><Relationship Id="rId13" Type="http://schemas.openxmlformats.org/officeDocument/2006/relationships/slide" Target="/ppt/slides/slide3.xml"/><Relationship Id="rId57" Type="http://schemas.openxmlformats.org/officeDocument/2006/relationships/slide" Target="/ppt/slides/slide74.xml"/><Relationship Id="rId12" Type="http://schemas.openxmlformats.org/officeDocument/2006/relationships/image" Target="../media/image8.png"/><Relationship Id="rId56" Type="http://schemas.openxmlformats.org/officeDocument/2006/relationships/slide" Target="/ppt/slides/slide74.xml"/><Relationship Id="rId15" Type="http://schemas.openxmlformats.org/officeDocument/2006/relationships/slide" Target="/ppt/slides/slide3.xml"/><Relationship Id="rId59" Type="http://schemas.openxmlformats.org/officeDocument/2006/relationships/slide" Target="/ppt/slides/slide74.xml"/><Relationship Id="rId14" Type="http://schemas.openxmlformats.org/officeDocument/2006/relationships/slide" Target="/ppt/slides/slide3.xml"/><Relationship Id="rId58" Type="http://schemas.openxmlformats.org/officeDocument/2006/relationships/slide" Target="/ppt/slides/slide74.xml"/><Relationship Id="rId17" Type="http://schemas.openxmlformats.org/officeDocument/2006/relationships/slide" Target="/ppt/slides/slide3.xml"/><Relationship Id="rId16" Type="http://schemas.openxmlformats.org/officeDocument/2006/relationships/slide" Target="/ppt/slides/slide3.xml"/><Relationship Id="rId19" Type="http://schemas.openxmlformats.org/officeDocument/2006/relationships/slide" Target="/ppt/slides/slide3.xml"/><Relationship Id="rId18" Type="http://schemas.openxmlformats.org/officeDocument/2006/relationships/slide" Target="/ppt/slides/slide3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55.png"/><Relationship Id="rId4" Type="http://schemas.openxmlformats.org/officeDocument/2006/relationships/image" Target="../media/image157.png"/><Relationship Id="rId9" Type="http://schemas.openxmlformats.org/officeDocument/2006/relationships/slide" Target="/ppt/slides/slide1.xml"/><Relationship Id="rId5" Type="http://schemas.openxmlformats.org/officeDocument/2006/relationships/image" Target="../media/image160.png"/><Relationship Id="rId6" Type="http://schemas.openxmlformats.org/officeDocument/2006/relationships/image" Target="../media/image156.png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Relationship Id="rId12" Type="http://schemas.openxmlformats.org/officeDocument/2006/relationships/slide" Target="/ppt/slides/slide1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62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66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61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75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68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69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74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63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64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70.png"/><Relationship Id="rId4" Type="http://schemas.openxmlformats.org/officeDocument/2006/relationships/image" Target="../media/image192.png"/><Relationship Id="rId9" Type="http://schemas.openxmlformats.org/officeDocument/2006/relationships/slide" Target="/ppt/slides/slide1.xml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0" Type="http://schemas.openxmlformats.org/officeDocument/2006/relationships/slide" Target="/ppt/slides/slide1.xml"/></Relationships>
</file>

<file path=ppt/slides/_rels/slide86.xml.rels><?xml version="1.0" encoding="UTF-8" standalone="yes"?><Relationships xmlns="http://schemas.openxmlformats.org/package/2006/relationships"><Relationship Id="rId40" Type="http://schemas.openxmlformats.org/officeDocument/2006/relationships/slide" Target="/ppt/slides/slide50.xml"/><Relationship Id="rId42" Type="http://schemas.openxmlformats.org/officeDocument/2006/relationships/slide" Target="/ppt/slides/slide50.xml"/><Relationship Id="rId41" Type="http://schemas.openxmlformats.org/officeDocument/2006/relationships/slide" Target="/ppt/slides/slide50.xml"/><Relationship Id="rId44" Type="http://schemas.openxmlformats.org/officeDocument/2006/relationships/slide" Target="/ppt/slides/slide59.xml"/><Relationship Id="rId43" Type="http://schemas.openxmlformats.org/officeDocument/2006/relationships/slide" Target="/ppt/slides/slide50.xml"/><Relationship Id="rId46" Type="http://schemas.openxmlformats.org/officeDocument/2006/relationships/slide" Target="/ppt/slides/slide59.xml"/><Relationship Id="rId45" Type="http://schemas.openxmlformats.org/officeDocument/2006/relationships/slide" Target="/ppt/slides/slide59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0.png"/><Relationship Id="rId4" Type="http://schemas.openxmlformats.org/officeDocument/2006/relationships/image" Target="../media/image22.png"/><Relationship Id="rId9" Type="http://schemas.openxmlformats.org/officeDocument/2006/relationships/image" Target="../media/image11.png"/><Relationship Id="rId48" Type="http://schemas.openxmlformats.org/officeDocument/2006/relationships/slide" Target="/ppt/slides/slide59.xml"/><Relationship Id="rId47" Type="http://schemas.openxmlformats.org/officeDocument/2006/relationships/slide" Target="/ppt/slides/slide59.xml"/><Relationship Id="rId49" Type="http://schemas.openxmlformats.org/officeDocument/2006/relationships/slide" Target="/ppt/slides/slide59.xml"/><Relationship Id="rId5" Type="http://schemas.openxmlformats.org/officeDocument/2006/relationships/image" Target="../media/image12.png"/><Relationship Id="rId6" Type="http://schemas.openxmlformats.org/officeDocument/2006/relationships/image" Target="../media/image24.png"/><Relationship Id="rId7" Type="http://schemas.openxmlformats.org/officeDocument/2006/relationships/image" Target="../media/image9.png"/><Relationship Id="rId8" Type="http://schemas.openxmlformats.org/officeDocument/2006/relationships/image" Target="../media/image2.png"/><Relationship Id="rId73" Type="http://schemas.openxmlformats.org/officeDocument/2006/relationships/slide" Target="/ppt/slides/slide1.xml"/><Relationship Id="rId72" Type="http://schemas.openxmlformats.org/officeDocument/2006/relationships/slide" Target="/ppt/slides/slide1.xml"/><Relationship Id="rId31" Type="http://schemas.openxmlformats.org/officeDocument/2006/relationships/slide" Target="/ppt/slides/slide29.xml"/><Relationship Id="rId75" Type="http://schemas.openxmlformats.org/officeDocument/2006/relationships/slide" Target="/ppt/slides/slide1.xml"/><Relationship Id="rId30" Type="http://schemas.openxmlformats.org/officeDocument/2006/relationships/slide" Target="/ppt/slides/slide17.xml"/><Relationship Id="rId74" Type="http://schemas.openxmlformats.org/officeDocument/2006/relationships/slide" Target="/ppt/slides/slide1.xml"/><Relationship Id="rId33" Type="http://schemas.openxmlformats.org/officeDocument/2006/relationships/slide" Target="/ppt/slides/slide29.xml"/><Relationship Id="rId77" Type="http://schemas.openxmlformats.org/officeDocument/2006/relationships/slide" Target="/ppt/slides/slide1.xml"/><Relationship Id="rId32" Type="http://schemas.openxmlformats.org/officeDocument/2006/relationships/slide" Target="/ppt/slides/slide29.xml"/><Relationship Id="rId76" Type="http://schemas.openxmlformats.org/officeDocument/2006/relationships/slide" Target="/ppt/slides/slide1.xml"/><Relationship Id="rId35" Type="http://schemas.openxmlformats.org/officeDocument/2006/relationships/slide" Target="/ppt/slides/slide42.xml"/><Relationship Id="rId34" Type="http://schemas.openxmlformats.org/officeDocument/2006/relationships/slide" Target="/ppt/slides/slide42.xml"/><Relationship Id="rId71" Type="http://schemas.openxmlformats.org/officeDocument/2006/relationships/slide" Target="/ppt/slides/slide93.xml"/><Relationship Id="rId70" Type="http://schemas.openxmlformats.org/officeDocument/2006/relationships/slide" Target="/ppt/slides/slide93.xml"/><Relationship Id="rId37" Type="http://schemas.openxmlformats.org/officeDocument/2006/relationships/slide" Target="/ppt/slides/slide42.xml"/><Relationship Id="rId36" Type="http://schemas.openxmlformats.org/officeDocument/2006/relationships/slide" Target="/ppt/slides/slide42.xml"/><Relationship Id="rId39" Type="http://schemas.openxmlformats.org/officeDocument/2006/relationships/slide" Target="/ppt/slides/slide50.xml"/><Relationship Id="rId38" Type="http://schemas.openxmlformats.org/officeDocument/2006/relationships/slide" Target="/ppt/slides/slide50.xml"/><Relationship Id="rId62" Type="http://schemas.openxmlformats.org/officeDocument/2006/relationships/slide" Target="/ppt/slides/slide86.xml"/><Relationship Id="rId61" Type="http://schemas.openxmlformats.org/officeDocument/2006/relationships/slide" Target="/ppt/slides/slide86.xml"/><Relationship Id="rId20" Type="http://schemas.openxmlformats.org/officeDocument/2006/relationships/slide" Target="/ppt/slides/slide3.xml"/><Relationship Id="rId64" Type="http://schemas.openxmlformats.org/officeDocument/2006/relationships/slide" Target="/ppt/slides/slide86.xml"/><Relationship Id="rId63" Type="http://schemas.openxmlformats.org/officeDocument/2006/relationships/slide" Target="/ppt/slides/slide86.xml"/><Relationship Id="rId22" Type="http://schemas.openxmlformats.org/officeDocument/2006/relationships/slide" Target="/ppt/slides/slide7.xml"/><Relationship Id="rId66" Type="http://schemas.openxmlformats.org/officeDocument/2006/relationships/slide" Target="/ppt/slides/slide86.xml"/><Relationship Id="rId21" Type="http://schemas.openxmlformats.org/officeDocument/2006/relationships/slide" Target="/ppt/slides/slide7.xml"/><Relationship Id="rId65" Type="http://schemas.openxmlformats.org/officeDocument/2006/relationships/slide" Target="/ppt/slides/slide86.xml"/><Relationship Id="rId24" Type="http://schemas.openxmlformats.org/officeDocument/2006/relationships/slide" Target="/ppt/slides/slide7.xml"/><Relationship Id="rId68" Type="http://schemas.openxmlformats.org/officeDocument/2006/relationships/slide" Target="/ppt/slides/slide93.xml"/><Relationship Id="rId23" Type="http://schemas.openxmlformats.org/officeDocument/2006/relationships/slide" Target="/ppt/slides/slide7.xml"/><Relationship Id="rId67" Type="http://schemas.openxmlformats.org/officeDocument/2006/relationships/slide" Target="/ppt/slides/slide86.xml"/><Relationship Id="rId60" Type="http://schemas.openxmlformats.org/officeDocument/2006/relationships/slide" Target="/ppt/slides/slide86.xml"/><Relationship Id="rId26" Type="http://schemas.openxmlformats.org/officeDocument/2006/relationships/slide" Target="/ppt/slides/slide7.xml"/><Relationship Id="rId25" Type="http://schemas.openxmlformats.org/officeDocument/2006/relationships/slide" Target="/ppt/slides/slide7.xml"/><Relationship Id="rId69" Type="http://schemas.openxmlformats.org/officeDocument/2006/relationships/slide" Target="/ppt/slides/slide93.xml"/><Relationship Id="rId28" Type="http://schemas.openxmlformats.org/officeDocument/2006/relationships/slide" Target="/ppt/slides/slide17.xml"/><Relationship Id="rId27" Type="http://schemas.openxmlformats.org/officeDocument/2006/relationships/slide" Target="/ppt/slides/slide17.xml"/><Relationship Id="rId29" Type="http://schemas.openxmlformats.org/officeDocument/2006/relationships/slide" Target="/ppt/slides/slide17.xml"/><Relationship Id="rId51" Type="http://schemas.openxmlformats.org/officeDocument/2006/relationships/slide" Target="/ppt/slides/slide74.xml"/><Relationship Id="rId50" Type="http://schemas.openxmlformats.org/officeDocument/2006/relationships/slide" Target="/ppt/slides/slide59.xml"/><Relationship Id="rId53" Type="http://schemas.openxmlformats.org/officeDocument/2006/relationships/slide" Target="/ppt/slides/slide74.xml"/><Relationship Id="rId52" Type="http://schemas.openxmlformats.org/officeDocument/2006/relationships/slide" Target="/ppt/slides/slide74.xml"/><Relationship Id="rId11" Type="http://schemas.openxmlformats.org/officeDocument/2006/relationships/image" Target="../media/image167.png"/><Relationship Id="rId55" Type="http://schemas.openxmlformats.org/officeDocument/2006/relationships/slide" Target="/ppt/slides/slide74.xml"/><Relationship Id="rId10" Type="http://schemas.openxmlformats.org/officeDocument/2006/relationships/image" Target="../media/image5.png"/><Relationship Id="rId54" Type="http://schemas.openxmlformats.org/officeDocument/2006/relationships/slide" Target="/ppt/slides/slide74.xml"/><Relationship Id="rId13" Type="http://schemas.openxmlformats.org/officeDocument/2006/relationships/slide" Target="/ppt/slides/slide3.xml"/><Relationship Id="rId57" Type="http://schemas.openxmlformats.org/officeDocument/2006/relationships/slide" Target="/ppt/slides/slide74.xml"/><Relationship Id="rId12" Type="http://schemas.openxmlformats.org/officeDocument/2006/relationships/image" Target="../media/image8.png"/><Relationship Id="rId56" Type="http://schemas.openxmlformats.org/officeDocument/2006/relationships/slide" Target="/ppt/slides/slide74.xml"/><Relationship Id="rId15" Type="http://schemas.openxmlformats.org/officeDocument/2006/relationships/slide" Target="/ppt/slides/slide3.xml"/><Relationship Id="rId59" Type="http://schemas.openxmlformats.org/officeDocument/2006/relationships/slide" Target="/ppt/slides/slide74.xml"/><Relationship Id="rId14" Type="http://schemas.openxmlformats.org/officeDocument/2006/relationships/slide" Target="/ppt/slides/slide3.xml"/><Relationship Id="rId58" Type="http://schemas.openxmlformats.org/officeDocument/2006/relationships/slide" Target="/ppt/slides/slide74.xml"/><Relationship Id="rId17" Type="http://schemas.openxmlformats.org/officeDocument/2006/relationships/slide" Target="/ppt/slides/slide3.xml"/><Relationship Id="rId16" Type="http://schemas.openxmlformats.org/officeDocument/2006/relationships/slide" Target="/ppt/slides/slide3.xml"/><Relationship Id="rId19" Type="http://schemas.openxmlformats.org/officeDocument/2006/relationships/slide" Target="/ppt/slides/slide3.xml"/><Relationship Id="rId18" Type="http://schemas.openxmlformats.org/officeDocument/2006/relationships/slide" Target="/ppt/slides/slide3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79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83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65.png"/><Relationship Id="rId4" Type="http://schemas.openxmlformats.org/officeDocument/2006/relationships/image" Target="../media/image172.png"/><Relationship Id="rId9" Type="http://schemas.openxmlformats.org/officeDocument/2006/relationships/image" Target="../media/image178.png"/><Relationship Id="rId5" Type="http://schemas.openxmlformats.org/officeDocument/2006/relationships/image" Target="../media/image188.png"/><Relationship Id="rId6" Type="http://schemas.openxmlformats.org/officeDocument/2006/relationships/image" Target="../media/image176.png"/><Relationship Id="rId7" Type="http://schemas.openxmlformats.org/officeDocument/2006/relationships/image" Target="../media/image173.png"/><Relationship Id="rId8" Type="http://schemas.openxmlformats.org/officeDocument/2006/relationships/image" Target="../media/image180.png"/><Relationship Id="rId11" Type="http://schemas.openxmlformats.org/officeDocument/2006/relationships/slide" Target="/ppt/slides/slide1.xml"/><Relationship Id="rId10" Type="http://schemas.openxmlformats.org/officeDocument/2006/relationships/image" Target="../media/image181.png"/><Relationship Id="rId13" Type="http://schemas.openxmlformats.org/officeDocument/2006/relationships/slide" Target="/ppt/slides/slide1.xml"/><Relationship Id="rId12" Type="http://schemas.openxmlformats.org/officeDocument/2006/relationships/slide" Target="/ppt/slides/slide1.xml"/><Relationship Id="rId15" Type="http://schemas.openxmlformats.org/officeDocument/2006/relationships/slide" Target="/ppt/slides/slide1.xml"/><Relationship Id="rId14" Type="http://schemas.openxmlformats.org/officeDocument/2006/relationships/slide" Target="/ppt/slides/slide1.xml"/><Relationship Id="rId16" Type="http://schemas.openxmlformats.org/officeDocument/2006/relationships/slide" Target="/ppt/slides/slide1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86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9" Type="http://schemas.openxmlformats.org/officeDocument/2006/relationships/image" Target="../media/image189.png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/Relationships>
</file>

<file path=ppt/slides/_rels/slide92.xml.rels><?xml version="1.0" encoding="UTF-8" standalone="yes"?><Relationships xmlns="http://schemas.openxmlformats.org/package/2006/relationships"><Relationship Id="rId40" Type="http://schemas.openxmlformats.org/officeDocument/2006/relationships/slide" Target="/ppt/slides/slide50.xml"/><Relationship Id="rId42" Type="http://schemas.openxmlformats.org/officeDocument/2006/relationships/slide" Target="/ppt/slides/slide50.xml"/><Relationship Id="rId41" Type="http://schemas.openxmlformats.org/officeDocument/2006/relationships/slide" Target="/ppt/slides/slide50.xml"/><Relationship Id="rId44" Type="http://schemas.openxmlformats.org/officeDocument/2006/relationships/slide" Target="/ppt/slides/slide59.xml"/><Relationship Id="rId43" Type="http://schemas.openxmlformats.org/officeDocument/2006/relationships/slide" Target="/ppt/slides/slide50.xml"/><Relationship Id="rId46" Type="http://schemas.openxmlformats.org/officeDocument/2006/relationships/slide" Target="/ppt/slides/slide59.xml"/><Relationship Id="rId45" Type="http://schemas.openxmlformats.org/officeDocument/2006/relationships/slide" Target="/ppt/slides/slide59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0.png"/><Relationship Id="rId4" Type="http://schemas.openxmlformats.org/officeDocument/2006/relationships/image" Target="../media/image22.png"/><Relationship Id="rId9" Type="http://schemas.openxmlformats.org/officeDocument/2006/relationships/image" Target="../media/image11.png"/><Relationship Id="rId48" Type="http://schemas.openxmlformats.org/officeDocument/2006/relationships/slide" Target="/ppt/slides/slide59.xml"/><Relationship Id="rId47" Type="http://schemas.openxmlformats.org/officeDocument/2006/relationships/slide" Target="/ppt/slides/slide59.xml"/><Relationship Id="rId49" Type="http://schemas.openxmlformats.org/officeDocument/2006/relationships/slide" Target="/ppt/slides/slide59.xml"/><Relationship Id="rId5" Type="http://schemas.openxmlformats.org/officeDocument/2006/relationships/image" Target="../media/image12.png"/><Relationship Id="rId6" Type="http://schemas.openxmlformats.org/officeDocument/2006/relationships/image" Target="../media/image24.png"/><Relationship Id="rId7" Type="http://schemas.openxmlformats.org/officeDocument/2006/relationships/image" Target="../media/image9.png"/><Relationship Id="rId8" Type="http://schemas.openxmlformats.org/officeDocument/2006/relationships/image" Target="../media/image2.png"/><Relationship Id="rId73" Type="http://schemas.openxmlformats.org/officeDocument/2006/relationships/slide" Target="/ppt/slides/slide1.xml"/><Relationship Id="rId72" Type="http://schemas.openxmlformats.org/officeDocument/2006/relationships/slide" Target="/ppt/slides/slide1.xml"/><Relationship Id="rId31" Type="http://schemas.openxmlformats.org/officeDocument/2006/relationships/slide" Target="/ppt/slides/slide29.xml"/><Relationship Id="rId75" Type="http://schemas.openxmlformats.org/officeDocument/2006/relationships/slide" Target="/ppt/slides/slide1.xml"/><Relationship Id="rId30" Type="http://schemas.openxmlformats.org/officeDocument/2006/relationships/slide" Target="/ppt/slides/slide17.xml"/><Relationship Id="rId74" Type="http://schemas.openxmlformats.org/officeDocument/2006/relationships/slide" Target="/ppt/slides/slide1.xml"/><Relationship Id="rId33" Type="http://schemas.openxmlformats.org/officeDocument/2006/relationships/slide" Target="/ppt/slides/slide29.xml"/><Relationship Id="rId77" Type="http://schemas.openxmlformats.org/officeDocument/2006/relationships/slide" Target="/ppt/slides/slide1.xml"/><Relationship Id="rId32" Type="http://schemas.openxmlformats.org/officeDocument/2006/relationships/slide" Target="/ppt/slides/slide29.xml"/><Relationship Id="rId76" Type="http://schemas.openxmlformats.org/officeDocument/2006/relationships/slide" Target="/ppt/slides/slide1.xml"/><Relationship Id="rId35" Type="http://schemas.openxmlformats.org/officeDocument/2006/relationships/slide" Target="/ppt/slides/slide42.xml"/><Relationship Id="rId34" Type="http://schemas.openxmlformats.org/officeDocument/2006/relationships/slide" Target="/ppt/slides/slide42.xml"/><Relationship Id="rId71" Type="http://schemas.openxmlformats.org/officeDocument/2006/relationships/slide" Target="/ppt/slides/slide93.xml"/><Relationship Id="rId70" Type="http://schemas.openxmlformats.org/officeDocument/2006/relationships/slide" Target="/ppt/slides/slide93.xml"/><Relationship Id="rId37" Type="http://schemas.openxmlformats.org/officeDocument/2006/relationships/slide" Target="/ppt/slides/slide42.xml"/><Relationship Id="rId36" Type="http://schemas.openxmlformats.org/officeDocument/2006/relationships/slide" Target="/ppt/slides/slide42.xml"/><Relationship Id="rId39" Type="http://schemas.openxmlformats.org/officeDocument/2006/relationships/slide" Target="/ppt/slides/slide50.xml"/><Relationship Id="rId38" Type="http://schemas.openxmlformats.org/officeDocument/2006/relationships/slide" Target="/ppt/slides/slide50.xml"/><Relationship Id="rId62" Type="http://schemas.openxmlformats.org/officeDocument/2006/relationships/slide" Target="/ppt/slides/slide86.xml"/><Relationship Id="rId61" Type="http://schemas.openxmlformats.org/officeDocument/2006/relationships/slide" Target="/ppt/slides/slide86.xml"/><Relationship Id="rId20" Type="http://schemas.openxmlformats.org/officeDocument/2006/relationships/slide" Target="/ppt/slides/slide3.xml"/><Relationship Id="rId64" Type="http://schemas.openxmlformats.org/officeDocument/2006/relationships/slide" Target="/ppt/slides/slide86.xml"/><Relationship Id="rId63" Type="http://schemas.openxmlformats.org/officeDocument/2006/relationships/slide" Target="/ppt/slides/slide86.xml"/><Relationship Id="rId22" Type="http://schemas.openxmlformats.org/officeDocument/2006/relationships/slide" Target="/ppt/slides/slide7.xml"/><Relationship Id="rId66" Type="http://schemas.openxmlformats.org/officeDocument/2006/relationships/slide" Target="/ppt/slides/slide86.xml"/><Relationship Id="rId21" Type="http://schemas.openxmlformats.org/officeDocument/2006/relationships/slide" Target="/ppt/slides/slide7.xml"/><Relationship Id="rId65" Type="http://schemas.openxmlformats.org/officeDocument/2006/relationships/slide" Target="/ppt/slides/slide86.xml"/><Relationship Id="rId24" Type="http://schemas.openxmlformats.org/officeDocument/2006/relationships/slide" Target="/ppt/slides/slide7.xml"/><Relationship Id="rId68" Type="http://schemas.openxmlformats.org/officeDocument/2006/relationships/slide" Target="/ppt/slides/slide93.xml"/><Relationship Id="rId23" Type="http://schemas.openxmlformats.org/officeDocument/2006/relationships/slide" Target="/ppt/slides/slide7.xml"/><Relationship Id="rId67" Type="http://schemas.openxmlformats.org/officeDocument/2006/relationships/slide" Target="/ppt/slides/slide86.xml"/><Relationship Id="rId60" Type="http://schemas.openxmlformats.org/officeDocument/2006/relationships/slide" Target="/ppt/slides/slide86.xml"/><Relationship Id="rId26" Type="http://schemas.openxmlformats.org/officeDocument/2006/relationships/slide" Target="/ppt/slides/slide7.xml"/><Relationship Id="rId25" Type="http://schemas.openxmlformats.org/officeDocument/2006/relationships/slide" Target="/ppt/slides/slide7.xml"/><Relationship Id="rId69" Type="http://schemas.openxmlformats.org/officeDocument/2006/relationships/slide" Target="/ppt/slides/slide93.xml"/><Relationship Id="rId28" Type="http://schemas.openxmlformats.org/officeDocument/2006/relationships/slide" Target="/ppt/slides/slide17.xml"/><Relationship Id="rId27" Type="http://schemas.openxmlformats.org/officeDocument/2006/relationships/slide" Target="/ppt/slides/slide17.xml"/><Relationship Id="rId29" Type="http://schemas.openxmlformats.org/officeDocument/2006/relationships/slide" Target="/ppt/slides/slide17.xml"/><Relationship Id="rId51" Type="http://schemas.openxmlformats.org/officeDocument/2006/relationships/slide" Target="/ppt/slides/slide74.xml"/><Relationship Id="rId50" Type="http://schemas.openxmlformats.org/officeDocument/2006/relationships/slide" Target="/ppt/slides/slide59.xml"/><Relationship Id="rId53" Type="http://schemas.openxmlformats.org/officeDocument/2006/relationships/slide" Target="/ppt/slides/slide74.xml"/><Relationship Id="rId52" Type="http://schemas.openxmlformats.org/officeDocument/2006/relationships/slide" Target="/ppt/slides/slide74.xml"/><Relationship Id="rId11" Type="http://schemas.openxmlformats.org/officeDocument/2006/relationships/image" Target="../media/image56.png"/><Relationship Id="rId55" Type="http://schemas.openxmlformats.org/officeDocument/2006/relationships/slide" Target="/ppt/slides/slide74.xml"/><Relationship Id="rId10" Type="http://schemas.openxmlformats.org/officeDocument/2006/relationships/image" Target="../media/image5.png"/><Relationship Id="rId54" Type="http://schemas.openxmlformats.org/officeDocument/2006/relationships/slide" Target="/ppt/slides/slide74.xml"/><Relationship Id="rId13" Type="http://schemas.openxmlformats.org/officeDocument/2006/relationships/slide" Target="/ppt/slides/slide3.xml"/><Relationship Id="rId57" Type="http://schemas.openxmlformats.org/officeDocument/2006/relationships/slide" Target="/ppt/slides/slide74.xml"/><Relationship Id="rId12" Type="http://schemas.openxmlformats.org/officeDocument/2006/relationships/image" Target="../media/image193.png"/><Relationship Id="rId56" Type="http://schemas.openxmlformats.org/officeDocument/2006/relationships/slide" Target="/ppt/slides/slide74.xml"/><Relationship Id="rId15" Type="http://schemas.openxmlformats.org/officeDocument/2006/relationships/slide" Target="/ppt/slides/slide3.xml"/><Relationship Id="rId59" Type="http://schemas.openxmlformats.org/officeDocument/2006/relationships/slide" Target="/ppt/slides/slide74.xml"/><Relationship Id="rId14" Type="http://schemas.openxmlformats.org/officeDocument/2006/relationships/slide" Target="/ppt/slides/slide3.xml"/><Relationship Id="rId58" Type="http://schemas.openxmlformats.org/officeDocument/2006/relationships/slide" Target="/ppt/slides/slide74.xml"/><Relationship Id="rId17" Type="http://schemas.openxmlformats.org/officeDocument/2006/relationships/slide" Target="/ppt/slides/slide3.xml"/><Relationship Id="rId16" Type="http://schemas.openxmlformats.org/officeDocument/2006/relationships/slide" Target="/ppt/slides/slide3.xml"/><Relationship Id="rId19" Type="http://schemas.openxmlformats.org/officeDocument/2006/relationships/slide" Target="/ppt/slides/slide3.xml"/><Relationship Id="rId18" Type="http://schemas.openxmlformats.org/officeDocument/2006/relationships/slide" Target="/ppt/slides/slide3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82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30.png"/><Relationship Id="rId4" Type="http://schemas.openxmlformats.org/officeDocument/2006/relationships/image" Target="../media/image190.png"/><Relationship Id="rId9" Type="http://schemas.openxmlformats.org/officeDocument/2006/relationships/slide" Target="/ppt/slides/slide1.xml"/><Relationship Id="rId5" Type="http://schemas.openxmlformats.org/officeDocument/2006/relationships/image" Target="../media/image185.png"/><Relationship Id="rId6" Type="http://schemas.openxmlformats.org/officeDocument/2006/relationships/image" Target="../media/image127.png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Relationship Id="rId12" Type="http://schemas.openxmlformats.org/officeDocument/2006/relationships/slide" Target="/ppt/slides/slide1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91.jpg"/><Relationship Id="rId4" Type="http://schemas.openxmlformats.org/officeDocument/2006/relationships/image" Target="../media/image187.png"/><Relationship Id="rId9" Type="http://schemas.openxmlformats.org/officeDocument/2006/relationships/slide" Target="/ppt/slides/slide1.xml"/><Relationship Id="rId5" Type="http://schemas.openxmlformats.org/officeDocument/2006/relationships/image" Target="../media/image142.png"/><Relationship Id="rId6" Type="http://schemas.openxmlformats.org/officeDocument/2006/relationships/slide" Target="/ppt/slides/slide1.xml"/><Relationship Id="rId7" Type="http://schemas.openxmlformats.org/officeDocument/2006/relationships/slide" Target="/ppt/slides/slide1.xml"/><Relationship Id="rId8" Type="http://schemas.openxmlformats.org/officeDocument/2006/relationships/slide" Target="/ppt/slides/slide1.xml"/><Relationship Id="rId11" Type="http://schemas.openxmlformats.org/officeDocument/2006/relationships/slide" Target="/ppt/slides/slide1.xml"/><Relationship Id="rId10" Type="http://schemas.openxmlformats.org/officeDocument/2006/relationships/slide" Target="/ppt/slides/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1"/>
          <p:cNvGrpSpPr/>
          <p:nvPr/>
        </p:nvGrpSpPr>
        <p:grpSpPr>
          <a:xfrm>
            <a:off x="0" y="7"/>
            <a:ext cx="5759866" cy="3239902"/>
            <a:chOff x="0" y="7"/>
            <a:chExt cx="5759866" cy="3239902"/>
          </a:xfrm>
        </p:grpSpPr>
        <p:pic>
          <p:nvPicPr>
            <p:cNvPr id="45" name="Google Shape;45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7"/>
              <a:ext cx="5759866" cy="32399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46;p1"/>
            <p:cNvSpPr/>
            <p:nvPr/>
          </p:nvSpPr>
          <p:spPr>
            <a:xfrm>
              <a:off x="1982523" y="1375052"/>
              <a:ext cx="3325495" cy="518159"/>
            </a:xfrm>
            <a:custGeom>
              <a:rect b="b" l="l" r="r" t="t"/>
              <a:pathLst>
                <a:path extrusionOk="0" h="518160" w="3325495">
                  <a:moveTo>
                    <a:pt x="0" y="517980"/>
                  </a:moveTo>
                  <a:lnTo>
                    <a:pt x="0" y="0"/>
                  </a:lnTo>
                  <a:lnTo>
                    <a:pt x="3324982" y="0"/>
                  </a:lnTo>
                  <a:lnTo>
                    <a:pt x="3324982" y="517980"/>
                  </a:lnTo>
                  <a:lnTo>
                    <a:pt x="0" y="51798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1"/>
          <p:cNvSpPr txBox="1"/>
          <p:nvPr/>
        </p:nvSpPr>
        <p:spPr>
          <a:xfrm>
            <a:off x="1982523" y="1375052"/>
            <a:ext cx="3325495" cy="518159"/>
          </a:xfrm>
          <a:prstGeom prst="rect">
            <a:avLst/>
          </a:prstGeom>
          <a:solidFill>
            <a:srgbClr val="FFFFFF">
              <a:alpha val="79607"/>
            </a:srgbClr>
          </a:solidFill>
          <a:ln cap="flat" cmpd="sng" w="126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5400">
            <a:spAutoFit/>
          </a:bodyPr>
          <a:lstStyle/>
          <a:p>
            <a:pPr indent="-182245" lvl="0" marL="880744" marR="691515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small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Deep Neural Network Module # 7: RNN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4166273" y="2288162"/>
            <a:ext cx="128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299085" lvl="0" marL="311150" marR="5080" rtl="0" algn="l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DNN Team</a:t>
            </a:r>
            <a:endParaRPr b="0" i="0" sz="950" u="none" cap="none" strike="noStrike">
              <a:solidFill>
                <a:srgbClr val="1B147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085" lvl="0" marL="311150" marR="5080" rtl="0" algn="l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BITS Pilani WILP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/>
        </p:nvSpPr>
        <p:spPr>
          <a:xfrm>
            <a:off x="1400073" y="967954"/>
            <a:ext cx="29604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48284" marR="202565" rtl="0" algn="ctr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The instructor is gratefully acknowledging the authors who made their course materials freely available online.</a:t>
            </a:r>
            <a:endParaRPr b="0" i="0" sz="1050" u="none" cap="none" strike="noStrike">
              <a:solidFill>
                <a:srgbClr val="1B147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48284" marR="202565" rtl="0" algn="ctr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1B147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This deck is prepared by Seetha Parameswaran.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4" name="Google Shape;54;p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5" name="Google Shape;55;p2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905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65" name="Google Shape;6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" name="Google Shape;75;p3"/>
          <p:cNvGraphicFramePr/>
          <p:nvPr/>
        </p:nvGraphicFramePr>
        <p:xfrm>
          <a:off x="343649" y="5512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{806EB010-B201-4971-A2E3-822838E164C6}</a:tableStyleId>
              </a:tblPr>
              <a:tblGrid>
                <a:gridCol w="170175"/>
              </a:tblGrid>
              <a:tr h="2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875" marB="0" marR="0" marL="0"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76" name="Google Shape;76;p3"/>
          <p:cNvSpPr txBox="1"/>
          <p:nvPr/>
        </p:nvSpPr>
        <p:spPr>
          <a:xfrm>
            <a:off x="563029" y="457050"/>
            <a:ext cx="3558000" cy="24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11747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ntroduction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equence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odeling</a:t>
            </a:r>
            <a:r>
              <a:rPr b="0" i="0" lang="en-US" sz="1400" u="none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747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equence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odels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heory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asic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RNN A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rchitecture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RNN 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raining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&amp; BPTT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idirectional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RNN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eep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tacked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) RNN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9781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ated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ecurrent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U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nits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(GRU)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9781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hort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-T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erm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emory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(LSTM)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eries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F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orecasting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pplications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omparison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&amp;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ummary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8" name="Google Shape;78;p3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" name="Google Shape;81;p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2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3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4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5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6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7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905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otivation</a:t>
            </a:r>
            <a:r>
              <a:rPr lang="en-US">
                <a:solidFill>
                  <a:srgbClr val="FFFFFF"/>
                </a:solidFill>
              </a:rPr>
              <a:t>: 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equence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odels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88" name="Google Shape;88;p4"/>
          <p:cNvGrpSpPr/>
          <p:nvPr/>
        </p:nvGrpSpPr>
        <p:grpSpPr>
          <a:xfrm>
            <a:off x="513702" y="542988"/>
            <a:ext cx="1310874" cy="2189622"/>
            <a:chOff x="513702" y="542988"/>
            <a:chExt cx="1310874" cy="2189622"/>
          </a:xfrm>
        </p:grpSpPr>
        <p:pic>
          <p:nvPicPr>
            <p:cNvPr id="89" name="Google Shape;89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5429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158682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702" y="177029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4"/>
            <p:cNvSpPr/>
            <p:nvPr/>
          </p:nvSpPr>
          <p:spPr>
            <a:xfrm>
              <a:off x="1497551" y="2540205"/>
              <a:ext cx="327025" cy="192405"/>
            </a:xfrm>
            <a:custGeom>
              <a:rect b="b" l="l" r="r" t="t"/>
              <a:pathLst>
                <a:path extrusionOk="0" h="192405" w="327025">
                  <a:moveTo>
                    <a:pt x="27592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41458"/>
                  </a:lnTo>
                  <a:lnTo>
                    <a:pt x="3977" y="161158"/>
                  </a:lnTo>
                  <a:lnTo>
                    <a:pt x="14823" y="177245"/>
                  </a:lnTo>
                  <a:lnTo>
                    <a:pt x="30910" y="188091"/>
                  </a:lnTo>
                  <a:lnTo>
                    <a:pt x="50610" y="192069"/>
                  </a:lnTo>
                  <a:lnTo>
                    <a:pt x="275920" y="192069"/>
                  </a:lnTo>
                  <a:lnTo>
                    <a:pt x="295621" y="188091"/>
                  </a:lnTo>
                  <a:lnTo>
                    <a:pt x="311708" y="177245"/>
                  </a:lnTo>
                  <a:lnTo>
                    <a:pt x="322554" y="161158"/>
                  </a:lnTo>
                  <a:lnTo>
                    <a:pt x="326531" y="141458"/>
                  </a:lnTo>
                  <a:lnTo>
                    <a:pt x="326531" y="50610"/>
                  </a:lnTo>
                  <a:lnTo>
                    <a:pt x="322554" y="30910"/>
                  </a:lnTo>
                  <a:lnTo>
                    <a:pt x="311708" y="14823"/>
                  </a:lnTo>
                  <a:lnTo>
                    <a:pt x="295621" y="3977"/>
                  </a:lnTo>
                  <a:lnTo>
                    <a:pt x="275920" y="0"/>
                  </a:lnTo>
                  <a:close/>
                </a:path>
              </a:pathLst>
            </a:custGeom>
            <a:solidFill>
              <a:srgbClr val="D2E7D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1497551" y="2540205"/>
              <a:ext cx="327025" cy="192405"/>
            </a:xfrm>
            <a:custGeom>
              <a:rect b="b" l="l" r="r" t="t"/>
              <a:pathLst>
                <a:path extrusionOk="0" h="192405" w="327025">
                  <a:moveTo>
                    <a:pt x="27592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41458"/>
                  </a:lnTo>
                  <a:lnTo>
                    <a:pt x="3977" y="161158"/>
                  </a:lnTo>
                  <a:lnTo>
                    <a:pt x="14823" y="177245"/>
                  </a:lnTo>
                  <a:lnTo>
                    <a:pt x="30910" y="188091"/>
                  </a:lnTo>
                  <a:lnTo>
                    <a:pt x="50610" y="192069"/>
                  </a:lnTo>
                  <a:lnTo>
                    <a:pt x="275920" y="192069"/>
                  </a:lnTo>
                  <a:lnTo>
                    <a:pt x="295621" y="188091"/>
                  </a:lnTo>
                  <a:lnTo>
                    <a:pt x="311708" y="177245"/>
                  </a:lnTo>
                  <a:lnTo>
                    <a:pt x="322554" y="161158"/>
                  </a:lnTo>
                  <a:lnTo>
                    <a:pt x="326531" y="141458"/>
                  </a:lnTo>
                  <a:lnTo>
                    <a:pt x="326531" y="50610"/>
                  </a:lnTo>
                  <a:lnTo>
                    <a:pt x="322554" y="30910"/>
                  </a:lnTo>
                  <a:lnTo>
                    <a:pt x="311708" y="14823"/>
                  </a:lnTo>
                  <a:lnTo>
                    <a:pt x="295621" y="3977"/>
                  </a:lnTo>
                  <a:lnTo>
                    <a:pt x="27592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4"/>
          <p:cNvSpPr txBox="1"/>
          <p:nvPr/>
        </p:nvSpPr>
        <p:spPr>
          <a:xfrm>
            <a:off x="631926" y="443484"/>
            <a:ext cx="4488180" cy="1438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Many real-world problems involve sequential data: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Natural Language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”The cat sat on the </a:t>
            </a:r>
            <a:r>
              <a:rPr b="0" i="0" lang="en-US" sz="95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”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Time Series Forecasting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Stock prices, temperature prediction, sensor data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Speech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Audio signals over time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Video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Frame sequences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154940" lvl="0" marL="25400" marR="2165350" rtl="0" algn="l">
              <a:lnSpc>
                <a:spcPct val="1163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Genomics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DNA/protein sequences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Key characteristic: </a:t>
            </a: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Order matters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Dependencies exist across time steps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1530388" y="2535128"/>
            <a:ext cx="260985" cy="18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6" name="Google Shape;96;p4"/>
          <p:cNvGrpSpPr/>
          <p:nvPr/>
        </p:nvGrpSpPr>
        <p:grpSpPr>
          <a:xfrm>
            <a:off x="1956135" y="2543861"/>
            <a:ext cx="1124752" cy="184785"/>
            <a:chOff x="1956135" y="2543861"/>
            <a:chExt cx="1124752" cy="184785"/>
          </a:xfrm>
        </p:grpSpPr>
        <p:sp>
          <p:nvSpPr>
            <p:cNvPr id="97" name="Google Shape;97;p4"/>
            <p:cNvSpPr/>
            <p:nvPr/>
          </p:nvSpPr>
          <p:spPr>
            <a:xfrm>
              <a:off x="1956135" y="2543861"/>
              <a:ext cx="273685" cy="184785"/>
            </a:xfrm>
            <a:custGeom>
              <a:rect b="b" l="l" r="r" t="t"/>
              <a:pathLst>
                <a:path extrusionOk="0" h="184785" w="273685">
                  <a:moveTo>
                    <a:pt x="22276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4147"/>
                  </a:lnTo>
                  <a:lnTo>
                    <a:pt x="3977" y="153848"/>
                  </a:lnTo>
                  <a:lnTo>
                    <a:pt x="14823" y="169935"/>
                  </a:lnTo>
                  <a:lnTo>
                    <a:pt x="30910" y="180781"/>
                  </a:lnTo>
                  <a:lnTo>
                    <a:pt x="50610" y="184758"/>
                  </a:lnTo>
                  <a:lnTo>
                    <a:pt x="222764" y="184758"/>
                  </a:lnTo>
                  <a:lnTo>
                    <a:pt x="242465" y="180781"/>
                  </a:lnTo>
                  <a:lnTo>
                    <a:pt x="258552" y="169935"/>
                  </a:lnTo>
                  <a:lnTo>
                    <a:pt x="269398" y="153848"/>
                  </a:lnTo>
                  <a:lnTo>
                    <a:pt x="273375" y="134147"/>
                  </a:lnTo>
                  <a:lnTo>
                    <a:pt x="273375" y="50610"/>
                  </a:lnTo>
                  <a:lnTo>
                    <a:pt x="269398" y="30910"/>
                  </a:lnTo>
                  <a:lnTo>
                    <a:pt x="258552" y="14823"/>
                  </a:lnTo>
                  <a:lnTo>
                    <a:pt x="242465" y="3977"/>
                  </a:lnTo>
                  <a:lnTo>
                    <a:pt x="222764" y="0"/>
                  </a:lnTo>
                  <a:close/>
                </a:path>
              </a:pathLst>
            </a:custGeom>
            <a:solidFill>
              <a:srgbClr val="D2E7D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1956135" y="2543861"/>
              <a:ext cx="273685" cy="184785"/>
            </a:xfrm>
            <a:custGeom>
              <a:rect b="b" l="l" r="r" t="t"/>
              <a:pathLst>
                <a:path extrusionOk="0" h="184785" w="273685">
                  <a:moveTo>
                    <a:pt x="22276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4147"/>
                  </a:lnTo>
                  <a:lnTo>
                    <a:pt x="3977" y="153848"/>
                  </a:lnTo>
                  <a:lnTo>
                    <a:pt x="14823" y="169935"/>
                  </a:lnTo>
                  <a:lnTo>
                    <a:pt x="30910" y="180781"/>
                  </a:lnTo>
                  <a:lnTo>
                    <a:pt x="50610" y="184758"/>
                  </a:lnTo>
                  <a:lnTo>
                    <a:pt x="222764" y="184758"/>
                  </a:lnTo>
                  <a:lnTo>
                    <a:pt x="242465" y="180781"/>
                  </a:lnTo>
                  <a:lnTo>
                    <a:pt x="258552" y="169935"/>
                  </a:lnTo>
                  <a:lnTo>
                    <a:pt x="269398" y="153848"/>
                  </a:lnTo>
                  <a:lnTo>
                    <a:pt x="273375" y="134147"/>
                  </a:lnTo>
                  <a:lnTo>
                    <a:pt x="273375" y="50610"/>
                  </a:lnTo>
                  <a:lnTo>
                    <a:pt x="269398" y="30910"/>
                  </a:lnTo>
                  <a:lnTo>
                    <a:pt x="258552" y="14823"/>
                  </a:lnTo>
                  <a:lnTo>
                    <a:pt x="242465" y="3977"/>
                  </a:lnTo>
                  <a:lnTo>
                    <a:pt x="222764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2388142" y="2543861"/>
              <a:ext cx="273685" cy="184785"/>
            </a:xfrm>
            <a:custGeom>
              <a:rect b="b" l="l" r="r" t="t"/>
              <a:pathLst>
                <a:path extrusionOk="0" h="184785" w="273685">
                  <a:moveTo>
                    <a:pt x="22276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4147"/>
                  </a:lnTo>
                  <a:lnTo>
                    <a:pt x="3977" y="153848"/>
                  </a:lnTo>
                  <a:lnTo>
                    <a:pt x="14823" y="169935"/>
                  </a:lnTo>
                  <a:lnTo>
                    <a:pt x="30910" y="180781"/>
                  </a:lnTo>
                  <a:lnTo>
                    <a:pt x="50610" y="184758"/>
                  </a:lnTo>
                  <a:lnTo>
                    <a:pt x="222764" y="184758"/>
                  </a:lnTo>
                  <a:lnTo>
                    <a:pt x="242465" y="180781"/>
                  </a:lnTo>
                  <a:lnTo>
                    <a:pt x="258552" y="169935"/>
                  </a:lnTo>
                  <a:lnTo>
                    <a:pt x="269398" y="153848"/>
                  </a:lnTo>
                  <a:lnTo>
                    <a:pt x="273375" y="134147"/>
                  </a:lnTo>
                  <a:lnTo>
                    <a:pt x="273375" y="50610"/>
                  </a:lnTo>
                  <a:lnTo>
                    <a:pt x="269398" y="30910"/>
                  </a:lnTo>
                  <a:lnTo>
                    <a:pt x="258552" y="14823"/>
                  </a:lnTo>
                  <a:lnTo>
                    <a:pt x="242465" y="3977"/>
                  </a:lnTo>
                  <a:lnTo>
                    <a:pt x="222764" y="0"/>
                  </a:lnTo>
                  <a:close/>
                </a:path>
              </a:pathLst>
            </a:custGeom>
            <a:solidFill>
              <a:srgbClr val="D2E7D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2388142" y="2543861"/>
              <a:ext cx="273685" cy="184785"/>
            </a:xfrm>
            <a:custGeom>
              <a:rect b="b" l="l" r="r" t="t"/>
              <a:pathLst>
                <a:path extrusionOk="0" h="184785" w="273685">
                  <a:moveTo>
                    <a:pt x="22276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4147"/>
                  </a:lnTo>
                  <a:lnTo>
                    <a:pt x="3977" y="153848"/>
                  </a:lnTo>
                  <a:lnTo>
                    <a:pt x="14823" y="169935"/>
                  </a:lnTo>
                  <a:lnTo>
                    <a:pt x="30910" y="180781"/>
                  </a:lnTo>
                  <a:lnTo>
                    <a:pt x="50610" y="184758"/>
                  </a:lnTo>
                  <a:lnTo>
                    <a:pt x="222764" y="184758"/>
                  </a:lnTo>
                  <a:lnTo>
                    <a:pt x="242465" y="180781"/>
                  </a:lnTo>
                  <a:lnTo>
                    <a:pt x="258552" y="169935"/>
                  </a:lnTo>
                  <a:lnTo>
                    <a:pt x="269398" y="153848"/>
                  </a:lnTo>
                  <a:lnTo>
                    <a:pt x="273375" y="134147"/>
                  </a:lnTo>
                  <a:lnTo>
                    <a:pt x="273375" y="50610"/>
                  </a:lnTo>
                  <a:lnTo>
                    <a:pt x="269398" y="30910"/>
                  </a:lnTo>
                  <a:lnTo>
                    <a:pt x="258552" y="14823"/>
                  </a:lnTo>
                  <a:lnTo>
                    <a:pt x="242465" y="3977"/>
                  </a:lnTo>
                  <a:lnTo>
                    <a:pt x="222764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1" name="Google Shape;101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832787" y="2550042"/>
              <a:ext cx="248100" cy="1723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Google Shape;102;p4"/>
          <p:cNvSpPr txBox="1"/>
          <p:nvPr/>
        </p:nvSpPr>
        <p:spPr>
          <a:xfrm>
            <a:off x="1988975" y="2499785"/>
            <a:ext cx="10566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cat	sat	</a:t>
            </a:r>
            <a:r>
              <a:rPr b="0" baseline="30000" i="0" lang="en-US" sz="1575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on</a:t>
            </a:r>
            <a:endParaRPr b="0" baseline="30000" i="0" sz="1575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03" name="Google Shape;103;p4"/>
          <p:cNvGrpSpPr/>
          <p:nvPr/>
        </p:nvGrpSpPr>
        <p:grpSpPr>
          <a:xfrm>
            <a:off x="3248331" y="2540206"/>
            <a:ext cx="281305" cy="192405"/>
            <a:chOff x="3248331" y="2540206"/>
            <a:chExt cx="281305" cy="192405"/>
          </a:xfrm>
        </p:grpSpPr>
        <p:sp>
          <p:nvSpPr>
            <p:cNvPr id="104" name="Google Shape;104;p4"/>
            <p:cNvSpPr/>
            <p:nvPr/>
          </p:nvSpPr>
          <p:spPr>
            <a:xfrm>
              <a:off x="3248331" y="2540206"/>
              <a:ext cx="281305" cy="192405"/>
            </a:xfrm>
            <a:custGeom>
              <a:rect b="b" l="l" r="r" t="t"/>
              <a:pathLst>
                <a:path extrusionOk="0" h="192405" w="281304">
                  <a:moveTo>
                    <a:pt x="23041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41458"/>
                  </a:lnTo>
                  <a:lnTo>
                    <a:pt x="3977" y="161158"/>
                  </a:lnTo>
                  <a:lnTo>
                    <a:pt x="14823" y="177245"/>
                  </a:lnTo>
                  <a:lnTo>
                    <a:pt x="30910" y="188091"/>
                  </a:lnTo>
                  <a:lnTo>
                    <a:pt x="50610" y="192069"/>
                  </a:lnTo>
                  <a:lnTo>
                    <a:pt x="230415" y="192069"/>
                  </a:lnTo>
                  <a:lnTo>
                    <a:pt x="250116" y="188091"/>
                  </a:lnTo>
                  <a:lnTo>
                    <a:pt x="266203" y="177245"/>
                  </a:lnTo>
                  <a:lnTo>
                    <a:pt x="277049" y="161158"/>
                  </a:lnTo>
                  <a:lnTo>
                    <a:pt x="281026" y="141458"/>
                  </a:lnTo>
                  <a:lnTo>
                    <a:pt x="281026" y="50610"/>
                  </a:lnTo>
                  <a:lnTo>
                    <a:pt x="277049" y="30910"/>
                  </a:lnTo>
                  <a:lnTo>
                    <a:pt x="266203" y="14823"/>
                  </a:lnTo>
                  <a:lnTo>
                    <a:pt x="250116" y="3977"/>
                  </a:lnTo>
                  <a:lnTo>
                    <a:pt x="230415" y="0"/>
                  </a:lnTo>
                  <a:close/>
                </a:path>
              </a:pathLst>
            </a:custGeom>
            <a:solidFill>
              <a:srgbClr val="D2E7D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3248331" y="2540206"/>
              <a:ext cx="281305" cy="192405"/>
            </a:xfrm>
            <a:custGeom>
              <a:rect b="b" l="l" r="r" t="t"/>
              <a:pathLst>
                <a:path extrusionOk="0" h="192405" w="281304">
                  <a:moveTo>
                    <a:pt x="23041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41458"/>
                  </a:lnTo>
                  <a:lnTo>
                    <a:pt x="3977" y="161158"/>
                  </a:lnTo>
                  <a:lnTo>
                    <a:pt x="14823" y="177245"/>
                  </a:lnTo>
                  <a:lnTo>
                    <a:pt x="30910" y="188091"/>
                  </a:lnTo>
                  <a:lnTo>
                    <a:pt x="50610" y="192069"/>
                  </a:lnTo>
                  <a:lnTo>
                    <a:pt x="230415" y="192069"/>
                  </a:lnTo>
                  <a:lnTo>
                    <a:pt x="250116" y="188091"/>
                  </a:lnTo>
                  <a:lnTo>
                    <a:pt x="266203" y="177245"/>
                  </a:lnTo>
                  <a:lnTo>
                    <a:pt x="277049" y="161158"/>
                  </a:lnTo>
                  <a:lnTo>
                    <a:pt x="281026" y="141458"/>
                  </a:lnTo>
                  <a:lnTo>
                    <a:pt x="281026" y="50610"/>
                  </a:lnTo>
                  <a:lnTo>
                    <a:pt x="277049" y="30910"/>
                  </a:lnTo>
                  <a:lnTo>
                    <a:pt x="266203" y="14823"/>
                  </a:lnTo>
                  <a:lnTo>
                    <a:pt x="250116" y="3977"/>
                  </a:lnTo>
                  <a:lnTo>
                    <a:pt x="230415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4"/>
          <p:cNvSpPr txBox="1"/>
          <p:nvPr/>
        </p:nvSpPr>
        <p:spPr>
          <a:xfrm>
            <a:off x="3281146" y="2535128"/>
            <a:ext cx="215900" cy="18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34789" y="2538802"/>
            <a:ext cx="172125" cy="19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 txBox="1"/>
          <p:nvPr/>
        </p:nvSpPr>
        <p:spPr>
          <a:xfrm>
            <a:off x="3770134" y="2536258"/>
            <a:ext cx="101600" cy="18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?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09" name="Google Shape;109;p4"/>
          <p:cNvGrpSpPr/>
          <p:nvPr/>
        </p:nvGrpSpPr>
        <p:grpSpPr>
          <a:xfrm>
            <a:off x="0" y="2180708"/>
            <a:ext cx="5760261" cy="1053303"/>
            <a:chOff x="0" y="2180708"/>
            <a:chExt cx="5760261" cy="1053303"/>
          </a:xfrm>
        </p:grpSpPr>
        <p:sp>
          <p:nvSpPr>
            <p:cNvPr id="110" name="Google Shape;110;p4"/>
            <p:cNvSpPr/>
            <p:nvPr/>
          </p:nvSpPr>
          <p:spPr>
            <a:xfrm>
              <a:off x="1778249" y="2180708"/>
              <a:ext cx="1949450" cy="377190"/>
            </a:xfrm>
            <a:custGeom>
              <a:rect b="b" l="l" r="r" t="t"/>
              <a:pathLst>
                <a:path extrusionOk="0" h="377189" w="1949450">
                  <a:moveTo>
                    <a:pt x="0" y="356961"/>
                  </a:moveTo>
                  <a:lnTo>
                    <a:pt x="39833" y="325399"/>
                  </a:lnTo>
                  <a:lnTo>
                    <a:pt x="80203" y="295303"/>
                  </a:lnTo>
                  <a:lnTo>
                    <a:pt x="121083" y="266671"/>
                  </a:lnTo>
                  <a:lnTo>
                    <a:pt x="162446" y="239504"/>
                  </a:lnTo>
                  <a:lnTo>
                    <a:pt x="204265" y="213801"/>
                  </a:lnTo>
                  <a:lnTo>
                    <a:pt x="246516" y="189560"/>
                  </a:lnTo>
                  <a:lnTo>
                    <a:pt x="289171" y="166782"/>
                  </a:lnTo>
                  <a:lnTo>
                    <a:pt x="332203" y="145464"/>
                  </a:lnTo>
                  <a:lnTo>
                    <a:pt x="375588" y="125607"/>
                  </a:lnTo>
                  <a:lnTo>
                    <a:pt x="419297" y="107209"/>
                  </a:lnTo>
                  <a:lnTo>
                    <a:pt x="463305" y="90270"/>
                  </a:lnTo>
                  <a:lnTo>
                    <a:pt x="507585" y="74790"/>
                  </a:lnTo>
                  <a:lnTo>
                    <a:pt x="552111" y="60766"/>
                  </a:lnTo>
                  <a:lnTo>
                    <a:pt x="596857" y="48199"/>
                  </a:lnTo>
                  <a:lnTo>
                    <a:pt x="641796" y="37087"/>
                  </a:lnTo>
                  <a:lnTo>
                    <a:pt x="686902" y="27431"/>
                  </a:lnTo>
                  <a:lnTo>
                    <a:pt x="732149" y="19228"/>
                  </a:lnTo>
                  <a:lnTo>
                    <a:pt x="777509" y="12479"/>
                  </a:lnTo>
                  <a:lnTo>
                    <a:pt x="822957" y="7182"/>
                  </a:lnTo>
                  <a:lnTo>
                    <a:pt x="868467" y="3337"/>
                  </a:lnTo>
                  <a:lnTo>
                    <a:pt x="914011" y="943"/>
                  </a:lnTo>
                  <a:lnTo>
                    <a:pt x="959564" y="0"/>
                  </a:lnTo>
                  <a:lnTo>
                    <a:pt x="1005100" y="505"/>
                  </a:lnTo>
                  <a:lnTo>
                    <a:pt x="1050591" y="2459"/>
                  </a:lnTo>
                  <a:lnTo>
                    <a:pt x="1096011" y="5861"/>
                  </a:lnTo>
                  <a:lnTo>
                    <a:pt x="1141335" y="10710"/>
                  </a:lnTo>
                  <a:lnTo>
                    <a:pt x="1186535" y="17004"/>
                  </a:lnTo>
                  <a:lnTo>
                    <a:pt x="1231586" y="24745"/>
                  </a:lnTo>
                  <a:lnTo>
                    <a:pt x="1276460" y="33930"/>
                  </a:lnTo>
                  <a:lnTo>
                    <a:pt x="1321132" y="44559"/>
                  </a:lnTo>
                  <a:lnTo>
                    <a:pt x="1365575" y="56631"/>
                  </a:lnTo>
                  <a:lnTo>
                    <a:pt x="1409763" y="70145"/>
                  </a:lnTo>
                  <a:lnTo>
                    <a:pt x="1453670" y="85101"/>
                  </a:lnTo>
                  <a:lnTo>
                    <a:pt x="1497268" y="101497"/>
                  </a:lnTo>
                  <a:lnTo>
                    <a:pt x="1540533" y="119333"/>
                  </a:lnTo>
                  <a:lnTo>
                    <a:pt x="1583436" y="138609"/>
                  </a:lnTo>
                  <a:lnTo>
                    <a:pt x="1625952" y="159322"/>
                  </a:lnTo>
                  <a:lnTo>
                    <a:pt x="1668055" y="181474"/>
                  </a:lnTo>
                  <a:lnTo>
                    <a:pt x="1709719" y="205062"/>
                  </a:lnTo>
                  <a:lnTo>
                    <a:pt x="1750915" y="230086"/>
                  </a:lnTo>
                  <a:lnTo>
                    <a:pt x="1791620" y="256545"/>
                  </a:lnTo>
                  <a:lnTo>
                    <a:pt x="1831805" y="284438"/>
                  </a:lnTo>
                  <a:lnTo>
                    <a:pt x="1871445" y="313766"/>
                  </a:lnTo>
                  <a:lnTo>
                    <a:pt x="1910513" y="344526"/>
                  </a:lnTo>
                  <a:lnTo>
                    <a:pt x="1948983" y="376718"/>
                  </a:lnTo>
                </a:path>
              </a:pathLst>
            </a:custGeom>
            <a:noFill/>
            <a:ln cap="flat" cmpd="sng" w="10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3680735" y="2509659"/>
              <a:ext cx="52069" cy="60325"/>
            </a:xfrm>
            <a:custGeom>
              <a:rect b="b" l="l" r="r" t="t"/>
              <a:pathLst>
                <a:path extrusionOk="0" h="60325" w="52070">
                  <a:moveTo>
                    <a:pt x="51600" y="0"/>
                  </a:moveTo>
                  <a:lnTo>
                    <a:pt x="45770" y="15473"/>
                  </a:lnTo>
                  <a:lnTo>
                    <a:pt x="44196" y="29154"/>
                  </a:lnTo>
                  <a:lnTo>
                    <a:pt x="46006" y="41027"/>
                  </a:lnTo>
                  <a:lnTo>
                    <a:pt x="50329" y="51072"/>
                  </a:lnTo>
                  <a:lnTo>
                    <a:pt x="39758" y="48273"/>
                  </a:lnTo>
                  <a:lnTo>
                    <a:pt x="27748" y="48228"/>
                  </a:lnTo>
                  <a:lnTo>
                    <a:pt x="14447" y="51797"/>
                  </a:lnTo>
                  <a:lnTo>
                    <a:pt x="0" y="59840"/>
                  </a:lnTo>
                </a:path>
              </a:pathLst>
            </a:custGeom>
            <a:noFill/>
            <a:ln cap="flat" cmpd="sng" w="10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2228308" y="2304248"/>
              <a:ext cx="1498600" cy="266065"/>
            </a:xfrm>
            <a:custGeom>
              <a:rect b="b" l="l" r="r" t="t"/>
              <a:pathLst>
                <a:path extrusionOk="0" h="266064" w="1498600">
                  <a:moveTo>
                    <a:pt x="0" y="237076"/>
                  </a:moveTo>
                  <a:lnTo>
                    <a:pt x="43432" y="209098"/>
                  </a:lnTo>
                  <a:lnTo>
                    <a:pt x="87103" y="182881"/>
                  </a:lnTo>
                  <a:lnTo>
                    <a:pt x="130995" y="158423"/>
                  </a:lnTo>
                  <a:lnTo>
                    <a:pt x="175089" y="135723"/>
                  </a:lnTo>
                  <a:lnTo>
                    <a:pt x="219367" y="114781"/>
                  </a:lnTo>
                  <a:lnTo>
                    <a:pt x="263808" y="95594"/>
                  </a:lnTo>
                  <a:lnTo>
                    <a:pt x="308395" y="78162"/>
                  </a:lnTo>
                  <a:lnTo>
                    <a:pt x="353108" y="62482"/>
                  </a:lnTo>
                  <a:lnTo>
                    <a:pt x="397930" y="48555"/>
                  </a:lnTo>
                  <a:lnTo>
                    <a:pt x="442840" y="36378"/>
                  </a:lnTo>
                  <a:lnTo>
                    <a:pt x="487820" y="25950"/>
                  </a:lnTo>
                  <a:lnTo>
                    <a:pt x="532852" y="17269"/>
                  </a:lnTo>
                  <a:lnTo>
                    <a:pt x="577916" y="10336"/>
                  </a:lnTo>
                  <a:lnTo>
                    <a:pt x="622994" y="5147"/>
                  </a:lnTo>
                  <a:lnTo>
                    <a:pt x="668066" y="1702"/>
                  </a:lnTo>
                  <a:lnTo>
                    <a:pt x="713115" y="0"/>
                  </a:lnTo>
                  <a:lnTo>
                    <a:pt x="758121" y="38"/>
                  </a:lnTo>
                  <a:lnTo>
                    <a:pt x="803065" y="1817"/>
                  </a:lnTo>
                  <a:lnTo>
                    <a:pt x="847929" y="5334"/>
                  </a:lnTo>
                  <a:lnTo>
                    <a:pt x="892693" y="10588"/>
                  </a:lnTo>
                  <a:lnTo>
                    <a:pt x="937340" y="17578"/>
                  </a:lnTo>
                  <a:lnTo>
                    <a:pt x="981849" y="26303"/>
                  </a:lnTo>
                  <a:lnTo>
                    <a:pt x="1026203" y="36761"/>
                  </a:lnTo>
                  <a:lnTo>
                    <a:pt x="1070383" y="48950"/>
                  </a:lnTo>
                  <a:lnTo>
                    <a:pt x="1114368" y="62871"/>
                  </a:lnTo>
                  <a:lnTo>
                    <a:pt x="1158142" y="78520"/>
                  </a:lnTo>
                  <a:lnTo>
                    <a:pt x="1201685" y="95898"/>
                  </a:lnTo>
                  <a:lnTo>
                    <a:pt x="1244978" y="115002"/>
                  </a:lnTo>
                  <a:lnTo>
                    <a:pt x="1288002" y="135832"/>
                  </a:lnTo>
                  <a:lnTo>
                    <a:pt x="1330738" y="158385"/>
                  </a:lnTo>
                  <a:lnTo>
                    <a:pt x="1373169" y="182661"/>
                  </a:lnTo>
                  <a:lnTo>
                    <a:pt x="1415274" y="208658"/>
                  </a:lnTo>
                  <a:lnTo>
                    <a:pt x="1457035" y="236376"/>
                  </a:lnTo>
                  <a:lnTo>
                    <a:pt x="1498434" y="265812"/>
                  </a:lnTo>
                </a:path>
              </a:pathLst>
            </a:custGeom>
            <a:noFill/>
            <a:ln cap="flat" cmpd="sng" w="10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3681324" y="2522042"/>
              <a:ext cx="49530" cy="64135"/>
            </a:xfrm>
            <a:custGeom>
              <a:rect b="b" l="l" r="r" t="t"/>
              <a:pathLst>
                <a:path extrusionOk="0" h="64135" w="49529">
                  <a:moveTo>
                    <a:pt x="46800" y="0"/>
                  </a:moveTo>
                  <a:lnTo>
                    <a:pt x="42188" y="15878"/>
                  </a:lnTo>
                  <a:lnTo>
                    <a:pt x="41680" y="29640"/>
                  </a:lnTo>
                  <a:lnTo>
                    <a:pt x="44407" y="41336"/>
                  </a:lnTo>
                  <a:lnTo>
                    <a:pt x="49496" y="51015"/>
                  </a:lnTo>
                  <a:lnTo>
                    <a:pt x="38740" y="49046"/>
                  </a:lnTo>
                  <a:lnTo>
                    <a:pt x="26763" y="49933"/>
                  </a:lnTo>
                  <a:lnTo>
                    <a:pt x="13779" y="54523"/>
                  </a:lnTo>
                  <a:lnTo>
                    <a:pt x="0" y="63663"/>
                  </a:lnTo>
                </a:path>
              </a:pathLst>
            </a:custGeom>
            <a:noFill/>
            <a:ln cap="flat" cmpd="sng" w="10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2664101" y="2413195"/>
              <a:ext cx="1062355" cy="168275"/>
            </a:xfrm>
            <a:custGeom>
              <a:rect b="b" l="l" r="r" t="t"/>
              <a:pathLst>
                <a:path extrusionOk="0" h="168275" w="1062354">
                  <a:moveTo>
                    <a:pt x="0" y="142747"/>
                  </a:moveTo>
                  <a:lnTo>
                    <a:pt x="47981" y="117958"/>
                  </a:lnTo>
                  <a:lnTo>
                    <a:pt x="95705" y="95539"/>
                  </a:lnTo>
                  <a:lnTo>
                    <a:pt x="143185" y="75486"/>
                  </a:lnTo>
                  <a:lnTo>
                    <a:pt x="190435" y="57797"/>
                  </a:lnTo>
                  <a:lnTo>
                    <a:pt x="237468" y="42471"/>
                  </a:lnTo>
                  <a:lnTo>
                    <a:pt x="284297" y="29505"/>
                  </a:lnTo>
                  <a:lnTo>
                    <a:pt x="330937" y="18896"/>
                  </a:lnTo>
                  <a:lnTo>
                    <a:pt x="377399" y="10644"/>
                  </a:lnTo>
                  <a:lnTo>
                    <a:pt x="423697" y="4745"/>
                  </a:lnTo>
                  <a:lnTo>
                    <a:pt x="469846" y="1197"/>
                  </a:lnTo>
                  <a:lnTo>
                    <a:pt x="515857" y="0"/>
                  </a:lnTo>
                  <a:lnTo>
                    <a:pt x="561745" y="1149"/>
                  </a:lnTo>
                  <a:lnTo>
                    <a:pt x="607523" y="4643"/>
                  </a:lnTo>
                  <a:lnTo>
                    <a:pt x="653204" y="10480"/>
                  </a:lnTo>
                  <a:lnTo>
                    <a:pt x="698801" y="18659"/>
                  </a:lnTo>
                  <a:lnTo>
                    <a:pt x="744328" y="29175"/>
                  </a:lnTo>
                  <a:lnTo>
                    <a:pt x="789799" y="42029"/>
                  </a:lnTo>
                  <a:lnTo>
                    <a:pt x="835226" y="57217"/>
                  </a:lnTo>
                  <a:lnTo>
                    <a:pt x="880624" y="74737"/>
                  </a:lnTo>
                  <a:lnTo>
                    <a:pt x="926004" y="94587"/>
                  </a:lnTo>
                  <a:lnTo>
                    <a:pt x="971381" y="116765"/>
                  </a:lnTo>
                  <a:lnTo>
                    <a:pt x="1016768" y="141269"/>
                  </a:lnTo>
                  <a:lnTo>
                    <a:pt x="1062179" y="168097"/>
                  </a:lnTo>
                </a:path>
              </a:pathLst>
            </a:custGeom>
            <a:noFill/>
            <a:ln cap="flat" cmpd="sng" w="10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3682291" y="2533322"/>
              <a:ext cx="48895" cy="67310"/>
            </a:xfrm>
            <a:custGeom>
              <a:rect b="b" l="l" r="r" t="t"/>
              <a:pathLst>
                <a:path extrusionOk="0" h="67310" w="48895">
                  <a:moveTo>
                    <a:pt x="41446" y="0"/>
                  </a:moveTo>
                  <a:lnTo>
                    <a:pt x="38146" y="16201"/>
                  </a:lnTo>
                  <a:lnTo>
                    <a:pt x="38764" y="29959"/>
                  </a:lnTo>
                  <a:lnTo>
                    <a:pt x="42436" y="41393"/>
                  </a:lnTo>
                  <a:lnTo>
                    <a:pt x="48298" y="50624"/>
                  </a:lnTo>
                  <a:lnTo>
                    <a:pt x="37417" y="49539"/>
                  </a:lnTo>
                  <a:lnTo>
                    <a:pt x="25553" y="51401"/>
                  </a:lnTo>
                  <a:lnTo>
                    <a:pt x="12987" y="57036"/>
                  </a:lnTo>
                  <a:lnTo>
                    <a:pt x="0" y="67270"/>
                  </a:lnTo>
                </a:path>
              </a:pathLst>
            </a:custGeom>
            <a:noFill/>
            <a:ln cap="flat" cmpd="sng" w="10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3080963" y="2505591"/>
              <a:ext cx="645160" cy="86360"/>
            </a:xfrm>
            <a:custGeom>
              <a:rect b="b" l="l" r="r" t="t"/>
              <a:pathLst>
                <a:path extrusionOk="0" h="86360" w="645160">
                  <a:moveTo>
                    <a:pt x="0" y="72847"/>
                  </a:moveTo>
                  <a:lnTo>
                    <a:pt x="49667" y="52651"/>
                  </a:lnTo>
                  <a:lnTo>
                    <a:pt x="98126" y="35726"/>
                  </a:lnTo>
                  <a:lnTo>
                    <a:pt x="145541" y="22068"/>
                  </a:lnTo>
                  <a:lnTo>
                    <a:pt x="192076" y="11671"/>
                  </a:lnTo>
                  <a:lnTo>
                    <a:pt x="237892" y="4531"/>
                  </a:lnTo>
                  <a:lnTo>
                    <a:pt x="283155" y="642"/>
                  </a:lnTo>
                  <a:lnTo>
                    <a:pt x="328026" y="0"/>
                  </a:lnTo>
                  <a:lnTo>
                    <a:pt x="372668" y="2599"/>
                  </a:lnTo>
                  <a:lnTo>
                    <a:pt x="417247" y="8434"/>
                  </a:lnTo>
                  <a:lnTo>
                    <a:pt x="461923" y="17502"/>
                  </a:lnTo>
                  <a:lnTo>
                    <a:pt x="506862" y="29796"/>
                  </a:lnTo>
                  <a:lnTo>
                    <a:pt x="552225" y="45311"/>
                  </a:lnTo>
                  <a:lnTo>
                    <a:pt x="598177" y="64043"/>
                  </a:lnTo>
                  <a:lnTo>
                    <a:pt x="644881" y="85987"/>
                  </a:lnTo>
                </a:path>
              </a:pathLst>
            </a:custGeom>
            <a:noFill/>
            <a:ln cap="flat" cmpd="sng" w="10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7" name="Google Shape;117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526926" y="2538963"/>
              <a:ext cx="208505" cy="1041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4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4"/>
          <p:cNvSpPr txBox="1"/>
          <p:nvPr/>
        </p:nvSpPr>
        <p:spPr>
          <a:xfrm>
            <a:off x="3409734" y="2842461"/>
            <a:ext cx="822960" cy="175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Dependencies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2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3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4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905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eedforward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etworks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ail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129" name="Google Shape;129;p5"/>
          <p:cNvGrpSpPr/>
          <p:nvPr/>
        </p:nvGrpSpPr>
        <p:grpSpPr>
          <a:xfrm>
            <a:off x="513702" y="916927"/>
            <a:ext cx="69291" cy="1583804"/>
            <a:chOff x="513702" y="916927"/>
            <a:chExt cx="69291" cy="1583804"/>
          </a:xfrm>
        </p:grpSpPr>
        <p:pic>
          <p:nvPicPr>
            <p:cNvPr id="130" name="Google Shape;130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91692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166848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702" y="243144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3" name="Google Shape;133;p5"/>
          <p:cNvSpPr txBox="1"/>
          <p:nvPr/>
        </p:nvSpPr>
        <p:spPr>
          <a:xfrm>
            <a:off x="619226" y="789684"/>
            <a:ext cx="3783900" cy="1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Key issues: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Fixed input size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Cannot handle variable-length sequences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No memory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Each input processed independently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No parameter sharing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Different weights for each position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638175" rtl="0" algn="ctr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Example Problem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Predict next word in a sentence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607695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          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Input: ”I grew up in France, so I speak fluent </a:t>
            </a:r>
            <a:r>
              <a:rPr b="0" i="0" lang="en-US" sz="95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”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Need context from 7 words back (”France”) to predict ”French”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Feedforward network treats each position independently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We need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A model that can remember past information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34" name="Google Shape;134;p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35" name="Google Shape;135;p5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4695417" y="3137672"/>
            <a:ext cx="250825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 / 96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emporal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ependencies</a:t>
            </a:r>
            <a:endParaRPr/>
          </a:p>
        </p:txBody>
      </p:sp>
      <p:grpSp>
        <p:nvGrpSpPr>
          <p:cNvPr id="145" name="Google Shape;145;p6"/>
          <p:cNvGrpSpPr/>
          <p:nvPr/>
        </p:nvGrpSpPr>
        <p:grpSpPr>
          <a:xfrm>
            <a:off x="513702" y="879678"/>
            <a:ext cx="69291" cy="1675002"/>
            <a:chOff x="513702" y="879678"/>
            <a:chExt cx="69291" cy="1675002"/>
          </a:xfrm>
        </p:grpSpPr>
        <p:pic>
          <p:nvPicPr>
            <p:cNvPr id="146" name="Google Shape;146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87967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142039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702" y="197250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3702" y="248538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0" name="Google Shape;150;p6"/>
          <p:cNvSpPr txBox="1"/>
          <p:nvPr/>
        </p:nvSpPr>
        <p:spPr>
          <a:xfrm>
            <a:off x="581126" y="771072"/>
            <a:ext cx="45561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Short-term dependencies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Information needed is recent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31140" marR="0" rtl="0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”The clouds are in the </a:t>
            </a:r>
            <a:r>
              <a:rPr b="0" i="0" lang="en-US" sz="95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”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”sky”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Long-term dependencies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Information needed is far back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31140" marR="0" rtl="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”I grew up in France...   I speak fluent </a:t>
            </a:r>
            <a:r>
              <a:rPr b="0" i="0" lang="en-US" sz="95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”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”French”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76200" marR="30480" rtl="0" algn="l">
              <a:lnSpc>
                <a:spcPct val="114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Challenge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Model must learn to remember relevant information and forget irrelevant information.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762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Different sequence lengths require flexible architectures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51" name="Google Shape;151;p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52" name="Google Shape;152;p6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2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62" name="Google Shape;1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2" name="Google Shape;172;p7"/>
          <p:cNvGraphicFramePr/>
          <p:nvPr/>
        </p:nvGraphicFramePr>
        <p:xfrm>
          <a:off x="343649" y="5512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{806EB010-B201-4971-A2E3-822838E164C6}</a:tableStyleId>
              </a:tblPr>
              <a:tblGrid>
                <a:gridCol w="170175"/>
              </a:tblGrid>
              <a:tr h="2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875" marB="0" marR="0" marL="0"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73" name="Google Shape;173;p7"/>
          <p:cNvSpPr txBox="1"/>
          <p:nvPr/>
        </p:nvSpPr>
        <p:spPr>
          <a:xfrm>
            <a:off x="563029" y="457050"/>
            <a:ext cx="3558000" cy="24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11747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ntroduction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equence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odeling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747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equence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odels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T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heory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asic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RNN A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rchitecture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RNN 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raining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&amp; BPTT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idirectional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RNN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eep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tacked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) RNN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9781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ated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ecurrent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U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nits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(GRU)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9781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hort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-T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erm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emory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(LSTM)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eries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F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orecasting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pplications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omparison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&amp;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ummary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4" name="Google Shape;174;p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75" name="Google Shape;175;p7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p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2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3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4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5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6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7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A</a:t>
            </a:r>
            <a:r>
              <a:rPr lang="en-US" cap="small">
                <a:solidFill>
                  <a:srgbClr val="FFFFFF"/>
                </a:solidFill>
              </a:rPr>
              <a:t>utoregressive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odels</a:t>
            </a:r>
            <a:endParaRPr/>
          </a:p>
        </p:txBody>
      </p:sp>
      <p:grpSp>
        <p:nvGrpSpPr>
          <p:cNvPr id="185" name="Google Shape;185;p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86" name="Google Shape;186;p8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8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" name="Google Shape;189;p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91" name="Google Shape;191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5461002" cy="2412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A</a:t>
            </a:r>
            <a:r>
              <a:rPr lang="en-US" cap="small">
                <a:solidFill>
                  <a:srgbClr val="FFFFFF"/>
                </a:solidFill>
              </a:rPr>
              <a:t>utoregressive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odels</a:t>
            </a:r>
            <a:r>
              <a:rPr lang="en-US">
                <a:solidFill>
                  <a:srgbClr val="FFFFFF"/>
                </a:solidFill>
              </a:rPr>
              <a:t>: 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endParaRPr/>
          </a:p>
        </p:txBody>
      </p:sp>
      <p:grpSp>
        <p:nvGrpSpPr>
          <p:cNvPr id="197" name="Google Shape;197;p9"/>
          <p:cNvGrpSpPr/>
          <p:nvPr/>
        </p:nvGrpSpPr>
        <p:grpSpPr>
          <a:xfrm>
            <a:off x="0" y="565734"/>
            <a:ext cx="5760261" cy="2668277"/>
            <a:chOff x="0" y="565734"/>
            <a:chExt cx="5760261" cy="2668277"/>
          </a:xfrm>
        </p:grpSpPr>
        <p:pic>
          <p:nvPicPr>
            <p:cNvPr id="198" name="Google Shape;198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56573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76282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702" y="95991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9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p9"/>
          <p:cNvSpPr txBox="1"/>
          <p:nvPr/>
        </p:nvSpPr>
        <p:spPr>
          <a:xfrm>
            <a:off x="631926" y="455090"/>
            <a:ext cx="4260900" cy="26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0" marR="2343150" rtl="0" algn="just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Sequence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”The cat sat on the” </a:t>
            </a: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Predict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Next word (e.g., ”mat”) </a:t>
            </a: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Autoregressive decomposition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557530" marR="0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The, cat, sat, on, the, mat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353310" marR="0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353310" marR="0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sat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The, cat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35331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The, cat, sat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353310" marR="0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The, cat, sat, 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353310" marR="0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The, cat, sat, on, the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Each word depends on ALL previous words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History grows with sequence length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arkov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ssumption</a:t>
            </a:r>
            <a:endParaRPr/>
          </a:p>
        </p:txBody>
      </p:sp>
      <p:grpSp>
        <p:nvGrpSpPr>
          <p:cNvPr id="212" name="Google Shape;212;p10"/>
          <p:cNvGrpSpPr/>
          <p:nvPr/>
        </p:nvGrpSpPr>
        <p:grpSpPr>
          <a:xfrm>
            <a:off x="0" y="815187"/>
            <a:ext cx="5760261" cy="2418824"/>
            <a:chOff x="0" y="815187"/>
            <a:chExt cx="5760261" cy="2418824"/>
          </a:xfrm>
        </p:grpSpPr>
        <p:pic>
          <p:nvPicPr>
            <p:cNvPr id="213" name="Google Shape;213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81518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103661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702" y="170719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3702" y="237778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13702" y="259920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10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10"/>
          <p:cNvSpPr txBox="1"/>
          <p:nvPr/>
        </p:nvSpPr>
        <p:spPr>
          <a:xfrm>
            <a:off x="644626" y="680236"/>
            <a:ext cx="2962910" cy="4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0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Simplification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Limit the context window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First-order Markov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Only immediate past matters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2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3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sp>
        <p:nvSpPr>
          <p:cNvPr id="224" name="Google Shape;224;p10"/>
          <p:cNvSpPr txBox="1"/>
          <p:nvPr/>
        </p:nvSpPr>
        <p:spPr>
          <a:xfrm>
            <a:off x="2051037" y="1279192"/>
            <a:ext cx="1955164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baseline="-25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baseline="-25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5220322" y="1294376"/>
            <a:ext cx="192405" cy="18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(3)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>
            <a:off x="644626" y="1629668"/>
            <a:ext cx="2360295" cy="18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-th order Markov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Last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steps matter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1761300" y="1949775"/>
            <a:ext cx="26211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baseline="-25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baseline="-25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baseline="-25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5220322" y="1964961"/>
            <a:ext cx="192405" cy="18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(4)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644626" y="2242806"/>
            <a:ext cx="3605529" cy="4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Advantage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Fixed-size context, tractable computation </a:t>
            </a: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Disadvantage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May lose important long-term dependencies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arkov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ssumption</a:t>
            </a:r>
            <a:r>
              <a:rPr lang="en-US">
                <a:solidFill>
                  <a:srgbClr val="FFFFFF"/>
                </a:solidFill>
              </a:rPr>
              <a:t>: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endParaRPr/>
          </a:p>
        </p:txBody>
      </p:sp>
      <p:grpSp>
        <p:nvGrpSpPr>
          <p:cNvPr id="235" name="Google Shape;235;p11"/>
          <p:cNvGrpSpPr/>
          <p:nvPr/>
        </p:nvGrpSpPr>
        <p:grpSpPr>
          <a:xfrm>
            <a:off x="513702" y="604621"/>
            <a:ext cx="69291" cy="1841919"/>
            <a:chOff x="513702" y="604621"/>
            <a:chExt cx="69291" cy="1841919"/>
          </a:xfrm>
        </p:grpSpPr>
        <p:pic>
          <p:nvPicPr>
            <p:cNvPr id="236" name="Google Shape;236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60462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82604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702" y="104745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3702" y="171804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13702" y="237724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1" name="Google Shape;241;p11"/>
          <p:cNvSpPr txBox="1"/>
          <p:nvPr/>
        </p:nvSpPr>
        <p:spPr>
          <a:xfrm>
            <a:off x="606526" y="469645"/>
            <a:ext cx="3865879" cy="255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50800" marR="1922779" rtl="0" algn="just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Sequence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”The cat sat on the” </a:t>
            </a: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Predict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Next word (e.g., ”mat”) </a:t>
            </a: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First-order Markov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(bigram):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77900" marR="0" rtl="0" algn="ctr">
              <a:lnSpc>
                <a:spcPct val="100000"/>
              </a:lnSpc>
              <a:spcBef>
                <a:spcPts val="123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The, cat, sat, on, the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Second-order Markov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(trigram):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77900" marR="0" rtl="0" algn="ctr">
              <a:lnSpc>
                <a:spcPct val="100000"/>
              </a:lnSpc>
              <a:spcBef>
                <a:spcPts val="123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The, cat, sat, on, the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on, the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126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Key insight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0574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Fixed context window (1 or 2 words)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057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Ignores earlier words like ”cat” and ”sat”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057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Computationally efficient but limited expressiveness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42" name="Google Shape;242;p1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43" name="Google Shape;243;p11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1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2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3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L</a:t>
            </a:r>
            <a:r>
              <a:rPr lang="en-US" cap="small">
                <a:solidFill>
                  <a:srgbClr val="FFFFFF"/>
                </a:solidFill>
              </a:rPr>
              <a:t>atent</a:t>
            </a:r>
            <a:r>
              <a:rPr lang="en-US">
                <a:solidFill>
                  <a:srgbClr val="FFFFFF"/>
                </a:solidFill>
              </a:rPr>
              <a:t> V</a:t>
            </a:r>
            <a:r>
              <a:rPr lang="en-US" cap="small">
                <a:solidFill>
                  <a:srgbClr val="FFFFFF"/>
                </a:solidFill>
              </a:rPr>
              <a:t>ariable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odels</a:t>
            </a:r>
            <a:endParaRPr/>
          </a:p>
        </p:txBody>
      </p:sp>
      <p:grpSp>
        <p:nvGrpSpPr>
          <p:cNvPr id="253" name="Google Shape;253;p12"/>
          <p:cNvGrpSpPr/>
          <p:nvPr/>
        </p:nvGrpSpPr>
        <p:grpSpPr>
          <a:xfrm>
            <a:off x="513702" y="740409"/>
            <a:ext cx="69291" cy="2068398"/>
            <a:chOff x="513702" y="740409"/>
            <a:chExt cx="69291" cy="2068398"/>
          </a:xfrm>
        </p:grpSpPr>
        <p:pic>
          <p:nvPicPr>
            <p:cNvPr id="254" name="Google Shape;25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74040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180449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702" y="273951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7" name="Google Shape;257;p12"/>
          <p:cNvSpPr txBox="1"/>
          <p:nvPr/>
        </p:nvSpPr>
        <p:spPr>
          <a:xfrm>
            <a:off x="619226" y="740394"/>
            <a:ext cx="35286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Alternative approach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Summarize past with a hidden state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8" name="Google Shape;258;p12"/>
          <p:cNvSpPr txBox="1"/>
          <p:nvPr/>
        </p:nvSpPr>
        <p:spPr>
          <a:xfrm>
            <a:off x="2058161" y="1127227"/>
            <a:ext cx="1941195" cy="4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1425">
            <a:spAutoFit/>
          </a:bodyPr>
          <a:lstStyle/>
          <a:p>
            <a:pPr indent="0" lvl="0" marL="9893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baseline="-25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baseline="-25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9" name="Google Shape;259;p12"/>
          <p:cNvSpPr txBox="1"/>
          <p:nvPr/>
        </p:nvSpPr>
        <p:spPr>
          <a:xfrm>
            <a:off x="5220322" y="1124190"/>
            <a:ext cx="192405" cy="4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0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(5)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(6)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619226" y="1677249"/>
            <a:ext cx="3472815" cy="1174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Key insight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is a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latent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(hidden) variable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Contains compressed summary of history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Fixed-size representation regardless of sequence length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Updated recursively at each time step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This is the foundation of RNNs!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61" name="Google Shape;261;p1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62" name="Google Shape;262;p12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2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2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5" name="Google Shape;265;p1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L</a:t>
            </a:r>
            <a:r>
              <a:rPr lang="en-US" cap="small">
                <a:solidFill>
                  <a:srgbClr val="FFFFFF"/>
                </a:solidFill>
              </a:rPr>
              <a:t>atent</a:t>
            </a:r>
            <a:r>
              <a:rPr lang="en-US">
                <a:solidFill>
                  <a:srgbClr val="FFFFFF"/>
                </a:solidFill>
              </a:rPr>
              <a:t> V</a:t>
            </a:r>
            <a:r>
              <a:rPr lang="en-US" cap="small">
                <a:solidFill>
                  <a:srgbClr val="FFFFFF"/>
                </a:solidFill>
              </a:rPr>
              <a:t>ariable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odels</a:t>
            </a:r>
            <a:r>
              <a:rPr lang="en-US">
                <a:solidFill>
                  <a:srgbClr val="FFFFFF"/>
                </a:solidFill>
              </a:rPr>
              <a:t>: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endParaRPr/>
          </a:p>
        </p:txBody>
      </p:sp>
      <p:grpSp>
        <p:nvGrpSpPr>
          <p:cNvPr id="272" name="Google Shape;272;p1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73" name="Google Shape;273;p13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3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3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6" name="Google Shape;276;p1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278" name="Google Shape;278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4924186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FFFFFF"/>
                </a:solidFill>
              </a:rPr>
              <a:t>N</a:t>
            </a:r>
            <a:r>
              <a:rPr lang="en-US" sz="1400" cap="small">
                <a:solidFill>
                  <a:srgbClr val="FFFFFF"/>
                </a:solidFill>
              </a:rPr>
              <a:t>umerical</a:t>
            </a:r>
            <a:r>
              <a:rPr lang="en-US" sz="1400">
                <a:solidFill>
                  <a:srgbClr val="FFFFFF"/>
                </a:solidFill>
              </a:rPr>
              <a:t> E</a:t>
            </a:r>
            <a:r>
              <a:rPr lang="en-US" sz="1400" cap="small">
                <a:solidFill>
                  <a:srgbClr val="FFFFFF"/>
                </a:solidFill>
              </a:rPr>
              <a:t>xample</a:t>
            </a:r>
            <a:r>
              <a:rPr lang="en-US" sz="1400">
                <a:solidFill>
                  <a:srgbClr val="FFFFFF"/>
                </a:solidFill>
              </a:rPr>
              <a:t>: T</a:t>
            </a:r>
            <a:r>
              <a:rPr lang="en-US" sz="1400" cap="small">
                <a:solidFill>
                  <a:srgbClr val="FFFFFF"/>
                </a:solidFill>
              </a:rPr>
              <a:t>emperature</a:t>
            </a:r>
            <a:r>
              <a:rPr lang="en-US" sz="1400">
                <a:solidFill>
                  <a:srgbClr val="FFFFFF"/>
                </a:solidFill>
              </a:rPr>
              <a:t> F</a:t>
            </a:r>
            <a:r>
              <a:rPr lang="en-US" sz="1400" cap="small">
                <a:solidFill>
                  <a:srgbClr val="FFFFFF"/>
                </a:solidFill>
              </a:rPr>
              <a:t>orecasting</a:t>
            </a:r>
            <a:r>
              <a:rPr lang="en-US" sz="1400">
                <a:solidFill>
                  <a:srgbClr val="FFFFFF"/>
                </a:solidFill>
              </a:rPr>
              <a:t> - S</a:t>
            </a:r>
            <a:r>
              <a:rPr lang="en-US" sz="1400" cap="small">
                <a:solidFill>
                  <a:srgbClr val="FFFFFF"/>
                </a:solidFill>
              </a:rPr>
              <a:t>etup</a:t>
            </a:r>
            <a:endParaRPr sz="1400"/>
          </a:p>
        </p:txBody>
      </p:sp>
      <p:grpSp>
        <p:nvGrpSpPr>
          <p:cNvPr id="284" name="Google Shape;284;p14"/>
          <p:cNvGrpSpPr/>
          <p:nvPr/>
        </p:nvGrpSpPr>
        <p:grpSpPr>
          <a:xfrm>
            <a:off x="513702" y="605777"/>
            <a:ext cx="69291" cy="500748"/>
            <a:chOff x="513702" y="605777"/>
            <a:chExt cx="69291" cy="500748"/>
          </a:xfrm>
        </p:grpSpPr>
        <p:pic>
          <p:nvPicPr>
            <p:cNvPr id="285" name="Google Shape;285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60577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82720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702" y="103723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14"/>
          <p:cNvSpPr txBox="1"/>
          <p:nvPr/>
        </p:nvSpPr>
        <p:spPr>
          <a:xfrm>
            <a:off x="581126" y="490235"/>
            <a:ext cx="3672900" cy="2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6200" marR="426719" rtl="0" algn="l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Task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Predict tomorrow’s temperature (regression) </a:t>
            </a: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Observed sequence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20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22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25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24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21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Approach 1: Autoregressive (First-order)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31140" marR="0" rtl="0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Linear relationship learned from data: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51257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baseline="-2500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α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·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β</a:t>
            </a:r>
            <a:endParaRPr b="0" i="0" sz="11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231140" marR="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From historical data, we learned: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51955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α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	β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31140" marR="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Example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If today is 25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51193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tomorrow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25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24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9" name="Google Shape;289;p1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90" name="Google Shape;290;p14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3" name="Google Shape;293;p1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FFFFFF"/>
                </a:solidFill>
              </a:rPr>
              <a:t>T</a:t>
            </a:r>
            <a:r>
              <a:rPr lang="en-US" sz="1400" cap="small">
                <a:solidFill>
                  <a:srgbClr val="FFFFFF"/>
                </a:solidFill>
              </a:rPr>
              <a:t>emperature</a:t>
            </a:r>
            <a:r>
              <a:rPr lang="en-US" sz="1400">
                <a:solidFill>
                  <a:srgbClr val="FFFFFF"/>
                </a:solidFill>
              </a:rPr>
              <a:t> F</a:t>
            </a:r>
            <a:r>
              <a:rPr lang="en-US" sz="1400" cap="small">
                <a:solidFill>
                  <a:srgbClr val="FFFFFF"/>
                </a:solidFill>
              </a:rPr>
              <a:t>orecasting</a:t>
            </a:r>
            <a:r>
              <a:rPr lang="en-US" sz="1400">
                <a:solidFill>
                  <a:srgbClr val="FFFFFF"/>
                </a:solidFill>
              </a:rPr>
              <a:t> - A</a:t>
            </a:r>
            <a:r>
              <a:rPr lang="en-US" sz="1400" cap="small">
                <a:solidFill>
                  <a:srgbClr val="FFFFFF"/>
                </a:solidFill>
              </a:rPr>
              <a:t>utoregressive</a:t>
            </a:r>
            <a:r>
              <a:rPr lang="en-US" sz="1400">
                <a:solidFill>
                  <a:srgbClr val="FFFFFF"/>
                </a:solidFill>
              </a:rPr>
              <a:t> P</a:t>
            </a:r>
            <a:r>
              <a:rPr lang="en-US" sz="1400" cap="small">
                <a:solidFill>
                  <a:srgbClr val="FFFFFF"/>
                </a:solidFill>
              </a:rPr>
              <a:t>rediction</a:t>
            </a:r>
            <a:endParaRPr sz="1400"/>
          </a:p>
        </p:txBody>
      </p:sp>
      <p:grpSp>
        <p:nvGrpSpPr>
          <p:cNvPr id="300" name="Google Shape;300;p15"/>
          <p:cNvGrpSpPr/>
          <p:nvPr/>
        </p:nvGrpSpPr>
        <p:grpSpPr>
          <a:xfrm>
            <a:off x="513702" y="815428"/>
            <a:ext cx="69291" cy="1487653"/>
            <a:chOff x="513702" y="815428"/>
            <a:chExt cx="69291" cy="1487653"/>
          </a:xfrm>
        </p:grpSpPr>
        <p:pic>
          <p:nvPicPr>
            <p:cNvPr id="301" name="Google Shape;301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81542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" name="Google Shape;302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103685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702" y="124688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3702" y="182637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13702" y="223379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6" name="Google Shape;306;p15"/>
          <p:cNvSpPr txBox="1"/>
          <p:nvPr/>
        </p:nvSpPr>
        <p:spPr>
          <a:xfrm>
            <a:off x="619226" y="683514"/>
            <a:ext cx="2764790" cy="202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165100" rtl="0" algn="l">
              <a:lnSpc>
                <a:spcPct val="12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Sequence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20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22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25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24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21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Model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baseline="-2500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·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Predict next day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(day 6):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Last observation: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21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Prediction: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21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20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Multi-step ahead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(day 7, using predicted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513080" rtl="0" algn="r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7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20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20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64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◦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76884" rtl="0" algn="r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Limitation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Only uses immediate past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Cannot capture weekly/seasonal patterns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Error accumulates in multi-step predictions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07" name="Google Shape;307;p1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08" name="Google Shape;308;p15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1" name="Google Shape;311;p1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2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3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FFFFFF"/>
                </a:solidFill>
              </a:rPr>
              <a:t>T</a:t>
            </a:r>
            <a:r>
              <a:rPr lang="en-US" sz="1400" cap="small">
                <a:solidFill>
                  <a:srgbClr val="FFFFFF"/>
                </a:solidFill>
              </a:rPr>
              <a:t>emperature</a:t>
            </a:r>
            <a:r>
              <a:rPr lang="en-US" sz="1400">
                <a:solidFill>
                  <a:srgbClr val="FFFFFF"/>
                </a:solidFill>
              </a:rPr>
              <a:t> F</a:t>
            </a:r>
            <a:r>
              <a:rPr lang="en-US" sz="1400" cap="small">
                <a:solidFill>
                  <a:srgbClr val="FFFFFF"/>
                </a:solidFill>
              </a:rPr>
              <a:t>orecasting</a:t>
            </a:r>
            <a:r>
              <a:rPr lang="en-US" sz="1400">
                <a:solidFill>
                  <a:srgbClr val="FFFFFF"/>
                </a:solidFill>
              </a:rPr>
              <a:t> - L</a:t>
            </a:r>
            <a:r>
              <a:rPr lang="en-US" sz="1400" cap="small">
                <a:solidFill>
                  <a:srgbClr val="FFFFFF"/>
                </a:solidFill>
              </a:rPr>
              <a:t>atent</a:t>
            </a:r>
            <a:r>
              <a:rPr lang="en-US" sz="1400">
                <a:solidFill>
                  <a:srgbClr val="FFFFFF"/>
                </a:solidFill>
              </a:rPr>
              <a:t> V</a:t>
            </a:r>
            <a:r>
              <a:rPr lang="en-US" sz="1400" cap="small">
                <a:solidFill>
                  <a:srgbClr val="FFFFFF"/>
                </a:solidFill>
              </a:rPr>
              <a:t>ariable</a:t>
            </a:r>
            <a:r>
              <a:rPr lang="en-US" sz="1400">
                <a:solidFill>
                  <a:srgbClr val="FFFFFF"/>
                </a:solidFill>
              </a:rPr>
              <a:t> M</a:t>
            </a:r>
            <a:r>
              <a:rPr lang="en-US" sz="1400" cap="small">
                <a:solidFill>
                  <a:srgbClr val="FFFFFF"/>
                </a:solidFill>
              </a:rPr>
              <a:t>odel</a:t>
            </a:r>
            <a:endParaRPr sz="1400"/>
          </a:p>
        </p:txBody>
      </p:sp>
      <p:grpSp>
        <p:nvGrpSpPr>
          <p:cNvPr id="318" name="Google Shape;318;p1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19" name="Google Shape;319;p16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6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6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2" name="Google Shape;322;p1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324" name="Google Shape;32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7350" y="433869"/>
            <a:ext cx="5206375" cy="2708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7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330" name="Google Shape;3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0" name="Google Shape;340;p17"/>
          <p:cNvGraphicFramePr/>
          <p:nvPr/>
        </p:nvGraphicFramePr>
        <p:xfrm>
          <a:off x="343649" y="5512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{806EB010-B201-4971-A2E3-822838E164C6}</a:tableStyleId>
              </a:tblPr>
              <a:tblGrid>
                <a:gridCol w="170175"/>
              </a:tblGrid>
              <a:tr h="2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875" marB="0" marR="0" marL="0"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341" name="Google Shape;341;p17"/>
          <p:cNvSpPr txBox="1"/>
          <p:nvPr/>
        </p:nvSpPr>
        <p:spPr>
          <a:xfrm>
            <a:off x="563029" y="457050"/>
            <a:ext cx="3558000" cy="24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11747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ntroduction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equence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odeling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747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equence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odels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heory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asic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RNN A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rchitecture</a:t>
            </a:r>
            <a:r>
              <a:rPr b="0" i="0" lang="en-US" sz="1400" u="none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RNN 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raining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&amp; BPTT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idirectional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RNN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eep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tacked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) RNN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9781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ated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ecurrent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U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nits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(GRU)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9781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hort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-T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erm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emory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(LSTM)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eries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F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orecasting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pplications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omparison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&amp;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ummary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2" name="Google Shape;342;p1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43" name="Google Shape;343;p17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7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7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6" name="Google Shape;346;p1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2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3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4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5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6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7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8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R</a:t>
            </a:r>
            <a:r>
              <a:rPr lang="en-US" cap="small">
                <a:solidFill>
                  <a:srgbClr val="FFFFFF"/>
                </a:solidFill>
              </a:rPr>
              <a:t>ecurrent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eural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etwork</a:t>
            </a:r>
            <a:r>
              <a:rPr lang="en-US">
                <a:solidFill>
                  <a:srgbClr val="FFFFFF"/>
                </a:solidFill>
              </a:rPr>
              <a:t> (RNN)</a:t>
            </a:r>
            <a:endParaRPr/>
          </a:p>
        </p:txBody>
      </p:sp>
      <p:grpSp>
        <p:nvGrpSpPr>
          <p:cNvPr id="353" name="Google Shape;353;p18"/>
          <p:cNvGrpSpPr/>
          <p:nvPr/>
        </p:nvGrpSpPr>
        <p:grpSpPr>
          <a:xfrm>
            <a:off x="309193" y="614616"/>
            <a:ext cx="5192466" cy="489268"/>
            <a:chOff x="309193" y="614616"/>
            <a:chExt cx="5192466" cy="489268"/>
          </a:xfrm>
        </p:grpSpPr>
        <p:sp>
          <p:nvSpPr>
            <p:cNvPr id="354" name="Google Shape;354;p18"/>
            <p:cNvSpPr/>
            <p:nvPr/>
          </p:nvSpPr>
          <p:spPr>
            <a:xfrm>
              <a:off x="309193" y="614616"/>
              <a:ext cx="5142230" cy="207010"/>
            </a:xfrm>
            <a:custGeom>
              <a:rect b="b" l="l" r="r" t="t"/>
              <a:pathLst>
                <a:path extrusionOk="0" h="207009" w="514223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5" name="Google Shape;35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9193" y="808837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9994" y="1002283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" name="Google Shape;357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0794" y="989583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450859" y="658850"/>
              <a:ext cx="50800" cy="3434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18"/>
            <p:cNvSpPr/>
            <p:nvPr/>
          </p:nvSpPr>
          <p:spPr>
            <a:xfrm>
              <a:off x="309193" y="853127"/>
              <a:ext cx="5142230" cy="200025"/>
            </a:xfrm>
            <a:custGeom>
              <a:rect b="b" l="l" r="r" t="t"/>
              <a:pathLst>
                <a:path extrusionOk="0" h="200025" w="5142230">
                  <a:moveTo>
                    <a:pt x="5141666" y="0"/>
                  </a:moveTo>
                  <a:lnTo>
                    <a:pt x="0" y="0"/>
                  </a:lnTo>
                  <a:lnTo>
                    <a:pt x="0" y="149156"/>
                  </a:lnTo>
                  <a:lnTo>
                    <a:pt x="4008" y="168880"/>
                  </a:lnTo>
                  <a:lnTo>
                    <a:pt x="14922" y="185033"/>
                  </a:lnTo>
                  <a:lnTo>
                    <a:pt x="31075" y="195947"/>
                  </a:lnTo>
                  <a:lnTo>
                    <a:pt x="50800" y="199956"/>
                  </a:lnTo>
                  <a:lnTo>
                    <a:pt x="5090865" y="199956"/>
                  </a:lnTo>
                  <a:lnTo>
                    <a:pt x="5110590" y="195947"/>
                  </a:lnTo>
                  <a:lnTo>
                    <a:pt x="5126743" y="185033"/>
                  </a:lnTo>
                  <a:lnTo>
                    <a:pt x="5137657" y="168880"/>
                  </a:lnTo>
                  <a:lnTo>
                    <a:pt x="5141666" y="149156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8"/>
            <p:cNvSpPr/>
            <p:nvPr/>
          </p:nvSpPr>
          <p:spPr>
            <a:xfrm>
              <a:off x="5450859" y="696946"/>
              <a:ext cx="0" cy="324485"/>
            </a:xfrm>
            <a:custGeom>
              <a:rect b="b" l="l" r="r" t="t"/>
              <a:pathLst>
                <a:path extrusionOk="0" h="324484" w="120000">
                  <a:moveTo>
                    <a:pt x="0" y="324387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8"/>
            <p:cNvSpPr/>
            <p:nvPr/>
          </p:nvSpPr>
          <p:spPr>
            <a:xfrm>
              <a:off x="5450859" y="68424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8"/>
            <p:cNvSpPr/>
            <p:nvPr/>
          </p:nvSpPr>
          <p:spPr>
            <a:xfrm>
              <a:off x="5450859" y="67154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8"/>
            <p:cNvSpPr/>
            <p:nvPr/>
          </p:nvSpPr>
          <p:spPr>
            <a:xfrm>
              <a:off x="5450859" y="65884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8"/>
            <p:cNvSpPr/>
            <p:nvPr/>
          </p:nvSpPr>
          <p:spPr>
            <a:xfrm>
              <a:off x="5450859" y="639796"/>
              <a:ext cx="0" cy="19050"/>
            </a:xfrm>
            <a:custGeom>
              <a:rect b="b" l="l" r="r" t="t"/>
              <a:pathLst>
                <a:path extrusionOk="0" h="19050" w="12000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5" name="Google Shape;365;p18"/>
          <p:cNvSpPr txBox="1"/>
          <p:nvPr/>
        </p:nvSpPr>
        <p:spPr>
          <a:xfrm>
            <a:off x="347294" y="545044"/>
            <a:ext cx="3460115" cy="473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400" u="none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Neural network with loops, allowing information to persist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>
            <a:off x="460921" y="1280591"/>
            <a:ext cx="69291" cy="1348473"/>
            <a:chOff x="460921" y="1280591"/>
            <a:chExt cx="69291" cy="1348473"/>
          </a:xfrm>
        </p:grpSpPr>
        <p:pic>
          <p:nvPicPr>
            <p:cNvPr id="367" name="Google Shape;367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60921" y="128059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" name="Google Shape;368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60921" y="255977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9" name="Google Shape;369;p18"/>
          <p:cNvSpPr txBox="1"/>
          <p:nvPr/>
        </p:nvSpPr>
        <p:spPr>
          <a:xfrm>
            <a:off x="566445" y="1153375"/>
            <a:ext cx="2181225" cy="1518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Key idea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2240" lvl="0" marL="335280" marR="264160" rtl="0" algn="l">
              <a:lnSpc>
                <a:spcPct val="1189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Process sequential data one step at a time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2240" lvl="0" marL="335280" marR="244475" rtl="0" algn="l">
              <a:lnSpc>
                <a:spcPct val="118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Maintain hidden state that summarizes past information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2240" lvl="0" marL="335280" marR="30480" rtl="0" algn="l">
              <a:lnSpc>
                <a:spcPct val="118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Same parameters shared across all time steps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The loop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Hidden state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feeds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70" name="Google Shape;370;p18"/>
          <p:cNvGrpSpPr/>
          <p:nvPr/>
        </p:nvGrpSpPr>
        <p:grpSpPr>
          <a:xfrm>
            <a:off x="3611485" y="1982507"/>
            <a:ext cx="432434" cy="432434"/>
            <a:chOff x="3611485" y="1982507"/>
            <a:chExt cx="432434" cy="432434"/>
          </a:xfrm>
        </p:grpSpPr>
        <p:sp>
          <p:nvSpPr>
            <p:cNvPr id="371" name="Google Shape;371;p18"/>
            <p:cNvSpPr/>
            <p:nvPr/>
          </p:nvSpPr>
          <p:spPr>
            <a:xfrm>
              <a:off x="3611485" y="1982507"/>
              <a:ext cx="432434" cy="432434"/>
            </a:xfrm>
            <a:custGeom>
              <a:rect b="b" l="l" r="r" t="t"/>
              <a:pathLst>
                <a:path extrusionOk="0" h="432435" w="432435">
                  <a:moveTo>
                    <a:pt x="216002" y="0"/>
                  </a:moveTo>
                  <a:lnTo>
                    <a:pt x="166474" y="5704"/>
                  </a:lnTo>
                  <a:lnTo>
                    <a:pt x="121009" y="21954"/>
                  </a:lnTo>
                  <a:lnTo>
                    <a:pt x="80903" y="47452"/>
                  </a:lnTo>
                  <a:lnTo>
                    <a:pt x="47452" y="80903"/>
                  </a:lnTo>
                  <a:lnTo>
                    <a:pt x="21954" y="121009"/>
                  </a:lnTo>
                  <a:lnTo>
                    <a:pt x="5704" y="166474"/>
                  </a:lnTo>
                  <a:lnTo>
                    <a:pt x="0" y="216002"/>
                  </a:lnTo>
                  <a:lnTo>
                    <a:pt x="5704" y="265529"/>
                  </a:lnTo>
                  <a:lnTo>
                    <a:pt x="21954" y="310994"/>
                  </a:lnTo>
                  <a:lnTo>
                    <a:pt x="47452" y="351100"/>
                  </a:lnTo>
                  <a:lnTo>
                    <a:pt x="80903" y="384551"/>
                  </a:lnTo>
                  <a:lnTo>
                    <a:pt x="121009" y="410049"/>
                  </a:lnTo>
                  <a:lnTo>
                    <a:pt x="166474" y="426299"/>
                  </a:lnTo>
                  <a:lnTo>
                    <a:pt x="216002" y="432004"/>
                  </a:lnTo>
                  <a:lnTo>
                    <a:pt x="265529" y="426299"/>
                  </a:lnTo>
                  <a:lnTo>
                    <a:pt x="310994" y="410049"/>
                  </a:lnTo>
                  <a:lnTo>
                    <a:pt x="351100" y="384551"/>
                  </a:lnTo>
                  <a:lnTo>
                    <a:pt x="384551" y="351100"/>
                  </a:lnTo>
                  <a:lnTo>
                    <a:pt x="410049" y="310994"/>
                  </a:lnTo>
                  <a:lnTo>
                    <a:pt x="426299" y="265529"/>
                  </a:lnTo>
                  <a:lnTo>
                    <a:pt x="432004" y="216002"/>
                  </a:lnTo>
                  <a:lnTo>
                    <a:pt x="426299" y="166474"/>
                  </a:lnTo>
                  <a:lnTo>
                    <a:pt x="410049" y="121009"/>
                  </a:lnTo>
                  <a:lnTo>
                    <a:pt x="384551" y="80903"/>
                  </a:lnTo>
                  <a:lnTo>
                    <a:pt x="351100" y="47452"/>
                  </a:lnTo>
                  <a:lnTo>
                    <a:pt x="310994" y="21954"/>
                  </a:lnTo>
                  <a:lnTo>
                    <a:pt x="265529" y="5704"/>
                  </a:lnTo>
                  <a:lnTo>
                    <a:pt x="216002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3611485" y="1982507"/>
              <a:ext cx="432434" cy="432434"/>
            </a:xfrm>
            <a:custGeom>
              <a:rect b="b" l="l" r="r" t="t"/>
              <a:pathLst>
                <a:path extrusionOk="0" h="432435" w="432435">
                  <a:moveTo>
                    <a:pt x="432004" y="216002"/>
                  </a:moveTo>
                  <a:lnTo>
                    <a:pt x="426299" y="166474"/>
                  </a:lnTo>
                  <a:lnTo>
                    <a:pt x="410049" y="121009"/>
                  </a:lnTo>
                  <a:lnTo>
                    <a:pt x="384551" y="80903"/>
                  </a:lnTo>
                  <a:lnTo>
                    <a:pt x="351100" y="47452"/>
                  </a:lnTo>
                  <a:lnTo>
                    <a:pt x="310994" y="21954"/>
                  </a:lnTo>
                  <a:lnTo>
                    <a:pt x="265529" y="5704"/>
                  </a:lnTo>
                  <a:lnTo>
                    <a:pt x="216002" y="0"/>
                  </a:lnTo>
                  <a:lnTo>
                    <a:pt x="166474" y="5704"/>
                  </a:lnTo>
                  <a:lnTo>
                    <a:pt x="121009" y="21954"/>
                  </a:lnTo>
                  <a:lnTo>
                    <a:pt x="80903" y="47452"/>
                  </a:lnTo>
                  <a:lnTo>
                    <a:pt x="47452" y="80903"/>
                  </a:lnTo>
                  <a:lnTo>
                    <a:pt x="21954" y="121009"/>
                  </a:lnTo>
                  <a:lnTo>
                    <a:pt x="5704" y="166474"/>
                  </a:lnTo>
                  <a:lnTo>
                    <a:pt x="0" y="216002"/>
                  </a:lnTo>
                  <a:lnTo>
                    <a:pt x="5704" y="265529"/>
                  </a:lnTo>
                  <a:lnTo>
                    <a:pt x="21954" y="310994"/>
                  </a:lnTo>
                  <a:lnTo>
                    <a:pt x="47452" y="351100"/>
                  </a:lnTo>
                  <a:lnTo>
                    <a:pt x="80903" y="384551"/>
                  </a:lnTo>
                  <a:lnTo>
                    <a:pt x="121009" y="410049"/>
                  </a:lnTo>
                  <a:lnTo>
                    <a:pt x="166474" y="426299"/>
                  </a:lnTo>
                  <a:lnTo>
                    <a:pt x="216002" y="432004"/>
                  </a:lnTo>
                  <a:lnTo>
                    <a:pt x="265529" y="426299"/>
                  </a:lnTo>
                  <a:lnTo>
                    <a:pt x="310994" y="410049"/>
                  </a:lnTo>
                  <a:lnTo>
                    <a:pt x="351100" y="384551"/>
                  </a:lnTo>
                  <a:lnTo>
                    <a:pt x="384551" y="351100"/>
                  </a:lnTo>
                  <a:lnTo>
                    <a:pt x="410049" y="310994"/>
                  </a:lnTo>
                  <a:lnTo>
                    <a:pt x="426299" y="265529"/>
                  </a:lnTo>
                  <a:lnTo>
                    <a:pt x="432004" y="216002"/>
                  </a:lnTo>
                  <a:close/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3" name="Google Shape;373;p18"/>
          <p:cNvSpPr txBox="1"/>
          <p:nvPr/>
        </p:nvSpPr>
        <p:spPr>
          <a:xfrm>
            <a:off x="3666794" y="2098514"/>
            <a:ext cx="321945" cy="18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RNN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74" name="Google Shape;374;p18"/>
          <p:cNvGrpSpPr/>
          <p:nvPr/>
        </p:nvGrpSpPr>
        <p:grpSpPr>
          <a:xfrm>
            <a:off x="3787978" y="2424676"/>
            <a:ext cx="79375" cy="355581"/>
            <a:chOff x="3787978" y="2424676"/>
            <a:chExt cx="79375" cy="355581"/>
          </a:xfrm>
        </p:grpSpPr>
        <p:sp>
          <p:nvSpPr>
            <p:cNvPr id="375" name="Google Shape;375;p18"/>
            <p:cNvSpPr/>
            <p:nvPr/>
          </p:nvSpPr>
          <p:spPr>
            <a:xfrm>
              <a:off x="3827488" y="2429737"/>
              <a:ext cx="0" cy="350520"/>
            </a:xfrm>
            <a:custGeom>
              <a:rect b="b" l="l" r="r" t="t"/>
              <a:pathLst>
                <a:path extrusionOk="0" h="350519" w="120000">
                  <a:moveTo>
                    <a:pt x="0" y="349994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1B14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3787978" y="2424676"/>
              <a:ext cx="79375" cy="32384"/>
            </a:xfrm>
            <a:custGeom>
              <a:rect b="b" l="l" r="r" t="t"/>
              <a:pathLst>
                <a:path extrusionOk="0" h="32385" w="79375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cap="flat" cmpd="sng" w="10100">
              <a:solidFill>
                <a:srgbClr val="1B14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7" name="Google Shape;377;p18"/>
          <p:cNvSpPr txBox="1"/>
          <p:nvPr/>
        </p:nvSpPr>
        <p:spPr>
          <a:xfrm>
            <a:off x="3731475" y="1396573"/>
            <a:ext cx="177800" cy="18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baseline="-2500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8" name="Google Shape;378;p18"/>
          <p:cNvGrpSpPr/>
          <p:nvPr/>
        </p:nvGrpSpPr>
        <p:grpSpPr>
          <a:xfrm>
            <a:off x="3187047" y="1622348"/>
            <a:ext cx="680306" cy="769298"/>
            <a:chOff x="3187047" y="1622348"/>
            <a:chExt cx="680306" cy="769298"/>
          </a:xfrm>
        </p:grpSpPr>
        <p:sp>
          <p:nvSpPr>
            <p:cNvPr id="379" name="Google Shape;379;p18"/>
            <p:cNvSpPr/>
            <p:nvPr/>
          </p:nvSpPr>
          <p:spPr>
            <a:xfrm>
              <a:off x="3827487" y="1627409"/>
              <a:ext cx="0" cy="350520"/>
            </a:xfrm>
            <a:custGeom>
              <a:rect b="b" l="l" r="r" t="t"/>
              <a:pathLst>
                <a:path extrusionOk="0" h="350519" w="120000">
                  <a:moveTo>
                    <a:pt x="0" y="349994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218B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3787978" y="1622348"/>
              <a:ext cx="79375" cy="32384"/>
            </a:xfrm>
            <a:custGeom>
              <a:rect b="b" l="l" r="r" t="t"/>
              <a:pathLst>
                <a:path extrusionOk="0" h="32385" w="79375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cap="flat" cmpd="sng" w="10100">
              <a:solidFill>
                <a:srgbClr val="218B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3187047" y="2008741"/>
              <a:ext cx="449580" cy="382905"/>
            </a:xfrm>
            <a:custGeom>
              <a:rect b="b" l="l" r="r" t="t"/>
              <a:pathLst>
                <a:path extrusionOk="0" h="382905" w="449579">
                  <a:moveTo>
                    <a:pt x="448960" y="79218"/>
                  </a:moveTo>
                  <a:lnTo>
                    <a:pt x="410021" y="58060"/>
                  </a:lnTo>
                  <a:lnTo>
                    <a:pt x="372852" y="40457"/>
                  </a:lnTo>
                  <a:lnTo>
                    <a:pt x="337452" y="26244"/>
                  </a:lnTo>
                  <a:lnTo>
                    <a:pt x="271956" y="7331"/>
                  </a:lnTo>
                  <a:lnTo>
                    <a:pt x="213527" y="0"/>
                  </a:lnTo>
                  <a:lnTo>
                    <a:pt x="186962" y="264"/>
                  </a:lnTo>
                  <a:lnTo>
                    <a:pt x="139127" y="7831"/>
                  </a:lnTo>
                  <a:lnTo>
                    <a:pt x="98349" y="23678"/>
                  </a:lnTo>
                  <a:lnTo>
                    <a:pt x="64623" y="46487"/>
                  </a:lnTo>
                  <a:lnTo>
                    <a:pt x="37944" y="74937"/>
                  </a:lnTo>
                  <a:lnTo>
                    <a:pt x="18308" y="107707"/>
                  </a:lnTo>
                  <a:lnTo>
                    <a:pt x="2049" y="162077"/>
                  </a:lnTo>
                  <a:lnTo>
                    <a:pt x="0" y="199873"/>
                  </a:lnTo>
                  <a:lnTo>
                    <a:pt x="1610" y="218741"/>
                  </a:lnTo>
                  <a:lnTo>
                    <a:pt x="16976" y="273245"/>
                  </a:lnTo>
                  <a:lnTo>
                    <a:pt x="48130" y="321133"/>
                  </a:lnTo>
                  <a:lnTo>
                    <a:pt x="77664" y="347182"/>
                  </a:lnTo>
                  <a:lnTo>
                    <a:pt x="114204" y="366990"/>
                  </a:lnTo>
                  <a:lnTo>
                    <a:pt x="157745" y="379237"/>
                  </a:lnTo>
                  <a:lnTo>
                    <a:pt x="208282" y="382602"/>
                  </a:lnTo>
                  <a:lnTo>
                    <a:pt x="236173" y="380542"/>
                  </a:lnTo>
                  <a:lnTo>
                    <a:pt x="297196" y="368109"/>
                  </a:lnTo>
                  <a:lnTo>
                    <a:pt x="365205" y="343495"/>
                  </a:lnTo>
                  <a:lnTo>
                    <a:pt x="401827" y="326207"/>
                  </a:lnTo>
                  <a:lnTo>
                    <a:pt x="440194" y="305378"/>
                  </a:lnTo>
                </a:path>
              </a:pathLst>
            </a:custGeom>
            <a:noFill/>
            <a:ln cap="flat" cmpd="sng" w="10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8"/>
            <p:cNvSpPr/>
            <p:nvPr/>
          </p:nvSpPr>
          <p:spPr>
            <a:xfrm>
              <a:off x="3583820" y="2293568"/>
              <a:ext cx="48260" cy="68580"/>
            </a:xfrm>
            <a:custGeom>
              <a:rect b="b" l="l" r="r" t="t"/>
              <a:pathLst>
                <a:path extrusionOk="0" h="68580" w="48260">
                  <a:moveTo>
                    <a:pt x="0" y="0"/>
                  </a:moveTo>
                  <a:lnTo>
                    <a:pt x="12689" y="10601"/>
                  </a:lnTo>
                  <a:lnTo>
                    <a:pt x="25089" y="16593"/>
                  </a:lnTo>
                  <a:lnTo>
                    <a:pt x="36896" y="18794"/>
                  </a:lnTo>
                  <a:lnTo>
                    <a:pt x="47804" y="18020"/>
                  </a:lnTo>
                  <a:lnTo>
                    <a:pt x="41680" y="27080"/>
                  </a:lnTo>
                  <a:lnTo>
                    <a:pt x="37682" y="38405"/>
                  </a:lnTo>
                  <a:lnTo>
                    <a:pt x="36671" y="52140"/>
                  </a:lnTo>
                  <a:lnTo>
                    <a:pt x="39507" y="68430"/>
                  </a:lnTo>
                </a:path>
              </a:pathLst>
            </a:custGeom>
            <a:noFill/>
            <a:ln cap="flat" cmpd="sng" w="10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3" name="Google Shape;383;p18"/>
          <p:cNvSpPr txBox="1"/>
          <p:nvPr/>
        </p:nvSpPr>
        <p:spPr>
          <a:xfrm>
            <a:off x="3224390" y="2086818"/>
            <a:ext cx="177800" cy="18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1" lang="en-US" sz="1050" u="none" cap="none" strike="noStrike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baseline="-2500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8"/>
          <p:cNvSpPr txBox="1"/>
          <p:nvPr/>
        </p:nvSpPr>
        <p:spPr>
          <a:xfrm>
            <a:off x="4263961" y="2097397"/>
            <a:ext cx="1324610" cy="18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Recurrent connection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85" name="Google Shape;385;p1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86" name="Google Shape;386;p18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9" name="Google Shape;389;p18"/>
          <p:cNvSpPr txBox="1"/>
          <p:nvPr/>
        </p:nvSpPr>
        <p:spPr>
          <a:xfrm>
            <a:off x="591845" y="2672132"/>
            <a:ext cx="1925320" cy="1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back into itself at next time step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0" name="Google Shape;390;p18"/>
          <p:cNvSpPr txBox="1"/>
          <p:nvPr/>
        </p:nvSpPr>
        <p:spPr>
          <a:xfrm>
            <a:off x="3760698" y="2755875"/>
            <a:ext cx="11938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baseline="-2500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2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3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4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9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RNN: U</a:t>
            </a:r>
            <a:r>
              <a:rPr lang="en-US" cap="small">
                <a:solidFill>
                  <a:srgbClr val="FFFFFF"/>
                </a:solidFill>
              </a:rPr>
              <a:t>nrolled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omputation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raph</a:t>
            </a:r>
            <a:endParaRPr/>
          </a:p>
        </p:txBody>
      </p:sp>
      <p:grpSp>
        <p:nvGrpSpPr>
          <p:cNvPr id="398" name="Google Shape;398;p19"/>
          <p:cNvGrpSpPr/>
          <p:nvPr/>
        </p:nvGrpSpPr>
        <p:grpSpPr>
          <a:xfrm>
            <a:off x="1706283" y="1481088"/>
            <a:ext cx="324485" cy="324485"/>
            <a:chOff x="1706283" y="1481088"/>
            <a:chExt cx="324485" cy="324485"/>
          </a:xfrm>
        </p:grpSpPr>
        <p:sp>
          <p:nvSpPr>
            <p:cNvPr id="399" name="Google Shape;399;p19"/>
            <p:cNvSpPr/>
            <p:nvPr/>
          </p:nvSpPr>
          <p:spPr>
            <a:xfrm>
              <a:off x="1706283" y="1481088"/>
              <a:ext cx="324485" cy="324485"/>
            </a:xfrm>
            <a:custGeom>
              <a:rect b="b" l="l" r="r" t="t"/>
              <a:pathLst>
                <a:path extrusionOk="0" h="324485" w="324485">
                  <a:moveTo>
                    <a:pt x="162000" y="0"/>
                  </a:move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0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2"/>
                  </a:lnTo>
                  <a:lnTo>
                    <a:pt x="80235" y="301883"/>
                  </a:lnTo>
                  <a:lnTo>
                    <a:pt x="118934" y="318214"/>
                  </a:lnTo>
                  <a:lnTo>
                    <a:pt x="162000" y="324001"/>
                  </a:lnTo>
                  <a:lnTo>
                    <a:pt x="205067" y="318214"/>
                  </a:lnTo>
                  <a:lnTo>
                    <a:pt x="243765" y="301883"/>
                  </a:lnTo>
                  <a:lnTo>
                    <a:pt x="276552" y="276552"/>
                  </a:lnTo>
                  <a:lnTo>
                    <a:pt x="301883" y="243766"/>
                  </a:lnTo>
                  <a:lnTo>
                    <a:pt x="318214" y="205067"/>
                  </a:lnTo>
                  <a:lnTo>
                    <a:pt x="324001" y="162000"/>
                  </a:lnTo>
                  <a:lnTo>
                    <a:pt x="318214" y="118934"/>
                  </a:lnTo>
                  <a:lnTo>
                    <a:pt x="301883" y="80235"/>
                  </a:lnTo>
                  <a:lnTo>
                    <a:pt x="276552" y="47448"/>
                  </a:lnTo>
                  <a:lnTo>
                    <a:pt x="243765" y="22117"/>
                  </a:lnTo>
                  <a:lnTo>
                    <a:pt x="205067" y="5786"/>
                  </a:lnTo>
                  <a:lnTo>
                    <a:pt x="162000" y="0"/>
                  </a:lnTo>
                  <a:close/>
                </a:path>
              </a:pathLst>
            </a:custGeom>
            <a:solidFill>
              <a:srgbClr val="FBD2D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9"/>
            <p:cNvSpPr/>
            <p:nvPr/>
          </p:nvSpPr>
          <p:spPr>
            <a:xfrm>
              <a:off x="1706283" y="1481088"/>
              <a:ext cx="324485" cy="324485"/>
            </a:xfrm>
            <a:custGeom>
              <a:rect b="b" l="l" r="r" t="t"/>
              <a:pathLst>
                <a:path extrusionOk="0" h="324485" w="324485">
                  <a:moveTo>
                    <a:pt x="324001" y="162000"/>
                  </a:moveTo>
                  <a:lnTo>
                    <a:pt x="318214" y="118934"/>
                  </a:lnTo>
                  <a:lnTo>
                    <a:pt x="301883" y="80235"/>
                  </a:lnTo>
                  <a:lnTo>
                    <a:pt x="276552" y="47448"/>
                  </a:lnTo>
                  <a:lnTo>
                    <a:pt x="243765" y="22117"/>
                  </a:lnTo>
                  <a:lnTo>
                    <a:pt x="205067" y="5786"/>
                  </a:lnTo>
                  <a:lnTo>
                    <a:pt x="162000" y="0"/>
                  </a:ln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0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2"/>
                  </a:lnTo>
                  <a:lnTo>
                    <a:pt x="80235" y="301883"/>
                  </a:lnTo>
                  <a:lnTo>
                    <a:pt x="118934" y="318214"/>
                  </a:lnTo>
                  <a:lnTo>
                    <a:pt x="162000" y="324001"/>
                  </a:lnTo>
                  <a:lnTo>
                    <a:pt x="205067" y="318214"/>
                  </a:lnTo>
                  <a:lnTo>
                    <a:pt x="243765" y="301883"/>
                  </a:lnTo>
                  <a:lnTo>
                    <a:pt x="276552" y="276552"/>
                  </a:lnTo>
                  <a:lnTo>
                    <a:pt x="301883" y="243766"/>
                  </a:lnTo>
                  <a:lnTo>
                    <a:pt x="318214" y="205067"/>
                  </a:lnTo>
                  <a:lnTo>
                    <a:pt x="324001" y="1620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1" name="Google Shape;401;p19"/>
          <p:cNvSpPr txBox="1"/>
          <p:nvPr/>
        </p:nvSpPr>
        <p:spPr>
          <a:xfrm>
            <a:off x="1770354" y="1541593"/>
            <a:ext cx="190500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0" lang="en-US" sz="975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baseline="-25000" i="0" sz="975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02" name="Google Shape;402;p19"/>
          <p:cNvGrpSpPr/>
          <p:nvPr/>
        </p:nvGrpSpPr>
        <p:grpSpPr>
          <a:xfrm>
            <a:off x="1736604" y="863405"/>
            <a:ext cx="263525" cy="1557801"/>
            <a:chOff x="1736604" y="863405"/>
            <a:chExt cx="263525" cy="1557801"/>
          </a:xfrm>
        </p:grpSpPr>
        <p:sp>
          <p:nvSpPr>
            <p:cNvPr id="403" name="Google Shape;403;p19"/>
            <p:cNvSpPr/>
            <p:nvPr/>
          </p:nvSpPr>
          <p:spPr>
            <a:xfrm>
              <a:off x="1738683" y="2161491"/>
              <a:ext cx="259715" cy="259715"/>
            </a:xfrm>
            <a:custGeom>
              <a:rect b="b" l="l" r="r" t="t"/>
              <a:pathLst>
                <a:path extrusionOk="0" h="259714" w="259714">
                  <a:moveTo>
                    <a:pt x="129600" y="0"/>
                  </a:moveTo>
                  <a:lnTo>
                    <a:pt x="79154" y="10184"/>
                  </a:lnTo>
                  <a:lnTo>
                    <a:pt x="37958" y="37958"/>
                  </a:lnTo>
                  <a:lnTo>
                    <a:pt x="10184" y="79154"/>
                  </a:lnTo>
                  <a:lnTo>
                    <a:pt x="0" y="129600"/>
                  </a:lnTo>
                  <a:lnTo>
                    <a:pt x="10184" y="180047"/>
                  </a:lnTo>
                  <a:lnTo>
                    <a:pt x="37958" y="221242"/>
                  </a:lnTo>
                  <a:lnTo>
                    <a:pt x="79154" y="249017"/>
                  </a:lnTo>
                  <a:lnTo>
                    <a:pt x="129600" y="259201"/>
                  </a:lnTo>
                  <a:lnTo>
                    <a:pt x="180047" y="249017"/>
                  </a:lnTo>
                  <a:lnTo>
                    <a:pt x="221242" y="221242"/>
                  </a:lnTo>
                  <a:lnTo>
                    <a:pt x="249017" y="180047"/>
                  </a:lnTo>
                  <a:lnTo>
                    <a:pt x="259201" y="129600"/>
                  </a:lnTo>
                  <a:lnTo>
                    <a:pt x="249017" y="79154"/>
                  </a:lnTo>
                  <a:lnTo>
                    <a:pt x="221242" y="37958"/>
                  </a:lnTo>
                  <a:lnTo>
                    <a:pt x="180047" y="10184"/>
                  </a:lnTo>
                  <a:lnTo>
                    <a:pt x="129600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9"/>
            <p:cNvSpPr/>
            <p:nvPr/>
          </p:nvSpPr>
          <p:spPr>
            <a:xfrm>
              <a:off x="1738683" y="2161491"/>
              <a:ext cx="259715" cy="259715"/>
            </a:xfrm>
            <a:custGeom>
              <a:rect b="b" l="l" r="r" t="t"/>
              <a:pathLst>
                <a:path extrusionOk="0" h="259714" w="259714">
                  <a:moveTo>
                    <a:pt x="259201" y="129600"/>
                  </a:moveTo>
                  <a:lnTo>
                    <a:pt x="249017" y="79154"/>
                  </a:lnTo>
                  <a:lnTo>
                    <a:pt x="221242" y="37958"/>
                  </a:lnTo>
                  <a:lnTo>
                    <a:pt x="180047" y="10184"/>
                  </a:lnTo>
                  <a:lnTo>
                    <a:pt x="129600" y="0"/>
                  </a:lnTo>
                  <a:lnTo>
                    <a:pt x="79154" y="10184"/>
                  </a:lnTo>
                  <a:lnTo>
                    <a:pt x="37958" y="37958"/>
                  </a:lnTo>
                  <a:lnTo>
                    <a:pt x="10184" y="79154"/>
                  </a:lnTo>
                  <a:lnTo>
                    <a:pt x="0" y="129600"/>
                  </a:lnTo>
                  <a:lnTo>
                    <a:pt x="10184" y="180047"/>
                  </a:lnTo>
                  <a:lnTo>
                    <a:pt x="37958" y="221242"/>
                  </a:lnTo>
                  <a:lnTo>
                    <a:pt x="79154" y="249017"/>
                  </a:lnTo>
                  <a:lnTo>
                    <a:pt x="129600" y="259201"/>
                  </a:lnTo>
                  <a:lnTo>
                    <a:pt x="180047" y="249017"/>
                  </a:lnTo>
                  <a:lnTo>
                    <a:pt x="221242" y="221242"/>
                  </a:lnTo>
                  <a:lnTo>
                    <a:pt x="249017" y="180047"/>
                  </a:lnTo>
                  <a:lnTo>
                    <a:pt x="259201" y="1296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9"/>
            <p:cNvSpPr/>
            <p:nvPr/>
          </p:nvSpPr>
          <p:spPr>
            <a:xfrm>
              <a:off x="1736604" y="863405"/>
              <a:ext cx="263525" cy="263525"/>
            </a:xfrm>
            <a:custGeom>
              <a:rect b="b" l="l" r="r" t="t"/>
              <a:pathLst>
                <a:path extrusionOk="0" h="263525" w="263525">
                  <a:moveTo>
                    <a:pt x="131680" y="0"/>
                  </a:moveTo>
                  <a:lnTo>
                    <a:pt x="90058" y="6713"/>
                  </a:lnTo>
                  <a:lnTo>
                    <a:pt x="53911" y="25406"/>
                  </a:lnTo>
                  <a:lnTo>
                    <a:pt x="25406" y="53911"/>
                  </a:lnTo>
                  <a:lnTo>
                    <a:pt x="6713" y="90058"/>
                  </a:lnTo>
                  <a:lnTo>
                    <a:pt x="0" y="131680"/>
                  </a:lnTo>
                  <a:lnTo>
                    <a:pt x="6713" y="173301"/>
                  </a:lnTo>
                  <a:lnTo>
                    <a:pt x="25406" y="209449"/>
                  </a:lnTo>
                  <a:lnTo>
                    <a:pt x="53911" y="237954"/>
                  </a:lnTo>
                  <a:lnTo>
                    <a:pt x="90058" y="256647"/>
                  </a:lnTo>
                  <a:lnTo>
                    <a:pt x="131680" y="263360"/>
                  </a:lnTo>
                  <a:lnTo>
                    <a:pt x="173301" y="256647"/>
                  </a:lnTo>
                  <a:lnTo>
                    <a:pt x="209449" y="237954"/>
                  </a:lnTo>
                  <a:lnTo>
                    <a:pt x="237954" y="209449"/>
                  </a:lnTo>
                  <a:lnTo>
                    <a:pt x="256647" y="173301"/>
                  </a:lnTo>
                  <a:lnTo>
                    <a:pt x="263360" y="131680"/>
                  </a:lnTo>
                  <a:lnTo>
                    <a:pt x="256647" y="90058"/>
                  </a:lnTo>
                  <a:lnTo>
                    <a:pt x="237954" y="53911"/>
                  </a:lnTo>
                  <a:lnTo>
                    <a:pt x="209449" y="25406"/>
                  </a:lnTo>
                  <a:lnTo>
                    <a:pt x="173301" y="6713"/>
                  </a:lnTo>
                  <a:lnTo>
                    <a:pt x="131680" y="0"/>
                  </a:lnTo>
                  <a:close/>
                </a:path>
              </a:pathLst>
            </a:custGeom>
            <a:solidFill>
              <a:srgbClr val="D2E7D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9"/>
            <p:cNvSpPr/>
            <p:nvPr/>
          </p:nvSpPr>
          <p:spPr>
            <a:xfrm>
              <a:off x="1736604" y="863405"/>
              <a:ext cx="263525" cy="263525"/>
            </a:xfrm>
            <a:custGeom>
              <a:rect b="b" l="l" r="r" t="t"/>
              <a:pathLst>
                <a:path extrusionOk="0" h="263525" w="263525">
                  <a:moveTo>
                    <a:pt x="263360" y="131680"/>
                  </a:moveTo>
                  <a:lnTo>
                    <a:pt x="256647" y="90058"/>
                  </a:lnTo>
                  <a:lnTo>
                    <a:pt x="237954" y="53911"/>
                  </a:lnTo>
                  <a:lnTo>
                    <a:pt x="209449" y="25406"/>
                  </a:lnTo>
                  <a:lnTo>
                    <a:pt x="173301" y="6713"/>
                  </a:lnTo>
                  <a:lnTo>
                    <a:pt x="131680" y="0"/>
                  </a:lnTo>
                  <a:lnTo>
                    <a:pt x="90058" y="6713"/>
                  </a:lnTo>
                  <a:lnTo>
                    <a:pt x="53911" y="25406"/>
                  </a:lnTo>
                  <a:lnTo>
                    <a:pt x="25406" y="53911"/>
                  </a:lnTo>
                  <a:lnTo>
                    <a:pt x="6713" y="90058"/>
                  </a:lnTo>
                  <a:lnTo>
                    <a:pt x="0" y="131680"/>
                  </a:lnTo>
                  <a:lnTo>
                    <a:pt x="6713" y="173301"/>
                  </a:lnTo>
                  <a:lnTo>
                    <a:pt x="25406" y="209449"/>
                  </a:lnTo>
                  <a:lnTo>
                    <a:pt x="53911" y="237954"/>
                  </a:lnTo>
                  <a:lnTo>
                    <a:pt x="90058" y="256647"/>
                  </a:lnTo>
                  <a:lnTo>
                    <a:pt x="131680" y="263360"/>
                  </a:lnTo>
                  <a:lnTo>
                    <a:pt x="173301" y="256647"/>
                  </a:lnTo>
                  <a:lnTo>
                    <a:pt x="209449" y="237954"/>
                  </a:lnTo>
                  <a:lnTo>
                    <a:pt x="237954" y="209449"/>
                  </a:lnTo>
                  <a:lnTo>
                    <a:pt x="256647" y="173301"/>
                  </a:lnTo>
                  <a:lnTo>
                    <a:pt x="263360" y="13168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9"/>
            <p:cNvSpPr/>
            <p:nvPr/>
          </p:nvSpPr>
          <p:spPr>
            <a:xfrm>
              <a:off x="1868284" y="1817491"/>
              <a:ext cx="0" cy="342265"/>
            </a:xfrm>
            <a:custGeom>
              <a:rect b="b" l="l" r="r" t="t"/>
              <a:pathLst>
                <a:path extrusionOk="0" h="342264" w="120000">
                  <a:moveTo>
                    <a:pt x="0" y="341723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1B14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9"/>
            <p:cNvSpPr/>
            <p:nvPr/>
          </p:nvSpPr>
          <p:spPr>
            <a:xfrm>
              <a:off x="1828775" y="1812430"/>
              <a:ext cx="79375" cy="32384"/>
            </a:xfrm>
            <a:custGeom>
              <a:rect b="b" l="l" r="r" t="t"/>
              <a:pathLst>
                <a:path extrusionOk="0" h="32385" w="79375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cap="flat" cmpd="sng" w="10100">
              <a:solidFill>
                <a:srgbClr val="1B14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9" name="Google Shape;409;p19"/>
          <p:cNvSpPr txBox="1"/>
          <p:nvPr/>
        </p:nvSpPr>
        <p:spPr>
          <a:xfrm>
            <a:off x="1494536" y="1924572"/>
            <a:ext cx="356235" cy="9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b="0" i="1" lang="en-US" sz="450" u="none" cap="none" strike="noStrik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1" lang="en-US" sz="600" u="none" cap="none" strike="noStrik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hx</a:t>
            </a:r>
            <a:endParaRPr b="0" baseline="-2500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0" name="Google Shape;410;p19"/>
          <p:cNvGrpSpPr/>
          <p:nvPr/>
        </p:nvGrpSpPr>
        <p:grpSpPr>
          <a:xfrm>
            <a:off x="1828775" y="1134108"/>
            <a:ext cx="79375" cy="344786"/>
            <a:chOff x="1828775" y="1134108"/>
            <a:chExt cx="79375" cy="344786"/>
          </a:xfrm>
        </p:grpSpPr>
        <p:sp>
          <p:nvSpPr>
            <p:cNvPr id="411" name="Google Shape;411;p19"/>
            <p:cNvSpPr/>
            <p:nvPr/>
          </p:nvSpPr>
          <p:spPr>
            <a:xfrm>
              <a:off x="1868284" y="1139169"/>
              <a:ext cx="0" cy="339725"/>
            </a:xfrm>
            <a:custGeom>
              <a:rect b="b" l="l" r="r" t="t"/>
              <a:pathLst>
                <a:path extrusionOk="0" h="339725" w="120000">
                  <a:moveTo>
                    <a:pt x="0" y="339644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218B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9"/>
            <p:cNvSpPr/>
            <p:nvPr/>
          </p:nvSpPr>
          <p:spPr>
            <a:xfrm>
              <a:off x="1828775" y="1134108"/>
              <a:ext cx="79375" cy="32384"/>
            </a:xfrm>
            <a:custGeom>
              <a:rect b="b" l="l" r="r" t="t"/>
              <a:pathLst>
                <a:path extrusionOk="0" h="32384" w="79375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cap="flat" cmpd="sng" w="10100">
              <a:solidFill>
                <a:srgbClr val="218B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3" name="Google Shape;413;p19"/>
          <p:cNvSpPr txBox="1"/>
          <p:nvPr/>
        </p:nvSpPr>
        <p:spPr>
          <a:xfrm>
            <a:off x="1494993" y="1244792"/>
            <a:ext cx="358775" cy="9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218B21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b="0" i="1" lang="en-US" sz="450" u="none" cap="none" strike="noStrike">
                <a:solidFill>
                  <a:srgbClr val="218B2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1" lang="en-US" sz="600" u="none" cap="none" strike="noStrike">
                <a:solidFill>
                  <a:srgbClr val="218B21"/>
                </a:solidFill>
                <a:latin typeface="Arial"/>
                <a:ea typeface="Arial"/>
                <a:cs typeface="Arial"/>
                <a:sym typeface="Arial"/>
              </a:rPr>
              <a:t>ho</a:t>
            </a:r>
            <a:endParaRPr b="0" baseline="-2500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4" name="Google Shape;414;p19"/>
          <p:cNvGrpSpPr/>
          <p:nvPr/>
        </p:nvGrpSpPr>
        <p:grpSpPr>
          <a:xfrm>
            <a:off x="2354286" y="1481088"/>
            <a:ext cx="324485" cy="324485"/>
            <a:chOff x="2354286" y="1481088"/>
            <a:chExt cx="324485" cy="324485"/>
          </a:xfrm>
        </p:grpSpPr>
        <p:sp>
          <p:nvSpPr>
            <p:cNvPr id="415" name="Google Shape;415;p19"/>
            <p:cNvSpPr/>
            <p:nvPr/>
          </p:nvSpPr>
          <p:spPr>
            <a:xfrm>
              <a:off x="2354286" y="1481088"/>
              <a:ext cx="324485" cy="324485"/>
            </a:xfrm>
            <a:custGeom>
              <a:rect b="b" l="l" r="r" t="t"/>
              <a:pathLst>
                <a:path extrusionOk="0" h="324485" w="324485">
                  <a:moveTo>
                    <a:pt x="162000" y="0"/>
                  </a:move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0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2"/>
                  </a:lnTo>
                  <a:lnTo>
                    <a:pt x="80235" y="301883"/>
                  </a:lnTo>
                  <a:lnTo>
                    <a:pt x="118934" y="318214"/>
                  </a:lnTo>
                  <a:lnTo>
                    <a:pt x="162000" y="324001"/>
                  </a:lnTo>
                  <a:lnTo>
                    <a:pt x="205067" y="318214"/>
                  </a:lnTo>
                  <a:lnTo>
                    <a:pt x="243766" y="301883"/>
                  </a:lnTo>
                  <a:lnTo>
                    <a:pt x="276553" y="276552"/>
                  </a:lnTo>
                  <a:lnTo>
                    <a:pt x="301883" y="243766"/>
                  </a:lnTo>
                  <a:lnTo>
                    <a:pt x="318214" y="205067"/>
                  </a:lnTo>
                  <a:lnTo>
                    <a:pt x="324001" y="162000"/>
                  </a:lnTo>
                  <a:lnTo>
                    <a:pt x="318214" y="118934"/>
                  </a:lnTo>
                  <a:lnTo>
                    <a:pt x="301883" y="80235"/>
                  </a:lnTo>
                  <a:lnTo>
                    <a:pt x="276553" y="47448"/>
                  </a:lnTo>
                  <a:lnTo>
                    <a:pt x="243766" y="22117"/>
                  </a:lnTo>
                  <a:lnTo>
                    <a:pt x="205067" y="5786"/>
                  </a:lnTo>
                  <a:lnTo>
                    <a:pt x="162000" y="0"/>
                  </a:lnTo>
                  <a:close/>
                </a:path>
              </a:pathLst>
            </a:custGeom>
            <a:solidFill>
              <a:srgbClr val="FBD2D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9"/>
            <p:cNvSpPr/>
            <p:nvPr/>
          </p:nvSpPr>
          <p:spPr>
            <a:xfrm>
              <a:off x="2354286" y="1481088"/>
              <a:ext cx="324485" cy="324485"/>
            </a:xfrm>
            <a:custGeom>
              <a:rect b="b" l="l" r="r" t="t"/>
              <a:pathLst>
                <a:path extrusionOk="0" h="324485" w="324485">
                  <a:moveTo>
                    <a:pt x="324001" y="162000"/>
                  </a:moveTo>
                  <a:lnTo>
                    <a:pt x="318214" y="118934"/>
                  </a:lnTo>
                  <a:lnTo>
                    <a:pt x="301883" y="80235"/>
                  </a:lnTo>
                  <a:lnTo>
                    <a:pt x="276553" y="47448"/>
                  </a:lnTo>
                  <a:lnTo>
                    <a:pt x="243766" y="22117"/>
                  </a:lnTo>
                  <a:lnTo>
                    <a:pt x="205067" y="5786"/>
                  </a:lnTo>
                  <a:lnTo>
                    <a:pt x="162000" y="0"/>
                  </a:ln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0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2"/>
                  </a:lnTo>
                  <a:lnTo>
                    <a:pt x="80235" y="301883"/>
                  </a:lnTo>
                  <a:lnTo>
                    <a:pt x="118934" y="318214"/>
                  </a:lnTo>
                  <a:lnTo>
                    <a:pt x="162000" y="324001"/>
                  </a:lnTo>
                  <a:lnTo>
                    <a:pt x="205067" y="318214"/>
                  </a:lnTo>
                  <a:lnTo>
                    <a:pt x="243766" y="301883"/>
                  </a:lnTo>
                  <a:lnTo>
                    <a:pt x="276553" y="276552"/>
                  </a:lnTo>
                  <a:lnTo>
                    <a:pt x="301883" y="243766"/>
                  </a:lnTo>
                  <a:lnTo>
                    <a:pt x="318214" y="205067"/>
                  </a:lnTo>
                  <a:lnTo>
                    <a:pt x="324001" y="1620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7" name="Google Shape;417;p19"/>
          <p:cNvSpPr txBox="1"/>
          <p:nvPr/>
        </p:nvSpPr>
        <p:spPr>
          <a:xfrm>
            <a:off x="2418346" y="1541593"/>
            <a:ext cx="190500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0" lang="en-US" sz="975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baseline="-25000" i="0" sz="975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18" name="Google Shape;418;p19"/>
          <p:cNvGrpSpPr/>
          <p:nvPr/>
        </p:nvGrpSpPr>
        <p:grpSpPr>
          <a:xfrm>
            <a:off x="2384607" y="863405"/>
            <a:ext cx="263525" cy="1557801"/>
            <a:chOff x="2384607" y="863405"/>
            <a:chExt cx="263525" cy="1557801"/>
          </a:xfrm>
        </p:grpSpPr>
        <p:sp>
          <p:nvSpPr>
            <p:cNvPr id="419" name="Google Shape;419;p19"/>
            <p:cNvSpPr/>
            <p:nvPr/>
          </p:nvSpPr>
          <p:spPr>
            <a:xfrm>
              <a:off x="2386686" y="2161491"/>
              <a:ext cx="259715" cy="259715"/>
            </a:xfrm>
            <a:custGeom>
              <a:rect b="b" l="l" r="r" t="t"/>
              <a:pathLst>
                <a:path extrusionOk="0" h="259714" w="259714">
                  <a:moveTo>
                    <a:pt x="129601" y="0"/>
                  </a:moveTo>
                  <a:lnTo>
                    <a:pt x="79154" y="10184"/>
                  </a:lnTo>
                  <a:lnTo>
                    <a:pt x="37958" y="37958"/>
                  </a:lnTo>
                  <a:lnTo>
                    <a:pt x="10184" y="79154"/>
                  </a:lnTo>
                  <a:lnTo>
                    <a:pt x="0" y="129600"/>
                  </a:lnTo>
                  <a:lnTo>
                    <a:pt x="10184" y="180047"/>
                  </a:lnTo>
                  <a:lnTo>
                    <a:pt x="37958" y="221242"/>
                  </a:lnTo>
                  <a:lnTo>
                    <a:pt x="79154" y="249017"/>
                  </a:lnTo>
                  <a:lnTo>
                    <a:pt x="129601" y="259201"/>
                  </a:lnTo>
                  <a:lnTo>
                    <a:pt x="180048" y="249017"/>
                  </a:lnTo>
                  <a:lnTo>
                    <a:pt x="221243" y="221242"/>
                  </a:lnTo>
                  <a:lnTo>
                    <a:pt x="249017" y="180047"/>
                  </a:lnTo>
                  <a:lnTo>
                    <a:pt x="259202" y="129600"/>
                  </a:lnTo>
                  <a:lnTo>
                    <a:pt x="249017" y="79154"/>
                  </a:lnTo>
                  <a:lnTo>
                    <a:pt x="221243" y="37958"/>
                  </a:lnTo>
                  <a:lnTo>
                    <a:pt x="180048" y="10184"/>
                  </a:lnTo>
                  <a:lnTo>
                    <a:pt x="129601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9"/>
            <p:cNvSpPr/>
            <p:nvPr/>
          </p:nvSpPr>
          <p:spPr>
            <a:xfrm>
              <a:off x="2386686" y="2161491"/>
              <a:ext cx="259715" cy="259715"/>
            </a:xfrm>
            <a:custGeom>
              <a:rect b="b" l="l" r="r" t="t"/>
              <a:pathLst>
                <a:path extrusionOk="0" h="259714" w="259714">
                  <a:moveTo>
                    <a:pt x="259202" y="129600"/>
                  </a:moveTo>
                  <a:lnTo>
                    <a:pt x="249017" y="79154"/>
                  </a:lnTo>
                  <a:lnTo>
                    <a:pt x="221243" y="37958"/>
                  </a:lnTo>
                  <a:lnTo>
                    <a:pt x="180048" y="10184"/>
                  </a:lnTo>
                  <a:lnTo>
                    <a:pt x="129601" y="0"/>
                  </a:lnTo>
                  <a:lnTo>
                    <a:pt x="79154" y="10184"/>
                  </a:lnTo>
                  <a:lnTo>
                    <a:pt x="37958" y="37958"/>
                  </a:lnTo>
                  <a:lnTo>
                    <a:pt x="10184" y="79154"/>
                  </a:lnTo>
                  <a:lnTo>
                    <a:pt x="0" y="129600"/>
                  </a:lnTo>
                  <a:lnTo>
                    <a:pt x="10184" y="180047"/>
                  </a:lnTo>
                  <a:lnTo>
                    <a:pt x="37958" y="221242"/>
                  </a:lnTo>
                  <a:lnTo>
                    <a:pt x="79154" y="249017"/>
                  </a:lnTo>
                  <a:lnTo>
                    <a:pt x="129601" y="259201"/>
                  </a:lnTo>
                  <a:lnTo>
                    <a:pt x="180048" y="249017"/>
                  </a:lnTo>
                  <a:lnTo>
                    <a:pt x="221243" y="221242"/>
                  </a:lnTo>
                  <a:lnTo>
                    <a:pt x="249017" y="180047"/>
                  </a:lnTo>
                  <a:lnTo>
                    <a:pt x="259202" y="1296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9"/>
            <p:cNvSpPr/>
            <p:nvPr/>
          </p:nvSpPr>
          <p:spPr>
            <a:xfrm>
              <a:off x="2384607" y="863405"/>
              <a:ext cx="263525" cy="263525"/>
            </a:xfrm>
            <a:custGeom>
              <a:rect b="b" l="l" r="r" t="t"/>
              <a:pathLst>
                <a:path extrusionOk="0" h="263525" w="263525">
                  <a:moveTo>
                    <a:pt x="131680" y="0"/>
                  </a:moveTo>
                  <a:lnTo>
                    <a:pt x="90058" y="6713"/>
                  </a:lnTo>
                  <a:lnTo>
                    <a:pt x="53911" y="25406"/>
                  </a:lnTo>
                  <a:lnTo>
                    <a:pt x="25406" y="53911"/>
                  </a:lnTo>
                  <a:lnTo>
                    <a:pt x="6713" y="90058"/>
                  </a:lnTo>
                  <a:lnTo>
                    <a:pt x="0" y="131680"/>
                  </a:lnTo>
                  <a:lnTo>
                    <a:pt x="6713" y="173301"/>
                  </a:lnTo>
                  <a:lnTo>
                    <a:pt x="25406" y="209449"/>
                  </a:lnTo>
                  <a:lnTo>
                    <a:pt x="53911" y="237954"/>
                  </a:lnTo>
                  <a:lnTo>
                    <a:pt x="90058" y="256647"/>
                  </a:lnTo>
                  <a:lnTo>
                    <a:pt x="131680" y="263360"/>
                  </a:lnTo>
                  <a:lnTo>
                    <a:pt x="173301" y="256647"/>
                  </a:lnTo>
                  <a:lnTo>
                    <a:pt x="209449" y="237954"/>
                  </a:lnTo>
                  <a:lnTo>
                    <a:pt x="237954" y="209449"/>
                  </a:lnTo>
                  <a:lnTo>
                    <a:pt x="256647" y="173301"/>
                  </a:lnTo>
                  <a:lnTo>
                    <a:pt x="263360" y="131680"/>
                  </a:lnTo>
                  <a:lnTo>
                    <a:pt x="256647" y="90058"/>
                  </a:lnTo>
                  <a:lnTo>
                    <a:pt x="237954" y="53911"/>
                  </a:lnTo>
                  <a:lnTo>
                    <a:pt x="209449" y="25406"/>
                  </a:lnTo>
                  <a:lnTo>
                    <a:pt x="173301" y="6713"/>
                  </a:lnTo>
                  <a:lnTo>
                    <a:pt x="131680" y="0"/>
                  </a:lnTo>
                  <a:close/>
                </a:path>
              </a:pathLst>
            </a:custGeom>
            <a:solidFill>
              <a:srgbClr val="D2E7D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9"/>
            <p:cNvSpPr/>
            <p:nvPr/>
          </p:nvSpPr>
          <p:spPr>
            <a:xfrm>
              <a:off x="2384607" y="863405"/>
              <a:ext cx="263525" cy="263525"/>
            </a:xfrm>
            <a:custGeom>
              <a:rect b="b" l="l" r="r" t="t"/>
              <a:pathLst>
                <a:path extrusionOk="0" h="263525" w="263525">
                  <a:moveTo>
                    <a:pt x="263360" y="131680"/>
                  </a:moveTo>
                  <a:lnTo>
                    <a:pt x="256647" y="90058"/>
                  </a:lnTo>
                  <a:lnTo>
                    <a:pt x="237954" y="53911"/>
                  </a:lnTo>
                  <a:lnTo>
                    <a:pt x="209449" y="25406"/>
                  </a:lnTo>
                  <a:lnTo>
                    <a:pt x="173301" y="6713"/>
                  </a:lnTo>
                  <a:lnTo>
                    <a:pt x="131680" y="0"/>
                  </a:lnTo>
                  <a:lnTo>
                    <a:pt x="90058" y="6713"/>
                  </a:lnTo>
                  <a:lnTo>
                    <a:pt x="53911" y="25406"/>
                  </a:lnTo>
                  <a:lnTo>
                    <a:pt x="25406" y="53911"/>
                  </a:lnTo>
                  <a:lnTo>
                    <a:pt x="6713" y="90058"/>
                  </a:lnTo>
                  <a:lnTo>
                    <a:pt x="0" y="131680"/>
                  </a:lnTo>
                  <a:lnTo>
                    <a:pt x="6713" y="173301"/>
                  </a:lnTo>
                  <a:lnTo>
                    <a:pt x="25406" y="209449"/>
                  </a:lnTo>
                  <a:lnTo>
                    <a:pt x="53911" y="237954"/>
                  </a:lnTo>
                  <a:lnTo>
                    <a:pt x="90058" y="256647"/>
                  </a:lnTo>
                  <a:lnTo>
                    <a:pt x="131680" y="263360"/>
                  </a:lnTo>
                  <a:lnTo>
                    <a:pt x="173301" y="256647"/>
                  </a:lnTo>
                  <a:lnTo>
                    <a:pt x="209449" y="237954"/>
                  </a:lnTo>
                  <a:lnTo>
                    <a:pt x="237954" y="209449"/>
                  </a:lnTo>
                  <a:lnTo>
                    <a:pt x="256647" y="173301"/>
                  </a:lnTo>
                  <a:lnTo>
                    <a:pt x="263360" y="13168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9"/>
            <p:cNvSpPr/>
            <p:nvPr/>
          </p:nvSpPr>
          <p:spPr>
            <a:xfrm>
              <a:off x="2516284" y="1817491"/>
              <a:ext cx="0" cy="342265"/>
            </a:xfrm>
            <a:custGeom>
              <a:rect b="b" l="l" r="r" t="t"/>
              <a:pathLst>
                <a:path extrusionOk="0" h="342264" w="120000">
                  <a:moveTo>
                    <a:pt x="0" y="341723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1B14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9"/>
            <p:cNvSpPr/>
            <p:nvPr/>
          </p:nvSpPr>
          <p:spPr>
            <a:xfrm>
              <a:off x="2476775" y="1812430"/>
              <a:ext cx="79375" cy="32384"/>
            </a:xfrm>
            <a:custGeom>
              <a:rect b="b" l="l" r="r" t="t"/>
              <a:pathLst>
                <a:path extrusionOk="0" h="32385" w="79375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cap="flat" cmpd="sng" w="10100">
              <a:solidFill>
                <a:srgbClr val="1B14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5" name="Google Shape;425;p19"/>
          <p:cNvSpPr txBox="1"/>
          <p:nvPr/>
        </p:nvSpPr>
        <p:spPr>
          <a:xfrm>
            <a:off x="2142528" y="1924572"/>
            <a:ext cx="356235" cy="9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b="0" i="1" lang="en-US" sz="450" u="none" cap="none" strike="noStrik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1" lang="en-US" sz="600" u="none" cap="none" strike="noStrik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hx</a:t>
            </a:r>
            <a:endParaRPr b="0" baseline="-2500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6" name="Google Shape;426;p19"/>
          <p:cNvGrpSpPr/>
          <p:nvPr/>
        </p:nvGrpSpPr>
        <p:grpSpPr>
          <a:xfrm>
            <a:off x="2476776" y="1134108"/>
            <a:ext cx="79375" cy="344786"/>
            <a:chOff x="2476776" y="1134108"/>
            <a:chExt cx="79375" cy="344786"/>
          </a:xfrm>
        </p:grpSpPr>
        <p:sp>
          <p:nvSpPr>
            <p:cNvPr id="427" name="Google Shape;427;p19"/>
            <p:cNvSpPr/>
            <p:nvPr/>
          </p:nvSpPr>
          <p:spPr>
            <a:xfrm>
              <a:off x="2516285" y="1139169"/>
              <a:ext cx="0" cy="339725"/>
            </a:xfrm>
            <a:custGeom>
              <a:rect b="b" l="l" r="r" t="t"/>
              <a:pathLst>
                <a:path extrusionOk="0" h="339725" w="120000">
                  <a:moveTo>
                    <a:pt x="0" y="339644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218B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9"/>
            <p:cNvSpPr/>
            <p:nvPr/>
          </p:nvSpPr>
          <p:spPr>
            <a:xfrm>
              <a:off x="2476776" y="1134108"/>
              <a:ext cx="79375" cy="32384"/>
            </a:xfrm>
            <a:custGeom>
              <a:rect b="b" l="l" r="r" t="t"/>
              <a:pathLst>
                <a:path extrusionOk="0" h="32384" w="79375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cap="flat" cmpd="sng" w="10100">
              <a:solidFill>
                <a:srgbClr val="218B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9" name="Google Shape;429;p19"/>
          <p:cNvSpPr txBox="1"/>
          <p:nvPr/>
        </p:nvSpPr>
        <p:spPr>
          <a:xfrm>
            <a:off x="2142985" y="1244792"/>
            <a:ext cx="358775" cy="9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218B21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b="0" i="1" lang="en-US" sz="450" u="none" cap="none" strike="noStrike">
                <a:solidFill>
                  <a:srgbClr val="218B2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1" lang="en-US" sz="600" u="none" cap="none" strike="noStrike">
                <a:solidFill>
                  <a:srgbClr val="218B21"/>
                </a:solidFill>
                <a:latin typeface="Arial"/>
                <a:ea typeface="Arial"/>
                <a:cs typeface="Arial"/>
                <a:sym typeface="Arial"/>
              </a:rPr>
              <a:t>ho</a:t>
            </a:r>
            <a:endParaRPr b="0" baseline="-2500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0" name="Google Shape;430;p19"/>
          <p:cNvGrpSpPr/>
          <p:nvPr/>
        </p:nvGrpSpPr>
        <p:grpSpPr>
          <a:xfrm>
            <a:off x="3002290" y="1481088"/>
            <a:ext cx="324485" cy="324485"/>
            <a:chOff x="3002290" y="1481088"/>
            <a:chExt cx="324485" cy="324485"/>
          </a:xfrm>
        </p:grpSpPr>
        <p:sp>
          <p:nvSpPr>
            <p:cNvPr id="431" name="Google Shape;431;p19"/>
            <p:cNvSpPr/>
            <p:nvPr/>
          </p:nvSpPr>
          <p:spPr>
            <a:xfrm>
              <a:off x="3002290" y="1481088"/>
              <a:ext cx="324485" cy="324485"/>
            </a:xfrm>
            <a:custGeom>
              <a:rect b="b" l="l" r="r" t="t"/>
              <a:pathLst>
                <a:path extrusionOk="0" h="324485" w="324485">
                  <a:moveTo>
                    <a:pt x="162000" y="0"/>
                  </a:move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0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2"/>
                  </a:lnTo>
                  <a:lnTo>
                    <a:pt x="80235" y="301883"/>
                  </a:lnTo>
                  <a:lnTo>
                    <a:pt x="118934" y="318214"/>
                  </a:lnTo>
                  <a:lnTo>
                    <a:pt x="162000" y="324001"/>
                  </a:lnTo>
                  <a:lnTo>
                    <a:pt x="205067" y="318214"/>
                  </a:lnTo>
                  <a:lnTo>
                    <a:pt x="243766" y="301883"/>
                  </a:lnTo>
                  <a:lnTo>
                    <a:pt x="276552" y="276552"/>
                  </a:lnTo>
                  <a:lnTo>
                    <a:pt x="301883" y="243766"/>
                  </a:lnTo>
                  <a:lnTo>
                    <a:pt x="318214" y="205067"/>
                  </a:lnTo>
                  <a:lnTo>
                    <a:pt x="324001" y="162000"/>
                  </a:lnTo>
                  <a:lnTo>
                    <a:pt x="318214" y="118934"/>
                  </a:lnTo>
                  <a:lnTo>
                    <a:pt x="301883" y="80235"/>
                  </a:lnTo>
                  <a:lnTo>
                    <a:pt x="276552" y="47448"/>
                  </a:lnTo>
                  <a:lnTo>
                    <a:pt x="243766" y="22117"/>
                  </a:lnTo>
                  <a:lnTo>
                    <a:pt x="205067" y="5786"/>
                  </a:lnTo>
                  <a:lnTo>
                    <a:pt x="162000" y="0"/>
                  </a:lnTo>
                  <a:close/>
                </a:path>
              </a:pathLst>
            </a:custGeom>
            <a:solidFill>
              <a:srgbClr val="FBD2D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9"/>
            <p:cNvSpPr/>
            <p:nvPr/>
          </p:nvSpPr>
          <p:spPr>
            <a:xfrm>
              <a:off x="3002290" y="1481088"/>
              <a:ext cx="324485" cy="324485"/>
            </a:xfrm>
            <a:custGeom>
              <a:rect b="b" l="l" r="r" t="t"/>
              <a:pathLst>
                <a:path extrusionOk="0" h="324485" w="324485">
                  <a:moveTo>
                    <a:pt x="324001" y="162000"/>
                  </a:moveTo>
                  <a:lnTo>
                    <a:pt x="318214" y="118934"/>
                  </a:lnTo>
                  <a:lnTo>
                    <a:pt x="301883" y="80235"/>
                  </a:lnTo>
                  <a:lnTo>
                    <a:pt x="276552" y="47448"/>
                  </a:lnTo>
                  <a:lnTo>
                    <a:pt x="243766" y="22117"/>
                  </a:lnTo>
                  <a:lnTo>
                    <a:pt x="205067" y="5786"/>
                  </a:lnTo>
                  <a:lnTo>
                    <a:pt x="162000" y="0"/>
                  </a:ln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0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2"/>
                  </a:lnTo>
                  <a:lnTo>
                    <a:pt x="80235" y="301883"/>
                  </a:lnTo>
                  <a:lnTo>
                    <a:pt x="118934" y="318214"/>
                  </a:lnTo>
                  <a:lnTo>
                    <a:pt x="162000" y="324001"/>
                  </a:lnTo>
                  <a:lnTo>
                    <a:pt x="205067" y="318214"/>
                  </a:lnTo>
                  <a:lnTo>
                    <a:pt x="243766" y="301883"/>
                  </a:lnTo>
                  <a:lnTo>
                    <a:pt x="276552" y="276552"/>
                  </a:lnTo>
                  <a:lnTo>
                    <a:pt x="301883" y="243766"/>
                  </a:lnTo>
                  <a:lnTo>
                    <a:pt x="318214" y="205067"/>
                  </a:lnTo>
                  <a:lnTo>
                    <a:pt x="324001" y="1620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3" name="Google Shape;433;p19"/>
          <p:cNvSpPr txBox="1"/>
          <p:nvPr/>
        </p:nvSpPr>
        <p:spPr>
          <a:xfrm>
            <a:off x="3066351" y="1540920"/>
            <a:ext cx="190500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0" lang="en-US" sz="975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baseline="-25000" i="0" sz="975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34" name="Google Shape;434;p19"/>
          <p:cNvGrpSpPr/>
          <p:nvPr/>
        </p:nvGrpSpPr>
        <p:grpSpPr>
          <a:xfrm>
            <a:off x="3032611" y="863405"/>
            <a:ext cx="263525" cy="1557801"/>
            <a:chOff x="3032611" y="863405"/>
            <a:chExt cx="263525" cy="1557801"/>
          </a:xfrm>
        </p:grpSpPr>
        <p:sp>
          <p:nvSpPr>
            <p:cNvPr id="435" name="Google Shape;435;p19"/>
            <p:cNvSpPr/>
            <p:nvPr/>
          </p:nvSpPr>
          <p:spPr>
            <a:xfrm>
              <a:off x="3034690" y="2161491"/>
              <a:ext cx="259715" cy="259715"/>
            </a:xfrm>
            <a:custGeom>
              <a:rect b="b" l="l" r="r" t="t"/>
              <a:pathLst>
                <a:path extrusionOk="0" h="259714" w="259714">
                  <a:moveTo>
                    <a:pt x="129601" y="0"/>
                  </a:moveTo>
                  <a:lnTo>
                    <a:pt x="79154" y="10184"/>
                  </a:lnTo>
                  <a:lnTo>
                    <a:pt x="37958" y="37958"/>
                  </a:lnTo>
                  <a:lnTo>
                    <a:pt x="10184" y="79154"/>
                  </a:lnTo>
                  <a:lnTo>
                    <a:pt x="0" y="129600"/>
                  </a:lnTo>
                  <a:lnTo>
                    <a:pt x="10184" y="180047"/>
                  </a:lnTo>
                  <a:lnTo>
                    <a:pt x="37958" y="221242"/>
                  </a:lnTo>
                  <a:lnTo>
                    <a:pt x="79154" y="249017"/>
                  </a:lnTo>
                  <a:lnTo>
                    <a:pt x="129601" y="259201"/>
                  </a:lnTo>
                  <a:lnTo>
                    <a:pt x="180048" y="249017"/>
                  </a:lnTo>
                  <a:lnTo>
                    <a:pt x="221243" y="221242"/>
                  </a:lnTo>
                  <a:lnTo>
                    <a:pt x="249017" y="180047"/>
                  </a:lnTo>
                  <a:lnTo>
                    <a:pt x="259202" y="129600"/>
                  </a:lnTo>
                  <a:lnTo>
                    <a:pt x="249017" y="79154"/>
                  </a:lnTo>
                  <a:lnTo>
                    <a:pt x="221243" y="37958"/>
                  </a:lnTo>
                  <a:lnTo>
                    <a:pt x="180048" y="10184"/>
                  </a:lnTo>
                  <a:lnTo>
                    <a:pt x="129601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9"/>
            <p:cNvSpPr/>
            <p:nvPr/>
          </p:nvSpPr>
          <p:spPr>
            <a:xfrm>
              <a:off x="3034690" y="2161491"/>
              <a:ext cx="259715" cy="259715"/>
            </a:xfrm>
            <a:custGeom>
              <a:rect b="b" l="l" r="r" t="t"/>
              <a:pathLst>
                <a:path extrusionOk="0" h="259714" w="259714">
                  <a:moveTo>
                    <a:pt x="259202" y="129600"/>
                  </a:moveTo>
                  <a:lnTo>
                    <a:pt x="249017" y="79154"/>
                  </a:lnTo>
                  <a:lnTo>
                    <a:pt x="221243" y="37958"/>
                  </a:lnTo>
                  <a:lnTo>
                    <a:pt x="180048" y="10184"/>
                  </a:lnTo>
                  <a:lnTo>
                    <a:pt x="129601" y="0"/>
                  </a:lnTo>
                  <a:lnTo>
                    <a:pt x="79154" y="10184"/>
                  </a:lnTo>
                  <a:lnTo>
                    <a:pt x="37958" y="37958"/>
                  </a:lnTo>
                  <a:lnTo>
                    <a:pt x="10184" y="79154"/>
                  </a:lnTo>
                  <a:lnTo>
                    <a:pt x="0" y="129600"/>
                  </a:lnTo>
                  <a:lnTo>
                    <a:pt x="10184" y="180047"/>
                  </a:lnTo>
                  <a:lnTo>
                    <a:pt x="37958" y="221242"/>
                  </a:lnTo>
                  <a:lnTo>
                    <a:pt x="79154" y="249017"/>
                  </a:lnTo>
                  <a:lnTo>
                    <a:pt x="129601" y="259201"/>
                  </a:lnTo>
                  <a:lnTo>
                    <a:pt x="180048" y="249017"/>
                  </a:lnTo>
                  <a:lnTo>
                    <a:pt x="221243" y="221242"/>
                  </a:lnTo>
                  <a:lnTo>
                    <a:pt x="249017" y="180047"/>
                  </a:lnTo>
                  <a:lnTo>
                    <a:pt x="259202" y="1296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9"/>
            <p:cNvSpPr/>
            <p:nvPr/>
          </p:nvSpPr>
          <p:spPr>
            <a:xfrm>
              <a:off x="3032611" y="863405"/>
              <a:ext cx="263525" cy="263525"/>
            </a:xfrm>
            <a:custGeom>
              <a:rect b="b" l="l" r="r" t="t"/>
              <a:pathLst>
                <a:path extrusionOk="0" h="263525" w="263525">
                  <a:moveTo>
                    <a:pt x="131680" y="0"/>
                  </a:moveTo>
                  <a:lnTo>
                    <a:pt x="90058" y="6713"/>
                  </a:lnTo>
                  <a:lnTo>
                    <a:pt x="53911" y="25406"/>
                  </a:lnTo>
                  <a:lnTo>
                    <a:pt x="25406" y="53911"/>
                  </a:lnTo>
                  <a:lnTo>
                    <a:pt x="6713" y="90058"/>
                  </a:lnTo>
                  <a:lnTo>
                    <a:pt x="0" y="131680"/>
                  </a:lnTo>
                  <a:lnTo>
                    <a:pt x="6713" y="173301"/>
                  </a:lnTo>
                  <a:lnTo>
                    <a:pt x="25406" y="209449"/>
                  </a:lnTo>
                  <a:lnTo>
                    <a:pt x="53911" y="237954"/>
                  </a:lnTo>
                  <a:lnTo>
                    <a:pt x="90058" y="256647"/>
                  </a:lnTo>
                  <a:lnTo>
                    <a:pt x="131680" y="263360"/>
                  </a:lnTo>
                  <a:lnTo>
                    <a:pt x="173301" y="256647"/>
                  </a:lnTo>
                  <a:lnTo>
                    <a:pt x="209449" y="237954"/>
                  </a:lnTo>
                  <a:lnTo>
                    <a:pt x="237954" y="209449"/>
                  </a:lnTo>
                  <a:lnTo>
                    <a:pt x="256647" y="173301"/>
                  </a:lnTo>
                  <a:lnTo>
                    <a:pt x="263360" y="131680"/>
                  </a:lnTo>
                  <a:lnTo>
                    <a:pt x="256647" y="90058"/>
                  </a:lnTo>
                  <a:lnTo>
                    <a:pt x="237954" y="53911"/>
                  </a:lnTo>
                  <a:lnTo>
                    <a:pt x="209449" y="25406"/>
                  </a:lnTo>
                  <a:lnTo>
                    <a:pt x="173301" y="6713"/>
                  </a:lnTo>
                  <a:lnTo>
                    <a:pt x="131680" y="0"/>
                  </a:lnTo>
                  <a:close/>
                </a:path>
              </a:pathLst>
            </a:custGeom>
            <a:solidFill>
              <a:srgbClr val="D2E7D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9"/>
            <p:cNvSpPr/>
            <p:nvPr/>
          </p:nvSpPr>
          <p:spPr>
            <a:xfrm>
              <a:off x="3032611" y="863405"/>
              <a:ext cx="263525" cy="263525"/>
            </a:xfrm>
            <a:custGeom>
              <a:rect b="b" l="l" r="r" t="t"/>
              <a:pathLst>
                <a:path extrusionOk="0" h="263525" w="263525">
                  <a:moveTo>
                    <a:pt x="263360" y="131680"/>
                  </a:moveTo>
                  <a:lnTo>
                    <a:pt x="256647" y="90058"/>
                  </a:lnTo>
                  <a:lnTo>
                    <a:pt x="237954" y="53911"/>
                  </a:lnTo>
                  <a:lnTo>
                    <a:pt x="209449" y="25406"/>
                  </a:lnTo>
                  <a:lnTo>
                    <a:pt x="173301" y="6713"/>
                  </a:lnTo>
                  <a:lnTo>
                    <a:pt x="131680" y="0"/>
                  </a:lnTo>
                  <a:lnTo>
                    <a:pt x="90058" y="6713"/>
                  </a:lnTo>
                  <a:lnTo>
                    <a:pt x="53911" y="25406"/>
                  </a:lnTo>
                  <a:lnTo>
                    <a:pt x="25406" y="53911"/>
                  </a:lnTo>
                  <a:lnTo>
                    <a:pt x="6713" y="90058"/>
                  </a:lnTo>
                  <a:lnTo>
                    <a:pt x="0" y="131680"/>
                  </a:lnTo>
                  <a:lnTo>
                    <a:pt x="6713" y="173301"/>
                  </a:lnTo>
                  <a:lnTo>
                    <a:pt x="25406" y="209449"/>
                  </a:lnTo>
                  <a:lnTo>
                    <a:pt x="53911" y="237954"/>
                  </a:lnTo>
                  <a:lnTo>
                    <a:pt x="90058" y="256647"/>
                  </a:lnTo>
                  <a:lnTo>
                    <a:pt x="131680" y="263360"/>
                  </a:lnTo>
                  <a:lnTo>
                    <a:pt x="173301" y="256647"/>
                  </a:lnTo>
                  <a:lnTo>
                    <a:pt x="209449" y="237954"/>
                  </a:lnTo>
                  <a:lnTo>
                    <a:pt x="237954" y="209449"/>
                  </a:lnTo>
                  <a:lnTo>
                    <a:pt x="256647" y="173301"/>
                  </a:lnTo>
                  <a:lnTo>
                    <a:pt x="263360" y="13168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9"/>
            <p:cNvSpPr/>
            <p:nvPr/>
          </p:nvSpPr>
          <p:spPr>
            <a:xfrm>
              <a:off x="3164284" y="1817491"/>
              <a:ext cx="0" cy="342265"/>
            </a:xfrm>
            <a:custGeom>
              <a:rect b="b" l="l" r="r" t="t"/>
              <a:pathLst>
                <a:path extrusionOk="0" h="342264" w="120000">
                  <a:moveTo>
                    <a:pt x="0" y="341725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1B14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9"/>
            <p:cNvSpPr/>
            <p:nvPr/>
          </p:nvSpPr>
          <p:spPr>
            <a:xfrm>
              <a:off x="3124777" y="1812430"/>
              <a:ext cx="79375" cy="32384"/>
            </a:xfrm>
            <a:custGeom>
              <a:rect b="b" l="l" r="r" t="t"/>
              <a:pathLst>
                <a:path extrusionOk="0" h="32385" w="79375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cap="flat" cmpd="sng" w="10100">
              <a:solidFill>
                <a:srgbClr val="1B14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1" name="Google Shape;441;p19"/>
          <p:cNvSpPr txBox="1"/>
          <p:nvPr/>
        </p:nvSpPr>
        <p:spPr>
          <a:xfrm>
            <a:off x="2790520" y="1924572"/>
            <a:ext cx="356235" cy="9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b="0" i="1" lang="en-US" sz="450" u="none" cap="none" strike="noStrik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1" lang="en-US" sz="600" u="none" cap="none" strike="noStrik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hx</a:t>
            </a:r>
            <a:endParaRPr b="0" baseline="-2500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2" name="Google Shape;442;p19"/>
          <p:cNvGrpSpPr/>
          <p:nvPr/>
        </p:nvGrpSpPr>
        <p:grpSpPr>
          <a:xfrm>
            <a:off x="3124777" y="1134108"/>
            <a:ext cx="79375" cy="344786"/>
            <a:chOff x="3124777" y="1134108"/>
            <a:chExt cx="79375" cy="344786"/>
          </a:xfrm>
        </p:grpSpPr>
        <p:sp>
          <p:nvSpPr>
            <p:cNvPr id="443" name="Google Shape;443;p19"/>
            <p:cNvSpPr/>
            <p:nvPr/>
          </p:nvSpPr>
          <p:spPr>
            <a:xfrm>
              <a:off x="3164284" y="1139169"/>
              <a:ext cx="0" cy="339725"/>
            </a:xfrm>
            <a:custGeom>
              <a:rect b="b" l="l" r="r" t="t"/>
              <a:pathLst>
                <a:path extrusionOk="0" h="339725" w="120000">
                  <a:moveTo>
                    <a:pt x="0" y="339647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218B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9"/>
            <p:cNvSpPr/>
            <p:nvPr/>
          </p:nvSpPr>
          <p:spPr>
            <a:xfrm>
              <a:off x="3124777" y="1134108"/>
              <a:ext cx="79375" cy="32384"/>
            </a:xfrm>
            <a:custGeom>
              <a:rect b="b" l="l" r="r" t="t"/>
              <a:pathLst>
                <a:path extrusionOk="0" h="32384" w="79375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cap="flat" cmpd="sng" w="10100">
              <a:solidFill>
                <a:srgbClr val="218B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5" name="Google Shape;445;p19"/>
          <p:cNvSpPr txBox="1"/>
          <p:nvPr/>
        </p:nvSpPr>
        <p:spPr>
          <a:xfrm>
            <a:off x="2790977" y="1244792"/>
            <a:ext cx="358775" cy="9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218B21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b="0" i="1" lang="en-US" sz="450" u="none" cap="none" strike="noStrike">
                <a:solidFill>
                  <a:srgbClr val="218B2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1" lang="en-US" sz="600" u="none" cap="none" strike="noStrike">
                <a:solidFill>
                  <a:srgbClr val="218B21"/>
                </a:solidFill>
                <a:latin typeface="Arial"/>
                <a:ea typeface="Arial"/>
                <a:cs typeface="Arial"/>
                <a:sym typeface="Arial"/>
              </a:rPr>
              <a:t>ho</a:t>
            </a:r>
            <a:endParaRPr b="0" baseline="-2500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6" name="Google Shape;446;p19"/>
          <p:cNvGrpSpPr/>
          <p:nvPr/>
        </p:nvGrpSpPr>
        <p:grpSpPr>
          <a:xfrm>
            <a:off x="3650294" y="863405"/>
            <a:ext cx="324485" cy="1557801"/>
            <a:chOff x="3650294" y="863405"/>
            <a:chExt cx="324485" cy="1557801"/>
          </a:xfrm>
        </p:grpSpPr>
        <p:sp>
          <p:nvSpPr>
            <p:cNvPr id="447" name="Google Shape;447;p19"/>
            <p:cNvSpPr/>
            <p:nvPr/>
          </p:nvSpPr>
          <p:spPr>
            <a:xfrm>
              <a:off x="3650294" y="1481088"/>
              <a:ext cx="324485" cy="324485"/>
            </a:xfrm>
            <a:custGeom>
              <a:rect b="b" l="l" r="r" t="t"/>
              <a:pathLst>
                <a:path extrusionOk="0" h="324485" w="324485">
                  <a:moveTo>
                    <a:pt x="162000" y="0"/>
                  </a:move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0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2"/>
                  </a:lnTo>
                  <a:lnTo>
                    <a:pt x="80235" y="301883"/>
                  </a:lnTo>
                  <a:lnTo>
                    <a:pt x="118934" y="318214"/>
                  </a:lnTo>
                  <a:lnTo>
                    <a:pt x="162000" y="324001"/>
                  </a:lnTo>
                  <a:lnTo>
                    <a:pt x="205067" y="318214"/>
                  </a:lnTo>
                  <a:lnTo>
                    <a:pt x="243765" y="301883"/>
                  </a:lnTo>
                  <a:lnTo>
                    <a:pt x="276552" y="276552"/>
                  </a:lnTo>
                  <a:lnTo>
                    <a:pt x="301883" y="243766"/>
                  </a:lnTo>
                  <a:lnTo>
                    <a:pt x="318214" y="205067"/>
                  </a:lnTo>
                  <a:lnTo>
                    <a:pt x="324001" y="162000"/>
                  </a:lnTo>
                  <a:lnTo>
                    <a:pt x="318214" y="118934"/>
                  </a:lnTo>
                  <a:lnTo>
                    <a:pt x="301883" y="80235"/>
                  </a:lnTo>
                  <a:lnTo>
                    <a:pt x="276552" y="47448"/>
                  </a:lnTo>
                  <a:lnTo>
                    <a:pt x="243765" y="22117"/>
                  </a:lnTo>
                  <a:lnTo>
                    <a:pt x="205067" y="5786"/>
                  </a:lnTo>
                  <a:lnTo>
                    <a:pt x="162000" y="0"/>
                  </a:lnTo>
                  <a:close/>
                </a:path>
              </a:pathLst>
            </a:custGeom>
            <a:solidFill>
              <a:srgbClr val="FBD2D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9"/>
            <p:cNvSpPr/>
            <p:nvPr/>
          </p:nvSpPr>
          <p:spPr>
            <a:xfrm>
              <a:off x="3650294" y="1481088"/>
              <a:ext cx="324485" cy="324485"/>
            </a:xfrm>
            <a:custGeom>
              <a:rect b="b" l="l" r="r" t="t"/>
              <a:pathLst>
                <a:path extrusionOk="0" h="324485" w="324485">
                  <a:moveTo>
                    <a:pt x="324001" y="162000"/>
                  </a:moveTo>
                  <a:lnTo>
                    <a:pt x="318214" y="118934"/>
                  </a:lnTo>
                  <a:lnTo>
                    <a:pt x="301883" y="80235"/>
                  </a:lnTo>
                  <a:lnTo>
                    <a:pt x="276552" y="47448"/>
                  </a:lnTo>
                  <a:lnTo>
                    <a:pt x="243765" y="22117"/>
                  </a:lnTo>
                  <a:lnTo>
                    <a:pt x="205067" y="5786"/>
                  </a:lnTo>
                  <a:lnTo>
                    <a:pt x="162000" y="0"/>
                  </a:ln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0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2"/>
                  </a:lnTo>
                  <a:lnTo>
                    <a:pt x="80235" y="301883"/>
                  </a:lnTo>
                  <a:lnTo>
                    <a:pt x="118934" y="318214"/>
                  </a:lnTo>
                  <a:lnTo>
                    <a:pt x="162000" y="324001"/>
                  </a:lnTo>
                  <a:lnTo>
                    <a:pt x="205067" y="318214"/>
                  </a:lnTo>
                  <a:lnTo>
                    <a:pt x="243765" y="301883"/>
                  </a:lnTo>
                  <a:lnTo>
                    <a:pt x="276552" y="276552"/>
                  </a:lnTo>
                  <a:lnTo>
                    <a:pt x="301883" y="243766"/>
                  </a:lnTo>
                  <a:lnTo>
                    <a:pt x="318214" y="205067"/>
                  </a:lnTo>
                  <a:lnTo>
                    <a:pt x="324001" y="1620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9"/>
            <p:cNvSpPr/>
            <p:nvPr/>
          </p:nvSpPr>
          <p:spPr>
            <a:xfrm>
              <a:off x="3682693" y="2161491"/>
              <a:ext cx="259715" cy="259715"/>
            </a:xfrm>
            <a:custGeom>
              <a:rect b="b" l="l" r="r" t="t"/>
              <a:pathLst>
                <a:path extrusionOk="0" h="259714" w="259714">
                  <a:moveTo>
                    <a:pt x="129601" y="0"/>
                  </a:moveTo>
                  <a:lnTo>
                    <a:pt x="79154" y="10184"/>
                  </a:lnTo>
                  <a:lnTo>
                    <a:pt x="37958" y="37958"/>
                  </a:lnTo>
                  <a:lnTo>
                    <a:pt x="10184" y="79154"/>
                  </a:lnTo>
                  <a:lnTo>
                    <a:pt x="0" y="129600"/>
                  </a:lnTo>
                  <a:lnTo>
                    <a:pt x="10184" y="180047"/>
                  </a:lnTo>
                  <a:lnTo>
                    <a:pt x="37958" y="221242"/>
                  </a:lnTo>
                  <a:lnTo>
                    <a:pt x="79154" y="249017"/>
                  </a:lnTo>
                  <a:lnTo>
                    <a:pt x="129601" y="259201"/>
                  </a:lnTo>
                  <a:lnTo>
                    <a:pt x="180048" y="249017"/>
                  </a:lnTo>
                  <a:lnTo>
                    <a:pt x="221243" y="221242"/>
                  </a:lnTo>
                  <a:lnTo>
                    <a:pt x="249017" y="180047"/>
                  </a:lnTo>
                  <a:lnTo>
                    <a:pt x="259202" y="129600"/>
                  </a:lnTo>
                  <a:lnTo>
                    <a:pt x="249017" y="79154"/>
                  </a:lnTo>
                  <a:lnTo>
                    <a:pt x="221243" y="37958"/>
                  </a:lnTo>
                  <a:lnTo>
                    <a:pt x="180048" y="10184"/>
                  </a:lnTo>
                  <a:lnTo>
                    <a:pt x="129601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9"/>
            <p:cNvSpPr/>
            <p:nvPr/>
          </p:nvSpPr>
          <p:spPr>
            <a:xfrm>
              <a:off x="3682693" y="2161491"/>
              <a:ext cx="259715" cy="259715"/>
            </a:xfrm>
            <a:custGeom>
              <a:rect b="b" l="l" r="r" t="t"/>
              <a:pathLst>
                <a:path extrusionOk="0" h="259714" w="259714">
                  <a:moveTo>
                    <a:pt x="259202" y="129600"/>
                  </a:moveTo>
                  <a:lnTo>
                    <a:pt x="249017" y="79154"/>
                  </a:lnTo>
                  <a:lnTo>
                    <a:pt x="221243" y="37958"/>
                  </a:lnTo>
                  <a:lnTo>
                    <a:pt x="180048" y="10184"/>
                  </a:lnTo>
                  <a:lnTo>
                    <a:pt x="129601" y="0"/>
                  </a:lnTo>
                  <a:lnTo>
                    <a:pt x="79154" y="10184"/>
                  </a:lnTo>
                  <a:lnTo>
                    <a:pt x="37958" y="37958"/>
                  </a:lnTo>
                  <a:lnTo>
                    <a:pt x="10184" y="79154"/>
                  </a:lnTo>
                  <a:lnTo>
                    <a:pt x="0" y="129600"/>
                  </a:lnTo>
                  <a:lnTo>
                    <a:pt x="10184" y="180047"/>
                  </a:lnTo>
                  <a:lnTo>
                    <a:pt x="37958" y="221242"/>
                  </a:lnTo>
                  <a:lnTo>
                    <a:pt x="79154" y="249017"/>
                  </a:lnTo>
                  <a:lnTo>
                    <a:pt x="129601" y="259201"/>
                  </a:lnTo>
                  <a:lnTo>
                    <a:pt x="180048" y="249017"/>
                  </a:lnTo>
                  <a:lnTo>
                    <a:pt x="221243" y="221242"/>
                  </a:lnTo>
                  <a:lnTo>
                    <a:pt x="249017" y="180047"/>
                  </a:lnTo>
                  <a:lnTo>
                    <a:pt x="259202" y="1296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3680614" y="863405"/>
              <a:ext cx="263525" cy="263525"/>
            </a:xfrm>
            <a:custGeom>
              <a:rect b="b" l="l" r="r" t="t"/>
              <a:pathLst>
                <a:path extrusionOk="0" h="263525" w="263525">
                  <a:moveTo>
                    <a:pt x="131680" y="0"/>
                  </a:moveTo>
                  <a:lnTo>
                    <a:pt x="90058" y="6713"/>
                  </a:lnTo>
                  <a:lnTo>
                    <a:pt x="53911" y="25406"/>
                  </a:lnTo>
                  <a:lnTo>
                    <a:pt x="25406" y="53911"/>
                  </a:lnTo>
                  <a:lnTo>
                    <a:pt x="6713" y="90058"/>
                  </a:lnTo>
                  <a:lnTo>
                    <a:pt x="0" y="131680"/>
                  </a:lnTo>
                  <a:lnTo>
                    <a:pt x="6713" y="173301"/>
                  </a:lnTo>
                  <a:lnTo>
                    <a:pt x="25406" y="209449"/>
                  </a:lnTo>
                  <a:lnTo>
                    <a:pt x="53911" y="237954"/>
                  </a:lnTo>
                  <a:lnTo>
                    <a:pt x="90058" y="256647"/>
                  </a:lnTo>
                  <a:lnTo>
                    <a:pt x="131680" y="263360"/>
                  </a:lnTo>
                  <a:lnTo>
                    <a:pt x="173301" y="256647"/>
                  </a:lnTo>
                  <a:lnTo>
                    <a:pt x="209449" y="237954"/>
                  </a:lnTo>
                  <a:lnTo>
                    <a:pt x="237954" y="209449"/>
                  </a:lnTo>
                  <a:lnTo>
                    <a:pt x="256647" y="173301"/>
                  </a:lnTo>
                  <a:lnTo>
                    <a:pt x="263360" y="131680"/>
                  </a:lnTo>
                  <a:lnTo>
                    <a:pt x="256647" y="90058"/>
                  </a:lnTo>
                  <a:lnTo>
                    <a:pt x="237954" y="53911"/>
                  </a:lnTo>
                  <a:lnTo>
                    <a:pt x="209449" y="25406"/>
                  </a:lnTo>
                  <a:lnTo>
                    <a:pt x="173301" y="6713"/>
                  </a:lnTo>
                  <a:lnTo>
                    <a:pt x="131680" y="0"/>
                  </a:lnTo>
                  <a:close/>
                </a:path>
              </a:pathLst>
            </a:custGeom>
            <a:solidFill>
              <a:srgbClr val="D2E7D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3680614" y="863405"/>
              <a:ext cx="263525" cy="263525"/>
            </a:xfrm>
            <a:custGeom>
              <a:rect b="b" l="l" r="r" t="t"/>
              <a:pathLst>
                <a:path extrusionOk="0" h="263525" w="263525">
                  <a:moveTo>
                    <a:pt x="263360" y="131680"/>
                  </a:moveTo>
                  <a:lnTo>
                    <a:pt x="256647" y="90058"/>
                  </a:lnTo>
                  <a:lnTo>
                    <a:pt x="237954" y="53911"/>
                  </a:lnTo>
                  <a:lnTo>
                    <a:pt x="209449" y="25406"/>
                  </a:lnTo>
                  <a:lnTo>
                    <a:pt x="173301" y="6713"/>
                  </a:lnTo>
                  <a:lnTo>
                    <a:pt x="131680" y="0"/>
                  </a:lnTo>
                  <a:lnTo>
                    <a:pt x="90058" y="6713"/>
                  </a:lnTo>
                  <a:lnTo>
                    <a:pt x="53911" y="25406"/>
                  </a:lnTo>
                  <a:lnTo>
                    <a:pt x="25406" y="53911"/>
                  </a:lnTo>
                  <a:lnTo>
                    <a:pt x="6713" y="90058"/>
                  </a:lnTo>
                  <a:lnTo>
                    <a:pt x="0" y="131680"/>
                  </a:lnTo>
                  <a:lnTo>
                    <a:pt x="6713" y="173301"/>
                  </a:lnTo>
                  <a:lnTo>
                    <a:pt x="25406" y="209449"/>
                  </a:lnTo>
                  <a:lnTo>
                    <a:pt x="53911" y="237954"/>
                  </a:lnTo>
                  <a:lnTo>
                    <a:pt x="90058" y="256647"/>
                  </a:lnTo>
                  <a:lnTo>
                    <a:pt x="131680" y="263360"/>
                  </a:lnTo>
                  <a:lnTo>
                    <a:pt x="173301" y="256647"/>
                  </a:lnTo>
                  <a:lnTo>
                    <a:pt x="209449" y="237954"/>
                  </a:lnTo>
                  <a:lnTo>
                    <a:pt x="237954" y="209449"/>
                  </a:lnTo>
                  <a:lnTo>
                    <a:pt x="256647" y="173301"/>
                  </a:lnTo>
                  <a:lnTo>
                    <a:pt x="263360" y="13168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3" name="Google Shape;453;p19"/>
          <p:cNvSpPr txBox="1"/>
          <p:nvPr/>
        </p:nvSpPr>
        <p:spPr>
          <a:xfrm>
            <a:off x="334594" y="541964"/>
            <a:ext cx="3557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Unrolling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Visualize RNN across time steps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4738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baseline="-25000" i="0" lang="en-US" sz="975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	            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baseline="-25000" i="0" lang="en-US" sz="975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	                     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baseline="-25000" i="0" lang="en-US" sz="975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	        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baseline="-25000" i="0" lang="en-US" sz="975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baseline="-25000" i="0" sz="975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54" name="Google Shape;454;p19"/>
          <p:cNvGrpSpPr/>
          <p:nvPr/>
        </p:nvGrpSpPr>
        <p:grpSpPr>
          <a:xfrm>
            <a:off x="3772776" y="1812427"/>
            <a:ext cx="79375" cy="347326"/>
            <a:chOff x="3772776" y="1812427"/>
            <a:chExt cx="79375" cy="347326"/>
          </a:xfrm>
        </p:grpSpPr>
        <p:sp>
          <p:nvSpPr>
            <p:cNvPr id="455" name="Google Shape;455;p19"/>
            <p:cNvSpPr/>
            <p:nvPr/>
          </p:nvSpPr>
          <p:spPr>
            <a:xfrm>
              <a:off x="3812285" y="1817488"/>
              <a:ext cx="0" cy="342265"/>
            </a:xfrm>
            <a:custGeom>
              <a:rect b="b" l="l" r="r" t="t"/>
              <a:pathLst>
                <a:path extrusionOk="0" h="342264" w="120000">
                  <a:moveTo>
                    <a:pt x="0" y="341728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1B14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3772776" y="1812427"/>
              <a:ext cx="79375" cy="32384"/>
            </a:xfrm>
            <a:custGeom>
              <a:rect b="b" l="l" r="r" t="t"/>
              <a:pathLst>
                <a:path extrusionOk="0" h="32385" w="79375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cap="flat" cmpd="sng" w="10100">
              <a:solidFill>
                <a:srgbClr val="1B14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7" name="Google Shape;457;p19"/>
          <p:cNvSpPr txBox="1"/>
          <p:nvPr/>
        </p:nvSpPr>
        <p:spPr>
          <a:xfrm>
            <a:off x="3438512" y="1924572"/>
            <a:ext cx="356235" cy="9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b="0" i="1" lang="en-US" sz="450" u="none" cap="none" strike="noStrik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1" lang="en-US" sz="600" u="none" cap="none" strike="noStrik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hx</a:t>
            </a:r>
            <a:endParaRPr b="0" baseline="-2500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8" name="Google Shape;458;p19"/>
          <p:cNvGrpSpPr/>
          <p:nvPr/>
        </p:nvGrpSpPr>
        <p:grpSpPr>
          <a:xfrm>
            <a:off x="3772776" y="1134106"/>
            <a:ext cx="79375" cy="344786"/>
            <a:chOff x="3772776" y="1134106"/>
            <a:chExt cx="79375" cy="344786"/>
          </a:xfrm>
        </p:grpSpPr>
        <p:sp>
          <p:nvSpPr>
            <p:cNvPr id="459" name="Google Shape;459;p19"/>
            <p:cNvSpPr/>
            <p:nvPr/>
          </p:nvSpPr>
          <p:spPr>
            <a:xfrm>
              <a:off x="3812285" y="1139167"/>
              <a:ext cx="0" cy="339725"/>
            </a:xfrm>
            <a:custGeom>
              <a:rect b="b" l="l" r="r" t="t"/>
              <a:pathLst>
                <a:path extrusionOk="0" h="339725" w="120000">
                  <a:moveTo>
                    <a:pt x="0" y="339649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218B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3772776" y="1134106"/>
              <a:ext cx="79375" cy="32384"/>
            </a:xfrm>
            <a:custGeom>
              <a:rect b="b" l="l" r="r" t="t"/>
              <a:pathLst>
                <a:path extrusionOk="0" h="32384" w="79375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cap="flat" cmpd="sng" w="10100">
              <a:solidFill>
                <a:srgbClr val="218B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1" name="Google Shape;461;p19"/>
          <p:cNvSpPr txBox="1"/>
          <p:nvPr/>
        </p:nvSpPr>
        <p:spPr>
          <a:xfrm>
            <a:off x="3438969" y="1244792"/>
            <a:ext cx="358775" cy="9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218B21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b="0" i="1" lang="en-US" sz="450" u="none" cap="none" strike="noStrike">
                <a:solidFill>
                  <a:srgbClr val="218B2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1" lang="en-US" sz="600" u="none" cap="none" strike="noStrike">
                <a:solidFill>
                  <a:srgbClr val="218B21"/>
                </a:solidFill>
                <a:latin typeface="Arial"/>
                <a:ea typeface="Arial"/>
                <a:cs typeface="Arial"/>
                <a:sym typeface="Arial"/>
              </a:rPr>
              <a:t>ho</a:t>
            </a:r>
            <a:endParaRPr b="0" baseline="-2500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2" name="Google Shape;462;p19"/>
          <p:cNvGrpSpPr/>
          <p:nvPr/>
        </p:nvGrpSpPr>
        <p:grpSpPr>
          <a:xfrm>
            <a:off x="2032561" y="1603582"/>
            <a:ext cx="314378" cy="79375"/>
            <a:chOff x="2032561" y="1603582"/>
            <a:chExt cx="314378" cy="79375"/>
          </a:xfrm>
        </p:grpSpPr>
        <p:sp>
          <p:nvSpPr>
            <p:cNvPr id="463" name="Google Shape;463;p19"/>
            <p:cNvSpPr/>
            <p:nvPr/>
          </p:nvSpPr>
          <p:spPr>
            <a:xfrm>
              <a:off x="2032561" y="1643091"/>
              <a:ext cx="309880" cy="0"/>
            </a:xfrm>
            <a:custGeom>
              <a:rect b="b" l="l" r="r" t="t"/>
              <a:pathLst>
                <a:path extrusionOk="0" h="120000" w="309880">
                  <a:moveTo>
                    <a:pt x="0" y="0"/>
                  </a:moveTo>
                  <a:lnTo>
                    <a:pt x="309323" y="0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2314555" y="1603582"/>
              <a:ext cx="32384" cy="79375"/>
            </a:xfrm>
            <a:custGeom>
              <a:rect b="b" l="l" r="r" t="t"/>
              <a:pathLst>
                <a:path extrusionOk="0" h="79375" w="3238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" name="Google Shape;465;p19"/>
          <p:cNvSpPr txBox="1"/>
          <p:nvPr/>
        </p:nvSpPr>
        <p:spPr>
          <a:xfrm>
            <a:off x="2009673" y="1509879"/>
            <a:ext cx="358775" cy="9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EC2027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b="0" i="1" lang="en-US" sz="450" u="none" cap="none" strike="noStrike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1" lang="en-US" sz="600" u="none" cap="none" strike="noStrike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hh</a:t>
            </a:r>
            <a:endParaRPr b="0" baseline="-2500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6" name="Google Shape;466;p19"/>
          <p:cNvGrpSpPr/>
          <p:nvPr/>
        </p:nvGrpSpPr>
        <p:grpSpPr>
          <a:xfrm>
            <a:off x="2680562" y="1603582"/>
            <a:ext cx="314379" cy="79375"/>
            <a:chOff x="2680562" y="1603582"/>
            <a:chExt cx="314379" cy="79375"/>
          </a:xfrm>
        </p:grpSpPr>
        <p:sp>
          <p:nvSpPr>
            <p:cNvPr id="467" name="Google Shape;467;p19"/>
            <p:cNvSpPr/>
            <p:nvPr/>
          </p:nvSpPr>
          <p:spPr>
            <a:xfrm>
              <a:off x="2680562" y="1643091"/>
              <a:ext cx="309880" cy="0"/>
            </a:xfrm>
            <a:custGeom>
              <a:rect b="b" l="l" r="r" t="t"/>
              <a:pathLst>
                <a:path extrusionOk="0" h="120000" w="309880">
                  <a:moveTo>
                    <a:pt x="0" y="0"/>
                  </a:moveTo>
                  <a:lnTo>
                    <a:pt x="309324" y="0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9"/>
            <p:cNvSpPr/>
            <p:nvPr/>
          </p:nvSpPr>
          <p:spPr>
            <a:xfrm>
              <a:off x="2962557" y="1603582"/>
              <a:ext cx="32384" cy="79375"/>
            </a:xfrm>
            <a:custGeom>
              <a:rect b="b" l="l" r="r" t="t"/>
              <a:pathLst>
                <a:path extrusionOk="0" h="79375" w="3238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9" name="Google Shape;469;p19"/>
          <p:cNvSpPr txBox="1"/>
          <p:nvPr/>
        </p:nvSpPr>
        <p:spPr>
          <a:xfrm>
            <a:off x="2657678" y="1509879"/>
            <a:ext cx="358775" cy="9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EC2027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b="0" i="1" lang="en-US" sz="450" u="none" cap="none" strike="noStrike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1" lang="en-US" sz="600" u="none" cap="none" strike="noStrike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hh</a:t>
            </a:r>
            <a:endParaRPr b="0" baseline="-2500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0" name="Google Shape;470;p19"/>
          <p:cNvGrpSpPr/>
          <p:nvPr/>
        </p:nvGrpSpPr>
        <p:grpSpPr>
          <a:xfrm>
            <a:off x="3328564" y="1603582"/>
            <a:ext cx="314378" cy="79375"/>
            <a:chOff x="3328564" y="1603582"/>
            <a:chExt cx="314378" cy="79375"/>
          </a:xfrm>
        </p:grpSpPr>
        <p:sp>
          <p:nvSpPr>
            <p:cNvPr id="471" name="Google Shape;471;p19"/>
            <p:cNvSpPr/>
            <p:nvPr/>
          </p:nvSpPr>
          <p:spPr>
            <a:xfrm>
              <a:off x="3328564" y="1643091"/>
              <a:ext cx="309880" cy="0"/>
            </a:xfrm>
            <a:custGeom>
              <a:rect b="b" l="l" r="r" t="t"/>
              <a:pathLst>
                <a:path extrusionOk="0" h="120000" w="309879">
                  <a:moveTo>
                    <a:pt x="0" y="0"/>
                  </a:moveTo>
                  <a:lnTo>
                    <a:pt x="309324" y="0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9"/>
            <p:cNvSpPr/>
            <p:nvPr/>
          </p:nvSpPr>
          <p:spPr>
            <a:xfrm>
              <a:off x="3610558" y="1603582"/>
              <a:ext cx="32384" cy="79375"/>
            </a:xfrm>
            <a:custGeom>
              <a:rect b="b" l="l" r="r" t="t"/>
              <a:pathLst>
                <a:path extrusionOk="0" h="79375" w="3238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3" name="Google Shape;473;p19"/>
          <p:cNvSpPr txBox="1"/>
          <p:nvPr/>
        </p:nvSpPr>
        <p:spPr>
          <a:xfrm>
            <a:off x="3305670" y="1509879"/>
            <a:ext cx="358775" cy="9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EC2027"/>
                </a:solidFill>
                <a:latin typeface="Tahoma"/>
                <a:ea typeface="Tahoma"/>
                <a:cs typeface="Tahoma"/>
                <a:sym typeface="Tahoma"/>
              </a:rPr>
              <a:t>same </a:t>
            </a:r>
            <a:r>
              <a:rPr b="0" i="1" lang="en-US" sz="450" u="none" cap="none" strike="noStrike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1" lang="en-US" sz="600" u="none" cap="none" strike="noStrike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hh</a:t>
            </a:r>
            <a:endParaRPr b="0" baseline="-2500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9"/>
          <p:cNvSpPr txBox="1"/>
          <p:nvPr/>
        </p:nvSpPr>
        <p:spPr>
          <a:xfrm>
            <a:off x="1683385" y="2177165"/>
            <a:ext cx="370205" cy="456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975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baseline="-25000" i="0" sz="975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t/>
            </a:r>
            <a:endParaRPr b="0" i="0" sz="6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5" name="Google Shape;475;p19"/>
          <p:cNvSpPr txBox="1"/>
          <p:nvPr/>
        </p:nvSpPr>
        <p:spPr>
          <a:xfrm>
            <a:off x="2331377" y="2177165"/>
            <a:ext cx="370205" cy="456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975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baseline="-25000" i="0" sz="975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t/>
            </a:r>
            <a:endParaRPr b="0" i="0" sz="6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6" name="Google Shape;476;p19"/>
          <p:cNvSpPr txBox="1"/>
          <p:nvPr/>
        </p:nvSpPr>
        <p:spPr>
          <a:xfrm>
            <a:off x="2979369" y="2176492"/>
            <a:ext cx="370205" cy="456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975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baseline="-25000" i="0" sz="975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t/>
            </a:r>
            <a:endParaRPr b="0" i="0" sz="6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7" name="Google Shape;477;p19"/>
          <p:cNvSpPr txBox="1"/>
          <p:nvPr/>
        </p:nvSpPr>
        <p:spPr>
          <a:xfrm>
            <a:off x="3627361" y="2177165"/>
            <a:ext cx="370205" cy="456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975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baseline="-25000" i="0" sz="975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t/>
            </a:r>
            <a:endParaRPr b="0" i="0" sz="6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8" name="Google Shape;478;p19"/>
          <p:cNvSpPr txBox="1"/>
          <p:nvPr/>
        </p:nvSpPr>
        <p:spPr>
          <a:xfrm>
            <a:off x="3701653" y="1473402"/>
            <a:ext cx="7761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0" lang="en-US" sz="975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	</a:t>
            </a:r>
            <a:r>
              <a:rPr b="0" baseline="30000" i="0" lang="en-US" sz="1575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· · ·</a:t>
            </a:r>
            <a:endParaRPr b="0" baseline="30000" i="0" sz="1575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79" name="Google Shape;479;p19"/>
          <p:cNvSpPr txBox="1"/>
          <p:nvPr/>
        </p:nvSpPr>
        <p:spPr>
          <a:xfrm>
            <a:off x="321894" y="2781068"/>
            <a:ext cx="4443095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Key insight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Same parameters (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hx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hh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applied at each time step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80" name="Google Shape;480;p1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481" name="Google Shape;481;p19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9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9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4" name="Google Shape;484;p1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 txBox="1"/>
          <p:nvPr/>
        </p:nvSpPr>
        <p:spPr>
          <a:xfrm>
            <a:off x="4674389" y="3137672"/>
            <a:ext cx="292735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 / 96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0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RNN M</a:t>
            </a:r>
            <a:r>
              <a:rPr lang="en-US" cap="small">
                <a:solidFill>
                  <a:srgbClr val="FFFFFF"/>
                </a:solidFill>
              </a:rPr>
              <a:t>athematical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ormulation</a:t>
            </a:r>
            <a:r>
              <a:rPr lang="en-US">
                <a:solidFill>
                  <a:srgbClr val="FFFFFF"/>
                </a:solidFill>
              </a:rPr>
              <a:t> I</a:t>
            </a:r>
            <a:endParaRPr/>
          </a:p>
        </p:txBody>
      </p:sp>
      <p:grpSp>
        <p:nvGrpSpPr>
          <p:cNvPr id="491" name="Google Shape;491;p2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492" name="Google Shape;492;p20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20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20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5" name="Google Shape;495;p2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0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497" name="Google Shape;497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4843607" cy="243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1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RNN M</a:t>
            </a:r>
            <a:r>
              <a:rPr lang="en-US" cap="small">
                <a:solidFill>
                  <a:srgbClr val="FFFFFF"/>
                </a:solidFill>
              </a:rPr>
              <a:t>athematical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ormulation</a:t>
            </a:r>
            <a:r>
              <a:rPr lang="en-US">
                <a:solidFill>
                  <a:srgbClr val="FFFFFF"/>
                </a:solidFill>
              </a:rPr>
              <a:t> II</a:t>
            </a:r>
            <a:endParaRPr/>
          </a:p>
        </p:txBody>
      </p:sp>
      <p:grpSp>
        <p:nvGrpSpPr>
          <p:cNvPr id="503" name="Google Shape;503;p2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04" name="Google Shape;504;p21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7" name="Google Shape;507;p2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1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509" name="Google Shape;509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4774411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2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P</a:t>
            </a:r>
            <a:r>
              <a:rPr lang="en-US" cap="small">
                <a:solidFill>
                  <a:srgbClr val="FFFFFF"/>
                </a:solidFill>
              </a:rPr>
              <a:t>arameter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haring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cross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ime</a:t>
            </a:r>
            <a:endParaRPr/>
          </a:p>
        </p:txBody>
      </p:sp>
      <p:grpSp>
        <p:nvGrpSpPr>
          <p:cNvPr id="515" name="Google Shape;515;p22"/>
          <p:cNvGrpSpPr/>
          <p:nvPr/>
        </p:nvGrpSpPr>
        <p:grpSpPr>
          <a:xfrm>
            <a:off x="513702" y="991819"/>
            <a:ext cx="69291" cy="648779"/>
            <a:chOff x="513702" y="991819"/>
            <a:chExt cx="69291" cy="648779"/>
          </a:xfrm>
        </p:grpSpPr>
        <p:pic>
          <p:nvPicPr>
            <p:cNvPr id="516" name="Google Shape;516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9918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7" name="Google Shape;517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157130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8" name="Google Shape;518;p22"/>
          <p:cNvSpPr txBox="1"/>
          <p:nvPr/>
        </p:nvSpPr>
        <p:spPr>
          <a:xfrm>
            <a:off x="619226" y="864576"/>
            <a:ext cx="33534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Key insight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Same parameters used at every time step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&gt; 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hx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hh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Shared across all time steps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&gt; 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Shared across all time steps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Advantages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19" name="Google Shape;51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0044" y="1741106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22"/>
          <p:cNvSpPr txBox="1"/>
          <p:nvPr/>
        </p:nvSpPr>
        <p:spPr>
          <a:xfrm>
            <a:off x="786993" y="173125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1" name="Google Shape;52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0044" y="1913178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2"/>
          <p:cNvSpPr txBox="1"/>
          <p:nvPr/>
        </p:nvSpPr>
        <p:spPr>
          <a:xfrm>
            <a:off x="786993" y="1903328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3" name="Google Shape;52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0044" y="2085251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2"/>
          <p:cNvSpPr txBox="1"/>
          <p:nvPr/>
        </p:nvSpPr>
        <p:spPr>
          <a:xfrm>
            <a:off x="786993" y="2075401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2"/>
          <p:cNvSpPr txBox="1"/>
          <p:nvPr/>
        </p:nvSpPr>
        <p:spPr>
          <a:xfrm>
            <a:off x="941958" y="1680675"/>
            <a:ext cx="3630929" cy="541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345440" rtl="0" algn="l">
              <a:lnSpc>
                <a:spcPct val="118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Fixed number of parameters regardless of sequence length Can process sequences of any length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Generalization: patterns learned at one position transfer to others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26" name="Google Shape;526;p22"/>
          <p:cNvGrpSpPr/>
          <p:nvPr/>
        </p:nvGrpSpPr>
        <p:grpSpPr>
          <a:xfrm>
            <a:off x="0" y="2334260"/>
            <a:ext cx="5760261" cy="899751"/>
            <a:chOff x="0" y="2334260"/>
            <a:chExt cx="5760261" cy="899751"/>
          </a:xfrm>
        </p:grpSpPr>
        <p:pic>
          <p:nvPicPr>
            <p:cNvPr id="527" name="Google Shape;527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13702" y="233426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8" name="Google Shape;528;p22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22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22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1" name="Google Shape;531;p22"/>
          <p:cNvSpPr txBox="1"/>
          <p:nvPr/>
        </p:nvSpPr>
        <p:spPr>
          <a:xfrm>
            <a:off x="644626" y="2256731"/>
            <a:ext cx="3704590" cy="18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Contrast with feedforward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Different weights for each position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2" name="Google Shape;532;p2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2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3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4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2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3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RNN P</a:t>
            </a:r>
            <a:r>
              <a:rPr lang="en-US" cap="small">
                <a:solidFill>
                  <a:srgbClr val="FFFFFF"/>
                </a:solidFill>
              </a:rPr>
              <a:t>arameter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ounting</a:t>
            </a:r>
            <a:endParaRPr/>
          </a:p>
        </p:txBody>
      </p:sp>
      <p:grpSp>
        <p:nvGrpSpPr>
          <p:cNvPr id="539" name="Google Shape;539;p23"/>
          <p:cNvGrpSpPr/>
          <p:nvPr/>
        </p:nvGrpSpPr>
        <p:grpSpPr>
          <a:xfrm>
            <a:off x="513702" y="584428"/>
            <a:ext cx="69291" cy="832231"/>
            <a:chOff x="513702" y="584428"/>
            <a:chExt cx="69291" cy="832231"/>
          </a:xfrm>
        </p:grpSpPr>
        <p:pic>
          <p:nvPicPr>
            <p:cNvPr id="540" name="Google Shape;540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58442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1" name="Google Shape;541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134736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2" name="Google Shape;542;p23"/>
          <p:cNvSpPr txBox="1"/>
          <p:nvPr/>
        </p:nvSpPr>
        <p:spPr>
          <a:xfrm>
            <a:off x="619226" y="457185"/>
            <a:ext cx="41433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Given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Input dimension: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&gt;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Hidden dimension: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&gt;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Output/vocabulary size: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Parameter count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40" lvl="0" marL="768985" marR="2662555" rtl="0" algn="l">
              <a:lnSpc>
                <a:spcPct val="121100"/>
              </a:lnSpc>
              <a:spcBef>
                <a:spcPts val="92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hx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W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hh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72489" marR="0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138" lvl="0" marL="871219" marR="2631440" rtl="0" algn="l">
              <a:lnSpc>
                <a:spcPct val="12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 b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0802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hd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30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Vh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+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3" name="Google Shape;543;p2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44" name="Google Shape;544;p23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23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3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7" name="Google Shape;547;p2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3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4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RNN P</a:t>
            </a:r>
            <a:r>
              <a:rPr lang="en-US" cap="small">
                <a:solidFill>
                  <a:srgbClr val="FFFFFF"/>
                </a:solidFill>
              </a:rPr>
              <a:t>arameter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ounting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endParaRPr/>
          </a:p>
        </p:txBody>
      </p:sp>
      <p:grpSp>
        <p:nvGrpSpPr>
          <p:cNvPr id="554" name="Google Shape;554;p2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55" name="Google Shape;555;p24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24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24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8" name="Google Shape;558;p2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4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560" name="Google Shape;560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9375" y="550235"/>
            <a:ext cx="4887043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5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RNN F</a:t>
            </a:r>
            <a:r>
              <a:rPr lang="en-US" cap="small">
                <a:solidFill>
                  <a:srgbClr val="FFFFFF"/>
                </a:solidFill>
              </a:rPr>
              <a:t>orward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ass</a:t>
            </a:r>
            <a:r>
              <a:rPr lang="en-US">
                <a:solidFill>
                  <a:srgbClr val="FFFFFF"/>
                </a:solidFill>
              </a:rPr>
              <a:t>: S</a:t>
            </a:r>
            <a:r>
              <a:rPr lang="en-US" cap="small">
                <a:solidFill>
                  <a:srgbClr val="FFFFFF"/>
                </a:solidFill>
              </a:rPr>
              <a:t>imple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endParaRPr/>
          </a:p>
        </p:txBody>
      </p:sp>
      <p:grpSp>
        <p:nvGrpSpPr>
          <p:cNvPr id="566" name="Google Shape;566;p2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67" name="Google Shape;567;p25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25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25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0" name="Google Shape;570;p2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5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572" name="Google Shape;572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2825" y="456975"/>
            <a:ext cx="4394296" cy="26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6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RNN F</a:t>
            </a:r>
            <a:r>
              <a:rPr lang="en-US" cap="small">
                <a:solidFill>
                  <a:srgbClr val="FFFFFF"/>
                </a:solidFill>
              </a:rPr>
              <a:t>orward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ass</a:t>
            </a:r>
            <a:r>
              <a:rPr lang="en-US">
                <a:solidFill>
                  <a:srgbClr val="FFFFFF"/>
                </a:solidFill>
              </a:rPr>
              <a:t>: T</a:t>
            </a:r>
            <a:r>
              <a:rPr lang="en-US" cap="small">
                <a:solidFill>
                  <a:srgbClr val="FFFFFF"/>
                </a:solidFill>
              </a:rPr>
              <a:t>ime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tep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i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sz="15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78" name="Google Shape;578;p2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79" name="Google Shape;579;p26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26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26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2" name="Google Shape;582;p2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6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584" name="Google Shape;584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8825" y="550235"/>
            <a:ext cx="4582605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7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RNN F</a:t>
            </a:r>
            <a:r>
              <a:rPr lang="en-US" cap="small">
                <a:solidFill>
                  <a:srgbClr val="FFFFFF"/>
                </a:solidFill>
              </a:rPr>
              <a:t>orward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ass</a:t>
            </a:r>
            <a:r>
              <a:rPr lang="en-US">
                <a:solidFill>
                  <a:srgbClr val="FFFFFF"/>
                </a:solidFill>
              </a:rPr>
              <a:t>: T</a:t>
            </a:r>
            <a:r>
              <a:rPr lang="en-US" cap="small">
                <a:solidFill>
                  <a:srgbClr val="FFFFFF"/>
                </a:solidFill>
              </a:rPr>
              <a:t>ime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tep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i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sz="15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90" name="Google Shape;590;p2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91" name="Google Shape;591;p27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27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27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4" name="Google Shape;594;p2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7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596" name="Google Shape;596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3188" y="550235"/>
            <a:ext cx="4659429" cy="243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8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A</a:t>
            </a:r>
            <a:r>
              <a:rPr lang="en-US" cap="small">
                <a:solidFill>
                  <a:srgbClr val="FFFFFF"/>
                </a:solidFill>
              </a:rPr>
              <a:t>ctivation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in</a:t>
            </a:r>
            <a:r>
              <a:rPr lang="en-US">
                <a:solidFill>
                  <a:srgbClr val="FFFFFF"/>
                </a:solidFill>
              </a:rPr>
              <a:t> RNN</a:t>
            </a:r>
            <a:r>
              <a:rPr lang="en-US" cap="small">
                <a:solidFill>
                  <a:srgbClr val="FFFFFF"/>
                </a:solidFill>
              </a:rPr>
              <a:t>s</a:t>
            </a:r>
            <a:endParaRPr/>
          </a:p>
        </p:txBody>
      </p:sp>
      <p:grpSp>
        <p:nvGrpSpPr>
          <p:cNvPr id="602" name="Google Shape;602;p28"/>
          <p:cNvGrpSpPr/>
          <p:nvPr/>
        </p:nvGrpSpPr>
        <p:grpSpPr>
          <a:xfrm>
            <a:off x="513702" y="1141742"/>
            <a:ext cx="69291" cy="918159"/>
            <a:chOff x="513702" y="1141742"/>
            <a:chExt cx="69291" cy="918159"/>
          </a:xfrm>
        </p:grpSpPr>
        <p:pic>
          <p:nvPicPr>
            <p:cNvPr id="603" name="Google Shape;603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114174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4" name="Google Shape;604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199061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5" name="Google Shape;605;p28"/>
          <p:cNvSpPr txBox="1"/>
          <p:nvPr/>
        </p:nvSpPr>
        <p:spPr>
          <a:xfrm>
            <a:off x="321894" y="731009"/>
            <a:ext cx="3032760" cy="1910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Common choices for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35280" marR="0" rtl="0" algn="l">
              <a:lnSpc>
                <a:spcPct val="100000"/>
              </a:lnSpc>
              <a:spcBef>
                <a:spcPts val="121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Hyperbolic tangent (tanh)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90219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Range: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0" lang="en-US" sz="11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−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90219" marR="0" rtl="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Centered at zero (helps with gradient flow)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90219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Most common for vanilla RNNs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35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ReLU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90219" marR="0" rtl="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Range: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∞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90219" marR="0" rtl="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Can help with vanishing gradient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90219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May cause exploding activations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606" name="Google Shape;606;p2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607" name="Google Shape;607;p28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28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28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0" name="Google Shape;610;p2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8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9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617" name="Google Shape;61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27" name="Google Shape;627;p29"/>
          <p:cNvGraphicFramePr/>
          <p:nvPr/>
        </p:nvGraphicFramePr>
        <p:xfrm>
          <a:off x="343649" y="5512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{806EB010-B201-4971-A2E3-822838E164C6}</a:tableStyleId>
              </a:tblPr>
              <a:tblGrid>
                <a:gridCol w="170175"/>
              </a:tblGrid>
              <a:tr h="2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875" marB="0" marR="0" marL="0"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628" name="Google Shape;628;p29"/>
          <p:cNvSpPr txBox="1"/>
          <p:nvPr/>
        </p:nvSpPr>
        <p:spPr>
          <a:xfrm>
            <a:off x="563029" y="457050"/>
            <a:ext cx="3558000" cy="24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11747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ntroduction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equence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odeling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747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equence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odels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heory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asic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RNN A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rchitecture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RNN T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raining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&amp; BPTT</a:t>
            </a:r>
            <a:r>
              <a:rPr b="0" i="0" lang="en-US" sz="1400" u="none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idirectional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RNN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eep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tacked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) RNN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9781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ated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ecurrent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U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nits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(GRU)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9781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hort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-T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erm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emory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(LSTM)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eries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F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orecasting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pplications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omparison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&amp;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ummary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9" name="Google Shape;629;p2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630" name="Google Shape;630;p29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29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29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3" name="Google Shape;633;p2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2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3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4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5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6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7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9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0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raining</a:t>
            </a:r>
            <a:r>
              <a:rPr lang="en-US">
                <a:solidFill>
                  <a:srgbClr val="FFFFFF"/>
                </a:solidFill>
              </a:rPr>
              <a:t> O</a:t>
            </a:r>
            <a:r>
              <a:rPr lang="en-US" cap="small">
                <a:solidFill>
                  <a:srgbClr val="FFFFFF"/>
                </a:solidFill>
              </a:rPr>
              <a:t>bjective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RNN</a:t>
            </a:r>
            <a:r>
              <a:rPr lang="en-US" cap="small">
                <a:solidFill>
                  <a:srgbClr val="FFFFFF"/>
                </a:solidFill>
              </a:rPr>
              <a:t>s</a:t>
            </a:r>
            <a:endParaRPr/>
          </a:p>
        </p:txBody>
      </p:sp>
      <p:sp>
        <p:nvSpPr>
          <p:cNvPr id="640" name="Google Shape;640;p3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0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642" name="Google Shape;642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5738" y="550235"/>
            <a:ext cx="4734323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1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L</a:t>
            </a:r>
            <a:r>
              <a:rPr lang="en-US" cap="small">
                <a:solidFill>
                  <a:srgbClr val="FFFFFF"/>
                </a:solidFill>
              </a:rPr>
              <a:t>oss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equences</a:t>
            </a:r>
            <a:endParaRPr/>
          </a:p>
        </p:txBody>
      </p:sp>
      <p:sp>
        <p:nvSpPr>
          <p:cNvPr id="648" name="Google Shape;648;p3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1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650" name="Google Shape;650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8500" y="550235"/>
            <a:ext cx="4728791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2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B</a:t>
            </a:r>
            <a:r>
              <a:rPr lang="en-US" cap="small">
                <a:solidFill>
                  <a:srgbClr val="FFFFFF"/>
                </a:solidFill>
              </a:rPr>
              <a:t>ackpropagation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hrough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ime</a:t>
            </a:r>
            <a:r>
              <a:rPr lang="en-US">
                <a:solidFill>
                  <a:srgbClr val="FFFFFF"/>
                </a:solidFill>
              </a:rPr>
              <a:t> (BPTT)</a:t>
            </a:r>
            <a:endParaRPr/>
          </a:p>
        </p:txBody>
      </p:sp>
      <p:grpSp>
        <p:nvGrpSpPr>
          <p:cNvPr id="656" name="Google Shape;656;p32"/>
          <p:cNvGrpSpPr/>
          <p:nvPr/>
        </p:nvGrpSpPr>
        <p:grpSpPr>
          <a:xfrm>
            <a:off x="513702" y="667346"/>
            <a:ext cx="69291" cy="1666951"/>
            <a:chOff x="513702" y="667346"/>
            <a:chExt cx="69291" cy="1666951"/>
          </a:xfrm>
        </p:grpSpPr>
        <p:pic>
          <p:nvPicPr>
            <p:cNvPr id="657" name="Google Shape;657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66734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8" name="Google Shape;658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15522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9" name="Google Shape;659;p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702" y="226500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0" name="Google Shape;660;p32"/>
          <p:cNvSpPr txBox="1"/>
          <p:nvPr/>
        </p:nvSpPr>
        <p:spPr>
          <a:xfrm>
            <a:off x="593826" y="540130"/>
            <a:ext cx="3469640" cy="2376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0" lvl="0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Challenge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How to compute gradients in RNNs?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1844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Parameters shared across all time steps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184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Hidden state depends on entire history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184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Need to backpropagate through time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Key insight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Unroll RNN into feedforward network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1844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Apply standard backpropagation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184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Sum gradients from all time steps (parameter sharing)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BPTT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Backpropagation Through Time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1844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Forward pass: compute outputs for all time steps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18440" marR="0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Backward pass: compute gradients from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18440" marR="0" rtl="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Gradients flow backward through time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661" name="Google Shape;661;p3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662" name="Google Shape;662;p32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32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32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5" name="Google Shape;665;p3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2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3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BPTT: C</a:t>
            </a:r>
            <a:r>
              <a:rPr lang="en-US" cap="small">
                <a:solidFill>
                  <a:srgbClr val="FFFFFF"/>
                </a:solidFill>
              </a:rPr>
              <a:t>omputational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raph</a:t>
            </a:r>
            <a:endParaRPr/>
          </a:p>
        </p:txBody>
      </p:sp>
      <p:grpSp>
        <p:nvGrpSpPr>
          <p:cNvPr id="672" name="Google Shape;672;p3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673" name="Google Shape;673;p33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33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33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6" name="Google Shape;676;p3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3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678" name="Google Shape;678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4301062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4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BPTT: K</a:t>
            </a:r>
            <a:r>
              <a:rPr lang="en-US" cap="small">
                <a:solidFill>
                  <a:srgbClr val="FFFFFF"/>
                </a:solidFill>
              </a:rPr>
              <a:t>ey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radient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quations</a:t>
            </a:r>
            <a:endParaRPr/>
          </a:p>
        </p:txBody>
      </p:sp>
      <p:grpSp>
        <p:nvGrpSpPr>
          <p:cNvPr id="684" name="Google Shape;684;p3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685" name="Google Shape;685;p34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34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34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8" name="Google Shape;688;p3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4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690" name="Google Shape;690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8925" y="475000"/>
            <a:ext cx="4959124" cy="251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5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BPTT: N</a:t>
            </a:r>
            <a:r>
              <a:rPr lang="en-US" cap="small">
                <a:solidFill>
                  <a:srgbClr val="FFFFFF"/>
                </a:solidFill>
              </a:rPr>
              <a:t>umerical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etup</a:t>
            </a:r>
            <a:endParaRPr/>
          </a:p>
        </p:txBody>
      </p:sp>
      <p:sp>
        <p:nvSpPr>
          <p:cNvPr id="696" name="Google Shape;696;p3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5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698" name="Google Shape;698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5461001" cy="2390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6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BPTT: F</a:t>
            </a:r>
            <a:r>
              <a:rPr lang="en-US" cap="small">
                <a:solidFill>
                  <a:srgbClr val="FFFFFF"/>
                </a:solidFill>
              </a:rPr>
              <a:t>orward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ass</a:t>
            </a:r>
            <a:endParaRPr/>
          </a:p>
        </p:txBody>
      </p:sp>
      <p:grpSp>
        <p:nvGrpSpPr>
          <p:cNvPr id="704" name="Google Shape;704;p3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05" name="Google Shape;705;p36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36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36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8" name="Google Shape;708;p3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6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710" name="Google Shape;710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7700" y="488575"/>
            <a:ext cx="3227382" cy="257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7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BPTT: B</a:t>
            </a:r>
            <a:r>
              <a:rPr lang="en-US" cap="small">
                <a:solidFill>
                  <a:srgbClr val="FFFFFF"/>
                </a:solidFill>
              </a:rPr>
              <a:t>ackward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ass</a:t>
            </a:r>
            <a:endParaRPr/>
          </a:p>
        </p:txBody>
      </p:sp>
      <p:grpSp>
        <p:nvGrpSpPr>
          <p:cNvPr id="716" name="Google Shape;716;p3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17" name="Google Shape;717;p37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37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37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0" name="Google Shape;720;p3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7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722" name="Google Shape;722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6400" y="456413"/>
            <a:ext cx="3638270" cy="2637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8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BPTT: P</a:t>
            </a:r>
            <a:r>
              <a:rPr lang="en-US" cap="small">
                <a:solidFill>
                  <a:srgbClr val="FFFFFF"/>
                </a:solidFill>
              </a:rPr>
              <a:t>arameter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radients</a:t>
            </a:r>
            <a:endParaRPr/>
          </a:p>
        </p:txBody>
      </p:sp>
      <p:grpSp>
        <p:nvGrpSpPr>
          <p:cNvPr id="728" name="Google Shape;728;p3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29" name="Google Shape;729;p38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38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38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2" name="Google Shape;732;p3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8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734" name="Google Shape;734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4768966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9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V</a:t>
            </a:r>
            <a:r>
              <a:rPr lang="en-US" cap="small">
                <a:solidFill>
                  <a:srgbClr val="FFFFFF"/>
                </a:solidFill>
              </a:rPr>
              <a:t>anishing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radients</a:t>
            </a:r>
            <a:r>
              <a:rPr lang="en-US">
                <a:solidFill>
                  <a:srgbClr val="FFFFFF"/>
                </a:solidFill>
              </a:rPr>
              <a:t>: T</a:t>
            </a:r>
            <a:r>
              <a:rPr lang="en-US" cap="small">
                <a:solidFill>
                  <a:srgbClr val="FFFFFF"/>
                </a:solidFill>
              </a:rPr>
              <a:t>he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roblem</a:t>
            </a:r>
            <a:endParaRPr/>
          </a:p>
        </p:txBody>
      </p:sp>
      <p:grpSp>
        <p:nvGrpSpPr>
          <p:cNvPr id="740" name="Google Shape;740;p3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41" name="Google Shape;741;p39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39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39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4" name="Google Shape;744;p3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9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746" name="Google Shape;746;p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0750" y="463450"/>
            <a:ext cx="5065913" cy="2609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0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V</a:t>
            </a:r>
            <a:r>
              <a:rPr lang="en-US" cap="small">
                <a:solidFill>
                  <a:srgbClr val="FFFFFF"/>
                </a:solidFill>
              </a:rPr>
              <a:t>anishing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radients</a:t>
            </a:r>
            <a:r>
              <a:rPr lang="en-US">
                <a:solidFill>
                  <a:srgbClr val="FFFFFF"/>
                </a:solidFill>
              </a:rPr>
              <a:t>: N</a:t>
            </a:r>
            <a:r>
              <a:rPr lang="en-US" cap="small">
                <a:solidFill>
                  <a:srgbClr val="FFFFFF"/>
                </a:solidFill>
              </a:rPr>
              <a:t>umerical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endParaRPr/>
          </a:p>
        </p:txBody>
      </p:sp>
      <p:grpSp>
        <p:nvGrpSpPr>
          <p:cNvPr id="752" name="Google Shape;752;p4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53" name="Google Shape;753;p40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40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40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6" name="Google Shape;756;p4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40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758" name="Google Shape;758;p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4578621" cy="243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1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V</a:t>
            </a:r>
            <a:r>
              <a:rPr lang="en-US" cap="small">
                <a:solidFill>
                  <a:srgbClr val="FFFFFF"/>
                </a:solidFill>
              </a:rPr>
              <a:t>anishing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radients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are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roblematic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764" name="Google Shape;764;p41"/>
          <p:cNvGrpSpPr/>
          <p:nvPr/>
        </p:nvGrpSpPr>
        <p:grpSpPr>
          <a:xfrm>
            <a:off x="513702" y="705865"/>
            <a:ext cx="69291" cy="1572413"/>
            <a:chOff x="513702" y="705865"/>
            <a:chExt cx="69291" cy="1572413"/>
          </a:xfrm>
        </p:grpSpPr>
        <p:pic>
          <p:nvPicPr>
            <p:cNvPr id="765" name="Google Shape;765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70586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6" name="Google Shape;766;p4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145742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7" name="Google Shape;767;p4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702" y="220898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8" name="Google Shape;768;p41"/>
          <p:cNvSpPr txBox="1"/>
          <p:nvPr/>
        </p:nvSpPr>
        <p:spPr>
          <a:xfrm>
            <a:off x="619226" y="578623"/>
            <a:ext cx="3290570" cy="2281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Learning difficulty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Parameters affecting early time steps barely update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Model cannot learn long-term patterns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Training becomes ineffective for long sequences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Example scenarios where this fails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”I grew up in France... [50 words]... I speak fluent </a:t>
            </a:r>
            <a:r>
              <a:rPr b="0" i="0" lang="en-US" sz="95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”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Long-range syntactic dependencies in language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Time series with seasonal patterns (yearly cycles)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Solutions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Better architectures: LSTM, GRU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Careful initialization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Skip connections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69" name="Google Shape;769;p4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70" name="Google Shape;770;p41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41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41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3" name="Google Shape;773;p4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1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2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780" name="Google Shape;78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4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4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4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90" name="Google Shape;790;p42"/>
          <p:cNvGraphicFramePr/>
          <p:nvPr/>
        </p:nvGraphicFramePr>
        <p:xfrm>
          <a:off x="343649" y="5512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{806EB010-B201-4971-A2E3-822838E164C6}</a:tableStyleId>
              </a:tblPr>
              <a:tblGrid>
                <a:gridCol w="170175"/>
              </a:tblGrid>
              <a:tr h="2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875" marB="0" marR="0" marL="0"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791" name="Google Shape;791;p42"/>
          <p:cNvSpPr txBox="1"/>
          <p:nvPr/>
        </p:nvSpPr>
        <p:spPr>
          <a:xfrm>
            <a:off x="563029" y="457050"/>
            <a:ext cx="3558000" cy="24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11747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ntroduction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equence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odeling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747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equence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odels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heory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asic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RNN A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rchitecture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RNN 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raining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&amp; BPTT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idirectional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RNN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b="0" i="0" lang="en-US" sz="1400" u="none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eep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tacked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) RNN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9781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ated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ecurrent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U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nits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(GRU)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9781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hort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-T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erm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emory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(LSTM)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eries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F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orecasting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pplications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omparison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&amp;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ummary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2" name="Google Shape;792;p4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93" name="Google Shape;793;p42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42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42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6" name="Google Shape;796;p4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2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3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4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5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6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7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42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3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B</a:t>
            </a:r>
            <a:r>
              <a:rPr lang="en-US" cap="small">
                <a:solidFill>
                  <a:srgbClr val="FFFFFF"/>
                </a:solidFill>
              </a:rPr>
              <a:t>idirectional</a:t>
            </a:r>
            <a:r>
              <a:rPr lang="en-US">
                <a:solidFill>
                  <a:srgbClr val="FFFFFF"/>
                </a:solidFill>
              </a:rPr>
              <a:t> RNN</a:t>
            </a:r>
            <a:r>
              <a:rPr lang="en-US" cap="small">
                <a:solidFill>
                  <a:srgbClr val="FFFFFF"/>
                </a:solidFill>
              </a:rPr>
              <a:t>s</a:t>
            </a:r>
            <a:r>
              <a:rPr lang="en-US">
                <a:solidFill>
                  <a:srgbClr val="FFFFFF"/>
                </a:solidFill>
              </a:rPr>
              <a:t>: M</a:t>
            </a:r>
            <a:r>
              <a:rPr lang="en-US" cap="small">
                <a:solidFill>
                  <a:srgbClr val="FFFFFF"/>
                </a:solidFill>
              </a:rPr>
              <a:t>otivation</a:t>
            </a:r>
            <a:endParaRPr/>
          </a:p>
        </p:txBody>
      </p:sp>
      <p:grpSp>
        <p:nvGrpSpPr>
          <p:cNvPr id="803" name="Google Shape;803;p43"/>
          <p:cNvGrpSpPr/>
          <p:nvPr/>
        </p:nvGrpSpPr>
        <p:grpSpPr>
          <a:xfrm>
            <a:off x="513702" y="715441"/>
            <a:ext cx="69291" cy="1572412"/>
            <a:chOff x="513702" y="715441"/>
            <a:chExt cx="69291" cy="1572412"/>
          </a:xfrm>
        </p:grpSpPr>
        <p:pic>
          <p:nvPicPr>
            <p:cNvPr id="804" name="Google Shape;804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71544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5" name="Google Shape;805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129493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6" name="Google Shape;806;p4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702" y="221856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7" name="Google Shape;807;p43"/>
          <p:cNvSpPr txBox="1"/>
          <p:nvPr/>
        </p:nvSpPr>
        <p:spPr>
          <a:xfrm>
            <a:off x="619226" y="606836"/>
            <a:ext cx="4819015" cy="2263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0" lvl="0" marL="0" marR="164020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Limitation of standard RNN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Only uses past context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2592070" rtl="0" algn="ctr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Predicts based on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. . . ,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baseline="-25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baseline="-2500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2640330" rtl="0" algn="ctr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Cannot use future information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2560955" rtl="0" algn="ctr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Many tasks benefit from full context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Sentiment analysis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”The movie was not </a:t>
            </a:r>
            <a:r>
              <a:rPr b="0" i="0" lang="en-US" sz="95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” (need to see ”good” or ”bad”)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Named entity recognition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”I met Paris in Paris” (person vs city - need full context)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Speech recognition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Future phonemes help disambiguate current sound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Machine translation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Full sentence context improves translation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Key idea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Process sequence in both directions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Forward RNN: left-to-right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Backward RNN: right-to-left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Combine information from both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808" name="Google Shape;808;p4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809" name="Google Shape;809;p43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43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43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2" name="Google Shape;812;p4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43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4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B</a:t>
            </a:r>
            <a:r>
              <a:rPr lang="en-US" cap="small">
                <a:solidFill>
                  <a:srgbClr val="FFFFFF"/>
                </a:solidFill>
              </a:rPr>
              <a:t>idirectional</a:t>
            </a:r>
            <a:r>
              <a:rPr lang="en-US">
                <a:solidFill>
                  <a:srgbClr val="FFFFFF"/>
                </a:solidFill>
              </a:rPr>
              <a:t> RNN A</a:t>
            </a:r>
            <a:r>
              <a:rPr lang="en-US" cap="small">
                <a:solidFill>
                  <a:srgbClr val="FFFFFF"/>
                </a:solidFill>
              </a:rPr>
              <a:t>rchitecture</a:t>
            </a:r>
            <a:endParaRPr/>
          </a:p>
        </p:txBody>
      </p:sp>
      <p:grpSp>
        <p:nvGrpSpPr>
          <p:cNvPr id="819" name="Google Shape;819;p4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820" name="Google Shape;820;p44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44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44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3" name="Google Shape;823;p4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44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825" name="Google Shape;825;p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4203643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5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B</a:t>
            </a:r>
            <a:r>
              <a:rPr lang="en-US" cap="small">
                <a:solidFill>
                  <a:srgbClr val="FFFFFF"/>
                </a:solidFill>
              </a:rPr>
              <a:t>idirectional</a:t>
            </a:r>
            <a:r>
              <a:rPr lang="en-US">
                <a:solidFill>
                  <a:srgbClr val="FFFFFF"/>
                </a:solidFill>
              </a:rPr>
              <a:t> RNN: M</a:t>
            </a:r>
            <a:r>
              <a:rPr lang="en-US" cap="small">
                <a:solidFill>
                  <a:srgbClr val="FFFFFF"/>
                </a:solidFill>
              </a:rPr>
              <a:t>athematical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ormula</a:t>
            </a:r>
            <a:endParaRPr/>
          </a:p>
        </p:txBody>
      </p:sp>
      <p:sp>
        <p:nvSpPr>
          <p:cNvPr id="831" name="Google Shape;831;p4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45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833" name="Google Shape;833;p4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3738" y="550235"/>
            <a:ext cx="4905236" cy="243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6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B</a:t>
            </a:r>
            <a:r>
              <a:rPr lang="en-US" cap="small">
                <a:solidFill>
                  <a:srgbClr val="FFFFFF"/>
                </a:solidFill>
              </a:rPr>
              <a:t>idirectional</a:t>
            </a:r>
            <a:r>
              <a:rPr lang="en-US">
                <a:solidFill>
                  <a:srgbClr val="FFFFFF"/>
                </a:solidFill>
              </a:rPr>
              <a:t> RNN: P</a:t>
            </a:r>
            <a:r>
              <a:rPr lang="en-US" cap="small">
                <a:solidFill>
                  <a:srgbClr val="FFFFFF"/>
                </a:solidFill>
              </a:rPr>
              <a:t>arameter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ounting</a:t>
            </a:r>
            <a:endParaRPr/>
          </a:p>
        </p:txBody>
      </p:sp>
      <p:sp>
        <p:nvSpPr>
          <p:cNvPr id="839" name="Google Shape;839;p4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46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841" name="Google Shape;841;p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25"/>
            <a:ext cx="4814800" cy="2551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47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FFFFFF"/>
                </a:solidFill>
              </a:rPr>
              <a:t>E</a:t>
            </a:r>
            <a:r>
              <a:rPr lang="en-US" sz="1400" cap="small">
                <a:solidFill>
                  <a:srgbClr val="FFFFFF"/>
                </a:solidFill>
              </a:rPr>
              <a:t>xample</a:t>
            </a:r>
            <a:r>
              <a:rPr lang="en-US" sz="1400">
                <a:solidFill>
                  <a:srgbClr val="FFFFFF"/>
                </a:solidFill>
              </a:rPr>
              <a:t> B</a:t>
            </a:r>
            <a:r>
              <a:rPr lang="en-US" sz="1400" cap="small">
                <a:solidFill>
                  <a:srgbClr val="FFFFFF"/>
                </a:solidFill>
              </a:rPr>
              <a:t>idirectional</a:t>
            </a:r>
            <a:r>
              <a:rPr lang="en-US" sz="1400">
                <a:solidFill>
                  <a:srgbClr val="FFFFFF"/>
                </a:solidFill>
              </a:rPr>
              <a:t> RNN: P</a:t>
            </a:r>
            <a:r>
              <a:rPr lang="en-US" sz="1400" cap="small">
                <a:solidFill>
                  <a:srgbClr val="FFFFFF"/>
                </a:solidFill>
              </a:rPr>
              <a:t>arameter</a:t>
            </a:r>
            <a:r>
              <a:rPr lang="en-US" sz="1400">
                <a:solidFill>
                  <a:srgbClr val="FFFFFF"/>
                </a:solidFill>
              </a:rPr>
              <a:t> C</a:t>
            </a:r>
            <a:r>
              <a:rPr lang="en-US" sz="1400" cap="small">
                <a:solidFill>
                  <a:srgbClr val="FFFFFF"/>
                </a:solidFill>
              </a:rPr>
              <a:t>ounting</a:t>
            </a:r>
            <a:endParaRPr sz="1400"/>
          </a:p>
        </p:txBody>
      </p:sp>
      <p:sp>
        <p:nvSpPr>
          <p:cNvPr id="847" name="Google Shape;847;p4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7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849" name="Google Shape;849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5427492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48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FFFFFF"/>
                </a:solidFill>
              </a:rPr>
              <a:t>E</a:t>
            </a:r>
            <a:r>
              <a:rPr lang="en-US" sz="1400" cap="small">
                <a:solidFill>
                  <a:srgbClr val="FFFFFF"/>
                </a:solidFill>
              </a:rPr>
              <a:t>xample</a:t>
            </a:r>
            <a:r>
              <a:rPr lang="en-US" sz="1400">
                <a:solidFill>
                  <a:srgbClr val="FFFFFF"/>
                </a:solidFill>
              </a:rPr>
              <a:t> B</a:t>
            </a:r>
            <a:r>
              <a:rPr lang="en-US" sz="1400" cap="small">
                <a:solidFill>
                  <a:srgbClr val="FFFFFF"/>
                </a:solidFill>
              </a:rPr>
              <a:t>idirectional</a:t>
            </a:r>
            <a:r>
              <a:rPr lang="en-US" sz="1400">
                <a:solidFill>
                  <a:srgbClr val="FFFFFF"/>
                </a:solidFill>
              </a:rPr>
              <a:t> RNN: P</a:t>
            </a:r>
            <a:r>
              <a:rPr lang="en-US" sz="1400" cap="small">
                <a:solidFill>
                  <a:srgbClr val="FFFFFF"/>
                </a:solidFill>
              </a:rPr>
              <a:t>arameter</a:t>
            </a:r>
            <a:r>
              <a:rPr lang="en-US" sz="1400">
                <a:solidFill>
                  <a:srgbClr val="FFFFFF"/>
                </a:solidFill>
              </a:rPr>
              <a:t> C</a:t>
            </a:r>
            <a:r>
              <a:rPr lang="en-US" sz="1400" cap="small">
                <a:solidFill>
                  <a:srgbClr val="FFFFFF"/>
                </a:solidFill>
              </a:rPr>
              <a:t>ounting</a:t>
            </a:r>
            <a:endParaRPr sz="1400"/>
          </a:p>
        </p:txBody>
      </p:sp>
      <p:grpSp>
        <p:nvGrpSpPr>
          <p:cNvPr id="855" name="Google Shape;855;p4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856" name="Google Shape;856;p48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48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48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9" name="Google Shape;859;p4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48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861" name="Google Shape;861;p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5131305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9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hen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to</a:t>
            </a:r>
            <a:r>
              <a:rPr lang="en-US">
                <a:solidFill>
                  <a:srgbClr val="FFFFFF"/>
                </a:solidFill>
              </a:rPr>
              <a:t> U</a:t>
            </a:r>
            <a:r>
              <a:rPr lang="en-US" cap="small">
                <a:solidFill>
                  <a:srgbClr val="FFFFFF"/>
                </a:solidFill>
              </a:rPr>
              <a:t>se</a:t>
            </a:r>
            <a:r>
              <a:rPr lang="en-US">
                <a:solidFill>
                  <a:srgbClr val="FFFFFF"/>
                </a:solidFill>
              </a:rPr>
              <a:t> B</a:t>
            </a:r>
            <a:r>
              <a:rPr lang="en-US" cap="small">
                <a:solidFill>
                  <a:srgbClr val="FFFFFF"/>
                </a:solidFill>
              </a:rPr>
              <a:t>idirectional</a:t>
            </a:r>
            <a:r>
              <a:rPr lang="en-US">
                <a:solidFill>
                  <a:srgbClr val="FFFFFF"/>
                </a:solidFill>
              </a:rPr>
              <a:t> RNN</a:t>
            </a:r>
            <a:r>
              <a:rPr lang="en-US" cap="small">
                <a:solidFill>
                  <a:srgbClr val="FFFFFF"/>
                </a:solidFill>
              </a:rPr>
              <a:t>s</a:t>
            </a:r>
            <a:endParaRPr/>
          </a:p>
        </p:txBody>
      </p:sp>
      <p:grpSp>
        <p:nvGrpSpPr>
          <p:cNvPr id="867" name="Google Shape;867;p49"/>
          <p:cNvGrpSpPr/>
          <p:nvPr/>
        </p:nvGrpSpPr>
        <p:grpSpPr>
          <a:xfrm>
            <a:off x="0" y="572007"/>
            <a:ext cx="5760261" cy="2662004"/>
            <a:chOff x="0" y="572007"/>
            <a:chExt cx="5760261" cy="2662004"/>
          </a:xfrm>
        </p:grpSpPr>
        <p:pic>
          <p:nvPicPr>
            <p:cNvPr id="868" name="Google Shape;868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57200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9" name="Google Shape;869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149040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0" name="Google Shape;870;p4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702" y="240882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1" name="Google Shape;871;p49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49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49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4" name="Google Shape;874;p49"/>
          <p:cNvSpPr txBox="1"/>
          <p:nvPr/>
        </p:nvSpPr>
        <p:spPr>
          <a:xfrm>
            <a:off x="631926" y="447061"/>
            <a:ext cx="4488815" cy="26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Use bidirectional RNNs when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Entire sequence available before prediction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Task benefits from future context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2240" lvl="0" marL="322580" marR="17780" rtl="0" algn="l">
              <a:lnSpc>
                <a:spcPct val="118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Examples: text classification, named entity recognition, machine translation (encoder)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5400" marR="0" rtl="0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Do NOT use when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Real-time/online prediction required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Causal modeling (future cannot influence past)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2240" lvl="0" marL="322580" marR="170180" rtl="0" algn="l">
              <a:lnSpc>
                <a:spcPct val="118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Examples: language modeling, real-time speech recognition, time series forecasting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5400" marR="0" rtl="0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Key limitation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Must process entire sequence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Cannot make predictions until sequence complete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Higher computational cost (two RNNs)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 suitable for streaming applications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5" name="Google Shape;875;p4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49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50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882" name="Google Shape;88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5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5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5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5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5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2" name="Google Shape;892;p50"/>
          <p:cNvGraphicFramePr/>
          <p:nvPr/>
        </p:nvGraphicFramePr>
        <p:xfrm>
          <a:off x="343649" y="5512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{806EB010-B201-4971-A2E3-822838E164C6}</a:tableStyleId>
              </a:tblPr>
              <a:tblGrid>
                <a:gridCol w="170175"/>
              </a:tblGrid>
              <a:tr h="2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875" marB="0" marR="0" marL="0"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893" name="Google Shape;893;p50"/>
          <p:cNvSpPr txBox="1"/>
          <p:nvPr/>
        </p:nvSpPr>
        <p:spPr>
          <a:xfrm>
            <a:off x="563029" y="457050"/>
            <a:ext cx="3558000" cy="24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11747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ntroduction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equence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odeling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747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equence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odels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heory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asic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RNN A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rchitecture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RNN 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raining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&amp; BPTT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idirectional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RNN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eep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(S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tacked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) RNN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9781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ated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ecurrent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U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nits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(GRU)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9781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hort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-T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erm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emory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(LSTM)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eries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F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orecasting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pplications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omparison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&amp;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ummary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4" name="Google Shape;894;p5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895" name="Google Shape;895;p50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50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50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8" name="Google Shape;898;p5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2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3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4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5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6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7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50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1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eep</a:t>
            </a:r>
            <a:r>
              <a:rPr lang="en-US">
                <a:solidFill>
                  <a:srgbClr val="FFFFFF"/>
                </a:solidFill>
              </a:rPr>
              <a:t> (S</a:t>
            </a:r>
            <a:r>
              <a:rPr lang="en-US" cap="small">
                <a:solidFill>
                  <a:srgbClr val="FFFFFF"/>
                </a:solidFill>
              </a:rPr>
              <a:t>tacked</a:t>
            </a:r>
            <a:r>
              <a:rPr lang="en-US">
                <a:solidFill>
                  <a:srgbClr val="FFFFFF"/>
                </a:solidFill>
              </a:rPr>
              <a:t>) RNN</a:t>
            </a:r>
            <a:r>
              <a:rPr lang="en-US" cap="small">
                <a:solidFill>
                  <a:srgbClr val="FFFFFF"/>
                </a:solidFill>
              </a:rPr>
              <a:t>s</a:t>
            </a:r>
            <a:r>
              <a:rPr lang="en-US">
                <a:solidFill>
                  <a:srgbClr val="FFFFFF"/>
                </a:solidFill>
              </a:rPr>
              <a:t>: M</a:t>
            </a:r>
            <a:r>
              <a:rPr lang="en-US" cap="small">
                <a:solidFill>
                  <a:srgbClr val="FFFFFF"/>
                </a:solidFill>
              </a:rPr>
              <a:t>otivation</a:t>
            </a:r>
            <a:endParaRPr/>
          </a:p>
        </p:txBody>
      </p:sp>
      <p:grpSp>
        <p:nvGrpSpPr>
          <p:cNvPr id="905" name="Google Shape;905;p51"/>
          <p:cNvGrpSpPr/>
          <p:nvPr/>
        </p:nvGrpSpPr>
        <p:grpSpPr>
          <a:xfrm>
            <a:off x="513702" y="705167"/>
            <a:ext cx="69291" cy="1744484"/>
            <a:chOff x="513702" y="705167"/>
            <a:chExt cx="69291" cy="1744484"/>
          </a:xfrm>
        </p:grpSpPr>
        <p:pic>
          <p:nvPicPr>
            <p:cNvPr id="906" name="Google Shape;906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70516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7" name="Google Shape;907;p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162880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8" name="Google Shape;908;p5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702" y="238036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9" name="Google Shape;909;p51"/>
          <p:cNvSpPr txBox="1"/>
          <p:nvPr/>
        </p:nvSpPr>
        <p:spPr>
          <a:xfrm>
            <a:off x="619226" y="577924"/>
            <a:ext cx="3737610" cy="2281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Why stack RNN layers?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Single RNN layer: limited representational capacity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Deep networks learn hierarchical features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Lower layers: simple patterns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Higher layers: complex, abstract patterns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Examples of hierarchical features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Text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characters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words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phrases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sentences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Speech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phonemes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syllables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words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Time series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short-term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medium-term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long-term trends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Empirical observation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Deeper RNNs often outperform wider single-layer RNNs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Typical depth: 2-4 layers (diminishing returns beyond this)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10" name="Google Shape;910;p5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911" name="Google Shape;911;p51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51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51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4" name="Google Shape;914;p5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51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2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eep</a:t>
            </a:r>
            <a:r>
              <a:rPr lang="en-US">
                <a:solidFill>
                  <a:srgbClr val="FFFFFF"/>
                </a:solidFill>
              </a:rPr>
              <a:t> RNN A</a:t>
            </a:r>
            <a:r>
              <a:rPr lang="en-US" cap="small">
                <a:solidFill>
                  <a:srgbClr val="FFFFFF"/>
                </a:solidFill>
              </a:rPr>
              <a:t>rchitecture</a:t>
            </a:r>
            <a:endParaRPr/>
          </a:p>
        </p:txBody>
      </p:sp>
      <p:pic>
        <p:nvPicPr>
          <p:cNvPr id="921" name="Google Shape;92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3696" y="836327"/>
            <a:ext cx="1668283" cy="2111897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52"/>
          <p:cNvSpPr txBox="1"/>
          <p:nvPr/>
        </p:nvSpPr>
        <p:spPr>
          <a:xfrm>
            <a:off x="1215040" y="2423721"/>
            <a:ext cx="63500" cy="10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3" name="Google Shape;923;p52"/>
          <p:cNvSpPr txBox="1"/>
          <p:nvPr/>
        </p:nvSpPr>
        <p:spPr>
          <a:xfrm>
            <a:off x="1167739" y="2741565"/>
            <a:ext cx="165735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7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baseline="-25000" i="0" sz="7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4" name="Google Shape;924;p52"/>
          <p:cNvSpPr txBox="1"/>
          <p:nvPr/>
        </p:nvSpPr>
        <p:spPr>
          <a:xfrm>
            <a:off x="1890042" y="2423721"/>
            <a:ext cx="63500" cy="10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5" name="Google Shape;925;p52"/>
          <p:cNvSpPr txBox="1"/>
          <p:nvPr/>
        </p:nvSpPr>
        <p:spPr>
          <a:xfrm>
            <a:off x="1842744" y="2741565"/>
            <a:ext cx="165735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7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baseline="-25000" i="0" sz="7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6" name="Google Shape;926;p52"/>
          <p:cNvSpPr txBox="1"/>
          <p:nvPr/>
        </p:nvSpPr>
        <p:spPr>
          <a:xfrm>
            <a:off x="2565038" y="2423162"/>
            <a:ext cx="63500" cy="10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7" name="Google Shape;927;p52"/>
          <p:cNvSpPr txBox="1"/>
          <p:nvPr/>
        </p:nvSpPr>
        <p:spPr>
          <a:xfrm>
            <a:off x="2517736" y="2740993"/>
            <a:ext cx="165735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7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baseline="-25000" i="0" sz="7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8" name="Google Shape;928;p52"/>
          <p:cNvSpPr txBox="1"/>
          <p:nvPr/>
        </p:nvSpPr>
        <p:spPr>
          <a:xfrm>
            <a:off x="1215040" y="1883729"/>
            <a:ext cx="63500" cy="10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9" name="Google Shape;929;p52"/>
          <p:cNvSpPr txBox="1"/>
          <p:nvPr/>
        </p:nvSpPr>
        <p:spPr>
          <a:xfrm>
            <a:off x="1890042" y="1883729"/>
            <a:ext cx="63500" cy="10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0" name="Google Shape;930;p52"/>
          <p:cNvSpPr txBox="1"/>
          <p:nvPr/>
        </p:nvSpPr>
        <p:spPr>
          <a:xfrm>
            <a:off x="1215040" y="1343725"/>
            <a:ext cx="63500" cy="10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1" name="Google Shape;931;p52"/>
          <p:cNvSpPr txBox="1"/>
          <p:nvPr/>
        </p:nvSpPr>
        <p:spPr>
          <a:xfrm>
            <a:off x="1890042" y="1343725"/>
            <a:ext cx="63500" cy="10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932" name="Google Shape;932;p52"/>
          <p:cNvGraphicFramePr/>
          <p:nvPr/>
        </p:nvGraphicFramePr>
        <p:xfrm>
          <a:off x="694080" y="8695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{806EB010-B201-4971-A2E3-822838E164C6}</a:tableStyleId>
              </a:tblPr>
              <a:tblGrid>
                <a:gridCol w="366400"/>
                <a:gridCol w="527675"/>
                <a:gridCol w="675000"/>
                <a:gridCol w="448950"/>
              </a:tblGrid>
              <a:tr h="26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42240" marR="0" rtl="0" algn="l">
                        <a:lnSpc>
                          <a:spcPct val="116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r>
                        <a:rPr baseline="-25000" lang="en-US" sz="7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baseline="-25000"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r>
                        <a:rPr baseline="-25000" lang="en-US" sz="7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baseline="-25000"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55880" rtl="0" algn="r">
                        <a:lnSpc>
                          <a:spcPct val="116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r>
                        <a:rPr baseline="-25000" lang="en-US" sz="7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baseline="-25000"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</a:tr>
              <a:tr h="48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1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Layer 3</a:t>
                      </a:r>
                      <a:endParaRPr sz="5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985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-25000" i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5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r>
                        <a:rPr lang="en-US" sz="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6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080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-25000" i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5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r>
                        <a:rPr lang="en-US" sz="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6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080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25780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-25000" i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5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r>
                        <a:rPr lang="en-US" sz="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6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0" lvl="0" marL="314325" marR="0" rtl="0" algn="l">
                        <a:lnSpc>
                          <a:spcPct val="100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5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0150" marB="0" marR="0" marL="0"/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1750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Layer 2</a:t>
                      </a:r>
                      <a:endParaRPr sz="5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985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-25000" i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5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r>
                        <a:rPr lang="en-US" sz="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6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698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-25000" i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5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r>
                        <a:rPr lang="en-US" sz="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6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698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25780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-25000" i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5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r>
                        <a:rPr lang="en-US" sz="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6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0" lvl="0" marL="314325" marR="0" rtl="0" algn="l">
                        <a:lnSpc>
                          <a:spcPct val="1000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5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69225" marB="0" marR="0" marL="0"/>
                </a:tc>
              </a:tr>
              <a:tr h="29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09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1750" marR="0" rtl="0" algn="l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Layer 1</a:t>
                      </a:r>
                      <a:endParaRPr sz="5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9854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-25000" i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5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r>
                        <a:rPr lang="en-US" sz="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6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33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-25000" i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5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r>
                        <a:rPr lang="en-US" sz="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6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33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24130" rtl="0" algn="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-25000" i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 </a:t>
                      </a:r>
                      <a:r>
                        <a:rPr lang="en-US" sz="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5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r>
                        <a:rPr lang="en-US" sz="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6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2700" marB="0" marR="0" marL="0"/>
                </a:tc>
              </a:tr>
            </a:tbl>
          </a:graphicData>
        </a:graphic>
      </p:graphicFrame>
      <p:grpSp>
        <p:nvGrpSpPr>
          <p:cNvPr id="933" name="Google Shape;933;p52"/>
          <p:cNvGrpSpPr/>
          <p:nvPr/>
        </p:nvGrpSpPr>
        <p:grpSpPr>
          <a:xfrm>
            <a:off x="0" y="703224"/>
            <a:ext cx="5760261" cy="2530787"/>
            <a:chOff x="0" y="703224"/>
            <a:chExt cx="5760261" cy="2530787"/>
          </a:xfrm>
        </p:grpSpPr>
        <p:pic>
          <p:nvPicPr>
            <p:cNvPr id="934" name="Google Shape;934;p5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07333" y="70322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5" name="Google Shape;935;p5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07333" y="110810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6" name="Google Shape;936;p5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607333" y="151298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7" name="Google Shape;937;p52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52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52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0" name="Google Shape;940;p52"/>
          <p:cNvSpPr txBox="1"/>
          <p:nvPr/>
        </p:nvSpPr>
        <p:spPr>
          <a:xfrm>
            <a:off x="3738270" y="606208"/>
            <a:ext cx="1743075" cy="1385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Each layer processes output of previous layer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29209" rtl="0" algn="l">
              <a:lnSpc>
                <a:spcPct val="114700"/>
              </a:lnSpc>
              <a:spcBef>
                <a:spcPts val="29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Horizontal arrows: recurrent connections within layer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Vertical arrows: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19812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feed-forward connections between layers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41" name="Google Shape;941;p5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2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52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53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eep</a:t>
            </a:r>
            <a:r>
              <a:rPr lang="en-US">
                <a:solidFill>
                  <a:srgbClr val="FFFFFF"/>
                </a:solidFill>
              </a:rPr>
              <a:t> RNN: M</a:t>
            </a:r>
            <a:r>
              <a:rPr lang="en-US" cap="small">
                <a:solidFill>
                  <a:srgbClr val="FFFFFF"/>
                </a:solidFill>
              </a:rPr>
              <a:t>athematical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ormulation</a:t>
            </a:r>
            <a:endParaRPr/>
          </a:p>
        </p:txBody>
      </p:sp>
      <p:sp>
        <p:nvSpPr>
          <p:cNvPr id="948" name="Google Shape;948;p5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53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950" name="Google Shape;950;p5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5147834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54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eep</a:t>
            </a:r>
            <a:r>
              <a:rPr lang="en-US">
                <a:solidFill>
                  <a:srgbClr val="FFFFFF"/>
                </a:solidFill>
              </a:rPr>
              <a:t> RNN: P</a:t>
            </a:r>
            <a:r>
              <a:rPr lang="en-US" cap="small">
                <a:solidFill>
                  <a:srgbClr val="FFFFFF"/>
                </a:solidFill>
              </a:rPr>
              <a:t>arameter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ounting</a:t>
            </a:r>
            <a:endParaRPr/>
          </a:p>
        </p:txBody>
      </p:sp>
      <p:grpSp>
        <p:nvGrpSpPr>
          <p:cNvPr id="956" name="Google Shape;956;p5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957" name="Google Shape;957;p54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54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54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0" name="Google Shape;960;p5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54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962" name="Google Shape;962;p5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4878741" cy="243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55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eep</a:t>
            </a:r>
            <a:r>
              <a:rPr lang="en-US">
                <a:solidFill>
                  <a:srgbClr val="FFFFFF"/>
                </a:solidFill>
              </a:rPr>
              <a:t> RNN: N</a:t>
            </a:r>
            <a:r>
              <a:rPr lang="en-US" cap="small">
                <a:solidFill>
                  <a:srgbClr val="FFFFFF"/>
                </a:solidFill>
              </a:rPr>
              <a:t>umerical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etup</a:t>
            </a:r>
            <a:endParaRPr/>
          </a:p>
        </p:txBody>
      </p:sp>
      <p:grpSp>
        <p:nvGrpSpPr>
          <p:cNvPr id="968" name="Google Shape;968;p5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969" name="Google Shape;969;p55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55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55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2" name="Google Shape;972;p5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55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974" name="Google Shape;974;p5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9225" y="457850"/>
            <a:ext cx="4410693" cy="265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56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eep</a:t>
            </a:r>
            <a:r>
              <a:rPr lang="en-US">
                <a:solidFill>
                  <a:srgbClr val="FFFFFF"/>
                </a:solidFill>
              </a:rPr>
              <a:t> RNN: F</a:t>
            </a:r>
            <a:r>
              <a:rPr lang="en-US" cap="small">
                <a:solidFill>
                  <a:srgbClr val="FFFFFF"/>
                </a:solidFill>
              </a:rPr>
              <a:t>orward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ass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at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i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sz="15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80" name="Google Shape;980;p5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981" name="Google Shape;981;p56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56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56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4" name="Google Shape;984;p5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56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986" name="Google Shape;986;p5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4703826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57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eep</a:t>
            </a:r>
            <a:r>
              <a:rPr lang="en-US">
                <a:solidFill>
                  <a:srgbClr val="FFFFFF"/>
                </a:solidFill>
              </a:rPr>
              <a:t> RNN: F</a:t>
            </a:r>
            <a:r>
              <a:rPr lang="en-US" cap="small">
                <a:solidFill>
                  <a:srgbClr val="FFFFFF"/>
                </a:solidFill>
              </a:rPr>
              <a:t>orward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ass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at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i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sz="15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92" name="Google Shape;992;p5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57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994" name="Google Shape;994;p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5394068" cy="243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58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eep</a:t>
            </a:r>
            <a:r>
              <a:rPr lang="en-US">
                <a:solidFill>
                  <a:srgbClr val="FFFFFF"/>
                </a:solidFill>
              </a:rPr>
              <a:t> RNN: G</a:t>
            </a:r>
            <a:r>
              <a:rPr lang="en-US" cap="small">
                <a:solidFill>
                  <a:srgbClr val="FFFFFF"/>
                </a:solidFill>
              </a:rPr>
              <a:t>radient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low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onsiderations</a:t>
            </a:r>
            <a:endParaRPr/>
          </a:p>
        </p:txBody>
      </p:sp>
      <p:grpSp>
        <p:nvGrpSpPr>
          <p:cNvPr id="1000" name="Google Shape;1000;p58"/>
          <p:cNvGrpSpPr/>
          <p:nvPr/>
        </p:nvGrpSpPr>
        <p:grpSpPr>
          <a:xfrm>
            <a:off x="0" y="545858"/>
            <a:ext cx="5760261" cy="2688153"/>
            <a:chOff x="0" y="545858"/>
            <a:chExt cx="5760261" cy="2688153"/>
          </a:xfrm>
        </p:grpSpPr>
        <p:pic>
          <p:nvPicPr>
            <p:cNvPr id="1001" name="Google Shape;1001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54585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2" name="Google Shape;1002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106781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3" name="Google Shape;1003;p5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702" y="176184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4" name="Google Shape;1004;p5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3702" y="262796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5" name="Google Shape;1005;p58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58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58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8" name="Google Shape;1008;p58"/>
          <p:cNvSpPr txBox="1"/>
          <p:nvPr/>
        </p:nvSpPr>
        <p:spPr>
          <a:xfrm>
            <a:off x="631926" y="443835"/>
            <a:ext cx="3636000" cy="26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Gradient must flow through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Time (horizontal connections within each layer)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Depth (vertical connections between layers)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54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Compound vanishing gradient problem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Gradients vanish in time dimension (as in single-layer RNN)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Additional vanishing through depth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Problem is more severe than single-layer RNN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54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Mitigation strategies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Use LSTM/GRU cells instead of vanilla RNN (upcoming)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Skip connections between layers (residual connections)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Careful initialization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Layer normalization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1567815" rtl="0" algn="r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Practical limit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Typically 2-4 layers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1552575" rtl="0" algn="ctr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   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Deeper networks harder to train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Diminishing returns beyond 4 layers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09" name="Google Shape;1009;p5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2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58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59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016" name="Google Shape;101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8" name="Google Shape;1018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" name="Google Shape;1021;p5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p5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5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5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5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6" name="Google Shape;1026;p59"/>
          <p:cNvGraphicFramePr/>
          <p:nvPr/>
        </p:nvGraphicFramePr>
        <p:xfrm>
          <a:off x="343649" y="5512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{806EB010-B201-4971-A2E3-822838E164C6}</a:tableStyleId>
              </a:tblPr>
              <a:tblGrid>
                <a:gridCol w="170175"/>
              </a:tblGrid>
              <a:tr h="2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875" marB="0" marR="0" marL="0"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027" name="Google Shape;1027;p59"/>
          <p:cNvSpPr txBox="1"/>
          <p:nvPr/>
        </p:nvSpPr>
        <p:spPr>
          <a:xfrm>
            <a:off x="563029" y="457050"/>
            <a:ext cx="3558000" cy="24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11747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ntroduction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equence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odeling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747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equence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odels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heory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asic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RNN A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rchitecture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RNN 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raining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&amp; BPTT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idirectional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RNN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eep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tacked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) RNN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9781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ated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ecurrent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U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nits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(GRU)</a:t>
            </a:r>
            <a:r>
              <a:rPr b="0" i="0" lang="en-US" sz="1400" u="none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9781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hort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-T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erm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emory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(LSTM)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eries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F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orecasting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pplications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omparison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&amp;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ummary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8" name="Google Shape;1028;p5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029" name="Google Shape;1029;p59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59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59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2" name="Google Shape;1032;p5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2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3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4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5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6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7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59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60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GRU: M</a:t>
            </a:r>
            <a:r>
              <a:rPr lang="en-US" cap="small">
                <a:solidFill>
                  <a:srgbClr val="FFFFFF"/>
                </a:solidFill>
              </a:rPr>
              <a:t>otivation</a:t>
            </a:r>
            <a:endParaRPr/>
          </a:p>
        </p:txBody>
      </p:sp>
      <p:grpSp>
        <p:nvGrpSpPr>
          <p:cNvPr id="1039" name="Google Shape;1039;p60"/>
          <p:cNvGrpSpPr/>
          <p:nvPr/>
        </p:nvGrpSpPr>
        <p:grpSpPr>
          <a:xfrm>
            <a:off x="0" y="572262"/>
            <a:ext cx="5760261" cy="2661749"/>
            <a:chOff x="0" y="572262"/>
            <a:chExt cx="5760261" cy="2661749"/>
          </a:xfrm>
        </p:grpSpPr>
        <p:pic>
          <p:nvPicPr>
            <p:cNvPr id="1040" name="Google Shape;1040;p6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57226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1" name="Google Shape;1041;p6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131911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2" name="Google Shape;1042;p6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702" y="22380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3" name="Google Shape;1043;p60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60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60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6" name="Google Shape;1046;p60"/>
          <p:cNvSpPr txBox="1"/>
          <p:nvPr/>
        </p:nvSpPr>
        <p:spPr>
          <a:xfrm>
            <a:off x="631926" y="447092"/>
            <a:ext cx="3804285" cy="26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Vanilla RNN problems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Vanishing gradients prevent learning long-term dependencies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All information in hidden state weighted equally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 mechanism to selectively remember or forget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5400" marR="0" rtl="0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Key insight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Use gates to control information flow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Gates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Neural network layers with sigmoid activation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σ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σ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0: Block information completely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σ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1: Let all information pass through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σ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b="0" i="1" lang="en-US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Partially allow information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5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GRU advantages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Learn what to remember and what to forget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Better gradient flow through time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Can capture long-term dependencies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Fewer parameters than LSTM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47" name="Google Shape;1047;p6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60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61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GRU: A</a:t>
            </a:r>
            <a:r>
              <a:rPr lang="en-US" cap="small">
                <a:solidFill>
                  <a:srgbClr val="FFFFFF"/>
                </a:solidFill>
              </a:rPr>
              <a:t>rchitecture</a:t>
            </a:r>
            <a:r>
              <a:rPr lang="en-US">
                <a:solidFill>
                  <a:srgbClr val="FFFFFF"/>
                </a:solidFill>
              </a:rPr>
              <a:t> O</a:t>
            </a:r>
            <a:r>
              <a:rPr lang="en-US" cap="small">
                <a:solidFill>
                  <a:srgbClr val="FFFFFF"/>
                </a:solidFill>
              </a:rPr>
              <a:t>verview</a:t>
            </a:r>
            <a:endParaRPr/>
          </a:p>
        </p:txBody>
      </p:sp>
      <p:grpSp>
        <p:nvGrpSpPr>
          <p:cNvPr id="1054" name="Google Shape;1054;p61"/>
          <p:cNvGrpSpPr/>
          <p:nvPr/>
        </p:nvGrpSpPr>
        <p:grpSpPr>
          <a:xfrm>
            <a:off x="477710" y="862418"/>
            <a:ext cx="69291" cy="1814081"/>
            <a:chOff x="477710" y="862418"/>
            <a:chExt cx="69291" cy="1814081"/>
          </a:xfrm>
        </p:grpSpPr>
        <p:pic>
          <p:nvPicPr>
            <p:cNvPr id="1055" name="Google Shape;1055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7710" y="86241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6" name="Google Shape;1056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7710" y="179744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7" name="Google Shape;1057;p6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7710" y="22023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8" name="Google Shape;1058;p6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7710" y="260720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9" name="Google Shape;1059;p61"/>
          <p:cNvSpPr txBox="1"/>
          <p:nvPr/>
        </p:nvSpPr>
        <p:spPr>
          <a:xfrm>
            <a:off x="583224" y="673837"/>
            <a:ext cx="2773800" cy="21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Two gates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2240" lvl="0" marL="335280" marR="30480" rtl="0" algn="l">
              <a:lnSpc>
                <a:spcPct val="1189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EC2027"/>
                </a:solidFill>
                <a:latin typeface="Tahoma"/>
                <a:ea typeface="Tahoma"/>
                <a:cs typeface="Tahoma"/>
                <a:sym typeface="Tahoma"/>
              </a:rPr>
              <a:t>Reset gate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Controls how much past information to forget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2240" lvl="0" marL="335280" marR="64769" rtl="0" algn="l">
              <a:lnSpc>
                <a:spcPct val="118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Update gate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Controls how much to update hidden state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229234" rtl="0" algn="l">
              <a:lnSpc>
                <a:spcPct val="1107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Candidate hidden state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3000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˜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Proposed new content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384810" rtl="0" algn="l">
              <a:lnSpc>
                <a:spcPct val="114599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Final hidden state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Interpolation between old and new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All gates learned from data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60" name="Google Shape;1060;p61"/>
          <p:cNvSpPr txBox="1"/>
          <p:nvPr/>
        </p:nvSpPr>
        <p:spPr>
          <a:xfrm>
            <a:off x="4402975" y="2385471"/>
            <a:ext cx="170180" cy="18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baseline="-2500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1" name="Google Shape;1061;p61"/>
          <p:cNvGrpSpPr/>
          <p:nvPr/>
        </p:nvGrpSpPr>
        <p:grpSpPr>
          <a:xfrm>
            <a:off x="4455656" y="2204675"/>
            <a:ext cx="79375" cy="211436"/>
            <a:chOff x="4455656" y="2204675"/>
            <a:chExt cx="79375" cy="211436"/>
          </a:xfrm>
        </p:grpSpPr>
        <p:sp>
          <p:nvSpPr>
            <p:cNvPr id="1062" name="Google Shape;1062;p61"/>
            <p:cNvSpPr/>
            <p:nvPr/>
          </p:nvSpPr>
          <p:spPr>
            <a:xfrm>
              <a:off x="4495165" y="2209736"/>
              <a:ext cx="0" cy="206375"/>
            </a:xfrm>
            <a:custGeom>
              <a:rect b="b" l="l" r="r" t="t"/>
              <a:pathLst>
                <a:path extrusionOk="0" h="206375" w="120000">
                  <a:moveTo>
                    <a:pt x="0" y="205869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61"/>
            <p:cNvSpPr/>
            <p:nvPr/>
          </p:nvSpPr>
          <p:spPr>
            <a:xfrm>
              <a:off x="4455656" y="2204675"/>
              <a:ext cx="79375" cy="32384"/>
            </a:xfrm>
            <a:custGeom>
              <a:rect b="b" l="l" r="r" t="t"/>
              <a:pathLst>
                <a:path extrusionOk="0" h="32385" w="79375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4" name="Google Shape;1064;p61"/>
          <p:cNvSpPr txBox="1"/>
          <p:nvPr/>
        </p:nvSpPr>
        <p:spPr>
          <a:xfrm>
            <a:off x="3544341" y="1707227"/>
            <a:ext cx="320040" cy="18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0" baseline="30000" i="1" lang="en-US" sz="15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i="1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8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b="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065" name="Google Shape;1065;p61"/>
          <p:cNvGrpSpPr/>
          <p:nvPr/>
        </p:nvGrpSpPr>
        <p:grpSpPr>
          <a:xfrm>
            <a:off x="3880646" y="1761579"/>
            <a:ext cx="210924" cy="79375"/>
            <a:chOff x="3880646" y="1761579"/>
            <a:chExt cx="210924" cy="79375"/>
          </a:xfrm>
        </p:grpSpPr>
        <p:sp>
          <p:nvSpPr>
            <p:cNvPr id="1066" name="Google Shape;1066;p61"/>
            <p:cNvSpPr/>
            <p:nvPr/>
          </p:nvSpPr>
          <p:spPr>
            <a:xfrm>
              <a:off x="3880646" y="1801088"/>
              <a:ext cx="206375" cy="0"/>
            </a:xfrm>
            <a:custGeom>
              <a:rect b="b" l="l" r="r" t="t"/>
              <a:pathLst>
                <a:path extrusionOk="0" h="120000" w="206375">
                  <a:moveTo>
                    <a:pt x="0" y="0"/>
                  </a:moveTo>
                  <a:lnTo>
                    <a:pt x="205869" y="0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61"/>
            <p:cNvSpPr/>
            <p:nvPr/>
          </p:nvSpPr>
          <p:spPr>
            <a:xfrm>
              <a:off x="4059186" y="1761579"/>
              <a:ext cx="32384" cy="79375"/>
            </a:xfrm>
            <a:custGeom>
              <a:rect b="b" l="l" r="r" t="t"/>
              <a:pathLst>
                <a:path extrusionOk="0" h="79375" w="3238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8" name="Google Shape;1068;p61"/>
          <p:cNvSpPr txBox="1"/>
          <p:nvPr/>
        </p:nvSpPr>
        <p:spPr>
          <a:xfrm>
            <a:off x="5119661" y="1689409"/>
            <a:ext cx="177800" cy="18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baseline="-2500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9" name="Google Shape;1069;p61"/>
          <p:cNvGrpSpPr/>
          <p:nvPr/>
        </p:nvGrpSpPr>
        <p:grpSpPr>
          <a:xfrm>
            <a:off x="4893691" y="1761579"/>
            <a:ext cx="210924" cy="79375"/>
            <a:chOff x="4893691" y="1761579"/>
            <a:chExt cx="210924" cy="79375"/>
          </a:xfrm>
        </p:grpSpPr>
        <p:sp>
          <p:nvSpPr>
            <p:cNvPr id="1070" name="Google Shape;1070;p61"/>
            <p:cNvSpPr/>
            <p:nvPr/>
          </p:nvSpPr>
          <p:spPr>
            <a:xfrm>
              <a:off x="4893691" y="1801088"/>
              <a:ext cx="206375" cy="0"/>
            </a:xfrm>
            <a:custGeom>
              <a:rect b="b" l="l" r="r" t="t"/>
              <a:pathLst>
                <a:path extrusionOk="0" h="120000" w="206375">
                  <a:moveTo>
                    <a:pt x="0" y="0"/>
                  </a:moveTo>
                  <a:lnTo>
                    <a:pt x="205869" y="0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61"/>
            <p:cNvSpPr/>
            <p:nvPr/>
          </p:nvSpPr>
          <p:spPr>
            <a:xfrm>
              <a:off x="5072231" y="1761579"/>
              <a:ext cx="32384" cy="79375"/>
            </a:xfrm>
            <a:custGeom>
              <a:rect b="b" l="l" r="r" t="t"/>
              <a:pathLst>
                <a:path extrusionOk="0" h="79375" w="3238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2" name="Google Shape;1072;p61"/>
          <p:cNvSpPr txBox="1"/>
          <p:nvPr/>
        </p:nvSpPr>
        <p:spPr>
          <a:xfrm>
            <a:off x="4399153" y="965738"/>
            <a:ext cx="177800" cy="18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baseline="-2500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3" name="Google Shape;1073;p61"/>
          <p:cNvGrpSpPr/>
          <p:nvPr/>
        </p:nvGrpSpPr>
        <p:grpSpPr>
          <a:xfrm>
            <a:off x="4455656" y="1191631"/>
            <a:ext cx="79375" cy="211436"/>
            <a:chOff x="4455656" y="1191631"/>
            <a:chExt cx="79375" cy="211436"/>
          </a:xfrm>
        </p:grpSpPr>
        <p:sp>
          <p:nvSpPr>
            <p:cNvPr id="1074" name="Google Shape;1074;p61"/>
            <p:cNvSpPr/>
            <p:nvPr/>
          </p:nvSpPr>
          <p:spPr>
            <a:xfrm>
              <a:off x="4495165" y="1196692"/>
              <a:ext cx="0" cy="206375"/>
            </a:xfrm>
            <a:custGeom>
              <a:rect b="b" l="l" r="r" t="t"/>
              <a:pathLst>
                <a:path extrusionOk="0" h="206375" w="120000">
                  <a:moveTo>
                    <a:pt x="0" y="205869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61"/>
            <p:cNvSpPr/>
            <p:nvPr/>
          </p:nvSpPr>
          <p:spPr>
            <a:xfrm>
              <a:off x="4455656" y="1191631"/>
              <a:ext cx="79375" cy="32384"/>
            </a:xfrm>
            <a:custGeom>
              <a:rect b="b" l="l" r="r" t="t"/>
              <a:pathLst>
                <a:path extrusionOk="0" h="32384" w="79375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6" name="Google Shape;1076;p61"/>
          <p:cNvSpPr txBox="1"/>
          <p:nvPr/>
        </p:nvSpPr>
        <p:spPr>
          <a:xfrm>
            <a:off x="4099160" y="1405084"/>
            <a:ext cx="792480" cy="792480"/>
          </a:xfrm>
          <a:prstGeom prst="rect">
            <a:avLst/>
          </a:prstGeom>
          <a:solidFill>
            <a:srgbClr val="FEF4D5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3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r>
              <a:t/>
            </a:r>
            <a:endParaRPr b="0" i="0" sz="5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381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1" lang="en-US" sz="825" u="none" cap="none" strike="noStrik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baseline="-2500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0"/>
              </a:lnSpc>
              <a:spcBef>
                <a:spcPts val="22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GRU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3810" rtl="0" algn="ctr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-25000" i="1" lang="en-US" sz="825" u="none" cap="none" strike="noStrike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baseline="-2500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7" name="Google Shape;1077;p6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078" name="Google Shape;1078;p61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61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61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1" name="Google Shape;1081;p6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2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61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62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GRU: U</a:t>
            </a:r>
            <a:r>
              <a:rPr lang="en-US" cap="small">
                <a:solidFill>
                  <a:srgbClr val="FFFFFF"/>
                </a:solidFill>
              </a:rPr>
              <a:t>nrolled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rchitecture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cross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ime</a:t>
            </a:r>
            <a:endParaRPr/>
          </a:p>
        </p:txBody>
      </p:sp>
      <p:sp>
        <p:nvSpPr>
          <p:cNvPr id="1088" name="Google Shape;1088;p62"/>
          <p:cNvSpPr txBox="1"/>
          <p:nvPr/>
        </p:nvSpPr>
        <p:spPr>
          <a:xfrm>
            <a:off x="4820602" y="1103621"/>
            <a:ext cx="86360" cy="156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62"/>
          <p:cNvSpPr txBox="1"/>
          <p:nvPr/>
        </p:nvSpPr>
        <p:spPr>
          <a:xfrm>
            <a:off x="4881389" y="1158276"/>
            <a:ext cx="70485" cy="113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r>
              <a:rPr b="0" i="1" lang="en-US" sz="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0" name="Google Shape;1090;p6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091" name="Google Shape;1091;p62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62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62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4" name="Google Shape;1094;p6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62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096" name="Google Shape;1096;p6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24"/>
            <a:ext cx="4814800" cy="2511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63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GRU: R</a:t>
            </a:r>
            <a:r>
              <a:rPr lang="en-US" cap="small">
                <a:solidFill>
                  <a:srgbClr val="FFFFFF"/>
                </a:solidFill>
              </a:rPr>
              <a:t>eset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ate</a:t>
            </a:r>
            <a:endParaRPr/>
          </a:p>
        </p:txBody>
      </p:sp>
      <p:sp>
        <p:nvSpPr>
          <p:cNvPr id="1102" name="Google Shape;1102;p6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63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104" name="Google Shape;1104;p6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25"/>
            <a:ext cx="4814800" cy="2540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64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GRU: U</a:t>
            </a:r>
            <a:r>
              <a:rPr lang="en-US" cap="small">
                <a:solidFill>
                  <a:srgbClr val="FFFFFF"/>
                </a:solidFill>
              </a:rPr>
              <a:t>pdate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ate</a:t>
            </a:r>
            <a:endParaRPr/>
          </a:p>
        </p:txBody>
      </p:sp>
      <p:grpSp>
        <p:nvGrpSpPr>
          <p:cNvPr id="1110" name="Google Shape;1110;p64"/>
          <p:cNvGrpSpPr/>
          <p:nvPr/>
        </p:nvGrpSpPr>
        <p:grpSpPr>
          <a:xfrm>
            <a:off x="477685" y="712368"/>
            <a:ext cx="69291" cy="728484"/>
            <a:chOff x="477685" y="712368"/>
            <a:chExt cx="69291" cy="728484"/>
          </a:xfrm>
        </p:grpSpPr>
        <p:pic>
          <p:nvPicPr>
            <p:cNvPr id="1111" name="Google Shape;1111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7685" y="71236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2" name="Google Shape;1112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7685" y="137156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3" name="Google Shape;1113;p64"/>
          <p:cNvSpPr txBox="1"/>
          <p:nvPr/>
        </p:nvSpPr>
        <p:spPr>
          <a:xfrm>
            <a:off x="608609" y="634839"/>
            <a:ext cx="1370330" cy="18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Update gate equation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14" name="Google Shape;1114;p64"/>
          <p:cNvSpPr txBox="1"/>
          <p:nvPr/>
        </p:nvSpPr>
        <p:spPr>
          <a:xfrm>
            <a:off x="3092361" y="970132"/>
            <a:ext cx="268605" cy="18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(32)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15" name="Google Shape;1115;p64"/>
          <p:cNvSpPr txBox="1"/>
          <p:nvPr/>
        </p:nvSpPr>
        <p:spPr>
          <a:xfrm>
            <a:off x="583209" y="954948"/>
            <a:ext cx="2433320" cy="70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542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baseline="-25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3048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Purpose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Decides how much to update hidden state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16" name="Google Shape;1116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685" y="2650731"/>
            <a:ext cx="69291" cy="69291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64"/>
          <p:cNvSpPr txBox="1"/>
          <p:nvPr/>
        </p:nvSpPr>
        <p:spPr>
          <a:xfrm>
            <a:off x="583209" y="1639716"/>
            <a:ext cx="2736850" cy="130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142240" lvl="0" marL="335280" marR="133985" rtl="0"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0: Keep old hidden state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baseline="-2500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(don’t update)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2240" lvl="0" marL="335280" marR="30480" rtl="0" algn="l">
              <a:lnSpc>
                <a:spcPct val="81818"/>
              </a:lnSpc>
              <a:spcBef>
                <a:spcPts val="8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1: Replace with new candidate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30000" i="0" lang="en-US" sz="16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˜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(full update)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304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Acts like a ”memory gate”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Intuition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For long-term dependencies, keep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small to preserve information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18" name="Google Shape;1118;p64"/>
          <p:cNvSpPr txBox="1"/>
          <p:nvPr/>
        </p:nvSpPr>
        <p:spPr>
          <a:xfrm>
            <a:off x="4530241" y="1216189"/>
            <a:ext cx="540385" cy="432434"/>
          </a:xfrm>
          <a:prstGeom prst="rect">
            <a:avLst/>
          </a:prstGeom>
          <a:solidFill>
            <a:srgbClr val="CCCC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958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9" name="Google Shape;1119;p64"/>
          <p:cNvGrpSpPr/>
          <p:nvPr/>
        </p:nvGrpSpPr>
        <p:grpSpPr>
          <a:xfrm>
            <a:off x="4760735" y="1655796"/>
            <a:ext cx="79375" cy="175241"/>
            <a:chOff x="4760735" y="1655796"/>
            <a:chExt cx="79375" cy="175241"/>
          </a:xfrm>
        </p:grpSpPr>
        <p:sp>
          <p:nvSpPr>
            <p:cNvPr id="1120" name="Google Shape;1120;p64"/>
            <p:cNvSpPr/>
            <p:nvPr/>
          </p:nvSpPr>
          <p:spPr>
            <a:xfrm>
              <a:off x="4800244" y="1660857"/>
              <a:ext cx="0" cy="170180"/>
            </a:xfrm>
            <a:custGeom>
              <a:rect b="b" l="l" r="r" t="t"/>
              <a:pathLst>
                <a:path extrusionOk="0" h="170180" w="120000">
                  <a:moveTo>
                    <a:pt x="0" y="169900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64"/>
            <p:cNvSpPr/>
            <p:nvPr/>
          </p:nvSpPr>
          <p:spPr>
            <a:xfrm>
              <a:off x="4760735" y="1655796"/>
              <a:ext cx="79375" cy="32384"/>
            </a:xfrm>
            <a:custGeom>
              <a:rect b="b" l="l" r="r" t="t"/>
              <a:pathLst>
                <a:path extrusionOk="0" h="32385" w="79375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2" name="Google Shape;1122;p64"/>
          <p:cNvSpPr txBox="1"/>
          <p:nvPr/>
        </p:nvSpPr>
        <p:spPr>
          <a:xfrm>
            <a:off x="4011409" y="1338318"/>
            <a:ext cx="320040" cy="18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0" baseline="30000" i="1" lang="en-US" sz="15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i="1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8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b="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123" name="Google Shape;1123;p64"/>
          <p:cNvGrpSpPr/>
          <p:nvPr/>
        </p:nvGrpSpPr>
        <p:grpSpPr>
          <a:xfrm>
            <a:off x="4347670" y="1392682"/>
            <a:ext cx="174958" cy="79375"/>
            <a:chOff x="4347670" y="1392682"/>
            <a:chExt cx="174958" cy="79375"/>
          </a:xfrm>
        </p:grpSpPr>
        <p:sp>
          <p:nvSpPr>
            <p:cNvPr id="1124" name="Google Shape;1124;p64"/>
            <p:cNvSpPr/>
            <p:nvPr/>
          </p:nvSpPr>
          <p:spPr>
            <a:xfrm>
              <a:off x="4347670" y="1432191"/>
              <a:ext cx="170180" cy="0"/>
            </a:xfrm>
            <a:custGeom>
              <a:rect b="b" l="l" r="r" t="t"/>
              <a:pathLst>
                <a:path extrusionOk="0" h="120000" w="170179">
                  <a:moveTo>
                    <a:pt x="0" y="0"/>
                  </a:moveTo>
                  <a:lnTo>
                    <a:pt x="169903" y="0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64"/>
            <p:cNvSpPr/>
            <p:nvPr/>
          </p:nvSpPr>
          <p:spPr>
            <a:xfrm>
              <a:off x="4490244" y="1392682"/>
              <a:ext cx="32384" cy="79375"/>
            </a:xfrm>
            <a:custGeom>
              <a:rect b="b" l="l" r="r" t="t"/>
              <a:pathLst>
                <a:path extrusionOk="0" h="79375" w="3238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6" name="Google Shape;1126;p64"/>
          <p:cNvSpPr txBox="1"/>
          <p:nvPr/>
        </p:nvSpPr>
        <p:spPr>
          <a:xfrm>
            <a:off x="4708055" y="812817"/>
            <a:ext cx="170180" cy="18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baseline="-2500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7" name="Google Shape;1127;p64"/>
          <p:cNvGrpSpPr/>
          <p:nvPr/>
        </p:nvGrpSpPr>
        <p:grpSpPr>
          <a:xfrm>
            <a:off x="0" y="1038685"/>
            <a:ext cx="5760261" cy="2195326"/>
            <a:chOff x="0" y="1038685"/>
            <a:chExt cx="5760261" cy="2195326"/>
          </a:xfrm>
        </p:grpSpPr>
        <p:sp>
          <p:nvSpPr>
            <p:cNvPr id="1128" name="Google Shape;1128;p64"/>
            <p:cNvSpPr/>
            <p:nvPr/>
          </p:nvSpPr>
          <p:spPr>
            <a:xfrm>
              <a:off x="4800244" y="1043746"/>
              <a:ext cx="0" cy="170180"/>
            </a:xfrm>
            <a:custGeom>
              <a:rect b="b" l="l" r="r" t="t"/>
              <a:pathLst>
                <a:path extrusionOk="0" h="170180" w="120000">
                  <a:moveTo>
                    <a:pt x="0" y="169901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1B14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64"/>
            <p:cNvSpPr/>
            <p:nvPr/>
          </p:nvSpPr>
          <p:spPr>
            <a:xfrm>
              <a:off x="4760735" y="1038685"/>
              <a:ext cx="79375" cy="32384"/>
            </a:xfrm>
            <a:custGeom>
              <a:rect b="b" l="l" r="r" t="t"/>
              <a:pathLst>
                <a:path extrusionOk="0" h="32384" w="79375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cap="flat" cmpd="sng" w="10100">
              <a:solidFill>
                <a:srgbClr val="1B147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64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64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64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3" name="Google Shape;1133;p64"/>
          <p:cNvSpPr txBox="1"/>
          <p:nvPr/>
        </p:nvSpPr>
        <p:spPr>
          <a:xfrm>
            <a:off x="4503889" y="1714213"/>
            <a:ext cx="593090" cy="44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63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baseline="-2500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Update Gate</a:t>
            </a:r>
            <a:endParaRPr b="0" i="0" sz="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34" name="Google Shape;1134;p6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64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65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GRU: C</a:t>
            </a:r>
            <a:r>
              <a:rPr lang="en-US" cap="small">
                <a:solidFill>
                  <a:srgbClr val="FFFFFF"/>
                </a:solidFill>
              </a:rPr>
              <a:t>andidate</a:t>
            </a:r>
            <a:r>
              <a:rPr lang="en-US">
                <a:solidFill>
                  <a:srgbClr val="FFFFFF"/>
                </a:solidFill>
              </a:rPr>
              <a:t> H</a:t>
            </a:r>
            <a:r>
              <a:rPr lang="en-US" cap="small">
                <a:solidFill>
                  <a:srgbClr val="FFFFFF"/>
                </a:solidFill>
              </a:rPr>
              <a:t>idden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tate</a:t>
            </a:r>
            <a:endParaRPr/>
          </a:p>
        </p:txBody>
      </p:sp>
      <p:sp>
        <p:nvSpPr>
          <p:cNvPr id="1141" name="Google Shape;1141;p6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65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143" name="Google Shape;1143;p6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5461002" cy="2336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66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GRU: F</a:t>
            </a:r>
            <a:r>
              <a:rPr lang="en-US" cap="small">
                <a:solidFill>
                  <a:srgbClr val="FFFFFF"/>
                </a:solidFill>
              </a:rPr>
              <a:t>inal</a:t>
            </a:r>
            <a:r>
              <a:rPr lang="en-US">
                <a:solidFill>
                  <a:srgbClr val="FFFFFF"/>
                </a:solidFill>
              </a:rPr>
              <a:t> H</a:t>
            </a:r>
            <a:r>
              <a:rPr lang="en-US" cap="small">
                <a:solidFill>
                  <a:srgbClr val="FFFFFF"/>
                </a:solidFill>
              </a:rPr>
              <a:t>idden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tate</a:t>
            </a:r>
            <a:r>
              <a:rPr lang="en-US">
                <a:solidFill>
                  <a:srgbClr val="FFFFFF"/>
                </a:solidFill>
              </a:rPr>
              <a:t> U</a:t>
            </a:r>
            <a:r>
              <a:rPr lang="en-US" cap="small">
                <a:solidFill>
                  <a:srgbClr val="FFFFFF"/>
                </a:solidFill>
              </a:rPr>
              <a:t>pdate</a:t>
            </a:r>
            <a:endParaRPr/>
          </a:p>
        </p:txBody>
      </p:sp>
      <p:grpSp>
        <p:nvGrpSpPr>
          <p:cNvPr id="1149" name="Google Shape;1149;p6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50" name="Google Shape;1150;p66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66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66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3" name="Google Shape;1153;p6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66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155" name="Google Shape;1155;p6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5460999" cy="2356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67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GRU: C</a:t>
            </a:r>
            <a:r>
              <a:rPr lang="en-US" cap="small">
                <a:solidFill>
                  <a:srgbClr val="FFFFFF"/>
                </a:solidFill>
              </a:rPr>
              <a:t>omputational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raph</a:t>
            </a:r>
            <a:endParaRPr/>
          </a:p>
        </p:txBody>
      </p:sp>
      <p:grpSp>
        <p:nvGrpSpPr>
          <p:cNvPr id="1161" name="Google Shape;1161;p67"/>
          <p:cNvGrpSpPr/>
          <p:nvPr/>
        </p:nvGrpSpPr>
        <p:grpSpPr>
          <a:xfrm>
            <a:off x="12" y="3141936"/>
            <a:ext cx="5760261" cy="92075"/>
            <a:chOff x="12" y="3141936"/>
            <a:chExt cx="5760261" cy="92075"/>
          </a:xfrm>
        </p:grpSpPr>
        <p:sp>
          <p:nvSpPr>
            <p:cNvPr id="1162" name="Google Shape;1162;p67"/>
            <p:cNvSpPr/>
            <p:nvPr/>
          </p:nvSpPr>
          <p:spPr>
            <a:xfrm>
              <a:off x="12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67"/>
            <p:cNvSpPr/>
            <p:nvPr/>
          </p:nvSpPr>
          <p:spPr>
            <a:xfrm>
              <a:off x="1923875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67"/>
            <p:cNvSpPr/>
            <p:nvPr/>
          </p:nvSpPr>
          <p:spPr>
            <a:xfrm>
              <a:off x="3836223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5" name="Google Shape;1165;p6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67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167" name="Google Shape;1167;p6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5423049" cy="243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68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GRU: N</a:t>
            </a:r>
            <a:r>
              <a:rPr lang="en-US" cap="small">
                <a:solidFill>
                  <a:srgbClr val="FFFFFF"/>
                </a:solidFill>
              </a:rPr>
              <a:t>umerical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r>
              <a:rPr lang="en-US">
                <a:solidFill>
                  <a:srgbClr val="FFFFFF"/>
                </a:solidFill>
              </a:rPr>
              <a:t> - S</a:t>
            </a:r>
            <a:r>
              <a:rPr lang="en-US" cap="small">
                <a:solidFill>
                  <a:srgbClr val="FFFFFF"/>
                </a:solidFill>
              </a:rPr>
              <a:t>etup</a:t>
            </a:r>
            <a:endParaRPr/>
          </a:p>
        </p:txBody>
      </p:sp>
      <p:grpSp>
        <p:nvGrpSpPr>
          <p:cNvPr id="1173" name="Google Shape;1173;p6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74" name="Google Shape;1174;p68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68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68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7" name="Google Shape;1177;p6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68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179" name="Google Shape;1179;p6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25"/>
            <a:ext cx="4643575" cy="250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69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FFFFFF"/>
                </a:solidFill>
              </a:rPr>
              <a:t>GRU: N</a:t>
            </a:r>
            <a:r>
              <a:rPr lang="en-US" sz="1400" cap="small">
                <a:solidFill>
                  <a:srgbClr val="FFFFFF"/>
                </a:solidFill>
              </a:rPr>
              <a:t>umerical</a:t>
            </a:r>
            <a:r>
              <a:rPr lang="en-US" sz="1400">
                <a:solidFill>
                  <a:srgbClr val="FFFFFF"/>
                </a:solidFill>
              </a:rPr>
              <a:t> E</a:t>
            </a:r>
            <a:r>
              <a:rPr lang="en-US" sz="1400" cap="small">
                <a:solidFill>
                  <a:srgbClr val="FFFFFF"/>
                </a:solidFill>
              </a:rPr>
              <a:t>xample</a:t>
            </a:r>
            <a:r>
              <a:rPr lang="en-US" sz="1400">
                <a:solidFill>
                  <a:srgbClr val="FFFFFF"/>
                </a:solidFill>
              </a:rPr>
              <a:t> - G</a:t>
            </a:r>
            <a:r>
              <a:rPr lang="en-US" sz="1400" cap="small">
                <a:solidFill>
                  <a:srgbClr val="FFFFFF"/>
                </a:solidFill>
              </a:rPr>
              <a:t>ates</a:t>
            </a:r>
            <a:r>
              <a:rPr lang="en-US" sz="1400">
                <a:solidFill>
                  <a:srgbClr val="FFFFFF"/>
                </a:solidFill>
              </a:rPr>
              <a:t> C</a:t>
            </a:r>
            <a:r>
              <a:rPr lang="en-US" sz="1400" cap="small">
                <a:solidFill>
                  <a:srgbClr val="FFFFFF"/>
                </a:solidFill>
              </a:rPr>
              <a:t>omputation</a:t>
            </a:r>
            <a:endParaRPr sz="1400"/>
          </a:p>
        </p:txBody>
      </p:sp>
      <p:grpSp>
        <p:nvGrpSpPr>
          <p:cNvPr id="1185" name="Google Shape;1185;p6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86" name="Google Shape;1186;p69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69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69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9" name="Google Shape;1189;p6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69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191" name="Google Shape;1191;p6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25"/>
            <a:ext cx="4216225" cy="255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70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FFFFFF"/>
                </a:solidFill>
              </a:rPr>
              <a:t>GRU: N</a:t>
            </a:r>
            <a:r>
              <a:rPr lang="en-US" sz="1400" cap="small">
                <a:solidFill>
                  <a:srgbClr val="FFFFFF"/>
                </a:solidFill>
              </a:rPr>
              <a:t>umerical</a:t>
            </a:r>
            <a:r>
              <a:rPr lang="en-US" sz="1400">
                <a:solidFill>
                  <a:srgbClr val="FFFFFF"/>
                </a:solidFill>
              </a:rPr>
              <a:t> E</a:t>
            </a:r>
            <a:r>
              <a:rPr lang="en-US" sz="1400" cap="small">
                <a:solidFill>
                  <a:srgbClr val="FFFFFF"/>
                </a:solidFill>
              </a:rPr>
              <a:t>xample</a:t>
            </a:r>
            <a:r>
              <a:rPr lang="en-US" sz="1400">
                <a:solidFill>
                  <a:srgbClr val="FFFFFF"/>
                </a:solidFill>
              </a:rPr>
              <a:t> - H</a:t>
            </a:r>
            <a:r>
              <a:rPr lang="en-US" sz="1400" cap="small">
                <a:solidFill>
                  <a:srgbClr val="FFFFFF"/>
                </a:solidFill>
              </a:rPr>
              <a:t>idden</a:t>
            </a:r>
            <a:r>
              <a:rPr lang="en-US" sz="1400">
                <a:solidFill>
                  <a:srgbClr val="FFFFFF"/>
                </a:solidFill>
              </a:rPr>
              <a:t> S</a:t>
            </a:r>
            <a:r>
              <a:rPr lang="en-US" sz="1400" cap="small">
                <a:solidFill>
                  <a:srgbClr val="FFFFFF"/>
                </a:solidFill>
              </a:rPr>
              <a:t>tate</a:t>
            </a:r>
            <a:r>
              <a:rPr lang="en-US" sz="1400">
                <a:solidFill>
                  <a:srgbClr val="FFFFFF"/>
                </a:solidFill>
              </a:rPr>
              <a:t> U</a:t>
            </a:r>
            <a:r>
              <a:rPr lang="en-US" sz="1400" cap="small">
                <a:solidFill>
                  <a:srgbClr val="FFFFFF"/>
                </a:solidFill>
              </a:rPr>
              <a:t>pdate</a:t>
            </a:r>
            <a:endParaRPr sz="1400"/>
          </a:p>
        </p:txBody>
      </p:sp>
      <p:sp>
        <p:nvSpPr>
          <p:cNvPr id="1197" name="Google Shape;1197;p7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70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199" name="Google Shape;1199;p7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25"/>
            <a:ext cx="4625450" cy="25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71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FFFFFF"/>
                </a:solidFill>
              </a:rPr>
              <a:t>GRU: N</a:t>
            </a:r>
            <a:r>
              <a:rPr lang="en-US" sz="1400" cap="small">
                <a:solidFill>
                  <a:srgbClr val="FFFFFF"/>
                </a:solidFill>
              </a:rPr>
              <a:t>umerical</a:t>
            </a:r>
            <a:r>
              <a:rPr lang="en-US" sz="1400">
                <a:solidFill>
                  <a:srgbClr val="FFFFFF"/>
                </a:solidFill>
              </a:rPr>
              <a:t> E</a:t>
            </a:r>
            <a:r>
              <a:rPr lang="en-US" sz="1400" cap="small">
                <a:solidFill>
                  <a:srgbClr val="FFFFFF"/>
                </a:solidFill>
              </a:rPr>
              <a:t>xample</a:t>
            </a:r>
            <a:r>
              <a:rPr lang="en-US" sz="1400">
                <a:solidFill>
                  <a:srgbClr val="FFFFFF"/>
                </a:solidFill>
              </a:rPr>
              <a:t> - F</a:t>
            </a:r>
            <a:r>
              <a:rPr lang="en-US" sz="1400" cap="small">
                <a:solidFill>
                  <a:srgbClr val="FFFFFF"/>
                </a:solidFill>
              </a:rPr>
              <a:t>inal</a:t>
            </a:r>
            <a:r>
              <a:rPr lang="en-US" sz="1400">
                <a:solidFill>
                  <a:srgbClr val="FFFFFF"/>
                </a:solidFill>
              </a:rPr>
              <a:t> H</a:t>
            </a:r>
            <a:r>
              <a:rPr lang="en-US" sz="1400" cap="small">
                <a:solidFill>
                  <a:srgbClr val="FFFFFF"/>
                </a:solidFill>
              </a:rPr>
              <a:t>idden</a:t>
            </a:r>
            <a:r>
              <a:rPr lang="en-US" sz="1400">
                <a:solidFill>
                  <a:srgbClr val="FFFFFF"/>
                </a:solidFill>
              </a:rPr>
              <a:t> S</a:t>
            </a:r>
            <a:r>
              <a:rPr lang="en-US" sz="1400" cap="small">
                <a:solidFill>
                  <a:srgbClr val="FFFFFF"/>
                </a:solidFill>
              </a:rPr>
              <a:t>tate</a:t>
            </a:r>
            <a:endParaRPr sz="1400"/>
          </a:p>
        </p:txBody>
      </p:sp>
      <p:grpSp>
        <p:nvGrpSpPr>
          <p:cNvPr id="1205" name="Google Shape;1205;p7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206" name="Google Shape;1206;p71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71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71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9" name="Google Shape;1209;p7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71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211" name="Google Shape;1211;p7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25"/>
            <a:ext cx="4404950" cy="250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72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GRU: P</a:t>
            </a:r>
            <a:r>
              <a:rPr lang="en-US" cap="small">
                <a:solidFill>
                  <a:srgbClr val="FFFFFF"/>
                </a:solidFill>
              </a:rPr>
              <a:t>arameter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ounting</a:t>
            </a:r>
            <a:endParaRPr/>
          </a:p>
        </p:txBody>
      </p:sp>
      <p:grpSp>
        <p:nvGrpSpPr>
          <p:cNvPr id="1217" name="Google Shape;1217;p7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218" name="Google Shape;1218;p72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72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72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1" name="Google Shape;1221;p7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72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223" name="Google Shape;1223;p7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5353626" cy="243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73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FFFFFF"/>
                </a:solidFill>
              </a:rPr>
              <a:t>GRU: W</a:t>
            </a:r>
            <a:r>
              <a:rPr lang="en-US" sz="1400" cap="small">
                <a:solidFill>
                  <a:srgbClr val="FFFFFF"/>
                </a:solidFill>
              </a:rPr>
              <a:t>hy</a:t>
            </a:r>
            <a:r>
              <a:rPr lang="en-US" sz="1400">
                <a:solidFill>
                  <a:srgbClr val="FFFFFF"/>
                </a:solidFill>
              </a:rPr>
              <a:t> I</a:t>
            </a:r>
            <a:r>
              <a:rPr lang="en-US" sz="1400" cap="small">
                <a:solidFill>
                  <a:srgbClr val="FFFFFF"/>
                </a:solidFill>
              </a:rPr>
              <a:t>t</a:t>
            </a:r>
            <a:r>
              <a:rPr lang="en-US" sz="1400">
                <a:solidFill>
                  <a:srgbClr val="FFFFFF"/>
                </a:solidFill>
              </a:rPr>
              <a:t> H</a:t>
            </a:r>
            <a:r>
              <a:rPr lang="en-US" sz="1400" cap="small">
                <a:solidFill>
                  <a:srgbClr val="FFFFFF"/>
                </a:solidFill>
              </a:rPr>
              <a:t>elps</a:t>
            </a:r>
            <a:r>
              <a:rPr lang="en-US" sz="1400">
                <a:solidFill>
                  <a:srgbClr val="FFFFFF"/>
                </a:solidFill>
              </a:rPr>
              <a:t> </a:t>
            </a:r>
            <a:r>
              <a:rPr lang="en-US" sz="1400" cap="small">
                <a:solidFill>
                  <a:srgbClr val="FFFFFF"/>
                </a:solidFill>
              </a:rPr>
              <a:t>with</a:t>
            </a:r>
            <a:r>
              <a:rPr lang="en-US" sz="1400">
                <a:solidFill>
                  <a:srgbClr val="FFFFFF"/>
                </a:solidFill>
              </a:rPr>
              <a:t> V</a:t>
            </a:r>
            <a:r>
              <a:rPr lang="en-US" sz="1400" cap="small">
                <a:solidFill>
                  <a:srgbClr val="FFFFFF"/>
                </a:solidFill>
              </a:rPr>
              <a:t>anishing</a:t>
            </a:r>
            <a:r>
              <a:rPr lang="en-US" sz="1400">
                <a:solidFill>
                  <a:srgbClr val="FFFFFF"/>
                </a:solidFill>
              </a:rPr>
              <a:t> G</a:t>
            </a:r>
            <a:r>
              <a:rPr lang="en-US" sz="1400" cap="small">
                <a:solidFill>
                  <a:srgbClr val="FFFFFF"/>
                </a:solidFill>
              </a:rPr>
              <a:t>radients</a:t>
            </a:r>
            <a:endParaRPr sz="1400"/>
          </a:p>
        </p:txBody>
      </p:sp>
      <p:grpSp>
        <p:nvGrpSpPr>
          <p:cNvPr id="1229" name="Google Shape;1229;p7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230" name="Google Shape;1230;p73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73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73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3" name="Google Shape;1233;p7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73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235" name="Google Shape;1235;p7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25"/>
            <a:ext cx="4871051" cy="25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74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241" name="Google Shape;1241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2" name="Google Shape;1242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3" name="Google Shape;1243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4" name="Google Shape;1244;p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5" name="Google Shape;1245;p7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" name="Google Shape;1246;p7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p7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" name="Google Shape;1248;p7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9" name="Google Shape;1249;p7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0" name="Google Shape;1250;p7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1" name="Google Shape;1251;p74"/>
          <p:cNvGraphicFramePr/>
          <p:nvPr/>
        </p:nvGraphicFramePr>
        <p:xfrm>
          <a:off x="343649" y="5512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{806EB010-B201-4971-A2E3-822838E164C6}</a:tableStyleId>
              </a:tblPr>
              <a:tblGrid>
                <a:gridCol w="170175"/>
              </a:tblGrid>
              <a:tr h="2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875" marB="0" marR="0" marL="0"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252" name="Google Shape;1252;p74"/>
          <p:cNvSpPr txBox="1"/>
          <p:nvPr/>
        </p:nvSpPr>
        <p:spPr>
          <a:xfrm>
            <a:off x="563029" y="457050"/>
            <a:ext cx="3558000" cy="24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11747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ntroduction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equence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odeling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747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equence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odels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heory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asic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RNN A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rchitecture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RNN 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raining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&amp; BPTT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idirectional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RNN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eep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tacked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) RNN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9781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ated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ecurrent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U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nits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(GRU)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9781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ong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hort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-T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erm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emory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(LSTM)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eries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F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orecasting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pplications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omparison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&amp;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ummary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3" name="Google Shape;1253;p7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254" name="Google Shape;1254;p74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74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74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7" name="Google Shape;1257;p7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2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3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4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5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6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7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74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75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LSTM: M</a:t>
            </a:r>
            <a:r>
              <a:rPr lang="en-US" cap="small">
                <a:solidFill>
                  <a:srgbClr val="FFFFFF"/>
                </a:solidFill>
              </a:rPr>
              <a:t>otivation</a:t>
            </a:r>
            <a:endParaRPr/>
          </a:p>
        </p:txBody>
      </p:sp>
      <p:grpSp>
        <p:nvGrpSpPr>
          <p:cNvPr id="1264" name="Google Shape;1264;p75"/>
          <p:cNvGrpSpPr/>
          <p:nvPr/>
        </p:nvGrpSpPr>
        <p:grpSpPr>
          <a:xfrm>
            <a:off x="0" y="566038"/>
            <a:ext cx="5760261" cy="2667973"/>
            <a:chOff x="0" y="566038"/>
            <a:chExt cx="5760261" cy="2667973"/>
          </a:xfrm>
        </p:grpSpPr>
        <p:pic>
          <p:nvPicPr>
            <p:cNvPr id="1265" name="Google Shape;1265;p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56603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6" name="Google Shape;1266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130044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7" name="Google Shape;1267;p7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702" y="203485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8" name="Google Shape;1268;p7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3702" y="295272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9" name="Google Shape;1269;p75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75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75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2" name="Google Shape;1272;p75"/>
          <p:cNvSpPr txBox="1"/>
          <p:nvPr/>
        </p:nvSpPr>
        <p:spPr>
          <a:xfrm>
            <a:off x="631926" y="446311"/>
            <a:ext cx="4323080" cy="2618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75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GRU limitations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Single hidden state combines both long-term and short-term information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Update gate controls both memory and output together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Less explicit control over information flow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1002030" rtl="0" algn="r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LSTM innovation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Separate memory from hidden state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977900" rtl="0" algn="r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Cell state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Long-term memory (information highway)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948689" rtl="0" algn="r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Hidden state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Short-term memory (working memory)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More fine-grained control with 3 gates instead of 2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54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Key advantages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Cell state provides uninterrupted gradient flow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Forget gate can selectively remove information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Output gate separates what to remember from what to output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Better for very long sequences (100+ time steps)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540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Most widely used RNN variant in practice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73" name="Google Shape;1273;p7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2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75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76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LSTM: A</a:t>
            </a:r>
            <a:r>
              <a:rPr lang="en-US" cap="small">
                <a:solidFill>
                  <a:srgbClr val="FFFFFF"/>
                </a:solidFill>
              </a:rPr>
              <a:t>rchitecture</a:t>
            </a:r>
            <a:r>
              <a:rPr lang="en-US">
                <a:solidFill>
                  <a:srgbClr val="FFFFFF"/>
                </a:solidFill>
              </a:rPr>
              <a:t> O</a:t>
            </a:r>
            <a:r>
              <a:rPr lang="en-US" cap="small">
                <a:solidFill>
                  <a:srgbClr val="FFFFFF"/>
                </a:solidFill>
              </a:rPr>
              <a:t>verview</a:t>
            </a:r>
            <a:endParaRPr/>
          </a:p>
        </p:txBody>
      </p:sp>
      <p:grpSp>
        <p:nvGrpSpPr>
          <p:cNvPr id="1280" name="Google Shape;1280;p7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281" name="Google Shape;1281;p76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76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76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4" name="Google Shape;1284;p7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76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286" name="Google Shape;1286;p7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5461001" cy="239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77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LSTM: U</a:t>
            </a:r>
            <a:r>
              <a:rPr lang="en-US" cap="small">
                <a:solidFill>
                  <a:srgbClr val="FFFFFF"/>
                </a:solidFill>
              </a:rPr>
              <a:t>nrolled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rchitecture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cross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ime</a:t>
            </a:r>
            <a:endParaRPr/>
          </a:p>
        </p:txBody>
      </p:sp>
      <p:grpSp>
        <p:nvGrpSpPr>
          <p:cNvPr id="1292" name="Google Shape;1292;p7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293" name="Google Shape;1293;p77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77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77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6" name="Google Shape;1296;p7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77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298" name="Google Shape;1298;p7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4503030" cy="243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78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LSTM: F</a:t>
            </a:r>
            <a:r>
              <a:rPr lang="en-US" cap="small">
                <a:solidFill>
                  <a:srgbClr val="FFFFFF"/>
                </a:solidFill>
              </a:rPr>
              <a:t>orget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ate</a:t>
            </a:r>
            <a:endParaRPr/>
          </a:p>
        </p:txBody>
      </p:sp>
      <p:sp>
        <p:nvSpPr>
          <p:cNvPr id="1304" name="Google Shape;1304;p7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78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306" name="Google Shape;1306;p7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6688" y="550235"/>
            <a:ext cx="4583597" cy="243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79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LSTM: I</a:t>
            </a:r>
            <a:r>
              <a:rPr lang="en-US" cap="small">
                <a:solidFill>
                  <a:srgbClr val="FFFFFF"/>
                </a:solidFill>
              </a:rPr>
              <a:t>nput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ate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and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andidate</a:t>
            </a:r>
            <a:endParaRPr/>
          </a:p>
        </p:txBody>
      </p:sp>
      <p:sp>
        <p:nvSpPr>
          <p:cNvPr id="1312" name="Google Shape;1312;p7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79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314" name="Google Shape;1314;p7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24"/>
            <a:ext cx="4975850" cy="258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80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LSTM: C</a:t>
            </a:r>
            <a:r>
              <a:rPr lang="en-US" cap="small">
                <a:solidFill>
                  <a:srgbClr val="FFFFFF"/>
                </a:solidFill>
              </a:rPr>
              <a:t>ell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tate</a:t>
            </a:r>
            <a:r>
              <a:rPr lang="en-US">
                <a:solidFill>
                  <a:srgbClr val="FFFFFF"/>
                </a:solidFill>
              </a:rPr>
              <a:t> U</a:t>
            </a:r>
            <a:r>
              <a:rPr lang="en-US" cap="small">
                <a:solidFill>
                  <a:srgbClr val="FFFFFF"/>
                </a:solidFill>
              </a:rPr>
              <a:t>pdate</a:t>
            </a:r>
            <a:endParaRPr/>
          </a:p>
        </p:txBody>
      </p:sp>
      <p:sp>
        <p:nvSpPr>
          <p:cNvPr id="1320" name="Google Shape;1320;p8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80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322" name="Google Shape;1322;p8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472673"/>
            <a:ext cx="5206374" cy="2607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81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LSTM: O</a:t>
            </a:r>
            <a:r>
              <a:rPr lang="en-US" cap="small">
                <a:solidFill>
                  <a:srgbClr val="FFFFFF"/>
                </a:solidFill>
              </a:rPr>
              <a:t>utput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ate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and</a:t>
            </a:r>
            <a:r>
              <a:rPr lang="en-US">
                <a:solidFill>
                  <a:srgbClr val="FFFFFF"/>
                </a:solidFill>
              </a:rPr>
              <a:t> H</a:t>
            </a:r>
            <a:r>
              <a:rPr lang="en-US" cap="small">
                <a:solidFill>
                  <a:srgbClr val="FFFFFF"/>
                </a:solidFill>
              </a:rPr>
              <a:t>idden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tate</a:t>
            </a:r>
            <a:endParaRPr/>
          </a:p>
        </p:txBody>
      </p:sp>
      <p:sp>
        <p:nvSpPr>
          <p:cNvPr id="1328" name="Google Shape;1328;p81"/>
          <p:cNvSpPr txBox="1"/>
          <p:nvPr/>
        </p:nvSpPr>
        <p:spPr>
          <a:xfrm>
            <a:off x="608609" y="2985990"/>
            <a:ext cx="626110" cy="18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outputting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29" name="Google Shape;1329;p8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81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331" name="Google Shape;1331;p8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5975" y="462013"/>
            <a:ext cx="4778957" cy="2624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82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LSTM: C</a:t>
            </a:r>
            <a:r>
              <a:rPr lang="en-US" cap="small">
                <a:solidFill>
                  <a:srgbClr val="FFFFFF"/>
                </a:solidFill>
              </a:rPr>
              <a:t>omputational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raph</a:t>
            </a:r>
            <a:endParaRPr/>
          </a:p>
        </p:txBody>
      </p:sp>
      <p:grpSp>
        <p:nvGrpSpPr>
          <p:cNvPr id="1337" name="Google Shape;1337;p8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338" name="Google Shape;1338;p82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82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82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1" name="Google Shape;1341;p8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82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343" name="Google Shape;1343;p8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5461000" cy="2408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83"/>
          <p:cNvSpPr txBox="1"/>
          <p:nvPr>
            <p:ph type="title"/>
          </p:nvPr>
        </p:nvSpPr>
        <p:spPr>
          <a:xfrm>
            <a:off x="95300" y="109545"/>
            <a:ext cx="319087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LSTM: P</a:t>
            </a:r>
            <a:r>
              <a:rPr lang="en-US" cap="small">
                <a:solidFill>
                  <a:srgbClr val="FFFFFF"/>
                </a:solidFill>
              </a:rPr>
              <a:t>arameter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ounting</a:t>
            </a:r>
            <a:endParaRPr/>
          </a:p>
        </p:txBody>
      </p:sp>
      <p:grpSp>
        <p:nvGrpSpPr>
          <p:cNvPr id="1349" name="Google Shape;1349;p8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350" name="Google Shape;1350;p83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83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83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3" name="Google Shape;1353;p8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83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355" name="Google Shape;1355;p8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4979989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84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LSTM: 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t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olves</a:t>
            </a:r>
            <a:r>
              <a:rPr lang="en-US">
                <a:solidFill>
                  <a:srgbClr val="FFFFFF"/>
                </a:solidFill>
              </a:rPr>
              <a:t> V</a:t>
            </a:r>
            <a:r>
              <a:rPr lang="en-US" cap="small">
                <a:solidFill>
                  <a:srgbClr val="FFFFFF"/>
                </a:solidFill>
              </a:rPr>
              <a:t>anishing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radients</a:t>
            </a:r>
            <a:endParaRPr/>
          </a:p>
        </p:txBody>
      </p:sp>
      <p:grpSp>
        <p:nvGrpSpPr>
          <p:cNvPr id="1361" name="Google Shape;1361;p8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362" name="Google Shape;1362;p84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84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84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5" name="Google Shape;1365;p8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84"/>
          <p:cNvSpPr txBox="1"/>
          <p:nvPr/>
        </p:nvSpPr>
        <p:spPr>
          <a:xfrm>
            <a:off x="4674389" y="3137672"/>
            <a:ext cx="292735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84 / 96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7" name="Google Shape;1367;p8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5010220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85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LSTM </a:t>
            </a:r>
            <a:r>
              <a:rPr lang="en-US" cap="small">
                <a:solidFill>
                  <a:srgbClr val="FFFFFF"/>
                </a:solidFill>
              </a:rPr>
              <a:t>vs</a:t>
            </a:r>
            <a:r>
              <a:rPr lang="en-US">
                <a:solidFill>
                  <a:srgbClr val="FFFFFF"/>
                </a:solidFill>
              </a:rPr>
              <a:t> GRU: C</a:t>
            </a:r>
            <a:r>
              <a:rPr lang="en-US" cap="small">
                <a:solidFill>
                  <a:srgbClr val="FFFFFF"/>
                </a:solidFill>
              </a:rPr>
              <a:t>omparison</a:t>
            </a:r>
            <a:endParaRPr/>
          </a:p>
        </p:txBody>
      </p:sp>
      <p:graphicFrame>
        <p:nvGraphicFramePr>
          <p:cNvPr id="1373" name="Google Shape;1373;p85"/>
          <p:cNvGraphicFramePr/>
          <p:nvPr/>
        </p:nvGraphicFramePr>
        <p:xfrm>
          <a:off x="980668" y="5701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{806EB010-B201-4971-A2E3-822838E164C6}</a:tableStyleId>
              </a:tblPr>
              <a:tblGrid>
                <a:gridCol w="1078875"/>
                <a:gridCol w="1300475"/>
                <a:gridCol w="1414775"/>
              </a:tblGrid>
              <a:tr h="176525"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Property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GRU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LSTM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525"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Number of gates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2 (reset, update)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 (forget, input, output)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525"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Memory types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 (hidden state)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2 (cell + hidden)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525"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Parameters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r>
                        <a:rPr lang="en-US" sz="11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i="1" lang="en-US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hd </a:t>
                      </a:r>
                      <a:r>
                        <a:rPr lang="en-US" sz="11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+ </a:t>
                      </a:r>
                      <a:r>
                        <a:rPr i="1" lang="en-US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baseline="30000" lang="en-US" sz="10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2 </a:t>
                      </a:r>
                      <a:r>
                        <a:rPr lang="en-US" sz="11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+ </a:t>
                      </a:r>
                      <a:r>
                        <a:rPr i="1" lang="en-US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11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r>
                        <a:rPr lang="en-US" sz="11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i="1" lang="en-US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hd </a:t>
                      </a:r>
                      <a:r>
                        <a:rPr lang="en-US" sz="11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+ </a:t>
                      </a:r>
                      <a:r>
                        <a:rPr i="1" lang="en-US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baseline="30000" lang="en-US" sz="10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2 </a:t>
                      </a:r>
                      <a:r>
                        <a:rPr lang="en-US" sz="11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+ </a:t>
                      </a:r>
                      <a:r>
                        <a:rPr i="1" lang="en-US" sz="9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11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525"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Relative params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Fewer (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∼ </a:t>
                      </a: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25</a:t>
                      </a:r>
                      <a:r>
                        <a:rPr lang="en-US" sz="11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% </a:t>
                      </a: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less)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More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525"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Training speed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Faster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Slower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525"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Memory usage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Lower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Higher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525"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Gradient flow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Good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Excellent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525"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Long sequences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Good (50-100 steps)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Better (100+ steps)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525"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Popularity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Increasing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Most widely used</a:t>
                      </a:r>
                      <a:endParaRPr sz="9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74" name="Google Shape;1374;p85"/>
          <p:cNvGrpSpPr/>
          <p:nvPr/>
        </p:nvGrpSpPr>
        <p:grpSpPr>
          <a:xfrm>
            <a:off x="0" y="2544965"/>
            <a:ext cx="5760261" cy="689046"/>
            <a:chOff x="0" y="2544965"/>
            <a:chExt cx="5760261" cy="689046"/>
          </a:xfrm>
        </p:grpSpPr>
        <p:pic>
          <p:nvPicPr>
            <p:cNvPr id="1375" name="Google Shape;1375;p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254496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6" name="Google Shape;1376;p8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276368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7" name="Google Shape;1377;p85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85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85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0" name="Google Shape;1380;p85"/>
          <p:cNvSpPr txBox="1"/>
          <p:nvPr/>
        </p:nvSpPr>
        <p:spPr>
          <a:xfrm>
            <a:off x="644626" y="2412694"/>
            <a:ext cx="4322445" cy="646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When to use GRU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Smaller datasets, shorter sequences, faster training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9525" rtl="0" algn="l">
              <a:lnSpc>
                <a:spcPct val="114700"/>
              </a:lnSpc>
              <a:spcBef>
                <a:spcPts val="27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When to use LSTM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Longer sequences, more data available, maximum performance needed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81" name="Google Shape;1381;p8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85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86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388" name="Google Shape;1388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9" name="Google Shape;1389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1" name="Google Shape;1391;p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2" name="Google Shape;1392;p8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3" name="Google Shape;1393;p8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8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5" name="Google Shape;1395;p8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6" name="Google Shape;1396;p8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7" name="Google Shape;1397;p8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98" name="Google Shape;1398;p86"/>
          <p:cNvGraphicFramePr/>
          <p:nvPr/>
        </p:nvGraphicFramePr>
        <p:xfrm>
          <a:off x="343649" y="5512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{806EB010-B201-4971-A2E3-822838E164C6}</a:tableStyleId>
              </a:tblPr>
              <a:tblGrid>
                <a:gridCol w="170175"/>
              </a:tblGrid>
              <a:tr h="2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875" marB="0" marR="0" marL="0"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399" name="Google Shape;1399;p86"/>
          <p:cNvSpPr txBox="1"/>
          <p:nvPr/>
        </p:nvSpPr>
        <p:spPr>
          <a:xfrm>
            <a:off x="563029" y="457050"/>
            <a:ext cx="3558000" cy="24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11747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ntroduction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equence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odeling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747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equence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odels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heory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asic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RNN A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rchitecture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RNN 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raining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&amp; BPTT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idirectional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RNN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eep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tacked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) RNN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9781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ated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ecurrent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U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nits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(GRU)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9781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hort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-T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erm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emory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(LSTM)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ime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eries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F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orecasting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pplications</a:t>
            </a:r>
            <a:r>
              <a:rPr b="0" i="0" lang="en-US" sz="1400" u="none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omparison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&amp;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ummary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00" name="Google Shape;1400;p8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401" name="Google Shape;1401;p86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86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86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4" name="Google Shape;1404;p8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2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3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4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5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6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7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86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87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ime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eries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orecasting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with</a:t>
            </a:r>
            <a:r>
              <a:rPr lang="en-US">
                <a:solidFill>
                  <a:srgbClr val="FFFFFF"/>
                </a:solidFill>
              </a:rPr>
              <a:t> RNN</a:t>
            </a:r>
            <a:r>
              <a:rPr lang="en-US" cap="small">
                <a:solidFill>
                  <a:srgbClr val="FFFFFF"/>
                </a:solidFill>
              </a:rPr>
              <a:t>s</a:t>
            </a:r>
            <a:endParaRPr/>
          </a:p>
        </p:txBody>
      </p:sp>
      <p:sp>
        <p:nvSpPr>
          <p:cNvPr id="1411" name="Google Shape;1411;p8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87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413" name="Google Shape;1413;p8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25"/>
            <a:ext cx="4897775" cy="2533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88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U</a:t>
            </a:r>
            <a:r>
              <a:rPr lang="en-US" cap="small">
                <a:solidFill>
                  <a:srgbClr val="FFFFFF"/>
                </a:solidFill>
              </a:rPr>
              <a:t>nivariate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vs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ultivariate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ime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eries</a:t>
            </a:r>
            <a:endParaRPr/>
          </a:p>
        </p:txBody>
      </p:sp>
      <p:sp>
        <p:nvSpPr>
          <p:cNvPr id="1419" name="Google Shape;1419;p88"/>
          <p:cNvSpPr txBox="1"/>
          <p:nvPr/>
        </p:nvSpPr>
        <p:spPr>
          <a:xfrm>
            <a:off x="644626" y="2845376"/>
            <a:ext cx="38082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&gt; Multivariate advantage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Captures cross-variable dependencies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20" name="Google Shape;1420;p88"/>
          <p:cNvSpPr txBox="1"/>
          <p:nvPr/>
        </p:nvSpPr>
        <p:spPr>
          <a:xfrm>
            <a:off x="619225" y="3028850"/>
            <a:ext cx="40551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&gt; Example: Humidity affects temperature Prediction.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21" name="Google Shape;1421;p88"/>
          <p:cNvSpPr txBox="1"/>
          <p:nvPr/>
        </p:nvSpPr>
        <p:spPr>
          <a:xfrm>
            <a:off x="4674389" y="3118693"/>
            <a:ext cx="29273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88 / 96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2" name="Google Shape;1422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062" y="550225"/>
            <a:ext cx="4990213" cy="229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89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F</a:t>
            </a:r>
            <a:r>
              <a:rPr lang="en-US" cap="small">
                <a:solidFill>
                  <a:srgbClr val="FFFFFF"/>
                </a:solidFill>
              </a:rPr>
              <a:t>orecasting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rchitectures</a:t>
            </a:r>
            <a:r>
              <a:rPr lang="en-US">
                <a:solidFill>
                  <a:srgbClr val="FFFFFF"/>
                </a:solidFill>
              </a:rPr>
              <a:t>:  O</a:t>
            </a:r>
            <a:r>
              <a:rPr lang="en-US" cap="small">
                <a:solidFill>
                  <a:srgbClr val="FFFFFF"/>
                </a:solidFill>
              </a:rPr>
              <a:t>utput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ypes</a:t>
            </a:r>
            <a:endParaRPr/>
          </a:p>
        </p:txBody>
      </p:sp>
      <p:grpSp>
        <p:nvGrpSpPr>
          <p:cNvPr id="1428" name="Google Shape;1428;p89"/>
          <p:cNvGrpSpPr/>
          <p:nvPr/>
        </p:nvGrpSpPr>
        <p:grpSpPr>
          <a:xfrm>
            <a:off x="460921" y="946822"/>
            <a:ext cx="69291" cy="512128"/>
            <a:chOff x="460921" y="946822"/>
            <a:chExt cx="69291" cy="512128"/>
          </a:xfrm>
        </p:grpSpPr>
        <p:pic>
          <p:nvPicPr>
            <p:cNvPr id="1429" name="Google Shape;1429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0921" y="94682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0" name="Google Shape;1430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0921" y="116823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1" name="Google Shape;1431;p8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0921" y="138965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2" name="Google Shape;1432;p89"/>
          <p:cNvSpPr txBox="1"/>
          <p:nvPr/>
        </p:nvSpPr>
        <p:spPr>
          <a:xfrm>
            <a:off x="269113" y="590421"/>
            <a:ext cx="1973580" cy="911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-297815" lvl="0" marL="335280" marR="30480" rtl="0" algn="just">
              <a:lnSpc>
                <a:spcPct val="132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Single-Step (Univariate Output)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Predict only next time step Output: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3000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baseline="-2500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35280" marR="0" rtl="0" algn="just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Most common approach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433" name="Google Shape;1433;p89"/>
          <p:cNvGrpSpPr/>
          <p:nvPr/>
        </p:nvGrpSpPr>
        <p:grpSpPr>
          <a:xfrm>
            <a:off x="803957" y="1964169"/>
            <a:ext cx="260985" cy="670582"/>
            <a:chOff x="803957" y="1964169"/>
            <a:chExt cx="260985" cy="670582"/>
          </a:xfrm>
        </p:grpSpPr>
        <p:sp>
          <p:nvSpPr>
            <p:cNvPr id="1434" name="Google Shape;1434;p89"/>
            <p:cNvSpPr/>
            <p:nvPr/>
          </p:nvSpPr>
          <p:spPr>
            <a:xfrm>
              <a:off x="826362" y="1964169"/>
              <a:ext cx="216535" cy="324485"/>
            </a:xfrm>
            <a:custGeom>
              <a:rect b="b" l="l" r="r" t="t"/>
              <a:pathLst>
                <a:path extrusionOk="0" h="324485" w="216534">
                  <a:moveTo>
                    <a:pt x="216004" y="0"/>
                  </a:moveTo>
                  <a:lnTo>
                    <a:pt x="0" y="0"/>
                  </a:lnTo>
                  <a:lnTo>
                    <a:pt x="0" y="324001"/>
                  </a:lnTo>
                  <a:lnTo>
                    <a:pt x="216004" y="324001"/>
                  </a:lnTo>
                  <a:lnTo>
                    <a:pt x="216004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89"/>
            <p:cNvSpPr/>
            <p:nvPr/>
          </p:nvSpPr>
          <p:spPr>
            <a:xfrm>
              <a:off x="826362" y="1964169"/>
              <a:ext cx="216535" cy="324485"/>
            </a:xfrm>
            <a:custGeom>
              <a:rect b="b" l="l" r="r" t="t"/>
              <a:pathLst>
                <a:path extrusionOk="0" h="324485" w="216534">
                  <a:moveTo>
                    <a:pt x="0" y="324001"/>
                  </a:moveTo>
                  <a:lnTo>
                    <a:pt x="216004" y="324001"/>
                  </a:lnTo>
                  <a:lnTo>
                    <a:pt x="216004" y="0"/>
                  </a:lnTo>
                  <a:lnTo>
                    <a:pt x="0" y="0"/>
                  </a:lnTo>
                  <a:lnTo>
                    <a:pt x="0" y="32400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89"/>
            <p:cNvSpPr/>
            <p:nvPr/>
          </p:nvSpPr>
          <p:spPr>
            <a:xfrm>
              <a:off x="803957" y="2373766"/>
              <a:ext cx="260985" cy="260985"/>
            </a:xfrm>
            <a:custGeom>
              <a:rect b="b" l="l" r="r" t="t"/>
              <a:pathLst>
                <a:path extrusionOk="0" h="260985" w="260984">
                  <a:moveTo>
                    <a:pt x="130406" y="0"/>
                  </a:moveTo>
                  <a:lnTo>
                    <a:pt x="79646" y="10247"/>
                  </a:lnTo>
                  <a:lnTo>
                    <a:pt x="38194" y="38194"/>
                  </a:lnTo>
                  <a:lnTo>
                    <a:pt x="10247" y="79646"/>
                  </a:lnTo>
                  <a:lnTo>
                    <a:pt x="0" y="130406"/>
                  </a:lnTo>
                  <a:lnTo>
                    <a:pt x="10247" y="181167"/>
                  </a:lnTo>
                  <a:lnTo>
                    <a:pt x="38194" y="222618"/>
                  </a:lnTo>
                  <a:lnTo>
                    <a:pt x="79646" y="250565"/>
                  </a:lnTo>
                  <a:lnTo>
                    <a:pt x="130406" y="260813"/>
                  </a:lnTo>
                  <a:lnTo>
                    <a:pt x="181167" y="250565"/>
                  </a:lnTo>
                  <a:lnTo>
                    <a:pt x="222618" y="222618"/>
                  </a:lnTo>
                  <a:lnTo>
                    <a:pt x="250565" y="181167"/>
                  </a:lnTo>
                  <a:lnTo>
                    <a:pt x="260813" y="130406"/>
                  </a:lnTo>
                  <a:lnTo>
                    <a:pt x="250565" y="79646"/>
                  </a:lnTo>
                  <a:lnTo>
                    <a:pt x="222618" y="38194"/>
                  </a:lnTo>
                  <a:lnTo>
                    <a:pt x="181167" y="10247"/>
                  </a:lnTo>
                  <a:lnTo>
                    <a:pt x="130406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89"/>
            <p:cNvSpPr/>
            <p:nvPr/>
          </p:nvSpPr>
          <p:spPr>
            <a:xfrm>
              <a:off x="803957" y="2373766"/>
              <a:ext cx="260985" cy="260985"/>
            </a:xfrm>
            <a:custGeom>
              <a:rect b="b" l="l" r="r" t="t"/>
              <a:pathLst>
                <a:path extrusionOk="0" h="260985" w="260984">
                  <a:moveTo>
                    <a:pt x="260813" y="130406"/>
                  </a:moveTo>
                  <a:lnTo>
                    <a:pt x="250565" y="79646"/>
                  </a:lnTo>
                  <a:lnTo>
                    <a:pt x="222618" y="38194"/>
                  </a:lnTo>
                  <a:lnTo>
                    <a:pt x="181167" y="10247"/>
                  </a:lnTo>
                  <a:lnTo>
                    <a:pt x="130406" y="0"/>
                  </a:lnTo>
                  <a:lnTo>
                    <a:pt x="79646" y="10247"/>
                  </a:lnTo>
                  <a:lnTo>
                    <a:pt x="38194" y="38194"/>
                  </a:lnTo>
                  <a:lnTo>
                    <a:pt x="10247" y="79646"/>
                  </a:lnTo>
                  <a:lnTo>
                    <a:pt x="0" y="130406"/>
                  </a:lnTo>
                  <a:lnTo>
                    <a:pt x="10247" y="181167"/>
                  </a:lnTo>
                  <a:lnTo>
                    <a:pt x="38194" y="222618"/>
                  </a:lnTo>
                  <a:lnTo>
                    <a:pt x="79646" y="250565"/>
                  </a:lnTo>
                  <a:lnTo>
                    <a:pt x="130406" y="260813"/>
                  </a:lnTo>
                  <a:lnTo>
                    <a:pt x="181167" y="250565"/>
                  </a:lnTo>
                  <a:lnTo>
                    <a:pt x="222618" y="222618"/>
                  </a:lnTo>
                  <a:lnTo>
                    <a:pt x="250565" y="181167"/>
                  </a:lnTo>
                  <a:lnTo>
                    <a:pt x="260813" y="130406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8" name="Google Shape;1438;p89"/>
          <p:cNvSpPr txBox="1"/>
          <p:nvPr/>
        </p:nvSpPr>
        <p:spPr>
          <a:xfrm>
            <a:off x="842479" y="2397743"/>
            <a:ext cx="17780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baseline="-2500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439" name="Google Shape;1439;p89"/>
          <p:cNvGrpSpPr/>
          <p:nvPr/>
        </p:nvGrpSpPr>
        <p:grpSpPr>
          <a:xfrm>
            <a:off x="894855" y="1964169"/>
            <a:ext cx="1304096" cy="671178"/>
            <a:chOff x="894855" y="1964169"/>
            <a:chExt cx="1304096" cy="671178"/>
          </a:xfrm>
        </p:grpSpPr>
        <p:sp>
          <p:nvSpPr>
            <p:cNvPr id="1440" name="Google Shape;1440;p89"/>
            <p:cNvSpPr/>
            <p:nvPr/>
          </p:nvSpPr>
          <p:spPr>
            <a:xfrm>
              <a:off x="934364" y="2300819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413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89"/>
            <p:cNvSpPr/>
            <p:nvPr/>
          </p:nvSpPr>
          <p:spPr>
            <a:xfrm>
              <a:off x="894855" y="2295758"/>
              <a:ext cx="79375" cy="32384"/>
            </a:xfrm>
            <a:custGeom>
              <a:rect b="b" l="l" r="r" t="t"/>
              <a:pathLst>
                <a:path extrusionOk="0" h="32385" w="79375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89"/>
            <p:cNvSpPr/>
            <p:nvPr/>
          </p:nvSpPr>
          <p:spPr>
            <a:xfrm>
              <a:off x="1204365" y="1964169"/>
              <a:ext cx="216535" cy="324485"/>
            </a:xfrm>
            <a:custGeom>
              <a:rect b="b" l="l" r="r" t="t"/>
              <a:pathLst>
                <a:path extrusionOk="0" h="324485" w="216534">
                  <a:moveTo>
                    <a:pt x="216004" y="0"/>
                  </a:moveTo>
                  <a:lnTo>
                    <a:pt x="0" y="0"/>
                  </a:lnTo>
                  <a:lnTo>
                    <a:pt x="0" y="324001"/>
                  </a:lnTo>
                  <a:lnTo>
                    <a:pt x="216004" y="324001"/>
                  </a:lnTo>
                  <a:lnTo>
                    <a:pt x="216004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89"/>
            <p:cNvSpPr/>
            <p:nvPr/>
          </p:nvSpPr>
          <p:spPr>
            <a:xfrm>
              <a:off x="1204365" y="1964169"/>
              <a:ext cx="216535" cy="324485"/>
            </a:xfrm>
            <a:custGeom>
              <a:rect b="b" l="l" r="r" t="t"/>
              <a:pathLst>
                <a:path extrusionOk="0" h="324485" w="216534">
                  <a:moveTo>
                    <a:pt x="0" y="324001"/>
                  </a:moveTo>
                  <a:lnTo>
                    <a:pt x="216004" y="324001"/>
                  </a:lnTo>
                  <a:lnTo>
                    <a:pt x="216004" y="0"/>
                  </a:lnTo>
                  <a:lnTo>
                    <a:pt x="0" y="0"/>
                  </a:lnTo>
                  <a:lnTo>
                    <a:pt x="0" y="32400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89"/>
            <p:cNvSpPr/>
            <p:nvPr/>
          </p:nvSpPr>
          <p:spPr>
            <a:xfrm>
              <a:off x="1181960" y="2373766"/>
              <a:ext cx="260985" cy="260985"/>
            </a:xfrm>
            <a:custGeom>
              <a:rect b="b" l="l" r="r" t="t"/>
              <a:pathLst>
                <a:path extrusionOk="0" h="260985" w="260984">
                  <a:moveTo>
                    <a:pt x="130406" y="0"/>
                  </a:moveTo>
                  <a:lnTo>
                    <a:pt x="79646" y="10247"/>
                  </a:lnTo>
                  <a:lnTo>
                    <a:pt x="38195" y="38194"/>
                  </a:lnTo>
                  <a:lnTo>
                    <a:pt x="10247" y="79646"/>
                  </a:lnTo>
                  <a:lnTo>
                    <a:pt x="0" y="130406"/>
                  </a:lnTo>
                  <a:lnTo>
                    <a:pt x="10247" y="181167"/>
                  </a:lnTo>
                  <a:lnTo>
                    <a:pt x="38195" y="222618"/>
                  </a:lnTo>
                  <a:lnTo>
                    <a:pt x="79646" y="250565"/>
                  </a:lnTo>
                  <a:lnTo>
                    <a:pt x="130406" y="260813"/>
                  </a:lnTo>
                  <a:lnTo>
                    <a:pt x="181167" y="250565"/>
                  </a:lnTo>
                  <a:lnTo>
                    <a:pt x="222618" y="222618"/>
                  </a:lnTo>
                  <a:lnTo>
                    <a:pt x="250566" y="181167"/>
                  </a:lnTo>
                  <a:lnTo>
                    <a:pt x="260813" y="130406"/>
                  </a:lnTo>
                  <a:lnTo>
                    <a:pt x="250566" y="79646"/>
                  </a:lnTo>
                  <a:lnTo>
                    <a:pt x="222618" y="38194"/>
                  </a:lnTo>
                  <a:lnTo>
                    <a:pt x="181167" y="10247"/>
                  </a:lnTo>
                  <a:lnTo>
                    <a:pt x="130406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89"/>
            <p:cNvSpPr/>
            <p:nvPr/>
          </p:nvSpPr>
          <p:spPr>
            <a:xfrm>
              <a:off x="1181960" y="2373766"/>
              <a:ext cx="260985" cy="260985"/>
            </a:xfrm>
            <a:custGeom>
              <a:rect b="b" l="l" r="r" t="t"/>
              <a:pathLst>
                <a:path extrusionOk="0" h="260985" w="260984">
                  <a:moveTo>
                    <a:pt x="260813" y="130406"/>
                  </a:moveTo>
                  <a:lnTo>
                    <a:pt x="250566" y="79646"/>
                  </a:lnTo>
                  <a:lnTo>
                    <a:pt x="222618" y="38194"/>
                  </a:lnTo>
                  <a:lnTo>
                    <a:pt x="181167" y="10247"/>
                  </a:lnTo>
                  <a:lnTo>
                    <a:pt x="130406" y="0"/>
                  </a:lnTo>
                  <a:lnTo>
                    <a:pt x="79646" y="10247"/>
                  </a:lnTo>
                  <a:lnTo>
                    <a:pt x="38195" y="38194"/>
                  </a:lnTo>
                  <a:lnTo>
                    <a:pt x="10247" y="79646"/>
                  </a:lnTo>
                  <a:lnTo>
                    <a:pt x="0" y="130406"/>
                  </a:lnTo>
                  <a:lnTo>
                    <a:pt x="10247" y="181167"/>
                  </a:lnTo>
                  <a:lnTo>
                    <a:pt x="38195" y="222618"/>
                  </a:lnTo>
                  <a:lnTo>
                    <a:pt x="79646" y="250565"/>
                  </a:lnTo>
                  <a:lnTo>
                    <a:pt x="130406" y="260813"/>
                  </a:lnTo>
                  <a:lnTo>
                    <a:pt x="181167" y="250565"/>
                  </a:lnTo>
                  <a:lnTo>
                    <a:pt x="222618" y="222618"/>
                  </a:lnTo>
                  <a:lnTo>
                    <a:pt x="250566" y="181167"/>
                  </a:lnTo>
                  <a:lnTo>
                    <a:pt x="260813" y="130406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89"/>
            <p:cNvSpPr/>
            <p:nvPr/>
          </p:nvSpPr>
          <p:spPr>
            <a:xfrm>
              <a:off x="1312377" y="2300819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415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89"/>
            <p:cNvSpPr/>
            <p:nvPr/>
          </p:nvSpPr>
          <p:spPr>
            <a:xfrm>
              <a:off x="1272870" y="2295758"/>
              <a:ext cx="79375" cy="33020"/>
            </a:xfrm>
            <a:custGeom>
              <a:rect b="b" l="l" r="r" t="t"/>
              <a:pathLst>
                <a:path extrusionOk="0" h="33019" w="79375">
                  <a:moveTo>
                    <a:pt x="0" y="32392"/>
                  </a:moveTo>
                  <a:lnTo>
                    <a:pt x="15525" y="26702"/>
                  </a:lnTo>
                  <a:lnTo>
                    <a:pt x="26914" y="18958"/>
                  </a:lnTo>
                  <a:lnTo>
                    <a:pt x="34722" y="9833"/>
                  </a:lnTo>
                  <a:lnTo>
                    <a:pt x="39506" y="0"/>
                  </a:lnTo>
                  <a:lnTo>
                    <a:pt x="44291" y="9833"/>
                  </a:lnTo>
                  <a:lnTo>
                    <a:pt x="52100" y="18957"/>
                  </a:lnTo>
                  <a:lnTo>
                    <a:pt x="63490" y="26699"/>
                  </a:lnTo>
                  <a:lnTo>
                    <a:pt x="79016" y="32388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89"/>
            <p:cNvSpPr/>
            <p:nvPr/>
          </p:nvSpPr>
          <p:spPr>
            <a:xfrm>
              <a:off x="1582367" y="1964169"/>
              <a:ext cx="216535" cy="324485"/>
            </a:xfrm>
            <a:custGeom>
              <a:rect b="b" l="l" r="r" t="t"/>
              <a:pathLst>
                <a:path extrusionOk="0" h="324485" w="216535">
                  <a:moveTo>
                    <a:pt x="216004" y="0"/>
                  </a:moveTo>
                  <a:lnTo>
                    <a:pt x="0" y="0"/>
                  </a:lnTo>
                  <a:lnTo>
                    <a:pt x="0" y="324001"/>
                  </a:lnTo>
                  <a:lnTo>
                    <a:pt x="216004" y="324001"/>
                  </a:lnTo>
                  <a:lnTo>
                    <a:pt x="216004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89"/>
            <p:cNvSpPr/>
            <p:nvPr/>
          </p:nvSpPr>
          <p:spPr>
            <a:xfrm>
              <a:off x="1582367" y="1964169"/>
              <a:ext cx="216535" cy="324485"/>
            </a:xfrm>
            <a:custGeom>
              <a:rect b="b" l="l" r="r" t="t"/>
              <a:pathLst>
                <a:path extrusionOk="0" h="324485" w="216535">
                  <a:moveTo>
                    <a:pt x="0" y="324001"/>
                  </a:moveTo>
                  <a:lnTo>
                    <a:pt x="216004" y="324001"/>
                  </a:lnTo>
                  <a:lnTo>
                    <a:pt x="216004" y="0"/>
                  </a:lnTo>
                  <a:lnTo>
                    <a:pt x="0" y="0"/>
                  </a:lnTo>
                  <a:lnTo>
                    <a:pt x="0" y="32400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89"/>
            <p:cNvSpPr/>
            <p:nvPr/>
          </p:nvSpPr>
          <p:spPr>
            <a:xfrm>
              <a:off x="1559289" y="2373092"/>
              <a:ext cx="262255" cy="262255"/>
            </a:xfrm>
            <a:custGeom>
              <a:rect b="b" l="l" r="r" t="t"/>
              <a:pathLst>
                <a:path extrusionOk="0" h="262255" w="262255">
                  <a:moveTo>
                    <a:pt x="131080" y="0"/>
                  </a:moveTo>
                  <a:lnTo>
                    <a:pt x="80057" y="10300"/>
                  </a:lnTo>
                  <a:lnTo>
                    <a:pt x="38392" y="38392"/>
                  </a:lnTo>
                  <a:lnTo>
                    <a:pt x="10300" y="80057"/>
                  </a:lnTo>
                  <a:lnTo>
                    <a:pt x="0" y="131080"/>
                  </a:lnTo>
                  <a:lnTo>
                    <a:pt x="10300" y="182103"/>
                  </a:lnTo>
                  <a:lnTo>
                    <a:pt x="38392" y="223768"/>
                  </a:lnTo>
                  <a:lnTo>
                    <a:pt x="80057" y="251859"/>
                  </a:lnTo>
                  <a:lnTo>
                    <a:pt x="131080" y="262160"/>
                  </a:lnTo>
                  <a:lnTo>
                    <a:pt x="182103" y="251859"/>
                  </a:lnTo>
                  <a:lnTo>
                    <a:pt x="223768" y="223768"/>
                  </a:lnTo>
                  <a:lnTo>
                    <a:pt x="251860" y="182103"/>
                  </a:lnTo>
                  <a:lnTo>
                    <a:pt x="262160" y="131080"/>
                  </a:lnTo>
                  <a:lnTo>
                    <a:pt x="251860" y="80057"/>
                  </a:lnTo>
                  <a:lnTo>
                    <a:pt x="223768" y="38392"/>
                  </a:lnTo>
                  <a:lnTo>
                    <a:pt x="182103" y="10300"/>
                  </a:lnTo>
                  <a:lnTo>
                    <a:pt x="131080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89"/>
            <p:cNvSpPr/>
            <p:nvPr/>
          </p:nvSpPr>
          <p:spPr>
            <a:xfrm>
              <a:off x="1559289" y="2373092"/>
              <a:ext cx="262255" cy="262255"/>
            </a:xfrm>
            <a:custGeom>
              <a:rect b="b" l="l" r="r" t="t"/>
              <a:pathLst>
                <a:path extrusionOk="0" h="262255" w="262255">
                  <a:moveTo>
                    <a:pt x="262160" y="131080"/>
                  </a:moveTo>
                  <a:lnTo>
                    <a:pt x="251860" y="80057"/>
                  </a:lnTo>
                  <a:lnTo>
                    <a:pt x="223768" y="38392"/>
                  </a:lnTo>
                  <a:lnTo>
                    <a:pt x="182103" y="10300"/>
                  </a:lnTo>
                  <a:lnTo>
                    <a:pt x="131080" y="0"/>
                  </a:lnTo>
                  <a:lnTo>
                    <a:pt x="80057" y="10300"/>
                  </a:lnTo>
                  <a:lnTo>
                    <a:pt x="38392" y="38392"/>
                  </a:lnTo>
                  <a:lnTo>
                    <a:pt x="10300" y="80057"/>
                  </a:lnTo>
                  <a:lnTo>
                    <a:pt x="0" y="131080"/>
                  </a:lnTo>
                  <a:lnTo>
                    <a:pt x="10300" y="182103"/>
                  </a:lnTo>
                  <a:lnTo>
                    <a:pt x="38392" y="223768"/>
                  </a:lnTo>
                  <a:lnTo>
                    <a:pt x="80057" y="251859"/>
                  </a:lnTo>
                  <a:lnTo>
                    <a:pt x="131080" y="262160"/>
                  </a:lnTo>
                  <a:lnTo>
                    <a:pt x="182103" y="251859"/>
                  </a:lnTo>
                  <a:lnTo>
                    <a:pt x="223768" y="223768"/>
                  </a:lnTo>
                  <a:lnTo>
                    <a:pt x="251860" y="182103"/>
                  </a:lnTo>
                  <a:lnTo>
                    <a:pt x="262160" y="13108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89"/>
            <p:cNvSpPr/>
            <p:nvPr/>
          </p:nvSpPr>
          <p:spPr>
            <a:xfrm>
              <a:off x="1690389" y="2300819"/>
              <a:ext cx="0" cy="69850"/>
            </a:xfrm>
            <a:custGeom>
              <a:rect b="b" l="l" r="r" t="t"/>
              <a:pathLst>
                <a:path extrusionOk="0" h="69850" w="120000">
                  <a:moveTo>
                    <a:pt x="0" y="69742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89"/>
            <p:cNvSpPr/>
            <p:nvPr/>
          </p:nvSpPr>
          <p:spPr>
            <a:xfrm>
              <a:off x="1650882" y="2295758"/>
              <a:ext cx="79375" cy="33020"/>
            </a:xfrm>
            <a:custGeom>
              <a:rect b="b" l="l" r="r" t="t"/>
              <a:pathLst>
                <a:path extrusionOk="0" h="33019" w="79375">
                  <a:moveTo>
                    <a:pt x="0" y="32392"/>
                  </a:moveTo>
                  <a:lnTo>
                    <a:pt x="15525" y="26702"/>
                  </a:lnTo>
                  <a:lnTo>
                    <a:pt x="26914" y="18958"/>
                  </a:lnTo>
                  <a:lnTo>
                    <a:pt x="34722" y="9833"/>
                  </a:lnTo>
                  <a:lnTo>
                    <a:pt x="39506" y="0"/>
                  </a:lnTo>
                  <a:lnTo>
                    <a:pt x="44291" y="9833"/>
                  </a:lnTo>
                  <a:lnTo>
                    <a:pt x="52100" y="18957"/>
                  </a:lnTo>
                  <a:lnTo>
                    <a:pt x="63490" y="26699"/>
                  </a:lnTo>
                  <a:lnTo>
                    <a:pt x="79016" y="32388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89"/>
            <p:cNvSpPr/>
            <p:nvPr/>
          </p:nvSpPr>
          <p:spPr>
            <a:xfrm>
              <a:off x="1960370" y="1964169"/>
              <a:ext cx="216535" cy="324485"/>
            </a:xfrm>
            <a:custGeom>
              <a:rect b="b" l="l" r="r" t="t"/>
              <a:pathLst>
                <a:path extrusionOk="0" h="324485" w="216535">
                  <a:moveTo>
                    <a:pt x="216004" y="0"/>
                  </a:moveTo>
                  <a:lnTo>
                    <a:pt x="0" y="0"/>
                  </a:lnTo>
                  <a:lnTo>
                    <a:pt x="0" y="324001"/>
                  </a:lnTo>
                  <a:lnTo>
                    <a:pt x="216004" y="324001"/>
                  </a:lnTo>
                  <a:lnTo>
                    <a:pt x="216004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89"/>
            <p:cNvSpPr/>
            <p:nvPr/>
          </p:nvSpPr>
          <p:spPr>
            <a:xfrm>
              <a:off x="1960370" y="1964169"/>
              <a:ext cx="216535" cy="324485"/>
            </a:xfrm>
            <a:custGeom>
              <a:rect b="b" l="l" r="r" t="t"/>
              <a:pathLst>
                <a:path extrusionOk="0" h="324485" w="216535">
                  <a:moveTo>
                    <a:pt x="0" y="324001"/>
                  </a:moveTo>
                  <a:lnTo>
                    <a:pt x="216004" y="324001"/>
                  </a:lnTo>
                  <a:lnTo>
                    <a:pt x="216004" y="0"/>
                  </a:lnTo>
                  <a:lnTo>
                    <a:pt x="0" y="0"/>
                  </a:lnTo>
                  <a:lnTo>
                    <a:pt x="0" y="32400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89"/>
            <p:cNvSpPr/>
            <p:nvPr/>
          </p:nvSpPr>
          <p:spPr>
            <a:xfrm>
              <a:off x="1937966" y="2373766"/>
              <a:ext cx="260985" cy="260985"/>
            </a:xfrm>
            <a:custGeom>
              <a:rect b="b" l="l" r="r" t="t"/>
              <a:pathLst>
                <a:path extrusionOk="0" h="260985" w="260985">
                  <a:moveTo>
                    <a:pt x="130407" y="0"/>
                  </a:moveTo>
                  <a:lnTo>
                    <a:pt x="79646" y="10247"/>
                  </a:lnTo>
                  <a:lnTo>
                    <a:pt x="38195" y="38194"/>
                  </a:lnTo>
                  <a:lnTo>
                    <a:pt x="10247" y="79646"/>
                  </a:lnTo>
                  <a:lnTo>
                    <a:pt x="0" y="130406"/>
                  </a:lnTo>
                  <a:lnTo>
                    <a:pt x="10247" y="181167"/>
                  </a:lnTo>
                  <a:lnTo>
                    <a:pt x="38195" y="222618"/>
                  </a:lnTo>
                  <a:lnTo>
                    <a:pt x="79646" y="250565"/>
                  </a:lnTo>
                  <a:lnTo>
                    <a:pt x="130407" y="260813"/>
                  </a:lnTo>
                  <a:lnTo>
                    <a:pt x="181167" y="250565"/>
                  </a:lnTo>
                  <a:lnTo>
                    <a:pt x="222618" y="222618"/>
                  </a:lnTo>
                  <a:lnTo>
                    <a:pt x="250566" y="181167"/>
                  </a:lnTo>
                  <a:lnTo>
                    <a:pt x="260813" y="130406"/>
                  </a:lnTo>
                  <a:lnTo>
                    <a:pt x="250566" y="79646"/>
                  </a:lnTo>
                  <a:lnTo>
                    <a:pt x="222618" y="38194"/>
                  </a:lnTo>
                  <a:lnTo>
                    <a:pt x="181167" y="10247"/>
                  </a:lnTo>
                  <a:lnTo>
                    <a:pt x="130407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89"/>
            <p:cNvSpPr/>
            <p:nvPr/>
          </p:nvSpPr>
          <p:spPr>
            <a:xfrm>
              <a:off x="1937966" y="2373766"/>
              <a:ext cx="260985" cy="260985"/>
            </a:xfrm>
            <a:custGeom>
              <a:rect b="b" l="l" r="r" t="t"/>
              <a:pathLst>
                <a:path extrusionOk="0" h="260985" w="260985">
                  <a:moveTo>
                    <a:pt x="260813" y="130406"/>
                  </a:moveTo>
                  <a:lnTo>
                    <a:pt x="250566" y="79646"/>
                  </a:lnTo>
                  <a:lnTo>
                    <a:pt x="222618" y="38194"/>
                  </a:lnTo>
                  <a:lnTo>
                    <a:pt x="181167" y="10247"/>
                  </a:lnTo>
                  <a:lnTo>
                    <a:pt x="130407" y="0"/>
                  </a:lnTo>
                  <a:lnTo>
                    <a:pt x="79646" y="10247"/>
                  </a:lnTo>
                  <a:lnTo>
                    <a:pt x="38195" y="38194"/>
                  </a:lnTo>
                  <a:lnTo>
                    <a:pt x="10247" y="79646"/>
                  </a:lnTo>
                  <a:lnTo>
                    <a:pt x="0" y="130406"/>
                  </a:lnTo>
                  <a:lnTo>
                    <a:pt x="10247" y="181167"/>
                  </a:lnTo>
                  <a:lnTo>
                    <a:pt x="38195" y="222618"/>
                  </a:lnTo>
                  <a:lnTo>
                    <a:pt x="79646" y="250565"/>
                  </a:lnTo>
                  <a:lnTo>
                    <a:pt x="130407" y="260813"/>
                  </a:lnTo>
                  <a:lnTo>
                    <a:pt x="181167" y="250565"/>
                  </a:lnTo>
                  <a:lnTo>
                    <a:pt x="222618" y="222618"/>
                  </a:lnTo>
                  <a:lnTo>
                    <a:pt x="250566" y="181167"/>
                  </a:lnTo>
                  <a:lnTo>
                    <a:pt x="260813" y="130406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8" name="Google Shape;1458;p89"/>
          <p:cNvSpPr txBox="1"/>
          <p:nvPr/>
        </p:nvSpPr>
        <p:spPr>
          <a:xfrm>
            <a:off x="1976475" y="2397743"/>
            <a:ext cx="17780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baseline="-2500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459" name="Google Shape;1459;p89"/>
          <p:cNvGrpSpPr/>
          <p:nvPr/>
        </p:nvGrpSpPr>
        <p:grpSpPr>
          <a:xfrm>
            <a:off x="1044899" y="2086652"/>
            <a:ext cx="1063374" cy="284652"/>
            <a:chOff x="1044899" y="2086652"/>
            <a:chExt cx="1063374" cy="284652"/>
          </a:xfrm>
        </p:grpSpPr>
        <p:sp>
          <p:nvSpPr>
            <p:cNvPr id="1460" name="Google Shape;1460;p89"/>
            <p:cNvSpPr/>
            <p:nvPr/>
          </p:nvSpPr>
          <p:spPr>
            <a:xfrm>
              <a:off x="2068402" y="2300819"/>
              <a:ext cx="635" cy="70485"/>
            </a:xfrm>
            <a:custGeom>
              <a:rect b="b" l="l" r="r" t="t"/>
              <a:pathLst>
                <a:path extrusionOk="0" h="70485" w="635">
                  <a:moveTo>
                    <a:pt x="9" y="70415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89"/>
            <p:cNvSpPr/>
            <p:nvPr/>
          </p:nvSpPr>
          <p:spPr>
            <a:xfrm>
              <a:off x="2028898" y="2295758"/>
              <a:ext cx="79375" cy="33020"/>
            </a:xfrm>
            <a:custGeom>
              <a:rect b="b" l="l" r="r" t="t"/>
              <a:pathLst>
                <a:path extrusionOk="0" h="33019" w="79375">
                  <a:moveTo>
                    <a:pt x="0" y="32395"/>
                  </a:moveTo>
                  <a:lnTo>
                    <a:pt x="15524" y="26704"/>
                  </a:lnTo>
                  <a:lnTo>
                    <a:pt x="26913" y="18959"/>
                  </a:lnTo>
                  <a:lnTo>
                    <a:pt x="34720" y="9834"/>
                  </a:lnTo>
                  <a:lnTo>
                    <a:pt x="39503" y="0"/>
                  </a:lnTo>
                  <a:lnTo>
                    <a:pt x="44289" y="9833"/>
                  </a:lnTo>
                  <a:lnTo>
                    <a:pt x="52099" y="18956"/>
                  </a:lnTo>
                  <a:lnTo>
                    <a:pt x="63490" y="26697"/>
                  </a:lnTo>
                  <a:lnTo>
                    <a:pt x="79016" y="32384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89"/>
            <p:cNvSpPr/>
            <p:nvPr/>
          </p:nvSpPr>
          <p:spPr>
            <a:xfrm>
              <a:off x="1044899" y="2126160"/>
              <a:ext cx="147320" cy="0"/>
            </a:xfrm>
            <a:custGeom>
              <a:rect b="b" l="l" r="r" t="t"/>
              <a:pathLst>
                <a:path extrusionOk="0" h="120000" w="147319">
                  <a:moveTo>
                    <a:pt x="0" y="0"/>
                  </a:moveTo>
                  <a:lnTo>
                    <a:pt x="146818" y="0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89"/>
            <p:cNvSpPr/>
            <p:nvPr/>
          </p:nvSpPr>
          <p:spPr>
            <a:xfrm>
              <a:off x="1164387" y="2086652"/>
              <a:ext cx="32384" cy="79375"/>
            </a:xfrm>
            <a:custGeom>
              <a:rect b="b" l="l" r="r" t="t"/>
              <a:pathLst>
                <a:path extrusionOk="0" h="79375" w="32384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89"/>
            <p:cNvSpPr/>
            <p:nvPr/>
          </p:nvSpPr>
          <p:spPr>
            <a:xfrm>
              <a:off x="1422909" y="2126160"/>
              <a:ext cx="147320" cy="0"/>
            </a:xfrm>
            <a:custGeom>
              <a:rect b="b" l="l" r="r" t="t"/>
              <a:pathLst>
                <a:path extrusionOk="0" h="120000" w="147319">
                  <a:moveTo>
                    <a:pt x="0" y="0"/>
                  </a:moveTo>
                  <a:lnTo>
                    <a:pt x="146818" y="0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89"/>
            <p:cNvSpPr/>
            <p:nvPr/>
          </p:nvSpPr>
          <p:spPr>
            <a:xfrm>
              <a:off x="1542397" y="2086652"/>
              <a:ext cx="32384" cy="79375"/>
            </a:xfrm>
            <a:custGeom>
              <a:rect b="b" l="l" r="r" t="t"/>
              <a:pathLst>
                <a:path extrusionOk="0" h="79375" w="32384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89"/>
            <p:cNvSpPr/>
            <p:nvPr/>
          </p:nvSpPr>
          <p:spPr>
            <a:xfrm>
              <a:off x="1800919" y="2126160"/>
              <a:ext cx="147320" cy="0"/>
            </a:xfrm>
            <a:custGeom>
              <a:rect b="b" l="l" r="r" t="t"/>
              <a:pathLst>
                <a:path extrusionOk="0" h="120000" w="147319">
                  <a:moveTo>
                    <a:pt x="0" y="0"/>
                  </a:moveTo>
                  <a:lnTo>
                    <a:pt x="146817" y="0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89"/>
            <p:cNvSpPr/>
            <p:nvPr/>
          </p:nvSpPr>
          <p:spPr>
            <a:xfrm>
              <a:off x="1920407" y="2086652"/>
              <a:ext cx="32384" cy="79375"/>
            </a:xfrm>
            <a:custGeom>
              <a:rect b="b" l="l" r="r" t="t"/>
              <a:pathLst>
                <a:path extrusionOk="0" h="79375" w="3238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8" name="Google Shape;1468;p89"/>
          <p:cNvSpPr txBox="1"/>
          <p:nvPr/>
        </p:nvSpPr>
        <p:spPr>
          <a:xfrm>
            <a:off x="1912035" y="1643772"/>
            <a:ext cx="306705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baseline="30000" i="1" lang="en-US" sz="1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30000" i="0" lang="en-US" sz="16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b="0" i="1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469" name="Google Shape;1469;p89"/>
          <p:cNvGrpSpPr/>
          <p:nvPr/>
        </p:nvGrpSpPr>
        <p:grpSpPr>
          <a:xfrm>
            <a:off x="2028907" y="946822"/>
            <a:ext cx="1561887" cy="1676181"/>
            <a:chOff x="2028907" y="946822"/>
            <a:chExt cx="1561887" cy="1676181"/>
          </a:xfrm>
        </p:grpSpPr>
        <p:sp>
          <p:nvSpPr>
            <p:cNvPr id="1470" name="Google Shape;1470;p89"/>
            <p:cNvSpPr/>
            <p:nvPr/>
          </p:nvSpPr>
          <p:spPr>
            <a:xfrm>
              <a:off x="2068414" y="1863736"/>
              <a:ext cx="0" cy="98425"/>
            </a:xfrm>
            <a:custGeom>
              <a:rect b="b" l="l" r="r" t="t"/>
              <a:pathLst>
                <a:path extrusionOk="0" h="98425" w="120000">
                  <a:moveTo>
                    <a:pt x="0" y="97892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218B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89"/>
            <p:cNvSpPr/>
            <p:nvPr/>
          </p:nvSpPr>
          <p:spPr>
            <a:xfrm>
              <a:off x="2028907" y="1858675"/>
              <a:ext cx="79375" cy="32384"/>
            </a:xfrm>
            <a:custGeom>
              <a:rect b="b" l="l" r="r" t="t"/>
              <a:pathLst>
                <a:path extrusionOk="0" h="32385" w="79375">
                  <a:moveTo>
                    <a:pt x="0" y="32390"/>
                  </a:moveTo>
                  <a:lnTo>
                    <a:pt x="15525" y="26701"/>
                  </a:lnTo>
                  <a:lnTo>
                    <a:pt x="26914" y="18958"/>
                  </a:lnTo>
                  <a:lnTo>
                    <a:pt x="34723" y="9833"/>
                  </a:lnTo>
                  <a:lnTo>
                    <a:pt x="39507" y="0"/>
                  </a:lnTo>
                  <a:lnTo>
                    <a:pt x="44292" y="9833"/>
                  </a:lnTo>
                  <a:lnTo>
                    <a:pt x="52101" y="18957"/>
                  </a:lnTo>
                  <a:lnTo>
                    <a:pt x="63490" y="26700"/>
                  </a:lnTo>
                  <a:lnTo>
                    <a:pt x="79016" y="32389"/>
                  </a:lnTo>
                </a:path>
              </a:pathLst>
            </a:custGeom>
            <a:noFill/>
            <a:ln cap="flat" cmpd="sng" w="10100">
              <a:solidFill>
                <a:srgbClr val="218B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72" name="Google Shape;1472;p8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187306" y="94682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3" name="Google Shape;1473;p8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87306" y="116823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4" name="Google Shape;1474;p8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87306" y="138965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5" name="Google Shape;1475;p89"/>
            <p:cNvSpPr/>
            <p:nvPr/>
          </p:nvSpPr>
          <p:spPr>
            <a:xfrm>
              <a:off x="3352214" y="1952422"/>
              <a:ext cx="216535" cy="324485"/>
            </a:xfrm>
            <a:custGeom>
              <a:rect b="b" l="l" r="r" t="t"/>
              <a:pathLst>
                <a:path extrusionOk="0" h="324485" w="216535">
                  <a:moveTo>
                    <a:pt x="216004" y="0"/>
                  </a:moveTo>
                  <a:lnTo>
                    <a:pt x="0" y="0"/>
                  </a:lnTo>
                  <a:lnTo>
                    <a:pt x="0" y="324001"/>
                  </a:lnTo>
                  <a:lnTo>
                    <a:pt x="216004" y="324001"/>
                  </a:lnTo>
                  <a:lnTo>
                    <a:pt x="216004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89"/>
            <p:cNvSpPr/>
            <p:nvPr/>
          </p:nvSpPr>
          <p:spPr>
            <a:xfrm>
              <a:off x="3352214" y="1952422"/>
              <a:ext cx="216535" cy="324485"/>
            </a:xfrm>
            <a:custGeom>
              <a:rect b="b" l="l" r="r" t="t"/>
              <a:pathLst>
                <a:path extrusionOk="0" h="324485" w="216535">
                  <a:moveTo>
                    <a:pt x="0" y="324001"/>
                  </a:moveTo>
                  <a:lnTo>
                    <a:pt x="216004" y="324001"/>
                  </a:lnTo>
                  <a:lnTo>
                    <a:pt x="216004" y="0"/>
                  </a:lnTo>
                  <a:lnTo>
                    <a:pt x="0" y="0"/>
                  </a:lnTo>
                  <a:lnTo>
                    <a:pt x="0" y="32400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89"/>
            <p:cNvSpPr/>
            <p:nvPr/>
          </p:nvSpPr>
          <p:spPr>
            <a:xfrm>
              <a:off x="3329809" y="2362018"/>
              <a:ext cx="260985" cy="260985"/>
            </a:xfrm>
            <a:custGeom>
              <a:rect b="b" l="l" r="r" t="t"/>
              <a:pathLst>
                <a:path extrusionOk="0" h="260985" w="260985">
                  <a:moveTo>
                    <a:pt x="130406" y="0"/>
                  </a:moveTo>
                  <a:lnTo>
                    <a:pt x="79646" y="10247"/>
                  </a:lnTo>
                  <a:lnTo>
                    <a:pt x="38194" y="38194"/>
                  </a:lnTo>
                  <a:lnTo>
                    <a:pt x="10247" y="79646"/>
                  </a:lnTo>
                  <a:lnTo>
                    <a:pt x="0" y="130406"/>
                  </a:lnTo>
                  <a:lnTo>
                    <a:pt x="10247" y="181167"/>
                  </a:lnTo>
                  <a:lnTo>
                    <a:pt x="38194" y="222618"/>
                  </a:lnTo>
                  <a:lnTo>
                    <a:pt x="79646" y="250565"/>
                  </a:lnTo>
                  <a:lnTo>
                    <a:pt x="130406" y="260813"/>
                  </a:lnTo>
                  <a:lnTo>
                    <a:pt x="181167" y="250565"/>
                  </a:lnTo>
                  <a:lnTo>
                    <a:pt x="222618" y="222618"/>
                  </a:lnTo>
                  <a:lnTo>
                    <a:pt x="250565" y="181167"/>
                  </a:lnTo>
                  <a:lnTo>
                    <a:pt x="260813" y="130406"/>
                  </a:lnTo>
                  <a:lnTo>
                    <a:pt x="250565" y="79646"/>
                  </a:lnTo>
                  <a:lnTo>
                    <a:pt x="222618" y="38194"/>
                  </a:lnTo>
                  <a:lnTo>
                    <a:pt x="181167" y="10247"/>
                  </a:lnTo>
                  <a:lnTo>
                    <a:pt x="130406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89"/>
            <p:cNvSpPr/>
            <p:nvPr/>
          </p:nvSpPr>
          <p:spPr>
            <a:xfrm>
              <a:off x="3329809" y="2362018"/>
              <a:ext cx="260985" cy="260985"/>
            </a:xfrm>
            <a:custGeom>
              <a:rect b="b" l="l" r="r" t="t"/>
              <a:pathLst>
                <a:path extrusionOk="0" h="260985" w="260985">
                  <a:moveTo>
                    <a:pt x="260813" y="130406"/>
                  </a:moveTo>
                  <a:lnTo>
                    <a:pt x="250565" y="79646"/>
                  </a:lnTo>
                  <a:lnTo>
                    <a:pt x="222618" y="38194"/>
                  </a:lnTo>
                  <a:lnTo>
                    <a:pt x="181167" y="10247"/>
                  </a:lnTo>
                  <a:lnTo>
                    <a:pt x="130406" y="0"/>
                  </a:lnTo>
                  <a:lnTo>
                    <a:pt x="79646" y="10247"/>
                  </a:lnTo>
                  <a:lnTo>
                    <a:pt x="38194" y="38194"/>
                  </a:lnTo>
                  <a:lnTo>
                    <a:pt x="10247" y="79646"/>
                  </a:lnTo>
                  <a:lnTo>
                    <a:pt x="0" y="130406"/>
                  </a:lnTo>
                  <a:lnTo>
                    <a:pt x="10247" y="181167"/>
                  </a:lnTo>
                  <a:lnTo>
                    <a:pt x="38194" y="222618"/>
                  </a:lnTo>
                  <a:lnTo>
                    <a:pt x="79646" y="250565"/>
                  </a:lnTo>
                  <a:lnTo>
                    <a:pt x="130406" y="260813"/>
                  </a:lnTo>
                  <a:lnTo>
                    <a:pt x="181167" y="250565"/>
                  </a:lnTo>
                  <a:lnTo>
                    <a:pt x="222618" y="222618"/>
                  </a:lnTo>
                  <a:lnTo>
                    <a:pt x="250565" y="181167"/>
                  </a:lnTo>
                  <a:lnTo>
                    <a:pt x="260813" y="130406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9" name="Google Shape;1479;p89"/>
          <p:cNvSpPr txBox="1"/>
          <p:nvPr/>
        </p:nvSpPr>
        <p:spPr>
          <a:xfrm>
            <a:off x="987018" y="2397743"/>
            <a:ext cx="814705" cy="429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711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	</a:t>
            </a:r>
            <a:r>
              <a:rPr b="0" i="1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baseline="-2500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Many-to-One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80" name="Google Shape;1480;p89"/>
          <p:cNvSpPr txBox="1"/>
          <p:nvPr/>
        </p:nvSpPr>
        <p:spPr>
          <a:xfrm>
            <a:off x="3368331" y="2385996"/>
            <a:ext cx="17780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baseline="-2500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481" name="Google Shape;1481;p89"/>
          <p:cNvGrpSpPr/>
          <p:nvPr/>
        </p:nvGrpSpPr>
        <p:grpSpPr>
          <a:xfrm>
            <a:off x="3420707" y="1952421"/>
            <a:ext cx="1304096" cy="671179"/>
            <a:chOff x="3420707" y="1952421"/>
            <a:chExt cx="1304096" cy="671179"/>
          </a:xfrm>
        </p:grpSpPr>
        <p:sp>
          <p:nvSpPr>
            <p:cNvPr id="1482" name="Google Shape;1482;p89"/>
            <p:cNvSpPr/>
            <p:nvPr/>
          </p:nvSpPr>
          <p:spPr>
            <a:xfrm>
              <a:off x="3460216" y="2289072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413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89"/>
            <p:cNvSpPr/>
            <p:nvPr/>
          </p:nvSpPr>
          <p:spPr>
            <a:xfrm>
              <a:off x="3420707" y="2284011"/>
              <a:ext cx="79375" cy="32384"/>
            </a:xfrm>
            <a:custGeom>
              <a:rect b="b" l="l" r="r" t="t"/>
              <a:pathLst>
                <a:path extrusionOk="0" h="32385" w="79375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89"/>
            <p:cNvSpPr/>
            <p:nvPr/>
          </p:nvSpPr>
          <p:spPr>
            <a:xfrm>
              <a:off x="3730217" y="1952421"/>
              <a:ext cx="216535" cy="324485"/>
            </a:xfrm>
            <a:custGeom>
              <a:rect b="b" l="l" r="r" t="t"/>
              <a:pathLst>
                <a:path extrusionOk="0" h="324485" w="216535">
                  <a:moveTo>
                    <a:pt x="216004" y="0"/>
                  </a:moveTo>
                  <a:lnTo>
                    <a:pt x="0" y="0"/>
                  </a:lnTo>
                  <a:lnTo>
                    <a:pt x="0" y="324001"/>
                  </a:lnTo>
                  <a:lnTo>
                    <a:pt x="216004" y="324001"/>
                  </a:lnTo>
                  <a:lnTo>
                    <a:pt x="216004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89"/>
            <p:cNvSpPr/>
            <p:nvPr/>
          </p:nvSpPr>
          <p:spPr>
            <a:xfrm>
              <a:off x="3730217" y="1952421"/>
              <a:ext cx="216535" cy="324485"/>
            </a:xfrm>
            <a:custGeom>
              <a:rect b="b" l="l" r="r" t="t"/>
              <a:pathLst>
                <a:path extrusionOk="0" h="324485" w="216535">
                  <a:moveTo>
                    <a:pt x="0" y="324001"/>
                  </a:moveTo>
                  <a:lnTo>
                    <a:pt x="216004" y="324001"/>
                  </a:lnTo>
                  <a:lnTo>
                    <a:pt x="216004" y="0"/>
                  </a:lnTo>
                  <a:lnTo>
                    <a:pt x="0" y="0"/>
                  </a:lnTo>
                  <a:lnTo>
                    <a:pt x="0" y="32400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89"/>
            <p:cNvSpPr/>
            <p:nvPr/>
          </p:nvSpPr>
          <p:spPr>
            <a:xfrm>
              <a:off x="3707812" y="2362018"/>
              <a:ext cx="260985" cy="260985"/>
            </a:xfrm>
            <a:custGeom>
              <a:rect b="b" l="l" r="r" t="t"/>
              <a:pathLst>
                <a:path extrusionOk="0" h="260985" w="260985">
                  <a:moveTo>
                    <a:pt x="130406" y="0"/>
                  </a:moveTo>
                  <a:lnTo>
                    <a:pt x="79646" y="10247"/>
                  </a:lnTo>
                  <a:lnTo>
                    <a:pt x="38195" y="38194"/>
                  </a:lnTo>
                  <a:lnTo>
                    <a:pt x="10247" y="79646"/>
                  </a:lnTo>
                  <a:lnTo>
                    <a:pt x="0" y="130406"/>
                  </a:lnTo>
                  <a:lnTo>
                    <a:pt x="10247" y="181167"/>
                  </a:lnTo>
                  <a:lnTo>
                    <a:pt x="38195" y="222618"/>
                  </a:lnTo>
                  <a:lnTo>
                    <a:pt x="79646" y="250565"/>
                  </a:lnTo>
                  <a:lnTo>
                    <a:pt x="130406" y="260813"/>
                  </a:lnTo>
                  <a:lnTo>
                    <a:pt x="181167" y="250565"/>
                  </a:lnTo>
                  <a:lnTo>
                    <a:pt x="222618" y="222618"/>
                  </a:lnTo>
                  <a:lnTo>
                    <a:pt x="250566" y="181167"/>
                  </a:lnTo>
                  <a:lnTo>
                    <a:pt x="260813" y="130406"/>
                  </a:lnTo>
                  <a:lnTo>
                    <a:pt x="250566" y="79646"/>
                  </a:lnTo>
                  <a:lnTo>
                    <a:pt x="222618" y="38194"/>
                  </a:lnTo>
                  <a:lnTo>
                    <a:pt x="181167" y="10247"/>
                  </a:lnTo>
                  <a:lnTo>
                    <a:pt x="130406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89"/>
            <p:cNvSpPr/>
            <p:nvPr/>
          </p:nvSpPr>
          <p:spPr>
            <a:xfrm>
              <a:off x="3707812" y="2362018"/>
              <a:ext cx="260985" cy="260985"/>
            </a:xfrm>
            <a:custGeom>
              <a:rect b="b" l="l" r="r" t="t"/>
              <a:pathLst>
                <a:path extrusionOk="0" h="260985" w="260985">
                  <a:moveTo>
                    <a:pt x="260813" y="130406"/>
                  </a:moveTo>
                  <a:lnTo>
                    <a:pt x="250566" y="79646"/>
                  </a:lnTo>
                  <a:lnTo>
                    <a:pt x="222618" y="38194"/>
                  </a:lnTo>
                  <a:lnTo>
                    <a:pt x="181167" y="10247"/>
                  </a:lnTo>
                  <a:lnTo>
                    <a:pt x="130406" y="0"/>
                  </a:lnTo>
                  <a:lnTo>
                    <a:pt x="79646" y="10247"/>
                  </a:lnTo>
                  <a:lnTo>
                    <a:pt x="38195" y="38194"/>
                  </a:lnTo>
                  <a:lnTo>
                    <a:pt x="10247" y="79646"/>
                  </a:lnTo>
                  <a:lnTo>
                    <a:pt x="0" y="130406"/>
                  </a:lnTo>
                  <a:lnTo>
                    <a:pt x="10247" y="181167"/>
                  </a:lnTo>
                  <a:lnTo>
                    <a:pt x="38195" y="222618"/>
                  </a:lnTo>
                  <a:lnTo>
                    <a:pt x="79646" y="250565"/>
                  </a:lnTo>
                  <a:lnTo>
                    <a:pt x="130406" y="260813"/>
                  </a:lnTo>
                  <a:lnTo>
                    <a:pt x="181167" y="250565"/>
                  </a:lnTo>
                  <a:lnTo>
                    <a:pt x="222618" y="222618"/>
                  </a:lnTo>
                  <a:lnTo>
                    <a:pt x="250566" y="181167"/>
                  </a:lnTo>
                  <a:lnTo>
                    <a:pt x="260813" y="130406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89"/>
            <p:cNvSpPr/>
            <p:nvPr/>
          </p:nvSpPr>
          <p:spPr>
            <a:xfrm>
              <a:off x="3838229" y="2289072"/>
              <a:ext cx="0" cy="70485"/>
            </a:xfrm>
            <a:custGeom>
              <a:rect b="b" l="l" r="r" t="t"/>
              <a:pathLst>
                <a:path extrusionOk="0" h="70485" w="120000">
                  <a:moveTo>
                    <a:pt x="0" y="70415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89"/>
            <p:cNvSpPr/>
            <p:nvPr/>
          </p:nvSpPr>
          <p:spPr>
            <a:xfrm>
              <a:off x="3798722" y="2284011"/>
              <a:ext cx="79375" cy="33020"/>
            </a:xfrm>
            <a:custGeom>
              <a:rect b="b" l="l" r="r" t="t"/>
              <a:pathLst>
                <a:path extrusionOk="0" h="33019" w="79375">
                  <a:moveTo>
                    <a:pt x="0" y="32392"/>
                  </a:moveTo>
                  <a:lnTo>
                    <a:pt x="15525" y="26702"/>
                  </a:lnTo>
                  <a:lnTo>
                    <a:pt x="26914" y="18958"/>
                  </a:lnTo>
                  <a:lnTo>
                    <a:pt x="34722" y="9833"/>
                  </a:lnTo>
                  <a:lnTo>
                    <a:pt x="39506" y="0"/>
                  </a:lnTo>
                  <a:lnTo>
                    <a:pt x="44291" y="9833"/>
                  </a:lnTo>
                  <a:lnTo>
                    <a:pt x="52100" y="18957"/>
                  </a:lnTo>
                  <a:lnTo>
                    <a:pt x="63490" y="26699"/>
                  </a:lnTo>
                  <a:lnTo>
                    <a:pt x="79016" y="32388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89"/>
            <p:cNvSpPr/>
            <p:nvPr/>
          </p:nvSpPr>
          <p:spPr>
            <a:xfrm>
              <a:off x="4108220" y="1952421"/>
              <a:ext cx="216535" cy="324485"/>
            </a:xfrm>
            <a:custGeom>
              <a:rect b="b" l="l" r="r" t="t"/>
              <a:pathLst>
                <a:path extrusionOk="0" h="324485" w="216535">
                  <a:moveTo>
                    <a:pt x="216004" y="0"/>
                  </a:moveTo>
                  <a:lnTo>
                    <a:pt x="0" y="0"/>
                  </a:lnTo>
                  <a:lnTo>
                    <a:pt x="0" y="324001"/>
                  </a:lnTo>
                  <a:lnTo>
                    <a:pt x="216004" y="324001"/>
                  </a:lnTo>
                  <a:lnTo>
                    <a:pt x="216004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89"/>
            <p:cNvSpPr/>
            <p:nvPr/>
          </p:nvSpPr>
          <p:spPr>
            <a:xfrm>
              <a:off x="4108220" y="1952421"/>
              <a:ext cx="216535" cy="324485"/>
            </a:xfrm>
            <a:custGeom>
              <a:rect b="b" l="l" r="r" t="t"/>
              <a:pathLst>
                <a:path extrusionOk="0" h="324485" w="216535">
                  <a:moveTo>
                    <a:pt x="0" y="324001"/>
                  </a:moveTo>
                  <a:lnTo>
                    <a:pt x="216004" y="324001"/>
                  </a:lnTo>
                  <a:lnTo>
                    <a:pt x="216004" y="0"/>
                  </a:lnTo>
                  <a:lnTo>
                    <a:pt x="0" y="0"/>
                  </a:lnTo>
                  <a:lnTo>
                    <a:pt x="0" y="32400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89"/>
            <p:cNvSpPr/>
            <p:nvPr/>
          </p:nvSpPr>
          <p:spPr>
            <a:xfrm>
              <a:off x="4085142" y="2361345"/>
              <a:ext cx="262255" cy="262255"/>
            </a:xfrm>
            <a:custGeom>
              <a:rect b="b" l="l" r="r" t="t"/>
              <a:pathLst>
                <a:path extrusionOk="0" h="262255" w="262254">
                  <a:moveTo>
                    <a:pt x="131080" y="0"/>
                  </a:moveTo>
                  <a:lnTo>
                    <a:pt x="80057" y="10300"/>
                  </a:lnTo>
                  <a:lnTo>
                    <a:pt x="38392" y="38392"/>
                  </a:lnTo>
                  <a:lnTo>
                    <a:pt x="10300" y="80057"/>
                  </a:lnTo>
                  <a:lnTo>
                    <a:pt x="0" y="131080"/>
                  </a:lnTo>
                  <a:lnTo>
                    <a:pt x="10300" y="182103"/>
                  </a:lnTo>
                  <a:lnTo>
                    <a:pt x="38392" y="223768"/>
                  </a:lnTo>
                  <a:lnTo>
                    <a:pt x="80057" y="251859"/>
                  </a:lnTo>
                  <a:lnTo>
                    <a:pt x="131080" y="262160"/>
                  </a:lnTo>
                  <a:lnTo>
                    <a:pt x="182103" y="251859"/>
                  </a:lnTo>
                  <a:lnTo>
                    <a:pt x="223768" y="223768"/>
                  </a:lnTo>
                  <a:lnTo>
                    <a:pt x="251860" y="182103"/>
                  </a:lnTo>
                  <a:lnTo>
                    <a:pt x="262160" y="131080"/>
                  </a:lnTo>
                  <a:lnTo>
                    <a:pt x="251860" y="80057"/>
                  </a:lnTo>
                  <a:lnTo>
                    <a:pt x="223768" y="38392"/>
                  </a:lnTo>
                  <a:lnTo>
                    <a:pt x="182103" y="10300"/>
                  </a:lnTo>
                  <a:lnTo>
                    <a:pt x="131080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89"/>
            <p:cNvSpPr/>
            <p:nvPr/>
          </p:nvSpPr>
          <p:spPr>
            <a:xfrm>
              <a:off x="4085142" y="2361345"/>
              <a:ext cx="262255" cy="262255"/>
            </a:xfrm>
            <a:custGeom>
              <a:rect b="b" l="l" r="r" t="t"/>
              <a:pathLst>
                <a:path extrusionOk="0" h="262255" w="262254">
                  <a:moveTo>
                    <a:pt x="262160" y="131080"/>
                  </a:moveTo>
                  <a:lnTo>
                    <a:pt x="251860" y="80057"/>
                  </a:lnTo>
                  <a:lnTo>
                    <a:pt x="223768" y="38392"/>
                  </a:lnTo>
                  <a:lnTo>
                    <a:pt x="182103" y="10300"/>
                  </a:lnTo>
                  <a:lnTo>
                    <a:pt x="131080" y="0"/>
                  </a:lnTo>
                  <a:lnTo>
                    <a:pt x="80057" y="10300"/>
                  </a:lnTo>
                  <a:lnTo>
                    <a:pt x="38392" y="38392"/>
                  </a:lnTo>
                  <a:lnTo>
                    <a:pt x="10300" y="80057"/>
                  </a:lnTo>
                  <a:lnTo>
                    <a:pt x="0" y="131080"/>
                  </a:lnTo>
                  <a:lnTo>
                    <a:pt x="10300" y="182103"/>
                  </a:lnTo>
                  <a:lnTo>
                    <a:pt x="38392" y="223768"/>
                  </a:lnTo>
                  <a:lnTo>
                    <a:pt x="80057" y="251859"/>
                  </a:lnTo>
                  <a:lnTo>
                    <a:pt x="131080" y="262160"/>
                  </a:lnTo>
                  <a:lnTo>
                    <a:pt x="182103" y="251859"/>
                  </a:lnTo>
                  <a:lnTo>
                    <a:pt x="223768" y="223768"/>
                  </a:lnTo>
                  <a:lnTo>
                    <a:pt x="251860" y="182103"/>
                  </a:lnTo>
                  <a:lnTo>
                    <a:pt x="262160" y="13108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89"/>
            <p:cNvSpPr/>
            <p:nvPr/>
          </p:nvSpPr>
          <p:spPr>
            <a:xfrm>
              <a:off x="4216241" y="2289072"/>
              <a:ext cx="0" cy="69850"/>
            </a:xfrm>
            <a:custGeom>
              <a:rect b="b" l="l" r="r" t="t"/>
              <a:pathLst>
                <a:path extrusionOk="0" h="69850" w="120000">
                  <a:moveTo>
                    <a:pt x="0" y="69742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89"/>
            <p:cNvSpPr/>
            <p:nvPr/>
          </p:nvSpPr>
          <p:spPr>
            <a:xfrm>
              <a:off x="4176735" y="2284011"/>
              <a:ext cx="79375" cy="33020"/>
            </a:xfrm>
            <a:custGeom>
              <a:rect b="b" l="l" r="r" t="t"/>
              <a:pathLst>
                <a:path extrusionOk="0" h="33019" w="79375">
                  <a:moveTo>
                    <a:pt x="0" y="32392"/>
                  </a:moveTo>
                  <a:lnTo>
                    <a:pt x="15525" y="26702"/>
                  </a:lnTo>
                  <a:lnTo>
                    <a:pt x="26914" y="18958"/>
                  </a:lnTo>
                  <a:lnTo>
                    <a:pt x="34722" y="9833"/>
                  </a:lnTo>
                  <a:lnTo>
                    <a:pt x="39506" y="0"/>
                  </a:lnTo>
                  <a:lnTo>
                    <a:pt x="44291" y="9833"/>
                  </a:lnTo>
                  <a:lnTo>
                    <a:pt x="52100" y="18957"/>
                  </a:lnTo>
                  <a:lnTo>
                    <a:pt x="63490" y="26699"/>
                  </a:lnTo>
                  <a:lnTo>
                    <a:pt x="79016" y="32388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89"/>
            <p:cNvSpPr/>
            <p:nvPr/>
          </p:nvSpPr>
          <p:spPr>
            <a:xfrm>
              <a:off x="4486223" y="1952421"/>
              <a:ext cx="216535" cy="324485"/>
            </a:xfrm>
            <a:custGeom>
              <a:rect b="b" l="l" r="r" t="t"/>
              <a:pathLst>
                <a:path extrusionOk="0" h="324485" w="216535">
                  <a:moveTo>
                    <a:pt x="216004" y="0"/>
                  </a:moveTo>
                  <a:lnTo>
                    <a:pt x="0" y="0"/>
                  </a:lnTo>
                  <a:lnTo>
                    <a:pt x="0" y="324001"/>
                  </a:lnTo>
                  <a:lnTo>
                    <a:pt x="216004" y="324001"/>
                  </a:lnTo>
                  <a:lnTo>
                    <a:pt x="216004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89"/>
            <p:cNvSpPr/>
            <p:nvPr/>
          </p:nvSpPr>
          <p:spPr>
            <a:xfrm>
              <a:off x="4486223" y="1952421"/>
              <a:ext cx="216535" cy="324485"/>
            </a:xfrm>
            <a:custGeom>
              <a:rect b="b" l="l" r="r" t="t"/>
              <a:pathLst>
                <a:path extrusionOk="0" h="324485" w="216535">
                  <a:moveTo>
                    <a:pt x="0" y="324001"/>
                  </a:moveTo>
                  <a:lnTo>
                    <a:pt x="216004" y="324001"/>
                  </a:lnTo>
                  <a:lnTo>
                    <a:pt x="216004" y="0"/>
                  </a:lnTo>
                  <a:lnTo>
                    <a:pt x="0" y="0"/>
                  </a:lnTo>
                  <a:lnTo>
                    <a:pt x="0" y="32400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89"/>
            <p:cNvSpPr/>
            <p:nvPr/>
          </p:nvSpPr>
          <p:spPr>
            <a:xfrm>
              <a:off x="4463818" y="2362018"/>
              <a:ext cx="260985" cy="260985"/>
            </a:xfrm>
            <a:custGeom>
              <a:rect b="b" l="l" r="r" t="t"/>
              <a:pathLst>
                <a:path extrusionOk="0" h="260985" w="260985">
                  <a:moveTo>
                    <a:pt x="130407" y="0"/>
                  </a:moveTo>
                  <a:lnTo>
                    <a:pt x="79646" y="10247"/>
                  </a:lnTo>
                  <a:lnTo>
                    <a:pt x="38195" y="38194"/>
                  </a:lnTo>
                  <a:lnTo>
                    <a:pt x="10247" y="79646"/>
                  </a:lnTo>
                  <a:lnTo>
                    <a:pt x="0" y="130406"/>
                  </a:lnTo>
                  <a:lnTo>
                    <a:pt x="10247" y="181167"/>
                  </a:lnTo>
                  <a:lnTo>
                    <a:pt x="38195" y="222618"/>
                  </a:lnTo>
                  <a:lnTo>
                    <a:pt x="79646" y="250565"/>
                  </a:lnTo>
                  <a:lnTo>
                    <a:pt x="130407" y="260813"/>
                  </a:lnTo>
                  <a:lnTo>
                    <a:pt x="181167" y="250565"/>
                  </a:lnTo>
                  <a:lnTo>
                    <a:pt x="222618" y="222618"/>
                  </a:lnTo>
                  <a:lnTo>
                    <a:pt x="250566" y="181167"/>
                  </a:lnTo>
                  <a:lnTo>
                    <a:pt x="260813" y="130406"/>
                  </a:lnTo>
                  <a:lnTo>
                    <a:pt x="250566" y="79646"/>
                  </a:lnTo>
                  <a:lnTo>
                    <a:pt x="222618" y="38194"/>
                  </a:lnTo>
                  <a:lnTo>
                    <a:pt x="181167" y="10247"/>
                  </a:lnTo>
                  <a:lnTo>
                    <a:pt x="130407" y="0"/>
                  </a:lnTo>
                  <a:close/>
                </a:path>
              </a:pathLst>
            </a:custGeom>
            <a:solidFill>
              <a:srgbClr val="D1D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89"/>
            <p:cNvSpPr/>
            <p:nvPr/>
          </p:nvSpPr>
          <p:spPr>
            <a:xfrm>
              <a:off x="4463818" y="2362018"/>
              <a:ext cx="260985" cy="260985"/>
            </a:xfrm>
            <a:custGeom>
              <a:rect b="b" l="l" r="r" t="t"/>
              <a:pathLst>
                <a:path extrusionOk="0" h="260985" w="260985">
                  <a:moveTo>
                    <a:pt x="260813" y="130406"/>
                  </a:moveTo>
                  <a:lnTo>
                    <a:pt x="250566" y="79646"/>
                  </a:lnTo>
                  <a:lnTo>
                    <a:pt x="222618" y="38194"/>
                  </a:lnTo>
                  <a:lnTo>
                    <a:pt x="181167" y="10247"/>
                  </a:lnTo>
                  <a:lnTo>
                    <a:pt x="130407" y="0"/>
                  </a:lnTo>
                  <a:lnTo>
                    <a:pt x="79646" y="10247"/>
                  </a:lnTo>
                  <a:lnTo>
                    <a:pt x="38195" y="38194"/>
                  </a:lnTo>
                  <a:lnTo>
                    <a:pt x="10247" y="79646"/>
                  </a:lnTo>
                  <a:lnTo>
                    <a:pt x="0" y="130406"/>
                  </a:lnTo>
                  <a:lnTo>
                    <a:pt x="10247" y="181167"/>
                  </a:lnTo>
                  <a:lnTo>
                    <a:pt x="38195" y="222618"/>
                  </a:lnTo>
                  <a:lnTo>
                    <a:pt x="79646" y="250565"/>
                  </a:lnTo>
                  <a:lnTo>
                    <a:pt x="130407" y="260813"/>
                  </a:lnTo>
                  <a:lnTo>
                    <a:pt x="181167" y="250565"/>
                  </a:lnTo>
                  <a:lnTo>
                    <a:pt x="222618" y="222618"/>
                  </a:lnTo>
                  <a:lnTo>
                    <a:pt x="250566" y="181167"/>
                  </a:lnTo>
                  <a:lnTo>
                    <a:pt x="260813" y="130406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89"/>
            <p:cNvSpPr/>
            <p:nvPr/>
          </p:nvSpPr>
          <p:spPr>
            <a:xfrm>
              <a:off x="4594255" y="2289072"/>
              <a:ext cx="635" cy="70485"/>
            </a:xfrm>
            <a:custGeom>
              <a:rect b="b" l="l" r="r" t="t"/>
              <a:pathLst>
                <a:path extrusionOk="0" h="70485" w="635">
                  <a:moveTo>
                    <a:pt x="9" y="70415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89"/>
            <p:cNvSpPr/>
            <p:nvPr/>
          </p:nvSpPr>
          <p:spPr>
            <a:xfrm>
              <a:off x="4554750" y="2284011"/>
              <a:ext cx="79375" cy="33020"/>
            </a:xfrm>
            <a:custGeom>
              <a:rect b="b" l="l" r="r" t="t"/>
              <a:pathLst>
                <a:path extrusionOk="0" h="33019" w="79375">
                  <a:moveTo>
                    <a:pt x="0" y="32395"/>
                  </a:moveTo>
                  <a:lnTo>
                    <a:pt x="15524" y="26704"/>
                  </a:lnTo>
                  <a:lnTo>
                    <a:pt x="26913" y="18959"/>
                  </a:lnTo>
                  <a:lnTo>
                    <a:pt x="34720" y="9834"/>
                  </a:lnTo>
                  <a:lnTo>
                    <a:pt x="39503" y="0"/>
                  </a:lnTo>
                  <a:lnTo>
                    <a:pt x="44289" y="9833"/>
                  </a:lnTo>
                  <a:lnTo>
                    <a:pt x="52099" y="18956"/>
                  </a:lnTo>
                  <a:lnTo>
                    <a:pt x="63490" y="26697"/>
                  </a:lnTo>
                  <a:lnTo>
                    <a:pt x="79016" y="32384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89"/>
            <p:cNvSpPr/>
            <p:nvPr/>
          </p:nvSpPr>
          <p:spPr>
            <a:xfrm>
              <a:off x="3570751" y="2114412"/>
              <a:ext cx="147320" cy="0"/>
            </a:xfrm>
            <a:custGeom>
              <a:rect b="b" l="l" r="r" t="t"/>
              <a:pathLst>
                <a:path extrusionOk="0" h="120000" w="147320">
                  <a:moveTo>
                    <a:pt x="0" y="0"/>
                  </a:moveTo>
                  <a:lnTo>
                    <a:pt x="146818" y="0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89"/>
            <p:cNvSpPr/>
            <p:nvPr/>
          </p:nvSpPr>
          <p:spPr>
            <a:xfrm>
              <a:off x="3690239" y="2074905"/>
              <a:ext cx="32384" cy="79375"/>
            </a:xfrm>
            <a:custGeom>
              <a:rect b="b" l="l" r="r" t="t"/>
              <a:pathLst>
                <a:path extrusionOk="0" h="79375" w="3238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89"/>
            <p:cNvSpPr/>
            <p:nvPr/>
          </p:nvSpPr>
          <p:spPr>
            <a:xfrm>
              <a:off x="3948761" y="2114412"/>
              <a:ext cx="147320" cy="0"/>
            </a:xfrm>
            <a:custGeom>
              <a:rect b="b" l="l" r="r" t="t"/>
              <a:pathLst>
                <a:path extrusionOk="0" h="120000" w="147320">
                  <a:moveTo>
                    <a:pt x="0" y="0"/>
                  </a:moveTo>
                  <a:lnTo>
                    <a:pt x="146818" y="0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89"/>
            <p:cNvSpPr/>
            <p:nvPr/>
          </p:nvSpPr>
          <p:spPr>
            <a:xfrm>
              <a:off x="4068249" y="2074905"/>
              <a:ext cx="32384" cy="79375"/>
            </a:xfrm>
            <a:custGeom>
              <a:rect b="b" l="l" r="r" t="t"/>
              <a:pathLst>
                <a:path extrusionOk="0" h="79375" w="3238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89"/>
            <p:cNvSpPr/>
            <p:nvPr/>
          </p:nvSpPr>
          <p:spPr>
            <a:xfrm>
              <a:off x="4326771" y="2114412"/>
              <a:ext cx="147320" cy="0"/>
            </a:xfrm>
            <a:custGeom>
              <a:rect b="b" l="l" r="r" t="t"/>
              <a:pathLst>
                <a:path extrusionOk="0" h="120000" w="147320">
                  <a:moveTo>
                    <a:pt x="0" y="0"/>
                  </a:moveTo>
                  <a:lnTo>
                    <a:pt x="146817" y="0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89"/>
            <p:cNvSpPr/>
            <p:nvPr/>
          </p:nvSpPr>
          <p:spPr>
            <a:xfrm>
              <a:off x="4446259" y="2074905"/>
              <a:ext cx="32384" cy="79375"/>
            </a:xfrm>
            <a:custGeom>
              <a:rect b="b" l="l" r="r" t="t"/>
              <a:pathLst>
                <a:path extrusionOk="0" h="79375" w="3238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cap="flat" cmpd="sng" w="10100">
              <a:solidFill>
                <a:srgbClr val="EC2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8" name="Google Shape;1508;p89"/>
          <p:cNvSpPr txBox="1"/>
          <p:nvPr/>
        </p:nvSpPr>
        <p:spPr>
          <a:xfrm>
            <a:off x="2982810" y="590421"/>
            <a:ext cx="2188210" cy="1232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-297815" lvl="0" marL="347980" marR="120014" rtl="0" algn="l">
              <a:lnSpc>
                <a:spcPct val="132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Multi-Step (Multivariate Output)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Predict multiple future steps Output: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3000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baseline="-2500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3000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baseline="-2500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baseline="-2500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b="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3000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baseline="-2500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baseline="-25000" i="1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4798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Direct prediction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0915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baseline="30000" i="1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30000" i="0" lang="en-US" sz="1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b="0" i="1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	</a:t>
            </a:r>
            <a:r>
              <a:rPr b="0" baseline="30000" i="1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30000" i="0" lang="en-US" sz="1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b="0" i="1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	</a:t>
            </a:r>
            <a:r>
              <a:rPr b="0" baseline="30000" i="1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30000" i="0" lang="en-US" sz="1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b="0" i="1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509" name="Google Shape;1509;p89"/>
          <p:cNvGrpSpPr/>
          <p:nvPr/>
        </p:nvGrpSpPr>
        <p:grpSpPr>
          <a:xfrm>
            <a:off x="0" y="1833007"/>
            <a:ext cx="5760261" cy="1401004"/>
            <a:chOff x="0" y="1833007"/>
            <a:chExt cx="5760261" cy="1401004"/>
          </a:xfrm>
        </p:grpSpPr>
        <p:pic>
          <p:nvPicPr>
            <p:cNvPr id="1510" name="Google Shape;1510;p8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293099" y="1833011"/>
              <a:ext cx="195672" cy="1850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1" name="Google Shape;1511;p89"/>
            <p:cNvSpPr/>
            <p:nvPr/>
          </p:nvSpPr>
          <p:spPr>
            <a:xfrm>
              <a:off x="4594267" y="1851988"/>
              <a:ext cx="0" cy="98425"/>
            </a:xfrm>
            <a:custGeom>
              <a:rect b="b" l="l" r="r" t="t"/>
              <a:pathLst>
                <a:path extrusionOk="0" h="98425" w="120000">
                  <a:moveTo>
                    <a:pt x="0" y="97892"/>
                  </a:moveTo>
                  <a:lnTo>
                    <a:pt x="0" y="0"/>
                  </a:lnTo>
                </a:path>
              </a:pathLst>
            </a:custGeom>
            <a:noFill/>
            <a:ln cap="flat" cmpd="sng" w="10100">
              <a:solidFill>
                <a:srgbClr val="218B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89"/>
            <p:cNvSpPr/>
            <p:nvPr/>
          </p:nvSpPr>
          <p:spPr>
            <a:xfrm>
              <a:off x="4554759" y="1846928"/>
              <a:ext cx="79375" cy="32384"/>
            </a:xfrm>
            <a:custGeom>
              <a:rect b="b" l="l" r="r" t="t"/>
              <a:pathLst>
                <a:path extrusionOk="0" h="32385" w="79375">
                  <a:moveTo>
                    <a:pt x="0" y="32390"/>
                  </a:moveTo>
                  <a:lnTo>
                    <a:pt x="15525" y="26701"/>
                  </a:lnTo>
                  <a:lnTo>
                    <a:pt x="26914" y="18958"/>
                  </a:lnTo>
                  <a:lnTo>
                    <a:pt x="34723" y="9833"/>
                  </a:lnTo>
                  <a:lnTo>
                    <a:pt x="39507" y="0"/>
                  </a:lnTo>
                  <a:lnTo>
                    <a:pt x="44292" y="9833"/>
                  </a:lnTo>
                  <a:lnTo>
                    <a:pt x="52101" y="18957"/>
                  </a:lnTo>
                  <a:lnTo>
                    <a:pt x="63490" y="26700"/>
                  </a:lnTo>
                  <a:lnTo>
                    <a:pt x="79016" y="32389"/>
                  </a:lnTo>
                </a:path>
              </a:pathLst>
            </a:custGeom>
            <a:noFill/>
            <a:ln cap="flat" cmpd="sng" w="10100">
              <a:solidFill>
                <a:srgbClr val="218B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13" name="Google Shape;1513;p8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99720" y="1833007"/>
              <a:ext cx="195741" cy="1850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4" name="Google Shape;1514;p89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89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89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7" name="Google Shape;1517;p89"/>
          <p:cNvSpPr txBox="1"/>
          <p:nvPr/>
        </p:nvSpPr>
        <p:spPr>
          <a:xfrm>
            <a:off x="3708222" y="2385996"/>
            <a:ext cx="997585" cy="427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	</a:t>
            </a:r>
            <a:r>
              <a:rPr b="0" i="1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	</a:t>
            </a:r>
            <a:r>
              <a:rPr b="0" i="1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baseline="-2500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11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Many-to-Many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18" name="Google Shape;1518;p8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2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3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4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6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89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90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ime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eries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orecasting</a:t>
            </a:r>
            <a:r>
              <a:rPr lang="en-US">
                <a:solidFill>
                  <a:srgbClr val="FFFFFF"/>
                </a:solidFill>
              </a:rPr>
              <a:t>: C</a:t>
            </a:r>
            <a:r>
              <a:rPr lang="en-US" cap="small">
                <a:solidFill>
                  <a:srgbClr val="FFFFFF"/>
                </a:solidFill>
              </a:rPr>
              <a:t>omplete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endParaRPr/>
          </a:p>
        </p:txBody>
      </p:sp>
      <p:grpSp>
        <p:nvGrpSpPr>
          <p:cNvPr id="1525" name="Google Shape;1525;p9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526" name="Google Shape;1526;p90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90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90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9" name="Google Shape;1529;p9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90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531" name="Google Shape;1531;p9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4861501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91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E</a:t>
            </a:r>
            <a:r>
              <a:rPr lang="en-US" cap="small">
                <a:solidFill>
                  <a:srgbClr val="FFFFFF"/>
                </a:solidFill>
              </a:rPr>
              <a:t>valuation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etrics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ime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eries</a:t>
            </a:r>
            <a:endParaRPr/>
          </a:p>
        </p:txBody>
      </p:sp>
      <p:grpSp>
        <p:nvGrpSpPr>
          <p:cNvPr id="1537" name="Google Shape;1537;p9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538" name="Google Shape;1538;p91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91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91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1" name="Google Shape;1541;p9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91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  <p:pic>
        <p:nvPicPr>
          <p:cNvPr id="1543" name="Google Shape;1543;p9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400" y="550235"/>
            <a:ext cx="5057384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92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549" name="Google Shape;1549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0" name="Google Shape;1550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1" name="Google Shape;1551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2" name="Google Shape;1552;p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3" name="Google Shape;1553;p9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4" name="Google Shape;1554;p9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5" name="Google Shape;1555;p9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6" name="Google Shape;1556;p9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7" name="Google Shape;1557;p9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8" name="Google Shape;1558;p9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59" name="Google Shape;1559;p92"/>
          <p:cNvGraphicFramePr/>
          <p:nvPr/>
        </p:nvGraphicFramePr>
        <p:xfrm>
          <a:off x="343649" y="5512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{806EB010-B201-4971-A2E3-822838E164C6}</a:tableStyleId>
              </a:tblPr>
              <a:tblGrid>
                <a:gridCol w="170175"/>
              </a:tblGrid>
              <a:tr h="2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875" marB="0" marR="0" marL="0"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0" marB="0" marR="0" marL="0">
                    <a:lnT cap="flat" cmpd="sng" w="787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560" name="Google Shape;1560;p92"/>
          <p:cNvSpPr txBox="1"/>
          <p:nvPr/>
        </p:nvSpPr>
        <p:spPr>
          <a:xfrm>
            <a:off x="563029" y="457050"/>
            <a:ext cx="3558000" cy="24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11747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ntroduction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equence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odeling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747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equence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odels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heory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asic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2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RNN A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rchitecture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RNN 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raining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&amp; BPTT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idirectional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RNN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18173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eep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tacked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) RNN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9781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ated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ecurrent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U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nits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(GRU)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97815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hort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-T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erm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M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emory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(LSTM)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ime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S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eries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F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orecasting</a:t>
            </a:r>
            <a:r>
              <a:rPr b="0" i="0" lang="en-US" sz="1400" u="sng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</a:t>
            </a:r>
            <a:r>
              <a:rPr b="0" i="0" lang="en-US" sz="1400" u="sng" cap="small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pplications</a:t>
            </a:r>
            <a:r>
              <a:rPr b="0" i="0" lang="en-US" sz="1400" u="none" cap="none" strike="noStrike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omparison</a:t>
            </a:r>
            <a:r>
              <a:rPr b="0" i="0" lang="en-US" sz="1400" u="sng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&amp; S</a:t>
            </a:r>
            <a:r>
              <a:rPr b="0" i="0" lang="en-US" sz="1400" u="sng" cap="small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ummary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1" name="Google Shape;1561;p92"/>
          <p:cNvGrpSpPr/>
          <p:nvPr/>
        </p:nvGrpSpPr>
        <p:grpSpPr>
          <a:xfrm>
            <a:off x="0" y="3109250"/>
            <a:ext cx="5760261" cy="92075"/>
            <a:chOff x="0" y="3109250"/>
            <a:chExt cx="5760261" cy="92075"/>
          </a:xfrm>
        </p:grpSpPr>
        <p:sp>
          <p:nvSpPr>
            <p:cNvPr id="1562" name="Google Shape;1562;p92"/>
            <p:cNvSpPr/>
            <p:nvPr/>
          </p:nvSpPr>
          <p:spPr>
            <a:xfrm>
              <a:off x="0" y="3109250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92"/>
            <p:cNvSpPr/>
            <p:nvPr/>
          </p:nvSpPr>
          <p:spPr>
            <a:xfrm>
              <a:off x="1923862" y="3109250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92"/>
            <p:cNvSpPr/>
            <p:nvPr/>
          </p:nvSpPr>
          <p:spPr>
            <a:xfrm>
              <a:off x="3836211" y="3109250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5" name="Google Shape;1565;p9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2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3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4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5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6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7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92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93"/>
          <p:cNvSpPr txBox="1"/>
          <p:nvPr/>
        </p:nvSpPr>
        <p:spPr>
          <a:xfrm>
            <a:off x="95300" y="109545"/>
            <a:ext cx="3735070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RNN A</a:t>
            </a:r>
            <a:r>
              <a:rPr b="0" i="0" lang="en-US" sz="1700" u="none" cap="small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rchitectures</a:t>
            </a: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 C</a:t>
            </a:r>
            <a:r>
              <a:rPr b="0" i="0" lang="en-US" sz="1700" u="none" cap="small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omparison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2" name="Google Shape;1572;p9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573" name="Google Shape;1573;p93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93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75" name="Google Shape;1575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456625"/>
            <a:ext cx="4893025" cy="268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94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S</a:t>
            </a:r>
            <a:r>
              <a:rPr lang="en-US" cap="small">
                <a:solidFill>
                  <a:srgbClr val="FFFFFF"/>
                </a:solidFill>
              </a:rPr>
              <a:t>ummary</a:t>
            </a:r>
            <a:r>
              <a:rPr lang="en-US">
                <a:solidFill>
                  <a:srgbClr val="FFFFFF"/>
                </a:solidFill>
              </a:rPr>
              <a:t>: K</a:t>
            </a:r>
            <a:r>
              <a:rPr lang="en-US" cap="small">
                <a:solidFill>
                  <a:srgbClr val="FFFFFF"/>
                </a:solidFill>
              </a:rPr>
              <a:t>ey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akeaways</a:t>
            </a:r>
            <a:endParaRPr/>
          </a:p>
        </p:txBody>
      </p:sp>
      <p:grpSp>
        <p:nvGrpSpPr>
          <p:cNvPr id="1581" name="Google Shape;1581;p94"/>
          <p:cNvGrpSpPr/>
          <p:nvPr/>
        </p:nvGrpSpPr>
        <p:grpSpPr>
          <a:xfrm>
            <a:off x="0" y="545858"/>
            <a:ext cx="5760261" cy="2688153"/>
            <a:chOff x="0" y="545858"/>
            <a:chExt cx="5760261" cy="2688153"/>
          </a:xfrm>
        </p:grpSpPr>
        <p:pic>
          <p:nvPicPr>
            <p:cNvPr id="1582" name="Google Shape;1582;p9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702" y="54585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3" name="Google Shape;1583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12398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4" name="Google Shape;1584;p9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702" y="193391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5" name="Google Shape;1585;p9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3702" y="262796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6" name="Google Shape;1586;p94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94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94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9" name="Google Shape;1589;p94"/>
          <p:cNvSpPr txBox="1"/>
          <p:nvPr/>
        </p:nvSpPr>
        <p:spPr>
          <a:xfrm>
            <a:off x="631926" y="443835"/>
            <a:ext cx="4686935" cy="2640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RNN fundamentals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Recurrent connections enable processing sequences of arbitrary length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Parameter sharing across time steps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Hidden state summarizes past information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54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Challenges and solutions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Problem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Vanilla RNN suffers from vanishing/exploding gradients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218B21"/>
                </a:solidFill>
                <a:latin typeface="Tahoma"/>
                <a:ea typeface="Tahoma"/>
                <a:cs typeface="Tahoma"/>
                <a:sym typeface="Tahoma"/>
              </a:rPr>
              <a:t>Solution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Gating mechanisms (GRU, LSTM) provide controlled information flow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Gates learn what to remember, forget, and output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54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Architecture variants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Bidirectional RNN: Use both past and future context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Deep/Stacked RNN: Multiple layers for hierarchical features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Encoder-Decoder: Variable-length input to variable-length output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54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Applications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Time series forecasting: Stock prices, weather, energy demand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8034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Natural language: Translation, text generation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90" name="Google Shape;1590;p9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2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94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6" name="Google Shape;1596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"/>
            <a:ext cx="5759866" cy="3239902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95"/>
          <p:cNvSpPr txBox="1"/>
          <p:nvPr>
            <p:ph type="title"/>
          </p:nvPr>
        </p:nvSpPr>
        <p:spPr>
          <a:xfrm>
            <a:off x="95300" y="109545"/>
            <a:ext cx="5206365" cy="2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</a:t>
            </a:r>
            <a:r>
              <a:rPr lang="en-US" cap="small"/>
              <a:t>eferences</a:t>
            </a:r>
            <a:endParaRPr/>
          </a:p>
        </p:txBody>
      </p:sp>
      <p:grpSp>
        <p:nvGrpSpPr>
          <p:cNvPr id="1598" name="Google Shape;1598;p95"/>
          <p:cNvGrpSpPr/>
          <p:nvPr/>
        </p:nvGrpSpPr>
        <p:grpSpPr>
          <a:xfrm>
            <a:off x="0" y="1392174"/>
            <a:ext cx="5760261" cy="1841837"/>
            <a:chOff x="0" y="1392174"/>
            <a:chExt cx="5760261" cy="1841837"/>
          </a:xfrm>
        </p:grpSpPr>
        <p:pic>
          <p:nvPicPr>
            <p:cNvPr id="1599" name="Google Shape;1599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3702" y="139217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0" name="Google Shape;1600;p9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702" y="175726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1" name="Google Shape;1601;p95"/>
            <p:cNvSpPr/>
            <p:nvPr/>
          </p:nvSpPr>
          <p:spPr>
            <a:xfrm>
              <a:off x="0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95"/>
            <p:cNvSpPr/>
            <p:nvPr/>
          </p:nvSpPr>
          <p:spPr>
            <a:xfrm>
              <a:off x="1923862" y="3141936"/>
              <a:ext cx="1912620" cy="92075"/>
            </a:xfrm>
            <a:custGeom>
              <a:rect b="b" l="l" r="r" t="t"/>
              <a:pathLst>
                <a:path extrusionOk="0" h="92075" w="191262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95"/>
            <p:cNvSpPr/>
            <p:nvPr/>
          </p:nvSpPr>
          <p:spPr>
            <a:xfrm>
              <a:off x="3836211" y="3141936"/>
              <a:ext cx="1924050" cy="92075"/>
            </a:xfrm>
            <a:custGeom>
              <a:rect b="b" l="l" r="r" t="t"/>
              <a:pathLst>
                <a:path extrusionOk="0" h="92075" w="192405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4" name="Google Shape;1604;p95"/>
          <p:cNvSpPr txBox="1"/>
          <p:nvPr/>
        </p:nvSpPr>
        <p:spPr>
          <a:xfrm>
            <a:off x="644626" y="1304145"/>
            <a:ext cx="4323080" cy="562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18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Zhang, A., Lipton, Z. C., Li, M., &amp; Smola, A. J. (2023).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 into deep learning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Cambridge University Press. Chapters 6 and 7.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Goodfellow, I., Bengio, Y., Courville, A. (2016). </a:t>
            </a:r>
            <a:r>
              <a:rPr b="0" i="1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Learning</a:t>
            </a:r>
            <a:r>
              <a:rPr b="0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MIT Press.</a:t>
            </a:r>
            <a:endParaRPr b="0"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05" name="Google Shape;1605;p9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D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7"/>
              </a:rPr>
              <a:t>eep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8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9"/>
              </a:rPr>
              <a:t>eural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0"/>
              </a:rPr>
              <a:t> N</a:t>
            </a:r>
            <a:r>
              <a:rPr b="0" i="0" lang="en-US" sz="600" u="sng" cap="small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11"/>
              </a:rPr>
              <a:t>etwork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95"/>
          <p:cNvSpPr txBox="1"/>
          <p:nvPr>
            <p:ph idx="12" type="sldNum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96</a:t>
            </a:r>
            <a:endParaRPr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2026-01-16T12:44:17Z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2026-01-16T00:00:00Z</vt:filetime>
  </property>
  <property fmtid="{D5CDD505-2E9C-101B-9397-08002B2CF9AE}" pid="5" name="PTEX.Fullbanner">
    <vt:lpwstr>This is pdfTeX, Version 3.14159265-2.6-1.40.20 (TeX Live 2019/Debian) kpathsea version 6.3.1</vt:lpwstr>
  </property>
  <property fmtid="{D5CDD505-2E9C-101B-9397-08002B2CF9AE}" pid="6" name="Producer">
    <vt:lpwstr>pdfTeX-1.40.20</vt:lpwstr>
  </property>
</Properties>
</file>