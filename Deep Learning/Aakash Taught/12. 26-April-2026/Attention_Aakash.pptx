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30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2352 514 24575,'-1'-2'0,"0"-1"0,0 1 0,0 0 0,0 0 0,0 0 0,0 0 0,-1 0 0,1 0 0,-4-3 0,0-1 0,-5-7 0,0 1 0,-1 0 0,0 1 0,-1 0 0,0 1 0,-1 0 0,0 1 0,-1 0 0,1 1 0,-2 1 0,1 0 0,-16-5 0,9 6 0,0 1 0,0 0 0,-1 2 0,1 1 0,-1 0 0,1 2 0,-1 0 0,-23 4 0,-3 4 0,0 3 0,1 1 0,0 3 0,1 1 0,1 3 0,1 1 0,-54 35 0,6 4-150,3 4 1,2 4-1,4 4 0,-93 100 0,54-35-113,-183 267 0,213-261 250,-117 247 0,156-270 35,5 2 0,-54 220-1,82-248-34,4 1 0,5 0 0,3 0 0,7 135 0,6-153-46,4 0-1,3-1 0,3 0 1,4-1-1,2-1 1,34 75-1,-27-87 53,3-2-1,1 0 1,4-3-1,2 0 1,2-3 0,3-1-1,2-2 1,1-3-1,3-1 1,2-2 0,2-3-1,75 45 1,-77-56 7,2-3 1,0-1-1,2-3 1,1-3-1,0-2 1,1-2-1,1-3 1,1-3-1,-1-2 1,1-2-1,1-3 1,-1-3-1,0-2 1,67-12 0,-70 4-1,-1-3 0,0-2 0,0-3 0,-2-2 0,0-2 0,-2-3 0,71-44 0,-65 29 0,-1-2 0,-1-2 0,-3-3 0,-2-2 0,67-86 0,-59 58 0,-3-3 0,-5-2 0,65-140 0,-69 113 0,-4-2 0,41-176 0,-50 127 0,-7-2 0,-7-1 0,-8 0 0,-17-313 0,-8 328 0,-6 0 0,-7 1 0,-6 1 0,-7 3 0,-89-218 0,88 270 0,-3 3 0,-5 1 0,-94-130 0,108 172 0,-3 1 0,-1 2 0,-1 2 0,-3 1 0,-1 2 0,-2 3 0,-82-48 0,102 68 20,-1 1 1,0 2 0,-1 0 0,0 2 0,-1 1-1,1 2 1,-2 0 0,1 2 0,-53 0 0,55 5 72,1 1 1,0 2 0,0 0 0,0 2 0,0 1 0,1 0-1,0 2 1,1 2 0,0 0 0,0 1 0,-25 18 0,18-8-46,0 1 1,2 1 0,1 2-1,1 1 1,2 1 0,0 1-1,2 1 1,-23 40 0,23-29-37,2 1 0,1 1 0,3 1 1,2 0-1,1 1 0,-8 54 0,12-35-28,3 1 0,3-1 1,3 1-1,3 0 0,2 0 0,3-1 0,3 1 0,3-2 1,42 123-1,-26-113-85,3 0 0,4-2 0,2-2 0,55 73 0,-30-57 74,4-4 1,122 114 0,188 113 104,27-39-109,-374-250 31,132 82 0,167 138 0,-282-200 0,-1 3 0,-3 2 0,-1 1 0,-2 3 0,-2 1 0,-3 1 0,47 90 0,-50-71 0,-4 2 0,-3 1 0,28 129 0,14 229 0,-44-260 0,-17-119 36,3-2 0,2 1 0,3-1 0,1-1 0,23 48 0,-30-79 14,1 0 0,2-1 0,-1 0 0,2 0-1,0-1 1,28 26 0,-30-32-44,1-1 1,0 0 0,0 0-1,1-2 1,0 1 0,0-2-1,1 1 1,0-2-1,-1 1 1,1-2 0,14 3-1,-10-5-142,-1 0-1,0 0 1,1-2-1,-1 0 1,0-1-1,0 0 1,0-2-1,0 0 0,17-6 1,50-23-6690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31.7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456 1886 24575,'-2'11'0,"-125"530"17,46-209-238,-93 558-890,140-630 1155,-3 381-1,37-608-25,0 12 28,1 0 1,2 0 0,10 46 0,-8-79 636,0-14-382,5-23-262,8-42-39,14-105 0,-4-80 0,-25 220 0,43-634-917,12-124-752,112-325 1318,80 18-496,-239 1055 886,53-185 442,-50 188-11,1 0 1,2 1-1,34-55 1,-45 83-428,0 0 0,1 1 1,0 0-1,1 0 0,0 0 0,1 1 0,0 0 1,0 1-1,0 0 0,1 1 0,0-1 0,0 2 0,1-1 1,0 2-1,0-1 0,0 2 0,0-1 0,1 1 1,-1 1-1,1 0 0,0 1 0,-1 0 0,1 1 1,0 0-1,0 1 0,-1 0 0,1 1 0,-1 0 1,1 1-1,-1 0 0,18 8 0,-5 1-43,0 0 0,-1 1 0,0 1 0,-2 2 0,0 0 0,0 1 0,-2 1 0,0 1 0,18 22 0,2 10 0,-1 2 0,50 95 0,-21-14-198,-6 2 0,56 187 0,51 303-240,87 607 443,-55-247-71,-189-934 129,11 53 198,4 0-1,51 127 1,-66-211 75,-9-22-537,-3-11-1051,-2-8-5574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32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60 24575,'22'3'0,"559"-2"0,-494-4 0,433-24-268,287-7-207,-533 38 475,-209 0 0,1 3 0,72 18 0,-131-24-93,-1 1 0,1-1 0,-1 2-1,1-1 1,-1 1 0,0 0-1,10 6 1,-4 3-6609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32.6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0 351 24575,'17'3'0,"178"27"-161,247 4 1,199-32-1151,800-55-877,2-30 101,-1195 68 2022,221-13 131,1183-76 921,-2-25 357,-1576 122-64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38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723 103 24575,'-16'-24'0,"7"12"0,-25-28 0,32 37 0,-1 0 0,0 0 0,0 1 0,0-1 0,0 1 0,-1 0 0,1 0 0,-1 0 0,1 1 0,-7-3 0,8 4 0,-1 1 0,1-1 0,0 1 0,-1 0 0,1 0 0,0-1 0,0 1 0,-1 1 0,1-1 0,0 0 0,0 0 0,0 1 0,0 0 0,1-1 0,-1 1 0,0 0 0,1 0 0,-3 3 0,-2 1 0,-55 58 0,4 1 0,2 4 0,4 1 0,2 3 0,4 2 0,-41 93 0,53-94 0,4 0 0,4 2 0,2 1 0,4 1 0,3 1 0,-10 154 0,26-183 0,1 0 0,3 0 0,2 0 0,1-1 0,4 0 0,1 0 0,2-1 0,2-1 0,33 64 0,-24-63 0,2-1 0,3-1 0,1-2 0,3-1 0,1-2 0,2-1 0,1-2 0,67 51 0,-66-60 0,1-1 0,2-3 0,1-1 0,1-1 0,0-3 0,2-2 0,79 21 0,-98-34 0,1 0 0,1-1 0,-1-2 0,0-1 0,1-2 0,33-4 0,-40 2 0,0-1 0,-1-2 0,1 0 0,-2-1 0,1-1 0,-1-1 0,0-1 0,32-22 0,-14 4 0,-1-3 0,-2-1 0,0-1 0,-3-2 0,-1-1 0,38-59 0,-27 29 0,-3-1 0,-3-3 0,32-86 0,-46 95 0,-2-1 0,-3-1 0,-3 0 0,-3-1 0,-2-1 0,-3 1 0,-4-1 0,-2 0 0,-8-68 0,1 81 0,-2 1 0,-2 1 0,-2 0 0,-3 1 0,-1 0 0,-3 2 0,-2 0 0,-2 1 0,-1 1 0,-3 2 0,-62-76 0,69 97 0,0 0 0,-2 2 0,0 0 0,-2 1 0,0 2 0,0 1 0,-2 1 0,0 1 0,-45-17 0,29 17 0,-1 2 0,0 2 0,0 2 0,-1 1 0,-82 0 0,60 8-136,-1 3-1,0 3 1,1 3-1,1 3 1,0 3-1,1 3 1,0 2-1,2 4 0,-93 49 1,30-2-6690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39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1154 123 24575,'-13'-13'0,"-1"1"0,-1 1 0,0 0 0,-1 0 0,1 2 0,-2 0 0,1 1 0,-1 1 0,-1 0 0,1 1 0,-1 1 0,0 1 0,-1 0 0,1 1 0,0 2 0,-1-1 0,1 2 0,-1 1 0,1 0 0,-1 1 0,-18 5 0,3 1 0,1 1 0,0 2 0,0 1 0,1 2 0,1 1 0,0 2 0,1 0 0,1 2 0,1 2 0,-36 32 0,26-16 0,1 1 0,3 3 0,0 1 0,3 1 0,2 1 0,1 2 0,3 1 0,-26 65 0,36-71 0,1 0 0,2 1 0,2 0 0,1 1 0,3 0 0,1 0 0,2 1 0,2-1 0,2 1 0,11 70 0,-6-86 0,1-1 0,1 0 0,1 0 0,2 0 0,0-1 0,2-1 0,1 0 0,1-1 0,1 0 0,1-1 0,36 37 0,-28-36 0,2-1 0,0-1 0,2-1 0,0-1 0,2-2 0,0-2 0,0 0 0,1-2 0,42 12 0,-18-11 0,1-3 0,0-2 0,0-2 0,1-3 0,0-3 0,0-2 0,0-2 0,99-18 0,-75 4 0,-1-4 0,-1-3 0,-1-4 0,-1-3 0,109-60 0,-128 57 0,-2-2 0,-1-3 0,-2-2 0,-2-3 0,56-59 0,-84 77 0,-1-1 0,-1-2 0,-2 0 0,-1 0 0,-1-2 0,-1-1 0,-2 0 0,-1-1 0,-1 0 0,-2-1 0,13-64 0,-22 76 0,0 1 0,-1-1 0,-1 0 0,0 1 0,-2-1 0,-1 0 0,0 1 0,-2 0 0,0 0 0,-13-31 0,8 27 0,-2 1 0,-1 0 0,-1 1 0,-1 1 0,-1 0 0,0 1 0,-32-29 0,8 16 0,-1 0 0,-2 3 0,-1 2 0,-2 1 0,0 3 0,-1 1 0,-92-28 0,63 27 0,-105-17 0,131 33 0,0 3 0,0 1 0,-62 5 0,102-1-72,0 1 1,0 0-1,0 0 0,1 1 0,-1 0 0,1 1 0,-1 0 0,1 1 1,0 0-1,0 0 0,0 1 0,1 0 0,0 0 0,0 1 0,0 0 1,0 1-1,1 0 0,-7 9 0,-19 31-6754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40.3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1820 382 24575,'0'-3'0,"0"0"0,-1 0 0,1 0 0,-1 1 0,0-1 0,0 0 0,0 0 0,0 1 0,0-1 0,-1 1 0,1-1 0,-1 1 0,0 0 0,1-1 0,-1 1 0,-3-3 0,-3-1 0,1-1 0,-1 2 0,-13-9 0,-2 2 0,-1 2 0,0 0 0,0 1 0,-1 2 0,0 0 0,0 2 0,-1 1 0,1 1 0,-31 0 0,-9 2 0,0 4 0,-96 15 0,70-1 0,1 4 0,0 3 0,-170 72 0,196-66 0,1 2 0,1 4 0,2 2 0,2 2 0,-97 88 0,134-108 0,1 2 0,0 0 0,2 1 0,0 1 0,2 0 0,1 1 0,-19 43 0,28-53 0,0 1 0,1-1 0,1 1 0,1 0 0,0 1 0,1-1 0,1 0 0,1 1 0,0-1 0,1 1 0,0-1 0,2 0 0,0 0 0,1 0 0,6 17 0,0-8 0,2 0 0,1 0 0,0-2 0,2 1 0,1-2 0,1 0 0,1-1 0,0-1 0,41 34 0,-11-16 0,1-2 0,2-3 0,80 40 0,-23-23-205,2-5 1,1-4-1,177 39 0,-86-39 148,248 17 0,-246-43 60,293-16 0,-393-7-18,-2-4 0,1-4 0,-2-5 0,171-59 0,-235 66 11,-1-1 0,-1-2 0,0-2 0,-1-1 0,-1-1-1,46-41 1,-64 49 16,-1-1-1,0 0 0,-1-1 1,-1-1-1,0 0 0,-2-1 1,0 0-1,0 0 0,-2-1 1,0-1-1,-1 1 0,-1-1 0,-1 0 1,6-36-1,-9 26 58,-2 0-1,-1 1 1,-1-1-1,-1 0 0,-2 1 1,0-1-1,-2 1 1,-2 1-1,0-1 1,-2 1-1,0 1 1,-18-27-1,-4-4-74,-3 2 1,-3 2-1,-1 1 0,-59-56 0,20 31 6,-4 3 0,-2 4 0,-4 4 0,-2 4 0,-3 4 0,-181-83 0,208 115-227,-1 3-1,-1 3 1,-1 3-1,0 3 1,-93-7-1,-9 10-6598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47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850 7 24575,'-44'-7'0,"16"10"0,1 1 0,0 2 0,0 0 0,0 2 0,1 1 0,0 1 0,0 1 0,1 1 0,-43 29 0,29-14 0,2 2 0,0 1 0,2 2 0,1 1 0,-30 40 0,34-34 0,1 2 0,2 1 0,2 1 0,2 1 0,2 1 0,1 1 0,3 0 0,2 2 0,2 0 0,-9 63 0,17-76 0,2 0 0,1 0 0,2 1 0,1-1 0,2 0 0,1 0 0,2 0 0,1 0 0,2-1 0,1 0 0,2-1 0,1 0 0,2-1 0,1 0 0,25 36 0,-12-31 0,1-1 0,1-2 0,2-1 0,2-2 0,0-1 0,2-1 0,1-3 0,2-1 0,0-1 0,59 24 0,-32-21 0,0-2 0,2-4 0,0-2 0,2-4 0,0-2 0,74 2 0,-76-11 0,-1-4 0,1-2 0,124-21 0,-154 15 0,-2-1 0,1-2 0,-2-1 0,1-2 0,-2-2 0,0-1 0,-1-1 0,40-30 0,-54 33 0,0-2 0,-2-1 0,0 0 0,0-1 0,-2-1 0,-1-1 0,0 0 0,-2-1 0,0 0 0,-1-1 0,-2-1 0,0 0 0,-2 0 0,0-1 0,-2 0 0,-1 0 0,2-26 0,-4 15 0,-1 0 0,-3-1 0,-1 1 0,-1 0 0,-2 0 0,-2 0 0,-1 1 0,-1 0 0,-3 0 0,0 1 0,-26-48 0,11 34 0,-2 1 0,-2 2 0,-2 1 0,-60-63 0,40 55 0,-2 2 0,-118-80 0,70 67 0,-1 4 0,-4 5 0,-1 5 0,-124-37 0,214 80-109,-11-5-205,-1 2 0,0 1 0,-42-6 0,38 13-6512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49.1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699 313 24575,'0'0'0,"0"0"0,-15 25 0,-12 48 0,-25 112 0,-3 83 0,48-233 0,-58 340 0,-24 538 0,85-815 0,5-1 0,4 0 0,17 102 0,-14-173 0,-8-26 0,0 1 0,0-1 0,1 0 0,-1 0 0,0 1 0,0-1 0,0 0 0,0 0 0,0 1 0,0-1 0,1 0 0,-1 0 0,0 1 0,0-1 0,0 0 0,1 0 0,-1 0 0,0 0 0,0 1 0,1-1 0,-1 0 0,0 0 0,0 0 0,1 0 0,-1 0 0,0 0 0,1 0 0,-1 0 0,0 0 0,0 0 0,1 1 0,-1-2 0,0 1 0,1 0 0,-1 0 0,0 0 0,0 0 0,1 0 0,1-3 0,1 0 0,-1 0 0,-1-1 0,1 1 0,0-1 0,-1 1 0,0-1 0,1 0 0,-1 1 0,-1-1 0,2-5 0,23-135-36,7-175 0,-26 244-69,38-584-471,-44-4 266,-2 626 325,0-17 160,-1 1-1,-3-1 0,-2 1 0,-16-54 0,23 105-107,1 0-60,-1 0 0,1 0 0,-1 0 0,0 0-1,1 0 1,-1 0 0,0 0 0,0 0 0,0 1 0,0-1 0,0 0 0,-1 1 0,1-1-1,-1 1 1,-2-3 0,1 9-7,1-5 0,1-8 0,2 5 0,-1 0 0,2 1 0,-1-1 0,0 1 0,0 0 0,1-1 0,-1 1 0,1 0 0,0 0 0,0 0 0,-1 0 0,2 0 0,2-2 0,1-2 0,180-162 0,-78 74 0,-278 270 0,85-84 0,83-90 0,-546 596 0,548-598 0,0 1 0,0-1 0,0 0 0,0 0 0,0 0 0,0 0 0,0 0 0,0 0 0,0 0 0,0 1 0,0-1 0,0 0 0,0 0 0,0 0 0,0 0 0,0 0 0,0 0 0,0 0 0,0 0 0,0 1 0,0-1 0,0 0 0,0 0 0,0 0 0,-1 0 0,1 0 0,0 0 0,0 0 0,0 0 0,0 0 0,0 0 0,0 0 0,0 0 0,-1 0 0,1 0 0,0 0 0,0 0 0,0 0 0,0 0 0,0 0 0,0 0 0,0 0 0,-1 0 0,1 0 0,0 0 0,0 0 0,0 0 0,0 0 0,0 0 0,0 0 0,0 0 0,0 0 0,-1 0 0,1 0 0,0 0 0,0 0 0,0 0 0,0 0 0,0 0 0,0-1 0,0 1 0,0 0 0,0 0 0,1-13 0,7-22 0,2 0 0,27-65 0,43-67 0,-63 134 0,48-96 0,7 2 0,121-165 0,-192 291 0,2-4 0,1 0 0,0 1 0,0-1 0,0 1 0,1 0 0,-1 0 0,7-4 0,-9 7 0,0 0 0,0 0 0,0 1 0,0-1 0,0 1 0,0 0 0,0 0 0,0-1 0,1 1 0,-1 1 0,0-1 0,0 0 0,0 0 0,0 1 0,0-1 0,0 1 0,0 0 0,0-1 0,0 1 0,0 0 0,0 0 0,-1 1 0,1-1 0,2 2 0,16 11 0,-1 2 0,0 0 0,-1 1 0,20 25 0,61 88 0,-83-110 0,142 210-1365,-84-119-5461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49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 1 24575,'-1'1'0,"0"0"0,0 0 0,1 0 0,-1 0 0,0 0 0,1 0 0,-1 1 0,1-1 0,0 0 0,-1 0 0,1 1 0,0-1 0,-1 2 0,-1 9 0,-29 116 0,5 2 0,7 0 0,-6 257 0,25-374 0,4 172 0,-2-159 0,2-1 0,0 1 0,1-1 0,2 0 0,10 24 0,-16-45 0,0 0 0,1 0 0,-1-1 0,1 1 0,0 0 0,0-1 0,1 0 0,-1 1 0,1-1 0,-1 0 0,1 0 0,0 0 0,0-1 0,0 1 0,1-1 0,-1 0 0,0 1 0,1-2 0,0 1 0,-1 0 0,1-1 0,0 1 0,0-1 0,7 1 0,-4-2 0,0-1 0,0 0 0,0 0 0,0-1 0,0 1 0,-1-1 0,1-1 0,0 0 0,-1 0 0,0 0 0,1 0 0,-1-1 0,9-7 0,19-16 0,-2-2 0,0-1 0,-2-1 0,43-59 0,86-154 0,-143 217 0,-1-1 0,16-41 0,-42 333 0,12-209 0,3-1 0,19 101 0,-20-141 0,0 0 0,2-1 0,-1 0 0,1 0 0,9 15 0,-12-25 0,-1-1 0,0 0 0,0 0 0,1 0 0,-1 0 0,1 0 0,-1-1 0,1 1 0,0 0 0,0-1 0,0 1 0,0-1 0,0 0 0,0 0 0,0 0 0,0 0 0,0 0 0,1 0 0,-1 0 0,0-1 0,1 1 0,-1-1 0,0 1 0,1-1 0,-1 0 0,1 0 0,-1 0 0,0-1 0,1 1 0,-1 0 0,1-1 0,-1 0 0,0 1 0,0-1 0,1 0 0,-1 0 0,0 0 0,2-2 0,11-8 0,-1 0 0,0-1 0,-1-1 0,0 0 0,-1-1 0,-1 0 0,18-29 0,20-34 40,-3-3 0,41-99 0,50-177-1525,-96 235-5341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0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24575,'2'17'0,"6"910"0,-11-785 0,1-52 0,3-80 0,0-14 0,4-28 0,-1 9 0,129-553 0,-130 567 0,6-16 0,-9 24 0,0 1 0,0-1 0,1 1 0,-1 0 0,0-1 0,1 1 0,-1-1 0,0 1 0,1 0 0,-1 0 0,0-1 0,1 1 0,-1 0 0,1 0 0,-1-1 0,1 1 0,-1 0 0,0 0 0,1 0 0,-1 0 0,1 0 0,-1 0 0,1 0 0,-1 0 0,1 0 0,-1 0 0,1 0 0,-1 0 0,1 0 0,-1 0 0,1 0 0,-1 0 0,1 0 0,-1 1 0,0-1 0,1 0 0,-1 0 0,1 1 0,-1-1 0,0 0 0,1 1 0,-1-1 0,1 0 0,-1 1 0,0-1 0,13 13-44,-1 1 0,-1-1 0,0 2-1,-1 0 1,13 26 0,-4-9-1056,21 36-5726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0.6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204 547 24575,'-8'-33'0,"-2"44"0,-7 16 0,1 0 0,2 2 0,-15 38 0,-25 99 0,38-111 0,4 1 0,1 0 0,3 1 0,3 0 0,2 0 0,6 86 0,-2-128 0,2 0 0,-1-1 0,2 1 0,0-1 0,6 15 0,-8-25 0,-1-1 0,1 1 0,0 0 0,0-1 0,1 1 0,-1-1 0,1 0 0,-1 0 0,1 0 0,0 0 0,0 0 0,1-1 0,-1 1 0,0-1 0,1 0 0,0 0 0,-1 0 0,1 0 0,0-1 0,0 1 0,0-1 0,6 1 0,-4-2 0,0 0 0,1 0 0,-1 0 0,1-1 0,-1 0 0,0 0 0,1-1 0,-1 1 0,0-1 0,10-5 0,0-1 0,-1-1 0,-1 0 0,16-13 0,7-9 0,-2-1 0,-1-2 0,-2-2 0,-1 0 0,-3-2 0,33-55 0,-18 18 0,-4-2 0,49-134 0,-62 135 0,-3-2 0,14-91 0,-31 131 0,-1-1 0,-2 1 0,-2-1 0,-2 0 0,-1 1 0,-11-61 0,12 94 0,0 0 0,0 0 0,0 1 0,0-1 0,-1 0 0,0 1 0,0 0 0,0-1 0,0 1 0,-1 0 0,0 0 0,-4-5 0,20 12 0,4-2-93,-1-2-1,1 1 0,-1-2 0,1 0 1,24-7-1,-12 3-709,91-20-6023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1.3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1200 1 24575,'-4'4'0,"1"0"0,-1 0 0,1 0 0,-1 1 0,1-1 0,-3 8 0,-8 13 0,-123 217-306,11 6 0,-123 343 0,154-323 345,12 3-1,12 5 0,-46 358 0,115-621 514,-1-17-340,-1-29-238,3 19 53,-27-320-337,14-1 1,53-590-1,-6 638 310,16-213 0,-51 480-39,1 20 45,1 0 1,-1 0-1,0 0 1,0 0-1,1 0 1,-1 0-1,0 0 1,1 0-1,-1 0 1,0 1-1,0-1 0,1 0 1,-1 0-1,0 1 1,1-1-1,-1 0 1,1 1-1,-1-1 1,0 1-1,1-1 1,-1 0-1,1 1 0,-1-1 1,1 1-1,-1 0 1,1-1-1,-1 1 1,1-1-1,-1 2 1,-32 34 148,1 2-1,2 1 1,2 2 0,-26 49 0,-40 86-155,83-149 0,0 0 0,2 0 0,1 1 0,-8 53 0,15-73 0,0 0 0,1 0 0,-1 0 0,2-1 0,-1 1 0,1 0 0,0 0 0,1-1 0,0 1 0,0 0 0,0-1 0,1 0 0,1 1 0,-1-1 0,1-1 0,8 13 0,-6-13 0,0 0 0,1 0 0,-1-1 0,1 0 0,0-1 0,0 0 0,1 0 0,-1 0 0,1-1 0,0 0 0,0 0 0,0-1 0,0 0 0,0 0 0,1-1 0,9 0 0,10 0 0,1 0 0,-1-3 0,1 0 0,40-9 0,118-40 0,242-118-361,-10-35-231,-160 75 431,-259 129 161,43-22 0,2 2 0,1 1 0,67-17 0,-104 34 0,-1 1 0,0-1 0,1 1 0,0 1 0,-1 0 0,1 0 0,-1 1 0,1 0 0,-1 0 0,1 1 0,13 4 0,-17-3 0,1-1 0,0 2 0,-1-1 0,0 1 0,0-1 0,0 2 0,0-1 0,-1 0 0,1 1 0,-1 0 0,0 0 0,0 0 0,-1 0 0,0 1 0,0-1 0,3 9 0,1 3 133,-2 0 0,1 1 0,-2 0 1,4 36-1,-3 75-1236,-8 23-5537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1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1 24575,'0'0'0,"0"0"0,0 0 0,-1 2 0,-4 12 0,-11 32 0,-19 49 0,-15 45 0,-9 32 0,-1 20 0,9-21-8191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1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18 24575,'0'0'0,"0"-1"0,-1 0 0,0-1 0,-1-2 0,-1-1 0,0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2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216 651 24575,'92'-126'0,"99"-150"0,-182 262 0,-1-1 0,-1-1 0,0 1 0,-1-1 0,5-20 0,-10 33 0,0-1 0,0 0 0,0 0 0,-1 0 0,0 0 0,0 0 0,0 1 0,0-1 0,-1 0 0,1 0 0,-1 0 0,0 0 0,0 1 0,0-1 0,-1 0 0,1 1 0,-1-1 0,0 1 0,0 0 0,0-1 0,-1 1 0,1 0 0,-1 0 0,0 1 0,1-1 0,-1 0 0,0 1 0,-5-3 0,-3-1 0,0 1 0,0 0 0,0 1 0,-1 0 0,0 1 0,0 1 0,0-1 0,0 2 0,0 0 0,0 0 0,-21 2 0,11 1 0,1 1 0,0 0 0,0 2 0,0 0 0,-37 16 0,44-15 0,1 1 0,0 0 0,0 0 0,1 2 0,0 0 0,0 0 0,1 1 0,-20 22 0,25-24 0,0-1 0,1 2 0,0-1 0,0 0 0,1 1 0,0 0 0,1 0 0,0 0 0,0 1 0,1-1 0,0 0 0,0 1 0,1 0 0,1 18 0,2-9 0,1 0 0,0 0 0,2-1 0,0 1 0,1-1 0,1 0 0,1-1 0,0 0 0,12 18 0,18 23 0,51 59 0,-82-107 0,268 305 0,-134-160 0,-130-143 0,-1 1 0,0 0 0,0 0 0,-1 1 0,-1 1 0,12 28 0,-18-39 0,-1 0 0,0 1 0,0-1 0,0 0 0,0 1 0,-1-1 0,1 1 0,-1-1 0,-1 1 0,1-1 0,0 1 0,-1-1 0,0 1 0,0-1 0,-1 0 0,1 1 0,-1-1 0,0 0 0,0 0 0,0 0 0,0 0 0,-1-1 0,0 1 0,0-1 0,0 1 0,0-1 0,0 0 0,0 0 0,-7 4 0,0-1 0,0 0 0,-1-1 0,1 0 0,-1 0 0,0-1 0,0-1 0,-1 0 0,1 0 0,-1-2 0,1 1 0,-19-1 0,3-1 0,1-1 0,-1-1 0,1-2 0,-27-7 0,33 7 0,1-2 0,1 0 0,-1-1 0,1-1 0,-21-13 0,32 17 0,-1-1 0,1-1 0,0 1 0,0-1 0,1-1 0,-1 1 0,1-1 0,1 0 0,-1 0 0,1-1 0,1 1 0,-1-1 0,-5-16 0,7 12 3,0 1 0,1-1 0,0 0 0,1 0 0,0 1 0,1-1 0,0 0 0,1 0 0,2-12 0,3-8-468,2 0 0,11-31 0,37-83-6361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2.7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815 0 24575,'-6'11'0,"-159"372"0,118-265 0,-179 489-419,39 17 0,14 299 419,169-890 0,2-19 0,0 0 0,0 1 0,1-1 0,1 1 0,1-1 0,0 0 0,4 19 0,-5-33 0,-1 1 0,1-1 0,0 1 0,0-1 0,0 1 0,1-1 0,-1 1 0,0-1 0,0 1 0,0-1 0,0 1 0,0-1 0,1 0 0,-1 1 0,0-1 0,0 1 0,1-1 0,-1 1 0,0-1 0,1 0 0,-1 1 0,0-1 0,1 0 0,-1 1 0,0-1 0,1 0 0,-1 1 0,1-1 0,-1 0 0,1 0 0,-1 0 0,1 1 0,-1-1 0,1 0 0,-1 0 0,1 0 0,-1 0 0,1 0 0,-1 0 0,1 0 0,-1 0 0,1 0 0,-1 0 0,1 0 0,-1 0 0,1 0 0,-1-1 0,1 1 0,-1 0 0,0 0 0,1-1 0,-1 1 0,1 0 0,-1 0 0,1-1 0,-1 1 0,0 0 0,1-1 0,-1 1 0,0-1 0,1 1 0,-1-1 0,22-33 0,12-48-1225,2-15-4903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3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828 264 24575,'-6'-24'0,"3"19"0,0 0 0,-1 0 0,1 1 0,-1-1 0,0 1 0,0 0 0,-1 0 0,1 1 0,-1-1 0,0 1 0,1 0 0,-2 0 0,1 1 0,0 0 0,0 0 0,-1 0 0,1 0 0,-1 1 0,0 0 0,-6-1 0,-8 0 0,0 0 0,0 2 0,1 0 0,-35 6 0,11 2 0,1 2 0,0 2 0,1 1 0,0 3 0,1 1 0,1 2 0,1 1 0,1 2 0,0 2 0,2 1 0,1 2 0,-35 36 0,61-55 0,0 0 0,1 0 0,-10 16 0,17-23 0,-1 0 0,0-1 0,1 1 0,-1 0 0,1 0 0,-1 0 0,1-1 0,-1 1 0,1 0 0,0 0 0,-1 0 0,1 0 0,0 0 0,0 0 0,0 0 0,0 0 0,0-1 0,0 1 0,0 0 0,0 0 0,0 0 0,0 0 0,0 0 0,0 0 0,1 0 0,-1 0 0,0 0 0,1 0 0,-1-1 0,1 1 0,-1 0 0,1 0 0,-1 0 0,1-1 0,0 1 0,-1 0 0,1-1 0,0 1 0,-1 0 0,1-1 0,0 1 0,0-1 0,0 1 0,0-1 0,-1 0 0,1 1 0,0-1 0,0 0 0,0 0 0,0 1 0,0-1 0,0 0 0,0 0 0,0 0 0,0 0 0,0 0 0,0 0 0,1-1 0,10 1 0,0 0 0,0-1 0,-1-1 0,1 0 0,16-5 0,65-25 0,-74 25 0,325-144 0,-6-24 0,-107 53 0,-219 115 0,1 1 0,0 0 0,1 1 0,23-7 0,-33 12 0,0-1 0,0 1 0,0-1 0,1 1 0,-1 1 0,0-1 0,0 0 0,0 1 0,0 0 0,0 0 0,0 0 0,0 1 0,0-1 0,0 1 0,-1 0 0,1 0 0,-1 0 0,1 0 0,-1 1 0,4 3 0,2 3 0,0 1 0,-1-1 0,0 2 0,-1-1 0,0 1 0,-1 0 0,0 1 0,8 23 0,-1 7 0,11 57 0,0 42-1365,-7-1-5461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3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416 451 24575,'-3'2'0,"0"1"0,1-1 0,-1 1 0,0 0 0,1-1 0,-1 1 0,1 0 0,0 1 0,0-1 0,0 0 0,0 1 0,1-1 0,-2 5 0,-4 7 0,-30 65 0,4 2 0,-28 109 0,-25 177 0,-21 346 0,104-688 0,3-26 0,0 0 0,-1 0 0,1 0 0,0 0 0,0 0 0,0 0 0,0 0 0,0 0 0,0-1 0,0 1 0,0 0 0,-1 0 0,1 0 0,0 0 0,0 0 0,0 0 0,0 0 0,0 0 0,0 0 0,0 0 0,-1 0 0,1 0 0,0 0 0,0 0 0,0 0 0,0 0 0,0 0 0,0 0 0,0 1 0,0-1 0,-1 0 0,1 0 0,0 0 0,0 0 0,0 0 0,0 0 0,0 0 0,0 0 0,0 0 0,0 0 0,0 0 0,0 0 0,0 1 0,0-1 0,-1 0 0,1 0 0,0 0 0,0 0 0,0 0 0,0 0 0,0 0 0,0 0 0,0 1 0,0-1 0,0 0 0,0 0 0,0 0 0,0 0 0,0 0 0,0 0 0,0 0 0,0 1 0,0-1 0,0 0 0,0 0 0,1 0 0,-1 0 0,0 0 0,-9-43 0,-10-118 0,3-191 0,38-166 0,14 183 0,-25 269 0,3 0 0,43-124 0,-50 172 0,1 0 0,1 0 0,0 1 0,1 1 0,1 0 0,0 0 0,1 1 0,1 0 0,25-22 0,-29 30 0,0 0 0,0 1 0,1 1 0,-1-1 0,1 1 0,1 1 0,-1 0 0,1 1 0,-1-1 0,1 2 0,0 0 0,0 0 0,0 1 0,0 0 0,0 1 0,0 0 0,0 1 0,14 3 0,-10-1 0,0 0 0,0 1 0,-1 1 0,0 1 0,0 0 0,0 1 0,-1 0 0,0 1 0,0 0 0,-1 1 0,0 0 0,0 1 0,-1 1 0,-1 0 0,0 0 0,0 1 0,-1 0 0,-1 1 0,10 17 0,-9-11 0,0 1 0,-2 0 0,0 0 0,-1 1 0,-1 0 0,-1 0 0,-1 0 0,-1 0 0,0 1 0,-2-1 0,-1 1 0,0-1 0,-6 26 0,-4 0-273,-2 0 0,-2-1 0,-2-1 0,-23 45 0,6-24-6553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4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24575,'7'26'0,"0"-6"0,7 49 0,10 127 0,-15 75 0,9 102 0,-17-360 0,1 0 0,0 0 0,0 0 0,1-1 0,1 0 0,0 1 0,0-1 0,9 13 0,-12-23 0,0 0 0,0 0 0,0-1 0,0 1 0,1-1 0,-1 1 0,1-1 0,-1 1 0,1-1 0,0 0 0,0 0 0,-1 0 0,1 0 0,0 0 0,0 0 0,0-1 0,0 1 0,0 0 0,0-1 0,0 0 0,0 1 0,0-1 0,0 0 0,0 0 0,0 0 0,0 0 0,0-1 0,0 1 0,0 0 0,0-1 0,0 0 0,0 1 0,2-2 0,4-2 0,0 0 0,-1-1 0,1 0 0,-1 0 0,0-1 0,10-11 0,12-14 0,-2-1 0,-1-2 0,33-55 0,53-120 0,-106 197 0,166-362 0,-171 372 0,-1 0 0,1 0 0,0 0 0,0 0 0,0 0 0,0 0 0,0 0 0,1 0 0,-1 0 0,1 1 0,-1-1 0,1 0 0,-1 1 0,1 0 0,0-1 0,2 0 0,-2 1 0,0 1 0,1 0 0,-1-1 0,0 1 0,0 1 0,1-1 0,-1 0 0,0 0 0,0 1 0,0-1 0,1 1 0,-1 0 0,0 0 0,0-1 0,3 4 0,39 17 0,-21-9 0,1-1 0,0-1 0,0-2 0,40 10 0,-27-13 0,0-1 0,0-2 0,53-3 0,112-21 0,-142 14 0,-40 5 0,0 2 0,0 0 0,0 1 0,1 1 0,19 4 0,-28-3 0,-1 1 0,1 0 0,-1 1 0,1 0 0,-1 1 0,0 0 0,-1 1 0,0 0 0,16 13 0,-5-1 0,-1 1 0,-1 1 0,0 0 0,-2 2 0,16 25 0,64 124 0,-10-16 0,-56-113-1365,-4-12-5461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4.7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730 1 24575,'-3'6'0,"-92"182"-171,9 4 0,8 3-1,-88 349 1,98-237-171,-49 571-1,78-211 343,4-65 0,33-570 55,1-2-353,-2 1 0,-1-1 0,-12 45 0,0-38-5386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5.1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698 339 24575,'-37'22'0,"1"1"0,2 2 0,0 2 0,-47 47 0,47-41 0,-369 384 0,372-379 0,24-25 0,8-9 0,23-14 0,40-30 0,86-69 0,56-65 0,-190 160 0,495-461 0,-395 363 0,-99 95 0,-10 10 0,0-1 0,0 1 0,1 1 0,0 0 0,0 0 0,1 0 0,-1 1 0,12-5 0,-19 10 0,1-1 0,0 1 0,0-1 0,0 1 0,0 0 0,0 0 0,0 0 0,-1 0 0,1 0 0,0 0 0,0 0 0,0 1 0,0-1 0,0 1 0,-1-1 0,1 1 0,0 0 0,0-1 0,-1 1 0,3 2 0,0 0 0,1 1 0,-1 0 0,0 0 0,-1 0 0,1 1 0,3 4 0,9 16 0,-1 0 0,-1 1 0,15 41 0,24 91 0,-45-133 0,38 139-1365,-5-7-5461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5.5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1 176 24575,'0'0'0,"0"-2"0,-1 1 0,1 0 0,1-5 0,8-5 0,24-7 0,40-8 0,43-2 0,35-1 0,25 4 0,13 7 0,6 9 0,-7 8 0,-18 5 0,-29 3 0,-39 1-8191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5.8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427 1 24575,'0'0'0,"-1"0"0,-1 7 0,-5 12 0,-9 23 0,-10 30 0,-8 24 0,-7 22 0,-1 11 0,1-1 0,5-9 0,5-13 0,3-14 0,1-5 0,-1-9 0,-7-8 0,3-16-8191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5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8 169 24575,'0'0'0,"-2"-2"0,1 0 0,0 0 0,-1-3 0,0-1 0,13-4 0,25-6 0,32-8 0,32-5 0,26-9 0,-9 3-8191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6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196 126 24575,'-7'17'0,"-17"63"0,4 1 0,-10 92 0,16-83 0,-74 451 0,82-506 0,3-26 0,1-11 0,0-22 0,5-28 0,3 0 0,14-64 0,36-108 0,-46 186 0,149-488 0,-153 508 0,-3 7 0,0 1 0,1 0 0,0 1 0,0-1 0,1 1 0,13-18 0,-17 26 0,0 0 0,0-1 0,0 1 0,0 0 0,0 0 0,1 0 0,-1 1 0,0-1 0,1 0 0,-1 0 0,1 1 0,-1-1 0,1 1 0,-1-1 0,1 1 0,-1 0 0,1-1 0,-1 1 0,1 0 0,0 0 0,-1 0 0,1 0 0,-1 0 0,1 1 0,-1-1 0,1 0 0,-1 1 0,1-1 0,-1 1 0,1 0 0,-1-1 0,1 1 0,-1 0 0,0 0 0,1 0 0,0 1 0,5 4 0,0 0 0,0 1 0,-1 0 0,0 0 0,5 8 0,14 23 0,-1 2 0,31 72 0,25 95 0,15 34 0,-86-220 0,2-1 0,0 1 0,2-2 0,0 0 0,21 23 0,-29-36 0,2 0 0,-1 0 0,1-1 0,-1 1 0,1-1 0,1-1 0,-1 0 0,1 0 0,0 0 0,0-1 0,0 0 0,0 0 0,0-1 0,1 0 0,-1-1 0,1 0 0,11 0 0,-5-1 11,0-2 0,-1 0 0,1-1 0,0-1-1,-1 0 1,0-1 0,0 0 0,0-1 0,0-1-1,18-12 1,-5 1-382,-1-1 0,-1-1 0,40-43 0,-2-8-6455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7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62 24575,'-1'7'0,"-193"1144"0,181-1104 0,18-179 0,34-201 0,-39 332 0,22-135 0,5 1 0,6 0 0,59-150 0,-88 273 0,-1 3 0,1 0 0,0-1 0,0 2 0,1-1 0,0 0 0,0 1 0,1 0 0,7-9 0,-12 16 0,0 0 0,0 0 0,0 0 0,1 0 0,-1 1 0,0-1 0,0 0 0,1 1 0,-1-1 0,0 0 0,1 1 0,-1 0 0,0-1 0,1 1 0,-1 0 0,1 0 0,-1 0 0,1 0 0,-1 0 0,1 0 0,2 0 0,-2 1 0,1 0 0,-1 1 0,1-1 0,-1 0 0,1 1 0,-1-1 0,0 1 0,1 0 0,-1 0 0,0 0 0,2 2 0,4 7 0,0-1 0,0 2 0,-1-1 0,0 1 0,-1 0 0,-1 0 0,0 1 0,6 22 0,-2 3 0,7 71 0,-12-40 0,-2-1 0,-4 1 0,-3-1 0,-2 0 0,-24 97 0,-4-33 0,-89 220 0,112-320 0,11-28 0,3-5 0,25-40 0,-17 22 0,-7 14 0,272-436 0,-190 317 0,150-168 0,-225 281 0,-6 6 0,0 0 0,1 0 0,0 0 0,-1 1 0,1 0 0,1 0 0,7-4 0,-13 7 0,1 1 0,-1 0 0,1 0 0,0 0 0,-1-1 0,1 1 0,0 0 0,-1 0 0,1 0 0,-1 0 0,1 0 0,0 0 0,-1 0 0,1 1 0,0-1 0,-1 0 0,1 0 0,-1 0 0,1 1 0,0-1 0,-1 0 0,1 1 0,-1-1 0,1 0 0,-1 1 0,1-1 0,-1 1 0,1-1 0,-1 1 0,0-1 0,1 1 0,-1-1 0,0 1 0,1-1 0,-1 1 0,0-1 0,0 1 0,1 0 0,7 29 0,-4 4 0,-2 0 0,-1 0 0,-7 66 0,-25 108 0,26-182 0,-51 251-1365,29-161-5461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7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 24575,'0'0'0,"1"-1"0,0-1 0,3-3 0,6-3 0,14-2 0,19 1 0,15 5 0,9 6 0,1 5 0,-3 6 0,-12 0-8191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1:57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185 502 24575,'0'15'0,"-3"95"0,-26 163 0,-42 107 0,54-301 0,18-79 0,-1 0 0,0 0 0,0 0 0,0 0 0,0 1 0,0-1 0,0 0 0,0 0 0,0 0 0,0 0 0,0 0 0,0 1 0,0-1 0,0 0 0,0 0 0,0 0 0,0 0 0,0 0 0,0 1 0,0-1 0,0 0 0,0 0 0,0 0 0,-1 0 0,1 0 0,0 1 0,0-1 0,0 0 0,0 0 0,0 0 0,0 0 0,0 0 0,0 0 0,-1 0 0,1 0 0,0 1 0,0-1 0,0 0 0,0 0 0,0 0 0,-1 0 0,1 0 0,0 0 0,0 0 0,0 0 0,0 0 0,0 0 0,-1 0 0,1 0 0,0 0 0,0 0 0,0 0 0,0 0 0,0 0 0,-1 0 0,1 0 0,0 0 0,0 0 0,0 0 0,0-1 0,0 1 0,-1 0 0,1 0 0,0 0 0,0 0 0,0 0 0,0 0 0,-8-17 0,-6-26 0,2-11 0,2-1 0,2 0 0,3-1 0,3 1 0,2-1 0,2 0 0,17-95 0,-3 70 0,4 1 0,3 2 0,3 0 0,59-118 0,-65 155 0,2 1 0,51-69 0,-69 103 0,1 0 0,0 0 0,0 1 0,1 0 0,0 0 0,0 0 0,0 0 0,1 1 0,11-6 0,-15 9 0,0 0 0,1 0 0,-1 1 0,1-1 0,-1 1 0,1-1 0,0 1 0,-1 0 0,1 0 0,-1 1 0,1-1 0,-1 1 0,1 0 0,-1 0 0,1 0 0,-1 0 0,0 0 0,0 1 0,1 0 0,-1-1 0,0 1 0,3 4 0,6 3 0,-1 1 0,0 1 0,0 0 0,-2 0 0,1 1 0,-1 0 0,-1 1 0,9 17 0,4 14 0,20 60 0,-22-47 0,-2 1 0,-3 1 0,-2 1 0,5 89 0,-15-99 0,-2 0 0,-2 0 0,-2 0 0,-2-1 0,-24 89 0,24-116 0,-1 0 0,-2 0 0,0-1 0,-2 0 0,-18 29 0,22-41 0,0 0 0,0 0 0,0-1 0,-1 0 0,-1-1 0,1 1 0,-1-2 0,0 1 0,-1-1 0,1-1 0,-1 1 0,-1-2 0,-11 5 0,8-6 0,0 1 0,1-2 0,-2 0 0,1-1 0,0-1 0,0 0 0,0 0 0,0-2 0,0 1 0,0-2 0,-24-7 0,20 4 0,-1-1 0,1-1 0,1-1 0,-1 0 0,1-1 0,1-1 0,-29-24 0,38 28 0,1 1 0,-1-1 0,1 0 0,1 0 0,-1 0 0,1-1 0,1 0 0,-1 0 0,-4-13 0,7 16 0,1 0 0,0-1 0,0 1 0,0 0 0,0-1 0,1 1 0,0-1 0,0 1 0,1-1 0,0 1 0,-1-1 0,2 1 0,-1 0 0,1 0 0,-1 0 0,2-1 0,2-4 0,5-6-151,1 2-1,1-1 0,0 2 0,1-1 1,0 2-1,1 0 0,1 0 1,27-16-1,53-31-6674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14.1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 24575,'15'10'0,"15"6"0,1-1 0,0-1 0,1-2 0,63 16 0,142 15 0,-65-24 0,2-8 0,0-7 0,192-21 0,523-97 0,-591 69 0,-354 42 0,11 0 0,-118 4 0,232 18 0,230 25 0,-4-2 0,-283-39-227,1 0-1,-1 0 1,0 2-1,0-1 1,17 10-1,0 6-6598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14.7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1 197 24575,'45'-8'0,"1"1"0,0 2 0,76 3 0,-60 1 0,568 3-292,369-13-266,302-147 1266,-1288 155-575,-17 3-111,0 2-43,21-2 29,10-3-1373,-8 1-5461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15.1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0 129 24575,'34'3'0,"558"16"0,-507-20 0,733-34-488,-2-33 236,-550 44 327,-220 20-75,294-14 0,-327 19-1255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18.5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833 4680 24575,'1'-4'0,"0"0"0,-1 0 0,0-1 0,1 1 0,-1 0 0,-1 0 0,0-5 0,0-10 0,1-3 0,1-1193 0,76 280 0,-22 370 0,-31-1 0,-32 366 0,-8 1 0,-45-205 0,58 388 0,2 7 0,0 1 0,0-1 0,-1 1 0,0-1 0,-1 1 0,0 0 0,0 0 0,-1 0 0,0 1 0,-8-13 0,12 20 0,-1 0 0,0 0 0,0-1 0,0 1 0,0 0 0,0 0 0,0 0 0,0 0 0,1 0 0,-1 0 0,0 0 0,0 0 0,0 1 0,0-1 0,0 0 0,0 0 0,1 1 0,-1-1 0,0 1 0,0-1 0,0 1 0,-23 13 0,20-12 0,-58 41 0,1 2 0,2 3 0,3 3 0,1 2 0,3 2 0,-65 91 0,14 1 0,-133 256 0,227-390 0,0 4 0,12-16 0,9-8 0,7-8 0,-1-1 0,-1 0 0,0-1 0,24-33 0,51-85 0,-75 109 0,59-106 0,88-207 0,-105 207 0,-36 82 0,3 2 0,1 0 0,3 2 0,1 1 0,3 2 0,1 0 0,2 3 0,2 1 0,60-46 0,-88 77 0,0 0 0,0 1 0,1 0 0,0 1 0,1 0 0,-1 1 0,1 1 0,0 0 0,0 0 0,1 1 0,-1 1 0,0 0 0,1 1 0,0 0 0,-1 2 0,1-1 0,-1 1 0,1 1 0,-1 1 0,1 0 0,-1 0 0,0 1 0,22 11 0,-5 1 0,-1 0 0,0 3 0,-2 0 0,0 2 0,-1 0 0,-1 2 0,-1 1 0,36 48 0,9 22 0,65 120 0,-122-195 0,33 58-1365,-6-11-5461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27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678 1 24575,'0'0'0,"-3"11"0,-74 414 0,66-336 0,4 0 0,9 163 0,0-225 0,1 0 0,1 0 0,1 0 0,2-1 0,1 0 0,12 29 0,-16-46 0,1-1 0,-1 0 0,1-1 0,1 1 0,-1-1 0,1 0 0,1 0 0,-1-1 0,11 8 0,-11-10 0,0 0 0,0-1 0,1 0 0,-1 0 0,1 0 0,-1-1 0,1 0 0,0-1 0,0 1 0,0-1 0,0 0 0,0-1 0,12 0 0,0-3 0,-1 0 0,1-1 0,-1 0 0,0-2 0,-1 0 0,1-1 0,-1-1 0,-1-1 0,1 0 0,-1-1 0,-1 0 0,0-2 0,13-12 0,2-4 0,-2-1 0,-1-1 0,-1-1 0,-2-1 0,21-36 0,-27 40 0,-2-2 0,0 0 0,-2-1 0,-2 0 0,-1-1 0,12-51 0,-54 144 0,-32 112 0,-61 269 0,-1 196 0,23-109 0,101-523 0,-13 61 0,-2 0 0,-3-1 0,-40 90 0,50-136 0,-2-1 0,0 0 0,-2-1 0,0 0 0,0-1 0,-21 19 0,22-26 0,1 0 0,-2-1 0,1 0 0,-1-1 0,0 0 0,-1-1 0,0-1 0,0 0 0,0-1 0,-17 4 0,11-5 0,-1-1 0,1-1 0,-1-1 0,0 0 0,0-2 0,1 0 0,-1-1 0,1-1 0,-1-2 0,1 0 0,0 0 0,1-2 0,0-1 0,0 0 0,-24-15 0,30 16 0,0-1 0,1-1 0,0 0 0,1 0 0,0-2 0,0 1 0,1-1 0,1-1 0,0 0 0,0 0 0,1 0 0,1-1 0,0-1 0,1 1 0,0-1 0,1 0 0,0 0 0,2-1 0,-1 1 0,2-1 0,-2-28 0,5 15 0,2 0 0,0 0 0,2 0 0,1 0 0,2 1 0,0 0 0,2 0 0,21-41 0,-3 16 0,2 1 0,3 1 0,42-49 0,-15 28 30,3 4 0,3 2 0,109-82 0,-111 100-327,2 3 0,2 3 0,2 3 0,99-40 0,-106 56-6529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28.0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1 133 24575,'29'-21'0,"9"2"0,0 2 0,0 2 0,2 1 0,0 2 0,0 2 0,1 2 0,0 1 0,0 2 0,1 2 0,0 2 0,58 6 0,-82-4 0,-1 2 0,0 0 0,0 1 0,-1 0 0,1 1 0,21 11 0,-32-13 0,1 0 0,-1 1 0,0 0 0,0 1 0,0-1 0,-1 1 0,0 0 0,0 0 0,0 1 0,0 0 0,-1 0 0,0 0 0,0 0 0,0 0 0,-1 1 0,0 0 0,3 10 0,-3-1 0,0 1 0,-1-1 0,-1 1 0,-1 0 0,0-1 0,-1 1 0,-1 0 0,0-1 0,-2 0 0,0 0 0,-10 28 0,-6 8 0,-3-2 0,-33 57 0,0-14 0,-4-2 0,-4-3 0,-140 148 0,194-225 0,18-15 0,4-4 0,59-32 0,94-39 0,-129 64 0,1 2 0,0 1 0,1 3 0,70-10 0,-90 18 0,0 1 0,-1 0 0,1 1 0,0 1 0,-1 1 0,1 1 0,-1 0 0,0 1 0,0 1 0,-1 0 0,0 2 0,0 0 0,0 0 0,-1 1 0,25 21 0,-28-20 0,0 2 0,0-1 0,-1 2 0,0-1 0,-1 1 0,0 1 0,-2 0 0,1 0 0,-2 1 0,0 0 0,0 0 0,-2 1 0,0 0 0,-1 0 0,0 0 0,-1 0 0,1 18 0,-4 10 0,-2-1 0,-9 52 0,-2 39 0,14-102-1365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30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167 138 24575,'-74'435'0,"52"-285"0,17-116 0,-53 409 0,53-360 0,2 0 0,5-1 0,15 113 0,-16-186 0,1 2 0,-1-1 0,1 0 0,1 0 0,0 0 0,7 16 0,-9-23 0,0-1 0,1 0 0,-1 0 0,1 0 0,-1 0 0,1 0 0,0-1 0,0 1 0,0 0 0,0-1 0,0 1 0,0-1 0,0 0 0,0 0 0,0 0 0,1 0 0,-1 0 0,1 0 0,-1-1 0,0 1 0,1-1 0,-1 1 0,1-1 0,-1 0 0,1 0 0,-1 0 0,1 0 0,-1-1 0,4 0 0,84-19 0,143-49 0,-124 33 0,295-84 0,8 32 0,-316 76 0,-45 7 0,0-2 0,-1-2 0,68-22 0,-103 26 0,-1-1 0,0-1 0,0 0 0,0-1 0,-1 0 0,0-1 0,0-1 0,-1 0 0,-1 0 0,0-1 0,0-1 0,-1 0 0,0 0 0,-1-1 0,10-19 0,-5 2 0,-1-1 0,-1 0 0,-2 0 0,-2-1 0,0 0 0,-2-1 0,2-42 0,-5-8 0,-12-143 0,-6 80 0,-66-274 0,75 403 0,6 17 0,0 0 0,0-1 0,0 1 0,0 0 0,0 0 0,0 0 0,0 0 0,0 0 0,0 0 0,-1-1 0,1 1 0,0 0 0,0 0 0,0 0 0,0 0 0,0 0 0,0 0 0,-1 0 0,1 0 0,0 0 0,0 0 0,0-1 0,0 1 0,0 0 0,-1 0 0,1 0 0,0 0 0,0 0 0,0 0 0,0 0 0,-1 0 0,1 0 0,0 0 0,0 0 0,0 0 0,0 1 0,-1-1 0,1 0 0,0 0 0,0 0 0,0 0 0,0 0 0,-1 0 0,-13 31 0,-12 55 0,4 1 0,-12 107 0,27-153 0,-123 997 0,51 8 0,75-973 0,-11 411 0,15-475 120,1-12-1605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32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549 26 24575,'0'0'0,"-16"-25"0,15 25 0,0 0 0,-1 0 0,1 0 0,-1 0 0,1 0 0,0 0 0,-1 1 0,1-1 0,0 0 0,-1 1 0,1-1 0,0 1 0,0 0 0,-1-1 0,1 1 0,0 0 0,0 0 0,0 0 0,0 0 0,0 0 0,-1 1 0,-22 30 0,14-17 0,-184 219 0,50-65 0,132-152 0,0 1 0,2 0 0,0 0 0,1 1 0,0 0 0,2 1 0,1 0 0,0 0 0,1 0 0,-3 34 0,3 4 0,2 2 0,8 85 0,10-1 0,45 180 0,11 87 0,-63-286 0,-8 134 0,-26 127 0,18-289 0,-75 684 0,20-219 0,53 161 0,17-352 0,-10-245 0,0-46 0,3 0 0,15 106 0,-12-167 0,1 0 0,1 0 0,1 0 0,0 0 0,2-1 0,0 0 0,1-1 0,1 0 0,12 17 0,-14-23 0,1-1 0,0 0 0,1 0 0,0-1 0,0-1 0,1 0 0,0 0 0,0-1 0,1 0 0,0-1 0,0 0 0,1-1 0,-1-1 0,16 4 0,8-1 0,0-2 0,0-1 0,1-2 0,-1-2 0,72-8 0,-24-5 0,117-34 0,-146 31-455,-1-2 0,88-43 0,-80 27-6371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33.0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0 156 24575,'0'0'0,"5"-1"0,13-5 0,24-5 0,22-5 0,16-2 0,8 0 0,2 2 0,-1 1 0,-2 1 0,-5 2 0,-3 1 0,-7 1 0,-14 2-8191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33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24575,'0'0'0,"14"0"0,231-1 0,206 1 0,-408 1 0,0 2 0,0 2 0,62 14 0,-87-14 0,-1 1 0,1 0 0,-1 1 0,-1 1 0,0 1 0,0 0 0,0 1 0,-1 1 0,-1 0 0,24 23 0,-17-9 0,-1 1 0,-1 0 0,-1 2 0,-2 0 0,-1 1 0,-1 0 0,-1 1 0,13 50 0,0 21 0,17 138 0,40 461 0,13 90 0,50-39 0,11 80 0,-98-281 0,-55-409 0,-24 269 0,15-371 0,-1 0 0,-2-1 0,-2 0 0,-1-1 0,-2 0 0,-22 43 0,24-61 0,0 1 0,-1-2 0,-1 0 0,-1 0 0,0-1 0,-2-1 0,0 0 0,0-1 0,-1-1 0,-1-1 0,-1 0 0,-26 13 0,-4-3 17,0-3 0,-2-2 1,0-3-1,0-1 0,-2-3 0,-87 7 0,14-10-760,-206-14 1,186-5-6084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36.4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94 24575,'3'1'0,"-1"0"0,0 1 0,1-1 0,-1 1 0,0 0 0,0-1 0,0 1 0,-1 0 0,1 0 0,0 0 0,1 4 0,2 0 0,19 24 0,-1 2 0,-2 1 0,-1 1 0,-1 0 0,-2 1 0,18 56 0,54 230 0,-87-310 0,39 188 0,40 146 0,-78-337 0,-2-4 0,0 0 0,0 0 0,1-1 0,-1 1 0,1 0 0,4 5 0,-5-8 0,0 0 0,-1 0 0,1-1 0,0 1 0,0 0 0,0-1 0,0 1 0,0-1 0,0 1 0,0-1 0,0 1 0,0-1 0,0 0 0,0 1 0,0-1 0,0 0 0,0 0 0,0 0 0,0 0 0,0 0 0,0 0 0,0 0 0,1 0 0,-1-1 0,0 1 0,0 0 0,0 0 0,0-1 0,0 1 0,2-2 0,6-3 0,0 0 0,0 0 0,0-1 0,-1-1 0,1 1 0,9-12 0,43-52 0,-51 58 0,69-92 0,123-217 0,33-135 0,-193 370 0,51-105-1365,-72 150-5461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2:40.5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891 785 24575,'12'0'0,"193"-7"0,0-8 0,307-64 0,-189-3 0,-279 68 0,0-3 0,-2-1 0,0-3 0,-1-1 0,43-31 0,-73 45 0,-1 0 0,0-1 0,0 0 0,-1 0 0,0-1 0,11-15 0,-18 21 0,0 1 0,0-1 0,0 1 0,-1-1 0,1 0 0,-1 0 0,0 0 0,0 0 0,0 0 0,0 0 0,-1 0 0,1 0 0,-1 0 0,0 0 0,-1 0 0,1 0 0,-1 0 0,1 0 0,-1 0 0,-1 0 0,1 0 0,0 0 0,-1 1 0,-3-7 0,-3-2 0,0 2 0,-1-1 0,0 1 0,-1 0 0,0 1 0,-1 0 0,1 1 0,-1 0 0,-1 1 0,-12-7 0,-15-5 0,-79-27 0,31 20 0,0 4 0,-1 4 0,-140-11 0,-275 22 0,41 38 0,322-12 0,-173 44 0,280-54 0,0 0 0,1 2 0,0 1 0,1 2 0,-32 19 0,55-28 0,-1 0 0,1 1 0,1 0 0,-1 1 0,1 0 0,0 0 0,0 0 0,1 1 0,0 0 0,0 0 0,1 0 0,0 1 0,1 0 0,0 0 0,0 0 0,1 1 0,0-1 0,0 1 0,1 0 0,1-1 0,-2 18 0,4-14 0,0 0 0,1 0 0,0 0 0,1-1 0,0 1 0,1-1 0,0 0 0,1 0 0,1 0 0,0-1 0,0 1 0,1-2 0,1 1 0,-1-1 0,2 0 0,-1 0 0,2-1 0,12 11 0,5 1 0,0-2 0,1 0 0,1-2 0,0-1 0,63 24 0,-22-16-24,1-4 0,1-3 0,1-3 0,0-3 0,105 2 0,-32-12-277,259-33 1,-211 4 300,-1-10 0,-2-8 0,214-81 0,-372 114-1241,-14 5-4964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09.0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1 431 24575,'0'0'0,"2"-1"0,11-5 0,35-14 0,54-20 0,51-13 0,41-5 0,26 1 0,13 7-767,2 8 767,-4 9 0,-14 7 0,-17 7 0,-24 6 0,-26 5 0,-39 4-7424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09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24575,'2'17'0,"21"208"0,-6 232 0,-38 225 0,18-621 0,-4 238-1365,8-187-5461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09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24575,'0'0'0,"7"6"0,30 26 0,-2 2 0,-1 2 0,-2 0 0,34 52 0,-17-14 0,55 115 0,-68-112 0,-3 1 0,-4 2 0,-4 1 0,-3 1 0,-3 1 0,9 102 0,-22-113 0,-3 0 0,-3 0 0,-4 0 0,-2 0 0,-3-1 0,-4 0 0,-36 115 0,49-184 0,-5 13 0,-1 1 0,0-1 0,-9 16 0,8-23 0,4-12 0,4-21 0,14-56 0,4 1 0,32-89 0,-35 118 0,400-1086-1365,-396 1085-5461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11.9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202 1493 24575,'0'0'0,"-2"7"0,-73 300 0,-4 17 0,64-244 0,3 1 0,-1 86 0,18-106 0,-4-78 0,-1 1 0,0-1 0,-3-19 0,0-11 0,-2-112 0,7 0 0,36-256 0,-37 408 0,-1 4 0,0 0 0,1 0 0,0-1 0,-1 1 0,1 0 0,0 0 0,3-5 0,5 5 0,6 13 0,9 15 0,-2 2 0,0 0 0,20 35 0,25 31 0,-64-88 0,1-1 0,0 1 0,1-1 0,-1 0 0,1 0 0,0-1 0,0 1 0,0-1 0,0 0 0,1 0 0,-1-1 0,1 0 0,0 0 0,6 2 0,-4-3 0,1 0 0,-1-1 0,1 0 0,-1 0 0,1 0 0,-1-1 0,1-1 0,-1 1 0,13-5 0,11-6 0,0 0 0,-1-2 0,-1-2 0,49-32 0,106-92 0,-140 104 0,-39 31 0,-1 1 0,1 0 0,0 0 0,0 1 0,1-1 0,-1 1 0,12-3 0,-15 5 0,0 0 0,1 1 0,-1 0 0,0-1 0,1 1 0,-1 0 0,0 1 0,1-1 0,-1 1 0,0-1 0,0 1 0,0 0 0,1 0 0,-1 0 0,0 1 0,0-1 0,0 1 0,4 3 0,2 2 0,0 1 0,-1 0 0,0 0 0,0 1 0,-1 0 0,0 1 0,0 0 0,8 17 0,36 92 0,-48-112 0,39 122 0,23 54 0,-61-174 0,1 0 0,-1-1 0,1 1 0,1-1 0,-1-1 0,1 1 0,1-1 0,0 0 0,12 11 0,-13-14 0,-1-1 0,1 0 0,0 0 0,-1 0 0,1-1 0,1 1 0,-1-2 0,0 1 0,0-1 0,1 0 0,-1 0 0,1 0 0,-1-1 0,1 0 0,9-1 0,4-3 0,-1 0 0,1-2 0,-1 0 0,0-1 0,0-1 0,-1 0 0,0-2 0,0 0 0,-1-1 0,23-19 0,-1-2 0,-3-2 0,-1-1 0,35-45 0,-30 29 0,-3-1 0,-2-2 0,47-98 0,-64 111 0,-1-2 0,-2 0 0,-1-1 0,-3-1 0,11-87 0,-22 130 0,1-6 0,0-1 0,0 1 0,-1 0 0,0 0 0,-1-1 0,1 1 0,-2 0 0,1 0 0,-1 0 0,-4-13 0,6 21 0,0 0 0,-1 0 0,1-1 0,0 1 0,0 0 0,0 0 0,0 0 0,0-1 0,0 1 0,0 0 0,0 0 0,0 0 0,-1 0 0,1 0 0,0-1 0,0 1 0,0 0 0,0 0 0,0 0 0,-1 0 0,1 0 0,0 0 0,0-1 0,0 1 0,0 0 0,-1 0 0,1 0 0,0 0 0,0 0 0,0 0 0,-1 0 0,1 0 0,0 0 0,0 0 0,0 0 0,-1 0 0,1 0 0,0 0 0,0 0 0,0 0 0,-1 0 0,1 0 0,0 1 0,-6 9 0,1 18 0,2 9 0,3 0 0,8 72 0,24 80 0,-23-141 0,48 238 0,32 182 0,-36 2 0,-52-356 0,-2-101 0,3-35 0,21-105 0,72-227 0,-83 315 0,122-384-945,107-383 604,-204 647 299,-6-1-1,-8-1 0,4-185 1,-29 147-3,-1 171 46,0 1 1,-1-1 0,-2 1 0,-17-49 0,23 74 13,-1 0 1,0-1-1,0 1 1,0 0-1,0 0 1,0 0-1,0 0 1,-1 0 0,1 0-1,-1 1 1,1-1-1,-1 0 1,1 1-1,-5-3 1,6 4 2,-1-1-1,0 1 1,0 0 0,1 0-1,-1 0 1,0 0 0,0 0-1,1 0 1,-1 0 0,0 0-1,0 1 1,1-1 0,-1 0 0,0 0-1,0 1 1,1-1 0,-1 0-1,0 1 1,1-1 0,-1 0-1,0 1 1,1-1 0,-1 1-1,1 0 1,-1-1 0,1 1 0,-1-1-1,0 2 1,-4 7 106,-1 0 1,2 0-1,-1 0 0,1 1 1,-3 13-1,-11 39-124,3 1 0,3 0 0,2 1 0,-2 88 0,11-36 0,22 181 0,-2-163 0,6-1 0,57 180 0,-47-212 0,4-2 0,4-1 0,86 143 0,-109-208 0,2-1 0,1-1 0,2-1 0,0 0 0,2-2 0,41 33 0,-55-52 0,0-1 0,0 0 0,1 0 0,-1-1 0,2-1 0,-1 0 0,1-1 0,15 3 0,-18-6 0,0-1 0,0 0 0,0 0 0,0-1 0,0-1 0,0 0 0,0 0 0,0-1 0,0-1 0,0 0 0,15-7 0,-5 0 0,-1 0 0,-1-2 0,0-1 0,-1 0 0,0-1 0,-1-1 0,-1-1 0,0-1 0,-1 0 0,-1-1 0,23-36 0,-13 14 0,-2-1 0,-1-1 0,-3-1 0,27-88 0,-33 83 0,-2-1 0,-2-1 0,3-56 0,-10 76 0,-2 1 0,-1-1 0,-2 0 0,0 0 0,-2 1 0,-14-45 0,15 61 0,-1 1 0,0 0 0,-1 0 0,0 0 0,-1 1 0,-16-21 0,18 27 0,1-1 0,-1 2 0,-1-1 0,1 1 0,-1 0 0,1 0 0,-1 0 0,-1 1 0,1-1 0,0 2 0,-1-1 0,1 1 0,-1 0 0,-12-2 0,7 3 0,0 1 0,0 0 0,0 1 0,0 0 0,0 1 0,0 0 0,0 1 0,1 1 0,-1 0 0,1 0 0,0 1 0,0 0 0,0 1 0,-11 8 0,-1 2 0,1 1 0,0 1 0,2 1 0,0 0 0,-19 26 0,23-25 0,1 1 0,1 0 0,0 2 0,2-1 0,1 1 0,1 1 0,1 0 0,-11 45 0,18-59 0,0 0 0,1 1 0,0 0 0,1-1 0,1 1 0,-1-1 0,2 1 0,-1-1 0,1 0 0,5 15 0,-3-17 0,-1-1 0,1 1 0,0-1 0,1 0 0,0 0 0,0 0 0,0-1 0,1 0 0,0 0 0,0 0 0,1-1 0,-1 0 0,1 0 0,12 6 0,-1-2 0,0-1 0,1-1 0,0-1 0,0-1 0,0 0 0,1-1 0,-1-1 0,1-1 0,29-1 0,22-4 0,93-16 0,-46 4 0,103 12 0,-103 4 0,-99-2 0,1-1 0,-1 0 0,0-2 0,0 0 0,0-1 0,0-1 0,-1-1 0,0 0 0,0-1 0,-1-1 0,0-1 0,0-1 0,-1 0 0,-1-1 0,0-1 0,-1 0 0,0-1 0,13-16 0,3-9 0,-1-2 0,-3 0 0,-1-2 0,-2-1 0,-2 0 0,16-50 0,-8 10 0,-3-1 0,-4-1 0,-3-2 0,-5 0 0,-3 0 0,-1-92 0,-14 116 0,4 64 0,0 0 0,0 0 0,0 0 0,0 0 0,0 0 0,0 0 0,1-1 0,-1 1 0,0 0 0,0 0 0,0 0 0,0 0 0,0 0 0,0-1 0,0 1 0,0 0 0,0 0 0,0 0 0,0 0 0,0 0 0,0-1 0,0 1 0,0 0 0,-1 0 0,1 0 0,0 0 0,0 0 0,0 0 0,0-1 0,0 1 0,0 0 0,0 0 0,0 0 0,0 0 0,0 0 0,-1 0 0,1 0 0,0 0 0,0-1 0,0 1 0,0 0 0,0 0 0,0 0 0,-1 0 0,1 0 0,0 0 0,0 0 0,0 0 0,0 0 0,0 0 0,-1 0 0,1 0 0,0 0 0,0 0 0,0 0 0,0 0 0,0 0 0,-1 0 0,1 0 0,0 0 0,0 0 0,0 0 0,0 1 0,-7 12 0,-3 27 0,-42 331 0,29 7 0,-13 120 0,35-487 0,-3 32 0,-2-1 0,-1 0 0,-2 0 0,-26 72 0,34-112 0,1 0 0,-1 0 0,0-1 0,0 1 0,0 0 0,0 0 0,0-1 0,0 1 0,-1-1 0,1 1 0,-1-1 0,1 1 0,-1-1 0,-1 2 0,3-3 0,-1 0 0,1 0 0,-1 0 0,1 0 0,0 0 0,-1 0 0,1 0 0,0 0 0,-1 0 0,1 0 0,-1 0 0,1 0 0,0-1 0,-1 1 0,1 0 0,0 0 0,-1 0 0,1 0 0,0-1 0,-1 1 0,1 0 0,0 0 0,-1-1 0,1 1 0,0 0 0,-1-1 0,-8-19 0,3-10 0,2 0 0,0-1 0,2 1 0,3-42 0,2-30 0,22-142 0,-15 187 0,3-1 0,2 1 0,43-105 0,-45 136 0,0 0 0,2 1 0,0 0 0,2 1 0,1 1 0,21-22 0,-28 34 0,0 0 0,1 1 0,0 0 0,1 1 0,-1 1 0,2 0 0,-1 1 0,1 0 0,0 1 0,1 0 0,-1 1 0,1 1 0,17-3 0,-26 7 0,0-1 0,0 1 0,0 0 0,0 0 0,0 0 0,0 1 0,0 0 0,0 0 0,0 1 0,0 0 0,0 0 0,-1 0 0,11 6 0,-9-3 0,0 0 0,0 1 0,-1-1 0,1 1 0,-2 0 0,1 1 0,-1 0 0,9 13 0,0 7 0,-2-1 0,-1 1 0,-1 1 0,10 47 0,18 123 0,-29-135 0,3-1 0,3 0 0,28 76 0,-37-124 0,0-1 0,0-1 0,1 1 0,1-1 0,0-1 0,11 13 0,-16-20 0,1-1 0,0 1 0,0-1 0,0 0 0,0 0 0,0 0 0,1 0 0,-1-1 0,1 1 0,0-1 0,-1-1 0,1 1 0,0-1 0,0 1 0,0-1 0,0-1 0,1 1 0,-1-1 0,10 0 0,-6-2 0,-1 0 0,0 0 0,1 0 0,-1-1 0,0 0 0,0-1 0,-1 0 0,1 0 0,11-9 0,-1-1 0,-1 0 0,28-31 0,-10 3 0,-2-1 0,-1-2 0,-3-1 0,-1-1 0,38-95 0,-38 70 0,-3-1 0,-4-1 0,20-125 0,-32 127 0,-3 0 0,-4-83 0,-4 118 0,-1-1 0,-2 1 0,-1 0 0,-2 0 0,-25-69 0,22 85-1365,4 11-5461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12.7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0 217 24575,'0'0'0,"0"16"0,9 143 0,55 297 0,-53-389 0,4-2 0,2 0 0,4-1 0,30 68 0,-49-128 0,0-1 0,0 1 0,0-1 0,0 0 0,1 1 0,-1-1 0,1 0 0,5 4 0,-7-6 0,0-1 0,-1 1 0,1-1 0,0 0 0,0 1 0,0-1 0,0 0 0,0 1 0,0-1 0,0 0 0,0 0 0,0 0 0,0 0 0,0 0 0,0 0 0,0 0 0,0 0 0,0 0 0,-1 0 0,1-1 0,0 1 0,0 0 0,0-1 0,0 1 0,0-1 0,0 1 0,0-1 0,-1 1 0,1-1 0,0 1 0,0-1 0,-1 0 0,1 1 0,0-1 0,-1 0 0,1 0 0,-1 0 0,1 1 0,0-2 0,2-4 0,1 0 0,-1 0 0,0 0 0,-1-1 0,1 1 0,-1-1 0,-1 1 0,3-11 0,1-58 0,-4 63 0,-12-359 0,1 18 0,10 343 0,0-48 0,3-1 0,2 1 0,3-1 0,17-59 0,-25 116 0,0 1 0,1 0 0,-1 0 0,0-1 0,1 1 0,0 0 0,-1 0 0,1-1 0,0 1 0,-1 0 0,1 0 0,0 0 0,0 0 0,0 0 0,0 0 0,0 0 0,0 1 0,0-1 0,0 0 0,0 1 0,0-1 0,1 0 0,-1 1 0,2-1 0,-1 1 0,0 0 0,0 0 0,0 0 0,0 0 0,0 0 0,1 1 0,-1-1 0,0 1 0,0 0 0,0-1 0,0 1 0,0 0 0,3 2 0,7 6 0,0 0 0,0 1 0,16 17 0,-20-19 0,283 327 0,-55-55 0,-223-266 0,1 0 0,0-1 0,1-1 0,0 0 0,20 10 0,-28-18 0,1 0 0,-1-1 0,1 0 0,0 0 0,0-1 0,0 0 0,0 0 0,0-1 0,1 0 0,-1 0 0,0-1 0,1 0 0,-1-1 0,13-2 0,0-3 0,-1 0 0,1-2 0,-1 0 0,-1-1 0,1-1 0,-2-1 0,1-1 0,20-17 0,17-18 0,52-56 0,-8-6 0,-99 108 0,-1 0 0,0 1 0,1-1 0,-1 0 0,1 1 0,-1-1 0,1 0 0,-1 1 0,1-1 0,0 0 0,-1 1 0,1-1 0,0 1 0,-1-1 0,1 1 0,0-1 0,0 1 0,-1 0 0,1-1 0,0 1 0,0 0 0,0 0 0,0 0 0,-1-1 0,1 1 0,0 0 0,0 0 0,0 0 0,0 0 0,0 1 0,-1-1 0,1 0 0,0 0 0,0 0 0,0 1 0,-1-1 0,1 0 0,0 1 0,0-1 0,0 1 0,-1-1 0,1 1 0,0-1 0,-1 1 0,1-1 0,-1 1 0,1 0 0,-1-1 0,1 1 0,-1 0 0,2 1 0,2 5 0,-1 1 0,0-1 0,0 1 0,3 12 0,-4-12 0,24 104 0,-4 1 0,7 141 0,-18-148 0,-6-51-682,-1 66-1,-8-51-6143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13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1 907 24575,'16'7'0,"-6"-4"0,26 7 0,1-2 0,39 4 0,393 22-77,15-38-1253,912-70-265,2-47-1515,-922 78 1830,190-17 868,4045-387-3619,-4200 393 3832,1044-98 812,-1119 129 1151,-296 20-298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4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24575,'0'18'0,"25"1991"-726,-14-1722 726,7 238 0,-30-3 0,12-500-10,0-16 102,0 0 0,-1 0 0,1 0 0,-1 0 0,0 0 0,0-1 0,-4 10 0,4-17-1457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4.6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24575,'3'16'0,"35"565"0,-34-425 0,145 1618-906,91-357 1057,-235-1393 583,-2-15-776,-3-11-1260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5.1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0 600 24575,'101'6'0,"0"-3"0,135-15 0,-213 10 0,727-71-728,1-27 91,-324 41 802,1277-179-175,-1094 152-161,-523 72 219,-26 4 603,108-5-1,-166 18-631,-9 1-862,4-3 334,-11 8-6317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5.6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1 611 24575,'18'-8'0,"-4"5"0,450-104 17,12 40-222,323-9-604,6 25 583,303-23 352,-12-66-161,-1044 131 52,43-8 69,119-35 0,-200 46-508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6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0 348 24575,'19'-1'0,"-4"-1"0,771-95-154,-2-36-395,-189 30-676,-523 91-5038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6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218 0 24575,'-8'8'0,"0"15"0,2 0 0,1 1 0,1-1 0,0 1 0,1 30 0,-1-3 0,-41 685 44,13-150-630,-4-156 429,-8 109 295,26-2-1484,18-475-4938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6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0 604 24575,'28'-8'0,"786"-172"-334,12 35-355,111-22 712,-879 156-128,12-1-260,0-4 1,92-33-1,-128 33-5627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7.1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369 0 24575,'1'9'0,"118"1220"-878,-155 1304-942,-93-1387 1680,-108-22-494,224-1077 583,2-2 431,-3 0-1,-29 66 0,38-101-6185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8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359 1013 24575,'1'12'0,"33"241"0,2 373 0,-72 201-354,-39 1-315,8-111 931,67-717-252,0 0 1,0 0 0,0 0 0,0 0 0,0 0 0,0 0 0,0 0-1,0 0 1,0 0 0,0 0 0,0-1 0,-1 1 0,1 0 0,0 0-1,0 0 1,0 0 0,0 0 0,0 0 0,0 0 0,0 0-1,0 0 1,0 0 0,0 0 0,0 0 0,-1 0 0,1 0 0,0 0-1,0 0 1,0 0 0,0 0 0,0 0 0,0 0 0,0 0 0,0 0-1,0 0 1,-1 0 0,1 0 0,0 0 0,0 0 0,0 0 0,0 0-1,0 0 1,0 0 0,0 0 0,0 0 0,0 0 0,0 0 0,0 0-1,-1 0 1,1 0 0,0 0 0,0 1 0,0-1 0,0 0-1,0 0 1,0 0 0,0 0 0,0 0 0,0 0 0,0 0 0,0 0-1,0 0 1,0 0 0,0 1 0,0-1 0,-9-13 101,-9-23-179,-8-32 67,2-1 0,-26-129 0,-2-150 0,7-143-295,21-550 0,75 292 278,-34 637 14,4 1 0,6 2 0,4 0-1,74-169 1,-84 234 28,2 1 0,2 1 1,1 2-1,2 0 0,2 1 0,36-35 1,-42 51 18,0 2 0,1 0 0,1 1 0,1 2 0,0 1 0,2 1 0,0 2 0,0 0 1,63-18-1,-56 24-44,-1 1 0,1 2 1,0 1-1,1 2 0,-1 2 1,0 1-1,1 2 0,-1 1 1,0 2-1,-1 1 0,0 2 1,0 2-1,-1 1 0,0 1 1,-1 2-1,0 2 0,50 34 1,-56-33-1,-1 2 0,-1 1 0,-1 0 0,0 2 0,-2 1 0,-1 1 0,-1 1 0,-1 0 0,-1 2-1,-1 0 1,-2 1 0,-1 0 0,-1 1 0,-1 1 0,-2 0 0,-2 0 0,0 1 0,-2 0 0,3 62 0,-9-56 0,-2 0 0,-1 0 0,-3 0 0,0 0 0,-23 69 0,10-55 0,-2-2 0,-2 0 0,-48 74 0,16-44 0,-3-3 0,-4-3 0,-3-2 0,-97 83 0,-117 65 0,218-180 0,-2-2 0,-124 54 0,176-87 0,2-1 0,0 0 0,-1-1 0,1 0 0,-1 0 0,1-1 0,-1 0 0,-11 0 0,21-2 3,-1 0 0,1 0-1,0 0 1,-1 0 0,1 0-1,0-1 1,-1 1 0,1 0-1,0 0 1,-1 0-1,1 0 1,0-1 0,-1 1-1,1 0 1,0 0 0,0-1-1,-1 1 1,1 0 0,0-1-1,0 1 1,0 0 0,-1-1-1,1 1 1,0 0 0,0-1-1,0 1 1,0 0 0,0-1-1,0 1 1,0-1 0,-1 1-1,1 0 1,0-1 0,0 1-1,1 0 1,-1-1 0,0 1-1,0-1 1,3-17-1051,-2 16 627,2-9-6405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8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1 283 24575,'0'-1'0,"0"1"0,1-1 0,-1 1 0,0-1 0,0 1 0,1-1 0,-1 1 0,0-1 0,1 1 0,-1 0 0,0-1 0,1 1 0,-1-1 0,1 1 0,-1 0 0,1 0 0,-1-1 0,1 1 0,-1 0 0,1 0 0,-1-1 0,1 1 0,-1 0 0,1 0 0,-1 0 0,1 0 0,-1 0 0,1 0 0,0 0 0,-1 0 0,1 0 0,-1 0 0,1 0 0,8-1 0,963-153 8,8 64-1099,526 62 1005,-1421 34-156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9.0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0 546 24575,'0'0'0,"165"10"0,100-15-242,333-48 0,260-87-133,-244 22 377,706-116 139,-1276 228-790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49.9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3 195 24575,'0'0'0,"0"0"0,0 0 0,0 0 0,0 0 0,0 0 0,0 0 0,0 0 0,0 0 0,0 0 0,-1 0 0,1 0 0,0 0 0,0 0 0,0 0 0,0 0 0,0 0 0,0 0 0,0 0 0,0 0 0,0 0 0,0 0 0,-1 0 0,1 0 0,0 0 0,0 0 0,0 0 0,0 0 0,0 0 0,0 0 0,0 0 0,0 0 0,0-1 0,0 1 0,0 0 0,0 0 0,0 0 0,0 0 0,0 0 0,0 0 0,0 0 0,0 0 0,0 0 0,-1 0 0,1-1 0,0 1 0,0 0 0,0 0 0,1 0 0,-1 0 0,0 0 0,0 0 0,0 0 0,0 0 0,0 0 0,0-1 0,0 1 0,0 0 0,0 0 0,0 0 0,0 0 0,0 0 0,0 0 0,0 0 0,0 0 0,0 0 0,8-5 0,314-49 0,-232 41 0,1163-103 0,-1235 115-88,36-1-337,1 1-1,88 12 0,-125-7-6400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0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0 337 24575,'0'0'0,"156"1"0,358-56 0,1-32 0,-311 50 0,-203 37-1,874-146-1363,-788 133-5462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0.6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 24575,'0'0'0,"7"-1"0,563-17 83,156-15-1531,-683 27-5378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0.9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1 608 24575,'6'-2'0,"0"0"0,1 0 0,-1-1 0,9-6 0,14-6 0,432-157 0,13 32 0,-464 137 0,430-115 0,-198 55 0,-204 52-455,0-1 0,38-17 0,-27 3-6371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1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168 0 24575,'-2'9'0,"-51"421"12,36 2-161,57 861-591,2-198 810,-45-787-78,-65 473 1,63-743 7,0-2 0,-1 1 0,-2 0 0,-14 37 0,22-72-27,-1 0 0,1 0 0,-1 0-1,0 0 1,0 0 0,0 0 0,0 0 0,0 0-1,0-1 1,-1 1 0,1 0 0,0-1 0,-1 1-1,1-1 1,-1 1 0,0-1 0,0 0-1,1 0 1,-1 0 0,0 0 0,0 0 0,0 0-1,0 0 1,-4 0 0,-16-1-6662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1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237 1 24575,'-3'11'0,"-4"58"0,3 114 0,4-89 0,-62 1366-837,4-910 847,-35 473-33,84-780 74,10 0 0,41 298-1,-36-502 648,-5-35-2063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2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1066 609 24575,'-14'-13'0,"10"12"0,0 0 0,0 1 0,0 0 0,0 0 0,0 0 0,0 1 0,0-1 0,0 1 0,0 0 0,0 0 0,0 0 0,0 1 0,-4 2 0,2-2 0,-32 14 0,0 1 0,1 2 0,1 2 0,-40 30 0,-128 119 0,135-103 0,4 2 0,-101 138 0,126-149 0,3 3 0,2 0 0,3 3 0,-33 94 0,54-125 0,1 1 0,2 0 0,1 0 0,2 1 0,1 0 0,2 69 0,2-88 0,2 1 0,0-1 0,1 0 0,1 1 0,0-2 0,2 1 0,-1 0 0,2-1 0,0 0 0,1-1 0,0 0 0,1 0 0,1 0 0,0-1 0,1-1 0,22 21 0,-16-20 0,1-1 0,0 0 0,1-2 0,0 0 0,1-1 0,0-2 0,0 1 0,1-2 0,-1-1 0,2-1 0,-1 0 0,0-2 0,0 0 0,39-3 0,-15-2 0,0-2 0,0-2 0,-1-1 0,0-3 0,-1-2 0,45-19 0,-37 10 0,-1-3 0,-1-2 0,-2-2 0,0-2 0,-3-2 0,0-2 0,-2-2 0,-2-1 0,-1-2 0,-3-2 0,-1-2 0,-2-1 0,31-56 0,-39 56 0,-2-1 0,-2-1 0,-2 0 0,-2-2 0,-3 0 0,-1-1 0,-3 0 0,-2 0 0,-2-1 0,-3 0 0,-1-1 0,-3 1 0,-2 0 0,-14-76 0,4 74 0,-2 1 0,-2 0 0,-2 1 0,-2 0 0,-3 2 0,-2 1 0,-1 1 0,-3 1 0,-2 2 0,-2 1 0,-1 2 0,-3 1 0,-1 2 0,-1 1 0,-3 3 0,-59-39 0,78 60 20,0 0 0,0 1 0,-1 2 0,-1 0 0,-43-9 0,51 15-169,0 1 1,-1 1-1,1 1 1,-1 1-1,1 0 1,-1 1-1,0 1 1,1 1-1,-18 5 1,6 1-6678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2.9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924 0 24575,'-9'27'0,"-247"974"-138,65 69-611,66 11 810,99-804-61,-75 731 0,-26-7 0,48-561-1228,69-399-4909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3.6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1235 863 24575,'2'10'0,"15"107"0,-5 1 0,-5 0 0,-16 219 0,-81 350 0,72-575 0,-51 311 0,65-416 0,0-16 0,-5-22 0,9 29 0,-29-137 0,-14-177 0,19-147 0,25-57 0,7 374 0,41-223 0,-37 310 0,3 0 0,3 2 0,2 0 0,2 1 0,3 1 0,36-57 0,-44 84 0,1 2 0,1 0 0,1 1 0,1 1 0,1 1 0,1 0 0,1 2 0,1 1 0,1 1 0,1 1 0,0 2 0,2 0 0,32-12 0,-44 22 0,0 0 0,1 2 0,0 0 0,0 0 0,0 2 0,0 0 0,0 1 0,1 1 0,-1 1 0,28 4 0,-38-3 0,1 0 0,0 1 0,-1-1 0,1 2 0,-1-1 0,0 1 0,0 0 0,-1 1 0,1 0 0,-1 0 0,0 0 0,0 1 0,-1 0 0,1 1 0,-1-1 0,-1 1 0,1 0 0,-1 1 0,-1-1 0,1 1 0,-1 0 0,0 0 0,3 12 0,-3-5 0,-1 0 0,-1 0 0,0 0 0,0 0 0,-2 1 0,0-1 0,0 0 0,-2 1 0,0-1 0,-1 0 0,0 0 0,-10 27 0,1-11 0,-2 0 0,-1 0 0,-1-2 0,-38 53 0,12-30 0,-3-1 0,-1-3 0,-2-1 0,-3-3 0,-1-2 0,-68 41 0,22-23 0,-2-6 0,-195 77 0,216-102-170,-1-4-1,-1-3 0,-1-4 1,-1-4-1,0-3 0,-1-3 1,-125-6-1,58-13-6655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5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694 5998 24575,'20'13'0,"75"43"0,2-5 0,169 64 0,226 40 0,-50-46-292,458 50 0,467-49-1506,-80-128 1798,-912-14 0,525-112 0,-705 97 2,-1-9-1,288-124 0,-323 106-192,-3-6-1,-4-8 1,171-130 0,-186 112 191,-4-7 0,-5-5 0,127-151 0,-177 173 0,-3-2 0,-5-4 0,-5-3 0,-4-2 0,57-141 0,-68 115 0,-6-2 0,-6-2 0,-5-1 0,-7-2 0,11-185 0,-29 157 0,-8 0 0,-7 0 0,-7 0 0,-42-192 0,27 231 0,-6 3 0,-5 0 0,-5 3 0,-6 2 0,-5 2 0,-117-185 0,104 204 0,-4 2 0,-4 4 0,-5 3 0,-3 4 0,-4 3 0,-3 5 0,-138-91 0,113 97-96,-3 5 1,-3 5 0,-3 6-1,-134-42 1,88 47-254,-2 7 0,-289-36-1,209 57-174,-326 11 0,-245 73 48,417-4 360,3 18 0,-625 197 0,738-169 47,4 12-1,6 13 0,5 11 1,-283 193-1,393-216 28,6 7-1,5 7 1,-265 284 0,310-284-49,6 5 1,6 4-1,7 4 1,5 4-1,-69 163 1,90-154 90,8 3 0,6 3 0,7 1 0,7 3 0,-27 289 0,55-319 0,7 1 0,5-1 0,7 0 0,5 0 0,6-1 0,6-1 0,69 206 0,-60-246 0,3-1 0,5-3 0,4-1 0,3-2 0,5-3 0,2-2 0,81 86 0,-74-100 0,3-2 0,2-4 0,4-2 0,1-4 0,3-3 0,2-4 0,155 69 0,-136-78 98,0-4 1,3-5-1,170 28 1,-144-41 167,0-6 0,209-8 0,-165-16-165,0-7 0,-2-8 0,-1-7 0,307-108 0,-358 99-2389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5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0 291 24575,'3'-3'0,"0"1"0,1 0 0,-1-1 0,0 1 0,1 0 0,-1 1 0,1-1 0,0 1 0,-1 0 0,8-2 0,11-4 0,295-76 15,17 25-215,119-2-975,781 0 1,457 180 859,75 167-291,-1677-269 488,-79-13-4500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6.0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31 402 24575,'-11'4'0,"-6"2"0,17-6 0,0 0 0,0 0 0,0 0 0,-1 0 0,1 0 0,0 1 0,0-1 0,0 0 0,0 0 0,0 0 0,-1 0 0,1 0 0,0 0 0,0 0 0,0 1 0,0-1 0,0 0 0,0 0 0,0 0 0,0 0 0,-1 0 0,1 1 0,0-1 0,0 0 0,0 0 0,0 0 0,0 0 0,0 1 0,0-1 0,0 0 0,0 0 0,0 0 0,0 0 0,0 1 0,0-1 0,0 0 0,0 0 0,0 0 0,0 0 0,0 0 0,0 1 0,1-1 0,-1 0 0,0 0 0,0 0 0,0 0 0,0 0 0,0 1 0,0-1 0,0 0 0,1 0 0,-1 0 0,0 0 0,0 0 0,0 0 0,0 0 0,0 0 0,1 1 0,-1-1 0,0 0 0,0 0 0,0 0 0,0 0 0,0 0 0,1 0 0,-1 0 0,0 0 0,8 3 0,-1 0 0,1-1 0,0 0 0,0 0 0,0-1 0,0 0 0,0 0 0,8-1 0,12 1 0,102 4 11,148-15-1,140-31-241,-380 36 164,1266-173-944,-314 39 635,-475 83 250,-347 45 63,177 12 0,-333-1 117,44 7-1154,-49-4-4129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6.9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1235 1 24575,'-6'15'0,"-55"167"0,-43 214 0,97-364 0,-324 1634-2568,159-736 1844,-31-11 962,-29-77-1140,123-482 3608,99-296-1456,10-64-1250,5-19-1365,-2 4-5461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8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325 1592 24575,'1'18'0,"0"8"0,19 719 0,-40-3 0,15-683 0,-3 66 0,-46 235 0,54-360 0,0 0 0,0 1 0,0-1 0,0 0 0,0 0 0,0 0 0,0 1 0,0-1 0,0 0 0,-1 0 0,1 0 0,0 1 0,0-1 0,0 0 0,0 0 0,0 0 0,0 1 0,0-1 0,-1 0 0,1 0 0,0 0 0,0 0 0,0 1 0,0-1 0,0 0 0,-1 0 0,1 0 0,0 0 0,0 0 0,0 0 0,-1 0 0,1 1 0,0-1 0,0 0 0,-1 0 0,1 0 0,0 0 0,0 0 0,0 0 0,-1 0 0,1 0 0,0 0 0,0 0 0,0 0 0,-1 0 0,1 0 0,0-1 0,0 1 0,-1 0 0,1 0 0,-12-13 0,-9-27 0,-5-23 0,3-1 0,-18-78 0,-16-145 0,22 31-196,11-1-1,11-1 0,33-411 0,-9 550 197,5 1 1,5 1-1,67-212 0,-64 263-25,3 0 0,3 2 1,3 2-1,2 0 0,3 3 0,2 1 1,87-95-1,-85 111 25,1 2 0,2 2 0,1 2 0,68-40 0,-83 58 0,0 1 0,1 2 0,1 1 0,1 2 0,0 1 0,0 2 0,1 1 0,48-4 0,-65 11 58,1 0 0,-1 1-1,0 1 1,1 1 0,-1 1 0,0 1 0,0 0-1,23 9 1,-30-9-29,0 1 0,-1 1-1,0-1 1,0 2 0,0-1-1,-1 1 1,0 1-1,0 0 1,-1 0 0,0 0-1,0 1 1,-1 0 0,0 1-1,6 12 1,-5-4-26,0 0 0,-2 0 0,0 1-1,-1 0 1,-1 0 0,-1 0 0,0 1 0,-2-1 0,0 1 0,-1-1 0,-1 1-1,-6 35 1,-3-4-3,-3 0-1,-1-1 0,-36 82 0,3-33-122,-3-1-1,-127 179 0,83-152-61,-165 167-1,244-277 186,-116 111 0,108-106 0,-1-1 0,0-1 0,-48 25 0,69-41 47,0-1-1,-1 1 0,1-1 1,-1 1-1,1-1 1,-1 0-1,-7 0 0,10-1-30,0 0-1,0 0 1,-1 0-1,1 0 1,0-1-1,-1 1 0,1-1 1,0 1-1,0-1 1,0 1-1,0-1 1,-1 0-1,1 1 1,0-1-1,0 0 1,0 0-1,0 0 1,0 0-1,1 0 0,-1 0 1,0 0-1,0 0 1,0-2-1,3 6-15,0 0 0,1-1 0,-1 1 0,1-1 0,0 0 0,-1 1 0,1-1 0,4 1 0,14 12 0,496 471 131,-69-59-1627,-343-337-5330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3:59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256 700 24575,'0'14'0,"-18"933"-179,-73-8-287,87-910 466,3-16 0,-1 1 0,-1-1 0,-6 19 0,9-32 0,0 0 0,0 1 0,0-1 0,0 0 0,0 1 0,-1-1 0,1 0 0,0 0 0,0 1 0,0-1 0,0 0 0,0 0 0,-1 1 0,1-1 0,0 0 0,0 0 1,0 0-1,-1 1 0,1-1 0,0 0 0,0 0 0,-1 0 0,1 0 0,0 1 0,0-1 0,-1 0 0,1 0 0,0 0 0,-1 0 0,1 0 0,0 0 0,0 0 0,-1 0 0,1 0 1,0 0-1,-1 0 0,1 0 0,0 0 0,-1 0 0,1 0 0,0 0 0,0 0 0,-1 0 0,1-1 0,0 1 0,0 0 0,-1 0 0,1 0 0,0 0 0,0-1 0,-1 1 0,1 0 1,0 0-1,0 0 0,0-1 0,-1 1 0,1 0 0,0 0 0,0-1 0,0 1 0,0 0 0,0 0 0,0-1 0,0 1 0,-1 0 0,1-1 0,0 1 0,-11-27 104,-4-27 90,3 0 1,-8-69-1,-1-122-278,18 190 123,-28-1477-39,31 1480 0,0 17 0,6-59 0,-6 92 0,0 0 0,0 0 0,1 0 0,-1 1 0,1-1 0,-1 0 0,1 0 0,0 1 0,0-1 0,-1 0 0,1 1 0,0-1 0,1 1 0,-1-1 0,0 1 0,0-1 0,1 1 0,-1 0 0,1 0 0,-1-1 0,1 1 0,-1 0 0,1 1 0,0-1 0,-1 0 0,1 0 0,0 1 0,0-1 0,-1 1 0,1-1 0,0 1 0,0 0 0,0 0 0,0 0 0,0 0 0,0 0 0,-1 0 0,3 1 0,6 1 0,1 0 0,-1 0 0,0 2 0,0-1 0,17 10 0,5 4 0,0 3 0,0 1 0,-2 1 0,-1 1 0,27 28 0,124 148 0,149 257 0,-34 24 0,-44-68 0,-239-393 0,47 66 0,-58-83 0,-1-1 0,1 0 0,0 1 0,0-1 0,0 0 0,0 0 0,0 0 0,0 0 0,0 0 0,0 0 0,0 0 0,1 0 0,-1-1 0,0 1 0,1 0 0,-1-1 0,0 1 0,1-1 0,-1 1 0,1-1 0,-1 0 0,0 0 0,1 1 0,-1-1 0,1 0 0,-1 0 0,1-1 0,-1 1 0,1 0 0,-1 0 0,2-1 0,0-1 0,1-1 0,-1 0 0,0 1 0,-1-1 0,1 0 0,0 0 0,-1 0 0,0-1 0,0 1 0,0-1 0,3-4 0,15-36 0,-2 0 0,-2-1 0,20-88 0,13-154 0,-46 272 0,28-227 0,-1-265 0,-31 331 0,-8-1 0,-39-219 0,45 380-118,-1-13-506,-15-44 1,14 59-6203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00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991 681 24575,'1'24'0,"-1"19"0,-2-1 0,-2 1 0,-10 47 0,-39 128 0,52-216 0,-90 300-334,-14-4 0,-191 384 1,276-642 333,-58 111 0,60-122 0,0 0 0,-44 49 0,58-74-3,1 0 0,-1 0 0,0 0 0,1-1 1,-2 0-1,1 0 0,0 0 0,-1 0 1,1-1-1,-1 1 0,0-1 0,0-1 0,0 1 1,-5 1-1,6-3 12,1 0-1,0 0 1,0-1 0,0 1-1,-1-1 1,1 0 0,0 0-1,0 0 1,0 0 0,0 0-1,0-1 1,1 1 0,-1-1 0,0 0-1,1 0 1,-1 0 0,1 0-1,0 0 1,-1 0 0,1-1-1,0 1 1,0-1 0,-3-5 0,-6-13 95,1 0 0,0-1 1,2 0-1,0 0 0,1-1 1,2 0-1,-5-41 0,-2-30-150,5-1 0,4 0 0,4 0-1,15-100 1,90-377-743,-41 321 789,11 4 0,135-296 0,-206 532 0,20-45 0,45-71 0,-62 113 0,1 1 0,1 0 0,0 0 0,1 1 0,0 1 0,1 0 0,0 0 0,1 1 0,0 1 0,19-11 0,-24 17 57,0-1-1,0 1 1,0 1-1,0 0 1,1 0-1,-1 0 1,1 1-1,-1 1 1,1-1-1,-1 1 1,15 2 0,-9 1-14,-1 0 0,0 0 0,0 1 0,0 1 0,-1 0 0,21 12 0,-2 3-35,-1 1 0,-1 1 0,-2 2 0,40 42 0,-1 9-8,-4 3 0,-3 2 0,52 94 0,129 277 0,-200-372 0,11 23 0,77 145 0,-95-190 0,2-1 0,49 57 0,-77-105 0,-1 0 0,1-1 0,0 0 0,0-1 0,15 10 0,-20-14 0,1-1 0,-1 1 0,1-1 0,0 0 0,-1 0 0,1 0 0,0-1 0,0 1 0,0-1 0,0 1 0,-1-1 0,1 0 0,0 0 0,0 0 0,0-1 0,0 1 0,0-1 0,0 1 0,-1-1 0,1 0 0,0 0 0,0 0 0,3-3 0,3-1 0,0-2 0,0 1 0,-1-2 0,0 1 0,0-1 0,-1 0 0,0 0 0,0-1 0,9-17 0,5-10 0,18-48 0,-36 78 0,30-77 0,-3-2 0,-4-1 0,-4 0 0,14-119 0,-23 95 0,-6 0 0,-4-1 0,-13-125 0,-17 56-1365,12 112-5461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00.5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24575,'30'61'0,"59"92"0,-36-68 0,671 1158 0,-493-876 120,-174-288-615,3-2 0,97 95 0,-126-143-6331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00.9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767 0 24575,'0'0'0,"-1"10"0,-1 0 0,1-1 0,-1 0 0,-1 1 0,0-1 0,-6 13 0,-3 12 0,-188 560 0,-52 164 0,53 15 0,189-723-110,4-10-204,-3-1 0,-1-1 1,-17 46-1,6-42-6512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01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24575,'8'9'0,"367"308"0,-287-248 0,524 405-755,63 49 382,-26 24-932,-586-489-4453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01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469 0 24575,'-147'508'0,"135"-461"0,-192 939-492,100 16-1,103-962-708,0-19-4804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03.0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715 2640 24575,'23'-9'0,"131"-40"0,-149 48 0,948-230-1851,21 46-382,469-48 1205,10 28-1137,266-40-745,1228-248 2375,-10-52 389,-1484 272-825,-1115 212 1245,-232 41-129,482-66 5263,-576 85-5188,33-1 1077,-44 2-1159,1-1 0,-1 1 0,1 0 1,-1 1-1,1-1 0,-1 0 0,1 0 1,-1 1-1,1-1 0,-1 1 1,1-1-1,-1 1 0,0-1 0,1 1 1,-1 0-1,0 0 0,0 0 1,1 0-1,-1 0 0,1 1 0,-1 3-10,0 0 0,0 0 0,-1 0 0,0 0 0,0 0-1,0 0 1,-1 0 0,1-1 0,-1 1 0,0 0 0,-3 5-1,0 13-69,-98 520-31,9-53-482,37 6-259,52-328 714,7 0 0,30 200 0,2-150 0,74 253 0,-28-205-3,11 41-2,-67-209-124,14 115-1,-34-171 121,-2 1-1,-2-1 1,-2 1-1,-2-1 1,-1 0-1,-18 74 1,12-81 10,-1-1 1,-3 0-1,0 0 0,-2-1 1,-1-1-1,-2-1 1,-1-1-1,-29 34 1,4-14-95,-2-3 0,-2-2 0,-3-2 0,0-3 0,-3-1 0,-81 42 0,-8-8-232,-231 82 0,-708 160-1786,-31-85 166,1062-220 1795,-568 108-485,-1639 339-1734,543-40 2369,8 33 0,1072-280 0,-463 105-380,-10-93 154,661-158 607,319-26-63,-190-27-1,235 15-168,0-3 1,1-5-1,-94-36 0,116 32-96,1-1-1,2-4 1,0-2 0,-93-71 0,91 54-53,3-3 0,1-2 0,-73-95 0,66 64 0,3-2 0,-49-102 0,16-6 0,-134-413 0,-120-611 1276,147 489 64,-24 7-225,174 582 874,-61-196 855,109 331-2822,0-1-1,1 1 0,-1 0 0,1-1 0,1 0 0,0-7 0,0 12-21,0 0-1,1 0 1,0 0-1,0 0 1,0 0-1,0 0 1,0 1-1,1-1 1,-1 0-1,1 1 1,0-1-1,0 1 0,0-1 1,0 1-1,0 0 1,0 0-1,0 0 1,3-2-1,50-28-1364,11 2-5461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56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52.5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1661 213 24575,'41'-2'0,"-13"2"0,1023-109 0,-919 85 0,-121 19 0,-13 0 0,-23-6 0,-26-3 0,0 3 0,0 1 0,-63-3 0,-161 5 0,148 10 0,1 6 0,1 5 0,0 5 0,1 7 0,-144 46 0,187-44 0,1 4 0,2 3 0,1 3 0,2 4 0,1 3 0,3 3 0,2 3 0,-101 95 0,138-113 0,1 1 0,2 2 0,2 0 0,1 3 0,2 0 0,1 1 0,-33 82 0,49-100 0,0-1 0,2 1 0,1 1 0,0-1 0,2 1 0,0-1 0,2 1 0,1 22 0,1-27 0,1-1 0,1 0 0,0 1 0,1-1 0,0-1 0,2 1 0,0-1 0,0 0 0,2 0 0,-1-1 0,17 19 0,-8-14 0,1 0 0,1-2 0,1 0 0,1-1 0,0-1 0,0-1 0,2-1 0,0-1 0,0-1 0,1-1 0,0-1 0,45 10 0,-10-6 0,0-3 0,1-3 0,0-2 0,84-4 0,-67-4 0,1-3 0,-1-3 0,-1-4 0,0-3 0,101-35 0,-165 46 0,-9 4 0,-7 3 0,-15 8 0,-645 366 0,460-246 0,-218 181 0,343-246 0,-108 117 0,164-157 0,1 1 0,1 2 0,2 0 0,1 1 0,1 0 0,1 2 0,2 0 0,-16 51 0,26-67 0,0 1 0,2-1 0,0 1 0,0 0 0,2-1 0,0 1 0,0 0 0,2 0 0,0-1 0,1 1 0,0-1 0,1 1 0,1-1 0,0 0 0,2-1 0,-1 0 0,2 0 0,0 0 0,0-1 0,1 0 0,1 0 0,0-1 0,1 0 0,0-1 0,1-1 0,0 0 0,0 0 0,1-1 0,17 9 0,5 0 0,1-1 0,1-2 0,0-1 0,1-3 0,0 0 0,0-3 0,1-1 0,60 3 0,-10-7 0,0-4 0,152-21 0,-115 2-273,-2-5 0,0-6 0,-3-5 0,219-96 0,-229 76-6553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53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0 121 24575,'5'26'0,"77"481"0,33 169 0,-108-642 0,0 6 0,1-1 0,3 0 0,26 64 0,-59-152 0,2 0 0,3-2 0,-23-102 0,28 75 0,2 1 0,1-101 0,12 63 0,5 0 0,5 0 0,51-204 0,-56 288 0,0-3 0,1 0 0,2 1 0,1 0 0,22-42 0,-33 72 0,1 0 0,0 0 0,1 0 0,-1 0 0,0 0 0,1 0 0,0 1 0,0-1 0,0 1 0,0 0 0,0 0 0,0 0 0,0 0 0,1 0 0,-1 1 0,1-1 0,-1 1 0,1 0 0,-1 0 0,1 0 0,0 1 0,0 0 0,-1-1 0,1 1 0,0 0 0,0 1 0,-1-1 0,1 1 0,0-1 0,-1 1 0,1 0 0,5 3 0,6 2 0,0 1 0,0 0 0,-1 1 0,0 1 0,-1 0 0,17 15 0,6 8 0,-2 3 0,-1 1 0,-2 1 0,-2 2 0,36 60 0,104 225 0,-59-78 0,14 29 0,20-14 0,-120-225-341,2-1 0,1-1-1,58 54 1,-12-27-6485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53.5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152 0 24575,'-1'0'0,"-1"0"0,1 0 0,-1 0 0,1 1 0,0-1 0,-1 0 0,1 0 0,-1 1 0,1-1 0,0 1 0,-1-1 0,1 1 0,0 0 0,-1-1 0,1 1 0,0 0 0,0 0 0,0 0 0,0 0 0,-1 0 0,1 0 0,0 1 0,-24 32 0,23-31 0,-12 22 0,0 2 0,2-1 0,1 2 0,1-1 0,2 1 0,1 1 0,0 0 0,3 0 0,0 0 0,1 55 0,5-25 0,2 1 0,3-1 0,2-1 0,25 84 0,-18-88 0,3-1 0,1 0 0,4-2 0,1-1 0,2 0 0,3-2 0,43 53 0,-49-72 0,0-2 0,2 0 0,2-2 0,0-1 0,1-1 0,1-2 0,1-1 0,1-1 0,1-1 0,1-3 0,69 24 0,-58-28-170,1-2-1,0-2 0,0-2 1,1-3-1,-1-1 0,1-2 1,63-10-1,12-9-6655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54.0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302 381 24575,'-13'-15'0,"0"0"0,-17-13 0,6 5 0,23 22 0,0 1 0,1-1 0,-1 1 0,0 0 0,0 0 0,1-1 0,-1 1 0,0 0 0,0 0 0,0 0 0,1 0 0,-1 0 0,0 0 0,0 0 0,0 0 0,1 0 0,-1 0 0,0 1 0,0-1 0,1 0 0,-1 0 0,0 1 0,0-1 0,1 0 0,-1 1 0,0-1 0,1 1 0,-1-1 0,0 1 0,1-1 0,-1 1 0,1 0 0,-1-1 0,0 2 0,-20 25 0,20-26 0,-7 11 0,0 1 0,1 0 0,0 0 0,1 1 0,1 0 0,0 0 0,1 0 0,0 1 0,1-1 0,1 1 0,0 0 0,1 0 0,1-1 0,0 1 0,1 0 0,3 15 0,-1-14 0,1 1 0,1-1 0,1 0 0,0-1 0,1 0 0,0 0 0,2 0 0,0-1 0,0 0 0,1 0 0,1-1 0,0-1 0,1 0 0,14 12 0,-9-11 0,0-1 0,0 0 0,1-1 0,1-1 0,0-1 0,0-1 0,1 0 0,0-2 0,0 0 0,41 6 0,-35-10 0,0 0 0,-1-2 0,1 0 0,0-2 0,-1-1 0,1-1 0,-1-1 0,38-13 0,-38 9 0,-1-2 0,0 0 0,0-1 0,-1-1 0,-1-1 0,0-2 0,-1 0 0,24-24 0,-30 25 0,0-2 0,-1 1 0,-1-2 0,-1 0 0,0 0 0,-1-1 0,-2-1 0,1 0 0,-2 0 0,8-32 0,-12 38 0,-2 0 0,1-1 0,-2 0 0,0 1 0,-1-1 0,0 0 0,-1 1 0,-1-1 0,0 0 0,-1 1 0,0 0 0,-1-1 0,-9-17 0,6 17 0,-1 0 0,-1 0 0,0 1 0,-1 0 0,-1 0 0,0 1 0,-1 1 0,0 0 0,-1 1 0,0 0 0,-18-11 0,0 3 0,-1 2 0,0 2 0,-1 1 0,0 1 0,-1 2 0,-1 1 0,0 2 0,-38-5 0,16 7 0,0 2 0,0 3 0,-1 2 0,-74 11 0,92-6 60,-50 15 0,75-17-272,0 1 0,0 1 0,0 1-1,1 0 1,0 1 0,-14 9 0,5 3-6614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55.7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1768 1859 24575,'-1'-2'0,"0"-1"0,0 1 0,0 0 0,0 0 0,0 0 0,-1 0 0,1 0 0,-1 0 0,1 0 0,-1 0 0,0 0 0,0 1 0,0-1 0,0 1 0,0 0 0,0-1 0,0 1 0,-4-2 0,-14-7 0,0 1 0,0 1 0,-1 1 0,0 0 0,-37-6 0,-116-7 0,71 14 0,0 4 0,0 5 0,-172 26 0,202-15 0,1 2 0,0 4 0,2 3 0,0 3 0,-123 65 0,165-75 0,1 1 0,0 1 0,1 2 0,1 0 0,-44 48 0,61-58 0,1-1 0,0 1 0,0 1 0,1-1 0,1 1 0,0 0 0,0 1 0,-3 14 0,6-18 0,0 0 0,1 1 0,1-1 0,-1 0 0,1 1 0,1-1 0,-1 1 0,1-1 0,1 0 0,0 1 0,0-1 0,0 0 0,5 8 0,-2-3 0,1-2 0,1 1 0,0-1 0,1 0 0,0 0 0,1-1 0,0 0 0,19 16 0,-12-13 0,2 0 0,0-2 0,0 0 0,1-1 0,21 8 0,-2-4 0,1-2 0,1-1 0,0-2 0,0-2 0,54 2 0,-22-7 0,-1-3 0,1-3 0,-1-4 0,0-2 0,135-39 0,-123 22 0,-1-4 0,-2-3 0,-1-3 0,114-73 0,-140 73 0,-1-1 0,-1-3 0,-3-2 0,-1-2 0,-3-1 0,50-68 0,-62 68 0,-2-1 0,-2-1 0,-2-2 0,-2 0 0,-2-2 0,-3 0 0,20-86 0,-26 70 0,-3 0 0,-3 0 0,-3-1 0,-3 0 0,-3 0 0,-2 0 0,-4 1 0,-25-100 0,18 112 0,-2 1 0,-3 1 0,-3 0 0,-36-62 0,36 76 0,-2 1 0,-2 2 0,-2 1 0,-1 1 0,-61-54 0,61 63 0,-39-25 0,58 44 0,0 0 0,-1 1 0,0 0 0,0 1 0,0 0 0,-1 1 0,-16-3 0,25 6 0,-1 1 0,1 0 0,-1 0 0,1 0 0,-1 1 0,1-1 0,-1 1 0,1 0 0,-1 1 0,1-1 0,0 1 0,0 0 0,0 0 0,0 0 0,0 0 0,0 1 0,0 0 0,1-1 0,0 1 0,-6 6 0,-1 2 0,1 1 0,0 0 0,1 0 0,0 1 0,-7 16 0,2 4 0,0 0 0,2 1 0,2 0 0,1 0 0,1 1 0,2 1 0,2-1 0,1 0 0,1 1 0,5 37 0,5-1 0,2 0 0,3-1 0,47 136 0,-17-94 0,4-1 0,6-3 0,4-2 0,73 99 0,-32-69 0,6-5 0,162 158 0,-170-196 0,200 147 0,-236-199 0,1-3 0,1-3 0,3-3 0,0-2 0,73 21 0,-100-40 0,0-2 0,0-2 0,1-2 0,0-1 0,0-2 0,0-2 0,1-1 0,69-11 0,-79 5 0,0-1 0,0-2 0,0 0 0,-1-3 0,-1 0 0,0-2 0,-1-1 0,0-1 0,-2-1 0,0-2 0,35-31 0,-36 25 0,-2 0 0,0-2 0,-2 0 0,-1-2 0,-1 0 0,-2-1 0,23-52 0,-25 44 0,-2-1 0,-1 0 0,-2-1 0,-2 0 0,-2 0 0,2-57 0,-7 61 0,-2 0 0,-1 0 0,-2 1 0,-2-1 0,-1 1 0,-2 0 0,-18-47 0,17 56 0,-2 1 0,-1 0 0,-2 0 0,0 2 0,-1 0 0,-1 0 0,-1 2 0,-1 0 0,-42-35 0,46 45 0,0 0 0,-1 1 0,0 0 0,-1 1 0,0 1 0,0 1 0,-1 1 0,0 0 0,0 1 0,-1 1 0,1 1 0,-38-2 0,42 5 0,-1 0 0,0 1 0,1 1 0,-1 0 0,1 1 0,0 1 0,0 0 0,0 1 0,1 1 0,-1 0 0,1 0 0,0 2 0,1-1 0,0 2 0,0 0 0,1 0 0,-12 13 0,11-9 0,1 0 0,0 1 0,1 1 0,1 0 0,0 0 0,1 1 0,0 0 0,2 0 0,-8 27 0,8-19 0,2 1 0,0-1 0,2 0 0,0 1 0,2 0 0,4 32 0,2-17 0,1 0 0,2 0 0,2-1 0,2 0 0,1-1 0,2-1 0,2 0 0,26 40 0,-17-36 0,2-1 0,2-2 0,1-1 0,2-2 0,2 0 0,1-3 0,1-1 0,2-2 0,48 27 0,-35-27 0,2-2 0,1-3 0,1-2 0,1-3 0,1-2 0,120 18 0,-112-28 0,0-2 0,0-3 0,1-4 0,-1-2 0,0-3 0,81-20 0,-92 13 0,0-2 0,-1-3 0,-2-2 0,0-2 0,-1-3 0,-1-2 0,65-48 0,-87 54 0,-1-1 0,-1-1 0,-1-2 0,-2 0 0,0-2 0,-2-1 0,-1 0 0,-2-2 0,32-64 0,-43 74 0,0 0 0,0-1 0,-2 0 0,-1 0 0,-1-1 0,-1 1 0,-1-1 0,-1 0 0,0 0 0,-2 0 0,-1 1 0,-1-1 0,-1 0 0,0 1 0,-2 0 0,-15-38 0,11 39 0,-1 1 0,0 0 0,-2 1 0,0 0 0,-1 1 0,-1 0 0,-1 1 0,0 1 0,-1 0 0,-1 2 0,0 0 0,-1 1 0,-35-18 0,24 16 0,-1 1 0,-1 2 0,1 1 0,-2 1 0,0 2 0,0 2 0,0 0 0,-60 0 0,88 5 0,1 1 0,-1 0 0,0 1 0,0-1 0,0 1 0,-8 2 0,12-3 0,1 1 0,0-1 0,-1 0 0,1 0 0,0 0 0,0 0 0,-1 1 0,1-1 0,0 0 0,0 0 0,-1 1 0,1-1 0,0 0 0,0 0 0,0 1 0,-1-1 0,1 0 0,0 0 0,0 1 0,0-1 0,0 0 0,0 1 0,0-1 0,0 0 0,0 1 0,0-1 0,0 0 0,0 1 0,0-1 0,0 0 0,0 1 0,0-1 0,0 0 0,0 1 0,0-1 0,0 1 0,19 18 0,4-4 0,1-1 0,1-1 0,0-1 0,0-2 0,40 12 0,143 28 0,-67-27 0,180 8 0,146-20 0,-341-9 0,-97-2 0,179 9 0,-183-6 0,-1 1 0,1 1 0,-1 1 0,0 1 0,-1 1 0,27 13 0,-41-16 0,0 0 0,-1 0 0,1 1 0,-1 1 0,0-1 0,-1 1 0,0 1 0,0-1 0,0 1 0,-1 0 0,7 13 0,-6-7 0,0 0 0,-1 0 0,-1 1 0,0 0 0,-1 0 0,4 28 0,-5 7 0,-1 0 0,-3 0 0,-11 79 0,10-111 0,-1 5 0,-1 7 0,2 0 0,0-1 0,5 50 0,-2-70 0,0-1 0,0 0 0,1 0 0,1 0 0,-1 0 0,1 0 0,1-1 0,-1 1 0,1-1 0,1 0 0,-1 0 0,1-1 0,1 1 0,-1-1 0,1 0 0,0 0 0,0-1 0,7 5 0,3 0 0,0-2 0,1 0 0,-1-1 0,1 0 0,1-2 0,-1 0 0,1-1 0,0-1 0,0 0 0,18 0 0,16-2 0,0-2 0,66-9 0,-34-3-455,0-4 0,127-43 0,-114 26-6371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56.0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24575,'1'4'0,"0"-1"0,1 0 0,-1 0 0,1 0 0,-1 0 0,1 0 0,0 0 0,5 4 0,4 9 0,13 29 0,-2 1 0,-2 2 0,-2 0 0,20 82 0,22 209 0,-4-21 0,-33-235-1365,-1-18-5461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56.5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167 218 24575,'-2'-1'0,"0"0"0,0 0 0,0 0 0,0 0 0,1 0 0,-1-1 0,0 1 0,1 0 0,-1-1 0,1 1 0,-2-3 0,-3-2 0,-122-108 0,127 114 0,0 0 0,1 0 0,-1-1 0,0 1 0,1-1 0,-1 1 0,1-1 0,-1 1 0,1-1 0,-1 1 0,1-1 0,-1 1 0,1-1 0,0 1 0,-1-1 0,1 0 0,0 1 0,-1-1 0,1 0 0,0 1 0,0-1 0,-1 0 0,1 1 0,0-1 0,0 0 0,0 1 0,0-1 0,0 0 0,0 0 0,0 1 0,1-1 0,-1 0 0,0 1 0,0-1 0,0 0 0,1 1 0,-1-1 0,0 0 0,1 1 0,-1-1 0,0 1 0,1-1 0,-1 0 0,1 1 0,-1-1 0,1 1 0,0-1 0,4-2 0,0 0 0,0 1 0,0 0 0,0 0 0,8-2 0,29-7 0,1 2 0,-1 2 0,76-3 0,137 14 0,-46 10-237,392 79 1,-358-33-1,298 112 0,-88 25 217,-373-155 15,-2 3 0,-3 4 0,101 84 0,-152-113-3,-1 2 0,-2 0 0,0 1 0,28 41 0,-43-55 19,-1 0 0,0 0 0,0 0 0,-1 1 0,0-1 0,-1 1 0,0 0 0,0 1 0,-1-1 0,0 0 0,-1 1-1,0-1 1,-1 1 0,0-1 0,-1 0 0,0 1 0,-3 10 0,0-7 55,0-2 1,-1 1-1,-1 0 0,0-1 1,-1 0-1,0-1 0,-1 1 1,-1-2-1,1 1 0,-1-1 1,-12 10-1,-7 4-57,-1-1 0,-63 37 0,12-16-7,-2-4-1,-2-3 1,-1-4-1,-107 26 1,37-21-2,-248 26-1,54-40 121,293-24-417,0-2 0,0-3 0,0-2 0,-62-17 0,69 9-6529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57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300 899 24575,'3'0'0,"-1"0"0,0 0 0,0 0 0,0 0 0,0 0 0,0-1 0,0 1 0,0 0 0,0-1 0,3-1 0,9-2 0,108-24 0,401-111 0,-486 126 0,-1-2 0,0-1 0,-1-2 0,0-1 0,45-35 0,-69 45 0,0 0 0,0-1 0,-2-1 0,1 1 0,-1-2 0,-1 1 0,14-25 0,-18 27 0,0 0 0,-1 0 0,0-1 0,0 1 0,-1-1 0,-1 1 0,1-1 0,-2 1 0,1-1 0,-1 0 0,-1 0 0,-2-17 0,0 15 0,0 0 0,0 0 0,-1 1 0,-1 0 0,0-1 0,-1 2 0,0-1 0,0 1 0,-10-13 0,4 9 0,-1 0 0,0 1 0,-1 1 0,-1 0 0,-23-15 0,8 9 0,0 1 0,-2 2 0,0 2 0,0 0 0,-1 3 0,-37-8 0,32 11 0,0 1 0,0 2 0,-1 2 0,1 1 0,-1 2 0,1 2 0,-1 1 0,1 2 0,1 2 0,-1 2 0,-48 18 0,59-17 0,0 1 0,1 1 0,0 2 0,1 0 0,1 2 0,1 1 0,0 0 0,1 2 0,1 0 0,1 2 0,1 0 0,1 1 0,1 1 0,1 1 0,-20 39 0,26-41 0,0 1 0,2 1 0,1-1 0,0 1 0,2 0 0,1 1 0,1-1 0,1 1 0,1-1 0,2 1 0,0 0 0,2-1 0,0 1 0,2-1 0,1 0 0,1-1 0,1 1 0,1-1 0,2-1 0,0 1 0,1-2 0,1 0 0,29 36 0,-14-26 0,1-2 0,1-1 0,2-1 0,1-2 0,2-1 0,0-2 0,1-1 0,1-2 0,1-2 0,53 19 0,-8-10 0,1-3 0,2-3 0,173 17 0,-113-28-174,0-5 0,0-7 0,0-6 0,0-7 0,162-38 0,-228 33-64,-2-4 0,-1-3 0,-1-3-1,79-45 1,37-36-5718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4:59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710 738 24575,'-17'-5'0,"1"1"0,-1 1 0,0 1 0,-1 0 0,1 2 0,0 0 0,0 0 0,-1 2 0,1 0 0,0 1 0,-20 6 0,6 0 0,1 2 0,0 1 0,1 1 0,0 1 0,-28 20 0,34-18 0,1 1 0,1 1 0,0 1 0,2 1 0,0 1 0,1 0 0,2 2 0,0 0 0,1 0 0,1 1 0,2 1 0,0 0 0,2 1 0,-11 40 0,15-44 0,1 1 0,2 0 0,0 0 0,1 0 0,2 0 0,0 1 0,6 40 0,-2-46 0,0 0 0,1 0 0,1 0 0,0-1 0,2 0 0,0 0 0,0-1 0,2 0 0,0-1 0,17 21 0,-8-16 0,0-2 0,1 0 0,1-1 0,1 0 0,0-2 0,1-1 0,1-1 0,0-1 0,28 10 0,10 0 0,2-2 0,102 17 0,-74-22 0,0-5 0,1-3 0,-1-4 0,1-4 0,0-5 0,-1-3 0,0-5 0,-1-3 0,0-4 0,-2-5 0,-1-3 0,119-57 0,-156 60 0,-2-2 0,77-57 0,-106 70 0,-1-1 0,-1-1 0,0-1 0,-1 0 0,-1-1 0,-1-1 0,-1-1 0,18-33 0,-30 50 0,0 0 0,-1 1 0,1-1 0,-1 0 0,0 0 0,0 0 0,1-7 0,-2 10 0,-1 0 0,1 0 0,0 0 0,0 0 0,-1 0 0,1 0 0,0 0 0,-1 0 0,1 0 0,-1 1 0,1-1 0,-1 0 0,1 0 0,-1 0 0,0 1 0,1-1 0,-1 0 0,0 1 0,1-1 0,-1 0 0,0 1 0,0-1 0,0 1 0,0-1 0,0 1 0,0 0 0,1-1 0,-1 1 0,0 0 0,0 0 0,0 0 0,0 0 0,0-1 0,0 1 0,0 0 0,-2 1 0,-13-1 0,0 0 0,-1 1 0,1 1 0,0 1 0,0 0 0,-27 10 0,17-4 0,1 2 0,-1 1 0,-27 17 0,43-23 0,1 0 0,-1 1 0,2 0 0,-1 0 0,-10 13 0,16-18 0,1 1 0,1-1 0,-1 1 0,0 0 0,1-1 0,-1 1 0,1 0 0,0 0 0,0 0 0,0 0 0,0 0 0,0 0 0,1 0 0,-1 0 0,1 0 0,0 1 0,0-1 0,0 0 0,1 0 0,-1 0 0,1 0 0,-1 0 0,1 0 0,1 4 0,1-1 0,1 0 0,-1-1 0,1 1 0,0-1 0,0 0 0,0 0 0,1 0 0,0 0 0,0-1 0,0 0 0,1 0 0,6 4 0,10 4 0,-1-1 0,26 8 0,6 1 0,0-3 0,2-2 0,58 8 0,-78-18 0,1-1 0,0-2 0,-1-1 0,1-2 0,71-11 0,-98 10 0,1-1 0,-1 1 0,1-1 0,-1-1 0,0 0 0,0 0 0,0-1 0,13-9 0,-20 12 0,0 0 0,1 0 0,-1 0 0,0-1 0,0 1 0,0-1 0,0 1 0,-1-1 0,1 0 0,-1 1 0,0-1 0,1 0 0,-1 0 0,-1 0 0,1 0 0,0 0 0,-1 0 0,1 0 0,-1 0 0,0 0 0,0 0 0,0 0 0,0 0 0,-1-1 0,1 1 0,-1 0 0,0 0 0,0 1 0,0-1 0,0 0 0,-2-3 0,-6-10 0,1 1 0,-2 1 0,0 0 0,-1 0 0,0 1 0,-22-20 0,10 14 0,0 0 0,-1 1 0,-30-16 0,48 31 0,-2-2 0,18-2 0,28-7 0,0 2 0,1 2 0,0 1 0,60-5 0,-62 9 0,502-43 0,-437 46 0,1 6 0,-1 3 0,131 28 0,-187-26 0,-1 3 0,-1 1 0,0 2 0,68 34 0,-97-41 0,-1 0 0,1 1 0,-2 1 0,1 0 0,-2 1 0,1 0 0,-1 1 0,-1 1 0,0-1 0,-1 2 0,0 0 0,-1 0 0,-1 0 0,0 1 0,-1 0 0,5 18 0,-7-17 0,-1 1 0,-1 0 0,-1 0 0,0 0 0,-1 0 0,-1 0 0,-1 0 0,-4 29 0,-6 3 0,-26 76 0,24-83 0,10-34 0,1 0 0,0 0 0,1 0 0,-1 0 0,1 1 0,1-1 0,0 1 0,1 11 0,0-15 0,0 0 0,0 0 0,1 0 0,0 0 0,0 0 0,0 0 0,0-1 0,1 1 0,0-1 0,0 1 0,0-1 0,0 0 0,1 0 0,6 5 0,-2-2 0,1 0 0,0-1 0,1 1 0,-1-2 0,1 1 0,0-2 0,1 1 0,-1-1 0,1-1 0,17 4 0,-12-5 0,0 0 0,0-1 0,1-1 0,-1 0 0,0-1 0,28-6 0,-13-1 0,-1-1 0,1-1 0,-1-2 0,-1-1 0,0-1 0,50-35 0,-54 31 0,0 0 0,-1-2 0,-1-1 0,-1 0 0,28-37 0,-38 41 0,-1 0 0,0 0 0,-1-1 0,-1 0 0,-1-1 0,-1 0 0,0 0 0,-2-1 0,5-27 0,-5 3 0,-2 0 0,-2 0 0,-2 0 0,-2 0 0,-2 1 0,-15-64 0,-89-252 0,1 83 0,-21-59 0,104 259 0,4 0 0,-17-116 0,36 165 0,1 9 0,0 35 0,0 74 0,4-1 0,4 0 0,4 0 0,4-1 0,4-1 0,4 0 0,34 87 0,-27-101 0,3-1 0,3-1 0,3-2 0,3-2 0,2-2 0,4-1 0,3-3 0,70 67 0,-72-85 0,2-2 0,2-2 0,2-2 0,1-4 0,102 48 0,-89-53 0,2-3 0,0-2 0,2-4 0,129 18 0,-171-34 0,0-2 0,0-1 0,0-1 0,0-1 0,-1-2 0,57-13 0,-71 12 0,0-1 0,0-1 0,-1 0 0,1-1 0,-1-1 0,-1-1 0,0 0 0,0 0 0,0-2 0,-1 1 0,-1-2 0,0 0 0,-1 0 0,11-16 0,-8 7 0,-1-1 0,-1-1 0,-1 0 0,-1 0 0,-2-1 0,0-1 0,-1 1 0,6-43 0,-9 32 0,-1-1 0,-2 1 0,-1 0 0,-2-1 0,-10-59 0,8 74 0,-1 0 0,-2 0 0,1 0 0,-2 1 0,-1 0 0,-1 1 0,0 0 0,-1 0 0,-25-31 0,27 40 0,-1 1 0,1-1 0,-1 2 0,-1-1 0,1 2 0,-2-1 0,1 1 0,-1 1 0,0 0 0,0 1 0,0 0 0,-1 1 0,0 0 0,0 1 0,0 0 0,0 1 0,-15 0 0,12 2 0,0 0 0,0 1 0,1 1 0,-1 0 0,0 1 0,1 1 0,0 0 0,0 1 0,0 1 0,0 0 0,1 1 0,0 1 0,1 0 0,-17 13 0,22-14 0,0 0 0,0 0 0,0 1 0,1 0 0,0 1 0,1 0 0,0 0 0,0 0 0,1 1 0,0-1 0,1 1 0,0 0 0,0 1 0,1-1 0,1 1 0,0-1 0,0 1 0,1 0 0,0 0 0,1 0 0,2 18 0,2-9 0,0 0 0,2 1 0,0-2 0,1 1 0,2-1 0,0 0 0,0 0 0,2-1 0,0-1 0,1 0 0,1 0 0,1-2 0,16 17 0,8 4 0,2-2 0,1-1 0,2-2 0,47 26 0,-25-20 0,2-4 0,1-3 0,1-3 0,1-2 0,2-4 0,0-3 0,1-3 0,0-4 0,104 4 0,-151-14 0,0-2 0,1 0 0,-1-2 0,0-1 0,-1-1 0,1-1 0,34-14 0,-49 16 0,0-1 0,-1-1 0,1 0 0,-1 0 0,0-1 0,-1 0 0,0-1 0,0 0 0,0 0 0,-1-1 0,0 0 0,-1 0 0,0-1 0,-1 0 0,0 0 0,0-1 0,-1 0 0,5-15 0,-6 10 0,0 0 0,-2 0 0,0 0 0,0-1 0,-2 1 0,0-1 0,-1 1 0,0-1 0,-1 1 0,-1 0 0,-1 0 0,0 0 0,-1 0 0,-15-29 0,9 21 0,-2 0 0,-1 1 0,0 1 0,-2 0 0,0 1 0,-2 1 0,0 1 0,-32-27 0,45 42 0,0-1 0,-1 1 0,1 0 0,-1 0 0,1 1 0,-1 0 0,-1 0 0,1 0 0,0 1 0,-1 0 0,1 0 0,-10-2 0,26 16 0,53 37 0,2-4 0,89 47 0,-81-51 0,-3 4 0,66 52 0,-116-79 0,-1 0 0,-1 1 0,-1 1 0,-1 1 0,24 38 0,49 120 0,-42-78 0,-34-76 0,1-1 0,1 0 0,1-1 0,1 0 0,1-2 0,1 0 0,1-1 0,1-1 0,37 27 0,-23-24 0,0-1 0,1-2 0,1-1 0,1-2 0,1-2 0,40 10 0,9-3 40,1-4 0,123 8 0,181-21-1525,-308-9-5341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00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0 847 24575,'19'0'0,"1537"-40"-916,47-83-1349,-314 21 27,3200-153-739,-2106 195 2977,2 63 0,-2196-2 0,3004-18 0,2-42 0,-1064 17 0,-1025 25-86,1564-40 70,-1479-7 1990,-1019 50-3641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00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03.1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07.2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07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29.5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956 2407 24575,'-20'1'0,"20"-1"0,0 0 0,0 0 0,0 0 0,0 0 0,0 0 0,0 0 0,0 0 0,0 0 0,0 0 0,0 0 0,0 0 0,0 0 0,0 0 0,0 1 0,0-1 0,0 0 0,0 0 0,0 0 0,0 0 0,0 0 0,0 0 0,0 0 0,0 0 0,0 0 0,0 0 0,0 0 0,0 0 0,0 0 0,0 0 0,0 0 0,0 0 0,-1 1 0,1-1 0,0 0 0,0 0 0,0 0 0,0 0 0,0 0 0,0 0 0,0 0 0,0 0 0,0 0 0,0 0 0,0 0 0,0 0 0,31 7 0,-13-4 0,842 116 0,8-61 0,-51-5 0,-34 31 0,-129-12 0,671 45 0,-622-1 0,-236-29 0,567 99 0,-753-119 0,286 61 0,10-46 0,172-66 0,-634-23 0,-1-6 0,-1-4 0,-1-5 0,169-55 0,-240 62 0,0-2 0,-2-1 0,1-2 0,-2-2 0,-1-1 0,-1-3 0,-1 0 0,-1-2 0,-2-2 0,-1-1 0,34-42 0,-30 27 0,-1-1 0,-3-1 0,-1-2 0,-3-1 0,-2-1 0,27-81 0,-44 104 0,0-1 0,-2 0 0,0 0 0,-3 0 0,0 0 0,-2-1 0,-2 1 0,0-1 0,-2 1 0,-1 0 0,-2 0 0,-1 0 0,-1 1 0,-12-29 0,-1 14 0,-1 1 0,-3 1 0,-1 1 0,-2 2 0,-2 0 0,-1 2 0,-2 2 0,-41-35 0,-3 5 0,-3 3 0,-165-95 0,69 63 3,-4 8 0,-273-89-1,-400-62-100,-318-16-194,-5 28 134,115 74 158,-6 57 0,851 77 0,-733-106 0,807 101 0,-186-20 0,-605 1 0,538 56 0,-469 79 0,469-17 85,298-51-24,1 3 1,-102 47 0,146-51-25,1 1 0,1 2 1,2 3-1,-89 73 0,107-76-27,1 1 1,1 2 0,1 1-1,2 1 1,2 0-1,0 2 1,-31 69-1,40-72-10,2 2 0,1-1 0,1 2 0,2-1 0,1 1 0,2 0 0,1 1 0,2-1 0,3 48 0,3-50 0,0-1 0,2 1 0,2-1 0,1 0 0,1-1 0,2 0 0,1 0 0,1-2 0,1 1 0,25 32 0,-9-19 0,3 0 0,1-3 0,3-1 0,50 42 0,-27-33 0,1-3 0,96 52 0,-19-28 0,3-5 0,204 61 0,-132-61 0,3-9 0,2-10 0,359 28 0,-523-73 0,-55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32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1 0,0 0 0,0 0 0,0 0 0,0 0 0,0-1 0,0 1 0,-1 2 0,1 1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18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193 268 24575,'-3'103'0,"-4"0"0,-33 159 0,7-119 0,-60 165 0,77-263 0,19-58 0,19-63 0,-8 15 0,-2 0 0,-2 0 0,-4-1 0,-2 0 0,-3 0 0,-3 0 0,-2 0 0,-13-62 0,15 113 0,0 0 0,0 0 0,1-1 0,1 1 0,1-19 0,0 23 0,1 1 0,-1 0 0,1-1 0,1 1 0,-1 0 0,1 0 0,0 0 0,0 0 0,1 1 0,-1-1 0,7-5 0,7-8 0,2 0 0,0 2 0,1 0 0,0 2 0,2 0 0,26-14 0,12-2 0,76-29 0,-49 29 0,1 3 0,2 5 0,0 3 0,2 4 0,0 5 0,0 3 0,119 5 0,-211 3 0,32 1 0,0 2 0,54 10 0,-80-12 0,1 1 0,0 0 0,-1 0 0,0 0 0,1 1 0,-1 0 0,0 0 0,0 0 0,0 1 0,-1 0 0,1 0 0,-1 1 0,0-1 0,0 1 0,-1 0 0,1 1 0,-1-1 0,0 1 0,3 6 0,-5-7 0,0 0 0,-1 0 0,0 1 0,0-1 0,0 0 0,-1 1 0,1-1 0,-1 1 0,-1-1 0,1 1 0,-1-1 0,0 0 0,0 1 0,0-1 0,-1 0 0,0 0 0,0 0 0,0 0 0,-3 5 0,-5 6 0,1-1 0,-2-1 0,0 1 0,-22 20 0,-5 1 0,-2-2 0,-1-2 0,-88 52 0,-150 57 0,-77 2 0,256-110 0,-171 32 0,268-64 0,-11 3 0,28 4 0,-9-5 0,121 53 0,200 61 0,-168-65 0,36 17-1365,-110-38-5461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18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344 366 24575,'0'0'0,"-9"8"0,-29 35 0,2 2 0,-40 63 0,-51 107 0,109-182 0,-22 39 0,41-70 0,6-7 0,9-12 0,14-19 0,-3-1 0,-1-1 0,24-47 0,54-131 0,-79 162 0,22-53 0,37-75 0,-82 178 0,0 0 0,0 0 0,0 0 0,1 1 0,0-1 0,-1 1 0,1 0 0,0-1 0,1 1 0,-1 1 0,0-1 0,6-3 0,-7 6 0,0-1 0,0 0 0,1 1 0,-1-1 0,0 1 0,1-1 0,-1 1 0,0 0 0,1 0 0,-1 0 0,1 1 0,-1-1 0,0 0 0,1 1 0,-1 0 0,0-1 0,0 1 0,0 0 0,1 0 0,-1 0 0,0 1 0,0-1 0,0 0 0,2 3 0,10 8 0,0 0 0,0 1 0,-2 1 0,1 0 0,12 20 0,50 87 0,-59-94 0,84 153 0,18 31 0,-111-198 0,1 0 0,1 0 0,1-1 0,-1-1 0,2 1 0,15 12 0,-23-22 0,0 1 0,0-1 0,1 0 0,-1 0 0,1 0 0,-1 0 0,1-1 0,0 0 0,0 1 0,0-1 0,-1-1 0,1 1 0,0 0 0,0-1 0,0 0 0,0 0 0,0 0 0,0-1 0,0 1 0,0-1 0,0 0 0,0 0 0,0 0 0,-1 0 0,1-1 0,0 0 0,-1 0 0,0 0 0,4-2 0,4-5 0,0 0 0,-1 0 0,-1-1 0,0 0 0,0 0 0,-1-1 0,0 0 0,8-17 0,45-102 0,-8-15-682,59-264-1,-106 382-6143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19.5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282 184 24575,'1'14'0,"4"41"0,-2 1 0,-9 102 0,2-129 0,0 0 0,-2-1 0,-1 0 0,-2 0 0,0 0 0,-2-1 0,-17 32 0,23-51 0,0 0 0,0-1 0,-1 1 0,0-1 0,0 0 0,0 0 0,-1-1 0,-12 9 0,17-13 0,-1-1 0,1 0 0,0 1 0,0-1 0,-1 0 0,1-1 0,-1 1 0,1 0 0,-1-1 0,1 1 0,-1-1 0,1 0 0,-1 0 0,1 0 0,-1 0 0,1 0 0,-1 0 0,1-1 0,-1 1 0,1-1 0,-1 0 0,1 0 0,0 0 0,-1 0 0,1 0 0,0 0 0,0-1 0,0 1 0,0-1 0,0 1 0,0-1 0,0 0 0,0 0 0,1 0 0,-3-3 0,-3-5 0,1 0 0,0-1 0,0 0 0,1 0 0,1 0 0,0 0 0,0-1 0,1 1 0,-3-25 0,2-3 0,2-69 0,3 55 0,4 0 0,1 1 0,3-1 0,2 2 0,2-1 0,22-55 0,-34 106 0,2-8 0,0 1 0,1 0 0,0 0 0,1 0 0,6-8 0,-9 14 0,-1 0 0,1 1 0,-1-1 0,1 1 0,0-1 0,0 1 0,0 0 0,0 0 0,0 0 0,0 0 0,0 0 0,0 0 0,0 0 0,0 1 0,0-1 0,0 1 0,1-1 0,-1 1 0,0 0 0,0 0 0,1 0 0,-1 0 0,0 1 0,0-1 0,5 2 0,5 2 0,1 1 0,-1 0 0,0 1 0,0 1 0,0 0 0,-1 0 0,15 13 0,69 69 0,-28-15 0,62 91 0,38 42 0,-159-198 0,0 0 0,1-1 0,0 0 0,1 0 0,0-1 0,0-1 0,14 8 0,-21-13 0,0 1 0,1-1 0,-1 0 0,1 0 0,0 0 0,-1 0 0,1-1 0,-1 1 0,1-1 0,0 0 0,-1 0 0,1 0 0,0-1 0,-1 0 0,1 1 0,0-1 0,-1 0 0,1 0 0,-1-1 0,0 1 0,1-1 0,-1 0 0,0 0 0,0 0 0,0 0 0,0 0 0,4-6 0,4-5 0,0 0 0,-2-1 0,1 0 0,-2 0 0,0-1 0,-1-1 0,0 1 0,6-23 0,28-135 0,-41 173 0,8-42-227,-1-1-1,-3 0 1,-1-1-1,-2 1 1,-6-49-1,3 80-6598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20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7 24575,'19'-3'0,"28"0"0,-1 2 0,1 2 0,52 8 0,-65-4 0,-1 2 0,0 1 0,-1 1 0,0 1 0,35 18 0,-57-23 0,0 0 0,-1 0 0,1 1 0,-1 1 0,-1-1 0,1 2 0,-1-1 0,0 1 0,-1 0 0,0 1 0,10 14 0,-13-16 0,-1 0 0,0 1 0,0-1 0,-1 1 0,0-1 0,0 1 0,0 0 0,-1 0 0,-1 0 0,1-1 0,-1 1 0,-1 0 0,1 0 0,-1 0 0,-1 0 0,-4 15 0,-3 4 0,-2-1 0,0 0 0,-2-1 0,-1 0 0,-1-1 0,-1 0 0,-32 35 0,-14 8 0,-73 60 0,-154 112 0,288-239 0,1 0 0,-1 0 0,1 1 0,0-1 0,-1 0 0,1 0 0,0 0 0,-1 1 0,1-1 0,0 0 0,-1 0 0,1 1 0,0-1 0,-1 0 0,1 1 0,0-1 0,0 0 0,-1 1 0,1-1 0,0 1 0,0-1 0,0 0 0,0 1 0,0-1 0,-1 1 0,1-1 0,0 0 0,0 1 0,0-1 0,0 1 0,0-1 0,0 1 0,0-1 0,0 0 0,1 1 0,-1-1 0,0 1 0,0-1 0,0 0 0,0 1 0,0-1 0,1 1 0,-1-1 0,1 1 0,21 8 0,8-3 0,-1-1 0,1-2 0,37 1 0,97-9 0,-133 4 0,559-52 134,-138 9-1633,-404 40-5327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0.2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0 533 24575,'35'-28'0,"-10"15"0,0 2 0,0 0 0,1 2 0,39-9 0,113-15 0,-150 29 0,1284-140 0,-1284 142 0,207-13 0,449 32 0,-586-7 0,-20-2 0,80-1 0,-160-11 0,0 1 0,-1 0 0,1 0 0,-1 0 0,0 0 0,-6-5 0,-36-26 0,-2 3 0,-1 1 0,-1 2 0,-2 3 0,0 1 0,-2 3 0,0 3 0,-1 1 0,-62-9 0,108 24 0,3 1 0,0 0 0,0 0 0,0 1 0,1-1 0,-1 1 0,0 0 0,0 1 0,-9 1 0,31 14 0,121 77 0,-94-66 0,71 57 0,-114-83 0,0-1 0,-1 1 0,1 0 0,0 0 0,0 0 0,0 0 0,-1 0 0,1 0 0,0 0 0,-1 0 0,1 0 0,-1 0 0,1 1 0,-1-1 0,0 0 0,0 0 0,1 0 0,-1 1 0,0-1 0,0 0 0,0 0 0,0 1 0,0 0 0,-1 1 0,0 0 0,0-1 0,0 1 0,0-1 0,-1 1 0,1-1 0,-1 1 0,1-1 0,-1 0 0,-2 3 0,-6 5 0,-1-1 0,0 0 0,-16 10 0,22-15 0,-57 35 0,-2-2 0,-2-3 0,-1-3 0,-126 40 0,192-70 0,-80 20 0,72-19 0,1-1 0,-1 0 0,1-1 0,-1 0 0,1 0 0,-1-1 0,-12-2 0,20 3 0,1-1 0,0 1 0,0-1 0,0 1 0,0-1 0,0 1 0,0-1 0,0 1 0,0-1 0,0 1 0,1-1 0,-1 1 0,0-1 0,0 1 0,0-1 0,0 1 0,1 0 0,-1-1 0,0 1 0,0-1 0,1 1 0,-1 0 0,0-1 0,1 1 0,-1 0 0,0-1 0,1 1 0,-1 0 0,1-1 0,0 1 0,13-15 0,12-6-682,32-20-1,-26 19-6143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1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422 0 24575,'0'0'0,"0"0"0,3 14 0,5 58 0,-2-1 0,-3 1 0,-8 82 0,-37 214 0,-17-4 0,-16-4 0,-174 503 0,241-840-1365,4-14-5461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2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878 61 24575,'0'0'0,"8"-3"0,43-7 0,0 3 0,90-3 0,-72 7 0,676-16-282,6 26-358,-46-1 420,325-17-1103,-112 0 851,-701 12 756,296 40 0,-407-24 190,-2 4 0,0 4 0,-1 5-1,178 78 1,-252-94-474,109 47 0,-112-52 0,-1-1 0,2-1 0,42 6 0,-6-8 0,0-2 0,84-8 0,128-26 0,-139 14 0,211-26 0,476-49 0,-489 77 0,-287 16 0,-1 2 0,1 3 0,-1 1 0,-1 3 0,51 16 0,-91-24 0,0 1 0,0-1 0,0 1 0,0 0 0,-1 0 0,0 0 0,1 1 0,-1 0 0,0 0 0,-1 0 0,1 0 0,-1 0 0,0 1 0,0 0 0,0-1 0,-1 1 0,1 0 0,-1 0 0,0 0 0,-1 1 0,1-1 0,-1 0 0,0 1 0,0 10 0,1 9 0,-2 1 0,-1 0 0,-8 49 0,-63 258 0,44-227 0,-28 215 0,52-233 0,4 1 0,12 98 0,39 173 0,-42-299 0,-7-49 0,2 5 0,-2 0 0,0 1 0,-1-1 0,-2 26 0,1-37 0,-1-1 0,0 0 0,-1 0 0,1 0 0,-1 0 0,0 0 0,0 0 0,-1 0 0,0 0 0,1-1 0,-1 1 0,-1-1 0,1 0 0,-1 0 0,1 0 0,-1-1 0,0 1 0,-1-1 0,-4 3 0,-9 5 0,-1-1 0,0 0 0,-1-2 0,0 0 0,-1-2 0,-21 5 0,-134 17 0,152-25 0,-560 34-440,-9-38-122,469-1 535,-731-11-224,-560-5-730,-1 32 378,856 5 831,-722 12-975,2-78 165,1260 46 588,-454-46-15,7-26 2841,369 49-3075,86 20-6569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3.4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46 24575,'-9'9'0,"-5"11"0,-21 43 0,4 2 0,2 1 0,3 1 0,3 2 0,2 0 0,4 1 0,-14 132 0,30-192 0,0-4 0,0 0 0,1 0 0,-1 1 0,1-1 0,1 0 0,-1 0 0,1 1 0,0-1 0,0 0 0,1 0 0,0 0 0,3 8 0,-4-14 0,-1 1 0,1-1 0,-1 1 0,1 0 0,-1-1 0,1 1 0,0-1 0,0 1 0,-1-1 0,1 0 0,0 1 0,0-1 0,-1 0 0,1 1 0,0-1 0,0 0 0,0 0 0,-1 0 0,1 0 0,0 0 0,0 0 0,0 0 0,-1 0 0,1 0 0,0 0 0,0 0 0,0 0 0,-1-1 0,1 1 0,0 0 0,0-1 0,0 1 0,-1-1 0,2 0 0,23-20 0,-13 7 0,-1 0 0,0 0 0,-1 0 0,-1-2 0,0 1 0,-1-1 0,-1 0 0,7-23 0,-8 15 0,0 0 0,-2 0 0,0-1 0,-2 1 0,-1-38 0,-4 22 0,-1 0 0,-2 0 0,-2 1 0,-2 0 0,-1 1 0,-2 0 0,-22-46 0,19 56 0,12 23 0,1 0 0,0 0 0,0-1 0,0 1 0,1-1 0,-4-11 0,6 16 0,0 0 0,0 0 0,1 1 0,-1-1 0,0 0 0,0 0 0,0 1 0,0-1 0,1 0 0,-1 1 0,0-1 0,1 0 0,-1 1 0,0-1 0,1 0 0,-1 1 0,1-1 0,-1 1 0,1-1 0,-1 1 0,1-1 0,-1 1 0,1-1 0,0 1 0,-1 0 0,2-1 0,21-8 0,-22 8 0,26-5 0,1 0 0,0 1 0,0 2 0,0 1 0,0 1 0,29 4 0,169 27 0,-148-14 0,80 27 0,-126-33 0,-1 2 0,-1 1 0,-1 2 0,0 1 0,36 25 0,-58-36 0,-1 0 0,1 1 0,-2-1 0,1 1 0,-1 0 0,1 0 0,-2 1 0,1 0 0,-1 0 0,0 0 0,0 0 0,2 8 0,-4-9 0,-1 0 0,0 0 0,0 0 0,0 1 0,-1-1 0,0 0 0,0 0 0,0 0 0,-1 1 0,0-1 0,-1 0 0,1 0 0,-1 0 0,0 0 0,0-1 0,-5 8 0,-4 8 0,-2-2 0,0 0 0,-1 0 0,-1-1 0,0-1 0,-26 22 0,-115 81 0,56-53-682,-169 84-1,237-136-6143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3.8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226 222 24575,'37'9'0,"-20"-7"0,1-1 0,-1 0 0,1-1 0,35-5 0,-45 4 0,0-1 0,1 0 0,-1 0 0,0-1 0,0 0 0,-1 0 0,1-1 0,0 0 0,-1 0 0,0-1 0,0 1 0,10-11 0,-15 13 0,1 0 0,-1-1 0,0 1 0,0-1 0,0 0 0,-1 0 0,1 0 0,-1 1 0,1-1 0,-1-1 0,0 1 0,0 0 0,0 0 0,-1 0 0,1 0 0,-1-1 0,0 1 0,0 0 0,0-1 0,0 1 0,0 0 0,-1 0 0,1-1 0,-1 1 0,0 0 0,0 0 0,0 0 0,-1 0 0,1 0 0,-1 0 0,1 0 0,-1 1 0,0-1 0,0 0 0,0 1 0,-1 0 0,-3-4 0,-1-1 0,-1 1 0,0 0 0,0 0 0,-1 0 0,1 1 0,-1 1 0,0 0 0,-1 0 0,1 0 0,-1 1 0,-11-2 0,7 3 0,0 1 0,0 1 0,0 0 0,-1 1 0,1 0 0,1 1 0,-1 0 0,0 2 0,0-1 0,1 2 0,0-1 0,0 2 0,0 0 0,1 1 0,-1 0 0,2 0 0,-1 2 0,1-1 0,0 1 0,-11 14 0,12-13 0,1 0 0,0 1 0,1 1 0,1-1 0,0 1 0,0 0 0,1 1 0,1 0 0,0 0 0,0 0 0,2 0 0,-1 1 0,2 0 0,0-1 0,1 1 0,0 0 0,1 0 0,0 0 0,1 0 0,5 22 0,-2-20 8,1-1 0,1 1 0,0-1 0,1 0 0,0-1 0,2 0 0,-1 0 0,2-1 0,0 0 0,0 0 0,1-1 0,1-1 0,0 0 0,17 12 0,-5-6-194,1-2 1,0 0-1,1-2 0,1 0 1,0-2-1,1-1 1,29 6-1,47 6-6640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5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333 337 24575,'0'1'0,"0"1"0,-1-1 0,1 1 0,-1-1 0,0 0 0,0 1 0,1-1 0,-1 0 0,0 1 0,0-1 0,0 0 0,-2 2 0,-4 7 0,-39 61 0,-94 158 0,114-181 0,1 2 0,-31 95 0,51-127 0,0 1 0,1-1 0,1 1 0,1 0 0,0-1 0,2 1 0,2 30 0,-1-41 0,0 0 0,1 1 0,0-1 0,0 0 0,1 0 0,0 0 0,1 0 0,-1-1 0,1 1 0,1-1 0,0 0 0,0 0 0,0-1 0,1 0 0,-1 1 0,1-2 0,1 1 0,-1-1 0,9 5 0,-3-4 0,-1 0 0,1-1 0,0-1 0,1 0 0,-1-1 0,1 0 0,-1-1 0,1 0 0,0-1 0,0-1 0,0 0 0,0 0 0,0-1 0,-1-1 0,16-4 0,6-2 0,0-2 0,-1-1 0,0-2 0,42-23 0,-29 11 0,-2-2 0,43-34 0,-65 44 0,0-2 0,-2 0 0,0-1 0,-1-1 0,23-34 0,-39 51 0,0-1 0,0 0 0,-1 0 0,1 0 0,1-7 0,-4 11 0,1 0 0,-1 0 0,0 0 0,0 0 0,1 0 0,-1 0 0,0 0 0,0 0 0,0 0 0,0 0 0,-1 0 0,1 0 0,0 0 0,0 0 0,0 0 0,-1 0 0,1 0 0,-1 1 0,1-1 0,0 0 0,-1 0 0,0 0 0,1 0 0,-1 0 0,1 1 0,-1-1 0,0 0 0,0 1 0,1-1 0,-1 0 0,0 1 0,0-1 0,0 1 0,0-1 0,0 1 0,-1-1 0,17-5 0,50-13 0,1 2 0,93-11 0,137-1 0,-282 28 0,4 0 0,180-9 0,-192 12 0,-11 4 0,-17 6 0,20-11 0,-149 66 0,100-47 0,2 2 0,1 1 0,1 3 0,-50 37 0,67-33 0,29-30 0,1 1 0,-1-1 0,1 0 0,0 1 0,-1-1 0,1 1 0,0 0 0,-1-1 0,1 1 0,0-1 0,0 1 0,0-1 0,-1 1 0,1 0 0,0-1 0,0 1 0,0-1 0,0 1 0,0 0 0,0-1 0,0 1 0,0 0 0,0-1 0,0 1 0,1-1 0,-1 1 0,0 0 0,0-1 0,1 1 0,-1-1 0,0 1 0,1-1 0,-1 1 0,0-1 0,1 1 0,-1-1 0,1 1 0,-1-1 0,0 0 0,1 1 0,0-1 0,-1 1 0,1-1 0,-1 0 0,1 0 0,-1 1 0,1-1 0,-1 0 0,1 0 0,0 0 0,-1 0 0,1 0 0,0 0 0,-1 0 0,1 0 0,-1 0 0,1 0 0,0 0 0,0 0 0,10 0 0,-1 0 0,1 0 0,-1-1 0,1-1 0,-1 1 0,0-2 0,0 0 0,19-7 0,78-42 0,-97 47 0,259-152 0,-18 10 0,-180 109 0,122-44 0,-123 58 0,132-28 0,-237 79 0,11-10 0,-33 23 0,-70 64 0,112-90 0,0 1 0,2 0 0,0 0 0,0 2 0,2-1 0,0 2 0,1-1 0,1 1 0,-10 27 0,17-40 0,0 1 0,1-1 0,0 1 0,0-1 0,0 1 0,1 0 0,0-1 0,0 8 0,0-12 0,1 1 0,-1-1 0,0 0 0,1 1 0,-1-1 0,1 0 0,-1 0 0,1 1 0,0-1 0,-1 0 0,1 0 0,0 0 0,0 0 0,0 0 0,0 0 0,0 0 0,0 0 0,0 0 0,0 0 0,0-1 0,0 1 0,0 0 0,1-1 0,-1 1 0,0-1 0,0 0 0,1 1 0,-1-1 0,0 0 0,1 1 0,-1-1 0,0 0 0,1 0 0,-1 0 0,0-1 0,1 1 0,-1 0 0,0 0 0,2-1 0,7-1 0,-1-1 0,0 0 0,-1-1 0,1 0 0,-1 0 0,1 0 0,-1-1 0,0-1 0,-1 1 0,0-1 0,1-1 0,8-9 0,9-12 0,38-55 0,-19 17 0,-4-3 0,63-145 0,-59 100 0,37-149 0,-80 248 0,-9 17 0,-15 21 0,-3 10 0,1 2 0,2 1 0,1 1 0,2 1 0,-17 46 0,15-26 0,3 1 0,-23 120 0,37-149 0,1 1 0,2 0 0,0 0 0,2 0 0,5 37 0,-3-54 0,1 0 0,0-1 0,1 1 0,1-1 0,0 0 0,0-1 0,1 1 0,1-1 0,0 0 0,1 0 0,0-1 0,1 0 0,0-1 0,12 11 0,-6-8 0,2-1 0,-1-1 0,2 0 0,-1-1 0,2-1 0,-1-1 0,1 0 0,0-2 0,0 0 0,1-1 0,0-1 0,0 0 0,0-2 0,34 0 0,5-4 0,-1-2 0,1-3 0,101-25 0,-116 22 0,0-2 0,-1-2 0,-1-1 0,46-25 0,-74 33 0,-1-1 0,0 0 0,0-1 0,-1-1 0,0 1 0,-1-2 0,0 0 0,-1 0 0,0-1 0,0 0 0,-2-1 0,1 0 0,-2 0 0,0-1 0,9-24 0,-14 34 0,-1-1 0,1 0 0,-1 0 0,0 0 0,0 0 0,-1 0 0,0 0 0,0 0 0,0 0 0,0 0 0,-1 0 0,0 0 0,0 0 0,0 0 0,-1 1 0,-3-9 0,3 9 0,-1 0 0,0 0 0,0 1 0,0-1 0,0 1 0,0-1 0,-1 1 0,0 1 0,1-1 0,-1 0 0,0 1 0,-1 0 0,1 0 0,0 0 0,0 0 0,-1 1 0,-8-2 0,4 1 0,-1 1 0,1 0 0,-1 0 0,0 1 0,1 1 0,-1-1 0,0 2 0,1-1 0,-1 1 0,1 1 0,0 0 0,0 0 0,-9 5 0,6-2 0,1 0 0,0 0 0,0 1 0,0 1 0,1 0 0,0 0 0,1 1 0,0 0 0,-10 14 0,17-20 0,0 0 0,0-1 0,0 1 0,0 0 0,1 0 0,-1 0 0,1 1 0,0-1 0,0 0 0,0 0 0,1 1 0,-1-1 0,1 1 0,-1-1 0,1 0 0,0 1 0,1-1 0,0 6 0,0-5 0,1 1 0,0-1 0,0 1 0,0-1 0,0 1 0,1-1 0,0 0 0,0 0 0,0-1 0,0 1 0,6 5 0,5 2 0,0-1 0,0 0 0,1-1 0,1 0 0,-1-1 0,18 5 0,-3-3 0,0-1 0,32 4 0,-40-10 0,0 2 0,0 0 0,0 2 0,0 0 0,-1 1 0,24 14 0,-27-9-170,-1 1-1,-1 0 0,0 2 1,-1 0-1,0 0 0,-2 2 1,20 30-1,30 55-6655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6.3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402 2211 24575,'-14'-357'0,"3"133"0,4-259 0,-1-33 0,7 485 0,2 13 0,-2 1 0,0 0 0,-1-1 0,0 1 0,-2 0 0,-6-19 0,10 36 0,-1-1 0,1 1 0,-1 0 0,1-1 0,-1 1 0,1 0 0,-1 0 0,1-1 0,-1 1 0,1 0 0,-1 0 0,1 0 0,-1 0 0,1-1 0,-1 1 0,0 0 0,1 0 0,-1 0 0,1 0 0,-1 0 0,1 1 0,-1-1 0,0 0 0,1 0 0,-1 0 0,1 0 0,-1 1 0,1-1 0,-2 1 0,-21 9 0,20-8 0,-33 17 0,1 1 0,2 2 0,0 1 0,1 2 0,1 1 0,2 2 0,-29 33 0,47-43 0,35-34 0,217-181 0,246-261 0,-446 416 0,-18 74 0,82 134-1365,-80-132-5461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7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24575,'0'0'0,"0"0"0,0 12 0,-2 71 0,0-23 0,7 68 0,-4-122 0,0 0 0,0 0 0,0 0 0,1 0 0,0 0 0,0-1 0,1 1 0,0-1 0,0 1 0,0-1 0,0 0 0,1 0 0,0 0 0,0-1 0,0 1 0,1-1 0,-1 0 0,1 0 0,0-1 0,0 1 0,0-1 0,1 0 0,-1-1 0,1 1 0,0-1 0,7 2 0,-5-2 0,1 0 0,-1-1 0,1 0 0,0 0 0,-1-1 0,1 0 0,0 0 0,0-1 0,-1 0 0,1-1 0,-1 0 0,1 0 0,-1-1 0,0 0 0,1 0 0,-2-1 0,15-8 0,-7 0 0,0-1 0,-1 0 0,-1-1 0,0 0 0,-1-1 0,0-1 0,-1 0 0,-1-1 0,-1 1 0,0-2 0,-1 1 0,-1-1 0,9-35 0,-12 39 0,-4 23 0,1 14 0,24 279 0,-21-212 0,-12 123 0,7-199 0,-1 1 0,-1-1 0,0 0 0,-1 1 0,0-1 0,-1-1 0,-1 1 0,0-1 0,-14 22 0,15-28 0,0-1 0,0 0 0,-1 0 0,1-1 0,-1 1 0,-1-1 0,1-1 0,-1 1 0,1-1 0,-1 0 0,0-1 0,-1 1 0,1-1 0,-1-1 0,1 0 0,-1 0 0,0 0 0,1-1 0,-12 1 0,12-2 0,1 1 0,-1-2 0,0 1 0,1-1 0,-1 0 0,0 0 0,1 0 0,-1-1 0,1 0 0,-1-1 0,1 1 0,0-1 0,-11-8 0,13 8 0,0 0 0,0-1 0,1 0 0,-1 1 0,1-1 0,0-1 0,0 1 0,1 0 0,-1-1 0,1 1 0,0-1 0,0 0 0,0 0 0,1 0 0,0 0 0,0 0 0,0 0 0,0-10 0,1 1 15,1 0 0,0 0 0,1 1 0,0-1 0,1 1-1,1-1 1,10-24 0,-1 10-510,1 1 1,26-38-1,0 7-6331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8.0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 1 24575,'0'0'0,"-1"3"0,-5 11 0,-6 20 0,-9 22 0,-8 22 0,-4 16 0,0 7 0,2 2 0,8-18-8191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9.0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1791 24575,'7'-13'0,"2"0"0,-1 0 0,2 1 0,0 0 0,14-13 0,6-7 0,163-179 0,200-241 0,-346 388 0,-2-1 0,-4-2 0,-2-1 0,-3-3 0,39-112 0,-66 158 0,0-1 0,-3-1 0,0 1 0,-1-1 0,-2 0 0,1-50 0,-4 76 0,0-1 0,0 1 0,-1-1 0,1 0 0,0 1 0,-1-1 0,1 0 0,-1 1 0,1-1 0,-1 1 0,0-1 0,1 1 0,-1-1 0,0 1 0,0 0 0,0-1 0,0 1 0,-1 0 0,1 0 0,0 0 0,0 0 0,-1 0 0,1 0 0,0 0 0,-1 0 0,1 1 0,-1-1 0,1 0 0,-1 1 0,0-1 0,1 1 0,-3-1 0,-4 1 0,0 0 0,0 0 0,0 0 0,0 1 0,-12 3 0,12-3 0,-122 29 0,-172 64 0,109-31 0,230-90 0,627-317 0,-647 337 0,-5 1 0,0 0 0,0 2 0,1-1 0,24-4 0,-34 9 0,1-1 0,-1 1 0,0 0 0,1 0 0,-1 1 0,0-1 0,0 1 0,1-1 0,-1 1 0,0 0 0,0 0 0,0 1 0,0-1 0,0 1 0,0-1 0,0 1 0,0 0 0,-1 0 0,1 0 0,-1 0 0,1 1 0,-1-1 0,0 1 0,3 3 0,8 16-82,-1 0 0,-1 1 0,-1 1 0,14 45 0,-15-39-873,0-6-5871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9.5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24575,'0'0'0,"2"8"0,1 3 0,0-1 0,0 0 0,1-1 0,1 1 0,-1-1 0,1 0 0,1 0 0,12 16 0,-13-21 0,-1 0 0,1 0 0,0 0 0,0-1 0,0 1 0,1-1 0,-1 0 0,1-1 0,0 1 0,0-1 0,0-1 0,0 1 0,0-1 0,0 0 0,0 0 0,10 0 0,-1-1 0,1-1 0,0 0 0,-1-1 0,1-1 0,-1-1 0,0 0 0,0 0 0,0-2 0,17-8 0,8-8 0,70-49 0,-109 69 0,1 1 0,-1 0 0,0 0 0,1 0 0,-1 0 0,1 0 0,0 0 0,-1 1 0,1-1 0,-1 0 0,1 1 0,0-1 0,0 1 0,-1 0 0,1 0 0,0-1 0,0 1 0,-1 0 0,1 1 0,0-1 0,0 0 0,-1 0 0,1 1 0,0-1 0,-1 1 0,1-1 0,0 1 0,-1 0 0,1 0 0,-1-1 0,1 1 0,-1 0 0,1 1 0,-1-1 0,0 0 0,1 0 0,-1 0 0,0 1 0,0-1 0,0 1 0,0-1 0,0 1 0,0-1 0,-1 1 0,1 0 0,0-1 0,0 3 0,3 8 0,-1-1 0,1 1 0,-2 0 0,0 0 0,1 20 0,-2 10 0,-2 0 0,-2 0 0,-2-1 0,-1 0 0,-13 43 0,-3-7 0,-55 124 0,52-143 0,-50 78 0,61-114 0,-1-1 0,0 0 0,-2 0 0,-1-2 0,0 0 0,-26 19 0,40-35 0,-1 0 0,1 0 0,0-1 0,-1 0 0,0 1 0,1-2 0,-1 1 0,-8 1 0,12-2 0,0-1 0,0 0 0,0 0 0,0 0 0,0 0 0,0 0 0,0 0 0,0 0 0,0-1 0,0 1 0,-1 0 0,1-1 0,0 1 0,0 0 0,0-1 0,1 1 0,-1-1 0,0 0 0,0 1 0,0-1 0,0 0 0,0 0 0,1 1 0,-1-1 0,0 0 0,1 0 0,-1 0 0,0 0 0,1 0 0,-1 0 0,1 0 0,0 0 0,-1 0 0,1 0 0,0 0 0,-1 0 0,1 0 0,0 0 0,0 0 0,0 0 0,0 0 0,0 0 0,0-1 0,1 1 0,-1-1 0,1-6 7,0-1 1,0 1-1,0-1 0,1 1 0,1 0 0,0 0 1,4-11-1,32-52-690,-29 53-57,33-53-6086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19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24575,'3'2'0,"0"-1"0,0 1 0,1-1 0,-1 1 0,0 0 0,0 0 0,-1 0 0,1 0 0,0 1 0,-1-1 0,1 1 0,-1 0 0,0-1 0,2 5 0,-1-4 0,3 5 0,0 1 0,-1 0 0,0 0 0,0 0 0,-1 1 0,0 0 0,-1 0 0,0 0 0,0 0 0,-1 0 0,-1 0 0,1 1 0,-2-1 0,1 1 0,-2-1 0,-1 18 0,-2-6 0,-1 1 0,-1-1 0,-1 0 0,0 0 0,-2-1 0,-17 32 0,24-51 0,-1 4 0,-1 1 0,1-1 0,0 0 0,1 1 0,0-1 0,-2 9 0,4-13 0,0 0 0,-1-1 0,1 1 0,1 0 0,-1 0 0,0 0 0,0-1 0,1 1 0,-1 0 0,1-1 0,-1 1 0,1 0 0,0-1 0,0 1 0,0 0 0,0-1 0,0 0 0,0 1 0,0-1 0,0 1 0,0-1 0,1 0 0,-1 0 0,1 0 0,-1 0 0,1 0 0,-1 0 0,1 0 0,2 1 0,8 2 0,0 1 0,0-2 0,0 0 0,0 0 0,1-1 0,-1 0 0,25-1 0,94-9 0,-105 6 0,312-44-952,-318 43 539,17-3-6413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20.6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1821 24575,'2'-1'0,"1"-1"0,-1 1 0,0 0 0,0-1 0,0 0 0,0 1 0,0-1 0,0 0 0,-1 0 0,3-3 0,3-3 0,207-249 0,-20-20 0,-187 268 0,657-1079 0,-661 1081 0,10-22 0,-13 28 0,0 1 0,0-1 0,0 0 0,0 1 0,0-1 0,0 1 0,0-1 0,0 1 0,0-1 0,0 0 0,0 1 0,-1-1 0,1 1 0,0-1 0,0 1 0,-1-1 0,1 1 0,0-1 0,-1 1 0,1-1 0,0 1 0,-1-1 0,1 1 0,-1 0 0,1-1 0,-1 1 0,1 0 0,-1-1 0,1 1 0,-1 0 0,1 0 0,-1-1 0,1 1 0,-1 0 0,0 0 0,1 0 0,-1 0 0,1 0 0,-1 0 0,1 0 0,-1 0 0,0 0 0,1 0 0,-1 0 0,0 0 0,-21 2 0,0 1 0,0 0 0,1 2 0,-36 11 0,17-4 0,-268 82 0,8 29 0,288-117 0,14-7 0,22-12 0,232-125 0,146-78 0,-401 216 3,0-1-1,1 1 1,-1-1-1,0 1 1,1-1 0,-1 1-1,1-1 1,-1 1-1,0 0 1,1 0-1,-1 0 1,1 0-1,-1 0 1,1 0 0,-1 0-1,0 1 1,1-1-1,-1 0 1,1 1-1,-1-1 1,0 1 0,1 0-1,-1-1 1,0 1-1,0 0 1,1 0-1,-1 0 1,0 0-1,0 0 1,1 2 0,3 2-126,-1 1 1,0 0 0,0 0 0,5 14-1,-3-9-710,6 15-5993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21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24575,'2'8'0,"0"0"0,0 0 0,1 0 0,0 0 0,1 0 0,0-1 0,0 0 0,0 0 0,1 0 0,0 0 0,0 0 0,1-1 0,0 0 0,0 0 0,1-1 0,-1 0 0,1 0 0,0 0 0,0-1 0,1 0 0,-1-1 0,1 1 0,0-1 0,0-1 0,0 0 0,16 3 0,-7-3 0,-1 0 0,1-1 0,0 0 0,0-2 0,22-2 0,82-23 0,-118 26 0,0-1 0,-1 1 0,1 0 0,0 0 0,-1 0 0,1 0 0,0 0 0,-1 0 0,1 1 0,0-1 0,-1 1 0,1 0 0,0 0 0,-1 0 0,1 0 0,-1 0 0,0 0 0,1 1 0,-1-1 0,0 1 0,0 0 0,0 0 0,0 0 0,0 0 0,0 0 0,-1 0 0,1 0 0,-1 0 0,1 1 0,-1-1 0,0 0 0,0 1 0,0-1 0,1 4 0,3 10 0,-1-1 0,0 1 0,0 0 0,0 24 0,-1 6 0,-2 1 0,-2-1 0,-3 1 0,-1-1 0,-2 0 0,-3 0 0,-1-1 0,-2 0 0,-3-1 0,-1-1 0,-2-1 0,-36 60 0,38-76 0,-29 35 0,41-55 0,0 0 0,-1 0 0,1-1 0,-1 1 0,-1-1 0,1-1 0,-1 1 0,0-1 0,0-1 0,0 1 0,-8 2 0,12-5 0,1 0 0,-1 0 0,0-1 0,1 1 0,-1-1 0,0 0 0,1 0 0,-1 0 0,0 0 0,1 0 0,-1-1 0,1 1 0,-1-1 0,0 1 0,1-1 0,-1 0 0,1 0 0,0 0 0,-1 0 0,1-1 0,0 1 0,0-1 0,-1 1 0,1-1 0,0 0 0,1 0 0,-1 0 0,0 0 0,0 0 0,1 0 0,0 0 0,-1-1 0,1 1 0,0 0 0,0-1 0,0 1 0,0-1 0,1 0 0,-1 1 0,0-6 0,-1-2 0,1 0 0,0-1 0,1 1 0,0-1 0,1 1 0,0-1 0,0 1 0,1-1 0,4-11 0,7-11-455,2 2 0,33-56 0,1 10-6371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21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571 1 24575,'13'14'0,"20"17"0,-20-20 0,0 0 0,-1 1 0,-1 1 0,13 18 0,-21-26 0,0-1 0,-1 1 0,1 0 0,-1 1 0,0-1 0,-1 0 0,1 0 0,-1 1 0,0-1 0,-1 1 0,1-1 0,-1 1 0,0 0 0,0-1 0,-1 1 0,0-1 0,-2 9 0,-3 5 0,0 0 0,-2 0 0,0-1 0,-1 0 0,0-1 0,-15 19 0,-81 94 0,3-4 0,99-123 0,1 0 0,0 0 0,0 1 0,0-1 0,0 1 0,0-1 0,1 1 0,0 0 0,-1 0 0,1-1 0,1 1 0,-1 0 0,1 0 0,-1 0 0,1 0 0,0 0 0,0 0 0,1 0 0,-1 0 0,1 0 0,0 0 0,0 0 0,0-1 0,1 1 0,-1 0 0,1-1 0,0 1 0,0-1 0,0 1 0,1-1 0,-1 0 0,1 0 0,-1 0 0,1 0 0,0-1 0,6 4 0,12 11 0,1-2 0,1-1 0,0-1 0,39 16 0,-32-15 0,0 0 0,35 25 0,-63-37 0,1-1 0,-1 0 0,0 1 0,0 0 0,0 0 0,0-1 0,-1 1 0,1 0 0,0 0 0,-1 1 0,1-1 0,-1 0 0,0 0 0,0 1 0,0-1 0,0 1 0,0-1 0,0 1 0,0-1 0,-1 1 0,0 0 0,1 2 0,-2-2 0,0 1 0,0-1 0,0 1 0,0-1 0,0 0 0,-1 1 0,1-1 0,-1 0 0,0 0 0,0 0 0,0 0 0,0 0 0,-1-1 0,-3 4 0,-9 7 0,-2 0 0,0-1 0,0-1 0,-30 14 0,-31 10-341,-1-4 0,-2-3-1,-126 26 1,37-17-6485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24.4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1333 371 24575,'0'0'0,"0"0"0,5 0 0,821-54 0,-3-65 0,-350 46 0,300-21 0,5 64 0,-776 30 0,0 0 0,0-1 0,0 1 0,0 1 0,0-1 0,0 0 0,0 0 0,0 1 0,0-1 0,-1 1 0,1-1 0,0 1 0,0 0 0,0 0 0,-1 0 0,1 0 0,-1 0 0,1 0 0,-1 0 0,1 0 0,-1 1 0,2 1 0,-1 1 0,-1 0 0,0 0 0,0 0 0,0 0 0,-1 0 0,0 1 0,1-1 0,-1 0 0,-1 4 0,1 0 0,-7 230 0,-65 406 0,-169 606 0,188-999 0,-36 308 0,79-442 0,6 0 0,18 213 0,60 104 0,32-4 0,-106-429 0,0-1 0,0 1 0,0-1 0,0 1 0,0-1 0,0 1 0,0-1 0,0 1 0,0-1 0,0 1 0,0-1 0,0 1 0,0-1 0,0 1 0,0-1 0,-1 1 0,1-1 0,0 1 0,0-1 0,-1 0 0,1 1 0,0-1 0,-1 1 0,1-1 0,0 0 0,-1 1 0,1-1 0,0 0 0,-1 1 0,0-1 0,-19 6 0,-34-8 0,42 1 0,-278-24 0,-124-6 0,-759 64 0,815-15 0,-371 28 0,6 47 0,375-39 0,235-41 0,-124-4 0,203-8 0,17-1 0,1 0 0,-31-3 0,42 2 0,1 0 0,0 0 0,-1 0 0,1-1 0,0 0 0,0 1 0,0-1 0,0-1 0,0 1 0,1 0 0,-1-1 0,1 0 0,0 0 0,-1 0 0,-3-5 0,-1-5 0,0 0 0,0-1 0,2 0 0,-1 0 0,2-1 0,0 0 0,1 0 0,0 0 0,-2-18 0,0-19 0,1-72 0,38-482 0,-5 224 0,-29-290 0,-40-1 0,4 65 0,24 378 0,-4-404 0,18 621 0,-1-12 0,1-1 0,2 0 0,0 1 0,2-1 0,11-35 0,-15 59 0,0 0 0,0 0 0,0 0 0,0 1 0,1-1 0,-1 0 0,1 1 0,-1-1 0,1 1 0,0-1 0,-1 1 0,1 0 0,0 0 0,0 0 0,0 0 0,0 0 0,4-1 0,39-7 0,-33 7 0,64-8 0,116 1 0,80 17 0,-195-5 0,191 8 0,1040 17 0,-289-79 0,-1003 51-1365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25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798 1 24575,'-44'14'0,"4"-3"0,2 7 0,1 1 0,1 2 0,0 1 0,2 2 0,-58 52 0,47-33 0,2 2 0,3 1 0,-48 72 0,52-63 0,2 2 0,-38 91 0,54-105 0,3 2 0,1-1 0,2 2 0,-7 61 0,17-88 0,0 0 0,2 0 0,0 0 0,1 0 0,1 0 0,1 0 0,0 0 0,12 35 0,-10-43 0,0 0 0,0-1 0,1 1 0,0-1 0,0 0 0,1-1 0,1 0 0,-1 0 0,2 0 0,-1-1 0,1-1 0,0 1 0,1-1 0,0-1 0,16 9 0,-5-6 14,-1-1-1,1-1 0,1-1 0,-1-1 1,1 0-1,0-2 0,0-1 1,29 0-1,-10-3-384,-1-2-1,1-2 1,61-15 0,-19-2-6455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27.1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199 619 24575,'-5'19'0,"-80"188"0,56-145 0,-34 105 0,62-164 0,-12 56 0,12-56 0,1 0 0,-1 1 0,1-1 0,0 0 0,0 1 0,0-1 0,1 0 0,-1 0 0,1 1 0,-1-1 0,1 0 0,0 0 0,1 0 0,-1 0 0,2 4 0,-1-6 0,-1 0 0,1 0 0,-1 0 0,1 0 0,-1 0 0,1 0 0,0 0 0,-1 0 0,1-1 0,0 1 0,0-1 0,-1 1 0,1-1 0,0 0 0,0 1 0,0-1 0,0 0 0,0 0 0,-1-1 0,1 1 0,0 0 0,0-1 0,0 1 0,-1-1 0,1 1 0,0-1 0,0 0 0,2-1 0,4-2 0,0 0 0,0-1 0,-1 0 0,13-10 0,-6 2 0,-1-1 0,-1-1 0,0 0 0,-1-1 0,0 0 0,-1 0 0,-1-1 0,-1-1 0,0 1 0,-1-1 0,-1-1 0,7-35 0,-7 21 0,-2-1 0,-1 0 0,-2 0 0,-1 0 0,-1 0 0,-10-50 0,10 77 0,-1 0 0,1 0 0,1 1 0,-1-1 0,1 0 0,0 0 0,1 0 0,0 0 0,0 1 0,0-1 0,1 0 0,0 1 0,0-1 0,0 1 0,1 0 0,0-1 0,1 1 0,-1 1 0,1-1 0,0 0 0,6-6 0,0 1 0,1 1 0,0-1 0,0 2 0,1-1 0,0 2 0,1 0 0,0 0 0,0 1 0,0 1 0,1 0 0,16-5 0,-22 9 0,0 0 0,0 1 0,-1 0 0,1 0 0,0 1 0,0-1 0,0 2 0,0-1 0,0 1 0,0 1 0,-1-1 0,1 1 0,0 1 0,-1-1 0,1 1 0,-1 0 0,0 1 0,0 0 0,0 0 0,-1 1 0,0-1 0,10 10 0,-5-1 0,0 0 0,-1 0 0,-1 0 0,0 2 0,-1-1 0,-1 1 0,0 0 0,-1 0 0,0 1 0,-1 0 0,3 19 0,1 18 0,-2-1 0,0 61 0,-8-70 0,0-32 0,1-1 0,-1 0 0,2 1 0,2 15 0,-3-26 0,0 1 0,0-1 0,0 0 0,0 0 0,0 1 0,0-1 0,0 0 0,1 0 0,-1 0 0,0 0 0,0 1 0,0-1 0,0 0 0,0 0 0,1 0 0,-1 0 0,0 1 0,0-1 0,0 0 0,1 0 0,-1 0 0,0 0 0,0 0 0,0 0 0,1 0 0,-1 0 0,0 0 0,0 0 0,1 0 0,-1 0 0,0 0 0,0 0 0,1 0 0,-1 0 0,0 0 0,0 0 0,0 0 0,1 0 0,-1 0 0,0 0 0,0 0 0,14-8 0,11-13 0,12-19 0,-2-1 0,50-76 0,43-104 0,-118 196 0,3 0 0,-8 28 0,-1 17 0,12 105 0,35 194 0,-48-306 0,0-1 0,1 0 0,0 0 0,1-1 0,1 1 0,0-1 0,12 18 0,-15-26 0,0 1 0,0-1 0,0 0 0,0 0 0,1-1 0,-1 1 0,1-1 0,0 1 0,-1-1 0,1 0 0,0-1 0,0 1 0,0-1 0,1 0 0,-1 1 0,0-2 0,0 1 0,1-1 0,-1 1 0,1-1 0,-1 0 0,0-1 0,1 1 0,-1-1 0,8-2 0,5-2 0,-1-1 0,0-1 0,0-1 0,0 0 0,-1-1 0,0-1 0,-1 0 0,0-1 0,15-15 0,7-10 0,61-78 0,-58 61 0,-3-1 0,-2-2 0,50-113 0,-64 119 0,-1-1 0,-4 0 0,-1-1 0,-3-1 0,5-60 0,-14 100 0,-1 1 0,-1-1 0,0 0 0,0 1 0,-5-24 0,5 35 0,0 1 0,0 0 0,0-1 0,-1 1 0,1 0 0,0-1 0,0 1 0,0-1 0,0 1 0,0 0 0,-1-1 0,1 1 0,0 0 0,0 0 0,-1-1 0,1 1 0,0 0 0,0-1 0,-1 1 0,1 0 0,0 0 0,-1 0 0,1-1 0,0 1 0,-1 0 0,1 0 0,0 0 0,-1 0 0,1 0 0,0 0 0,-1 0 0,1-1 0,-1 1 0,1 0 0,0 0 0,-1 0 0,1 1 0,-1-1 0,1 0 0,0 0 0,-1 0 0,1 0 0,0 0 0,-1 0 0,1 0 0,0 1 0,-1-1 0,1 0 0,0 0 0,-1 1 0,1-1 0,0 0 0,0 0 0,-1 1 0,1-1 0,0 0 0,0 1 0,-1-1 0,1 0 0,0 1 0,-20 24 0,19-24 0,-26 40 0,3 2 0,0 1 0,-25 69 0,-33 149 0,16 51 0,58-255 0,2 0 0,3 1 0,7 83 0,-3-131 0,0-1 0,1 0 0,0 0 0,8 19 0,-10-28 0,1 0 0,-1 1 0,1-1 0,0 0 0,-1 0 0,1 0 0,0 1 0,0-1 0,0 0 0,0 0 0,0 0 0,0 0 0,0 0 0,0-1 0,0 1 0,1 0 0,-1-1 0,2 2 0,-2-2 0,1 0 0,-1 0 0,0 0 0,1-1 0,-1 1 0,0 0 0,1-1 0,-1 1 0,0-1 0,1 1 0,-1-1 0,0 0 0,0 1 0,0-1 0,1 0 0,-1 0 0,0 0 0,0 0 0,0 0 0,0 0 0,-1 0 0,1 0 0,1-1 0,4-7 0,-1 0 0,1 0 0,-2 0 0,1-1 0,-1 0 0,0 0 0,-1 0 0,-1 0 0,1 0 0,1-20 0,-1-10 0,-2-59 0,-4 44 0,-1 0 0,-17-73 0,14 99 0,-1-1 0,-1 1 0,-2 0 0,-1 1 0,-28-50 0,38 76 0,1-1 0,-1 0 0,0 1 0,1-1 0,-1 1 0,0 0 0,-1 0 0,1 0 0,0 0 0,-4-2 0,23 8 0,-1-1 0,0 0 0,1-1 0,27 0 0,0 0 0,18 3 0,1-3 0,0-2 0,0-3 0,79-15 0,-118 13 0,0-1 0,-1-1 0,0-2 0,0 0 0,42-24 0,-52 24 0,0 0 0,0-1 0,0 0 0,-2-1 0,1 0 0,-1-1 0,-1-1 0,0 1 0,-1-2 0,9-14 0,-16 24 0,0-1 0,0 1 0,0 0 0,-1-1 0,1 1 0,-1-1 0,0 1 0,0-1 0,0 0 0,-1-8 0,0 11 0,0 1 0,-1-1 0,1 0 0,-1 0 0,1 1 0,-1-1 0,0 1 0,1-1 0,-1 0 0,0 1 0,0-1 0,0 1 0,0 0 0,-1-1 0,1 1 0,0 0 0,-1 0 0,1-1 0,0 1 0,-1 0 0,1 1 0,-1-1 0,0 0 0,1 0 0,-1 1 0,0-1 0,1 1 0,-1-1 0,0 1 0,-2-1 0,-4 0 0,0 1 0,0 0 0,0 0 0,0 1 0,1 0 0,-1 0 0,0 0 0,1 1 0,-1 0 0,1 1 0,-1 0 0,1 0 0,0 1 0,0-1 0,-11 9 0,2 0 0,0 1 0,1 0 0,1 1 0,0 0 0,-13 18 0,6-3 0,2 1 0,1 0 0,1 1 0,1 1 0,-21 65 0,28-67 0,1 1 0,1-1 0,2 1 0,1 0 0,2 0 0,1 0 0,2 32 0,0-52 0,1 1 0,0-1 0,0 0 0,2 0 0,-1 0 0,1 0 0,0-1 0,12 21 0,-12-26 0,0 0 0,0 1 0,0-2 0,1 1 0,-1 0 0,1-1 0,0 0 0,1 0 0,-1 0 0,1-1 0,-1 0 0,1 0 0,0 0 0,0-1 0,0 1 0,1-2 0,6 2 0,-1-1 0,1-1 0,-1-1 0,1 0 0,0-1 0,-1 0 0,1-1 0,-1 0 0,0-1 0,0-1 0,0 0 0,21-10 0,1-3 0,-2-1 0,53-40 0,-30 16 0,-1-3 0,58-65 0,-79 74 0,-1-2 0,-3-1 0,-1-1 0,24-47 0,-52 86 0,1 0 0,-1 0 0,1 0 0,-1 0 0,0 0 0,1 0 0,-1 0 0,1 0 0,0 0 0,-1 0 0,1 0 0,0 0 0,0 0 0,0 1 0,-1-1 0,1 0 0,0 0 0,1 0 0,0 2 0,0 0 0,-1 0 0,1-1 0,0 1 0,-1 0 0,1 1 0,-1-1 0,0 0 0,1 0 0,-1 1 0,2 2 0,31 34 0,-1 1 0,-3 2 0,-1 1 0,25 49 0,65 92 0,-116-179 0,0 1 0,1-1 0,0 0 0,0-1 0,0 1 0,0-1 0,1 0 0,-1 0 0,10 5 0,-12-8 0,-1 1 0,1-1 0,0 1 0,-1-1 0,1 0 0,0 0 0,-1 0 0,1 0 0,0 0 0,-1 0 0,1 0 0,0-1 0,-1 1 0,1-1 0,-1 1 0,1-1 0,0 1 0,-1-1 0,1 0 0,-1 0 0,0 0 0,1 0 0,-1 0 0,0 0 0,0 0 0,1 0 0,-1-1 0,0 1 0,0 0 0,0-1 0,-1 1 0,1-1 0,0 1 0,0-1 0,-1 1 0,2-3 0,4-11 0,-1 0 0,0-1 0,-1 1 0,-1-1 0,2-20 0,1-84 0,-6 96 0,0 20 0,2-45 0,-2-1 0,-2 0 0,-2 0 0,-15-66 0,19 116 0,0-1 0,0 0 0,0 0 0,0 1 0,-1-1 0,1 0 0,0 1 0,0-1 0,-1 0 0,1 0 0,0 1 0,-1-1 0,1 1 0,0-1 0,-1 0 0,1 1 0,-1-1 0,0 1 0,1-1 0,-1 1 0,1-1 0,-1 1 0,0 0 0,1-1 0,-1 1 0,0 0 0,1-1 0,-1 1 0,-1 0 0,0 0 0,1 1 0,-1-1 0,0 1 0,1 0 0,-1-1 0,0 1 0,1 0 0,-1 0 0,1 0 0,0 0 0,-1 1 0,-1 1 0,-18 19 0,1 0 0,1 1 0,-26 43 0,-42 87 0,72-125 0,-230 492 0,34 18 0,209-533-136,1 0-1,-1 0 1,0-1-1,-1 1 1,1-1-1,-1 0 1,0 1-1,0-1 0,-5 4 1,-5 3-6690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27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 1 24575,'-6'23'0,"-44"152"0,-68 276 0,113-427 0,0 1 0,2 0 0,2 0 0,0 0 0,4 43 0,-2-60 0,1-1 0,-1 1 0,2-1 0,-1 0 0,1 0 0,0 0 0,0 0 0,1 0 0,0-1 0,4 7 0,-4-9 0,0 0 0,0 0 0,0 0 0,1-1 0,-1 1 0,1-1 0,0 0 0,0-1 0,0 1 0,0-1 0,0 0 0,0 0 0,1 0 0,-1-1 0,8 1 0,-2-1-57,1-1 0,0 0 1,-1 0-1,1-1 0,0-1 0,-1 0 0,1-1 0,-1 0 0,0 0 0,0-1 0,0-1 1,0 0-1,-1 0 0,0-1 0,0 0 0,0-1 0,-1 0 0,0-1 0,-1 0 1,1 0-1,-1-1 0,-1 0 0,10-14 0,3-18-6769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28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0 254 24575,'0'0'0,"0"0"0,2 0 0,8-2 0,19-4 0,26-5 0,26-8 0,21-5 0,13-6 0,4-2 0,-3-3 0,-6 0 0,-13 2 0,-22 6-8191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13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 24575,'0'0'0,"-1"0"0,1 1 0,-3 5 0,-5 9 0,0 2-8191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14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0 24575,'0'0'0,"-10"204"0,1-76 0,-9 372 0,-9 194 0,19-611-1365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15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1 460 24575,'12'-28'0,"3"0"0,1 1 0,2 0 0,0 2 0,2 0 0,0 1 0,2 1 0,32-27 0,-23 24 0,2 2 0,0 1 0,2 2 0,0 1 0,50-20 0,-59 30 0,0 1 0,1 1 0,0 2 0,0 0 0,1 2 0,43-1 0,-59 4 0,0 1 0,0 1 0,0 0 0,0 1 0,0 0 0,0 1 0,0 0 0,-1 1 0,0 0 0,0 1 0,0 0 0,0 1 0,-1 0 0,1 0 0,-2 2 0,1-1 0,12 14 0,-16-15 0,-1 1 0,0 0 0,0 0 0,0 1 0,-1-1 0,-1 1 0,1 0 0,-1 0 0,-1 1 0,1-1 0,1 12 0,-3-7 0,0 0 0,0 0 0,-2 0 0,1 0 0,-2 0 0,-5 25 0,-1-11 0,-1 0 0,-2-1 0,0 0 0,-2 0 0,-1-1 0,-22 29 0,11-19 0,-3-1 0,0-1 0,-3-2 0,-58 48 0,63-59 0,-1-2 0,0 0 0,-1-2 0,-1-2 0,0 0 0,-1-2 0,-35 10 0,57-20 0,0 0 0,0 0 0,0-1 0,-1 0 0,1-1 0,-15 0 0,22 0 0,0 0 0,1 0 0,-1 0 0,0 0 0,1 1 0,-1-1 0,0 0 0,0 0 0,1 1 0,-1-1 0,0 1 0,1-1 0,-1 0 0,1 1 0,-1-1 0,1 1 0,-1-1 0,1 1 0,-1 0 0,1-1 0,-1 1 0,1-1 0,0 1 0,-1 0 0,1-1 0,0 1 0,0 0 0,-1 0 0,1-1 0,0 1 0,0 0 0,0 1 0,-3 25 0,4-11 0,1-1 0,1 0 0,0 0 0,1-1 0,0 1 0,2-1 0,8 19 0,4 2 0,39 56 0,-19-39 0,3-2 0,2-2 0,2-1 0,81 64 0,-54-56 0,3-4 0,139 74 0,-156-98-1365,-11-7-5461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15.6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6 338 24575,'0'0'0,"0"5"0,1 0 0,0 0 0,0 0 0,0 0 0,3 8 0,4 11 0,17 101 0,-5 2 0,6 244 0,-26-369 0,1 0 0,-1 0 0,0 0 0,0 0 0,0 0 0,-1 0 0,1 0 0,-1 0 0,1 0 0,-1 0 0,1-1 0,-2 3 0,2-4 0,-1 0 0,1 0 0,0 0 0,-1 0 0,1 0 0,-1 0 0,1 0 0,0 0 0,-1 0 0,1 0 0,0 0 0,-1 0 0,1 0 0,-1 0 0,1 0 0,0-1 0,-1 1 0,1 0 0,0 0 0,0 0 0,-1-1 0,1 1 0,0 0 0,-1 0 0,1-1 0,0 1 0,0 0 0,-1-1 0,1 1 0,0 0 0,0-1 0,0 1 0,0 0 0,0-1 0,-1 0 0,-22-51 0,9 3 0,2 0 0,2-1 0,2 0 0,-2-94 0,26-204 0,-13 319 0,0-2 0,0 0 0,14-50 0,-16 78 0,0 1 0,-1-1 0,1 1 0,0-1 0,0 1 0,1 0 0,-1 0 0,0 0 0,1 0 0,-1 0 0,1 0 0,0 0 0,-1 0 0,1 0 0,0 1 0,0-1 0,0 1 0,1-1 0,-1 1 0,0 0 0,0 0 0,1 0 0,-1 0 0,0 0 0,1 1 0,-1-1 0,1 1 0,-1-1 0,1 1 0,0 0 0,-1 0 0,1 0 0,-1 0 0,1 1 0,-1-1 0,4 2 0,6 1 0,0 1 0,0 0 0,-1 1 0,0 1 0,0-1 0,13 11 0,14 11 0,-2 1 0,-1 2 0,57 64 0,80 118 0,-146-178 0,148 199 0,-169-235 0,0-9 0,3-15 0,3-31 0,-3-1 0,3-94 0,-16-119 0,4 254 0,-9-158-1365,9 159-5461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16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194 306 24575,'0'0'0,"0"16"0,-9 90 0,-4 0 0,-29 105 0,21-105 0,19-98 0,-55 258 0,57-266 0,0 0 0,0 1 0,0-1 0,0 0 0,0 1 0,0-1 0,0 1 0,0-1 0,0 0 0,0 1 0,0-1 0,0 0 0,0 1 0,0-1 0,-1 1 0,1-1 0,0 0 0,0 1 0,0-1 0,-1 0 0,1 1 0,0-1 0,0 0 0,-1 0 0,1 1 0,0-1 0,0 0 0,-1 0 0,1 1 0,0-1 0,-1 0 0,1 0 0,0 0 0,-1 0 0,1 1 0,0-1 0,-1 0 0,1 0 0,-1 0 0,1 0 0,0 0 0,-1 0 0,1 0 0,-1 0 0,1 0 0,0 0 0,-1 0 0,0-1 0,-11-18 0,6-3 0,0 1 0,2-1 0,0 0 0,1 0 0,1-37 0,10-116 0,1 79 0,4 1 0,5 0 0,3 1 0,41-112 0,-55 186 0,1 1 0,1 0 0,0 0 0,1 1 0,15-19 0,-22 32 0,0 1 0,1 0 0,0 0 0,0 0 0,0 0 0,1 1 0,-1-1 0,1 1 0,0 0 0,0 1 0,0-1 0,0 1 0,0 0 0,1 0 0,-1 1 0,1-1 0,-1 1 0,1 1 0,-1-1 0,1 1 0,-1 0 0,1 0 0,11 2 0,-1 2 0,0 0 0,0 1 0,0 1 0,0 1 0,-1 0 0,0 1 0,-1 1 0,19 13 0,9 11 0,50 51 0,34 50 0,137 190 0,-170-204 0,-77-99 0,-12-13 0,2-1 0,-1 0 0,1 0 0,0-1 0,0 1 0,0-1 0,1-1 0,0 1 0,11 6 0,-16-12 0,0 1 0,0-1 0,0 1 0,-1-1 0,1 0 0,0 0 0,0 0 0,0 0 0,-1 0 0,1 0 0,0 0 0,0 0 0,0-1 0,-1 1 0,1-1 0,0 0 0,-1 1 0,1-1 0,0 0 0,-1 0 0,1 0 0,-1 0 0,1 0 0,-1 0 0,3-3 0,2-2 0,0-1 0,-1 1 0,0-1 0,5-9 0,6-13 0,-2 0 0,-1 0 0,-2-2 0,-1 1 0,-1-1 0,-2-1 0,7-55 0,-6-14 0,-5-114 0,-3 213-20,-7-124-1325,5 115-5481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16.6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1 24575,'0'9'0,"-1"0"0,-1 0 0,0 0 0,0 0 0,-5 12 0,-4 15 0,-59 326 0,58-276 0,5 0 0,3 111 0,5-185-104,-1 2-76,1 0 0,0 0 0,0 0 0,2 0-1,0-1 1,7 21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1.8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5 24575,'0'0'0,"-1"0"0,0-2 0,0 1 0,0 0 0,0 1 0,1-1 0,0 1 0,5 9 0,10 13 0,11 18 0,8 15 0,7 18 0,2 17 0,1 6 0,-9-12-8191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2.0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547 1 24575,'0'0'0,"-1"1"0,-3 3 0,-10 11 0,-16 24 0,-16 29 0,-11 29 0,-5 20 0,-1 14 0,5 3 0,6-2 0,7-10 0,8-15 0,8-17 0,7-18 0,6-19 0,6-17-8191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2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24575,'0'0'0,"1"2"0,-1-1 0,2 8 0,3 10 0,3 11 0,4 10 0,1 7 0,3 2 0,0-1 0,1-3 0,0-3 0,-4-10-8191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2.7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24575,'0'0'0,"0"0"0,2 1 0,1 1 0,9 4 0,11 7 0,13 7 0,11 6 0,10 5 0,5 4 0,4 2 0,-2 0 0,-4-3 0,-12-7-8191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3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472 1 24575,'0'0'0,"-1"0"0,-1 0 0,-6 3 0,-13 8 0,-14 17 0,-14 21 0,-9 19 0,-2 17 0,2 13 0,4 6 0,9 1 0,11-3 0,10-9 0,9-14 0,7-21-8191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3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 24575,'8'-4'0,"0"0"0,0 1 0,0 0 0,0 1 0,1 0 0,-1 0 0,1 1 0,-1 0 0,12 0 0,-4 1 0,0 1 0,-1 0 0,1 1 0,16 5 0,-22-4 0,1 1 0,-1 0 0,0 1 0,0 0 0,-1 1 0,0 0 0,0 0 0,0 1 0,-1 0 0,0 0 0,0 1 0,-1 0 0,0 1 0,0 0 0,-1 0 0,0 0 0,0 1 0,-1-1 0,-1 1 0,0 1 0,0-1 0,-1 1 0,0-1 0,-1 1 0,0 0 0,-1 0 0,0 0 0,0 0 0,-1 0 0,-1 0 0,0 0 0,-1 0 0,0-1 0,-4 14 0,6-24 0,0 1 0,0-1 0,0 0 0,0 1 0,0-1 0,0 0 0,0 1 0,0-1 0,0 0 0,0 1 0,0-1 0,0 0 0,0 1 0,1-1 0,-1 0 0,0 1 0,0-1 0,0 0 0,0 1 0,1-1 0,-1 0 0,0 1 0,0-1 0,0 0 0,1 0 0,-1 1 0,0-1 0,1 0 0,-1 0 0,0 0 0,0 0 0,1 1 0,-1-1 0,1 0 0,17 4 0,23-4 0,-39 0 0,29-3-455,0-1 0,32-9 0,-22 3-6371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3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24575,'0'0'0,"2"2"0,6 5 0,10 10 0,10 12 0,12 14 0,7 12 0,5 9 0,1 5 0,-2-2 0,-4-7 0,-3-12 0,-9-14-8191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3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609 0 24575,'0'0'0,"-2"1"0,1 0 0,-10 7 0,-15 13 0,-16 19 0,-16 22 0,-9 18 0,-3 11 0,1 4 0,5-3 0,9-7 0,9-12 0,9-11 0,10-14 0,9-14 0,7-13 0,7-11-8191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4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96 24575,'12'-8'0,"9"-3"0,0 0 0,0 2 0,0 1 0,1 0 0,1 2 0,24-4 0,11 0 0,70-1 0,-92 8 0,0 2 0,0 2 0,0 2 0,0 1 0,0 1 0,-1 2 0,35 12 0,-65-17 0,0-1 0,0 1 0,0 1 0,0-1 0,0 1 0,-1 0 0,1 0 0,-1 0 0,0 0 0,0 1 0,0 0 0,5 7 0,-7-8 0,-1 0 0,0-1 0,0 1 0,0 0 0,0 0 0,0 0 0,-1 0 0,0 0 0,1 0 0,-1 0 0,0 0 0,0 0 0,-1 0 0,1 0 0,0 0 0,-1 0 0,0-1 0,0 1 0,0 0 0,0 0 0,0 0 0,-1-1 0,-2 6 0,-12 14 0,0 0 0,-1 0 0,-1-2 0,-40 36 0,40-41 0,0 1 0,2 1 0,0 0 0,1 1 0,1 1 0,0 0 0,-18 36 0,30-50 0,0 0 0,1 0 0,-1 0 0,1 0 0,0 0 0,0 1 0,0-1 0,1 0 0,0 0 0,0 1 0,0-1 0,1 0 0,-1 0 0,4 9 0,-2-7 0,1-1 0,0 1 0,1-1 0,-1 0 0,1 0 0,1 0 0,-1-1 0,1 0 0,0 1 0,7 5 0,1-1 0,-2 1 0,0 0 0,0 0 0,-1 1 0,10 15 0,-17-22 0,0 0 0,-1 1 0,1-1 0,-1 1 0,-1 0 0,1 0 0,-1 0 0,0-1 0,0 1 0,-1 0 0,0 0 0,0 0 0,0 0 0,-1 0 0,1 0 0,-4 10 0,-1 1 0,-1-1 0,0 0 0,-1-1 0,-1 1 0,-1-1 0,0-1 0,-1 0 0,0 0 0,-1-1 0,-23 21 0,14-15 0,-1-1 0,-2-1 0,1-2 0,-2 0 0,-48 23 0,41-27-151,0-1-1,0-1 0,-1-2 0,0-1 1,0-2-1,-1-1 0,1-1 1,-57-5-1,-18-7-6674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5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1860 24575,'-9'-23'0,"6"9"0,1 0 0,0 0 0,2-1 0,-1 1 0,2-1 0,0 1 0,4-24 0,31-103 0,-26 109 0,135-400 0,17-60 0,-138 401 0,-4-1 0,-4-1 0,6-140 0,-21 216 0,0 10 0,-1 0 0,0-1 0,0 1 0,0 0 0,-1-1 0,0 1 0,0 0 0,-4-10 0,-10 24 0,-19 19 0,1 2 0,-43 47 0,-53 72 0,119-134 0,1 0 0,14-24 0,113-205 0,-117 213-44,-1 1 0,1 0 0,0 1 0,1-1 0,-1 0 0,0 0 0,0 0 0,1 1 0,-1-1 0,1 1 0,0-1 0,-1 1 0,1-1 0,0 1 0,0 0 0,0 0 0,0 0 0,0 0-1,0 0 1,0 1 0,0-1 0,0 1 0,0-1 0,1 1 0,-1 0 0,0-1 0,0 1 0,0 0 0,1 1 0,2-1 0,22 6-6782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5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1659 24575,'3'-123'0,"26"-160"0,42-115 0,-46 268 0,125-595 0,-182 778 0,-187 329 0,219-379 0,7-5 0,11-10 0,110-90 5,-95 72-279,2 2 0,1 1 0,1 2 0,72-37 0,-62 44-6552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6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1714 24575,'8'-26'0,"200"-610"0,59-226 0,-257 823 0,-5 23 0,-1 0 0,-1 0 0,0 0 0,-1-1 0,0-21 0,-2 38 0,0-1 0,0 1 0,0-1 0,0 1 0,0 0 0,0-1 0,0 1 0,0 0 0,0-1 0,0 1 0,0-1 0,0 1 0,-1 0 0,1-1 0,0 1 0,0 0 0,0-1 0,-1 1 0,1 0 0,0 0 0,-1-1 0,1 1 0,0 0 0,0-1 0,-1 1 0,1 0 0,0 0 0,-1 0 0,1 0 0,0-1 0,-1 1 0,1 0 0,-1 0 0,1 0 0,-1 0 0,-17 6 0,-18 19 0,34-24 0,-248 234 0,147-132 0,99-102 0,7-10 0,11-18 0,52-78 0,94-113 0,-158 215 0,0 0 0,0 0 0,0 1 0,1-1 0,0 0 0,-1 1 0,1-1 0,0 1 0,0 0 0,0 0 0,7-3 0,-9 5 0,0 0 0,0 0 0,-1 0 0,1 0 0,0 0 0,0 0 0,0 0 0,0 0 0,0 0 0,0 0 0,-1 1 0,1-1 0,0 0 0,0 1 0,0-1 0,-1 1 0,1-1 0,0 1 0,1 0 0,0 1 0,0 1 0,0-1 0,0 0 0,0 1 0,0 0 0,-1-1 0,3 7 0,10 25-580,15 58 0,-28-88 375,20 76-6621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7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582 319 24575,'-6'-6'0,"0"0"0,0 1 0,0-1 0,-1 2 0,0-1 0,0 1 0,0 0 0,0 0 0,-1 0 0,0 1 0,0 1 0,1-1 0,-1 1 0,-1 1 0,1-1 0,0 1 0,0 1 0,0 0 0,-1 0 0,1 0 0,0 1 0,0 0 0,-15 4 0,0 3 0,0 0 0,1 1 0,0 1 0,0 1 0,1 1 0,1 0 0,0 2 0,0 1 0,2 0 0,0 1 0,0 1 0,2 1 0,0 0 0,1 1 0,-19 32 0,25-35 0,1-1 0,1 1 0,0 0 0,1 1 0,0-1 0,2 1 0,0 1 0,1-1 0,-2 32 0,5-36 0,1 1 0,0-1 0,1 1 0,0-1 0,1 0 0,1 0 0,0 0 0,1 0 0,0-1 0,1 0 0,0 0 0,1 0 0,15 18 0,-12-17 0,1-2 0,0 1 0,1-2 0,1 1 0,-1-2 0,2 0 0,-1 0 0,1-1 0,1-1 0,-1 0 0,1-1 0,0-1 0,1 0 0,-1-1 0,1-1 0,0 0 0,-1-1 0,1-1 0,17 0 0,-1-2 0,0-1 0,0-2 0,-1-1 0,1-1 0,-1-2 0,0-1 0,-1-1 0,47-24 0,-38 14 0,-1-2 0,-2-1 0,0-2 0,-2-2 0,0-1 0,47-52 0,-62 59 0,-1-1 0,-2 0 0,0-1 0,-1-1 0,-1 0 0,-2-1 0,0 0 0,-2-1 0,0-1 0,-2 0 0,7-37 0,-13 47 0,-1 1 0,0 0 0,-1-1 0,-1 1 0,0-1 0,-2 1 0,0 0 0,0 0 0,-1 0 0,-1 0 0,-1 1 0,0 0 0,-1 0 0,-15-23 0,14 26 0,-1 0 0,0 1 0,-1 0 0,0 1 0,-1 0 0,0 1 0,-1 0 0,1 0 0,-2 1 0,1 1 0,-1 0 0,0 1 0,-1 0 0,1 1 0,-1 0 0,-24-3 0,22 5-65,0 2 0,-1 0 0,1 1 0,0 0 0,-1 1 0,1 1 0,0 1 0,0 1 0,0 0 0,1 0 0,-1 2 0,1 0 0,0 1 0,1 0 0,-1 1 0,1 1 0,1 0 0,0 1 0,0 0 0,-15 17 0,-26 34-6761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7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38 24575,'-1'0'0,"0"0"0,0-1 0,0 1 0,0 0 0,0-1 0,0 1 0,0 0 0,-1 0 0,1 0 0,0 0 0,0 0 0,0 0 0,0 0 0,0 1 0,0-1 0,0 0 0,-1 1 0,1-1 0,0 0 0,0 1 0,0-1 0,0 1 0,0 0 0,1-1 0,-1 1 0,0 0 0,-1 1 0,-25 23 0,25-24 0,-14 19 0,0 0 0,1 1 0,1 1 0,1 0 0,1 1 0,1 0 0,1 1 0,1 0 0,1 1 0,1 0 0,1 0 0,2 0 0,0 1 0,0 38 0,4-46 0,1 0 0,1 0 0,0 0 0,1 0 0,1 0 0,1 0 0,0-1 0,2 0 0,11 24 0,-11-29 0,0-1 0,1 1 0,0-1 0,1-1 0,0 0 0,1 0 0,0 0 0,1-1 0,0-1 0,0 0 0,0-1 0,1 0 0,19 8 0,-16-9 0,0-2 0,0 0 0,1-1 0,0 0 0,0-1 0,-1-1 0,1 0 0,0-2 0,0 1 0,0-2 0,0 0 0,-1-1 0,1-1 0,-1 0 0,0-1 0,15-7 0,0-1 0,-1-1 0,0-1 0,-1-2 0,-1-1 0,-1-1 0,46-42 0,-55 43 0,-1 0 0,0-1 0,-2-1 0,0 0 0,-1-1 0,-1 0 0,-1-1 0,-1 0 0,14-47 0,-20 54 0,0 0 0,-1-1 0,-1 1 0,0-1 0,-2 0 0,1 0 0,-2 0 0,0 0 0,-1 1 0,-1-1 0,0 1 0,-1-1 0,0 1 0,-2 0 0,0 0 0,-10-18 0,12 25 0,-1 1 0,1 0 0,-1 0 0,0 1 0,-1 0 0,0 0 0,0 0 0,0 0 0,-1 1 0,1 0 0,-1 0 0,-1 1 0,1 0 0,0 0 0,-1 1 0,0 0 0,0 0 0,0 1 0,0 0 0,0 0 0,-1 1 0,1 0 0,0 1 0,-1-1 0,1 2 0,0-1 0,-1 1 0,1 0 0,0 1 0,0 0 0,0 0 0,0 1 0,0 0 0,0 0 0,1 1 0,-1 0 0,1 0 0,0 1 0,0 0 0,1 0 0,-9 9 0,8-6-124,1 0 0,-1 0 0,1 0 0,1 1 0,0 0 0,0 0-1,1 1 1,0-1 0,0 1 0,-3 13 0,-3 35-6702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8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414 193 24575,'0'0'0,"-16"1"0,7 1 0,0 1 0,0 0 0,1 0 0,-1 1 0,1 0 0,0 1 0,0 0 0,1 0 0,0 0 0,-1 1 0,-8 10 0,-9 10 0,-32 44 0,54-68 0,-36 51 0,-34 60 0,56-82 0,1 0 0,1 2 0,-17 54 0,28-71 0,1-1 0,0 1 0,-1 29 0,4-37 0,0 0 0,0-1 0,1 1 0,0 0 0,1-1 0,-1 1 0,1-1 0,1 1 0,6 12 0,-8-17 0,1-1 0,0 0 0,-1 1 0,1-1 0,0 0 0,0 0 0,0 0 0,1 0 0,-1-1 0,0 1 0,1 0 0,-1-1 0,1 0 0,-1 0 0,1 0 0,0 0 0,-1 0 0,1 0 0,0 0 0,0-1 0,0 0 0,0 1 0,-1-1 0,1 0 0,0-1 0,0 1 0,0 0 0,4-2 0,3 0 0,-1-1 0,1 0 0,-1-1 0,0 0 0,0 0 0,0-1 0,10-7 0,3-5 0,-1-1 0,-1-1 0,-1 0 0,0-1 0,-2-1 0,0-1 0,-1-1 0,-2 0 0,18-37 0,-19 33 0,-1-2 0,-1 0 0,-2 0 0,-1-1 0,-1 0 0,-2 0 0,-1 0 0,1-40 0,-5 54 0,-1 0 0,0 0 0,-2-1 0,1 2 0,-2-1 0,0 0 0,-1 1 0,-1 0 0,0 0 0,-14-23 0,14 28 0,-1 0 0,0 1 0,-1 0 0,1 1 0,-2 0 0,1 0 0,-1 1 0,-1 0 0,1 0 0,-1 1 0,0 1 0,-1-1 0,1 1 0,-1 1 0,-18-5 0,5 4-455,0 0 0,-41-1 0,-46 6-6371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9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60 24575,'14'1'0,"175"24"0,1-9 0,266-11 0,-145-35 0,-247 22 0,-64 8 0,0 0 0,1 0 0,-1 1 0,0-1 0,0 0 0,1 0 0,-1 0 0,0 0 0,0 0 0,1 0 0,-1 0 0,0 0 0,0 0 0,1 0 0,-1-1 0,0 1 0,0 0 0,0 0 0,1 0 0,-1 0 0,0 0 0,0 0 0,0 0 0,1 0 0,-1-1 0,0 1 0,0 0 0,0 0 0,0 0 0,1-1 0,-1 1 0,0 0 0,0 0 0,0 0 0,0-1 0,0 1 0,0 0 0,0 0 0,1 0 0,-1-1 0,0 1 0,0 0 0,0 0 0,0-1 0,0 1 0,0 0 0,0 0 0,0-1 0,0 1 0,0 0 0,0 0 0,-1 0 0,1-1 0,0 1 0,0 0 0,0 0 0,0-1 0,0 1 0,-18-15 0,-28-11 0,39 22 0,3 2 0,0-1 0,-1 1 0,1 0 0,-1 1 0,1-1 0,-1 1 0,0 0 0,-4-1 0,24 17 0,13 2 0,0-2 0,2-1 0,52 16 0,99 19 0,-169-47-110,20 5 347,-32-7-277,1 0-1,-1 0 1,1 0 0,0 0-1,-1 1 1,1-1 0,-1 0-1,1 0 1,-1 0 0,1 1-1,-1-1 1,1 0 0,-1 1-1,1-1 1,-1 1 0,0-1-1,1 0 1,-1 1 0,1-1-1,-1 1 1,0-1 0,1 1-1,-1-1 1,0 1 0,0-1 0,0 1-1,1-1 1,-1 1 0,0 0-1,0-1 1,0 1 0,0-1-1,0 1 1,0-1 0,0 1-1,0 1 1,-5 8-6786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39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1 267 24575,'21'-4'0,"665"-89"0,-342 55 0,-79 2 0,263-28 0,-482 63 0,-18 1 0,-59-7 0,-103-17 0,150 30 0,0-1 0,0 1 0,-1 0 0,0 1 0,21 14 0,-34-19 4,-1-1-1,0 0 1,1 1-1,-1-1 1,0 0 0,1 1-1,-1 0 1,0-1-1,0 1 1,0 0-1,-1-1 1,1 1-1,0 0 1,-1 0-1,1 0 1,-1 0 0,0 0-1,1 0 1,-1-1-1,0 1 1,0 0-1,0 0 1,0 0-1,-1 0 1,1 0 0,0 0-1,-1 0 1,-1 2-1,-1 4-248,0 0 1,-1-1-1,0 0 0,0 0 1,-7 9-1,-16 19-6581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40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6 962 24575,'-1'-2'0,"0"1"0,1-1 0,-1 1 0,0-1 0,1 1 0,0-1 0,-1 0 0,1 1 0,0-1 0,0 0 0,0-2 0,1-20 0,1-1 0,1 1 0,1 0 0,1 0 0,1 0 0,14-35 0,-12 35 0,138-339 120,25 15-1605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40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1091 24575,'-4'-5'0,"1"-1"0,0 1 0,1-1 0,0 0 0,0 0 0,0 0 0,0 0 0,0-8 0,1 10 0,-1-12 0,0 0 0,1 0 0,1 0 0,0 0 0,5-31 0,23-81 0,-25 115 0,232-700-1365,-217 668-5461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41.2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50 759 24575,'0'0'0,"-2"-1"0,0-1 0,-4-4 0,-4-9 0,-1-10 0,1-15 0,3-15 0,5-13 0,8-11 0,6-5 0,6 0 0,3 4 0,1 9 0,0 11 0,0 9 0,-4 13-8191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43.0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 1132 24575,'-12'-13'0,"0"0"0,-22-16 0,23 19 0,-1 0 0,2 0 0,-13-16 0,19 21 0,1 0 0,0 0 0,0 0 0,0-1 0,1 1 0,0-1 0,0 0 0,0 0 0,1 1 0,-1-1 0,2 0 0,-1-7 0,1 1 0,1-1 0,0 0 0,1 1 0,1 0 0,0-1 0,0 1 0,1 0 0,1 0 0,0 1 0,1-1 0,0 1 0,0 0 0,1 1 0,1-1 0,0 2 0,17-18 0,-4 7 0,1 1 0,0 1 0,2 1 0,0 1 0,0 1 0,39-17 0,-14 12 0,2 3 0,0 2 0,0 2 0,2 2 0,96-7 0,272 14 0,-339 6 0,232 11 0,257-2 0,-142-52 0,-137 9 0,-198 24 0,946-92 0,-990 93 0,33-4 0,104 0 0,-230-23 0,-1 10 0,0 3 0,-2 2 0,-73-21 0,-151-24 0,211 51 0,-412-82 0,482 99 0,-1-1 0,1 1 0,18 10 0,6 2 0,196 72 0,392 94 0,-621-181 0,-1-1 0,0 0 0,1 0 0,-1 1 0,1-1 0,-1 1 0,0 0 0,0-1 0,1 1 0,-1 0 0,0-1 0,0 1 0,0 0 0,0 0 0,0 0 0,0 0 0,0 0 0,0 0 0,0 1 0,0-1 0,-1 0 0,1 0 0,0 1 0,-1-1 0,1 0 0,-1 1 0,0-1 0,1 0 0,-1 1 0,0-1 0,0 1 0,0-1 0,0 0 0,0 1 0,0-1 0,0 1 0,0-1 0,0 1 0,-1-1 0,1 0 0,-1 1 0,1-1 0,-1 0 0,0 2 0,-5 8 0,0 1 0,0-2 0,0 1 0,-11 11 0,8-10 0,-30 43-1365,0-1-5461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43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1169 0 24575,'0'0'0,"-2"5"0,-231 302 0,176-244 0,-3-3 0,-102 81 0,88-87 0,-121 69 0,140-94 0,-2-2 0,0-3 0,-70 20 0,116-41-119,7-1 15,-1-1 0,0 1 0,1-1 1,-1 0-1,0 0 0,0-1 0,0 0 0,0 1 0,0-1 1,0-1-1,-9-1 0,2-4-6722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45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1 163 24575,'273'-43'0,"-156"22"0,607-72 0,-621 88 0,0 4 0,0 5 0,0 4 0,-1 5 0,109 28 0,-161-28 0,0 2 0,-1 3 0,50 25 0,-73-29 0,1 1 0,-2 2 0,0 0 0,-1 2 0,-1 0 0,35 39 0,-37-33 0,-1 1 0,-1 1 0,-1 0 0,-2 1 0,-1 1 0,-1 1 0,-1 0 0,17 64 0,-21-55 0,-2 1 0,-2 1 0,-2-1 0,-1 1 0,-2-1 0,-10 77 0,-35 142 0,-15 142 0,54-278 0,14 169 0,44 122 0,-40-319 0,-6-44 0,13 53 0,-47-119 0,-22-18 0,-75-64 0,-37-53 0,82 75 0,65 61 0,-112-111 0,110 106 0,1-1 0,0-1 0,2-1 0,-22-40 0,35 60 0,0 1 0,1-1 0,-1 1 0,0-1 0,1 1 0,-1-1 0,1 0 0,-1 1 0,1-1 0,0 0 0,-1 1 0,1-1 0,0 0 0,0 1 0,0-1 0,1 0 0,-1 1 0,0-1 0,1 0 0,-1 1 0,1-1 0,0-2 0,1 3 0,0-1 0,-1 1 0,1 0 0,0-1 0,0 1 0,0 0 0,0 0 0,0 0 0,0 0 0,0 1 0,0-1 0,0 0 0,0 1 0,1 0 0,-1-1 0,4 1 0,8 0 0,-1 0 0,1 1 0,-1 1 0,0 0 0,0 1 0,0 0 0,0 1 0,0 0 0,-1 1 0,1 0 0,-1 2 0,15 9 0,11 9 0,-1 1 0,42 40 0,-5 6 0,82 102 0,-14-13 0,-141-161 0,1 0 0,-1 1 0,0-1 0,1 0 0,-1 0 0,1 0 0,-1 0 0,0 0 0,1 0 0,-1 0 0,0-1 0,1 1 0,-1 0 0,0-1 0,1 1 0,-1-1 0,0 1 0,0-1 0,1 0 0,-1 0 0,0 1 0,1-3 0,1 2 0,15-11 0,-1 0 0,0-1 0,-1-1 0,15-16 0,58-71 0,-76 86 0,167-208 0,168-277 0,-258 344-1365,-86 148-5461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5:59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1136 24575,'2'-22'0,"94"-716"0,-41 386 0,-54 334 0,-6 13 0,3 6 0,-1 0 0,1 1 0,-1-1 0,1 0 0,0 1 0,-1 0 0,1 0 0,0 0 0,-2 2 0,-24 23 0,1 2 0,2 1 0,1 1 0,-33 57 0,-67 145 0,120-225 0,-13 30 0,-6 9 0,21-46 0,2-7 0,9-32 0,107-421 0,-113 457 0,0 9 0,2 13 0,6 48 0,4 111 0,-15 73 0,0-253 0,0 1 0,1 0 0,-1 0 0,0 0 0,0 0 0,0 0 0,0 0 0,0 0 0,0 0 0,1 0 0,-1 0 0,0 0 0,0-1 0,0 1 0,0 0 0,0 0 0,1 0 0,-1 0 0,0 0 0,0 0 0,0 0 0,0 0 0,1 0 0,-1 1 0,0-1 0,0 0 0,0 0 0,0 0 0,0 0 0,0 0 0,1 0 0,-1 0 0,0 0 0,0 0 0,0 0 0,0 0 0,0 0 0,0 1 0,1-1 0,-1 0 0,0 0 0,0 0 0,0 0 0,0 0 0,0 0 0,0 1 0,0-1 0,0 0 0,0 0 0,0 0 0,0 0 0,0 0 0,0 1 0,0-1 0,0 0 0,0 0 0,0 0 0,0 1 0,15-23 0,14-34 0,1-7 0,-2-1 0,-3-2 0,25-109 0,-50 175 0,0 0 0,0 0 0,0 0 0,0 0 0,0 0 0,0 0 0,0 1 0,0-1 0,0 0 0,0 0 0,1 0 0,-1 0 0,0 0 0,0 0 0,0 0 0,0 0 0,0 0 0,0 0 0,0 1 0,0-1 0,0 0 0,0 0 0,0 0 0,0 0 0,0 0 0,0 0 0,0 0 0,0 0 0,1 0 0,-1 0 0,0 0 0,0 0 0,0 0 0,0 0 0,0 0 0,0 0 0,0 0 0,0 0 0,0 0 0,0 0 0,1 0 0,-1 0 0,0 0 0,0 0 0,0 0 0,0 0 0,0 0 0,0 0 0,0 0 0,0 0 0,0 0 0,1 0 0,-1 0 0,0 0 0,0 0 0,0 0 0,0 0 0,0 0 0,0 0 0,0 0 0,0 0 0,0-1 0,7 17 0,4 23 0,-4 2 0,5 79 0,-11-100 0,-2 1 0,0-1 0,-1 1 0,-1-1 0,-11 39 0,13-58 0,1 0 0,0 0 0,0-1 0,0 1 0,0 0 0,0 0 0,-1-1 0,1 1 0,0 0 0,-1 0 0,1-1 0,-1 1 0,1 0 0,-1-1 0,1 1 0,-1-1 0,1 1 0,-1-1 0,1 1 0,-1-1 0,0 1 0,1-1 0,-1 1 0,0-1 0,0 0 0,1 1 0,-1-1 0,0 0 0,0 0 0,1 0 0,-1 1 0,0-1 0,0 0 0,0 0 0,1 0 0,-1 0 0,0 0 0,0 0 0,1-1 0,-1 1 0,0 0 0,0 0 0,-1-1 0,0 0 0,0-1 0,0 1 0,0-1 0,0 0 0,0 0 0,0 1 0,1-1 0,-1 0 0,1-1 0,-1 1 0,1 0 0,-2-4 0,-3-10 0,0-1 0,2 0 0,0 0 0,0 0 0,0-25 0,0-92 0,4 100 0,2-40 0,-25 129 0,5 4-1365,12-35-5461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00.4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141 0 24575,'31'228'0,"4"16"0,-34-240 0,0 0 0,0 0 0,0 0 0,0-1 0,1 1 0,-1 0 0,1-1 0,0 1 0,0-1 0,0 1 0,1-1 0,4 6 0,-5-8 0,-1 0 0,1-1 0,0 1 0,0 0 0,0 0 0,0-1 0,-1 1 0,1-1 0,0 0 0,0 1 0,0-1 0,0 0 0,0 0 0,0 0 0,0 0 0,0-1 0,0 1 0,0 0 0,0-1 0,0 0 0,0 1 0,0-1 0,-1 0 0,1 0 0,0 0 0,-1 0 0,3-2 0,12-7 0,0-2 0,-1 1 0,-1-2 0,0 0 0,-1-1 0,22-28 0,-12 10 0,-2-1 0,24-48 0,-39 67 0,0-1 0,-5 13 0,0 8 0,-82 538 0,56-398 0,9-54 0,-115 570 0,123-625 0,-2 0 0,-1-1 0,-2-1 0,-2 0 0,-33 57 0,45-87 0,0 0 0,0-1 0,-1 1 0,0-1 0,1 0 0,-2 0 0,1 0 0,0-1 0,-1 0 0,0 1 0,-6 2 0,9-5 0,0-1 0,0 1 0,-1 0 0,1-1 0,0 0 0,-1 1 0,1-1 0,0 0 0,-1 0 0,1 0 0,0-1 0,-1 1 0,1 0 0,0-1 0,-1 0 0,1 1 0,0-1 0,0 0 0,0 0 0,0 0 0,0-1 0,0 1 0,0 0 0,0-1 0,0 1 0,0-1 0,-2-3 0,-1-1 0,1 1 0,0-1 0,1 0 0,-1 0 0,1-1 0,1 1 0,-1-1 0,1 1 0,0-1 0,0 0 0,1 0 0,0 0 0,0 0 0,1 0 0,0-9 0,1-6 0,1 0 0,1 0 0,9-37 0,6 0 0,2 0 0,3 1 0,2 2 0,36-61 0,-14 41 0,3 1 0,73-83 0,-43 70-1365,-11 17-5461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00.9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 17 24575,'-5'22'0,"-19"76"0,-33 176 0,56-263 0,0 0 0,0 0 0,1 0 0,1 0 0,0 0 0,0 0 0,3 11 0,-3-20 0,0 0 0,-1 1 0,1-1 0,0 0 0,0 0 0,0 0 0,0 0 0,1 0 0,-1 0 0,0 0 0,1-1 0,-1 1 0,1 0 0,0-1 0,-1 1 0,1-1 0,0 1 0,0-1 0,0 0 0,0 0 0,0 0 0,0 0 0,1 0 0,-1-1 0,0 1 0,0-1 0,1 1 0,-1-1 0,0 0 0,1 0 0,-1 0 0,0 0 0,1 0 0,-1 0 0,0-1 0,0 1 0,1-1 0,-1 0 0,4-1 0,12-5 0,0-1 0,0 0 0,-1-1 0,0-1 0,-1-1 0,22-18 0,87-86 0,-123 113 0,43-42 0,-3-1 0,-2-2 0,-1-2 0,59-101 0,-91 138 0,-3 12 0,-2 25 0,-2-19 0,-2 64 0,-18 117 0,-29 70 0,41-219 0,-169 697-526,150-629-313,-2 8-5987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01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2294 185 24575,'-25'-21'0,"7"5"0,-1 0 0,-1 2 0,0 0 0,-31-15 0,15 14 0,0 2 0,-1 1 0,-1 2 0,0 2 0,0 1 0,-1 2 0,0 2 0,0 1 0,-69 7 0,22 4 0,0 4 0,1 4 0,-110 37 0,95-21 0,1 4 0,2 4 0,2 5 0,2 3 0,-131 94 0,173-104 0,2 2 0,2 2 0,2 2 0,-45 60 0,60-66 0,2 3 0,2 0 0,1 1 0,3 2 0,-33 91 0,37-75 0,4 1 0,2 1 0,3 0 0,2 0 0,4 0 0,2 1 0,3-1 0,3 0 0,15 80 0,0-50 0,3-1 0,5-1 0,3-2 0,5-1 0,71 130 0,-69-153 0,2-1 0,4-2 0,1-2 0,4-2 0,2-2 0,2-2 0,90 68 0,-104-92 0,2-3 0,0-1 0,2-3 0,1-1 0,0-2 0,2-2 0,0-2 0,1-2 0,0-2 0,1-2 0,0-2 0,81 2 0,-83-11 2,1-2-1,-1-1 0,1-3 1,-2-2-1,1-2 0,69-26 1,-57 13-7,-2-2 0,0-3 0,-2-2 0,71-55 1,-44 21-98,-4-4 1,-2-3-1,-4-4 1,-3-2-1,102-156 1,-114 146 101,-4-3 0,-4-2 0,72-197 0,-99 223 0,-2 0 0,-4-1 0,-3-1 0,-2 0 0,-4-1 0,-5-137 0,-5 169 0,-1 1 0,-1 0 0,-3 1 0,-1 0 0,-1 0 0,-2 1 0,-2 0 0,-23-40 0,15 37 0,-2 0 0,-2 2 0,-1 1 0,-2 2 0,-1 0 0,-54-41 0,25 27-95,-2 3 1,-2 3-1,-2 3 1,-1 3-1,-144-53 1,147 67 93,-1 2-1,-1 4 1,0 2 0,-1 4-1,0 2 1,0 3-1,-71 6 1,89 2-186,0 3 1,0 1-1,-70 23 0,20 5-6056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36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24575,'16'7'0,"49"20"0,2-3 0,0-3 0,135 23 0,215 2 0,-414-46 0,802 52 0,25 2 0,120 65 0,-680-71 0,371 18 0,-40-52-33,103 5-504,138 35 537,9 1 0,1-39 0,667-101 0,-1498 82 12,-13 2 81,0 0 0,0 1 0,0 0 0,0 0 0,15 2 0,-22-1-93,1 0 0,-1 0 0,0 0 0,0 0 0,0 0 0,-1 0 0,1 0 0,0 0 0,0 0 0,0 1 0,-1-1 0,1 0 0,-1 0 0,1 1 0,-1-1 0,1 0 0,-1 1 0,0-1 0,0 2 0,5 32 0,-5-29 0,2 25 120,-3-20-321,-2-15-1083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38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1576 24575,'3'0'0,"-1"-1"0,0 0 0,1 0 0,-1 0 0,0 0 0,0 0 0,0 0 0,0 0 0,0-1 0,3-2 0,2-1 0,38-27 0,-1-2 0,41-43 0,73-88 0,-118 122 0,-28 30 0,724-801 0,-670 736 0,-3-2 0,84-141 0,-192 249 0,-281 227 0,25-19 0,-221 121 0,522-357 0,0 0 0,0 0 0,0 0 0,0 0 0,-1 0 0,1 0 0,0 0 0,0 0 0,0 0 0,0 0 0,0 0 0,0 0 0,0 0 0,0 0 0,0 0 0,0 0 0,-1 0 0,1 0 0,0 0 0,0 0 0,0 0 0,0 0 0,0 0 0,0 0 0,0 0 0,0 0 0,0 0 0,-1 0 0,1 0 0,0 0 0,0 0 0,0 0 0,0 0 0,0 0 0,0 0 0,0 0 0,0 0 0,0-1 0,0 1 0,0 0 0,0 0 0,0 0 0,0 0 0,0 0 0,-1 0 0,1 0 0,0 0 0,0 0 0,0 0 0,0-1 0,0 1 0,0 0 0,0 0 0,0 0 0,0 0 0,0 0 0,0 0 0,0 0 0,0 0 0,0 0 0,0 0 0,1-1 0,-1 1 0,0 0 0,2-12 0,10-18 0,6-6 0,2 0 0,1 2 0,2 1 0,35-40 0,119-113 0,-88 98 0,4 4 0,155-109 0,-234 184 0,0 1 0,0 0 0,0 1 0,1 1 0,0 0 0,27-7 0,-34 12 0,0 0 0,-1 0 0,1 0 0,0 1 0,0 1 0,0-1 0,-1 1 0,1 1 0,0-1 0,-1 1 0,1 0 0,-1 1 0,1 0 0,-1 0 0,11 8 0,-2 0 0,-1 1 0,0 1 0,-1 0 0,0 1 0,-2 0 0,1 2 0,-2-1 0,0 1 0,-1 1 0,15 32 0,-1 7 0,-2 1 0,15 67 0,-35-119 0,10 36 0,-2 1 0,-1 0 0,4 67 0,-25-38 0,12-49-1365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40.3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262 673 24575,'7'-1'0,"500"-121"0,-256 56 0,805-132-1389,17 95 1408,-529 73-151,174-11-235,-8-40 155,-686 78 298,-8 0 252,-1 1 0,29-10 0,-106 2 643,-237 16-981,269-4 0,-281 20-385,-662 81-1590,-11 25 1744,-92 12-886,766-104 1111,-384 50-667,234-11 4150,457-74-3427,-21 6 590,24-1-404,14 4-252,2-2 16,1-2 0,1 1 0,-1-2 0,35 6 0,37 3 6,0-3 0,101-2-1,190-18-226,611-76-899,0-44 1309,-661 84-279,-153 21 66,857-136-372,-1002 155 654,-23 4-94,0 0 0,-1 0 0,1-1 0,-1 0 1,1-1-1,-1 0 0,15-8 0,-19 7-90,-4 4-74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48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2241 0 24575,'-6'4'0,"-1"0"0,0 0 0,0 0 0,0-1 0,-1 0 0,-10 2 0,-19 8 0,-180 86 0,5 9 0,-236 162 0,-374 314 0,456-315 0,336-249 0,-18 15 0,48-35 0,0 1 0,0 0 0,0-1 0,-1 1 0,1 0 0,0 0 0,0-1 0,1 1 0,-1 0 0,0-1 0,0 1 0,0 0 0,0-1 0,1 1 0,-1 0 0,0-1 0,0 1 0,1-1 0,-1 1 0,1 0 0,-1-1 0,0 1 0,1-1 0,-1 1 0,2 0 0,15 19 0,-14-17 0,40 42 0,3-3 0,51 38 0,109 66 0,-168-119 0,169 109 0,228 114 0,-323-195 0,2-5 0,2-5 0,1-5 0,125 24 0,-229-61 0,5 1 0,0 0 0,1-1 0,-1-1 0,37-1 0,-53-1-34,-1-1 0,0 1-1,0 0 1,1-1-1,-1 1 1,0-1 0,0 0-1,0 1 1,0-1 0,0 0-1,0 0 1,0 0-1,0 0 1,0 0 0,0 1-1,-1-2 1,1 1 0,0 0-1,1-2 1,-1 1-644,6-9-6148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49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1320 1 24575,'-3'11'0,"-98"243"0,61-166 0,-569 1368 0,72 31 0,511-1396-1365,22-75-5461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50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1713 125 24575,'-3'-36'0,"3"25"0,0 9 0,0 0 0,1 0 0,-1 0 0,0 0 0,-1 0 0,1 0 0,0 0 0,0 0 0,-1 0 0,1 0 0,-1 0 0,0 0 0,0 0 0,0 0 0,0 0 0,0 1 0,0-1 0,0 0 0,0 1 0,-1-1 0,1 1 0,0-1 0,-1 1 0,0-1 0,1 1 0,-1 0 0,0 0 0,-2-1 0,-24-6 0,0 2 0,-1 1 0,1 1 0,-1 1 0,-49 2 0,59 1 0,-65 0 0,0 4 0,0 4 0,-114 25 0,153-23 0,1 2 0,1 2 0,0 2 0,1 2 0,0 2 0,2 1 0,-73 52 0,98-61 0,1 0 0,1 0 0,-1 2 0,2-1 0,0 2 0,1-1 0,0 2 0,1-1 0,-13 29 0,20-36 0,0 0 0,0-1 0,1 1 0,0 0 0,1 1 0,0-1 0,0 0 0,1 0 0,0 0 0,0 1 0,1-1 0,0 0 0,0 0 0,1 0 0,0 0 0,1 0 0,0 0 0,0 0 0,0-1 0,1 0 0,0 0 0,1 0 0,9 12 0,1-3 0,0-1 0,1 0 0,1-1 0,0-1 0,1-1 0,1-1 0,0 0 0,0-1 0,1-1 0,39 12 0,-1-5 0,0-2 0,101 11 0,-134-22 0,-7 0 0,0 0 0,1-2 0,-1 0 0,0-1 0,1-1 0,26-5 0,-94 43 0,-310 180 0,87-59 0,196-109 0,-101 85 0,146-106 0,1 1 0,1 1 0,-40 54 0,60-71 0,0-1 0,1 1 0,1 1 0,0 0 0,1 0 0,0 0 0,1 0 0,1 1 0,0 0 0,1 0 0,1 0 0,0 0 0,0 18 0,3-25 0,0-1 0,1 1 0,0-1 0,0 1 0,0-1 0,1 1 0,0-1 0,1 0 0,-1 0 0,1-1 0,1 1 0,-1-1 0,1 0 0,0 0 0,1 0 0,-1-1 0,1 0 0,0 0 0,1 0 0,-1-1 0,1 0 0,-1 0 0,12 4 0,6 2 0,0-1 0,1-1 0,0-2 0,0 0 0,46 4 0,-17-6 20,1-3 0,0-2 0,0-2 0,0-3 0,71-16 0,-60 5-391,0-2-1,-1-3 1,115-58 0,-108 41-6455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50.8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407 306 24575,'-7'21'0,"-375"1191"0,376-1199 0,2-16 0,-1-25 0,2-34 0,3 0 0,10-70 0,26-123 0,-29 209 0,30-179 0,72-243 0,-109 467 0,1 1 0,-1-1 0,0 0 0,0 0 0,0 1 0,0-1 0,1 0 0,-1 0 0,0 1 0,1-1 0,-1 0 0,0 1 0,1-1 0,-1 0 0,1 1 0,-1-1 0,1 0 0,0 1 0,-1-1 0,1 1 0,-1-1 0,1 1 0,0 0 0,0-1 0,-1 1 0,1 0 0,0-1 0,0 1 0,-1 0 0,1 0 0,0 0 0,0-1 0,-1 1 0,1 0 0,0 0 0,0 0 0,0 0 0,-1 1 0,1-1 0,0 0 0,0 0 0,0 1 0,4 1 0,-1 0 0,1 1 0,-1 0 0,0 0 0,7 6 0,-8-5 0,34 30 0,-1 3 0,57 77 0,48 95 0,-118-174 0,105 172 0,100 147 0,-215-337 0,0 0 0,1 0 0,1-1 0,1-1 0,25 19 0,-36-30 0,0-1 0,0 0 0,0 0 0,0-1 0,0 1 0,0-1 0,1 0 0,-1 0 0,1-1 0,0 0 0,-1 0 0,1 0 0,0-1 0,-1 0 0,1 0 0,0 0 0,0 0 0,-1-1 0,1 0 0,0-1 0,-1 1 0,1-1 0,-1 0 0,0 0 0,9-5 0,0-3 0,0 0 0,-1-1 0,-1 0 0,0-1 0,0-1 0,-1 0 0,-1 0 0,0-1 0,11-21 0,6-14 0,30-82 0,-18 21 0,-5-3 0,-5 0 0,-5-2 0,-5-1 0,-5 0 0,-2-200 0,-16 248-1365,3 60-5461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51.5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601 122 24575,'0'0'0,"-3"13"0,-27 127 0,-84 236 0,72-251 0,-3 12 0,-94 276 0,134-406 0,2-12 0,-1-22 0,3 18 0,-33-233 0,-80-632 0,110 839 0,1 20 0,1 0 0,1 0 0,0-1 0,1 1 0,0 0 0,5-23 0,-5 37 0,1 0 0,-1 1 0,1-1 0,-1 0 0,1 0 0,-1 1 0,1-1 0,-1 1 0,1-1 0,0 1 0,-1-1 0,1 1 0,0-1 0,0 1 0,-1-1 0,1 1 0,0 0 0,0-1 0,0 1 0,0 0 0,-1 0 0,1 0 0,0 0 0,0 0 0,0 0 0,0 0 0,1 0 0,30 3 0,-26-2 0,50 9 0,-1 2 0,0 3 0,55 24 0,154 81 0,-181-75 0,124 89 0,-164-102 0,-1 3 0,-2 2 0,-1 1 0,41 52 0,-67-73 0,-1-1 0,-1 1 0,0 1 0,-2 0 0,0 1 0,-1-1 0,0 2 0,6 26 0,-12-35 0,-1 1 0,1-1 0,-2 0 0,1 0 0,-2 1 0,0-1 0,0 0 0,-1 0 0,0 0 0,0 0 0,-2 0 0,1 0 0,-1-1 0,-1 1 0,0-1 0,-11 16 0,-1-2 0,-2-2 0,0 0 0,-2-1 0,0-2 0,-1 0 0,-1-1 0,-1-1 0,0-1 0,-1-1 0,-35 15 0,-1-4 0,-2-2 0,0-3 0,-92 18 0,70-22 0,-106 6 0,139-21 0,0-1 0,-1-3 0,-66-11 0,105 11-455,0-1 0,-22-8 0,20 4-6371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6:53.0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558 0 24575,'6'16'0,"9"12"0,1 0 0,1-1 0,2 0 0,23 24 0,94 92 0,-31-45 0,5-5 0,129 84 0,258 136 0,-179-117 0,-316-195 0,1 1 0,0-1 0,-1 1 0,1 0 0,-1 0 0,0 0 0,0 0 0,0 0 0,4 5 0,-6-6 0,0 0 0,0 0 0,0 1 0,0-1 0,0 0 0,0 0 0,0 0 0,0 0 0,0 0 0,-1 0 0,1 1 0,0-1 0,-1 0 0,1 0 0,-1 0 0,1 0 0,-1 0 0,0 0 0,1 0 0,-1 0 0,0-1 0,0 1 0,1 0 0,-1 0 0,0 0 0,0-1 0,0 1 0,0-1 0,-1 2 0,-282 204 0,138-104 0,-639 536 0,44 53 0,683-635 0,37-35 0,14-13 0,-1-1 0,1 0 0,-1 0 0,-17 10 0,27-19-1365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7:42.5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24575,'0'0'0,"0"0"0,0-1 0,0 0 0,0 0 0,0 0 0,0 1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30.2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24441,'0'278'0,"2991"-278"0,-2991-278 0,-2991 278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34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1 680 24575,'17'-3'0,"493"-147"0,-97 23 0,62 44 0,-194 42 0,438-125 0,-571 127 0,-57 17 0,1 4 0,0 3 0,1 5 0,1 4 0,112 7 0,355 59 0,-124-8 0,-293-42 0,152-8 0,201-48 0,134-4 0,-55 72 0,-1 31 0,142 9 0,1-59 0,-418-28-682,490-103-1,-750 119-6143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00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3187 417 24575,'-18'-24'0,"-7"-1"0,-1 1 0,-2 2 0,0 1 0,-60-34 0,17 19 0,-82-31 0,58 34 0,-2 4 0,0 5 0,-2 3 0,0 5 0,-119-4 0,-506 31 0,711-10 0,-404 38 0,350-29 0,0 4 0,1 2 0,1 3 0,-72 32 0,108-37 0,0 0 0,1 3 0,1 0 0,0 2 0,1 0 0,1 2 0,2 1 0,0 1 0,-25 31 0,25-22 0,1 0 0,2 2 0,0 0 0,3 2 0,1 0 0,-22 73 0,23-48 0,4 1 0,1 0 0,4 0 0,2 0 0,3 1 0,3-1 0,2 1 0,3-1 0,23 93 0,-5-64 0,4-1 0,4-2 0,4-1 0,4-2 0,92 144 0,-63-129 0,4-2 0,4-4 0,4-4 0,97 83 0,-84-93 0,3-5 0,4-4 0,2-5 0,3-4 0,3-5 0,2-4 0,3-6 0,1-5 0,146 33 0,-144-49 0,1-5 0,1-5 0,0-6 0,1-5 0,0-5 0,0-5 0,-1-6 0,0-5 0,172-46 0,-211 39 0,0-5 0,-2-3 0,-1-3 0,-2-4 0,-2-3 0,-1-3 0,-3-4 0,120-104 0,-142 106 0,-3-1 0,-1-3 0,-3-2 0,66-108 0,-80 111 0,-2-2 0,-2-1 0,-3 0 0,-2-2 0,-2 0 0,10-67 0,-19 69 0,-2 1 0,-2-1 0,-3 0 0,-2 0 0,-2 0 0,-2 0 0,-3 1 0,-2 0 0,-2 1 0,-2 0 0,-31-66 0,20 61 0,-3 1 0,-2 1 0,-2 2 0,-2 2 0,-3 0 0,-2 3 0,-1 2 0,-3 1 0,-70-53 0,35 39 0,-3 4 0,-2 3 0,-2 5 0,-105-41 0,56 36 0,-2 6 0,-167-30 0,140 45 0,-2 8 0,0 7 0,-171 7 0,135 16 0,1 9 0,-227 50 0,333-47 0,1 3 0,1 5 0,2 4 0,1 3 0,2 5 0,-119 73 0,153-78 0,3 3 0,0 1 0,3 3 0,-55 62 0,69-65 0,1 2 0,3 1 0,1 2 0,3 0 0,-37 87 0,46-87 0,2 1 0,3 0 0,1 1 0,3 0 0,1 1 0,3 0 0,2 0 0,1 0 0,3 0 0,2-1 0,2 1 0,3-1 0,17 61 0,-6-45 0,4 0 0,2-2 0,2-1 0,3-1 0,3-1 0,2-2 0,3-2 0,1-1 0,52 49 0,-29-39-17,3-3 0,3-3 0,2-3 0,2-3 0,86 44-1,-61-45-38,1-5-1,3-4 1,188 50-1,-150-61 10,1-6 0,0-5 0,1-8 0,1-5 0,0-6 0,267-37 0,-282 16 47,-1-5 0,-1-6 0,-2-5 0,120-55 0,-172 61 0,-1-5 0,-2-2 0,-2-3 0,-1-3 0,-3-3 0,-1-2 0,99-105 0,-128 116 33,-3 0 0,-1-2 0,-2-2 0,-1 0 0,-3-2 0,-1 0-1,-3-1 1,-1-2 0,18-74 0,-27 76-3,-1-1 0,-3 0 0,-2 0 0,-1 0 0,-3-1 0,-1 1 0,-3 0-1,-2 0 1,-1 1 0,-20-59 0,8 47-30,-2 2 0,-2 0 0,-3 2 0,-2 1 0,-3 1 0,-46-58 0,28 49 0,-3 2 0,-2 3 0,-2 2 0,-84-59 0,37 43 0,-2 5 0,-3 4 0,-3 5 0,-2 5 0,-233-68 0,126 62 0,-360-42 0,-235 39 0,792 58 0,-33 1 0,57 0-21,-1 0-1,1 1 0,0-1 1,0 0-1,0 0 0,0 0 1,-1 0-1,1 1 0,0-1 1,0 0-1,0 0 0,0 0 1,0 1-1,0-1 0,-1 0 1,1 0-1,0 0 0,0 1 0,0-1 1,0 0-1,0 0 0,0 1 1,0-1-1,0 0 0,0 0 1,0 0-1,0 1 0,0-1 1,0 0-1,1 0 0,-1 1 1,0-1-1,0 0 0,0 0 1,0 0-1,0 1 0,0-1 1,0 0-1,1 0 0,-1 0 1,0 0-1,0 1 0,0-1 1,0 0-1,1 0 0,-1 0 1,0 0-1,0 0 0,0 0 1,1 1-1,-1-1 0,0 0 1,0 0-1,0 0 0,1 0 1,-1 0-1,0 0 0,0 0 1,1 0-1,-1 0 0,0 0 1,1 0-1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07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940 620 24575,'1'-3'0,"-1"0"0,0 0 0,0-1 0,-1 1 0,1 0 0,-1 0 0,1 0 0,-1 0 0,-2-6 0,0-2 0,-10-62 0,4 19 0,-2 0 0,-2 1 0,-30-78 0,36 116 0,0-1 0,-2 1 0,0 1 0,-1-1 0,0 2 0,-17-18 0,18 22 0,0 1 0,-1 0 0,0 0 0,0 2 0,-1-1 0,0 1 0,0 0 0,0 1 0,-23-6 0,19 7 0,0 1 0,1 0 0,-1 1 0,-1 1 0,1 0 0,0 1 0,0 1 0,0 1 0,0 0 0,-25 6 0,20-1 0,1 0 0,0 1 0,0 0 0,0 2 0,1 0 0,1 2 0,-20 15 0,12-6 0,1 2 0,0 0 0,2 2 0,1 0 0,1 2 0,2 0 0,0 1 0,2 1 0,-22 52 0,27-50 0,0 1 0,2 1 0,2 0 0,1 0 0,2 1 0,1-1 0,1 38 0,3-53 0,1 0 0,0 0 0,1 0 0,1 0 0,1-1 0,10 24 0,-10-30 0,0 0 0,1-1 0,0 0 0,1 0 0,0 0 0,1-1 0,0 0 0,0-1 0,1 1 0,15 10 0,-13-12 0,-1-1 0,2 0 0,-1 0 0,0-1 0,1 0 0,0-1 0,0-1 0,1 0 0,17 2 0,-10-3 0,1-2 0,0 0 0,0-1 0,-1-1 0,25-5 0,2-4 0,-1-3 0,0-1 0,-1-3 0,47-25 0,-20 4 0,87-59 0,-122 71 0,-1 0 0,-2-3 0,60-65 0,-85 81 0,-3 5 0,-3 16 0,4 420 0,-11-294 0,22 220 0,-15-330 0,1 0 0,1 0 0,0-1 0,2 0 0,14 32 0,-18-49 0,0 1 0,0-1 0,1 0 0,-1 0 0,1 0 0,1 0 0,-1-1 0,0 1 0,1-1 0,10 6 0,-11-8 0,0 0 0,1 0 0,-1 0 0,1-1 0,-1 0 0,1 0 0,-1 0 0,1 0 0,0-1 0,0 1 0,-1-1 0,1-1 0,0 1 0,0-1 0,-1 0 0,6-1 0,4-2 0,1-2 0,-1 0 0,0 0 0,-1-1 0,0-1 0,0 0 0,-1-1 0,1 0 0,-2-1 0,17-17 0,4-8 0,-2-1 0,30-48 0,-2-9 0,80-171 0,12-115 0,-148 371 0,52-164 0,-46 141 0,-2 1 0,-1-2 0,2-50 0,-10 58 0,-3 24 0,-5 13 0,-40 60 0,4 3 0,3 1 0,-36 92 0,79-167 0,-11 34 0,12-36 0,0 0 0,0 0 0,0 1 0,0-1 0,0 0 0,0 1 0,0-1 0,0 0 0,0 0 0,0 1 0,0-1 0,0 0 0,0 0 0,1 1 0,-1-1 0,0 0 0,0 0 0,0 0 0,0 1 0,0-1 0,1 0 0,-1 0 0,0 0 0,0 1 0,0-1 0,0 0 0,1 0 0,-1 0 0,0 0 0,0 0 0,1 1 0,-1-1 0,0 0 0,0 0 0,1 0 0,-1 0 0,0 0 0,20-8 0,14-16 0,-2-1 0,0-2 0,-2-1 0,-1-2 0,39-50 0,-68 79 0,0 1 0,0 0 0,1 0 0,-1 0 0,0 0 0,0-1 0,0 1 0,0 0 0,0 0 0,0 0 0,1 0 0,-1-1 0,0 1 0,0 0 0,0 0 0,0 0 0,1 0 0,-1 0 0,0 0 0,0 0 0,0 0 0,0-1 0,1 1 0,-1 0 0,0 0 0,0 0 0,0 0 0,1 0 0,-1 0 0,0 0 0,0 0 0,0 0 0,1 0 0,-1 0 0,0 0 0,0 1 0,0-1 0,1 0 0,-1 0 0,4 9 0,-1 22 0,-3-31 0,0 67 0,-16 127 0,-29 71 0,-66 224 0,19-97 0,81-335-455,2 0 0,-1 60 0,10-34-6371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26.7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0 358 24575,'0'-1'0,"1"-1"0,-1 1 0,0 0 0,1 0 0,-1 0 0,1-1 0,0 1 0,-1 0 0,1 0 0,0 0 0,-1 0 0,1 0 0,0 0 0,0 0 0,0 0 0,0 1 0,0-1 0,1-1 0,25-14 0,-20 13 0,46-24 0,1 3 0,2 2 0,99-26 0,-52 25 0,135-12 0,-82 23 2,287 17 0,158 56-17,-211-18-144,667 11-943,5-56-7,-776 0 924,2246-68 185,-2368 61 95,2567-130-847,-2630 135 1085,257-22 2344,-348 25-2718,25-7 412,-34 8-424,0 0 0,0-1 0,0 1 0,0-1 0,0 1 0,0-1 0,0 1 1,0-1-1,0 0 0,-1 1 0,1-1 0,0 0 0,0 0 0,-1 1 0,1-1 0,0 0 0,-1 0 0,1 0 0,-1 0 0,1 0 0,-1 0 1,0 0-1,1 0 0,-1 0 0,0 0 0,0 0 0,0-2 0,0-3-6773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37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5569 1701 24508,'-2'66'0,"-5"1"0,-3-1 0,-5 1 0,-5-2 0,-3 0 0,-5 0 0,-3-1 0,-5-1 0,-4-1 0,-4-1 0,-4-1 0,-3-1 0,-4-1 0,-4-2 0,-4-1 0,-3-2 0,-3-1 0,-4-3 0,-3 0 0,-2-3 0,-4-2 0,-3-2 0,-2-1 0,-3-3 0,-2-2 0,-2-2 0,-2-3 0,-3-2 0,-1-2 0,-2-3 0,-1-2 0,-2-2 0,0-4 0,-2-1 0,-1-4 0,0-1 0,-1-4 0,0-2 0,0-3 0,-1-2 0,1-3 0,0-2 0,1-4 0,0-1 0,2-4 0,0-1 0,1-4 0,2-2 0,1-2 0,2-3 0,1-2 0,3-2 0,2-3 0,2-2 0,2-2 0,3-3 0,2-1 0,4-2 0,2-2 0,3-3 0,3 0 0,4-3 0,3-1 0,3-2 0,5-1 0,2-2 0,5-1 0,3-1 0,4-1 0,4-1 0,4-1 0,5-1 0,3-1 0,5 0 0,3 0 0,6-2 0,3 1 0,4-1 0,5 1 0,4-1 0,5 0 0,4 1 0,3 0 0,6 0 0,3 1 0,5 0 0,3 1 0,5 1 0,4 1 0,4 1 0,4 1 0,3 1 0,5 1 0,2 2 0,5 2 0,3 0 0,3 3 0,4 1 0,3 2 0,3 1 0,2 3 0,4 2 0,2 1 0,3 3 0,2 2 0,2 3 0,2 1 0,3 3 0,1 2 0,2 3 0,1 2 0,2 3 0,1 2 0,0 2 0,2 4 0,0 2 0,1 2 0,0 3 0,1 3 0,-1 2 0,0 3 0,0 3 0,-1 2 0,0 2 0,-1 4 0,-2 2 0,0 2 0,-2 3 0,-1 2 0,-2 3 0,-1 2 0,-3 3 0,-2 1 0,-2 3 0,-2 2 0,-3 3 0,-2 1 0,-3 2 0,-4 3 0,-2 1 0,-3 2 0,-4 1 0,-3 3 0,-3 0 0,-4 2 0,-4 2 0,-4 1 0,-3 1 0,-4 1 0,-4 1 0,-4 1 0,-5 1 0,-3 1 0,-5 0 0,-3 1 0,-5 0 0,-5 0 0,-3 1 0,-5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01.7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5277 371 23210,'-207'-371'0,"-4862"908"0,10345-703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21.2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3159 596 24575,'-18'-37'0,"-19"-39"0,-3 3 0,-53-74 0,79 126 0,-2 2 0,-1-1 0,0 2 0,-1 0 0,-1 2 0,-1 0 0,0 1 0,-1 0 0,-1 2 0,0 1 0,-32-13 0,13 11 0,-1 3 0,-1 1 0,1 3 0,-1 1 0,0 2 0,0 2 0,-1 1 0,-83 12 0,42 2 0,0 4 0,1 4 0,-123 47 0,114-30 0,1 3 0,3 5 0,1 3 0,3 4 0,-139 113 0,158-107 0,1 2 0,4 4 0,3 2 0,2 2 0,3 3 0,-76 140 0,59-68 4,6 3-1,-84 298 1,-20 329-135,94-306-69,21 2 1,8 570-1,80-481 200,-16-426 0,6-1 0,50 155 0,-46-203 0,3 0 0,4-2 0,3-2 0,60 91 0,-59-113 0,1-3 0,3-1 0,3-2 0,1-2 0,3-3 0,62 46 0,-61-57 0,2-1 0,1-3 0,1-3 0,1-1 0,2-4 0,1-2 0,0-2 0,83 14 0,-68-22 0,1-3 0,-1-3 0,1-4 0,0-3 0,-1-3 0,115-22 0,-99 7 0,0-4 0,-2-5 0,0-3 0,-2-4 0,-2-4 0,-2-4 0,-1-3 0,-3-3 0,-2-4 0,-2-4 0,131-128 0,-151 125 0,-3-2 0,-2-2 0,-3-3 0,-4-1 0,-2-2 0,59-141 0,-66 117 0,-3-2 0,-5 0 0,-4-2 0,-4-1 0,6-119 0,-18 56 0,-7-1 0,-8 1 0,-56-312 0,-2 175 0,-123-335 0,28 194-1,-19 7 0,-19 8-1,-263-410 1,230 481-56,183 287 251,-2 3 0,-4 2 1,-66-57-1,111 109-313,5 5 6,1-1 1,-1 1-1,0 0 0,-1 1 0,1-1 0,-1 1 0,0 1 0,0-1 0,0 1 0,-8-2 0,-2 4-6713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33.5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1 133 24575,'0'0'0,"1"0"0,1 1 0,-1-1 0,1 1 0,-1-1 0,1 1 0,-1 0 0,0-1 0,1 1 0,-1 0 0,0 0 0,0 0 0,1 0 0,-1 0 0,0 0 0,0 1 0,0-1 0,1 2 0,17 28 0,-16-24 0,15 27 0,-2 2 0,-2 0 0,-1 0 0,-2 2 0,-1-1 0,8 74 0,-8-5 0,-7 135 0,-5-152 0,-2-22 0,4 0 0,2 0 0,16 92 0,-15-141 0,2 1 0,0 0 0,1-1 0,1 0 0,0 0 0,2-1 0,0 0 0,0 0 0,2-1 0,0 0 0,1-1 0,1 0 0,0-1 0,1-1 0,0 0 0,23 16 0,-11-14 0,-1-1 0,2-2 0,0 0 0,0-2 0,1-1 0,0-1 0,1-2 0,0 0 0,0-2 0,0-2 0,31 0 0,39-4 0,186-29 0,344-86 0,-62 10 0,81-11 0,-641 117 0,0 0 0,0-1 0,0 0 0,0 0 0,0-1 0,-1 0 0,1 0 0,-1-1 0,0 1 0,0-2 0,0 1 0,0 0 0,-1-1 0,1 0 0,-1 0 0,-1-1 0,1 1 0,-1-1 0,0 0 0,0-1 0,-1 1 0,5-10 0,5-20 0,-1 0 0,-2-1 0,-2 0 0,6-58 0,-2-158 0,-31-113 0,10 295 0,-4 0 0,-3 1 0,-28-76 0,42 139-1365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37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21644 2929 24575,'-9'63'0,"7"632"0,3-594 0,37 468 0,-23-403 0,-11-105 0,-2 1 0,-3 0 0,-2-1 0,-3 1 0,-23 97 0,14-107 0,-1 0 0,-3-2 0,-2 0 0,-2-1 0,-2-2 0,-55 79 0,26-55 7,-3-2 0,-3-3 0,-3-3 0,-112 89 0,76-80-36,-3-4 0,-198 98 0,123-87-82,-199 61 0,-189 20-262,-666 112 448,-9-43-1128,1138-211 799,-1606 260 254,-9-71 0,25-77 0,-1-41 0,204-64-204,1113-41-27,-727-125 0,871 90 858,3-10-1,2-9 1,-351-162 0,393 136-606,-310-216 0,-139-171-28,357 265 10,119 98-3,-245-200 0,326 252 0,3-4 0,-126-159 0,115 107 0,5-4 0,-81-175 0,-96-290 0,216 494 0,-112-257 0,-28 14 0,-341-394 0,105 165 0,181 149 0,30 45 0,-180-263 0,359 592 0,-98-163 0,105 182 0,-1 1 0,-1 1 0,-2 1 0,-51-45 0,75 71 0,-1-1 0,0 0 0,0 1 0,0-1 0,0 1 0,0-1 0,1 1 0,-1-1 0,0 1 0,0 0 0,0-1 0,0 1 0,0 0 0,0 0 0,0 0 0,0-1 0,0 1 0,-1 0 0,1 0 0,0 1 0,0-1 0,0 0 0,0 0 0,0 0 0,0 1 0,0-1 0,0 1 0,1-1 0,-1 0 0,0 1 0,0 0 0,0-1 0,0 1 0,0 0 0,1-1 0,-1 1 0,0 0 0,1 0 0,-1-1 0,0 1 0,1 0 0,-1 0 0,0 2 0,-3 6 0,-1 0 0,2 0 0,-6 19 0,3-10 0,-33 89 0,-92 296 0,126-383 0,1-6 0,0 0 0,1 1 0,1-1 0,0 1 0,1-1 0,0 1 0,1-1 0,3 22 0,-1-32 0,-1-9 0,-2-24 0,-4-48 0,5 72 0,-8-124 0,7 0 0,5-1 0,34-216 0,-36 333 0,11-39 0,11 56 0,37 14 0,-1 2 0,85 41 0,-76-30 0,20 8 0,13 6 0,113 34 0,-147-65-1365,-40-12-5461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10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7:57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1 864 24575,'25'7'0,"31"4"0,1-4 0,0-1 0,-1-4 0,80-5 0,229-41 0,-246 26 0,1568-194 0,-1120 162 0,295-30 0,-341 14 0,240-24 0,5 64 0,27 85 0,-258-14 0,-433-38 0,2173 135 0,-1332-110 0,-3-50 0,-889 15 0,583-44 0,-633 47 0,-1 0 0,0 0 0,1 0 0,-1 0 0,0 0 0,0 0 0,1 0 0,-1 0 0,0-1 0,1 1 0,-1 0 0,0 0 0,1 0 0,-1 0 0,0-1 0,0 1 0,1 0 0,-1 0 0,0 0 0,0-1 0,1 1 0,-1 0 0,0-1 0,0 1 0,0 0 0,0 0 0,1-1 0,-1 1 0,0 0 0,0-1 0,0 1 0,0 0 0,0-1 0,0 1 0,0 0 0,0-1 0,0 1 0,0 0 0,0-1 0,0 1 0,0 0 0,0-1 0,0 1 0,0 0 0,0-1 0,0 1 0,-1 0 0,1-1 0,-16-23 0,-31-23 0,-332-255 0,212 174 0,151 117 0,31 25 0,2 2 0,136 127 0,158 162 0,-307-301 0,0 0 0,0 1 0,0-1 0,-1 1 0,1 0 0,-1 0 0,-1 0 0,1 1 0,3 10 0,-6-13 0,0 1 0,0-1 0,0 0 0,0 1 0,0-1 0,-1 1 0,1-1 0,-1 0 0,0 1 0,0-1 0,-1 0 0,1 0 0,0 0 0,-1 0 0,0 0 0,0 0 0,-4 5 0,-8 11 0,-3 5 0,-37 40 0,-206 177-1365,202-190-5461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7:58.8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492 0 24575,'-10'22'0,"-20"33"0,-2-2 0,-68 85 0,-97 87 0,152-176 0,24-24 0,12-14 0,0-1 0,0 0 0,-20 16 0,41-4 0,1-2 0,2 0 0,0-2 0,1 0 0,1 0 0,0-2 0,30 22 0,126 77 0,-159-106 0,230 129-682,301 123-1,-494-238-6143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1.8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1 0,0 11 0,0 20 0,0 23 0,0 22 0,0 17 0,0 14 0,1 8 0,2 5 0,1 0 0,2-2 0,-1-22-8191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2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24575,'0'0'0,"0"32"0,5 238 0,0-210 0,2 0 0,22 87 0,-29-146 0,3 11 0,0-1 0,1 0 0,0 0 0,8 15 0,-11-24 0,1 0 0,-1 0 0,0 0 0,1-1 0,-1 1 0,1 0 0,-1 0 0,1-1 0,0 1 0,0-1 0,0 1 0,0-1 0,0 0 0,0 0 0,0 0 0,0 0 0,0 0 0,1 0 0,-1-1 0,0 1 0,0-1 0,1 1 0,-1-1 0,0 0 0,1 0 0,-1 0 0,1 0 0,1-1 0,5-2 0,-1 0 0,0 0 0,0 0 0,0-1 0,-1-1 0,1 1 0,-1-1 0,0 0 0,0-1 0,-1 0 0,0 0 0,0 0 0,8-12 0,4-5 0,-2-1 0,24-46 0,-29 47 0,0-1 0,-1 1 0,-2-2 0,8-34 0,-1 121 0,-10-39 0,1 1 0,1-1 0,2 0 0,0 0 0,1-1 0,22 35 0,-30-54 0,-1-1 0,0 0 0,1 0 0,0 0 0,-1-1 0,1 1 0,0 0 0,0-1 0,0 1 0,0-1 0,0 1 0,0-1 0,1 0 0,-1 0 0,0 0 0,1 0 0,-1 0 0,0-1 0,1 1 0,-1-1 0,1 0 0,-1 1 0,1-1 0,-1 0 0,1 0 0,-1-1 0,1 1 0,-1-1 0,1 1 0,-1-1 0,0 0 0,1 1 0,-1-1 0,4-2 0,2-2 0,0-1 0,-1 1 0,1-1 0,-1-1 0,-1 1 0,1-1 0,-1 0 0,6-10 0,7-12 24,-1-1 0,-1-1 0,-2 0 0,22-66 0,-18 35-767,18-115 1,-34 150-6084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2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1 0,1 9 0,2 16 0,1 19 0,3 17 0,0 13 0,1 7 0,0 4 0,-1-1 0,0-2 0,1-3 0,0-7 0,1-9 0,-1-16-8191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3.5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24575,'19'596'16,"-7"-350"-1397,-8-155-5445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4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54 101 24575,'-6'15'0,"-5"18"0,1 2 0,2-1 0,1 1 0,2 0 0,1 0 0,2 1 0,1-1 0,2 1 0,2-1 0,11 61 0,-12-88 0,0-1 0,0 0 0,1 1 0,0-1 0,0 0 0,0-1 0,1 1 0,6 7 0,-8-11 0,0-1 0,0 0 0,0 0 0,1 0 0,-1 0 0,0 0 0,1-1 0,0 1 0,-1-1 0,1 0 0,0 1 0,0-1 0,0 0 0,0-1 0,0 1 0,0 0 0,0-1 0,0 0 0,0 0 0,0 0 0,0 0 0,6-1 0,2-1 0,0-2 0,0 1 0,0-1 0,0-1 0,0 1 0,-1-2 0,0 0 0,0 0 0,0-1 0,-1 0 0,11-10 0,2-5 0,0 0 0,-2-2 0,19-26 0,-26 33 0,-1-1 0,0 0 0,-2-1 0,0 0 0,-1 0 0,10-31 0,-27 87 0,2 1 0,1 0 0,2 0 0,2 0 0,2 1 0,1-1 0,2 0 0,12 52 0,-14-82 0,0 1 0,2 0 0,-1-1 0,1 0 0,0 0 0,0 0 0,10 12 0,-13-18 0,1 0 0,0 1 0,0-1 0,0-1 0,1 1 0,-1 0 0,0 0 0,1-1 0,-1 1 0,1-1 0,-1 0 0,1 0 0,0 0 0,-1 0 0,1 0 0,0-1 0,0 1 0,0-1 0,-1 0 0,1 0 0,0 0 0,0 0 0,0 0 0,0 0 0,0-1 0,-1 0 0,5-1 0,3-2 0,-2 0 0,1-1 0,0 0 0,-1-1 0,0 0 0,0 0 0,-1 0 0,1-1 0,-2 0 0,1-1 0,-1 0 0,8-12 0,4-8 0,-1-1 0,18-45 0,-15 25 0,-3-1 0,-2-1 0,-1-1 0,-4 0 0,-1-1 0,-3 1 0,-2-1 0,-4-77 0,-2 107-1365,-1 9-5461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4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 24575,'0'0'0,"0"0"0,1 1 0,0 0 0,2 5 0,4 8 0,4 10 0,0 14 0,-1 16 0,-4 13 0,-6 11 0,-6 4 0,-5-1 0,-1-5 0,-2-8 0,1-10 0,2-15-8191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5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204 86 24575,'0'0'0,"-3"11"0,-21 62 0,-51 106 0,-18 52 0,91-225 0,0 1 0,1 0 0,0 0 0,0 0 0,0 0 0,1 0 0,0 0 0,1 12 0,-1-18 0,0 0 0,1 0 0,-1 0 0,0 1 0,1-1 0,-1 0 0,1 0 0,0 0 0,-1 0 0,1 0 0,0 0 0,-1 0 0,1 0 0,0 0 0,0-1 0,0 1 0,0 0 0,0 0 0,0-1 0,0 1 0,2 0 0,-1 0 0,0-1 0,1 0 0,-1 1 0,1-1 0,-1 0 0,0-1 0,1 1 0,-1 0 0,0-1 0,1 1 0,-1-1 0,0 0 0,0 0 0,0 0 0,4-2 0,3-2 0,0-1 0,-1 0 0,1 0 0,-1-1 0,-1 0 0,1 0 0,-1-1 0,-1 0 0,1-1 0,-2 1 0,1-1 0,-1 0 0,0-1 0,-1 1 0,0-1 0,3-12 0,-2 7 0,0-2 0,-2 1 0,0 0 0,-1-1 0,0 1 0,-2-1 0,0 0 0,-1 1 0,-4-27 0,-4 11 0,7 28 0,1-1 0,-1 0 0,1 1 0,0-1 0,0 0 0,0-8 0,2 11 0,-1-1 0,1 0 0,-1 1 0,1-1 0,0 1 0,0-1 0,0 1 0,0-1 0,1 1 0,-1 0 0,1 0 0,-1-1 0,1 1 0,0 0 0,4-3 0,1-2 0,0 1 0,1 0 0,0 0 0,0 1 0,0 0 0,1 1 0,-1-1 0,1 1 0,0 1 0,1 0 0,-1 0 0,1 1 0,11-1 0,-14 2 0,-1 1 0,1 0 0,0 0 0,-1 1 0,1 0 0,0 0 0,-1 0 0,1 1 0,-1 0 0,0 0 0,1 1 0,-1-1 0,0 1 0,-1 1 0,1-1 0,0 1 0,-1 0 0,0 1 0,0-1 0,5 6 0,4 9 0,-1 1 0,0 0 0,-1 1 0,-1 1 0,-1 0 0,-2 0 0,8 25 0,-8-21 0,2 1 0,1-1 0,1-1 0,23 38 0,-32-59 0,1 0 0,-1 1 0,0-2 0,1 1 0,0 0 0,0-1 0,0 1 0,0-1 0,1 0 0,-1-1 0,1 1 0,0-1 0,-1 0 0,1 0 0,0 0 0,1-1 0,-1 0 0,0 0 0,0 0 0,0 0 0,1-1 0,-1 0 0,7-1 0,-5 0 0,0 0 0,0-1 0,0-1 0,0 1 0,0-1 0,0 0 0,-1 0 0,1-1 0,-1 0 0,0 0 0,0 0 0,-1-1 0,1 0 0,-1 0 0,0-1 0,6-7 0,-3 1 0,0-1 0,-1 1 0,-1-1 0,0 0 0,-1-1 0,0 0 0,-1 0 0,0 0 0,-2 0 0,1 0 0,-2-1 0,0 1 0,0-1 0,-4-26 0,2 26 0,-1 0 0,-1 0 0,-1 0 0,0 0 0,0 1 0,-2 0 0,0 0 0,0 0 0,-2 1 0,1 0 0,-2 0 0,0 1 0,0 0 0,-14-14 0,9 14-341,-1 0 0,0 1-1,-23-12 1,-49-20-6485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5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24575,'0'0'0,"0"3"0,0 10 0,0 21 0,0 28 0,0 28 0,0 21 0,0-8-8191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6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0 122 24575,'1'2'0,"0"0"0,0 0 0,-1 0 0,1 1 0,0-1 0,-1 0 0,0 0 0,1 1 0,-1-1 0,-1 4 0,2 5 0,14 163 0,-11-92 0,5-1 0,19 85 0,-27-161 0,0-1 0,0 0 0,0 1 0,1-1 0,0 0 0,0 0 0,0 0 0,0 0 0,1-1 0,-1 1 0,1 0 0,0-1 0,0 0 0,4 4 0,-3-5 0,-1-1 0,0 1 0,0-1 0,1 0 0,-1 1 0,1-1 0,-1-1 0,1 1 0,-1-1 0,1 1 0,-1-1 0,1 0 0,0 0 0,-1 0 0,1-1 0,-1 1 0,1-1 0,4-2 0,14-3 0,-1-2 0,0 0 0,-1-2 0,1 0 0,34-25 0,87-75 0,-87 65 0,-1-4 0,66-77 0,-120 126 0,0-1 0,1 1 0,-1 0 0,0-1 0,0 1 0,1-1 0,-1 1 0,0 0 0,1-1 0,-1 1 0,0 0 0,1-1 0,-1 1 0,0 0 0,1-1 0,-1 1 0,1 0 0,-1 0 0,1 0 0,-1-1 0,1 1 0,-1 0 0,1 0 0,-1 0 0,1 0 0,4 11 0,-3-1 0,9 30 0,-8-25 0,0 0 0,2-1 0,0 0 0,12 25 0,-17-37 0,1-1 0,0 1 0,0-1 0,0 1 0,0-1 0,0 1 0,1-1 0,-1 0 0,0 0 0,1 0 0,-1 0 0,0 0 0,1 0 0,-1 0 0,1 0 0,0 0 0,-1-1 0,1 1 0,0-1 0,-1 1 0,1-1 0,0 0 0,2 1 0,-2-2 0,1 1 0,0-1 0,0 1 0,0-1 0,-1 0 0,1 0 0,0 0 0,-1-1 0,1 1 0,-1-1 0,0 1 0,5-5 0,3-3 0,-1 0 0,0-1 0,0-1 0,-1 1 0,6-13 0,4-9-136,-1-1-1,-2-1 1,-1-1-1,-2 0 1,-1 0-1,-2-1 1,-1 0-1,-3-1 0,3-44 1,-8 65-6690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6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369 1 24575,'-13'24'0,"-10"16"0,-143 289 0,148-285 0,2 0 0,2 1 0,2 1 0,2 0 0,-7 88 0,17-75 0,3 0 0,2 0 0,17 78 0,-15-99 0,-6-32 0,0-1 0,-1 1 0,0-1 0,0 1 0,0 0 0,0-1 0,-1 1 0,0-1 0,0 1 0,-3 7 0,3-10 0,-1 0 0,1-1 0,0 1 0,-1-1 0,0 1 0,0-1 0,1 0 0,-1 1 0,0-1 0,-1 0 0,1 0 0,0-1 0,-1 1 0,1 0 0,-1-1 0,1 1 0,-1-1 0,0 0 0,1 0 0,-1 0 0,-4 1 0,5-2-62,0 0 0,0 0 0,0 0 0,0 0 0,0 0 0,0 0 0,0 0 0,0-1 0,0 1 0,0-1 0,0 0 0,1 1-1,-1-1 1,0 0 0,0 0 0,0 0 0,1 0 0,-1-1 0,1 1 0,-1 0 0,-1-3 0,-16-16-6764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6.9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51 24575,'0'0'0,"0"0"0,0 0 0,3 0 0,8-2 0,18-3 0,23-2 0,24-5 0,13-1 0,-8 2-8191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7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93 179 24575,'-1'13'0,"0"1"0,-1 0 0,-5 16 0,0 6 0,-13 82 0,-33 238 0,52-351 0,1 0 0,-1 0 0,1 0 0,0 0 0,1 0 0,-1 0 0,3 8 0,-3-12 0,0 0 0,1 0 0,-1-1 0,1 1 0,-1 0 0,1 0 0,-1-1 0,1 1 0,-1 0 0,1-1 0,0 1 0,-1-1 0,1 1 0,0-1 0,0 1 0,-1-1 0,1 1 0,0-1 0,1 1 0,0-1 0,0 1 0,0-1 0,0 0 0,0 0 0,0 0 0,0 0 0,0-1 0,0 1 0,-1 0 0,1-1 0,0 1 0,2-2 0,10-4 0,-1 0 0,-1 0 0,1-1 0,-1-1 0,-1 0 0,1-1 0,12-12 0,5-9 0,33-41 0,-41 44 17,-1-1 0,-1 0 1,-2-1-1,0-1 0,-3-1 0,21-58 0,-28 66-152,-2-1 0,0 0 0,-1 0 0,-2 0 0,0 0 0,-1 0 0,-2-1 0,-1 1 0,0 0 0,-8-29 0,-16-37-6691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09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10 0,3 527 0,38-3 0,-37-494-1365,-2-14-5461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11.2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1 278 24575,'1481'30'-108,"1440"-31"-1623,-2464-23 1731,1147-38 0,191 75-641,-534 0 1076,-891-17 106,640-91 0,-265-36 422,-727 128-963,13-2 0,0 1 0,-1 1 0,59 2 0,-82 1 0,0 1 0,0 0 0,0 0 0,0 1 0,0-1 0,-1 1 0,1 1 0,0 0 0,-1-1 0,0 2 0,0-1 0,0 1 0,0 0 0,-1 0 0,1 1 0,-1 0 0,0-1 0,0 2 0,-1-1 0,1 1 0,-1-1 0,6 13 0,-3-1 0,-1 1 0,-1 0 0,0 1 0,-2-1 0,0 1 0,-1-1 0,0 1 0,-2 0 0,-2 22 0,-4 27 0,-17 74 0,22-138 0,-158 632 0,107-450 0,52-184 0,-8 28 0,-1-1 0,-20 43 0,25-62 0,-1-1 0,-1-1 0,1 1 0,-2-1 0,1 0 0,-1 0 0,0-1 0,-1 0 0,1 0 0,-1-1 0,-15 9 0,-5-1 0,0 0 0,-1-3 0,0 0 0,-1-1 0,-43 7 0,-163 15 0,228-31 0,-561 35-311,-4-29-129,376-6 394,-451 4-215,-986 1-805,-299-85 1016,7-74-507,1784 141 496,-774-50-67,-1 77 1020,343 56 987,5 27-1734,184-30-141,372-65-4,5-2 0,1 1 0,-1-1 0,1-1 0,-1 1 0,-8-2 0,14 1 0,0 0 0,0-1 0,0 1 0,0-1 0,-1 0 0,1 0 0,0 0 0,1 0 0,-1 0 0,0 0 0,0 0 0,0-1 0,1 1 0,-1-1 0,0 1 0,1-1 0,0 0 0,-1 1 0,1-1 0,0 0 0,-2-4 0,-4-8-341,1 0 0,1-1-1,-5-20 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11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792 0 24575,'-8'2'0,"-98"28"0,-184 56 0,233-65 0,2 1 0,-105 61 0,149-77 0,1 1 0,-1 0 0,1 1 0,1 0 0,0 1 0,0 0 0,0 0 0,-11 18 0,17-22 0,1-1 0,0 1 0,0 0 0,0 0 0,0 0 0,1 0 0,-1 0 0,2 0 0,-1 0 0,0 1 0,1-1 0,0 0 0,0 0 0,1 1 0,-1-1 0,1 0 0,0 0 0,1 0 0,-1 0 0,1 0 0,0 0 0,0 0 0,4 5 0,3 5 0,1-1 0,0-1 0,1 1 0,0-2 0,2 1 0,-1-2 0,1 1 0,1-2 0,28 18 0,-12-11 0,1-2 0,0-1 0,1-1 0,33 9 0,-25-14 0,-40-5 0,-1 0 0,0 0 0,0-1 0,0 1 0,0 0 0,-1-1 0,1 1 0,-1-1 0,-2 4 0,-14 15 0,-10 11 0,26-30 0,1 0 0,0 0 0,-1-1 0,1 1 0,0 0 0,0 0 0,1 1 0,-1-1 0,0 0 0,1 0 0,-1 0 0,1 0 0,-1 4 0,2-4 2,-1-1 0,1 1 0,-1-1 0,1 1 0,0 0 0,-1-1 0,1 0 0,0 1 0,0-1 0,0 0 0,0 1 0,0-1 0,1 0 0,-1 0 0,0 0 0,0 0 0,1 0 0,-1 0 0,1 0-1,-1 0 1,1-1 0,-1 1 0,3 0 0,41 10-909,-39-10 402,47 7-6321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12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49 24575,'1'20'0,"7"69"0,10 139 0,-17-177 0,-2 0 0,-11 74 0,12-123 0,0-1 0,0 0 0,0 1 0,-1-1 0,1 0 0,0 0 0,0 1 0,-1-1 0,1 0 0,-1 0 0,1 0 0,-1 0 0,1 0 0,-1 1 0,0-1 0,0 0 0,-1 1 0,2-2 0,-1-1 0,0 1 0,1 0 0,-1-1 0,1 1 0,-1-1 0,1 1 0,-1-1 0,1 1 0,-1-1 0,1 1 0,0-1 0,-1 0 0,1 1 0,0-1 0,-1 0 0,1 1 0,0-1 0,0 0 0,0 1 0,-1-2 0,-10-52 0,7 5 0,3 0 0,2 0 0,2 1 0,3-1 0,1 1 0,2 0 0,17-49 0,-26 95 0,1 0 0,-1 1 0,1-1 0,-1 0 0,1 0 0,0 0 0,0 1 0,0-1 0,0 0 0,0 1 0,0-1 0,0 1 0,0-1 0,1 1 0,-1 0 0,0-1 0,1 1 0,-1 0 0,1 0 0,3-1 0,-3 1 0,1 1 0,-1 0 0,1 0 0,-1 0 0,1 1 0,-1-1 0,1 0 0,-1 1 0,1 0 0,-1 0 0,1 0 0,-1 0 0,0 0 0,0 0 0,4 2 0,28 19 0,-1 2 0,-1 0 0,44 46 0,-49-44 0,1-1 0,0-1 0,2-2 0,54 32 0,-79-51 0,0-1 0,1 0 0,-1 0 0,0 0 0,1 0 0,-1-1 0,1 0 0,0 0 0,-1 0 0,1-1 0,0 0 0,-1 0 0,1 0 0,0-1 0,-1 0 0,1 0 0,-1 0 0,1-1 0,-1 0 0,0 0 0,1 0 0,-1-1 0,0 1 0,-1-1 0,1 0 0,0-1 0,-1 1 0,0-1 0,0 0 0,0 0 0,0 0 0,0-1 0,-1 1 0,5-9 0,12-25-131,-1 0-1,-2-1 1,-1 0-1,17-72 1,-24 80-577,6-22-6118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13.0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 24575,'1'4'0,"1"-1"0,-1 1 0,0 0 0,1 0 0,-2 0 0,1 0 0,0 0 0,-1 0 0,0 0 0,0 0 0,-1 8 0,1 2 0,-7 136 0,3-94 0,2 1 0,8 92 0,-4-133 0,0-1 0,1 0 0,1 0 0,0 0 0,2 0 0,-1-1 0,2 0 0,0 0 0,0 0 0,1-1 0,1 0 0,0-1 0,1 0 0,15 15 0,-16-19 0,1 0 0,1 0 0,0-1 0,0 0 0,0-1 0,1 0 0,-1-1 0,2 0 0,-1-1 0,24 5 0,-16-6 0,0-1 0,0-1 0,0-1 0,0 0 0,0-2 0,27-4 0,3-7 0,1-1 0,-2-2 0,0-3 0,67-35 0,-47 19 0,-2-3 0,-1-3 0,99-82 0,-145 100 0,-22 27 0,1 0 0,-1 1 0,1-1 0,0 0 0,1 1 0,-1-1 0,1 1 0,0 8 0,-1 4 0,-3 25 0,-6 90 0,10-120 0,1 0 0,0 0 0,0 0 0,1 0 0,1 0 0,0-1 0,1 1 0,7 17 0,-9-25 0,0 0 0,1-1 0,-1 1 0,1-1 0,-1 1 0,1-1 0,0 0 0,0 0 0,1-1 0,-1 1 0,0 0 0,1-1 0,0 0 0,-1 0 0,1 0 0,0-1 0,0 1 0,0-1 0,0 0 0,0 0 0,1 0 0,-1 0 0,0-1 0,0 0 0,0 0 0,1 0 0,-1 0 0,0-1 0,0 1 0,8-3 0,-1 0 0,-1-1 0,1 0 0,-1-1 0,0 0 0,0 0 0,0-1 0,-1 0 0,0-1 0,0 0 0,13-13 0,-14 12 0,-1 0 0,0-1 0,-1 0 0,0 0 0,0 0 0,-1-1 0,0 0 0,-1 0 0,0 0 0,0 0 0,-1-1 0,-1 0 0,0 1 0,0-1 0,-1 0 0,0 0 0,-1 0 0,0 0 0,-1 0 0,0 0 0,-1 0 0,0 1 0,-1-1 0,0 1 0,0-1 0,-1 1 0,-1 0 0,0 0 0,0 1 0,-1-1 0,0 1 0,0 0 0,-1 1 0,0 0 0,-1 0 0,0 0 0,-11-8 0,5 6-114,-1 1 1,0 0-1,0 1 0,-1 0 0,0 1 1,0 1-1,-1 1 0,0 0 0,0 1 1,0 1-1,-30-2 0,11 5-6712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13.5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0 248 24575,'28'15'0,"0"0"0,-1 2 0,-1 1 0,-1 1 0,0 1 0,-2 1 0,0 1 0,-2 1 0,0 1 0,-1 1 0,-2 1 0,-1 0 0,-1 2 0,-1 0 0,-1 0 0,16 50 0,-27-52 0,-3-26 0,0 1 0,0-1 0,-1 1 0,1-1 0,0 1 0,0-1 0,0 0 0,-1 1 0,1-1 0,0 1 0,0-1 0,-1 1 0,1-1 0,0 0 0,-1 1 0,1-1 0,-1 0 0,1 1 0,0-1 0,-1 0 0,1 0 0,-1 1 0,1-1 0,-1 0 0,1 0 0,-2 0 0,0 0 0,-1 0 0,0 0 0,0-1 0,1 0 0,-1 1 0,0-1 0,1 0 0,-1 0 0,1-1 0,-1 1 0,1 0 0,0-1 0,-1 0 0,-1-1 0,-10-9 0,1 0 0,0-1 0,1 0 0,0-1 0,1 0 0,1-1 0,0 0 0,1-1 0,-11-26 0,6 8 0,1-1 0,2 0 0,-11-63 0,18 76 0,1 0 0,1 0 0,2 0 0,0 0 0,0 0 0,6-27 0,-5 42 0,1 0 0,0-1 0,0 1 0,0 0 0,1 0 0,0 0 0,0 0 0,1 1 0,0-1 0,0 1 0,1 0 0,0 0 0,0 1 0,0-1 0,0 1 0,1 0 0,0 1 0,0-1 0,0 1 0,1 0 0,11-5 0,-6 5 0,0 1 0,0 0 0,1 1 0,-1 0 0,1 1 0,-1 0 0,1 1 0,-1 1 0,1 0 0,-1 0 0,1 1 0,-1 1 0,0 0 0,0 1 0,16 7 0,-5-1 0,0 1 0,-1 1 0,-1 0 0,0 2 0,-1 1 0,34 31 0,-45-38 0,-1 1 0,0 0 0,0 0 0,-1 1 0,0 0 0,-1 0 0,0 1 0,0 0 0,-1 0 0,-1 0 0,0 0 0,0 1 0,-1 0 0,-1-1 0,0 1 0,0 0 0,-1 0 0,-1 0 0,0 1 0,-1-1 0,0 0 0,-1 0 0,0 0 0,-1-1 0,0 1 0,-8 19 0,-7 8-136,-1-2-1,-2 0 1,-1-1-1,-2-1 1,-2-1-1,-1-1 1,-1-1-1,-2-2 0,-39 32 1,39-39-6690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13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 0 24575,'-11'16'0,"-108"89"0,20-21 0,99-83 0,-1-1 0,1 1 0,-1-1 0,1 0 0,-1 1 0,1-1 0,0 1 0,-1 0 0,1-1 0,0 1 0,0-1 0,-1 1 0,1 0 0,0-1 0,0 1 0,0-1 0,0 1 0,-1 0 0,1-1 0,0 1 0,0 0 0,0-1 0,1 1 0,-1 0 0,0-1 0,0 1 0,0-1 0,0 1 0,0 0 0,1-1 0,-1 1 0,0-1 0,1 1 0,-1 0 0,0-1 0,1 1 0,-1-1 0,1 1 0,-1-1 0,1 0 0,-1 1 0,1-1 0,-1 1 0,1-1 0,0 1 0,33 16 0,-26-13 0,39 13 0,-35-14 0,-1 0 0,0 2 0,0-1 0,0 1 0,18 12 0,-27-15 0,1 1 0,-1 0 0,0 0 0,0 0 0,0 0 0,0 1 0,0-1 0,-1 0 0,0 1 0,1-1 0,-1 1 0,-1 0 0,1-1 0,0 1 0,-1 0 0,0-1 0,0 8 0,-1 9 0,0-1 0,-5 22 0,3-23 0,-2 10 0,2-10 0,0 0 0,1 0 0,1 0 0,1 21 0,0-35 0,1 0 0,-1 0 0,1 0 0,0 0 0,0 0 0,0 0 0,0-1 0,1 1 0,0 0 0,0-1 0,0 1 0,0-1 0,0 1 0,1-1 0,-1 0 0,1 0 0,0 0 0,0-1 0,0 1 0,0-1 0,1 1 0,-1-1 0,0 0 0,6 2 0,0-1-124,1-1 0,-1 0 0,1-1 0,-1 0 0,1 0 0,0-1-1,-1 0 1,1-1 0,0 0 0,14-3 0,45-11-6702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14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285 347 24575,'10'122'0,"-7"-36"0,-4-1 0,-4 1 0,-3-1 0,-5 0 0,-29 110 0,40-188 0,-1 1 0,1-1 0,-1 0 0,0 0 0,-1 0 0,0 0 0,-7 9 0,11-15 0,-1 0 0,0 0 0,0-1 0,0 1 0,0 0 0,0 0 0,0-1 0,0 1 0,0 0 0,0-1 0,0 1 0,-1-1 0,1 0 0,0 1 0,0-1 0,0 0 0,-1 0 0,1 0 0,0 1 0,-2-2 0,1 1 0,-1-1 0,1 0 0,0 0 0,0 0 0,0 0 0,0 0 0,0 0 0,0 0 0,1-1 0,-1 1 0,0-1 0,0 1 0,1-1 0,-1 0 0,0-2 0,-11-13 0,2-1 0,1 0 0,0-1 0,1 0 0,1 0 0,-10-39 0,-21-130 0,28 110 0,-2-145 0,14 179 0,2 0 0,1 1 0,3-1 0,22-78 0,-25 108 0,1 1 0,1 0 0,0 0 0,1 0 0,0 1 0,1 0 0,0 0 0,1 1 0,0 0 0,1 1 0,11-11 0,-16 17 0,1 0 0,-1 1 0,1-1 0,0 1 0,0 0 0,0 0 0,0 1 0,0 0 0,1 0 0,-1 1 0,1-1 0,-1 1 0,1 1 0,-1-1 0,1 1 0,0 0 0,-1 1 0,1-1 0,0 1 0,-1 1 0,0-1 0,1 1 0,-1 0 0,0 1 0,9 4 0,-3 0 0,0 1 0,-1 0 0,0 0 0,0 1 0,-1 1 0,-1 0 0,1 0 0,-2 1 0,1 0 0,-1 1 0,-1-1 0,0 1 0,-1 1 0,0-1 0,-1 1 0,4 17 0,1 3 0,-2 0 0,-2 1 0,-1 0 0,-1 0 0,-1 48 0,-5-45 0,-9 47 0,8-63 0,3-18 0,0-1 0,0 0 0,0 1 0,0-1 0,0 0 0,1 1 0,-1-1 0,1 0 0,-1 1 0,1-1 0,0 0 0,0 0 0,0 0 0,0 0 0,1 0 0,-1 0 0,0 0 0,1 0 0,-1 0 0,1-1 0,0 1 0,0-1 0,3 3 0,5 3 0,0-1 0,0-1 0,18 7 0,-27-11 0,70 23-296,2-3-1,144 23 1,-193-39-180,87 13-6350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18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1434 24575,'5'-35'0,"31"-151"0,20-152 0,-51 287 0,-2-1 0,-3 0 0,-2 0 0,-13-84 0,-3 34 0,-20 105 0,34-2 0,-4 0 0,-1 0 0,1 1 0,0 0 0,0 1 0,0 0 0,0 0 0,-12 7 0,23-12 0,-1 0 0,0 0 0,0-1 0,-1 1 0,1 0 0,0-1 0,-1 0 0,2-3 0,6-10 0,244-394 0,-253 409 0,0 1 0,1-1 0,-1 1 0,0-1 0,1 1 0,-1 0 0,0-1 0,1 1 0,-1-1 0,0 1 0,1 0 0,-1 0 0,1-1 0,-1 1 0,1 0 0,-1 0 0,1 0 0,-1-1 0,1 1 0,-1 0 0,1 0 0,-1 0 0,1 0 0,-1 0 0,1 0 0,0 0 0,-1 0 0,1 0 0,-1 0 0,1 0 0,-1 1 0,1-1 0,-1 0 0,1 0 0,-1 0 0,1 1 0,-1-1 0,0 0 0,1 0 0,-1 1 0,1-1 0,-1 1 0,1 0 0,18 21 0,-15-17 0,81 115-1365,-55-79-5461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20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 1152 24575,'3'-64'0,"11"-63"0,-2 27 0,1-27 0,24-476 0,-38 593 0,2-9 0,-2 1 0,-1 0 0,-5-26 0,7 42 0,0 1 0,-1 0 0,1 0 0,0 0 0,-1 0 0,1 0 0,-1 0 0,1 0 0,-1 1 0,1-1 0,-1 0 0,0 0 0,1 0 0,-1 0 0,0 1 0,0-1 0,0 0 0,0 1 0,1-1 0,-1 0 0,0 1 0,0 0 0,0-1 0,0 1 0,-1-1 0,-1 1 0,1 0 0,0 0 0,-1 0 0,1 0 0,0 0 0,0 0 0,-1 1 0,1-1 0,0 1 0,0 0 0,-3 1 0,-6 3 0,1 1 0,-1 0 0,-13 12 0,24-18 0,-22 17 0,0 2 0,2 0 0,0 1 0,1 1 0,1 0 0,2 2 0,-16 26 0,32-43 0,10-7 0,14-9 0,-23 9 0,122-65-46,-74 37 116,53-22 0,-85 44-252,0 1-1,0 0 1,1 2 0,-1 0-1,1 1 1,0 0-1,25 1 1,20 5-6644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20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1003 24575,'-2'-1'0,"1"-1"0,0 1 0,-1-1 0,1 1 0,0 0 0,0-1 0,0 0 0,0 1 0,0-1 0,0 0 0,1 1 0,-1-1 0,0 0 0,1-2 0,-9-36 0,8 36 0,-11-73 0,-3-127 0,17-82 0,0 219 0,9-231-1365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20.8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1248 24575,'0'0'0,"0"0"0,1-1 0,5-10 0,9-18 0,12-22 0,8-20 0,4-19 0,0-16 0,-4-12 0,-7-6 0,-7 1 0,-7 6 0,-5 9 0,-5 12 0,-2 12 0,-3 15 0,0 20-8191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21.1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7 927 24575,'-1'-1'0,"1"0"0,-2-5 0,0-9 0,1-16 0,5-21 0,8-24 0,12-23 0,11-17 0,6-7 0,3 3 0,-2 8 0,-4 13 0,-7 23-8191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23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24575,'0'32'0,"-2"35"0,2 61 0,1-112 0,1-1 0,0 0 0,1 1 0,1-1 0,10 28 0,-11-37 0,0 0 0,1 0 0,-1 0 0,1-1 0,0 0 0,1 0 0,-1 0 0,1 0 0,0-1 0,0 0 0,1 0 0,-1 0 0,1-1 0,0 1 0,0-1 0,0-1 0,0 1 0,0-1 0,0 0 0,1 0 0,-1-1 0,1 0 0,0 0 0,-1-1 0,1 0 0,9 0 0,0-1 0,0-1 0,-1 0 0,1-1 0,-1-1 0,0-1 0,0 0 0,0 0 0,-1-2 0,1 0 0,15-10 0,-12 4 0,0 0 0,0-2 0,-2 0 0,0-1 0,0-1 0,-2 0 0,0-1 0,-1 0 0,0-1 0,-2-1 0,0 0 0,-2 0 0,12-35 0,-31 120 0,3 1 0,2 68 0,3-70 0,10 499 0,-7-558 0,-1 0 0,0 1 0,0-1 0,0 1 0,-1-1 0,0 1 0,0-1 0,0 0 0,-3 7 0,2-9 0,1-1 0,-1 0 0,0 1 0,1-1 0,-1 0 0,0 0 0,0 0 0,-1 0 0,1 0 0,0-1 0,-1 1 0,1-1 0,-1 1 0,1-1 0,-1 0 0,1 0 0,-1 0 0,0-1 0,-3 2 0,-7 0 0,-1 0 0,0 0 0,0-2 0,0 1 0,0-2 0,0 0 0,0-1 0,1 0 0,-27-8 0,22 4 0,0 0 0,1-1 0,0-1 0,0-1 0,1 0 0,-29-23 0,39 27 0,0 0 0,0 0 0,0-1 0,1 0 0,0 0 0,1-1 0,-1 1 0,1-1 0,0 0 0,1 0 0,0-1 0,0 1 0,1-1 0,-3-11 0,3 8 0,1 0 0,1 1 0,0-1 0,1 0 0,-1 0 0,2 1 0,0-1 0,0 1 0,7-18 0,2 2 0,1 1 0,1 0 0,1 1 0,1 0 0,1 1 0,1 1 0,28-28 0,-15 21-341,2 0 0,1 2-1,42-26 1,-26 23-6485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23.5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 0 24575,'0'0'0,"-2"14"0,-28 152 0,-15 103 0,40-222 0,2-1 0,2 1 0,10 82 0,-7-113-273,2 1 0,-1-1 0,2 0 0,7 16 0,4 1-6553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8:24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31 301 24575,'-3'13'0,"-6"36"0,1-1 0,2 1 0,2 68 0,4-93 0,2 1 0,1-1 0,1 0 0,1 1 0,1-2 0,1 1 0,1-1 0,19 39 0,-22-53 0,0-1 0,0-1 0,1 1 0,-1-1 0,2 1 0,-1-2 0,1 1 0,0-1 0,1 0 0,-1 0 0,1-1 0,0 0 0,1-1 0,-1 1 0,1-2 0,-1 1 0,1-1 0,1-1 0,9 3 0,-5-3 0,0-1 0,0-1 0,0 0 0,0 0 0,0-1 0,0-1 0,0 0 0,0-1 0,-1-1 0,1 0 0,-1-1 0,16-8 0,-15 6 0,0-1 0,-1 0 0,1-2 0,-2 1 0,1-1 0,-2-1 0,1 0 0,-1-1 0,-1 0 0,0-1 0,-1 0 0,0 0 0,-1-1 0,11-25 0,-14 26 0,0 0 0,-1-1 0,-1 1 0,0-1 0,-1 0 0,0 0 0,-1 0 0,-1 0 0,0 0 0,-1-1 0,0 1 0,-1 1 0,-1-1 0,0 0 0,-1 0 0,-11-24 0,4 16 0,-2 0 0,-1 1 0,0 1 0,-2 0 0,0 1 0,-1 0 0,-1 2 0,-1 0 0,0 1 0,-1 1 0,-1 1 0,-1 0 0,1 2 0,-2 0 0,-39-13 0,48 21 0,-2 0 0,16 4 0,0 0 0,0 0 0,-1 0 0,1 0 0,0 0 0,0 0 0,0 0 0,0 0 0,0 0 0,0 0 0,-1 0 0,1 0 0,0 0 0,0 0 0,0-1 0,0 1 0,0 0 0,0 0 0,0 0 0,-1 0 0,1 0 0,0 0 0,0 0 0,0-1 0,0 1 0,0 0 0,0 0 0,0 0 0,0 0 0,0 0 0,0 0 0,0-1 0,0 1 0,0 0 0,0 0 0,0 0 0,0 0 0,0 0 0,0-1 0,0 1 0,0 0 0,0 0 0,0 0 0,0 0 0,0 0 0,0 0 0,0-1 0,0 1 0,0 0 0,1 0 0,-1 0 0,0 0 0,0 0 0,0 0 0,0 0 0,0 0 0,0-1 0,0 1 0,0 0 0,1 0 0,-1 0 0,0 0 0,0 0 0,0 0 0,0 0 0,0 0 0,1 0 0,22-13 0,1 1 0,0 1 0,45-14 0,82-14 0,-126 33 0,233-43 0,-204 42 0,0 3 0,100 6 0,-147-2 0,1 1 0,-1 0 0,0 0 0,1 1 0,-1 0 0,0 0 0,0 0 0,0 1 0,-1 1 0,10 4 0,-13-5 0,1 0 0,0 1 0,-1-1 0,0 1 0,0 0 0,0-1 0,0 1 0,-1 1 0,1-1 0,-1 0 0,0 1 0,0-1 0,-1 1 0,1-1 0,-1 1 0,1 7 0,1 10 0,-1-1 0,-1 1 0,-1-1 0,-4 32 0,-19 87 0,-3 23 0,25-145 0,0 1 0,1 0 0,1-1 0,1 1 0,1-1 0,8 31 0,-9-42 0,0 0 0,1 0 0,0 0 0,0-1 0,1 1 0,0-1 0,0 0 0,0 0 0,1 0 0,0 0 0,0-1 0,0 0 0,13 9 0,-14-11 0,1-1 0,-1 0 0,1 0 0,0 0 0,0 0 0,0-1 0,0 0 0,0 0 0,0 0 0,0 0 0,0-1 0,0 0 0,0 0 0,0-1 0,0 1 0,0-1 0,0 0 0,0 0 0,0-1 0,9-3 0,-4 0 0,-1-1 0,0 1 0,0-1 0,0-1 0,-1 0 0,0 0 0,0-1 0,-1 1 0,0-2 0,0 1 0,-1-1 0,0 0 0,0 0 0,-1-1 0,-1 1 0,0-1 0,6-19 0,-4 8 0,-1-1 0,0 0 0,-2 0 0,0 0 0,-2 0 0,0-1 0,-5-36 0,3 43 0,-2 0 0,0 0 0,0 1 0,-2-1 0,0 1 0,0 0 0,-2 0 0,0 1 0,0 0 0,-1 0 0,-1 0 0,0 1 0,-1 1 0,-1-1 0,0 2 0,0-1 0,-25-17 0,17 18-455,0 0 0,-31-11 0,-42-10-6371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20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99 24575,'-1'0'0,"1"-1"0,0 1 0,0 0 0,0 0 0,0-1 0,0 1 0,1 0 0,-1 0 0,0-1 0,0 1 0,0 0 0,0 0 0,0-1 0,0 1 0,0 0 0,0 0 0,0 0 0,1-1 0,-1 1 0,0 0 0,0 0 0,0 0 0,1-1 0,-1 1 0,0 0 0,0 0 0,0 0 0,1 0 0,-1 0 0,0-1 0,0 1 0,1 0 0,-1 0 0,0 0 0,0 0 0,1 0 0,-1 0 0,0 0 0,0 0 0,1 0 0,-1 0 0,15-7 0,26-3 0,1 2 0,73-6 0,89 8 0,-174 6 0,779 27 54,-218-2-738,187-34 546,0-32 160,-372 17-32,-314 20 766,-565-17-733,-4 27-417,338-3 2,-1043 29 95,226-4 256,900-27 65,-286-6 708,324 2-491,27 2-145,36 2-88,297 17-113,1015 26-788,-830-59 852,-58 1 248,-457 15-740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22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1 380 24575,'9'-11'0,"21"-16"0,1 1 0,61-40 0,79-34 0,-140 83 0,3-2 0,8-6 0,1 3 0,88-34 0,-123 54 0,1-1 0,0 1 0,0 1 0,1 0 0,-1 0 0,0 1 0,0 0 0,0 0 0,0 1 0,1 0 0,-1 1 0,0 0 0,16 6 0,-14-3 0,0 1 0,0 0 0,0 1 0,-1 0 0,1 1 0,-2 0 0,1 0 0,-1 1 0,9 11 0,0 4 0,-1 1 0,-1 0 0,-1 1 0,-2 0 0,0 2 0,-2-1 0,13 52 0,-9-13 0,-4 2 0,-2 0 0,-4 0 0,-2 0 0,-4 1 0,-12 97 0,-96 405 0,101-536 0,-19 83 0,-52 254 0,69-304 0,2 1 0,4 0 0,6 99 0,-2-160 0,1 1 0,0-1 0,1 1 0,0-1 0,4 11 0,-5-15 0,1-1 0,0 1 0,0-1 0,1 1 0,-1-1 0,1 0 0,0 0 0,-1 0 0,1 0 0,0-1 0,1 1 0,-1-1 0,5 3 0,16 8 0,1-1 0,0-2 0,1 0 0,-1-2 0,37 7 0,138 15 0,-186-28 0,467 25 0,4-34 0,-31 0 0,-4 28 0,-408-18 0,-23-2 0,1 1 0,-1 0 0,0 1 0,0 1 0,19 7 0,-204-98 0,88 43 0,-133-74 0,-297-146 0,493 258 0,-45-16 0,68 25 0,0 0 0,0 1 0,-1 0 0,11 8 0,11 6 0,57 28 0,172 101 0,-225-125 0,-1 1 0,-2 1 0,0 2 0,-2 1 0,38 46 0,-62-68 0,0 0 0,0 0 0,0 0 0,-1 1 0,0-1 0,0 1 0,0 0 0,-1 0 0,0 0 0,0 0 0,-1 1 0,1-1 0,-1 0 0,-1 1 0,1-1 0,-1 1 0,0-1 0,-1 1 0,1-1 0,-1 0 0,0 1 0,-1-1 0,0 0 0,0 0 0,-5 11 0,-29 62-1365,17-40-5461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23.0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688 0 24575,'0'0'0,"0"0"0,-1 3 0,-5 7 0,-15 18 0,-23 27 0,-23 23 0,-17 15 0,-9 6 0,-4 1 0,-1-1 0,1-4 0,17-18-8191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45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796 1 24575,'0'0'0,"-2"8"0,-38 190 0,-18 244 0,34-121 0,23-266 0,3 1 0,2 0 0,20 95 0,-20-133 0,1 0 0,1 0 0,0 0 0,1-1 0,16 26 0,-20-38 0,0 0 0,0 0 0,1 0 0,0 0 0,0-1 0,0 0 0,1 0 0,-1 0 0,1 0 0,0-1 0,0 0 0,0 0 0,0 0 0,1-1 0,-1 1 0,1-1 0,-1-1 0,1 1 0,0-1 0,0 0 0,9 1 0,-3-3 0,0 0 0,0-1 0,0-1 0,0 1 0,-1-2 0,1 0 0,-1 0 0,0-1 0,0 0 0,-1-1 0,20-14 0,-3 0 0,-1-1 0,-1-2 0,25-29 0,-16 13 0,-2-2 0,-2-1 0,-2-1 0,-2-2 0,-2 0 0,-2-2 0,-2 0 0,16-55 0,-25 63 0,-1 0 0,-2-1 0,-2 0 0,-1 0 0,-2 0 0,-2-1 0,-2 1 0,-1 0 0,-2-1 0,-18-73 0,20 108 0,-16-48 0,17 50 0,-1 1 0,0-1 0,0 0 0,0 0 0,0 1 0,-1-1 0,1 1 0,-1 0 0,0 0 0,-4-3 0,4 10 0,0 0 0,1 0 0,-1 1 0,1-1 0,0 1 0,0 0 0,-2 8 0,-18 63 0,3 0 0,4 1 0,-6 78 0,-1 241 0,20-359 0,-4 331 0,-3 78 0,-35-5 0,33-377 0,-3-1 0,-3 0 0,-2-1 0,-3-1 0,-39 76 0,45-108 0,-1-2 0,-1 0 0,-2-1 0,0 0 0,-30 27 0,34-38 0,-1-1 0,-1 0 0,0-1 0,-1-1 0,0-1 0,-1 0 0,0-2 0,-31 11 0,29-14 0,0-1 0,0-1 0,-1-1 0,0 0 0,1-2 0,-1-1 0,0-1 0,1 0 0,-1-2 0,1-1 0,-1 0 0,1-2 0,1-1 0,-1 0 0,1-2 0,0 0 0,1-1 0,-24-16 0,24 12 0,0 0 0,1-2 0,0 0 0,2-1 0,0-1 0,0 0 0,2-1 0,0-1 0,1 0 0,2-1 0,0-1 0,1 0 0,1 0 0,1-1 0,1 0 0,-9-43 0,12 34 0,2 0 0,1 0 0,1-1 0,2 1 0,1 0 0,2 0 0,9-37 0,-2 27 0,1 0 0,3 1 0,1 1 0,41-73 0,-25 62 0,2 1 0,2 1 0,3 3 0,1 1 0,2 2 0,2 1 0,95-67 0,-77 70-273,0 3 0,3 2 0,0 4 0,138-44 0,-128 52-6553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46.3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 1 24575,'-1'6'0,"1"1"0,-1-1 0,-1 1 0,1-1 0,-3 7 0,-3 12 0,-132 913 0,84-155 0,56-764-1365,-1-26-5461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46.9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24575,'0'0'0,"2"10"0,143 416 0,-67-204 0,-68-193-58,127 338 243,-109-301-558,4-2 0,2-1 0,62 84 0,-67-110-6453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28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18167 1667 24575,'0'27'0,"9"73"0,-4-62 0,-2 0 0,-4 74 0,-34 137 0,-4 40 0,22 241 0,12-248 0,-3-158 0,8-124 0,0 1 0,0 0 0,0-1 0,0 1 0,0-1 0,0 1 0,-1 0 0,1-1 0,0 1 0,0-1 0,-1 1 0,1-1 0,0 1 0,-1-1 0,1 1 0,-1-1 0,1 1 0,-1-1 0,1 1 0,-1-1 0,1 0 0,-1 1 0,1-1 0,-1 0 0,1 1 0,-1-1 0,1 0 0,-1 0 0,0 1 0,1-1 0,-2 0 0,-24 0 0,20 0 0,-393-27 0,-360-16 0,-1 57 0,-786 208 0,19 109 0,753-156 0,-191 8 0,-5-36 0,663-102 0,-45 11 0,3 15 0,-358 123 0,-68 63 0,175-82 0,569-167 0,-41 12 0,-2-4 0,0-3 0,0-4 0,-1-2 0,-110-5 0,149-4 0,1-2 0,-1-2 0,1 0 0,0-3 0,0-1 0,1-1 0,0-2 0,1-2 0,1-1 0,0-1 0,2-2 0,0-1 0,-41-35 0,32 17 0,1-1 0,3-2 0,1-2 0,-49-82 0,-91-205 0,116 212 0,-57-119 0,-74-142 0,-23 39 0,2 5 0,201 322 0,0 0 0,0 1 0,-1 0 0,-1 0 0,0 1 0,-1 1 0,0 0 0,0 0 0,-1 2 0,0-1 0,0 1 0,-1 1 0,0 1 0,-23-8 0,2 3 0,0 1 0,0 2 0,-1 2 0,0 1 0,-42-1 0,12 4 0,-336-24 0,-180-69 0,8-43 0,357 70 0,3-9 0,-219-114 0,302 123 0,3-6 0,4-6 0,3-4 0,-141-130 0,143 99 0,-119-150 0,-76-151 0,281 366 0,2-2 0,2-1 0,-36-92 0,35 58 0,-32-153 0,51 177 0,6 32 0,-15-54 0,5 113 0,-51 152 0,33-82 0,-5-2 0,-74 138 0,106-225 0,5-5 0,-1 0 0,0-1 0,-1 1 0,1-1 0,-1 0 0,1 0 0,-1 1 0,0-2 0,-4 5 0,6-30 0,4-20 0,1 0 0,18-78 0,35-84 0,-53 192 0,28-94 0,5 2 0,53-107 0,-89 211 0,-1 1 0,1-1 0,-1 1 0,1-1 0,0 1 0,-1 0 0,1-1 0,0 1 0,-1-1 0,1 1 0,0 0 0,-1 0 0,1-1 0,0 1 0,0 0 0,0 0 0,-1 0 0,1 0 0,0 0 0,0 0 0,-1 0 0,1 0 0,0 0 0,0 0 0,1 1 0,24 5 0,-20-4 0,345 122 0,-11 29 0,-82-27-1365,-251-123-5461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30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24 160 24575,'-3'-3'0,"1"0"0,-1 1 0,1-1 0,-1-1 0,1 1 0,0 0 0,0-1 0,-1-3 0,2 3 0,1 0 0,0 0 0,0 0 0,0 0 0,0 1 0,0-1 0,1 0 0,0 0 0,0 0 0,0 1 0,0-1 0,0 0 0,1 1 0,0-1 0,0 1 0,2-5 0,2-1 0,1 0 0,-1 0 0,1 0 0,12-11 0,-19 20 0,1-1 0,-1 1 0,0 0 0,1-1 0,-1 1 0,0 0 0,1 0 0,-1-1 0,1 1 0,-1 0 0,0 0 0,1 0 0,-1-1 0,1 1 0,-1 0 0,1 0 0,-1 0 0,1 0 0,-1 0 0,0 0 0,1 0 0,-1 0 0,1 0 0,-1 0 0,1 0 0,-1 0 0,1 1 0,-1-1 0,0 0 0,1 0 0,-1 0 0,1 0 0,-1 1 0,0-1 0,1 0 0,-1 1 0,0-1 0,1 0 0,-1 0 0,0 1 0,1-1 0,-1 1 0,0-1 0,0 0 0,0 1 0,1-1 0,-1 0 0,0 1 0,0-1 0,0 1 0,0-1 0,0 1 0,0-1 0,1 1 0,-1-1 0,0 0 0,0 1 0,0-1 0,-1 2 0,6 40 0,-4-30 0,3 236 0,-6-154 0,17 146 0,-13-226 0,1 1 0,0-2 0,6 17 0,-9-30 0,0 1 0,0 0 0,1-1 0,-1 1 0,0-1 0,1 1 0,-1-1 0,0 1 0,1-1 0,-1 1 0,0-1 0,1 1 0,-1-1 0,1 0 0,-1 1 0,1-1 0,-1 0 0,1 1 0,0-1 0,-1 0 0,1 0 0,-1 1 0,1-1 0,0 0 0,-1 0 0,1 0 0,-1 0 0,1 0 0,0 0 0,-1 0 0,1 0 0,-1 0 0,1 0 0,0 0 0,-1 0 0,1-1 0,-1 1 0,1 0 0,0 0 0,0-1 0,25-16 0,-7 1 0,0-2 0,-1 0 0,-1-1 0,-1-1 0,-1-1 0,0 0 0,12-26 0,-6 5 0,-1 0 0,-2-1 0,12-48 0,-26 79 0,8-34 0,-11 43 0,-1 0 0,1 0 0,-1 1 0,0-1 0,0 0 0,0 0 0,0 0 0,0 0 0,-1 1 0,1-1 0,-1 0 0,-1-3 0,-4 20 0,2 10 0,1-1 0,1 1 0,2 0 0,0-1 0,1 1 0,1 0 0,1-1 0,2 1 0,0-1 0,1 0 0,2-1 0,0 0 0,22 41 0,-26-56 0,0-1 0,1 1 0,-1-1 0,1 0 0,1-1 0,-1 1 0,1-1 0,0 0 0,0-1 0,0 1 0,1-1 0,-1-1 0,10 5 0,-11-6 0,1-1 0,0 1 0,-1-1 0,1 0 0,0-1 0,-1 1 0,1-1 0,0 0 0,0-1 0,-1 1 0,1-1 0,0 0 0,-1-1 0,1 1 0,-1-1 0,1 0 0,-1-1 0,7-3 0,2-3 0,0-1 0,-1 0 0,0-1 0,0-1 0,-1 0 0,-1 0 0,0-1 0,-1-1 0,0 0 0,-1 0 0,8-18 0,1-5 0,-1-1 0,-2-1 0,14-57 0,-22 69-170,0-1-1,-2 0 0,-1 0 1,-1 0-1,-1 0 0,-2-1 1,-3-32-1,1 55-6655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30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 24575,'12'-1'0,"0"-1"0,0 0 0,0 0 0,15-6 0,9-2 0,-6 3 0,69-13 0,-88 19 0,1 0 0,-1 0 0,1 1 0,-1 1 0,1 0 0,16 3 0,-24-2 0,0-1 0,0 0 0,0 1 0,0-1 0,-1 1 0,1 0 0,-1 0 0,1 1 0,-1-1 0,0 1 0,0 0 0,0-1 0,0 1 0,-1 0 0,1 1 0,1 2 0,0 1 0,-1-1 0,0 1 0,0 0 0,-1-1 0,0 1 0,0 0 0,-1 0 0,1 11 0,-1 6 0,-1 0 0,-1 0 0,-2-1 0,-6 34 0,-9 21 0,-3-1 0,-4-1 0,-51 109 0,76-184 0,0-1 0,0 0 0,0 0 0,0 0 0,0 0 0,0 0 0,0 0 0,0 1 0,0-1 0,0 0 0,0 0 0,0 0 0,0 0 0,0 0 0,0 1 0,0-1 0,0 0 0,0 0 0,0 0 0,0 0 0,0 1 0,0-1 0,0 0 0,0 0 0,0 0 0,0 0 0,0 0 0,0 0 0,0 1 0,0-1 0,0 0 0,0 0 0,1 0 0,-1 0 0,0 0 0,0 0 0,0 0 0,0 0 0,0 1 0,0-1 0,1 0 0,-1 0 0,0 0 0,0 0 0,0 0 0,0 0 0,0 0 0,1 0 0,-1 0 0,0 0 0,0 0 0,0 0 0,0 0 0,0 0 0,1 0 0,-1 0 0,0 0 0,0 0 0,0 0 0,0 0 0,0 0 0,1 0 0,-1-1 0,0 1 0,0 0 0,0 0 0,0 0 0,0 0 0,0 0 0,16-6 0,-12 5 0,150-71-288,190-120 0,-280 154-501,22-13-6037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49.9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376 0 24575,'4'13'0,"-1"-1"0,0 0 0,-1 1 0,0-1 0,0 24 0,-9 58 0,-4 0 0,-30 119 0,27-147 0,-26 107 0,-25 142 0,58-266 0,2 0 0,2 1 0,3-1 0,7 69 0,-4-98 0,0 0 0,2-1 0,0 1 0,1-1 0,1 0 0,1 0 0,1-1 0,0 0 0,2-1 0,11 17 0,-12-22 0,1 0 0,0 0 0,1-1 0,0 0 0,0-1 0,1-1 0,1 0 0,-1 0 0,1-2 0,1 0 0,0 0 0,0-1 0,16 3 0,-9-3 0,1-1 0,0-2 0,1 0 0,-1-1 0,1-2 0,-1 0 0,0-2 0,35-6 0,-26 1 0,0-1 0,-1-2 0,0-1 0,-1-1 0,45-27 0,-30 11 0,-1-2 0,-1-1 0,-2-3 0,-1-2 0,-2-1 0,-2-1 0,43-60 0,-51 59 0,-2-1 0,-2-2 0,-1 0 0,-3-1 0,23-69 0,-33 81 0,-2 0 0,-1-1 0,-2 0 0,-1 0 0,-1 0 0,-2 0 0,-1-1 0,-2 1 0,-5-33 0,5 54 0,-3-7 0,4 18 0,1 0 0,-1 0 0,0 1 0,1-1 0,-1 0 0,1 0 0,-1 0 0,0 0 0,1 1 0,-1-1 0,1 0 0,-1 1 0,1-1 0,-1 0 0,1 1 0,-1-1 0,1 1 0,-1-1 0,1 1 0,0-1 0,-1 1 0,1-1 0,-1 1 0,1-1 0,0 1 0,0-1 0,-1 1 0,1 1 0,-21 32 0,1 1 0,2 1 0,-20 58 0,19-47 0,-48 134 0,8 2 0,-69 367 0,32 399 0,85-621 0,-38 455 0,17-585 0,24-163 0,-1 0 0,-2-1 0,-21 47 0,29-75 0,0-1 0,0 1 0,0-1 0,-1 0 0,0 0 0,0 0 0,0 0 0,-1-1 0,1 1 0,-1-1 0,0 0 0,0-1 0,-1 1 0,-8 3 0,5-3 0,0-1 0,0-1 0,0 0 0,0 0 0,-1-1 0,1 0 0,0 0 0,-1-1 0,-11-2 0,-10-1 0,0-2 0,0-1 0,0-2 0,1-1 0,0-1 0,1-1 0,-52-30 0,49 23 0,1-2 0,1-1 0,1-1 0,1-2 0,1-1 0,-37-43 0,43 40 0,1-1 0,1-1 0,2-1 0,1 0 0,1-1 0,2-1 0,1 0 0,2-1 0,1 0 0,1-1 0,2 1 0,2-1 0,0-54 0,5 39 0,2 0 0,2-1 0,3 2 0,1-1 0,3 1 0,2 1 0,2 0 0,42-85 0,-15 54 24,3 3 0,3 2 0,3 2 0,69-73 0,-48 68-395,3 4-1,4 3 1,101-69 0,-147 116-6455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51.1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1 24575,'3'5'0,"-1"0"0,0 1 0,-1-1 0,0 1 0,1 6 0,19 74 0,4-1 0,53 123 0,-46-128 0,-2 0 0,34 156 0,-55-169 0,-3 1 0,-3 0 0,-3-1 0,-2 1 0,-4-1 0,-3 1 0,-2-2 0,-4 1 0,-2-2 0,-3 0 0,-55 118 0,10-106 0,49-54 0,0-1 0,1 0 0,-22 47 0,37-69 0,0 1 0,-1-1 0,1 0 0,0 1 0,0-1 0,0 0 0,-1 1 0,1-1 0,0 0 0,0 1 0,0-1 0,0 1 0,0-1 0,0 0 0,0 1 0,0-1 0,0 1 0,0-1 0,0 0 0,0 1 0,0-1 0,0 1 0,0-1 0,0 0 0,0 1 0,1-1 0,-1 0 0,0 1 0,0-1 0,0 0 0,1 1 0,-1-1 0,0 0 0,0 1 0,1-1 0,-1 0 0,0 0 0,1 1 0,-1-1 0,0 0 0,1 0 0,-1 0 0,0 1 0,1-1 0,-1 0 0,1 0 0,-1 0 0,0 0 0,1 0 0,-1 0 0,0 0 0,1 0 0,27-3 0,-23 2 0,602-144 0,-346 79 0,-99 25 0,352-82 0,4 39 0,-492 82 0,-7-1 0,-1 1 0,1 2 0,-1-1 0,22 4 0,-34-1-80,-10 0 280,-7-1-1685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51.6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463 4 24575,'-1'0'0,"1"-1"0,-1 1 0,0 0 0,1-1 0,-1 1 0,0 0 0,1-1 0,-1 1 0,0 0 0,1 0 0,-1-1 0,0 1 0,0 0 0,1 0 0,-1 0 0,0 0 0,0 0 0,1 0 0,-1 0 0,0 0 0,0 1 0,1-1 0,-2 0 0,-26 4 0,25-3 0,-40 6 0,1 1 0,0 3 0,1 1 0,-78 35 0,110-41-85,-1 0 0,2 0-1,-1 1 1,1 0 0,0 0-1,0 1 1,1 0 0,0 0-1,1 1 1,-1-1 0,2 2-1,-1-1 1,1 1 0,1-1-1,-7 21 1,2 3-6741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52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24575,'0'10'0,"2"-1"0,-1 0 0,1 0 0,0 0 0,1 0 0,6 13 0,1 4 0,149 364 0,31-9 0,-35-75 0,66 158-1365,-187-393-5461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54.5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383 8 24575,'0'-7'0,"0"12"0,1 171 0,-33 271 0,-67 172 0,89-569 0,-34 230 0,41-240 0,1-1 0,2 1 0,1-1 0,3 1 0,8 40 0,-9-65 0,1 0 0,0-1 0,1 0 0,1 0 0,0 0 0,1-1 0,1 0 0,0 0 0,0-1 0,1 0 0,1-1 0,16 17 0,-16-21 0,-1 1 0,2-1 0,-1-1 0,0 0 0,1 0 0,0-1 0,1-1 0,-1 1 0,1-2 0,0 0 0,0 0 0,0-1 0,0-1 0,0 0 0,22-1 0,-5-2 0,1-2 0,-1-2 0,0 0 0,-1-2 0,0-1 0,0-1 0,-1-1 0,0-2 0,-1-1 0,37-25 0,-18 7 0,-3-1 0,0-3 0,-3-1 0,66-79 0,-49 44 0,-3-2 0,-4-3 0,-3-1 0,-3-3 0,-4-1 0,-4-2 0,-3-2 0,39-168 0,-68 236 0,0 7 0,-1 1 0,0-1 0,-1 1 0,0-1 0,-1 1 0,-1-18 0,-2 63 0,-1-11 0,-107 1122-29,-5 53-582,76-785 611,23-300 0,-50 184 0,48-239 0,-1-2 0,-4 0 0,-1-1 0,-56 88 0,55-108 0,0 0 0,-2-2 0,-2-1 0,-1-1 0,-2-2 0,0-1 0,-54 35 0,68-52 64,-1 0-1,1-1 1,-2-1 0,0-1-1,0-1 1,0-1-1,-37 8 1,44-13-55,0-1 1,0 0-1,0-1 1,0-1-1,0 0 0,0 0 1,1-1-1,-1-1 0,0-1 1,1 0-1,0 0 1,0-2-1,-19-9 0,10 1-9,0-1 0,1-1 0,1 0 0,0-2 0,2 0 0,0-1 0,1-1 0,0-1 0,2 0 0,1-1 0,1-1 0,0 0 0,-14-40 0,10 17 0,1-1 0,3-1 0,3 0 0,1-1 0,2 0 0,0-65 0,8 55 0,3 1 0,2 0 0,3 0 0,2 1 0,3 0 0,2 1 0,2 1 0,38-76 0,-3 26 0,5 3 0,4 2 0,89-108 0,-93 137 60,77-75 0,-95 108-431,2 1-1,2 2 1,55-33 0,-44 37-6455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55.3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974 348 24575,'21'-26'0,"0"2"0,2 1 0,1 0 0,0 2 0,2 1 0,1 1 0,38-22 0,-18 16 0,1 3 0,2 1 0,88-24 0,-94 33 0,1 3 0,47-4 0,-68 11 0,-1 1 0,1 1 0,0 1 0,-1 1 0,42 10 0,-58-10 0,1 0 0,-1 0 0,0 1 0,0 0 0,0 1 0,0-1 0,-1 1 0,1 1 0,-1-1 0,0 1 0,0 0 0,-1 1 0,0-1 0,0 1 0,6 9 0,-5-6 0,-1 1 0,0 0 0,-1 0 0,0 1 0,-1-1 0,0 1 0,-1 0 0,0 0 0,1 18 0,-3 6 0,-2 0 0,-1 0 0,-1-1 0,-3 0 0,-18 61 0,-4-11 0,-4 0 0,-3-3 0,-4-1 0,-84 125 0,-239 273 0,256-347 0,125-124 0,65 17 0,-52-16 0,0 0 0,-1 2 0,-1 1 0,0 1 0,0 2 0,45 29 0,-48-23 0,-2 2 0,0 0 0,-1 2 0,-1 1 0,-1 0 0,-2 2 0,0 0 0,-2 1 0,-1 1 0,-2 0 0,0 1 0,-2 1 0,9 37 0,-11-30 0,-2 0 0,-1 1 0,-3 0 0,-1 0 0,-2 0 0,-1 0 0,-2 1 0,-2-1 0,-2 0 0,-18 67 0,7-56 0,-2-2 0,-2 0 0,-2-2 0,-2 0 0,-2-2 0,-1 0 0,-3-2 0,-2-2 0,-1-1 0,-2-1 0,-1-2 0,-2-2 0,-2-1 0,-63 38 0,68-49 0,-1-3 0,-1-1 0,0-1 0,-2-2 0,1-2 0,-2-2 0,0-2 0,-42 5 0,48-11 0,-1-1 0,1-2 0,0-2 0,-1-1 0,1-2 0,1-1 0,-1-1 0,1-2 0,0-2 0,-39-18 0,40 13 0,1-1 0,1-2 0,1-1 0,1-2 0,1-1 0,0-1 0,2-1 0,1-1 0,1-1 0,1-2 0,2 0 0,1-1 0,1-1 0,1-1 0,2-1 0,-18-51 0,-11-65-1365,11 7-5461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39:55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24575,'2'8'0,"169"790"-155,-126-571-1055,-24-124-5616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08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76 24575,'20'-4'0,"88"-4"0,200 10 0,-219 2 0,740 35 0,323 9 0,-1085-49 0,-1506-27 0,1318 24 0,-284-5 0,1 26 0,389-16 0,5 0 0,0 0 0,-1 1 0,-12 3 0,28-1 0,12 2 0,61 10 0,0-4 0,135 5 0,-169-15 0,1294 3 0,-1307-6 0,56-5 0,-136 3 0,-1067-106-535,565 49 512,652 55 581,669 12-558,5 39 0,-456-25 0,-286-19 0,7-1 0,-30 1 0,-15-1 0,-53 4 0,-90-3 0,102-2 0,-671-35 0,-8-36 0,715 70 0,12 2 0,20 0 0,1050 29 0,-581-13 0,-497-16 0,5 0 0,1-1 0,-1 0 0,0 1 0,1-1 0,-1 1 0,0-1 0,1 1 0,-1 0 0,1-1 0,-1 1 0,1-1 0,0 1 0,-1 0 0,1-1 0,-1 1 0,1 0 0,0 0 0,0-1 0,-1 1 0,1 0 0,0 0 0,0-1 0,0 1 0,0 1 0,-38 6 0,17-5 0,-1-1 0,-39-1 0,34-2 0,-295-15-1365,147 2-5461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10.3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20 130 24575,'0'0'0,"0"1"0,-1-1 0,0 1 0,0-1 0,0 1 0,1 0 0,-1-1 0,0 1 0,1 0 0,-1-1 0,1 1 0,-1 0 0,1 0 0,-1 0 0,1-1 0,-1 1 0,1 0 0,0 0 0,-1 0 0,1 0 0,0 0 0,0 0 0,0 0 0,0 0 0,0 0 0,0 1 0,-3 35 0,3-28 0,-5 523 0,5-531 0,0-1 0,0 1 0,0-1 0,0 1 0,0 0 0,0-1 0,0 1 0,0-1 0,1 1 0,-1 0 0,0-1 0,0 1 0,1-1 0,-1 1 0,0-1 0,1 1 0,-1-1 0,0 1 0,1-1 0,-1 1 0,1-1 0,-1 1 0,1-1 0,-1 0 0,1 1 0,0-1 0,19 3 0,-11-3 0,133 0 0,160-20 0,-231 13 0,421-43 0,187-16 0,-1 58 0,-620 14 0,-39-3 0,0-1 0,1-1 0,28-2 0,-57-23 0,-14-18 0,-2 2 0,-58-72 0,-75-65 0,122 139 0,-128-136 0,142 201 0,22-12-1365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48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672 2658 24575,'25'2'0,"2074"58"-970,-1820-61 963,1505-30 175,-1776 31 94,15-1 207,-18-1-362,-13-2-136,-26-6 29,0 1 0,0 2 0,-62-4 0,62 7 0,-302-22-335,-462 22 0,-341 83-334,575-27 574,-923 62-320,1439-112 514,-11 2 454,0-3 0,-86-9 0,126 2-454,46 3-107,655 30 22,-270-8-193,1002 20-718,1-72 944,-1300 26-27,589-45 850,-697 52-822,3-2 25,-23-4-69,-26-4-4,0 2 0,-1 1 0,-44-1 0,40 4 0,-925-37-550,-6 66-106,732-16 819,69-3-49,-1695 46 815,1938-28-929,6-6 0,1-4 0,80 5 0,165-2 0,1034-30-1340,3-72 1527,-1183 73-260,320-20 66,354-28 127,-836 59 290,15-1 206,-25-3-485,-14-4-175,1 4 44,-1 1 0,1 0 0,-1 0 0,0 1 0,-15-2 0,8 1 0,-148-28 8,-234-15-1,-177 29-192,-922 78-701,426-7 866,1000-51 109,-4 2 224,-1-3-1,-124-16 1,188 10-265,36 7-47,131 31-1,213 17 0,162-22 0,390-36-1169,1-40 1116,-892 46 54,100-5 35,335-25-437,-7-34 1479,-451 65-1041,0 0 0,-1 0 0,1 0 0,0 0-1,0-1 1,-1 1 0,1-1 0,-1 0 0,1 0 0,-1 0 0,0-1 0,4-3 0,-3 2-34,-1-1 1,0 0-1,0 0 1,0 0 0,-1 0-1,1 0 1,2-11-1,7-26-3,-2-1 0,-2 0 0,-2 0 0,-1 0 0,-3-1 0,-4-65 0,-7 0 0,-34-151 0,-133-490 0,166 710 0,-3 0 0,-29-64 0,34 87 0,-2 1 0,0 0 0,0 1 0,-2 0 0,1 1 0,-2 0 0,0 0 0,-22-15 0,-4 1 0,-1 2 0,-2 2 0,-1 2 0,0 2 0,-1 1 0,-54-14 0,-286-56 0,-425-44 0,-4 28 0,743 97 0,-1231-117 0,1275 123 0,-1 1 0,1 2 0,-1 0 0,-31 6 0,45-4 0,0 1 0,1 0 0,-1 0 0,1 2 0,0-1 0,0 1 0,1 1 0,0 0 0,0 1 0,-14 12 0,5 1 0,0 0 0,2 2 0,0 0 0,2 0 0,0 2 0,2 0 0,1 1 0,-19 50 0,6 2 0,-29 150 0,31-80 0,-7 210 0,25 153 0,6-397 0,0 25 0,4 265 0,29-5 0,-28-359 0,2 0 0,1-1 0,3 0 0,20 52 0,-25-78 0,0 0 0,1 0 0,0-1 0,1 0 0,1-1 0,0 0 0,0 0 0,1-1 0,0 0 0,1 0 0,0-1 0,1-1 0,-1 0 0,2 0 0,24 10 0,-7-7 0,1-1 0,0-2 0,1-1 0,0-1 0,48 2 0,167-11 0,243-48-130,-1-28-136,234-30 14,-330 79 252,1 17 0,468 44 0,-841-30 1,55 6 112,1-3-1,142-13 0,-197 6-91,0 0-1,0-2 1,-1 0 0,0-2-1,0 0 1,-1-1 0,0-2 0,0 0-1,-1 0 1,0-2 0,-1 0-1,0-2 1,-1 0 0,26-27-1,-22 13-20,0 0 0,-2-1 0,-1-1 0,-2 0 0,0-2 0,-2 1 0,-2-2 0,16-64 0,-11 14 0,-3 0 0,4-130 0,-15 49 0,-7 1 0,-7-1 0,-7 1 0,-7 1 0,-51-174 0,51 250 0,-2 0 0,-5 2 0,-83-157 0,94 205 0,-1 1 0,-2 2 0,-1 0 0,-2 2 0,-1 0 0,-1 2 0,-1 1 0,-2 2 0,-1 1 0,-71-41 0,46 39 0,-1 3 0,-1 2 0,0 3 0,-2 3 0,0 2 0,-70-5 0,-29 5 0,-193 8 0,-55 25 0,408-20 2,0 1 1,0 0-1,0 0 0,0 0 0,0 0 0,0 0 0,1 1 0,-1-1 1,0 0-1,0 0 0,0 1 0,0-1 0,0 0 0,1 1 0,-1-1 1,0 1-1,0-1 0,0 1 0,1-1 0,-1 1 0,0-1 0,1 1 1,-1 0-1,1-1 0,-1 1 0,1 0 0,-1 0 0,1 0 0,-1-1 1,1 1-1,0 0 0,-1 0 0,1 0 0,0 0 0,0 0 0,-1 0 1,1-1-1,0 1 0,0 0 0,0 0 0,0 0 0,0 0 0,1 0 1,-1 0-1,0 0 0,0 0 0,1 1 0,2 5-237,0 0 0,0 0 0,1 0 0,6 10 1,-8-14-60,19 29-6532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49.4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24575,'0'0'0,"6"8"0,182 137 0,-127-104 0,90 83 0,-84-55 0,74 98 0,45 88 0,-108-144 0,-23-34 0,232 300 0,-242-327 0,2-1 0,2-2 0,3-2 0,111 74 0,-103-84 0,3-3 0,0-2 0,111 35 0,-83-39 0,1-4 0,115 12 0,-51-21 0,-1-7 0,1-6 0,170-23 0,-304 21 0,9-1 0,0-1 0,43-12 0,-73 16 0,-1 0 0,0 0-1,0 0 1,0 0 0,1 0-1,-1 0 1,0 0 0,0 0 0,1 0-1,-1 0 1,0 0 0,0 0-1,0 0 1,1 0 0,-1 0-1,0 0 1,0 0 0,0 0 0,1-1-1,-1 1 1,0 0 0,0 0-1,0 0 1,0 0 0,0 0-1,1-1 1,-1 1 0,0 0 0,0 0-1,0 0 1,0-1 0,0 1-1,0 0 1,0 0 0,0 0-1,0-1 1,1 1 0,-1 0 0,0 0-1,0-1 1,0 1 0,0 0-1,0 0 1,0 0 0,-1-1-1,1 1 1,0 0 0,0 0 0,0-1-1,0 1 1,0 0 0,0 0-1,0 0 1,0-1 0,0 1-1,-1 0 1,1 0 0,0 0-1,0 0 1,0 0 0,0-1 0,-1 1-1,1 0 1,-4-7-1346,0-1-5480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50.3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0 24575,'-1'18'0,"0"0"0,-2 0 0,-4 19 0,-2 10 0,-22 168 0,10 0 0,9 1 0,10 0 0,9 0 0,46 287 0,-4-245-143,10-3 0,158 422 0,-130-463-185,10-4 1,9-5-1,177 257 1,-161-293 279,8-6 0,172 167 0,-119-155-403,289 212 1,-175-181 135,9-13-1,587 272 1,-497-293-24,7-18 0,6-18 1,5-18-1,6-18 0,535 58 1,-677-132 280,1-12 1,321-26-1,-413-4 24,-1-8-1,-1-8 1,-2-9-1,203-72 1,-310 85 452,-1-3 0,-2-4 0,-1-2 0,-2-4 0,-1-3 0,68-58 0,-95 67-110,-2-2 0,-2-2 0,-1-2 0,-2-1-1,-2-2 1,-2-1 0,-2-1 0,-2-1 0,40-100 0,-50 100-271,-2-1 0,12-71 0,-23 92-38,-1-1-1,-1 0 1,-1 1-1,-2-1 1,-7-54-1,7 75-78,-1 0 0,0 1-1,0-1 1,0 0 0,-1 1-1,1 0 1,-2-1 0,1 1-1,-1 1 1,0-1 0,0 0 0,0 1-1,-1 0 1,0 0 0,0 0-1,-8-5 1,-27-17-6746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52.9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24575,'1'8'0,"85"428"0,27-6 0,-108-415 0,389 1261-1656,53-14-477,-27-201 1470,73-31-178,96-55 120,-378-680 568,285 308-1,-234-331 154,10-12 0,12-12 0,10-12 0,11-14 0,632 347 0,-548-375 0,8-17 0,8-17 0,6-18 0,793 162 0,-835-242 0,3-16 0,1-17 0,652-32 0,-678-27 0,-2-14 0,-2-15 0,-3-15 0,382-136 0,-499 128 0,-4-9 0,-5-9-1,-4-10 1,382-268 0,-449 269 0,-5-6-1,-5-6 1,-6-5 0,-5-6 0,-6-6 0,-6-4-1,105-179 1,-146 199 659,-6-3 0,75-210 1,-104 230 393,-4-1 0,-5-2 1,19-194-1,-41 277-951,-2 13-98,0 1 1,0-1-1,-1 0 1,-1 0-1,1 1 1,-4-15-1,-26-16-4,17 82 0,10-28 0,-1 1 0,1-1 0,1 1 0,0-1 0,0 26 0,5-17 0,2 19 0,-5-37 0,0 1 0,0-1 0,-1 1 0,1-1 0,-1 1 0,0-1 0,0 0 0,0 1 0,-3 5 0,1-5 0,0 0 0,-1-1 0,1 0 0,-1 1 0,0-1 0,0-1 0,0 1 0,-6 3 0,-224 153 0,74-46 0,-375 216 0,-68 45 0,580-359 0,8-5 0,0 0 0,1 1 0,0 1 0,-18 19 0,29-27 0,8-8 0,10-12 0,47-68 0,5 4 0,88-85 0,-100 109 0,21-24 0,399-396 0,-470 471 0,-2 2 0,0 0 0,1-1 0,0 1 0,-1 1 0,1-1 0,0 0 0,7-2 0,-9 4 0,-1 1 0,1 0 0,0 0 0,-1 0 0,1 0 0,-1 0 0,1 0 0,-1 0 0,1 1 0,-1-1 0,1 1 0,-1-1 0,1 1 0,-1-1 0,1 1 0,-1 0 0,0 0 0,1-1 0,-1 1 0,0 0 0,0 0 0,0 0 0,1 1 0,-1-1 0,0 0 0,1 3 0,69 85 0,-5 3 0,-3 3 0,77 158 0,112 327 0,21 39 0,60-44 0,-331-572 120,-4-8-1605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53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832 397 24575,'-15'27'0,"3"-5"0,0 0 0,-2-1 0,-1 0 0,-22 24 0,-78 73 0,69-73 0,-32 33 0,-179 187 0,210-210 0,2 2 0,2 2 0,-36 67 0,78-123 0,-13 24 0,13-16 0,1-10 0,0-1 0,0 0 0,1 0 0,-1 0 0,0 1 0,0-1 0,0 0 0,1 0 0,-1 0 0,0 0 0,0 0 0,0 1 0,1-1 0,-1 0 0,0 0 0,0 0 0,1 0 0,-1 0 0,0 0 0,0 0 0,1 0 0,-1 0 0,0 0 0,0 0 0,1 0 0,-1 0 0,0 0 0,1 0 0,-1 0 0,0 0 0,0 0 0,0-1 0,1 1 0,-1 0 0,0 0 0,1 0 0,23-11 0,0-1 0,0-1 0,-1-1 0,37-29 0,-42 29 0,101-78 0,-4-6 0,-5-5 0,-4-4 0,-5-5 0,-5-4 0,-5-4 0,127-223 0,-194 297 0,25-40 0,-44 79 0,0-1 0,1 1 0,0 0 0,0 1 0,1-1 0,0 1 0,0 0 0,9-5 0,-14 10 0,1 0 0,0 0 0,-1 0 0,1 1 0,0-1 0,0 1 0,0-1 0,-1 1 0,1 0 0,0 0 0,0 0 0,0 1 0,0-1 0,-1 1 0,1-1 0,0 1 0,5 2 0,1 1 0,1 1 0,0 0 0,12 9 0,1 2 0,-2 1 0,0 2 0,-2 0 0,0 1 0,29 40 0,71 124 0,-105-160 0,453 845 0,-396-729 0,-65-127 0,83 170 0,-89-183 0,0 0 1,0 0-1,0 1 0,1-1 0,-1 0 0,0 0 0,0 0 1,0 0-1,0 0 0,1 1 0,-1-1 0,0 0 0,0 0 1,0 0-1,0 0 0,0 1 0,0-1 0,0 0 1,0 0-1,0 1 0,1-1 0,-1 0 0,0 0 0,0 0 1,0 1-1,0-1 0,0 0 0,0 0 0,0 0 0,0 1 1,0-1-1,-1 0 0,1 0 0,0 0 0,0 1 0,0-1 1,0 0-1,0 0 0,0 0 0,0 1 0,0-1 0,-1 0 1,1 0-1,0 0 0,0 0 0,0 1 0,0-1 1,-1 0-1,1 0 0,0 0 0,0 0 0,0 0 0,0 0 1,-1 0-1,1 0 0,0 1 0,0-1 0,0 0 0,-1 0 1,1 0-1,0 0 0,0 0 0,-1 0 0,1 0 0,0 0 1,0 0-1,-1 0 0,-15-8-644,11 5-89,-25-12-6093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0:54.7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861 79 24575,'-3'1'0,"0"0"0,0 0 0,1 0 0,-1 1 0,0-1 0,0 0 0,1 1 0,-1 0 0,0 0 0,-3 3 0,-8 6 0,-90 57 0,2 5 0,-139 129 0,197-159 0,1 2 0,2 2 0,3 1 0,1 2 0,3 2 0,2 1 0,-28 65 0,56-109 0,-2 3 0,1 0 0,0 0 0,1 0 0,0 1 0,1 0 0,-2 22 0,5-35 0,1 0 0,-1 0 0,1 0 0,-1 1 0,1-1 0,-1 0 0,1 0 0,-1 0 0,1 0 0,-1 0 0,1 0 0,-1 0 0,1-1 0,-1 1 0,1 0 0,-1 0 0,1 0 0,-1 0 0,0-1 0,1 1 0,-1 0 0,1 0 0,-1-1 0,1 1 0,-1 0 0,0-1 0,1 1 0,-1 0 0,0-1 0,0 1 0,1-1 0,19-15 0,25-28 0,-2-3 0,56-80 0,62-116 0,-154 230 0,77-126 0,92-134 0,-167 261 0,0 1 0,0 0 0,1 0 0,1 1 0,0 1 0,0 0 0,1 0 0,16-9 0,-21 15 0,1 0 0,-1 0 0,0 1 0,1 0 0,-1 0 0,1 1 0,0 0 0,-1 0 0,1 0 0,0 1 0,0 1 0,-1-1 0,1 1 0,0 1 0,-1-1 0,1 1 0,8 4 0,3 2 0,0 1 0,0 1 0,0 0 0,-2 2 0,1 0 0,-1 1 0,-1 1 0,21 22 0,-2 2 0,-2 2 0,36 57 0,-26-27 2,-3 2-1,32 78 0,47 157 20,-19-43-1411,-81-218-5436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28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264 0 24575,'7'30'0,"-1"-6"0,10 66 4,-4 2-1,-4 0 0,-6 128 1,-41 278-816,-95 417 753,3-36-1299,120-772-4618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29.1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0 514 24575,'21'-45'0,"-9"20"0,28-45 0,-13 31 0,3 0 0,0 2 0,3 2 0,1 1 0,47-37 0,-59 54 0,1 1 0,1 2 0,0 0 0,37-14 0,-45 22 0,2 0 0,-1 1 0,0 1 0,1 1 0,0 0 0,0 1 0,28 1 0,-32 2 0,1 1 0,-1 0 0,0 1 0,0 0 0,-1 1 0,1 0 0,-1 2 0,0-1 0,0 2 0,19 11 0,-15-6 0,-1 1 0,0 1 0,-1 0 0,-1 1 0,0 0 0,19 28 0,-7-1 0,-2 2 0,-1 0 0,-3 1 0,-2 1 0,17 64 0,0 29-275,-6 1-1,16 222 0,-22 292 164,-21-108 112,4 256 0,-5-719-1209,0-22-4834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29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1 175 24575,'0'0'0,"1"0"0,11-2 0,27-8 0,48-12 0,51-15 0,42-16 0,-9 3-8191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29.6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0 24575,'0'16'0,"6"677"-101,-1 132-472,-29-4 498,13-684-1165,7-103-4962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29.9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1 192 24575,'0'0'0,"0"0"0,0 0 0,0 0 0,0 0 0,5 0 0,17 2 0,36 1 0,45-5 0,45-10 0,36-14 0,26-17 0,10-15 0,-33 3-8191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0.2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 1 24575,'0'13'0,"-13"878"0,-42-3 0,33-682 1,-15 179-1367,35-348-5460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1.3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1193 24575,'65'9'0,"2"-3"0,-1-3 0,0-3 0,129-17 0,-50-4 0,-1-7 0,-1-6 0,-1-6 0,-3-6 0,-1-7 0,-3-5 0,-3-6 0,125-82 0,-234 131 0,70-47 0,-83 53 0,1 1 0,-2-1 0,0-1 0,0 1 0,0-2 0,7-12 0,-14 21 0,-1 0 0,0-1 0,1 1 0,-1 0 0,0 0 0,0-1 0,-1 1 0,1-1 0,-1 1 0,1-1 0,-1 1 0,0-1 0,1 1 0,-1-1 0,-1 1 0,1-1 0,0 1 0,-1-1 0,0-4 0,-1 4 0,0 0 0,1 0 0,-1 0 0,0 0 0,0 1 0,-1-1 0,1 1 0,-1-1 0,1 1 0,-1 0 0,0 0 0,-5-3 0,-6-3 0,-1 2 0,1 0 0,-1 0 0,-1 2 0,-16-4 0,0 1 0,0 2 0,0 0 0,0 3 0,-56 1 0,73 2 0,1 1 0,0 0 0,0 1 0,0 1 0,0 0 0,0 1 0,1 0 0,-1 1 0,1 0 0,1 1 0,-1 1 0,1 0 0,-13 12 0,5 0 0,1 2 0,0 0 0,2 1 0,0 1 0,2 0 0,1 1 0,1 1 0,0 0 0,3 1 0,-9 29 0,5-6 0,2 0 0,2 1 0,3 0 0,-2 93 0,9-99 0,3 1 0,1-1 0,2 0 0,2 0 0,24 71 0,-25-95 0,0-1 0,2-1 0,0 1 0,1-2 0,1 1 0,1-1 0,0-1 0,1 0 0,1-1 0,1 0 0,0-2 0,1 1 0,1-2 0,20 14 0,-23-20 0,0 0 0,0 0 0,0-2 0,0 0 0,1 0 0,0-2 0,0 0 0,0 0 0,1-1 0,19-1 0,-12-2 0,1-1 0,0-1 0,-1-1 0,1-1 0,-1-1 0,22-9 0,6-6 0,-1-3 0,-1-2 0,-1-2 0,84-66 0,-57 34 0,-3-3 0,-3-3 0,-2-4 0,-4-2 0,-3-3 0,96-158 0,-149 220 0,-1 3 0,0 0 0,-1 0 0,8-21 0,-13 176 0,-17 145 0,-38 144 0,41-331 0,10-79 0,2-17 0,1 0 0,-1 0 0,2 0 0,-1 0 0,1 0 0,0 0 0,0 1 0,1-1 0,2 12 0,-2-18 0,-1-1 0,0 1 0,1 0 0,-1-1 0,0 1 0,1-1 0,-1 1 0,1-1 0,-1 1 0,1-1 0,-1 0 0,1 1 0,-1-1 0,1 0 0,0 1 0,-1-1 0,1 0 0,-1 1 0,1-1 0,0 0 0,-1 0 0,1 0 0,0 0 0,-1 0 0,1 0 0,0 0 0,-1 0 0,1 0 0,-1 0 0,1 0 0,0 0 0,-1 0 0,1 0 0,0-1 0,-1 1 0,1 0 0,0-1 0,11-5 0,-1-1 0,0 0 0,0-1 0,0 0 0,-1-1 0,-1 0 0,0-1 0,12-14 0,-11 13 0,88-106 0,-5-5 0,-5-4 0,113-216 0,-191 323 0,-2 6 0,-1-1 0,7-21 0,-10 38 0,-1 1 0,1-1 0,-1 0 0,0 1 0,0 0 0,0-1 0,2 6 0,40 59 0,-23-31 0,2-1 0,38 42 0,-53-68 0,0-1 0,1 0 0,0 0 0,0-1 0,1-1 0,0 0 0,0 0 0,1-1 0,0-1 0,0 1 0,0-2 0,14 4 0,-6-5 0,-1-1 0,1-1 0,0-1 0,0 0 0,0-1 0,-1-2 0,1 0 0,-1-1 0,0 0 0,0-2 0,0 0 0,34-17 0,-5-2 0,-2-2 0,0-1 0,66-55 0,-51 31 0,-1-3 0,-4-3 0,-1-1 0,-4-4 0,61-95 0,-74 97 0,-3-1 0,-3-3 0,-3 0 0,-2-2 0,-4 0 0,21-95 0,-39 140 0,-1 1 0,-1-1 0,-1 0 0,0 1 0,-3-38 0,-6 42 0,7 17 0,-1 0 0,1-1 0,0 1 0,-1 0 0,1 0 0,0 0 0,-1 0 0,1 0 0,0 0 0,-1 0 0,1 0 0,-1 0 0,1 0 0,0 0 0,-1 0 0,1 0 0,0 0 0,-1 0 0,1 0 0,-1 0 0,1 0 0,0 0 0,-1 0 0,1 1 0,0-1 0,-1 0 0,1 0 0,-1 1 0,-2 2 0,-1 0 0,1 1 0,0-1 0,0 1 0,0 0 0,-3 6 0,-30 50 0,3 2 0,-32 86 0,-37 146 0,59-149-192,-40 256 0,71-308-177,4 1 1,4 0 0,17 182-1,0-190-5964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1.6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1 264 24575,'72'-4'0,"1"-2"0,-1-4 0,71-19 0,-100 19 0,364-87 0,-78 17 0,-294 72 0,0 1 0,1 1 0,0 2 0,47 1 0,-71 4 0,0 0 0,-1 0 0,1 1 0,-1 1 0,0 0 0,1 1 0,-1 0 0,-1 0 0,1 1 0,-1 1 0,0 0 0,0 0 0,0 1 0,-1 0 0,0 0 0,-1 1 0,9 11 0,2 4 0,-1 1 0,-2 1 0,-1 1 0,0 0 0,12 35 0,45 146 0,59 289 23,-80-287-1411,-33-140-5438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1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 24575,'0'0'0,"0"-2"0,0 1 0,0 0 0,0-4 0,0-1 0,0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2.5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0 109 24575,'41'844'0,"-35"-770"0,3 1 0,4-2 0,22 74 0,-34-142 0,0-1 0,1 1 0,0-1 0,0 0 0,0 0 0,0 1 0,1-1 0,0-1 0,-1 1 0,2 0 0,-1-1 0,0 0 0,0 1 0,5 2 0,-5-5 0,-1 0 0,1 0 0,0 0 0,0 0 0,-1-1 0,1 1 0,0-1 0,0 1 0,0-1 0,0 0 0,0 0 0,0-1 0,-1 1 0,1 0 0,0-1 0,0 0 0,0 0 0,-1 0 0,1 0 0,0 0 0,-1 0 0,1-1 0,3-2 0,4-3 0,0 0 0,0-2 0,0 1 0,-1-1 0,-1 0 0,1-1 0,-1 0 0,-1 0 0,0-1 0,-1 0 0,0 0 0,0-1 0,6-21 0,-1-1 0,-1 0 0,-2-1 0,6-62 0,-10-171 0,-6 182 0,16-169 0,-10 229 0,1 1 0,1 0 0,1 0 0,1 1 0,1-1 0,1 2 0,2-1 0,0 2 0,1 0 0,31-40 0,-35 52 0,-1 1 0,2 0 0,-1 0 0,1 1 0,1 0 0,-1 1 0,1 0 0,0 1 0,1 0 0,0 0 0,0 2 0,0-1 0,0 1 0,22-3 0,-23 6 0,1 0 0,-1 1 0,0 0 0,1 1 0,-1 0 0,0 1 0,1 0 0,-1 1 0,0 0 0,-1 1 0,1 0 0,-1 0 0,1 1 0,-1 1 0,-1 0 0,18 13 0,-6 0 0,-1 1 0,-1 0 0,0 2 0,-2 0 0,-1 1 0,0 0 0,-2 1 0,19 43 0,1 16 0,31 117 0,-49-142 0,-9-28 0,1-1 0,2 0 0,0-1 0,23 42 0,-29-63 0,1 0 0,0 0 0,0 0 0,0-1 0,1 0 0,0 0 0,0 0 0,1-1 0,-1 0 0,1 0 0,0-1 0,1 0 0,-1 0 0,1-1 0,-1 1 0,1-2 0,0 1 0,0-1 0,1 0 0,-1-1 0,11 1 0,8-2 0,-1-1 0,1-1 0,-1-1 0,0-1 0,0-2 0,0 0 0,34-15 0,7-6 0,93-53 0,-95 44 0,0-3 0,-3-2 0,83-72 0,-145 112 0,1 0 0,-1 1 0,1-1 0,-1 0 0,1 1 0,-1-1 0,1 0 0,0 1 0,-1-1 0,1 1 0,0 0 0,-1-1 0,1 1 0,0-1 0,-1 1 0,1 0 0,0 0 0,0-1 0,0 1 0,-1 0 0,1 0 0,0 0 0,0 0 0,0 0 0,-1 0 0,1 0 0,0 0 0,0 0 0,0 0 0,-1 0 0,1 1 0,0-1 0,0 0 0,0 1 0,1 2 0,0-1 0,0 1 0,0 0 0,-1 0 0,0 0 0,1 1 0,-1-1 0,0 4 0,29 109 0,15 119 0,-27-128 0,74 400-1365,-66-363-5461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3.1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0 871 24575,'324'17'25,"3"-26"-336,-290 7 208,1061-72-3129,7-35 1481,-652 63 153,1753-167-680,9 44 770,3601-20-1028,-5379 189 2661,-67 1 376,-70 0 12,-250-1-63,257 1 1379,-105 1 2277,-193-3-944,-26-2-2257,-55-6-228,-134-12-322,-108-4-1609,-27 2-5014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3.5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1 24575,'4'21'0,"-2"-5"0,22 158 0,2 279 0,-53 175 0,-43-102-1365,55-453-5461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3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24575,'16'11'0,"59"50"0,-3 3 0,64 74 0,107 160 0,-182-212-98,-3 3 1,-4 3-1,-4 2 0,59 159 0,-83-177 66,-3 1 0,-4 1 0,-3 1 0,-4 1 0,-3 0 0,-2 142 0,-16-106-41,-4 0 1,-6 0 0,-5-2-1,-4-1 1,-50 123 0,-3-32-428,-191 342 0,198-415-103,-137 184 0,185-285-4235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4.5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917 347 24575,'-6'-134'0,"4"117"0,-1 1 0,0 0 0,-1 0 0,-1 0 0,-13-30 0,15 41 0,-1-1 0,1 1 0,-1 0 0,0 0 0,0 0 0,0 0 0,-1 1 0,1 0 0,-1 0 0,0 0 0,-1 0 0,1 1 0,-10-5 0,5 4 0,0 1 0,0 0 0,0 0 0,0 1 0,-1 0 0,1 1 0,-18 0 0,0 3 0,1 0 0,-1 2 0,1 2 0,0 0 0,-37 14 0,34-9 0,0 2 0,1 0 0,1 2 0,0 1 0,1 2 0,0 0 0,2 2 0,0 1 0,1 1 0,2 0 0,0 2 0,1 1 0,2 1 0,0 0 0,2 1 0,1 1 0,1 1 0,1 0 0,2 1 0,1 0 0,2 1 0,0 0 0,2 1 0,2-1 0,1 1 0,1 0 0,3 64 0,4-57-4,2 0-1,2-1 0,1 0 0,2 0 1,27 62-1,-14-48 22,3-2 1,2 0 0,47 60-1,8-9-254,4-4 0,169 143 0,35-2 104,84 74 131,-314-253 2,-2 2 0,-3 3 1,80 116-1,-111-139-14,-3 0-1,-1 1 1,-2 1-1,-2 1 1,-2 1-1,-2 0 1,13 73-1,-21-78 13,-2-1-1,-2 0 0,-1 1 1,-3-1-1,-1 0 1,-1 0-1,-3 0 1,-1 0-1,-19 54 0,11-48-2,-3-2 0,-2 0 0,-1-1-1,-2-2 1,-2 0 0,-2-2-1,-1 0 1,-2-2 0,-1-2 0,-61 50-1,54-53 79,-3-2-1,0-1 0,-2-3 0,0-1 1,-2-3-1,-1-1 0,0-2 0,-1-3 1,-92 18-1,72-23-32,0-3 0,0-3 0,-1-3 0,0-3 0,1-3 0,-71-14 0,118 15-131,1 0 0,1-2 0,-1 0 0,1-1 0,0-1 0,0-1 0,1-1 0,0 0 0,1-1 0,0-1 0,1-1 0,0 0 0,1-1 0,-18-21 0,-31-52-6735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4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2422 1 24575,'-5'10'0,"-51"77"0,37-59 0,-508 698-915,-32-12 38,466-596 1081,-193 240-201,-461 606-62,644-809-1032,76-110-4365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5.2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0 24575,'7'9'0,"1"9"0,0 0 0,-2 0 0,0 0 0,0 1 0,-2-1 0,4 36 0,-7-45 0,13 108-133,-5 1 0,-9 164 0,-41 240-288,39-504 421,-57 507 165,-20 216-98,58 3-1528,22-723-4681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5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0 342 24575,'0'0'0,"0"0"0,2 0 0,11-3 0,32-3 0,53-5 0,58-5 0,58-6 0,42-4 0,26-6-802,5-6 802,-8-3 0,-20 0 0,-26 1 0,-31 3 0,-49 9-7389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6.0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1110 40 24575,'0'-2'0,"-1"0"0,1 0 0,-1 0 0,0 0 0,0 0 0,0 0 0,0 0 0,0 0 0,0 0 0,0 1 0,-1-1 0,1 0 0,-1 1 0,1-1 0,-1 1 0,1-1 0,-1 1 0,0 0 0,0 0 0,0-1 0,0 1 0,0 1 0,0-1 0,-3-1 0,-4 3 0,-1 1 0,1 0 0,0 0 0,0 1 0,1 0 0,-1 1 0,1-1 0,-1 2 0,-9 5 0,1 0 0,-68 38 0,3 4 0,2 3 0,3 3 0,2 4 0,3 3 0,3 3 0,3 3 0,-97 137 0,128-155 0,3 1 0,-32 73 0,53-102 0,1 1 0,2 0 0,0 1 0,2 0 0,1 0 0,1 1 0,-1 40 0,5-59 0,0-1 0,1 1 0,0-1 0,1 0 0,-1 1 0,2-1 0,-1 0 0,1 0 0,0 0 0,7 11 0,-8-16 0,1 1 0,0 0 0,0-1 0,0 1 0,0-1 0,1 0 0,-1 0 0,1-1 0,0 1 0,0-1 0,0 1 0,0-1 0,0-1 0,0 1 0,1 0 0,-1-1 0,1 0 0,-1 0 0,1 0 0,7 0 0,-1-1 0,1-1 0,-1 0 0,0 0 0,0-1 0,0 0 0,0-1 0,15-6 0,0-1 0,-2-2 0,28-17 0,2-6 0,-2-2 0,-2-3 0,-2-2 0,-1-2 0,49-60 0,-21 12 0,120-195 0,-67 54 0,-109 191 0,-1 0 0,-3-1 0,18-79 0,-28 90 0,-5 31 0,0 0 0,1 0 0,-1 0 0,0-1 0,0 1 0,0 0 0,0 0 0,0 0 0,0-1 0,0 1 0,0 0 0,-1 0 0,1 0 0,0 0 0,-1 0 0,1-1 0,-1 1 0,1 0 0,-1 0 0,-1-1 0,-5 9 0,0 8 0,-1 0 0,2 1 0,0 0 0,1 0 0,1 0 0,-3 19 0,-9 106 0,13-80 0,2 1 0,3-1 0,3 0 0,18 84 0,-12-97 0,2 0 0,2-1 0,2 0 0,2-1 0,48 82 0,-52-104 0,1-2 0,0 0 0,2-1 0,21 20 0,-28-31 0,1 1 0,1-2 0,0 0 0,0 0 0,0-2 0,1 1 0,0-2 0,24 9 0,-18-10-341,-1-1 0,1-1-1,31 1 1,55-5-6485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6.3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1 24575,'-3'12'0,"-10"57"0,-6 138 0,14-134 0,-39 1344 0,43-1370 0,5 235 0,1-197 0,19 107 0,-23-185-71,1 5-91,0 0 0,1 0 1,0 0-1,1 0 0,0-1 0,1 1 1,10 18-1,-1-14-6664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6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0 407 24575,'33'-9'0,"443"-131"0,178-47 0,-647 185 0,272-58 0,-249 56 0,0 1 0,-1 2 0,1 1 0,0 1 0,0 1 0,-1 2 0,43 10 0,-58-9 0,1 0 0,-1 1 0,0 0 0,-1 2 0,1-1 0,-1 1 0,-1 1 0,0 1 0,17 15 0,-14-8 0,0 0 0,-1 0 0,-1 1 0,-1 1 0,18 37 0,-7 1 0,-2 2 0,-2 0 0,17 106 0,17 194 134,-15-86-1633,-31-232-5327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6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7.2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1008 1 24575,'-3'17'0,"-7"9"0,-2 0 0,0-1 0,-2-1 0,0 0 0,-20 22 0,23-29 0,-337 413 0,124-165 0,24 16 0,180-248 0,1 2 0,1 0 0,2 1 0,2 1 0,-16 60 0,27-82 0,1 1 0,0-1 0,1 1 0,0 0 0,2 0 0,0-1 0,3 21 0,-1-26 0,0 1 0,0 0 0,1-1 0,0 0 0,1 0 0,0 0 0,0-1 0,1 1 0,1-1 0,-1 0 0,12 10 0,-4-6 0,0-1 0,0-1 0,1 0 0,1-2 0,-1 1 0,2-2 0,-1 0 0,1-1 0,25 7 0,1-2 0,1-3 0,79 7 0,-28-11 24,1-3 0,-1-6 0,0-3 0,134-28 0,-104 7-519,-2-5 0,213-88 0,-223 70-6331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9.2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685 45 24575,'-10'11'0,"-72"82"0,4 4 0,4 3 0,-114 204 0,144-217 0,3 2 0,5 1 0,3 2 0,5 1 0,-25 145 0,45-192 0,3 0 0,2 0 0,2 0 0,1 0 0,3 0 0,2 0 0,14 64 0,-13-90 0,0 0 0,1 0 0,1 0 0,0-1 0,2 0 0,0 0 0,2-1 0,-1-1 0,2 0 0,1 0 0,0-1 0,1-1 0,0-1 0,1 0 0,1-1 0,0 0 0,1-2 0,24 13 0,-9-10 0,1-1 0,1-2 0,-1-1 0,2-2 0,-1-1 0,1-2 0,0-2 0,0-1 0,0-1 0,52-7 0,-33-1 0,-1-2 0,0-2 0,-1-3 0,0-2 0,-1-2 0,62-31 0,-47 13-56,-2-3 0,-1-3 1,-2-2-1,109-103 0,-111 87-23,-3-2-1,-3-3 1,-2-3 0,51-88 0,-40 37 79,-55 101 0,-2 1 0,0-1 0,-1 0 0,5-37 0,-9 50-2,-1 0 1,0 0-1,0-1 0,0 1 1,-1-9-1,0 13 5,1 0 0,0 0 0,0 0 0,-1 0 0,1 1 0,0-1 0,-1 0 0,1 0 0,-1 0 0,1 1 0,-1-1 0,1 0 0,-1 1 0,0-1 0,1 0 0,-1 1 0,0-1 0,1 1 0,-1-1 0,0 1 0,0-1 0,0 1 0,0-1 0,1 1 0,-1 0 0,0 0 0,0-1 0,0 1 0,0 0 0,0 0 0,0 0 0,0 0 0,0 0 0,1 0 0,-1 0 0,0 0 0,0 1 0,0-1 0,0 0 0,-1 1 0,-11 4 67,0 1 1,0 0-1,1 1 1,0 0-1,0 1 1,1 0-1,-14 14 1,21-19-73,-40 34 2,2 2 0,2 1 0,1 3 0,-46 66 0,65-80 0,1 0 0,2 2 0,1 0 0,1 0 0,2 2 0,1 0 0,2 0 0,-10 55 0,18-73 0,1 0 0,0-1 0,1 1 0,1 0 0,0-1 0,1 1 0,0-1 0,2 0 0,-1 1 0,11 22 0,-11-29 0,2 1 0,-1-1 0,1 0 0,1-1 0,-1 1 0,1-1 0,0 0 0,1-1 0,0 1 0,0-1 0,0-1 0,1 1 0,-1-1 0,1 0 0,1-1 0,-1 0 0,16 5 0,-13-6 0,-1 0 0,1-1 0,-1 0 0,1-1 0,0 0 0,-1-1 0,1 0 0,0 0 0,0-1 0,-1-1 0,1 0 0,-1 0 0,1-1 0,-1-1 0,0 1 0,0-2 0,0 1 0,-1-1 0,0-1 0,0 0 0,0 0 0,0-1 0,-1 0 0,0 0 0,-1-1 0,0 0 0,0 0 0,0 0 0,-1-1 0,0-1 0,-1 1 0,0-1 0,-1 1 0,0-1 0,0 0 0,2-11 0,-4 2 0,-1 1 0,0-1 0,-1 0 0,-1 0 0,-1 1 0,-1-1 0,0 1 0,-1 0 0,-1 0 0,-1 0 0,-1 0 0,-14-28 0,-13-17 0,-80-110 0,112 171 0,-69-94 0,-35-50 0,89 120 0,1-1 0,1-1 0,-17-48 0,28 63 0,0 0 0,1 0 0,0 0 0,1 0 0,1-1 0,0 1 0,1 0 0,0-1 0,1 1 0,1-1 0,0 1 0,6-21 0,-2 17 0,1 1 0,0 0 0,1 0 0,1 0 0,1 1 0,0 0 0,0 1 0,26-26 0,-7 13 0,1 1 0,1 1 0,1 2 0,1 1 0,1 2 0,72-32 0,-60 34 0,1 1 0,1 3 0,1 2 0,0 2 0,57-5 0,-77 13 0,0 1 0,-1 1 0,1 2 0,0 0 0,0 2 0,-1 2 0,0 0 0,0 2 0,38 15 0,-45-13 0,-1 1 0,0 0 0,-1 1 0,0 1 0,0 1 0,-2 1 0,0 1 0,0 0 0,-2 1 0,0 0 0,-1 1 0,16 28 0,-8-6 0,-3 2 0,-1 0 0,-1 1 0,-3 1 0,-2 0 0,-1 1 0,5 59 0,-3 31 0,-6 159 0,-14-109 0,2-85 0,12 157 0,-6-244 0,1 1 0,1-1 0,0 0 0,7 19 0,-9-29 0,0 0 0,0 0 0,0 0 0,1-1 0,-1 1 0,1 0 0,0-1 0,0 1 0,0-1 0,0 0 0,0 0 0,1 0 0,-1 0 0,1 0 0,-1 0 0,1 0 0,0-1 0,-1 0 0,1 1 0,0-1 0,0 0 0,0 0 0,0-1 0,6 2 0,-4-2 0,0-1 0,1 1 0,-1-1 0,0 0 0,0 0 0,0 0 0,0-1 0,0 0 0,0 0 0,8-4 0,1-3 0,0 0 0,17-15 0,8-11 0,-1-2 0,-2-2 0,-1-1 0,34-53 0,100-190 0,-139 230 0,-3-2 0,-2-1 0,34-116 0,-55 153 0,-7 25 0,-8 36 0,-7 52 0,5 1 0,-3 139 0,16-180 0,3 0 0,1-1 0,3 1 0,2-1 0,32 101 0,-34-135 0,1 0 0,1 0 0,1-1 0,0 0 0,1-1 0,1 0 0,0 0 0,17 15 0,-19-23 0,-1 0 0,1-1 0,0 0 0,1-1 0,0 0 0,0-1 0,1 0 0,-1-1 0,1 0 0,0-1 0,1 0 0,-1-1 0,1-1 0,15 2 0,-6-3 0,1-2 0,-1 0 0,1-1 0,-1-2 0,0 0 0,-1-1 0,1-1 0,-1-1 0,0-1 0,0-1 0,31-19 0,-7 1 0,-2-3 0,-1-1 0,74-71 0,-51 33-92,-2-2 1,-4-3-1,-4-3 0,-2-2 0,-5-2 0,-2-2 1,45-120-1,-43 77 95,-6-3 0,-5-2 0,-6-1 0,21-207 0,-45 269-3,-2 0 0,-3 0 0,-10-86 0,8 154 4,-1-3 16,1 0-1,-1-1 0,0 1 0,-1 0 0,-2-8 1,4 12-10,0 1 1,-1 0-1,1 0 1,0 0-1,0 0 1,0-1 0,0 1-1,0 0 1,0 0-1,0 0 1,0 0 0,0 0-1,-1 0 1,1-1-1,0 1 1,0 0 0,0 0-1,0 0 1,0 0-1,-1 0 1,1 0 0,0 0-1,0 0 1,0 0-1,0 0 1,-1 0 0,1 0-1,0 0 1,0 0-1,0 0 1,-1 0 0,1 0-1,0 0 1,0 0-1,0 0 1,0 0 0,-1 0-1,1 0 1,0 0-1,0 0 1,0 0 0,0 0-1,0 0 1,-1 0-1,1 1 1,0-1 0,0 0-1,0 0 1,0 0-1,0 0 1,0 0-1,-1 0 1,1 1 0,0-1-1,0 0 1,-8 13-18,7-12 20,-17 35-13,1 1 0,2 1 0,-12 46 0,-24 128 0,46-188 0,-127 890-694,87 6 533,41-726 161,4-192 0,0-1 0,0 1 0,0 0 0,0-1 0,0 1 0,0-1 0,0 1 0,-1-1 0,1 1 0,-1-1 0,1 1 0,-1-1 0,1 0 0,-1 1 0,-2 2 0,2-5 0,0 1 0,0-1 0,0 0 0,0 1 0,0-1 0,0 0 0,1 0 0,-1 0 0,0 0 0,0 0 0,0 0 0,1 0 0,-1 0 0,1 0 0,-1 0 0,1 0 0,-1 0 0,1 0 0,-1 0 0,1-2 0,-22-53 158,3-1 1,-18-89-1,24 93 80,-40-183-167,-40-427 0,92 648-71,0 5 0,0 1 0,1-1 0,2-17 0,-2 24 0,1 0 0,-1 0 0,1 1 0,0-1 0,1 0 0,-1 0 0,0 1 0,1-1 0,-1 1 0,1-1 0,0 1 0,0 0 0,0-1 0,0 1 0,0 0 0,4-2 0,14-8 0,1 1 0,0 1 0,1 1 0,0 2 0,0 0 0,45-8 0,-16 3 0,248-56 0,53-14 0,-246 52 0,128-53 0,-210 74 0,1-2 0,-2 0 0,0-1 0,0-2 0,-1 0 0,-1-1 0,29-28 0,-46 40 0,-1-1 0,0 1 0,0-1 0,0 0 0,-1 0 0,1 0 0,-1 0 0,0-1 0,3-8 0,-5 11 0,0 1 0,0-1 0,1 1 0,-1-1 0,-1 0 0,1 1 0,0-1 0,0 0 0,0 1 0,-1-1 0,1 1 0,-1-1 0,1 1 0,-1-1 0,0 1 0,0-1 0,1 1 0,-1-1 0,0 1 0,0 0 0,0 0 0,-1-1 0,1 1 0,0 0 0,0 0 0,-1 0 0,1 0 0,0 0 0,-1 1 0,1-1 0,-3-1 0,-6-1 0,-1-1 0,1 1 0,-1 0 0,1 1 0,-1 1 0,0 0 0,0 0 0,0 1 0,0 0 0,0 1 0,0 0 0,-11 3 0,-4 1 0,1 2 0,0 0 0,0 2 0,-24 11 0,33-12 0,0 1 0,0 0 0,1 1 0,0 1 0,1 0 0,0 1 0,1 1 0,0 0 0,1 1 0,1 0 0,0 1 0,1 0 0,0 0 0,1 1 0,1 1 0,1-1 0,0 1 0,1 0 0,1 1 0,1 0 0,0-1 0,1 1 0,1 1 0,1-1 0,2 34 0,1-26 0,2 0 0,0 0 0,2 0 0,1-1 0,0 0 0,2 0 0,2-1 0,0 0 0,1-1 0,1 0 0,1-1 0,1 0 0,1-2 0,1 1 0,25 22 0,-19-22 0,1-2 0,1 0 0,0-2 0,1 0 0,1-2 0,1-1 0,0-1 0,0-1 0,2-2 0,-1-1 0,1-1 0,54 6 0,-39-10 0,-1-3 0,1-1 0,0-2 0,0-3 0,-1-1 0,0-2 0,0-2 0,43-16 0,-40 9 0,-1-2 0,-1-2 0,0-2 0,-2-2 0,-1-2 0,-1-1 0,38-35 0,-21 1 0,-57 61 0,0 1 0,0 0 0,-1 0 0,1 1 0,0-1 0,0 0 0,0 0 0,0 0 0,-1 1 0,1-1 0,0 0 0,0 1 0,0-1 0,-1 0 0,1 1 0,0-1 0,-1 1 0,1 0 0,0-1 0,-1 1 0,1-1 0,-1 1 0,2 1 0,17 20 0,-17-20 0,23 31 0,0 1 0,-3 1 0,28 58 0,43 124 0,-57-127 0,50 101-1365,-48-119-5461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9.5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1138 16 24575,'0'-1'0,"0"1"0,0-1 0,0 1 0,0-1 0,0 1 0,0-1 0,0 0 0,0 1 0,0-1 0,0 1 0,0-1 0,0 1 0,-1-1 0,1 1 0,0-1 0,0 1 0,-1-1 0,1 1 0,0 0 0,0-1 0,-1 1 0,1-1 0,0 1 0,-1 0 0,1-1 0,-1 1 0,1 0 0,-1-1 0,1 1 0,-1 0 0,1 0 0,0-1 0,-1 1 0,1 0 0,-1 0 0,0 0 0,1 0 0,-1 0 0,1-1 0,-1 1 0,1 0 0,-1 0 0,1 0 0,-1 1 0,1-1 0,-1 0 0,1 0 0,-1 0 0,1 0 0,-1 0 0,1 1 0,-1-1 0,1 0 0,-2 1 0,-35 21 0,28-15 0,-55 40 3,1 2-1,4 4 1,-85 93-1,49-34-62,-85 131 0,97-115-120,-87 180 1,123-207 114,4 3 1,-44 161-1,76-220-248,1 1-1,3 0 0,-2 52 0,10-16-5959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39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1 24575,'-21'467'0,"7"-269"0,2 3 0,-12 267 0,35-5 0,-9-439 0,-3-19 0,1 0 0,1-1 0,-1 1 0,1 0 0,0 0 0,0 0 0,0 0 0,0 0 0,3 5 0,-2-24 0,-6-35 0,-2-1 0,-2 0 0,-23-75 0,-64-142 0,43 143 0,52 122 0,-1 0 0,1 1 0,-1-1 0,1 0 0,0 0 0,0 0 0,0 0 0,0 0 0,0 1 0,0-1 0,0 0 0,1 0 0,-1 0 0,1 1 0,-1-1 0,1 0 0,0 0 0,0 1 0,0-1 0,0 1 0,0-1 0,0 1 0,0-1 0,0 1 0,2-2 0,4-3 0,-1 1 0,1 0 0,0 1 0,12-6 0,-13 7 0,75-36-338,115-37-1,-163 64-349,87-31-6138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40.4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24575,'-1'7'0,"-7"92"0,9 164 0,2-173 0,27 538-212,-11-434-3,53 235 0,-14-218 215,-48-183 0,2 0 0,0 0 0,2-2 0,1 1 0,19 25 0,-29-45 0,1-1-1,-1 1 1,1-1-1,0 0 0,0 0 1,1-1-1,0 0 1,0 0-1,0 0 0,0-1 1,1 0-1,0-1 1,8 4-1,-9-6 7,0 0 1,-1 0-1,1 0 1,0-1-1,-1 0 0,1 0 1,0-1-1,-1 0 1,1 0-1,0-1 1,-1 0-1,0 0 0,1 0 1,-1-1-1,0 1 1,0-2-1,7-3 0,5-6 84,-1 1 0,0-2 0,0 0-1,23-27 1,55-81-4,-16 1-297,-6-3 0,80-182 0,77-284-311,-159 388-158,72-341 0,-133 486-4996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40.8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678 963 24575,'10'-3'0,"0"-1"0,-1 0 0,1 0 0,-1-1 0,0-1 0,-1 1 0,1-1 0,10-11 0,3-3 0,32-39 0,-39 40 0,-1-2 0,0 0 0,-2 0 0,0-1 0,-2 0 0,0-1 0,-2-1 0,0 1 0,-2-1 0,0 0 0,-2-1 0,2-34 0,-5 30 0,-1 1 0,-1 0 0,-1 0 0,-2 0 0,0 0 0,-2 1 0,-2-1 0,0 1 0,-2 1 0,-20-43 0,23 57 0,-1-1 0,0 1 0,0 1 0,-1 0 0,-1 0 0,0 0 0,0 1 0,-15-11 0,17 16 0,0-1 0,-1 1 0,1 1 0,-1 0 0,0 0 0,-1 1 0,1 0 0,0 0 0,-1 1 0,0 0 0,1 1 0,-20 0 0,11 2 0,1 1 0,0 1 0,-1 1 0,1 0 0,0 1 0,1 1 0,-1 1 0,1 0 0,0 1 0,1 1 0,0 0 0,-19 16 0,2 1 0,1 1 0,1 2 0,1 1 0,-29 42 0,25-28 0,3 1 0,1 2 0,3 1 0,2 1 0,1 1 0,3 2 0,3-1 0,1 2 0,-11 78 0,22-95 0,2 1 0,1 0 0,2-1 0,2 1 0,1 0 0,12 50 0,-8-58 0,1-1 0,2 0 0,1-1 0,1 0 0,1-1 0,1 0 0,1-1 0,32 39 0,-28-43 0,0-1 0,1 0 0,1-2 0,1 0 0,0-2 0,1 0 0,1-2 0,1-1 0,0 0 0,0-2 0,1-1 0,1-1 0,-1-1 0,2-1 0,-1-2 0,0-1 0,1-1 0,48 0 0,-33-6-682,70-11-1,29-19-6143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42.2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663 115 24575,'-14'16'0,"-114"115"0,-66 75 0,147-147 0,3 1 0,3 3 0,-64 129 0,89-156 0,1 1 0,1 1 0,3 1 0,1-1 0,1 1 0,3 1 0,1 0 0,2-1 0,2 43 0,2-66 0,0-1 0,1 0 0,1 0 0,0 0 0,1-1 0,0 1 0,2-1 0,-1 0 0,2 0 0,0 0 0,0-1 0,2 0 0,-1-1 0,1 0 0,1 0 0,0-1 0,1 0 0,0-1 0,1 0 0,0-1 0,1 0 0,-1-1 0,23 11 0,-14-10 0,-1-2 0,2 1 0,-1-2 0,1-1 0,0-1 0,0-1 0,43 1 0,-35-5 0,0-1 0,0-2 0,-1 0 0,1-2 0,39-14 0,-24 3 0,0-2 0,-2-2 0,-1-2 0,0-2 0,-2-1 0,-1-2 0,49-46 0,-25 13 0,-4-3 0,-2-2 0,-4-3 0,-2-2 0,60-112 0,-55 75 0,-5-3 0,-5-3 0,42-154 0,-80 239 0,1-1 0,0-1 0,-3 0 0,0-1 0,1-50 0,-6 82 0,-1 0 0,0 0 0,0-1 0,0 1 0,0 0 0,0 0 0,0 0 0,0 0 0,0-1 0,0 1 0,0 0 0,0 0 0,0 0 0,0-1 0,0 1 0,0 0 0,0 0 0,0 0 0,0 0 0,-1-1 0,1 1 0,0 0 0,0 0 0,0 0 0,0 0 0,0 0 0,0-1 0,0 1 0,0 0 0,-1 0 0,1 0 0,0 0 0,0 0 0,0 0 0,0 0 0,0 0 0,-1-1 0,1 1 0,0 0 0,0 0 0,0 0 0,0 0 0,-1 0 0,1 0 0,0 0 0,0 0 0,0 0 0,-1 0 0,1 0 0,0 0 0,0 0 0,0 0 0,0 0 0,-1 0 0,1 1 0,0-1 0,0 0 0,0 0 0,0 0 0,0 0 0,-1 0 0,-13 13 0,-14 25 0,-23 45 0,3 2 0,-57 144 0,-39 197 0,108-299 0,5 2 0,-24 244 0,54-362 0,-2 28 0,3-38 0,0-1 0,0 1 0,0-1 0,0 1 0,0-1 0,0 0 0,0 1 0,0-1 0,0 1 0,0-1 0,0 0 0,0 1 0,-1-1 0,1 1 0,0-1 0,0 0 0,0 1 0,0-1 0,-1 1 0,1-1 0,0 0 0,0 1 0,-1-1 0,1 0 0,0 0 0,-1 1 0,1-1 0,0 0 0,-1 0 0,1 1 0,-1-1 0,1 0 0,0 0 0,-1 0 0,1 0 0,-1 1 0,1-1 0,0 0 0,-1 0 0,1 0 0,-1 0 0,1 0 0,0 0 0,-1 0 0,1 0 0,-1 0 0,1-1 0,-1 1 0,1 0 0,0 0 0,-1 0 0,1 0 0,0-1 0,-1 1 0,1 0 0,-1 0 0,1 0 0,0-1 0,-1 1 0,1 0 0,0-1 0,-1 0 0,-8-9 0,1-1 0,0 0 0,0 0 0,1-1 0,0 0 0,1 0 0,-4-15 0,-29-95 0,33 96 0,1 0 0,0 0 0,3 0 0,0-1 0,1 1 0,2 0 0,0-1 0,2 1 0,1 0 0,1 0 0,1 0 0,2 1 0,0 0 0,2 0 0,0 1 0,2 0 0,0 1 0,2 0 0,1 1 0,0 1 0,2 0 0,22-22 0,-25 29 0,1 0 0,0 1 0,0 0 0,1 2 0,31-18 0,-43 27 0,0 0 0,0 0 0,0 0 0,0 1 0,0 0 0,1 0 0,-1 0 0,1 0 0,-1 0 0,1 1 0,-1 0 0,1 0 0,-1 0 0,1 1 0,-1-1 0,0 1 0,1 0 0,-1 1 0,0-1 0,1 1 0,-1-1 0,0 1 0,0 1 0,-1-1 0,1 0 0,0 1 0,-1 0 0,1 0 0,-1 0 0,0 0 0,3 5 0,8 9 0,-2 1 0,0 0 0,-1 1 0,15 37 0,25 88 0,-44-120 0,34 115 0,13 40 0,-41-141 0,3-1 0,29 55 0,-38-81 0,0 0 0,1 0 0,0 0 0,1-1 0,0 0 0,1 0 0,0-1 0,0-1 0,1 0 0,0 0 0,0-1 0,1 0 0,19 8 0,-21-12 0,1 0 0,-1 0 0,1-1 0,0 0 0,-1-1 0,1 0 0,0-1 0,0 0 0,0-1 0,-1 0 0,1 0 0,0-2 0,-1 1 0,1-1 0,-1 0 0,0-1 0,12-6 0,-11 4 0,0 0 0,0-1 0,0 0 0,0-1 0,-1 0 0,-1-1 0,1 0 0,-2 0 0,1-1 0,-1 0 0,0-1 0,10-19 0,-11 14 0,0 0 0,-1-1 0,0 0 0,-2 0 0,0 0 0,-1-1 0,0 1 0,-1-26 0,-3 2 0,-2 1 0,-2-1 0,-1 1 0,-2 1 0,-2-1 0,-2 1 0,-22-51 0,-4 10 0,-3 1 0,-4 2 0,-56-72 0,95 141 0,1 2 0,1 0 0,0 0 0,0-1 0,0 0 0,0 0 0,-2-9 0,6 15 0,-1-1 0,1 0 0,0 1 0,0-1 0,0 0 0,0 0 0,0 1 0,0-1 0,0 0 0,1 1 0,-1-1 0,1 0 0,-1 1 0,1-1 0,-1 0 0,1 1 0,0-1 0,0 1 0,0-1 0,0 1 0,0 0 0,0-1 0,0 1 0,1 0 0,-1 0 0,0 0 0,1 0 0,-1 0 0,1 0 0,-1 0 0,1 0 0,2-1 0,9-3 0,0 0 0,0 1 0,1 1 0,-1 0 0,1 0 0,0 1 0,0 1 0,-1 1 0,1 0 0,15 2 0,5 1 0,-1 2 0,0 2 0,36 11 0,-36-7 0,-1 1 0,-1 2 0,0 1 0,-1 1 0,0 2 0,-2 1 0,0 1 0,-1 2 0,-1 0 0,-1 2 0,28 35 0,-33-35 0,-2 1 0,-1 1 0,-1 0 0,-1 2 0,-1 0 0,-2 0 0,-1 1 0,-1 1 0,-2-1 0,0 2 0,-2-1 0,3 55 0,-9-43 0,-2 1 0,-2-1 0,-1 0 0,-2-1 0,-2 0 0,-2 0 0,-2-1 0,-33 72 0,10-39 0,-4-2 0,-2-2 0,-85 104 0,119-162 0,-25 24 0,33-35 0,1 0 0,-1 0 0,0 0 0,0-1 0,0 1 0,0 0 0,0 0 0,0 0 0,0 0 0,0 0 0,0-1 0,0 1 0,0 0 0,0 0 0,0 0 0,0 0 0,0 0 0,0-1 0,0 1 0,0 0 0,0 0 0,0 0 0,0 0 0,0-1 0,0 1 0,-1 0 0,1 0 0,0 0 0,0 0 0,0 0 0,0 0 0,0 0 0,0-1 0,0 1 0,0 0 0,-1 0 0,1 0 0,0 0 0,0 0 0,0 0 0,0 0 0,0 0 0,-1 0 0,1 0 0,0 0 0,0 0 0,0 0 0,0 0 0,0 0 0,-1 0 0,1 0 0,0 0 0,0 0 0,0 0 0,0 0 0,-1 0 0,1 0 0,0 0 0,0 0 0,0 0 0,0 0 0,0 0 0,-1 0 0,6-19 0,28-55 0,3 2 0,77-118 0,-84 145 0,231-350 0,185-319 0,-433 694-110,12-28 346,-23 45-360,1 0 0,-1 0 0,0-1-1,0 1 1,-1 0 0,1-1-1,-1 1 1,1-1 0,-1 1 0,0-1-1,-1-4 1,-3-3-6702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48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1440 1325 24575,'-1'-3'0,"0"1"0,0-1 0,0 1 0,0-1 0,-1 1 0,1 0 0,-1 0 0,0-1 0,-2-1 0,-3-5 0,-11-20 0,9 12 0,-2 1 0,0 0 0,-26-27 0,33 38 0,-1 1 0,0 1 0,0-1 0,0 1 0,0 0 0,0 0 0,0 0 0,-1 1 0,0-1 0,1 2 0,-1-1 0,0 0 0,0 1 0,0 0 0,0 1 0,0-1 0,-8 1 0,-6 3 0,0 0 0,0 1 0,0 1 0,1 1 0,0 1 0,0 0 0,0 2 0,1 0 0,0 1 0,-19 14 0,-5 6 0,2 2 0,-68 68 0,69-58 0,1 2 0,-41 63 0,64-83 0,0 0 0,2 1 0,0 1 0,2 0 0,1 0 0,-11 48 0,19-66 0,1 0 0,0 0 0,1 0 0,-1 0 0,2 0 0,-1 1 0,1-1 0,0 0 0,1 0 0,3 11 0,-4-15 0,1 0 0,0-1 0,0 1 0,0 0 0,0-1 0,1 0 0,-1 1 0,1-1 0,0 0 0,0 0 0,0 0 0,0-1 0,0 1 0,1-1 0,-1 0 0,1 0 0,0 0 0,-1 0 0,1-1 0,0 1 0,0-1 0,5 1 0,2 0 0,0-1 0,0 0 0,0-1 0,0 0 0,0-1 0,0 0 0,0-1 0,0 0 0,16-6 0,5-3 0,57-29 0,-31 8 0,-2-3 0,-1-1 0,-2-4 0,-1-1 0,58-62 0,-50 40 0,-3-3 0,-3-2 0,70-116 0,-115 168 0,1 1 0,-1 1 0,-1-2 0,-1 1 0,0-1 0,5-20 0,-13 28 0,-1 20 0,4-1 0,0-1 0,1 0 0,0 1 0,1-1 0,0 0 0,1-1 0,0 1 0,0-1 0,1 0 0,0 0 0,1 0 0,0-1 0,13 12 0,-5-7 0,0 0 0,0-1 0,1-1 0,0 0 0,1-2 0,32 15 0,-26-16 0,1 0 0,0-2 0,0 0 0,1-2 0,-1-1 0,1 0 0,0-2 0,47-4 0,-38-1 0,-1-2 0,0-1 0,0-2 0,-1-1 0,0-2 0,33-16 0,-23 6 0,-2-1 0,0-2 0,-2-2 0,-1-1 0,-1-2 0,-1-1 0,-2-2 0,-2-2 0,49-67 0,-61 73 0,-1 0 0,-2-2 0,-1 0 0,-1 0 0,-2-1 0,-1-1 0,-2 0 0,-1 0 0,-1-1 0,2-38 0,-8 51 0,-1 0 0,0 1 0,-2-1 0,0 1 0,-2 0 0,0 0 0,-1 0 0,-1 0 0,-1 0 0,0 1 0,-2 1 0,0-1 0,-1 1 0,-1 1 0,0 0 0,-2 0 0,0 1 0,-17-16 0,11 15-1,-1 0 0,-1 1 0,0 1 0,-1 1 0,-1 1 1,0 1-1,-37-14 0,23 14 4,1 1 1,-1 3 0,-1 0-1,-61-3 1,29 9-135,-1 3 0,1 4-1,0 2 1,0 4 0,-79 22 0,41-2 115,2 6 1,2 3-1,1 5 1,3 5 0,2 4-1,2 4 1,3 5 0,2 3-1,4 4 1,-138 143 0,156-136 19,3 3 1,4 2-1,3 3 1,-91 178-1,114-184-5,3 1 0,4 2-1,3 1 1,4 1 0,3 1 0,-9 104-1,24-128 2,1 0 0,4 0 0,2 0 0,2-1 0,3 1 0,3-1 0,26 79 0,-25-101 0,3 0 0,1-1 0,2-1 0,1-1 0,2-1 0,1 0 0,2-2 0,1 0 0,1-2 0,2-1 0,1-1 0,36 27 0,-31-31 0,1-2 0,0-1 0,2-1 0,1-2 0,0-2 0,1-2 0,0-1 0,42 7 0,-25-10 0,0-2 0,0-3 0,1-3 0,-1-2 0,74-9 0,-42-4 0,0-3 0,147-48 0,-114 21 0,136-70 0,50-55 106,-231 120-764,129-109 0,-174 129-5391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0.2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1632 778 24575,'-2'-5'0,"0"-1"0,-1 0 0,1 1 0,-1 0 0,0 0 0,-1 0 0,1 0 0,-1 0 0,0 1 0,0-1 0,0 1 0,-10-6 0,3 1 0,-1 1 0,0 1 0,0 0 0,-19-7 0,10 7 0,0 1 0,-1 1 0,1 1 0,-1 1 0,0 1 0,0 1 0,1 1 0,-1 0 0,0 2 0,0 0 0,1 2 0,-1 1 0,-21 7 0,-7 4 0,2 2 0,1 3 0,0 1 0,-63 42 0,37-15-62,3 4 0,2 3-1,2 2 1,4 3-1,1 3 1,4 3 0,3 2-1,2 2 1,4 3 0,3 2-1,4 1 1,3 2 0,-41 121-1,63-148 24,3 0 0,2 1 1,2 0-1,2 0 0,1 65 0,7-90 40,1 0 0,1 0 0,2 0 0,14 50 0,-13-61-1,0 1 0,2-2 0,0 1-1,1-1 1,0-1 0,1 1 0,1-2-1,17 18 1,-19-22 39,1-1 0,0 0 0,0-1 0,1 0 0,1-1 1,-1 0-1,1-1 0,0 0 0,0-1 0,1 0 0,23 5 0,-17-7 8,0 0-1,0-2 1,0 0 0,0-1 0,0-1-1,0-1 1,29-6 0,-6-3-10,-1-2 0,0-1 0,-1-3 1,0-1-1,-2-2 0,58-40 0,-27 10-119,-2-4 1,-3-2-1,-2-4 0,-2-2 0,-4-2 1,-2-3-1,-4-2 0,48-86 0,-39 48 47,-5-1-1,-5-4 1,-5-1-1,-5-2 0,29-139 1,-44 135 23,-5-1 0,3-127 0,-20 177 2,-3-1 0,-3 1 0,-3 0 0,-31-132 0,34 186 49,-1-1 1,-1 1-1,-13-27 0,19 42-22,0 1-1,-1-1 0,1 0 1,-1 0-1,1 1 0,0-1 0,-1 0 1,1 1-1,-1-1 0,1 0 0,-1 1 1,0-1-1,1 1 0,-1-1 0,0 0 1,1 1-1,-1 0 0,0-1 1,0 1-1,1-1 0,-1 1 0,0 0 1,0 0-1,0 0 0,1-1 0,-1 1 1,0 0-1,0 0 0,0 0 0,0 0 1,0 0-1,1 0 0,-1 0 1,0 1-1,0-1 0,0 0 0,0 0 1,1 1-1,-1-1 0,0 0 0,0 1 1,1-1-1,-1 1 0,0-1 0,1 1 1,-1-1-1,0 1 0,1 0 1,-1-1-1,1 1 0,-2 1 0,-4 6-18,0 0 0,1 0 0,-8 16 0,11-20 27,-29 59-19,4 2-1,-37 125 1,-11 151-8,47-176-372,-9 253 0,35-321 339,5 0-1,4-1 1,4 0 0,25 100-1,-27-158 35,2 0 1,1 0-1,2-2 0,2 1 0,26 42 1,-35-67 0,0 0 0,1-1 0,1 0 0,0-1 0,0 0 0,1 0 0,0-1 0,1 0 0,0-1 0,0 0 0,1-1 0,0 0 0,0 0 0,1-2 0,-1 0 0,1 0 0,0-1-1,20 3 1,-14-5 0,1-1 0,-1-1 0,1-1 0,0 0 0,-1-2 0,0 0 0,1-2 0,-1 0 0,35-14 0,-12 0 0,-1-2 0,-1-1 0,44-33 0,-25 12 12,-3-2 0,-1-3 0,-3-3 0,-2-1 0,47-65 0,-62 70 111,-2-2-1,-2-1 1,-2-2-1,-3-1 0,-1 0 1,28-98-1,-52 146-122,3-6 1,-1 1-1,-1-1 0,0 0 0,0 0 0,-1 0 0,0 0 0,-2-17 0,1 28 0,0 0 0,0 0 0,0 0 0,0-1 0,0 1 0,0 0 0,0 0 0,0 0 0,0 0 0,0 0 0,0 0 0,0-1 0,0 1 0,0 0 0,0 0 0,0 0 0,0 0 0,0 0 0,0 0 0,0-1 0,0 1 0,0 0 0,0 0 0,0 0 0,0 0 0,0 0 0,0 0 0,0 0 0,-1-1 0,1 1 0,0 0 0,0 0 0,0 0 0,0 0 0,0 0 0,0 0 0,0 0 0,-1 0 0,1 0 0,0 0 0,0 0 0,0 0 0,0 0 0,0 0 0,0 0 0,-1 0 0,1 0 0,0 0 0,0 0 0,0 0 0,0 0 0,0 0 0,-1 0 0,1 0 0,0 0 0,0 0 0,0 0 0,0 0 0,0 0 0,0 0 0,-1 0 0,1 0 0,0 0 0,0 0 0,0 1 0,-9 12 0,-7 25 0,-13 64 0,4 1 0,4 1 0,6 1 0,-5 200 0,19-233-455,4 1 0,15 91 0,-6-99-6371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0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24575,'0'0'0,"0"0"0,0-1 0,0 0 0,0 1 0,0-1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1.2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 1629 24575,'8'-4'0,"40"-21"0,0-1 0,-3-2 0,0-3 0,-2-1 0,-1-3 0,-2-1 0,-1-1 0,-2-3 0,-2-1 0,42-63 0,-38 42 0,-3-2 0,-2-1 0,-3-2 0,-4-2 0,-2 0 0,-3-1 0,13-78 0,-20 69 0,-4 0 0,-3-1 0,-5-140 0,-3 219 0,0-13 0,-1 1 0,0-1 0,-1 1 0,-8-26 0,10 38 0,-1-1 0,1 1 0,-1 0 0,0-1 0,1 1 0,-1 0 0,0 0 0,0 0 0,0-1 0,1 1 0,-1 0 0,-1 0 0,1 0 0,0 1 0,0-1 0,0 0 0,0 0 0,-1 1 0,1-1 0,0 0 0,-1 1 0,-1-1 0,1 1 0,-1 0 0,1 1 0,-1-1 0,1 1 0,0 0 0,-1-1 0,1 1 0,0 0 0,-1 0 0,1 1 0,0-1 0,0 0 0,0 1 0,0-1 0,0 1 0,0 0 0,-2 3 0,-12 11 0,1 1 0,1 0 0,-23 38 0,-32 74 0,1 22-176,6 2 0,-56 222-1,-42 339-1750,-114 1376 716,270-2050 1454,2-29-123,1 1 1,0-1 0,1 1 0,0-1 0,3 18 0,2-22 477,6-14 1,3-10-417,0-1-1,-1 0 1,-1-1 0,0-1 0,14-37-1,-7 19 20,276-696-468,-58-31-310,-233 753 577,96-283 0,-83 255 0,2 0 0,2 1 0,2 2 0,53-70 0,0 27 172,2 3 0,94-70-1,-89 79 9,-4-2 0,94-108 0,-139 135-180,-1-2 0,-2-1 0,34-72 0,-48 84 0,-3-2 0,0 0 0,-3 0 0,-1-1 0,10-68 0,-19 97 0,2-28 0,-3 34 0,0 1 0,0-1 0,1 1 0,-1-1 0,-1 1 0,1-1 0,0 1 0,0-1 0,-1 1 0,1-1 0,0 1 0,-1-1 0,0 1 0,1-1 0,-1 1 0,-1-2 0,-5 10 0,-1 8 0,1 1 0,1 0 0,-8 31 0,8-23 0,-45 179-196,-43 372 0,35 220-549,23-246 883,-41 22-138,53-457 0,-6-1 0,-82 206 0,99-289 0,-27 44 0,29-58 99,8-15-283,3-10-929,7-14-4881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1.5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347 0 24575,'6'22'0,"3"20"0,-1 0 0,-2 1 0,-2 0 0,-2 0 0,-2 0 0,-6 49 0,-9 21 0,-32 122 0,-126 346 114,61-232-1593,83-248-5347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2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0 461 24575,'133'-3'0,"-1"-7"0,163-33 0,246-90 0,-197 22 0,-241 73 0,126-68 0,-218 99 0,3-3 0,-13 10 0,-1 0 0,0 0 0,0 0 0,1 0 0,-1 0 0,0 0 0,1 0 0,-1 0 0,0 0 0,0 0 0,1 0 0,-1 0 0,0 0 0,0 0 0,1 0 0,-1 1 0,0-1 0,0 0 0,1 0 0,-1 0 0,0 0 0,0 0 0,1 1 0,-1-1 0,0 0 0,0 0 0,0 0 0,1 1 0,-1-1 0,0 0 0,0 0 0,0 1 0,0-1 0,0 0 0,0 0 0,1 1 0,-1-1 0,0 0 0,0 0 0,0 1 0,0-1 0,0 0 0,0 0 0,0 1 0,0-1 0,0 1 0,1 21 0,0 0 0,-1 0 0,-1 1 0,-7 36 0,3-24 0,-84 541 119,31-219-1603,43-257-5342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2.3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24575,'0'0'0,"0"0"0,0 0 0,0-1 0,0 0 0,0 0 0,0 1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3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24575,'17'59'0,"-2"0"0,12 108 0,-22-132 0,41 477 0,-43-375 0,-28 241 0,12-311 0,12-66 0,0-7 0,1-15 0,11-74 0,4 0 0,47-158 0,86-176 0,-133 389 0,93-221 0,-107 260 0,0-1 0,-1 1 0,1 0 0,0-1 0,0 1 0,0-1 0,0 1 0,0 0 0,0 0 0,0 0 0,1 0 0,1-2 0,-2 3 0,-1 0 0,1 0 0,0-1 0,-1 1 0,1 0 0,0 0 0,-1 0 0,1 0 0,0 0 0,-1 0 0,1 0 0,0 0 0,0 0 0,-1 0 0,1 0 0,0 0 0,-1 1 0,1-1 0,0 0 0,0 1 0,3 2 0,0 0 0,0 0 0,-1 1 0,1-1 0,-1 1 0,0 0 0,3 4 0,28 44 0,-2 2 0,-2 0 0,39 103 0,-44-94 0,3-2 0,67 110 0,-85-157 0,0 0 0,2-1 0,-1 0 0,2-1 0,-1 0 0,25 16 0,-28-22 0,1 0 0,0-1 0,0 0 0,1-1 0,0 0 0,-1 0 0,1-1 0,0-1 0,0 0 0,1-1 0,12 1 0,-2-3 0,0-1 0,0-1 0,0-1 0,-1 0 0,1-2 0,-1-1 0,-1 0 0,1-2 0,28-15 0,3-6 0,-2-3 0,58-47 0,-78 56 0,-1-1 0,45-49 0,-74 74 0,0 0 0,0-1 0,0 1 0,1 0 0,-1-1 0,0 1 0,0 0 0,1-1 0,-1 1 0,0 0 0,0 0 0,1 0 0,-1-1 0,0 1 0,1 0 0,-1 0 0,1 0 0,-1 0 0,0 0 0,1-1 0,-1 1 0,0 0 0,1 0 0,-1 0 0,0 0 0,1 0 0,-1 0 0,1 0 0,-1 0 0,0 1 0,1-1 0,-1 0 0,0 0 0,1 0 0,-1 0 0,1 1 0,9 13 0,1 29 0,-10-39 0,18 123 0,-16-89 0,3 1 0,1-1 0,14 44 0,-19-76 0,1 0 0,-1 0 0,1 0 0,1 0 0,-1 0 0,1-1 0,0 1 0,0-1 0,1 0 0,-1 0 0,1-1 0,0 0 0,1 1 0,-1-1 0,1-1 0,7 4 0,-5-3 0,1-1 0,0 0 0,0 0 0,0-1 0,0-1 0,0 1 0,0-2 0,1 1 0,-1-1 0,0 0 0,12-3 0,7-2 0,-1-1 0,0-1 0,-1-1 0,0-2 0,0-1 0,-1-1 0,0-1 0,38-27 0,-20 9 0,-1-2 0,-2-2 0,59-66 0,-65 61 0,-1-2 0,-2-1 0,29-56 0,-45 71 0,-1 0 0,-2-1 0,-1-1 0,-1 0 0,-2 0 0,8-53 0,-15 75 0,0 0 0,0 0 0,-1 0 0,-1 0 0,1-1 0,-1 1 0,-1 0 0,1 0 0,-1 0 0,-7-15 0,7 20 0,1 0 0,-2-1 0,1 1 0,0 0 0,-1 1 0,1-1 0,-1 0 0,0 1 0,0-1 0,0 1 0,0 0 0,0 0 0,-1 0 0,1 0 0,0 1 0,-1-1 0,0 1 0,1 0 0,-1 0 0,0 0 0,1 1 0,-1-1 0,0 1 0,0 0 0,-5 0 0,-5 1 0,0 1 0,1 1 0,-1 0 0,0 0 0,1 1 0,-1 1 0,1 0 0,1 1 0,-1 1 0,1 0 0,-18 13 0,6-2 0,0 2 0,2 0 0,0 2 0,-26 33 0,26-26 0,2 2 0,1 0 0,1 1 0,1 0 0,3 2 0,0 0 0,2 0 0,2 1 0,1 1 0,2-1 0,-6 73 0,12-81 0,1 0 0,2 0 0,1 0 0,0-1 0,2 1 0,2-1 0,12 35 0,-11-41 0,0-1 0,2 0 0,0-1 0,2 0 0,0 0 0,0-1 0,2-1 0,0 0 0,1-1 0,18 14 0,-8-10 0,2-1 0,0-2 0,1-1 0,1-1 0,0-1 0,1-1 0,0-2 0,1-1 0,0-2 0,55 7 0,-35-9 0,0-3 0,0-1 0,0-3 0,0-2 0,100-21 0,-95 10-1365,-11 1-5461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3.7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268 0 24575,'0'0'0,"0"0"0,0 3 0,-4 8 0,-5 19 0,-9 26 0,-8 26 0,-7 23 0,-5 17 0,-2 7 0,2 0 0,3-8 0,8-25-8191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3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0,0 0 0,0 0 0,0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4.3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 1 24575,'6'25'0,"8"48"0,-4 1 0,-3 0 0,-3 111 0,-40 222 0,19-286 0,-6-1 0,-4-1 0,-51 134 0,68-223 0,22-50 0,10-16 0,566-822 0,-579 846 0,-5 6 0,0 0 0,1 0 0,-1 1 0,1-1 0,0 1 0,1 0 0,-1 1 0,1-1 0,8-4 0,-13 8 0,0 1 0,0 0 0,0-1 0,0 1 0,0 0 0,0 0 0,0 0 0,0 0 0,0 0 0,0 0 0,0 0 0,0 0 0,0 0 0,0 0 0,0 0 0,0 1 0,0-1 0,0 0 0,0 1 0,0-1 0,0 1 0,0-1 0,0 1 0,-1-1 0,1 1 0,0 0 0,0-1 0,-1 1 0,2 1 0,16 31 0,-6 8 0,-2 1 0,-1 0 0,-2 0 0,2 69 0,-5-64 0,9 126-97,12 132 315,-15-228-961,38 141 0,-18-129-6083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5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2232 1020 24575,'-3'-3'0,"1"0"0,0 0 0,1-1 0,-1 1 0,0-1 0,1 0 0,0 1 0,-1-5 0,-4-10 0,0 3 0,-1 0 0,-1 0 0,0 1 0,-1 1 0,-1-1 0,0 1 0,0 1 0,-2 0 0,-24-21 0,19 21 0,-1 0 0,0 1 0,-1 0 0,0 2 0,0 0 0,-1 2 0,-28-8 0,1 5 1,0 2 0,-1 2 1,1 2-1,-1 2 0,0 2 0,1 2 0,-1 3 0,-49 10 0,9 4-31,1 4-1,1 3 1,-114 52-1,113-37-89,2 3 0,2 3 0,3 4 0,-110 91 0,144-103 124,3 1 0,1 3 1,2 2-1,1 1 1,3 2-1,2 1 0,3 2 1,-34 71-1,50-87-5,2 0 0,1 2 1,2-1-1,2 1 0,1 1 0,1 0 0,3 0 0,1 0 0,2 0 0,5 47 0,-2-59 9,2 0 0,0 0-1,2-1 1,1 0 0,0-1-1,2 1 1,1-2-1,1 1 1,1-2 0,1 0-1,1 0 1,1-1 0,0-1-1,2-1 1,34 30-1,-34-35 41,1 0-1,1-2 1,0 0-1,0-1 1,1-1-1,0-1 1,1-1-1,0-1 0,0 0 1,25 2-1,-16-5-33,-1-1 0,1-2-1,0-1 1,0-2 0,0-1 0,56-12-1,-27-2-34,0-3 0,-2-2 0,0-3 0,-2-2 0,-1-3 0,100-72 0,-65 33-141,-4-3 1,-3-5-1,-4-3 1,-3-3-1,123-176 1,-134 160 72,-5-4 1,-4-1 0,-5-3 0,-5-2 0,50-174 0,-75 199 61,-3 0 0,12-160 0,-27 194 92,-3 0-1,-2 0 1,-2 0-1,-3 0 1,-1 1-1,-19-62 1,23 98 102,0 0-1,-1 0 1,-1 0-1,0 1 1,0 0 0,-13-18-1,19 29-165,-1 1 1,1-1-1,-1 0 0,0 1 1,1-1-1,-1 1 0,1-1 1,-1 0-1,0 1 0,1 0 1,-1-1-1,0 1 0,0-1 1,1 1-1,-1 0 0,0-1 0,0 1 1,0 0-1,0 0 0,1 0 1,-1 0-1,0 0 0,0 0 1,0 0-1,0 0 0,1 0 1,-1 0-1,0 0 0,0 0 1,0 1-1,1-1 0,-1 0 0,0 1 1,0-1-1,1 0 0,-1 1 1,0-1-1,0 1 0,1-1 1,-2 2-1,-25 32-4,26-32 3,-28 46 3,2 1-1,3 1 1,-27 78 0,-38 176-144,58-156-79,6 1 0,6 2 0,7 0 0,7 0 0,7 1 0,5-1 0,34 177 0,29-7-17,-56-275 239,2-1 0,2 0 0,2-2 0,43 71 0,-49-94-255,1 0-1,1-1 1,26 25 0,-16-22-2278,30 21 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5.7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1142 24575,'0'0'0,"0"0"0,5 1 0,23 1 0,0-1 0,0-2 0,-1 0 0,1-2 0,48-12 0,-13-2 0,79-32 0,-81 23 0,-1-1 0,-2-4 0,-1-2 0,-1-2 0,-2-3 0,74-67 0,-95 74 0,-2-1 0,0-1 0,-3-2 0,-1-1 0,-1-1 0,-2-2 0,-2 0 0,-2-1 0,-1-1 0,19-62 0,-33 85 0,-1-1 0,0 0 0,-1 0 0,-1 0 0,-1 0 0,-1 0 0,-3-29 0,3 42 0,-1 1 0,0 0 0,0-1 0,-1 1 0,1-1 0,-1 1 0,0 0 0,-1 0 0,1 0 0,-1 0 0,0 1 0,0-1 0,-1 1 0,1 0 0,-1 0 0,0 0 0,0 0 0,0 0 0,-1 1 0,1 0 0,-1 0 0,0 0 0,0 0 0,0 1 0,0 0 0,0 0 0,0 1 0,-1-1 0,1 1 0,-7-1 0,-3 1 0,1 1 0,-1 1 0,0 0 0,0 1 0,0 0 0,1 1 0,-1 1 0,1 1 0,0 0 0,0 0 0,1 1 0,0 1 0,-15 10 0,-2 3 0,0 1 0,1 1 0,2 2 0,-34 36 0,27-21 0,2 2 0,1 1 0,3 1 0,1 2 0,2 1 0,2 1 0,3 0 0,1 2 0,3 0 0,-18 91 0,26-96 0,2 0 0,2 0 0,1 0 0,3 0 0,2 0 0,1 0 0,3 0 0,1 0 0,2-1 0,3 0 0,1-1 0,1 0 0,22 39 0,-27-63 0,1 0 0,1 0 0,0-1 0,2-1 0,0 0 0,1 0 0,0-2 0,1 1 0,1-2 0,0 0 0,0-1 0,2-1 0,-1 0 0,1-2 0,1 0 0,0-1 0,0 0 0,1-2 0,0 0 0,0-2 0,0 0 0,28 2 0,-2-4-455,0-2 0,75-8 0,88-27-6371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7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413 1371 24575,'-5'-6'0,"5"5"0,-1 1 0,1-1 0,-1 1 0,1-1 0,-1 0 0,1 1 0,-1-1 0,0 1 0,1-1 0,-1 1 0,0-1 0,1 1 0,-1 0 0,0-1 0,1 1 0,-1 0 0,0 0 0,0-1 0,1 1 0,-1 0 0,0 0 0,0 0 0,0 0 0,1 0 0,-1 0 0,0 0 0,0 0 0,1 0 0,-1 1 0,0-1 0,0 0 0,1 0 0,-1 1 0,0-1 0,0 0 0,1 1 0,-1-1 0,0 1 0,1-1 0,-1 1 0,1-1 0,-1 1 0,0 1 0,-18 11 0,1 1 0,1 1 0,0 1 0,1 0 0,-18 25 0,-64 101 0,74-102 0,1 1 0,3 1 0,1 1 0,2 0 0,2 2 0,-18 89 0,29-112 0,2 0 0,1 0 0,0 1 0,2-1 0,1 0 0,0 1 0,8 26 0,-6-34 0,1-1 0,0 1 0,1-1 0,1 1 0,0-2 0,1 1 0,1-1 0,0 0 0,0-1 0,2 0 0,14 14 0,-10-15 0,-1 1 0,2-2 0,-1 0 0,2-1 0,-1-1 0,1 0 0,0-1 0,0-1 0,1-1 0,0 0 0,0-2 0,0 0 0,26 1 0,3-2 0,0-3 0,-1-1 0,1-3 0,52-11 0,-15-2 0,-1-4 0,-1-3 0,121-55 0,-152 56 0,-1-2 0,-2-3 0,0-2 0,-2-1 0,-2-3 0,57-57 0,-78 68 0,-2 0 0,25-37 0,-41 52 0,1 1 0,-1-1 0,0 0 0,-1-1 0,0 1 0,-1-1 0,0 0 0,0 0 0,-1 0 0,-1 0 0,1-12 0,-1 20 0,-1-1 0,0 1 0,0 0 0,-1 0 0,1 0 0,0 0 0,-1 0 0,1 0 0,-1 0 0,0 0 0,0 0 0,1 0 0,-1 0 0,-1 0 0,1 0 0,0 0 0,0 1 0,-1-1 0,1 0 0,-1 1 0,1-1 0,-1 1 0,0 0 0,1-1 0,-1 1 0,0 0 0,0 0 0,0 0 0,0 1 0,0-1 0,0 0 0,0 1 0,-2-1 0,-2 0 0,-1 1 0,1 0 0,0 0 0,0 1 0,0-1 0,0 1 0,0 1 0,1-1 0,-1 1 0,0 0 0,-5 3 0,-8 4 0,1 2 0,0 0 0,1 1 0,0 1 0,1 1 0,1 0 0,0 1 0,1 0 0,0 1 0,-14 24 0,12-17 0,2 1 0,1 1 0,1 0 0,0 1 0,2 0 0,2 0 0,-8 37 0,13-51 0,1 1 0,1 0 0,1 0 0,-1 0 0,2 0 0,0 0 0,0-1 0,6 21 0,-5-27 0,0 0 0,0 0 0,0 0 0,1-1 0,0 1 0,0-1 0,1 0 0,-1 1 0,1-2 0,0 1 0,1 0 0,-1-1 0,1 0 0,0 0 0,0 0 0,0 0 0,0-1 0,1 0 0,8 3 0,-3-2 0,1-1 0,-1 0 0,1-1 0,-1-1 0,1 0 0,0 0 0,0-1 0,-1-1 0,1 0 0,0-1 0,-1 0 0,1 0 0,-1-1 0,12-5 0,7-3 0,-1-2 0,-1-1 0,0 0 0,28-22 0,-26 15 0,0-2 0,-1-1 0,-2-2 0,0 0 0,-2-2 0,37-52 0,-47 58 0,-1-1 0,-2 0 0,0-1 0,-1 0 0,-2-1 0,0 0 0,-2-1 0,0 0 0,-2 0 0,2-35 0,-6 58 0,-1-1 0,1 1 0,0-1 0,0 1 0,0 0 0,0-1 0,1 1 0,-1 0 0,1 0 0,0 0 0,0 0 0,0 0 0,0 1 0,1-1 0,-1 1 0,1-1 0,-1 1 0,1 0 0,4-3 0,6-3 0,1 0 0,0 2 0,17-7 0,-22 9 0,75-26 0,134-32 0,96 0 0,-302 60 0,49-9 0,64-13 0,188-11 0,-313 35 0,0 0 0,0 0 0,1 0 0,-1 0 0,0 0 0,0 0 0,0 0 0,0 0 0,0 0 0,1 0 0,-1 0 0,0 0 0,0 0 0,0 0 0,0 0 0,0 0 0,0 0 0,1 1 0,-1-1 0,0 0 0,0 0 0,0 0 0,0 0 0,0 0 0,0 0 0,0 0 0,1 0 0,-1 0 0,0 0 0,0 1 0,0-1 0,0 0 0,0 0 0,0 0 0,0 0 0,0 0 0,0 0 0,0 1 0,0-1 0,0 0 0,0 0 0,0 0 0,0 0 0,0 0 0,0 0 0,0 1 0,0-1 0,0 0 0,0 0 0,0 0 0,0 0 0,0 1 0,-7 9 0,-15 13 0,21-22 0,-119 105 0,-58 56 0,153-136 0,2 0 0,1 2 0,1 0 0,-30 56 0,45-73 0,0 2 0,1-1 0,1 0 0,0 1 0,1 0 0,-3 22 0,5-31 0,1 0 0,0 1 0,0-1 0,0 0 0,0 0 0,0 0 0,1 0 0,0 0 0,0 0 0,0 0 0,1 0 0,-1 0 0,1 0 0,0 0 0,0-1 0,0 1 0,0-1 0,1 0 0,-1 1 0,1-1 0,0 0 0,0 0 0,0-1 0,1 1 0,3 2 0,-2-2 0,1-1 0,-1 0 0,1 0 0,0 0 0,-1 0 0,1-1 0,0 0 0,0-1 0,0 1 0,0-1 0,0 0 0,6-1 0,5-1 0,-1-1 0,0 0 0,25-10 0,1-3 0,0-3 0,-2-1 0,0-2 0,-2-2 0,0-1 0,39-35 0,-16 6 0,-2-2 0,83-104 0,-80 78-108,-3-2-1,-5-3 0,-3-3 0,-4-1 1,39-110-1,-47 92 101,-6 0 0,-4-2 0,-5-2 0,14-156 0,-38 264 8,10-168 0,-10 149 0,-2 0 0,0-1 0,-1 1 0,-11-42 0,14 64 3,0 1 0,-1 0 0,1 0 0,0 0 0,0 0 1,-1 0-1,1 0 0,-1 0 0,1 0 0,-1 0 0,1 0 1,-1 0-1,0 1 0,1-1 0,-1 0 0,0 0 0,0 0 0,1 1 1,-1-1-1,0 0 0,0 1 0,0-1 0,0 1 0,0-1 0,0 1 1,0-1-1,0 1 0,0 0 0,0 0 0,0-1 0,0 1 0,0 0 1,-1 0-1,1 0 0,0 0 0,0 0 0,0 0 0,0 0 0,0 1 1,0-1-1,0 0 0,0 1 0,0-1 0,-1 1 0,-5 3 70,1 0-1,0 0 1,0 0 0,0 1-1,-9 9 1,-13 16-52,0 2 0,3 1 0,0 1 0,2 1-1,-18 39 1,4 1-26,-43 128 0,53-118 1,4 0 1,4 1-1,4 1 0,4 0 0,3 1 0,4 0 0,12 135 0,0-145-102,4-1 0,3 0-1,3 0 1,4-2 0,3-1-1,3-1 1,4-1 0,65 111-1,-76-149 107,2-2 0,1 0 0,1-1 0,1-1 0,2-2 0,51 41 0,-62-56 0,1-1 0,1-1 0,0-1 0,0 0 0,1-2 0,0 0 0,0-1 0,1-1 0,0-1 0,0-1 0,0 0 0,1-2 0,37 0 0,-21-6 0,0 0 0,0-3 0,-1-1 0,0-2 0,-1-1 0,0-2 0,67-34 0,-31 6 0,-2-2 0,105-85 0,-81 50 0,165-181 0,-201 192 0,-4-3 0,-3-2 0,63-117 0,-94 148 144,28-75 0,-42 97-68,-1 1 1,-1-1-1,0 0 1,-1-1-1,-2 1 0,0-31 1,-1 43-72,-1 0 1,1 1-1,-1-1 0,-1 0 1,1 1-1,-1-1 0,0 1 1,-1 0-1,1 0 0,-1 0 1,-1 0-1,1 0 0,-1 1 1,0-1-1,0 1 0,0 0 1,-1 0-1,0 0 0,0 1 1,0 0-1,-1 0 0,1 0 1,-1 1-1,0-1 0,0 1 1,0 1-1,0-1 0,0 1 1,-1 0-1,-7-1 0,-6 0-5,0 1 0,0 1 0,0 0 0,1 2 0,-1 0 0,0 1 0,0 1 0,1 1 0,-1 1 0,1 0 0,0 2 0,1 0 0,-23 12 0,12-4 0,2 1 0,0 1 0,1 1 0,1 1 0,0 1 0,2 2 0,-36 41 0,42-40 0,1-1 0,1 2 0,1 0 0,1 1 0,1 1 0,2 0 0,0 0 0,2 1 0,1 0 0,1 0 0,1 1 0,1-1 0,2 1 0,1 0 0,1 0 0,1 0 0,2 0 0,0 0 0,9 29 0,-4-24 0,2 0 0,2 0 0,1-1 0,1-1 0,1 0 0,2-1 0,2-1 0,0-1 0,2 0 0,0-1 0,2-2 0,2 0 0,0-2 0,1 0 0,36 23 0,-13-17-55,1-2 1,1-2-1,1-3 0,1-1 0,1-3 0,0-3 0,2-2 0,-1-2 0,62 3 1,-36-8-38,-1-4 1,1-3-1,0-4 1,-1-4-1,145-33 1,-151 22 71,-1-4 0,-1-2 0,-1-4-1,-2-3 1,-1-2 0,-2-4 0,-1-2 0,-3-3 0,-1-3 0,88-88 0,-120 103 15,-1 0 0,39-60-1,-59 79 24,-1 0 0,0 0 0,0 0 0,-2-1 0,0 0 0,0 0-1,-1 0 1,-1-1 0,0 1 0,1-31 0,-4 40 24,-1-1 1,1 1-1,-1 0 0,0-1 0,0 1 1,-1 0-1,0 0 0,0-1 1,0 1-1,0 1 0,-1-1 1,0 0-1,0 0 0,0 1 1,0 0-1,-1 0 0,0 0 0,0 0 1,0 0-1,0 1 0,-1 0 1,1 0-1,-1 0 0,-5-3 1,-5 0-33,0 0 0,1 2-1,-1-1 1,-1 2 0,1 0 0,-1 0 0,-21 0 0,-10 3-10,0 1 0,0 3 0,1 1 0,0 3 0,0 1 0,0 3 0,1 1 0,1 3 0,1 1 0,-62 34 0,92-43 0,0 0 0,0 1 0,1 0 0,0 1 0,1 0 0,0 0 0,0 2 0,-10 14 0,18-22 0,1 0 0,-1 0 0,1 0 0,0 0 0,0 0 0,1 0 0,-1 1 0,1-1 0,0 1 0,0-1 0,0 1 0,1-1 0,0 1 0,0 0 0,0-1 0,0 1 0,1-1 0,-1 1 0,1-1 0,1 1 0,-1-1 0,0 1 0,1-1 0,0 0 0,0 0 0,0 0 0,1 0 0,-1 0 0,1 0 0,0-1 0,4 5 0,4 3 0,0-1 0,1 0 0,0-1 0,1 0 0,0-1 0,0 0 0,1-1 0,19 8 0,15 2 0,60 13 0,192 22 0,5-26 0,-109-11 0,-142-10 0,0 2 0,0 3 0,79 25 0,-105-25 0,0 1 0,0 1 0,-2 2 0,1 1 0,-2 1 0,0 1 0,44 39 0,-34-20-5,-2 0 0,35 51-1,49 88 106,4 4-1549,-51-87-5377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7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24575,'0'0'0,"0"0"0,0-1 0,0 0 0,0 0 0,0 1 0,0-1 0,0 1 0,0 0 0,0 4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1:58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0 119 24575,'63'9'0,"597"5"-182,-614-15 93,1559-64-4526,-128 4 2699,631 46 680,3 49-761,-875-11 1909,-566-10 699,188 2 4147,-809-14-8195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02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1 544 24575,'0'-18'0,"0"17"0,-1-42 0,2 0 0,3 0 0,8-46 0,-9 75 0,1 0 0,0 1 0,1 0 0,0 0 0,1 0 0,1 1 0,0 0 0,0 0 0,1 0 0,1 1 0,0 1 0,1-1 0,18-15 0,-7 11 0,1 1 0,0 0 0,1 2 0,0 1 0,1 0 0,0 2 0,1 1 0,0 1 0,0 1 0,1 1 0,-1 1 0,1 2 0,0 0 0,0 2 0,0 0 0,0 2 0,0 1 0,-1 1 0,35 11 0,-50-12 0,1 1 0,-1 0 0,0 1 0,0 0 0,-1 1 0,1 0 0,-1 1 0,-1 0 0,1 0 0,-1 0 0,0 1 0,-1 1 0,0-1 0,0 1 0,-1 0 0,0 1 0,0 0 0,-1 0 0,-1 0 0,0 0 0,0 1 0,-1-1 0,0 1 0,-1 0 0,0 0 0,1 20 0,-2 10 0,-2 0 0,-1-1 0,-3 1 0,-1-1 0,-1 0 0,-14 41 0,-94 229 0,11-90 0,79-169 0,23-48 0,1-1 0,0 0 0,0 0 0,0 1 0,0-1 0,0 1 0,1-1 0,-1 1 0,1-1 0,0 1 0,-1-1 0,1 1 0,0 0 0,1-1 0,-1 1 0,0-1 0,1 1 0,0 2 0,1-3 0,-1 0 0,1 0 0,-1 0 0,1 0 0,0 0 0,0 0 0,-1 0 0,1-1 0,1 1 0,-1-1 0,0 0 0,0 1 0,0-1 0,1 0 0,-1 0 0,1-1 0,-1 1 0,5 1 0,13 1 0,-1 0 0,1-1 0,0 0 0,0-2 0,0-1 0,39-5 0,124-34 0,-161 34 0,233-69 0,-4-11 0,271-134 0,-479 199-1365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03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0 24575,'10'8'0,"225"192"0,-176-143 0,92 113 0,-100-101-52,-3 2 0,-4 3 0,-3 1 0,-3 2 0,-3 2-1,-4 1 1,-3 1 0,-4 1 0,-4 2 0,-3 0 0,-4 1 0,-4 0-1,-3 1 1,-7 112 0,-9-77 52,-5 0 0,-5-1 0,-5-2 0,-44 122 0,21-102 0,-7-2 0,-6-3 0,-78 125 0,115-214 0,-3-1 0,-2-1 0,-1-1 0,-47 48 0,71-83 30,0 0 0,-1-1 0,0 1 0,-1-1 1,1 0-1,-1-1 0,0 0 0,0 0 0,0-1 0,0 0 0,-1 0 0,1-1 0,-1 0 0,0-1 0,0 0 0,1 0 1,-1-1-1,0 0 0,0 0 0,0-1 0,0 0 0,1-1 0,-1 0 0,0 0 0,-14-7 0,22 9-66,0-1 0,0 1 0,1-1 1,-1 1-1,1-1 0,-1 1 0,0-1 0,1 0 0,-1 1 0,1-1 0,-1 0 0,1 0 0,0 1 0,-1-1 0,1 0 0,0 0 0,-1 1 1,1-1-1,0 0 0,0 0 0,0 0 0,0 0 0,0 1 0,0-1 0,0 0 0,0 0 0,0 0 0,0 0 0,0 0 0,0 1 0,1-1 1,-1 0-1,0 0 0,1 0 0,-1 1 0,0-1 0,2-1 0,5-14-6790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06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374 56 24575,'-1'110'0,"6"164"0,3-204 0,26 107 0,-27-148 0,2-1 0,1 0 0,1 0 0,2-1 0,0 0 0,23 32 0,-33-54 0,0-1 0,0 1 0,0-1 0,1 0 0,0-1 0,-1 1 0,1 0 0,0-1 0,1 0 0,-1 0 0,0 0 0,1-1 0,0 1 0,-1-1 0,1 0 0,0 0 0,0-1 0,1 0 0,-1 0 0,0 0 0,0 0 0,0-1 0,1 0 0,-1 0 0,0 0 0,0-1 0,1 1 0,-1-1 0,0-1 0,0 1 0,0-1 0,6-2 0,12-7 0,1-1 0,-2-1 0,0-1 0,0 0 0,-2-2 0,0-1 0,27-27 0,-3-4 0,70-98 0,-78 91 0,-2 0 0,45-101 0,-64 119 0,-1 0 0,-2 0 0,-2-2 0,-1 1 0,6-67 0,-15 100 0,1-31 0,-1 35 0,0-1 0,0 1 0,0-1 0,0 0 0,0 1 0,0-1 0,-1 1 0,1-1 0,0 1 0,-1 0 0,1-1 0,-1 1 0,0-1 0,1 1 0,-1 0 0,0 0 0,-1-2 0,1 3 0,1 0 0,0 0 0,-1 0 0,1 0 0,0 0 0,-1 0 0,1 0 0,0 0 0,-1 0 0,1 0 0,0 1 0,-1-1 0,1 0 0,0 0 0,-1 0 0,1 1 0,0-1 0,0 0 0,-1 0 0,1 0 0,0 1 0,0-1 0,-1 0 0,1 1 0,0-1 0,0 0 0,0 1 0,-1-1 0,1 0 0,0 1 0,-7 11 0,1 0 0,1 0 0,0 0 0,-7 25 0,4-14 0,-44 160-143,8 1 0,-31 294 0,26 391-192,49-833 335,-19 454 0,9-380 0,-4-1 0,-42 154 0,44-222 0,-1 0 0,-3-1 0,-1-1 0,-1-1 0,-45 68 0,52-91 0,-1-1 0,0 1 0,-1-2 0,-1 0 0,0-1 0,-28 20 0,31-26 0,0 0 0,0 0 0,-1-1 0,0-1 0,0 0 0,0 0 0,0-1 0,0-1 0,-1 0 0,0-1 0,-12 0 0,12-1 6,-1-1 0,1-1 0,1 0 0,-1 0 0,0-1 1,0-1-1,1 0 0,0-1 0,-18-10 0,13 5 50,2 0 1,-1-1-1,2-1 0,-1 0 0,2-1 1,-14-16-1,5 1-12,2 0 0,0-1 0,2-1 1,2-1-1,1-1 0,-21-59 0,22 43-44,1-1 0,2 0 0,3-1 0,2-1 0,2 1 0,2 0 0,2-1 0,3 1 0,2-1 0,19-82 0,-19 114 0,1 0 0,1 1 0,0-1 0,2 2 0,0-1 0,1 1 0,1 1 0,0 0 0,1 0 0,1 1 0,0 1 0,1 0 0,1 1 0,0 0 0,1 1 0,22-12 0,57-28-1365,-1 9-5461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07.4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207 0 24575,'-9'21'0,"1"-1"0,1 2 0,1-1 0,1 1 0,-4 28 0,-1 5 0,-133 868 0,140-886 0,-1-6 0,2-1 0,2 1 0,0 0 0,6 38 0,-6-67 0,0 0 0,1 0 0,-1 0 0,0 0 0,1 0 0,-1 0 0,1 0 0,0 0 0,-1 0 0,1 0 0,0 0 0,0-1 0,0 1 0,1 0 0,-1-1 0,0 1 0,1-1 0,-1 1 0,0-1 0,1 1 0,0-1 0,-1 0 0,1 0 0,0 0 0,0 0 0,0 0 0,-1 0 0,1-1 0,0 1 0,0-1 0,0 1 0,0-1 0,0 0 0,0 1 0,0-1 0,1 0 0,-1 0 0,3-1 0,1-1 0,1 0 0,-1 0 0,0 0 0,1-1 0,-1 0 0,0-1 0,0 1 0,-1-1 0,1 0 0,8-9 0,7-9 0,-1-1 0,-2 0 0,0-2 0,-1 0 0,-2-1 0,23-52 0,-9 6 0,29-111 0,-47 147 0,-2-1 0,-2 1 0,5-75 0,-14 98 0,-2 16 0,-6 24 0,2 17 0,2 1 0,1 0 0,4 85 0,29 135 0,9-87 0,-29-152 0,1 1 0,1-2 0,1 1 0,22 35 0,-30-55 0,1-2 0,-1 1 0,1 0 0,0-1 0,0 1 0,0-1 0,9 6 0,-11-9 0,-1 0 0,0-1 0,1 1 0,-1 0 0,0-1 0,1 1 0,-1-1 0,0 0 0,1 1 0,-1-1 0,1 0 0,-1 0 0,1 0 0,-1 0 0,1 0 0,-1 0 0,0 0 0,1 0 0,-1-1 0,1 1 0,-1-1 0,0 1 0,1-1 0,-1 1 0,0-1 0,1 0 0,-1 0 0,0 1 0,0-1 0,0 0 0,0 0 0,0 0 0,0 0 0,0-1 0,0 1 0,1-2 0,2-3 0,-1-1 0,1 1 0,-2-1 0,1 1 0,-1-1 0,0 0 0,0 0 0,-1 0 0,0 0 0,0 0 0,0-13 0,-2-7 0,-7-48 0,-11-15 0,-4 0 0,-50-126 0,20 65 0,48 136 0,1 0 0,0 0 0,1 0 0,0-1 0,0-25 0,3 37 0,0-1 0,0 0 0,1 0 0,0 0 0,0 1 0,0-1 0,1 0 0,-1 1 0,1-1 0,0 1 0,0-1 0,1 1 0,-1 0 0,1 0 0,0 0 0,0 0 0,0 1 0,1-1 0,-1 1 0,1 0 0,0 0 0,4-3 0,1 2 0,0 0 0,1 0 0,-1 0 0,1 1 0,0 1 0,0-1 0,0 2 0,0-1 0,0 2 0,0-1 0,0 1 0,1 1 0,-1 0 0,0 0 0,16 5 0,-3 0 0,0 1 0,-1 1 0,0 0 0,0 2 0,33 21 0,-19-6 0,0 2 0,-2 2 0,-1 1 0,-1 1 0,-2 2 0,-1 1 0,33 52 0,148 280 0,-199-345 0,112 217 0,-123-237 0,0-1 0,0 1 0,1-1 0,-1 1 0,0-1 0,0 1 0,0-1 0,1 0 0,-1 1 0,0-1 0,0 1 0,1-1 0,-1 0 0,0 1 0,1-1 0,-1 0 0,0 1 0,1-1 0,-1 0 0,1 0 0,-1 1 0,0-1 0,1 0 0,-1 0 0,1 0 0,-1 1 0,1-1 0,-1 0 0,1 0 0,-1 0 0,1 0 0,-1 0 0,1 0 0,-1 0 0,1 0 0,-1 0 0,1 0 0,-1 0 0,1-1 0,-1 1 0,1 0 0,13-20 0,-7 3 0,-1-1 0,0 0 0,-2 0 0,0 0 0,-1-1 0,0 1 0,-2-1 0,0-19 0,-2 0 0,-2 0 0,-16-73 0,12 80 0,-1 1 0,-2 1 0,-1-1 0,-2 2 0,-1 0 0,0 0 0,-2 1 0,-2 1 0,-33-39 0,38 51 0,0 0 0,-2 1 0,0 0 0,0 1 0,-1 1 0,0 0 0,-1 1 0,0 1 0,-1 1 0,0 0 0,0 2 0,-1 0 0,1 1 0,-1 0 0,-1 2 0,-31-2 0,46 4 0,-11 2 0,16-1 0,0 0 0,0 0 0,0 0 0,-1 0 0,1 0 0,0 0 0,0 0 0,0 0 0,0 0 0,-1 0 0,1 0 0,0 0 0,0 0 0,0 0 0,0 0 0,0 0 0,-1 0 0,1 0 0,0 1 0,0-1 0,0 0 0,0 0 0,0 0 0,0 0 0,0 0 0,0 0 0,-1 1 0,1-1 0,0 0 0,0 0 0,0 0 0,0 0 0,0 1 0,0-1 0,0 0 0,0 0 0,0 0 0,0 0 0,0 0 0,0 1 0,0-1 0,0 0 0,0 0 0,0 0 0,0 0 0,0 1 0,0-1 0,0 0 0,0 0 0,0 0 0,1 0 0,-1 0 0,0 1 0,0-1 0,0 0 0,0 0 0,0 0 0,0 0 0,0 0 0,1 0 0,-1 1 0,0-1 0,0 0 0,0 0 0,5 9-1365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13.0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22 301 24575,'-10'-8'0,"0"1"0,10 7 0,0-1 0,0 1 0,0 0 0,-1 0 0,1 0 0,0-1 0,0 1 0,0 0 0,0 0 0,0-1 0,0 1 0,0 0 0,0 0 0,0-1 0,0 1 0,0 0 0,0 0 0,0-1 0,0 1 0,0 0 0,0 0 0,0-1 0,0 1 0,0 0 0,0 0 0,0-1 0,1 1 0,-1 0 0,0 0 0,0-1 0,0 1 0,0 0 0,0 0 0,1 0 0,-1 0 0,0-1 0,0 1 0,0 0 0,1 0 0,4-4 0,0 1 0,0 1 0,0-1 0,0 1 0,1 0 0,-1 0 0,1 0 0,5-1 0,5-1 0,106-26 0,174-22 0,134 10 0,-374 37 0,509-32 20,413-44-1405,-960 78-5441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13.3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1 401 24575,'10'0'0,"543"-62"0,-424 43 0,1827-280-634,-1846 281-625,-97 15-5039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13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24575,'0'0'0,"3"7"0,14 46 0,22 109 0,-6 62 0,22 476-408,-45 4 0,-10-688 408,-9 433 0,1-343 0,-4 0 0,-31 122 0,38-208 32,3-4 66,-2-1 0,0 0 0,-1 0 0,-1 0 0,0 0 0,0-1 0,-14 21 0,15-34 22,6-7-1605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15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1074 279 24575,'-17'-26'0,"-4"-4"0,-1-2 0,-1 0 0,-35-36 0,49 59 0,-1 1 0,0-1 0,0 2 0,-1-1 0,1 1 0,-2 1 0,1 0 0,-1 1 0,0 0 0,0 1 0,-14-4 0,4 4 0,0 2 0,0 0 0,0 2 0,0 0 0,0 1 0,0 2 0,0 0 0,1 1 0,-1 1 0,1 1 0,0 1 0,1 1 0,-32 17 0,18-7 0,1 2 0,1 1 0,0 2 0,2 1 0,1 1 0,-51 58 0,56-54 0,1 2 0,1 1 0,2 0 0,1 2 0,-17 44 0,28-59 0,1 0 0,1 0 0,0 1 0,2 0 0,0 0 0,1 1 0,2-1 0,0 0 0,1 1 0,1-1 0,4 30 0,-3-42 0,0-1 0,0 0 0,0 0 0,1 0 0,0 0 0,0 0 0,1-1 0,-1 1 0,2-1 0,-1 0 0,1 0 0,0 0 0,0-1 0,0 0 0,1 0 0,0 0 0,0-1 0,10 6 0,-7-5 0,1-1 0,-1-1 0,1 0 0,0 0 0,0-1 0,1 0 0,-1-1 0,0 0 0,1-1 0,-1 0 0,0 0 0,21-5 0,3-2 0,0-2 0,-1-2 0,0-1 0,-1-1 0,0-2 0,-1-1 0,57-41 0,-17 4 0,125-122 0,-23-7 0,-134 136 0,-3-2 0,37-61 0,-65 100 0,-4 14 0,-1 25 0,-3-23 0,0 72 0,-14 112 0,-27 88 0,32-218 0,-91 543-503,-54 353-679,147-905 1181,1-7 1,-14 49 0,20-91-2,-1 0 1,0 0-1,0 0 1,0-1 0,0 1-1,0 0 1,-1 0-1,1-1 1,-1 1-1,0-1 1,0 1 0,0-1-1,0 0 1,0 0-1,-3 2 1,3-3 12,1 0 0,-1-1 0,0 0 1,1 1-1,-1-1 0,0 0 0,1 0 0,-1 0 1,0 0-1,0 0 0,1 0 0,-1 0 0,0 0 1,1-1-1,-1 1 0,0-1 0,1 1 0,-1-1 1,0 0-1,1 0 0,-1 0 0,1 1 0,0-1 1,-1-1-1,1 1 0,-2-1 0,-9-9 176,1 1 0,0-2-1,1 1 1,0-2 0,0 1 0,2-1-1,-12-21 1,6 5-216,1 0 0,-16-56 0,22 59 29,1-1 0,2 1 0,1-1 0,0-1 0,3 1 0,0 0 0,1 0 0,9-45 0,-2 35 0,2 0 0,1 1 0,2 1 0,2 0 0,30-53 0,-12 33 0,3 2 0,69-79 0,97-71 0,62-13 0,-208 176 0,2 3 0,122-58 0,-164 88 0,0 0 0,1 2 0,-1 0 0,1 0 0,34-3 0,-47 8 0,1-1 0,0 1 0,-1 0 0,1 1 0,0-1 0,-1 1 0,1 0 0,-1 0 0,1 0 0,-1 1 0,1-1 0,-1 1 0,0 0 0,0 1 0,0-1 0,0 1 0,0-1 0,0 1 0,-1 0 0,0 1 0,1-1 0,-1 1 0,0-1 0,-1 1 0,1 0 0,4 8 0,-2 1 0,0 0 0,-1 1 0,-1 0 0,0 0 0,-1-1 0,0 1 0,-1 1 0,-1 16 0,-13 117 0,11-130 0,-27 160 0,13-99 0,5 0 0,-3 90 0,14-167 0,0 0 0,0 0 0,0 0 0,1 0 0,-1 0 0,0 0 0,1 0 0,-1 0 0,1-1 0,1 4 0,-2-4 0,0-1 0,1 0 0,-1 1 0,0-1 0,0 0 0,1 0 0,-1 0 0,0 1 0,0-1 0,1 0 0,-1 0 0,0 0 0,1 0 0,-1 1 0,0-1 0,1 0 0,-1 0 0,0 0 0,1 0 0,-1 0 0,0 0 0,1 0 0,-1 0 0,0 0 0,1 0 0,-1 0 0,1 0 0,-1 0 0,0-1 0,0 1 0,1 0 0,-1 0 0,0 0 0,1-1 0,3-1 0,-1-1 0,0 0 0,0 0 0,0 0 0,0 0 0,0-1 0,-1 1 0,3-6 0,3-3 0,-2-1 0,0 1 0,0-1 0,-1-1 0,0 1 0,-1-1 0,-1 0 0,0 0 0,1-25 0,-4 20 0,-1 0 0,0-1 0,-1 1 0,-1 0 0,-1 1 0,-10-29 0,-2 6 0,-2 2 0,-2 0 0,-1 1 0,-2 0 0,-47-56 0,67 91 0,0-1 0,0 0 0,1 0 0,-1-1 0,1 1 0,0 0 0,-3-7 0,5 9 0,0 0 0,0 0 0,-1 0 0,1 0 0,0 1 0,0-1 0,1 0 0,-1 0 0,0 0 0,1 0 0,-1 0 0,1 0 0,0 0 0,-1 1 0,1-1 0,0 0 0,0 0 0,0 1 0,0-1 0,0 1 0,3-3 0,3-4 0,1 1 0,0 0 0,1 0 0,-1 1 0,1 0 0,0 0 0,1 1 0,12-5 0,86-26 0,-64 24 0,1 2 0,1 2 0,0 1 0,0 3 0,0 2 0,1 2 0,-1 2 0,70 11 0,-90-7 0,0 0 0,0 2 0,0 1 0,-2 1 0,1 1 0,44 27 0,-52-26 0,-1 0 0,0 2 0,-1-1 0,0 2 0,-1 0 0,-1 0 0,0 2 0,-1-1 0,18 36 0,-15-19 0,-2 0 0,-2 0 0,0 1 0,-3 1 0,-1-1 0,5 59 0,-7 213 0,-5-292 0,-2 42 0,0-16 0,4 54 0,-2-93 0,0 0 0,0-1 0,0 1 0,0-1 0,0 1 0,0-1 0,0 1 0,0-1 0,0 1 0,0-1 0,0 1 0,0 0 0,1-1 0,-1 1 0,0-1 0,0 1 0,1-1 0,-1 1 0,0-1 0,1 0 0,-1 1 0,0-1 0,1 1 0,-1-1 0,0 0 0,1 1 0,-1-1 0,1 0 0,-1 1 0,1-1 0,0 0 0,0-1 0,0 1 0,0-1 0,0 0 0,0 1 0,-1-1 0,1 0 0,0 0 0,0 0 0,-1 1 0,1-1 0,-1 0 0,1 0 0,-1 0 0,1 0 0,0-2 0,8-20 0,0 0 0,-2-1 0,-1 0 0,7-48 0,-3-102 0,-9 134 0,-2 0 0,-2 0 0,-2 1 0,-2-1 0,-1 1 0,-2 0 0,-1 1 0,-3 0 0,-26-53 0,39 90 0,0 0 0,1-1 0,-1 1 0,0-1 0,0 1 0,1-1 0,-1 0 0,1 1 0,-1-1 0,1 1 0,0-1 0,0 0 0,0 1 0,-1-1 0,2 0 0,-1-2 0,1 2 0,0 1 0,0 0 0,0-1 0,0 1 0,0 0 0,1-1 0,-1 1 0,0 0 0,1 0 0,-1 0 0,1 0 0,-1 0 0,1 0 0,-1 1 0,1-1 0,3 0 0,22-9 0,0 2 0,1 1 0,40-5 0,89-3 0,-145 14 0,-2 1 0,211-8 0,-195 9 0,-1 1 0,1 1 0,-1 1 0,0 1 0,0 1 0,37 15 0,-54-18 0,-1 1 0,1 1 0,-1-1 0,0 1 0,0 0 0,-1 1 0,0 0 0,0 0 0,0 0 0,-1 1 0,1-1 0,-2 1 0,1 1 0,-1-1 0,0 1 0,0-1 0,-1 1 0,0 0 0,-1 0 0,0 1 0,0-1 0,1 17 0,-1 8 0,-1 0 0,-2-1 0,-1 1 0,-11 50 0,-16 70 0,-50 151 0,74-294 0,0-10 0,-3-22 0,0-10 0,3-1 0,0 0 0,0-46 0,9-107 0,-3 168 0,72-643 0,61 9 0,-130 634 0,8-31 0,-12 49 0,0 0 0,0 0 0,0 0 0,0 0 0,0 0 0,0 0 0,0 0 0,1 0 0,-1 0 0,0 0 0,0 1 0,0-1 0,0 0 0,0 0 0,0 0 0,1 0 0,-1 0 0,0 0 0,0 0 0,0 0 0,0 0 0,0 0 0,0 0 0,1 0 0,-1 0 0,0 0 0,0 0 0,0 0 0,0-1 0,0 1 0,0 0 0,1 0 0,-1 0 0,0 0 0,0 0 0,0 0 0,0 0 0,0 0 0,0 0 0,0 0 0,0 0 0,0-1 0,1 1 0,-1 0 0,0 0 0,0 0 0,0 0 0,0 0 0,0 0 0,0-1 0,0 1 0,0 0 0,0 0 0,0 0 0,0 0 0,0 0 0,0 0 0,0-1 0,0 1 0,0 0 0,0 0 0,0 0 0,0 0 0,0 0 0,0 0 0,0-1 0,0 1 0,0 0 0,-1 0 0,3 26 0,-4 238 0,2 143 0,35-4 0,-25-343 0,31 103 0,-34-141 0,2 1 0,0-1 0,2-1 0,0 0 0,1 0 0,2-1 0,20 25 0,-28-39-5,0 0 0,0 0-1,0-1 1,1 0-1,-1 0 1,2 0 0,-1-1-1,0 0 1,1 0 0,-1-1-1,1 0 1,0-1 0,0 1-1,11 1 1,-8-3 25,1-1 0,0 0 0,-1 0 0,1-1 0,-1-1 0,1 0 0,-1 0 0,0-1 0,14-5 0,8-7-268,0-1 1,-2-2-1,0-1 1,0-1-1,38-34 1,9-13-6579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16.2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24575,'76'65'0,"-42"-27"0,-2 0 0,-2 2 0,-1 2 0,-2 0 0,-2 2 0,-2 1 0,-2 0 0,-2 2 0,-2 0 0,-2 1 0,-2 1 0,-2 0 0,-3 1 0,-1 0 0,-3 0 0,-3 81 0,-5-84 0,-3 0 0,-1-1 0,-2 0 0,-2 0 0,-2-1 0,-2-1 0,-39 76 0,51-112 0,-1-1 0,0 0 0,0-1 0,-11 12 0,16-17 0,-1 0 0,1-1 0,-1 1 0,0-1 0,1 0 0,-1 1 0,1-1 0,-1 1 0,0-1 0,1 0 0,-1 0 0,0 1 0,1-1 0,-1 0 0,0 0 0,1 0 0,-1 1 0,0-1 0,1 0 0,-1 0 0,0 0 0,0 0 0,1-1 0,-1 1 0,-1 0 0,1-1 0,0 0 0,0 0 0,1-1 0,-1 1 0,0 0 0,0 0 0,1-1 0,-1 1 0,1 0 0,-1-1 0,1 1 0,-1-1 0,1 1 0,0 0 0,0-1 0,0 1 0,0-1 0,0-1 0,-1-16 0,2 1 0,0-1 0,1 1 0,1 0 0,9-31 0,38-92 0,-44 126 0,32-77 0,4 2 0,73-117 0,-78 150 0,3 2 0,2 2 0,2 1 0,72-65 0,-75 84-1365,-10 12-5461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17.0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0 853 24575,'20'-11'0,"106"-64"0,222-172 0,-301 208 0,-2-3 0,-2-1 0,-1-2 0,-3-2 0,-2-2 0,-2-1 0,38-73 0,-67 112 0,0 0 0,-1-1 0,-1 1 0,6-22 0,-10 33 0,0 0 0,0 0 0,0 0 0,0 0 0,0 0 0,0 0 0,0 0 0,0-1 0,0 1 0,0 0 0,0 0 0,0 0 0,0 0 0,0 0 0,0 0 0,0 0 0,0-1 0,0 1 0,0 0 0,0 0 0,0 0 0,0 0 0,0 0 0,0 0 0,-1 0 0,1-1 0,0 1 0,0 0 0,0 0 0,0 0 0,0 0 0,0 0 0,0 0 0,0 0 0,0 0 0,0 0 0,-1 0 0,1 0 0,0 0 0,0 0 0,0 0 0,0 0 0,0-1 0,0 1 0,0 0 0,-1 0 0,1 0 0,0 0 0,0 0 0,0 0 0,0 0 0,0 1 0,0-1 0,-1 0 0,1 0 0,0 0 0,0 0 0,0 0 0,0 0 0,0 0 0,0 0 0,0 0 0,0 0 0,-1 0 0,1 0 0,0 0 0,-13 10 0,-16 18 0,9-3 0,1 1 0,1 1 0,2 1 0,0 0 0,2 1 0,1 1 0,-16 56 0,23-63 0,0 1 0,2 0 0,0 1 0,2-1 0,1 1 0,1-1 0,1 1 0,1-1 0,1 1 0,12 46 0,-12-61 0,1 1 0,0 0 0,1-1 0,0 0 0,1 0 0,0-1 0,0 1 0,1-1 0,0-1 0,1 1 0,0-1 0,0-1 0,1 1 0,0-2 0,13 9 0,-11-9 0,1-1 0,0 0 0,0 0 0,1-1 0,-1-1 0,1 0 0,0-1 0,0 0 0,0-1 0,0 0 0,0-1 0,0-1 0,14-2 0,7-3 0,-1-1 0,0-2 0,0-1 0,-1-2 0,0-1 0,-1-2 0,35-22 0,-17 6 0,-2-2 0,-1-2 0,62-61 0,-45 24 0,-72 109 0,-360 1227 0,365-1251 0,4-9 0,-1-1 0,0 1 0,1-1 0,-1 0 0,-1 1 0,1-1 0,0 0 0,-1 0 0,1 0 0,-1 0 0,0 0 0,0 0 0,0 0 0,-4 3 0,5-6 0,0 0 0,1-1 0,-1 1 0,0 0 0,1 0 0,-1-1 0,1 1 0,-1 0 0,1-1 0,-1 1 0,1 0 0,-1-1 0,1 1 0,-1-1 0,1 1 0,-1-1 0,1 1 0,-1-1 0,1 1 0,0-1 0,-1 1 0,1-1 0,0 0 0,0 1 0,0-1 0,-1 1 0,1-1 0,0 0 0,0 1 0,0-1 0,0-1 0,-5-22 0,1 0 0,1 0 0,2-1 0,0 1 0,3-31 0,-2 50 0,9-138 0,5 1 0,37-156 0,-7 114 0,76-200 0,-112 361 0,13-36 0,40-78 0,-54 123 0,1 0 0,0 1 0,1 0 0,1 0 0,0 1 0,0 1 0,1-1 0,1 2 0,-1 0 0,27-17 0,-32 23 0,1 1 0,0 0 0,-1 0 0,1 1 0,0 0 0,0 0 0,0 0 0,1 1 0,-1 0 0,0 1 0,0 0 0,1 0 0,-1 0 0,9 2 0,-6 1 0,-1-1 0,0 1 0,0 1 0,-1-1 0,1 2 0,-1-1 0,0 1 0,0 0 0,14 12 0,-8-3 0,0 0 0,-1 1 0,-1 0 0,0 1 0,-1 0 0,-1 1 0,0 0 0,-2 0 0,0 1 0,6 19 0,-7-12 0,-2 0 0,0 0 0,-2 0 0,0 1 0,-2-1 0,-1 1 0,-1-1 0,-1 1 0,-1-1 0,-2 0 0,-9 33 0,8-37 0,-1-1 0,-1 0 0,0-1 0,-2 0 0,0 0 0,-1-1 0,-1 0 0,0-1 0,-2 0 0,0-1 0,-1-1 0,0 0 0,-33 24 0,44-36-105,0-1 0,0 1 0,0 0 0,-1-1 0,1 0 0,-1 0 0,0-1 0,1 1 0,-1-1 0,0 0 0,0 0 0,-9 0 0,-9-5-6721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17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978 545 24575,'-36'-28'0,"26"24"0,-1 0 0,0 1 0,0 0 0,-1 1 0,1 0 0,0 1 0,-1 0 0,1 1 0,-1 0 0,1 1 0,0 0 0,-12 3 0,-12 3 0,0 2 0,-55 22 0,45-11 0,1 1 0,1 1 0,0 3 0,3 2 0,0 1 0,-66 62 0,77-62 0,2 1 0,1 1 0,2 1 0,1 1 0,1 1 0,2 1 0,1 1 0,-27 71 0,40-87 0,0 1 0,2 0 0,0 0 0,1 0 0,0 1 0,2 32 0,1-46 0,0-1 0,1 1 0,0-1 0,0 1 0,1-1 0,-1 1 0,1-1 0,1 0 0,-1 1 0,1-1 0,0-1 0,0 1 0,1 0 0,0-1 0,0 0 0,0 0 0,1 0 0,0 0 0,-1-1 0,2 1 0,-1-1 0,0-1 0,11 7 0,-6-7 0,0 1 0,0-1 0,0-1 0,0 0 0,0 0 0,0-1 0,1-1 0,-1 1 0,0-2 0,1 1 0,-1-1 0,0-1 0,0 0 0,14-5 0,7-3 0,-1-2 0,0-1 0,39-23 0,-10 0 0,-2-2 0,-1-3 0,-2-2 0,49-52 0,-41 31 0,-3-3 0,84-124 0,-139 186 0,66-108 0,-62 98 0,-1-1 0,0 1 0,-1-1 0,-1 0 0,5-26 0,-9 42 0,-1-1 0,0 1 0,0 0 0,1-1 0,-1 1 0,0-1 0,0 1 0,0-1 0,0 1 0,1-1 0,-1 1 0,0-1 0,0 1 0,0 0 0,0-1 0,0 1 0,0-1 0,0 1 0,0-1 0,-1 1 0,1-1 0,0 1 0,0-1 0,0 1 0,0 0 0,-1-1 0,1 1 0,0-1 0,0 1 0,-1 0 0,1-1 0,0 1 0,-1-1 0,0 2 0,1 0 0,0 0 0,0-1 0,0 1 0,0 0 0,-1 0 0,1 0 0,0 0 0,0 0 0,1 0 0,-1 0 0,0-1 0,0 1 0,0 0 0,1 0 0,-1 0 0,0 0 0,1-1 0,0 2 0,0 1 0,1 0 0,-1-1 0,1 1 0,0-1 0,0 0 0,0 1 0,0-1 0,0 0 0,0 0 0,1 0 0,-1-1 0,1 1 0,0-1 0,-1 1 0,1-1 0,0 0 0,0 0 0,4 1 0,3 1 0,-1-2 0,1 1 0,-1-2 0,19 1 0,5-4 0,-1-1 0,0-2 0,0-1 0,0-1 0,0-2 0,-2-1 0,58-29 0,-20 2 0,-2-2 0,77-61 0,-73 43 0,-3-3 0,-2-3 0,79-101 0,-144 165 0,0-1 0,0 1 0,0 0 0,0 0 0,1-1 0,-1 1 0,0 0 0,0 0 0,0 0 0,0-1 0,1 1 0,-1 0 0,0 0 0,0 0 0,0 0 0,0-1 0,1 1 0,-1 0 0,0 0 0,0 0 0,1 0 0,-1 0 0,0 0 0,0 0 0,1 0 0,-1 0 0,0 0 0,0-1 0,1 1 0,-1 0 0,0 1 0,0-1 0,1 0 0,-1 0 0,0 0 0,0 0 0,1 0 0,-1 0 0,0 0 0,0 0 0,0 0 0,1 0 0,-1 1 0,0-1 0,0 0 0,0 0 0,1 0 0,-1 0 0,0 1 0,0-1 0,6 19 0,-4 30 0,-7 41 0,-25 137 0,-40 93 0,-28 37-557,-16-5-1,-271 577 1,214-606 557,157-301 0,-21 35 0,33-54 0,0-1 0,0 1 0,-1 0 0,1-1 0,-1 1 0,1-1 0,-1 0 0,0 0 0,0 0 0,0 0 0,0 0 0,-6 2 0,9-4 0,-1 0 0,1 0 0,0 1 0,-1-1 0,1 0 0,-1 0 0,1 0 0,0 0 0,-1 0 0,1-1 0,0 1 0,-1 0 0,1 0 0,0 0 0,-1 0 0,1 0 0,-1 0 0,1-1 0,0 1 0,0 0 0,-1 0 0,1 0 0,0-1 0,-1 1 0,1 0 0,0 0 0,0-1 0,-1 1 0,-3-18 0,5 5 0,0-1 0,0 0 0,1 1 0,7-24 0,25-64 0,-29 89 0,67-161-543,122-216-1,-91 205-4888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18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549 1023 24575,'0'-1'0,"0"1"0,0 0 0,0-1 0,-1 1 0,1 0 0,0-1 0,0 1 0,-1 0 0,1-1 0,0 1 0,-1 0 0,1 0 0,0-1 0,-1 1 0,1 0 0,-1 0 0,1 0 0,0 0 0,-1-1 0,1 1 0,0 0 0,-1 0 0,1 0 0,-1 0 0,1 0 0,-1 0 0,1 0 0,0 0 0,-1 0 0,1 0 0,-1 0 0,1 1 0,0-1 0,-1 0 0,1 0 0,-1 0 0,1 0 0,0 1 0,-1-1 0,-23 9 0,22-9 0,-44 21 0,1 2 0,-83 55 0,-69 77 0,174-137 0,15-12 0,0 0 0,1 1 0,-1-1 0,1 1 0,1 1 0,-1 0 0,1 0 0,-6 9 0,12-16 0,0-1 0,0 0 0,0 0 0,0 1 0,0-1 0,0 0 0,0 0 0,0 1 0,0-1 0,0 0 0,0 0 0,0 1 0,0-1 0,0 0 0,0 1 0,0-1 0,0 0 0,0 0 0,0 1 0,0-1 0,0 0 0,0 0 0,1 0 0,-1 1 0,0-1 0,0 0 0,0 0 0,0 0 0,1 1 0,-1-1 0,0 0 0,0 0 0,0 0 0,1 0 0,-1 1 0,0-1 0,0 0 0,1 0 0,-1 0 0,0 0 0,0 0 0,1 0 0,-1 0 0,0 0 0,0 0 0,1 0 0,-1 0 0,0 0 0,1 0 0,-1 0 0,0 0 0,0 0 0,1 0 0,10-1 0,0 0 0,-1-1 0,1-1 0,-1 1 0,1-2 0,11-4 0,-5 2 0,95-36 0,93-28 0,-179 63 0,1 2 0,-1 1 0,1 1 0,0 1 0,-1 1 0,34 4 0,46 13 0,-75-10 0,1 0 0,0-3 0,0 0 0,0-2 0,47-5 0,-44-3 0,-1-2 0,0-1 0,0-1 0,-1-2 0,-1-1 0,0-2 0,-1-1 0,34-25 0,-12 3 0,-1-2 0,-3-2 0,68-76 0,-69 63 0,-3-2 0,-2-2 0,-3-2 0,34-72 0,-49 82 0,-2-2 0,-2 0 0,-3-2 0,-2 0 0,14-95 0,-28 137 0,-1-1 0,0 1 0,-3-27 0,2 40 0,0 0 0,0 0 0,0 1 0,0-1 0,0 0 0,0 0 0,0 1 0,0-1 0,-1 0 0,1 0 0,0 1 0,-1-1 0,1 0 0,0 1 0,-1-1 0,1 0 0,-1 1 0,1-1 0,-1 0 0,1 1 0,-1-1 0,0 1 0,1-1 0,-1 1 0,0 0 0,1-1 0,-1 1 0,0 0 0,1-1 0,-1 1 0,0 0 0,0 0 0,1-1 0,-1 1 0,0 0 0,0 0 0,0 0 0,1 0 0,-1 0 0,0 0 0,0 0 0,1 0 0,-1 1 0,0-1 0,0 0 0,1 0 0,-1 1 0,0-1 0,0 0 0,1 1 0,-1-1 0,0 1 0,0 0 0,-7 4 0,-1 1 0,2-1 0,-12 12 0,18-16 0,-39 36 0,3 3 0,1 1 0,2 2 0,-48 80 0,42-54 0,4 1 0,-46 126 0,63-140 0,2 1 0,2 1 0,3 1 0,2 0 0,4 0 0,0 84 0,6-121 0,2-1 0,1 0 0,0 0 0,2 0 0,0 0 0,17 39 0,-16-47 0,0-1 0,1 0 0,1-1 0,0 0 0,0 0 0,1 0 0,1-1 0,-1 0 0,2-1 0,-1 0 0,21 12 0,-14-11-9,0-1 0,1-1 0,0-1 1,0 0-1,0-1 0,1-1 0,0-1 0,22 2 0,-14-4 42,1-1 1,0-1-1,0-2 0,-1 0 1,35-8-1,-24 1-198,-1-2 0,0-1 0,-1-2 0,0-2 0,-1-1 0,0-1 0,-2-3 0,39-29 0,-3-9-6661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19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804 291 24575,'5'-10'0,"0"0"0,-1 0 0,-1 0 0,1 0 0,-2 0 0,4-19 0,-2 7 0,-2 14 0,-1-1 0,1 1 0,-2 0 0,1-1 0,-1 0 0,0 1 0,-1-1 0,-1-8 0,1 13 0,-1 0 0,1 0 0,-1 0 0,1 0 0,-1 0 0,0 0 0,-1 0 0,1 1 0,-1-1 0,1 1 0,-1 0 0,0 0 0,0 0 0,-1 0 0,1 0 0,0 1 0,-1-1 0,-4-1 0,-4-1 0,0 0 0,0 1 0,0 0 0,0 1 0,-1 1 0,1 0 0,-1 0 0,0 1 0,0 1 0,1 0 0,-1 1 0,0 0 0,-15 5 0,-5 1 0,1 1 0,0 2 0,-60 27 0,55-18 0,1 0 0,0 3 0,2 1 0,-61 53 0,77-59 0,1 0 0,0 2 0,2-1 0,0 2 0,1 0 0,1 1 0,0 0 0,2 1 0,-14 37 0,22-50 0,0 0 0,1 0 0,1 1 0,-1-1 0,1 0 0,1 1 0,0-1 0,0 0 0,1 1 0,0-1 0,4 17 0,-4-22 0,1 1 0,0-1 0,0 0 0,0 0 0,1 0 0,-1 0 0,1 0 0,0 0 0,0-1 0,0 1 0,0-1 0,1 0 0,0 0 0,-1 0 0,1-1 0,0 1 0,0-1 0,1 0 0,-1 0 0,0 0 0,1-1 0,-1 1 0,1-1 0,-1 0 0,6 0 0,10 1 0,0-2 0,-1 0 0,1-1 0,0 0 0,0-2 0,-1-1 0,1 0 0,-1-1 0,32-14 0,-8 0 0,0-1 0,78-52 0,-85 48 0,-2-2 0,0-1 0,48-52 0,-79 75 0,6-5 0,-6 10 0,-3 9 0,-60 291 0,27-160 0,28-115-63,-52 273 254,50-242-564,2-1 0,2 1-1,7 74 1,4-64-6453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19.8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638 6 24575,'0'-1'0,"-1"1"0,1-1 0,-1 1 0,0-1 0,1 1 0,-1 0 0,1-1 0,-1 1 0,0 0 0,1 0 0,-1-1 0,0 1 0,1 0 0,-1 0 0,0 0 0,1 0 0,-1 0 0,0 0 0,1 0 0,-1 0 0,0 0 0,1 0 0,-1 0 0,0 1 0,1-1 0,-1 0 0,-1 1 0,-26 5 0,27-5 0,-46 13 0,0 2 0,1 2 0,1 2 0,0 3 0,2 1 0,0 2 0,2 1 0,2 3 0,0 1 0,-51 55 0,80-76 0,0 1 0,1 1 0,1 0 0,-12 21 0,19-30 0,0 0 0,0-1 0,0 1 0,0 0 0,0 0 0,1 0 0,-1 0 0,1 0 0,0 0 0,0 0 0,0 0 0,1 5 0,-1-6 0,1 0 0,0 0 0,0-1 0,0 1 0,0 0 0,0 0 0,0-1 0,0 1 0,0-1 0,1 1 0,-1-1 0,1 1 0,-1-1 0,1 0 0,-1 0 0,1 0 0,0 0 0,0 0 0,0 0 0,3 1 0,6 2 0,0-1 0,0-1 0,0 0 0,0 0 0,1-1 0,-1-1 0,0 0 0,22-3 0,93-21 0,-115 21 0,80-22 0,-1-4 0,170-80 0,-248 103 0,26-11 0,-37 16 0,0 1 0,0 0 0,0 0 0,0-1 0,1 1 0,-1 0 0,0 0 0,0 0 0,1 0 0,-1 0 0,0 1 0,0-1 0,0 0 0,0 1 0,1-1 0,-1 0 0,0 1 0,0-1 0,0 1 0,0 0 0,0-1 0,0 1 0,0 0 0,0 0 0,0 0 0,-1-1 0,1 1 0,1 2 0,1 2 0,0 1 0,-1 0 0,0-1 0,0 1 0,0 0 0,-1 0 0,1 0 0,-2 1 0,1 5 0,-1 63 0,-1-45 0,-20 498-1365,20-427-5461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20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0 103 24575,'0'0'0,"8"3"0,30 9 0,1-2 0,1-1 0,-1-2 0,1-2 0,56 1 0,-56-4 0,573 6-372,10-37-1025,-497 22 936,388-22 319,976-47 42,-1475 75 228,-13-2 302,-22-4-642,19 7 148,-43-12-5937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20.5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24 346 24575,'-1'-1'0,"-2"-5"0,-3-4 0,-1-5 0,0-3 0,12-4 0,28-5 0,45-8 0,53-7 0,48-1 0,40 2 0,27 7-853,15 7 853,3 10 0,-4 10 0,-7 7 0,-46 3-7338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20.7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47 24575,'0'0'0,"1"-1"0,0-1 0,1-6 0,2-9 0,-1-2-8191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32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34 586 24575,'92'-2'0,"130"-21"0,84-34 0,-270 50 0,252-63 0,-52 12 0,-223 54 0,-31 7 0,2-1 0,-625 137 0,532-111 0,-334 88 0,526-155 0,504-178 0,16 33 0,190-28 0,-1097 290 0,-869 114 0,1216-213 0,-21 9 0,248-116-1365,-238 114-5461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35.6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1397 348 24575,'-20'1'0,"-1"0"0,-35-5 0,7 1 0,-138-3 0,-327-7 0,487 12 0,1 2 0,0 1 0,-1 1 0,1 1 0,-26 9 0,38-9 0,0 2 0,0 0 0,0 0 0,1 1 0,0 1 0,0 1 0,1-1 0,0 2 0,0 0 0,-11 13 0,1 3 0,1 2 0,1 0 0,2 1 0,0 1 0,2 0 0,2 1 0,1 1 0,1 0 0,2 1 0,-11 60 0,9-17 0,3 2 0,4-1 0,7 131 0,59 277 0,40-6 0,-91-435 0,-5-26 0,-2-16 0,0-29 0,-2 18 0,0-799 0,-3 749 0,-2-35 0,-1-2 0,13-183 0,-5 250 0,2 1 0,1-1 0,1 1 0,1 0 0,2 0 0,1 1 0,1 1 0,1 0 0,1 0 0,30-40 0,-44 65 0,1 0 0,-1 0 0,1 0 0,0 0 0,-1 1 0,1-1 0,0 0 0,0 0 0,0 0 0,0 1 0,0-1 0,0 0 0,0 1 0,0-1 0,0 1 0,0-1 0,0 1 0,0 0 0,0-1 0,0 1 0,0 0 0,0 0 0,2 0 0,-1 0 0,-1 1 0,1 0 0,-1 0 0,1 0 0,-1 0 0,0 1 0,1-1 0,-1 0 0,0 1 0,0-1 0,0 0 0,0 1 0,0 0 0,0-1 0,1 4 0,8 15 0,-2 0 0,0 1 0,9 37 0,8 73 0,-22-112 0,59 535 0,-35 5 0,-26-528 0,2 30 0,2 55 0,-14 177 0,4-312 0,2-26 0,16-555 0,38-2 0,-51 600 0,36-319 0,9-103 0,-46 491 0,9 90 0,-1-65 0,18 328 0,32 934 0,-57-1232 0,-5-1 0,-21 127 0,24-240 0,0-16 0,2-28 0,0 25 0,2-294 0,-6-503 0,-66 6 0,68 792 0,-12-88 0,-5 1 0,-46-143 0,60 271 0,2 43 0,4-1 0,10 79 0,-6-94 0,14 168 0,34 633 0,-71-94 0,0-152 0,18-590 0,1-28 0,0-42 0,-12-403 0,-2 1 0,32 1 0,62-215 0,11-127 0,-87 741 0,1-1 0,16-60 0,-16 89 0,1 1 0,1 0 0,1 0 0,0 1 0,2 0 0,0 1 0,24-31 0,-13 24 0,2 0 0,0 2 0,2 1 0,0 0 0,2 2 0,0 2 0,44-23 0,-46 28 0,0 2 0,0 1 0,1 1 0,0 1 0,1 2 0,0 0 0,0 2 0,0 1 0,37 1 0,-44 3 0,-1 2 0,0 0 0,0 1 0,-1 1 0,1 1 0,-1 0 0,0 2 0,0 0 0,-1 1 0,0 1 0,-1 1 0,0 0 0,-1 1 0,0 1 0,-1 0 0,0 1 0,-1 1 0,18 25 0,-7-5 0,-2 0 0,-2 2 0,-1 0 0,-2 2 0,-1 0 0,-3 0 0,20 81 0,-13-10 0,12 202 0,-25 117 0,-8-273 0,1-136 0,20 881 0,-2-615 0,65 322 0,-77-579 0,-4-20 0,-4-19 0,-4-11-1365,-1-5-5461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35.9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0 431 24575,'21'-4'0,"1167"-260"0,-1125 248 0,444-127 0,-498 139-1365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38.1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2264 331 24575,'-4'-1'0,"0"1"0,-1-1 0,1 0 0,0 0 0,0-1 0,0 1 0,-5-4 0,-12-3 0,-76-18 0,-1 3 0,-195-17 0,-205 31 0,434 12 0,0 3 0,0 2 0,1 3 0,0 3 0,1 3 0,1 3 0,-63 28 0,80-27 0,0 2 0,2 2 0,1 2 0,2 1 0,0 2 0,2 2 0,1 1 0,2 2 0,-57 75 0,63-69 0,3 1 0,1 1 0,2 1 0,2 1 0,2 0 0,3 2 0,1 0 0,2 0 0,2 1 0,-6 94 0,14-60 0,3 0 0,4 0 0,3 0 0,4-1 0,39 137 0,115 254 0,41-16 0,-29-121 0,-145-285 0,2-1 0,1-2 0,3-1 0,60 54 0,-25-37 0,2-4 0,3-3 0,2-4 0,2-3 0,2-4 0,101 37 0,-69-39 0,2-5 0,2-6 0,0-5 0,160 15 0,402-7 0,4-44 0,-321 1 0,3434-24-624,-2191-47 624,-629-38 0,215-21 0,-619 109 114,1 33 134,-222 1-90,-158-7-101,268-36-1,-336 17-58,-1-5 0,-1-6 0,131-50-1,-23-18 3,426-248 0,-617 322 0,-2-1 0,0-2 0,-2-2 0,-1-1 0,62-69 0,-88 86 0,-1 0 0,-1-1 0,0 0 0,-1-1 0,-1 0 0,-1-1 0,0 0 0,-1 0 0,-1-1 0,-1 1 0,-1-1 0,0-1 0,-2 1 0,0 0 0,-1-1 0,-1 1 0,0-1 0,-5-22 0,-1 13 0,-2 0 0,0 0 0,-2 1 0,-1 1 0,-2 0 0,0 0 0,-2 1 0,-1 1 0,-1 1 0,-1 0 0,-1 1 0,-38-36 0,7 14 0,-3 2 0,-1 2 0,-2 3 0,-93-48 0,-341-128 26,-20 42-600,-1237-347 470,1112 337 99,-308-80 5,-14 63 0,-541 54-1271,-9 97 1477,824 31-303,118-1-371,-938-12 440,1087 38 28,-769 115 0,568-3 987,-142 25-1024,696-135-6789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12.2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24575,'11'11'0,"354"281"0,23-30 0,10 9 0,-24 31 0,-361-291-106,-7-6-74,0 0 0,-1 0 0,1 1 1,-1 0-1,0 0 0,6 10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12.5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608 1 24575,'-3'10'0,"-60"189"0,-110 341 0,-27-10 0,31-164-1365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13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94 24575,'10'0'0,"0"-1"0,1-1 0,-1 0 0,13-5 0,13-1 0,316-52 0,-279 52 0,0 3 0,139 7 0,-209-1 0,0-1 0,1 0 0,-1 1 0,0-1 0,0 1 0,1 0 0,-1 0 0,0 0 0,0 0 0,0 1 0,0-1 0,0 1 0,-1 0 0,4 2 0,-4-1 0,1 0 0,-1 0 0,-1 1 0,1-1 0,0 0 0,-1 0 0,1 1 0,-1-1 0,0 1 0,-1-1 0,1 1 0,0 7 0,1 11 0,-1 1 0,-1 0 0,-1-1 0,-5 31 0,-24 92 0,28-137 0,-181 612 0,-26 116 0,165-471 120,38-208-615,2-1 0,7 97 0,-1-130-6331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14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0 455 24575,'4'0'0,"0"-1"0,0 1 0,0-1 0,0 1 0,0 0 0,0 0 0,-1 1 0,1-1 0,5 2 0,10 0 0,618 32 12,1386 68-685,-628-48-242,2-35 605,-716-28 133,678 4 232,-1290 6 115,-3-1 442,0 3 1,69 12 0,-129-13-613,-9-3 0,-14-7 0,-57-61 0,-148-104 0,-101-36 0,217 146 0,-81-53 0,185 115 0,0-1 0,-1 1 0,1-1 0,0 0 0,1 1 0,-1-1 0,0 0 0,0 0 0,1 0 0,-1 0 0,1-1 0,0 1 0,0 0 0,0-1 0,-1-2 0,25 29 0,129 140 0,170 196 0,-317-356 0,-1 1 0,0 0 0,-1 0 0,1 0 0,-1 0 0,0 1 0,0 0 0,-1-1 0,1 1 0,-1 0 0,-1 0 0,1 0 0,-1 0 0,0 1 0,0-1 0,-1 0 0,0 0 0,0 1 0,-1-1 0,1 0 0,-1 0 0,0 0 0,-1 0 0,-2 8 0,-8 16 0,0 0 0,-2 0 0,-1-1 0,-31 43 0,-86 100 0,129-169 0,-513 538 0,292-320 0,141-132-1365,52-52-5461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45.9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0 24575,'0'0'0,"-9"219"0,1-42 0,21 547 0,1-250 0,-31-80 0,4-193 0,13-196-1365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46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538 0 24575,'0'0'0,"0"0"0,-1 4 0,0 0 0,-1 1 0,1-1 0,-1-1 0,1 1 0,-1 0 0,-1 0 0,1-1 0,-3 4 0,-5 10 0,-182 290 0,-26-11 0,121-166 0,99-154 0,0-5 0,10-23 0,3 0 0,2 1 0,2 1 0,3 1 0,2 0 0,47-72 0,-43 79 0,41-46 0,-53 70 0,0 1 0,1 1 0,1 0 0,37-24 0,-54 40 0,0-1 0,0 0 0,0 0 0,0 0 0,0 1 0,1-1 0,-1 1 0,0-1 0,1 1 0,-1-1 0,0 1 0,1 0 0,-1 0 0,0 0 0,1 0 0,-1 0 0,0 0 0,1 0 0,1 0 0,0 2 0,-1-1 0,0 1 0,0 0 0,0 0 0,0 0 0,0 0 0,0 0 0,-1 0 0,3 3 0,0 0 0,43 52 0,3-3 0,85 74 0,129 82 0,-216-174 0,-2 1 0,-19-15 0,-1-2 0,2 0 0,47 24 0,-67-40-1365,-2-2-5461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48.2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24575,'24'302'0,"-11"-192"0,-10-83 0,0 14 0,2 0 0,2 0 0,1-1 0,16 45 0,-20-75 0,0-1 0,0 1 0,1-1 0,0 1 0,0-1 0,1-1 0,1 1 0,-1-1 0,1 0 0,1-1 0,-1 0 0,1 0 0,1 0 0,-1-1 0,1 0 0,0-1 0,0 0 0,1 0 0,0-1 0,0-1 0,15 5 0,-9-5 0,0-1 0,0-1 0,0 0 0,0-1 0,0 0 0,0-1 0,0-1 0,0-1 0,0-1 0,0 0 0,-1 0 0,0-2 0,0 0 0,0-1 0,0 0 0,-1-1 0,-1-1 0,1 0 0,20-19 0,-21 17 0,-1-1 0,0 0 0,-1-1 0,0-1 0,-1 0 0,0 0 0,-2-1 0,1 0 0,-2 0 0,0-1 0,-1 0 0,0-1 0,-1 1 0,-1-1 0,-1 0 0,0 0 0,-2 0 0,1-27 0,-3 38 0,0-19 0,-1 22 0,-2 14 0,-10 63 0,4 1 0,-1 81 0,5-66 0,-11 219 0,-11 118 0,27-403 0,1-17 0,0 0 0,0 1 0,-1-1 0,0 0 0,0 0 0,-1 0 0,1 0 0,-2 0 0,1 0 0,-6 9 0,-16-29 0,-3-4 0,2-2 0,0-1 0,1-1 0,1-1 0,1-1 0,1-1 0,2 0 0,0-2 0,1 0 0,2-1 0,0-1 0,2 0 0,2-1 0,-18-58 0,27 75 0,1 0 0,0 0 0,1-1 0,0 1 0,1-1 0,0 1 0,1-1 0,1 1 0,0 0 0,5-19 0,-2 16 0,2-1 0,-1 1 0,2 0 0,0 0 0,0 1 0,2 0 0,12-14 0,-1 4 0,1 1 0,2 2 0,0 0 0,1 2 0,2 0 0,-1 2 0,53-25 0,-63 35-1365,-6 4-5461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48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200 0 24575,'0'0'0,"-7"24"0,-59 218 0,-41 293 0,103-509-117,-2 3-132,2 0-1,0 1 0,3-1 1,2 52-1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2:49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24575,'0'0'0,"0"1"0,2 3 0,3 9 0,5 14 0,6 15 0,5 12 0,4 7 0,3 3 0,1-1 0,1-1 0,1-3 0,1 0 0,-4-10-8191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09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24575,'3'9'0,"0"0"0,-1 0 0,0 1 0,0-1 0,0 11 0,-1-14 0,18 200 0,-6 218 0,-6-64 0,30-5 0,-26-298 0,3 0 0,32 87 0,-36-118 0,2 0 0,0-1 0,2 0 0,1-2 0,0 1 0,2-2 0,28 29 0,-41-47 0,0 0 0,-1 0 0,2-1 0,-1 1 0,0-1 0,1-1 0,0 1 0,-1 0 0,1-1 0,0 0 0,0 0 0,0-1 0,1 1 0,-1-1 0,0 0 0,9 0 0,-7-1 0,0-1 0,0-1 0,0 1 0,-1-1 0,1 0 0,0-1 0,-1 1 0,0-1 0,0 0 0,1-1 0,-2 0 0,8-5 0,8-8 0,-1-1 0,0-1 0,-2-1 0,0 0 0,-1-1 0,-1-1 0,-1-1 0,-1 0 0,-1-1 0,11-29 0,-9 15 0,-1 0 0,-2-1 0,-2-1 0,-2 0 0,-1 0 0,1-45 0,-7 73 0,0 6 0,0-1 0,-1 1 0,0-1 0,0 1 0,0-1 0,-1 1 0,0-1 0,0 1 0,-1-1 0,0 1 0,-3-7 0,5 13 0,-1 1 0,0 0 0,0 0 0,1-1 0,-1 1 0,1 0 0,-1 0 0,1 0 0,-1-1 0,1 1 0,-1 0 0,1 0 0,0 0 0,0 0 0,-1 0 0,1 0 0,0 2 0,-9 40 0,2 0 0,1 1 0,1 49 0,2-40 0,-20 592-3,-17 234-45,20-663-202,-10-1 0,-59 213 0,88-423 250,-55 177 0,49-163 0,-1-1 0,0 0 0,-2-1 0,0 0 0,-1 0 0,0-1 0,-18 18 0,26-31 18,0 1 0,0-1 0,0 0 1,-1-1-1,1 1 0,-1-1 0,0 1 0,0-1 0,0 0 0,0-1 0,0 1 0,0-1 0,0 0 0,0 0 0,-1 0 0,1 0 0,0-1 1,-7 1-1,6-2 6,0 0 0,1 0 0,-1 0 0,0-1 1,0 0-1,1 0 0,-1 0 0,1 0 0,-1-1 1,1 0-1,0 0 0,0 0 0,-6-6 0,0-3-12,0 1 0,0-1 0,2-1 0,-1 0 0,2 0 0,0-1 0,0 0-1,1 0 1,-6-22 0,6 6-12,1-1 0,1 0 0,1-1 0,2 1 0,2 0 0,0-1 0,2 1 0,9-39 0,3 6 0,2 0 0,50-115 0,-31 96 0,4 3 0,4 1 0,3 3 0,3 1 0,4 3 0,2 2 0,95-90 0,-118 131-682,67-45-1,-49 43-6143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10.6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 82 24575,'0'0'0,"0"0"0,4-1 0,-1 0 0,0 0 0,0 0 0,0 0 0,0-1 0,1 1 0,-2-1 0,5-3 0,8-3 0,10-3 0,0 1 0,0 1 0,0 1 0,1 1 0,45-6 0,-61 13 0,-1-1 0,1 1 0,0 1 0,-1 0 0,1 0 0,-1 1 0,1 0 0,13 5 0,-17-4 0,0 0 0,0 0 0,-1 0 0,1 1 0,-1 0 0,1 0 0,-1 0 0,0 1 0,-1 0 0,1 0 0,-1 0 0,0 0 0,5 10 0,-3-4 0,-1 1 0,-1 0 0,1 0 0,-2 1 0,0-1 0,0 1 0,-1-1 0,-1 1 0,0 0 0,-1 0 0,-2 19 0,-2 8 0,-2 0 0,-16 55 0,-9 6 0,-4-1 0,-71 140 0,-122 178 0,222-407 0,-55 92 0,-35 63 0,115-167 0,38-8 0,-1-3 0,0-3 0,53-22 0,158-76 0,235-143-1365,-439 221-5461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11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24575,'18'23'0,"-13"-16"0,452 586-1365,-414-536-5461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39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4328 1034 24575,'-4'-29'0,"-4"5"0,-1 0 0,-2 0 0,0 1 0,-1 0 0,-2 1 0,0 0 0,-2 1 0,0 1 0,-1 0 0,-24-21 0,-1 4 0,0 3 0,-2 1 0,-88-49 0,26 28 0,-1 5 0,-154-48 0,-235-43 0,490 139 0,-126-34 0,-583-123 0,634 147 0,-1 5 0,0 2 0,0 5 0,0 3 0,0 3 0,1 5 0,0 2 0,1 4 0,1 4 0,1 3 0,1 3 0,-99 52 0,105-40 0,1 2 0,3 3 0,1 4 0,3 2 0,1 3 0,4 2 0,1 3 0,-80 111 0,101-118 0,2 2 0,2 2 0,3 0 0,2 2 0,3 1 0,3 1 0,2 1 0,3 1 0,2 0 0,4 1 0,-5 104 0,15-111 0,2 0 0,3 0 0,3-1 0,2 0 0,2-1 0,3 0 0,2-1 0,2 0 0,2-2 0,3 0 0,2-2 0,2 0 0,2-2 0,2-2 0,2 0 0,2-3 0,2-1 0,76 64 0,-40-48-40,3-3-1,2-3 1,2-4 0,2-3-1,2-5 1,143 47 0,-51-33-55,1-9 1,258 31 0,-202-49 94,2-11 0,317-20 0,-350-11 0,-1-10 0,-1-7 0,200-63 0,-286 62-6,-3-5 0,-1-5 0,117-65 0,-173 78 21,-2-2 0,-2-2-1,-1-2 1,-1-2 0,-2-3 0,-3-2-1,68-83 1,-93 101 7,-1-1 1,-1-1-1,-2 0 1,-1-1-1,-1-1 1,-1 0-1,-2 0 1,-1-1-1,-1-1 0,-2 1 1,-1-1-1,-2 0 1,-1 0-1,-1-1 1,-2 1-1,-1 0 0,-1 0 1,-2 0-1,-2 0 1,-20-60-1,9 44-22,-2 1 0,-3 1 0,-1 1 0,-2 1 0,-2 1 0,-56-65 0,39 59 0,-3 2 0,-1 2 0,-2 2 0,-90-57 0,56 49 0,-2 4 0,-141-56 0,97 56 0,-160-35 0,94 41 0,-2 8 0,-2 9 0,-334 2 0,495 24-1365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03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24575,'2'2'0,"1"1"0,-1-1 0,0 0 0,1 1 0,-1 0 0,-1-1 0,1 1 0,2 5 0,6 8 0,79 95 0,116 112 0,118 85 0,244 188 0,-159-142 0,-385-334-1365,-8-6-5461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03.4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655 0 24575,'-1'11'0,"-40"185"0,-7-1 0,-96 242 0,-191 360 0,269-647 0,54-124-1365,4-9-5461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04.1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 24575,'2'0'0,"1"0"0,-1-1 0,1 1 0,-1 0 0,1-1 0,-1 1 0,0-1 0,1 0 0,2-1 0,5-1 0,19-5 0,1 2 0,0 1 0,1 2 0,49 0 0,-70 3 0,1 1 0,-1 1 0,1-1 0,-1 2 0,0-1 0,1 1 0,-1 1 0,-1 0 0,1 1 0,0-1 0,-1 2 0,0-1 0,-1 1 0,1 1 0,-1 0 0,0 0 0,7 9 0,-5-3 0,-1 0 0,-1 0 0,0 1 0,-1 0 0,-1 0 0,0 1 0,-1 0 0,0 0 0,-1 0 0,-1 1 0,-1-1 0,0 1 0,-1 0 0,-1 27 0,-3 1 0,-2 1 0,-1-1 0,-26 85 0,7-52 0,-3-1 0,-4-2 0,-3-1 0,-3-1 0,-3-2 0,-4-2 0,-89 106 0,126-163 0,11-6 0,20-4 0,-9-2 0,401-38 0,0-31 0,-338 56 0,119-23 0,359-47 0,-493 81-1365,-14 3-5461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05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1 409 24575,'0'0'0,"1158"26"0,-66-1 0,1309-83-549,366-26 1007,-2678 81-374,191 2-77,-283 0-7,0 0 0,1 0 0,-1 0 0,0 0 0,1-1 0,-1 1 0,0-1 0,1 0 0,-4-3 0,-8-6 0,-52-30 0,-1 3 0,-103-43 0,-156-37 0,309 110 0,39 11 0,1 0 0,220 32 0,-203-26 0,-1 2 0,1 1 0,-2 2 0,38 20 0,-71-32 0,0 1 0,0 0 0,0 0 0,-1 0 0,0 1 0,1-1 0,-1 1 0,0 0 0,-1 0 0,6 6 0,-8-6 0,1-1 0,-1 0 0,0 0 0,0 1 0,0-1 0,0 0 0,0 1 0,-1-1 0,1 1 0,-1-1 0,0 1 0,0-1 0,-1 1 0,1-1 0,-1 1 0,1-1 0,-1 0 0,-2 5 0,-6 13 0,-1-1 0,0 0 0,-2-1 0,0 0 0,-1-1 0,-1 0 0,-23 22 0,-42 41 40,-2-5 0,-155 114 0,-205 100-1525,333-223-5341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43.4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1 259 24575,'18'4'0,"0"-1"0,0 0 0,0-2 0,0 0 0,24-2 0,-25 1 0,349-26 0,4-24 0,-256 34 0,235-36 0,588-71 0,-853 121-1365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58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335 0 24575,'-4'21'0,"-82"698"0,38 7 0,-22 232 0,8-476 0,3-32 0,57-432-97,0-10-156,1 1-1,1 0 0,-1-1 1,2 16-1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59.5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261 480 24575,'12'-13'0,"42"-20"0,0 1 0,79-31 0,-99 48 0,465-179 0,-372 155 0,2 7 0,136-17 0,-222 44 0,0 1 0,0 3 0,0 2 0,0 1 0,0 2 0,-1 2 0,0 2 0,67 22 0,-81-20 0,-1 1 0,0 1 0,0 2 0,-2 0 0,0 2 0,0 1 0,-2 1 0,0 1 0,-1 0 0,-1 2 0,0 1 0,-2 0 0,22 35 0,-16-14 0,-1 2 0,-3 1 0,-1 1 0,-3 1 0,-2 0 0,-1 1 0,7 65 0,20 358 0,-40-430 0,9 866 0,-35 2 0,7-345 0,14-373 0,-17 319 0,21-503 0,0-5 0,-1-1 0,1 1 0,0 0 0,-1 0 0,1 0 0,-1 0 0,0 0 0,-1 3 0,1-5 0,0 0 0,0 0 0,0-1 0,0 1 0,0 0 0,0 0 0,0-1 0,0 1 0,0 0 0,0-1 0,0 1 0,0-1 0,0 1 0,0-1 0,0 0 0,-1 1 0,1-1 0,0 0 0,0 0 0,-1 0 0,1 0 0,0 0 0,0 0 0,-2-1 0,-624-72 0,351 34 0,28 12 0,-1 11 0,-475 31 0,675-11 0,-80 17 0,116-18 0,1 0 0,-1 1 0,1 1 0,0 0 0,0 0 0,1 1 0,0 1 0,0 0 0,0 0 0,1 1 0,-16 15 0,24-20 0,-1-1 0,1 1 0,0-1 0,0 1 0,1 0 0,-1 0 0,0 0 0,1 0 0,0 0 0,0 0 0,0 0 0,0 0 0,0 4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00.3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24575,'0'0'0,"0"0"0,1 5 0,24 121 0,-6 0 0,4 147 0,-18 259 0,-6-380 0,0-12 0,21 680 0,-14-781-1365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00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225 0 24575,'0'0'0,"-1"22"0,-1-1 0,-5 27 0,-1 0 0,-120 1335 0,118-1180 0,-51 1085 0,53-779 0,47-2 0,-36-492-1365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02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903 135 24575,'-17'-27'0,"7"17"0,-1 0 0,1 1 0,-2 1 0,1 0 0,-1 1 0,0 0 0,0 0 0,-1 1 0,0 1 0,-24-7 0,13 7 0,1 0 0,-1 1 0,1 1 0,-1 1 0,-37 2 0,36 3 0,-1 1 0,1 1 0,-1 1 0,2 1 0,-1 1 0,1 1 0,0 1 0,1 2 0,0 0 0,1 1 0,1 1 0,0 1 0,0 1 0,2 1 0,0 1 0,-24 29 0,27-27 0,1 0 0,0 1 0,2 0 0,0 1 0,2 0 0,0 1 0,1 1 0,2 0 0,0 0 0,2 0 0,1 1 0,0 0 0,2 0 0,1 0 0,1 0 0,4 46 0,3-39 0,1 0 0,1-1 0,2 0 0,1 0 0,1-1 0,2-1 0,1 0 0,1-1 0,2 0 0,1-2 0,25 29 0,-12-19 0,2-1 0,1-3 0,1 0 0,2-3 0,1-1 0,83 45 0,-75-52 0,2-1 0,0-2 0,0-3 0,2-2 0,0-2 0,72 6 0,-41-11 0,0-3 0,0-4 0,108-16 0,-135 5-1365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06.1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0 24575,'-3'9'0,"0"0"0,0 0 0,1 0 0,0 0 0,0 1 0,0 11 0,-1 8 0,-42 556 0,59 5 0,19-186 120,-21-321-615,3 0 0,46 144 0,-53-206-6331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06.8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1 218 24575,'894'-138'-122,"-277"72"-529,3 52 693,-589 15-6,0 2 0,0 0 0,0 3 1,30 8-1,-50-10 3,0 0 0,0 1 1,0 0-1,0 0 0,-1 1 1,0 1-1,0 0 0,-1 0 1,1 1-1,-2 0 0,1 1 1,-1-1-1,9 15 0,-1 2-39,-2 0 0,-1 1 0,-1 0 0,-1 1 0,-2 0 0,0 1 0,4 28 0,2 29 0,3 90 0,-1 692 0,-18-801 0,1-32 0,0 28 0,-2 0 0,-19 112 0,18-157 0,-1 0 0,-1-1 0,-1 1 0,0-1 0,-1 0 0,0-1 0,-2 0 0,1 0 0,-2-1 0,0 0 0,-1 0 0,0-1 0,-1-1 0,-1 0 0,-14 11 0,4-8 0,-1-2 0,0 0 0,-1-2 0,0 0 0,0-2 0,-1-1 0,-1-1 0,-45 6 0,-18-2 0,-112-3 0,-418-30 0,3-38 0,555 53 0,-3 1 0,-106-24 0,168 30-104,2 0 37,1-1 1,-1 1 0,0 0-1,0 0 1,0 0 0,0-1-1,0 1 1,0-1-1,0 1 1,0 0 0,1-1-1,-1 0 1,0 1 0,0-1-1,1 1 1,-1-1 0,0 0-1,0-1 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07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376 1429 24575,'-16'-24'0,"0"-3"0,1 0 0,1-1 0,2-1 0,0 0 0,2 0 0,2-1 0,0 0 0,2-1 0,1 0 0,2 0 0,1-41 0,6-145 0,35-226 0,-7 122 0,-32 321 0,0 0 0,0-1 0,0 1 0,0 0 0,0 0 0,0 0 0,0 0 0,0-1 0,0 1 0,0 0 0,0 0 0,0 0 0,0 0 0,0-1 0,0 1 0,0 0 0,0 0 0,0 0 0,0 0 0,0-1 0,0 1 0,0 0 0,0 0 0,0 0 0,0 0 0,0-1 0,0 1 0,0 0 0,-1 0 0,1 0 0,0 0 0,0 0 0,0-1 0,0 1 0,0 0 0,0 0 0,-1 0 0,1 0 0,0 0 0,0 0 0,0 0 0,0 0 0,-1 0 0,1 0 0,0 0 0,0-1 0,0 1 0,0 0 0,-1 0 0,1 0 0,0 0 0,0 0 0,0 1 0,-1-1 0,1 0 0,0 0 0,0 0 0,0 0 0,0 0 0,-1 0 0,1 0 0,-14 12 0,-15 22 0,-32 49 0,4 2 0,4 3 0,-47 106 0,97-182 0,19-23 0,42-42 0,86-99 0,38-77 0,-147 184 0,-33 42 0,1-1 0,0 1 0,-1 0 0,1 0 0,0 0 0,1 0 0,-1 0 0,0 1 0,1 0 0,-1-1 0,1 1 0,0 0 0,0 1 0,0-1 0,4 0 0,-4 1 0,1 1 0,-1 0 0,0 1 0,0-1 0,1 1 0,-1-1 0,0 1 0,0 1 0,0-1 0,0 1 0,0-1 0,0 1 0,0 0 0,6 5 0,25 18-73,-1 1 0,-1 2 0,45 49 1,-42-40-1002,3 2-5752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09.0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360 1 24575,'-4'23'0,"-67"482"0,34 5 0,34-464 0,-37 880 0,40-887 0,0-39 0,0 1 0,-1-1 0,1 1 0,0-1 0,0 1 0,0-1 0,0 1 0,0-1 0,0 1 0,0 0 0,0-1 0,1 1 0,-1-1 0,0 1 0,0-1 0,0 1 0,1-1 0,-1 1 0,0-1 0,0 1 0,1-1 0,-1 1 0,0-1 0,1 0 0,0 1 0,9-16 0,4-17 0,-2-1 0,-2-1 0,12-60 0,5-115 0,-12-6 0,-10-1 0,-38-377 0,30 569 0,0-17 0,-3-1 0,-1 2 0,-22-70 0,24 98 0,5 11 0,-1 1 0,1-1 0,0 1 0,-1-1 0,1 1 0,0-1 0,0 1 0,-1-1 0,1 1 0,0-1 0,0 0 0,0 1 0,0-1 0,0 1 0,0-1 0,0 1 0,0-1 0,0 0 0,0 1 0,0-1 0,0 1 0,0-2 0,24-6 0,649-93 0,-504 81 0,-44 4 0,212-23 0,-227 31 0,115 6 0,-194 4 0,-1 0 0,1 3 0,-1 0 0,0 2 0,36 13 0,-49-13 0,-1 0 0,0 1 0,-1 0 0,0 1 0,0 1 0,-1 1 0,0 0 0,-1 1 0,0 0 0,17 21 0,-11-4 0,0-1 0,-1 2 0,-2 1 0,-2 0 0,0 0 0,-2 2 0,13 57 0,-6 4 0,11 146 0,-12 141 0,-20-289 0,-4 0 0,-21 106 0,20-163 0,-2-1 0,-1 0 0,-2 0 0,-1-1 0,-1 0 0,-2-1 0,-1-1 0,-2-1 0,-1 0 0,-1-2 0,-2 0 0,0-1 0,-2-2 0,-1 0 0,-35 26 0,6-13 0,-1-3 0,-2-2 0,-1-2 0,-2-3 0,0-3 0,-2-2 0,-105 23 0,67-26 0,-1-4 0,0-5 0,-1-4 0,-127-8 0,137-5 0,1-4 0,-99-25 0,134 22 0,1-4 0,1-2 0,0-2 0,-73-40 0,112 53-105,1-1 0,0 0 0,1-1 0,0-1 0,1 0 0,0 0 0,0-2 0,1 0 0,1 0 0,1-1 0,-1 0 0,-9-19 0,-4-26-6721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09.6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687 1953 24575,'-25'-15'0,"3"-3"0,2-1 0,0 0 0,1-2 0,1 0 0,1-1 0,0-1 0,2 0 0,1-1 0,1-1 0,1 0 0,-15-49 0,5 3 0,4-1 0,4-1 0,-8-90 0,2-318 0,36-2 0,-6 211 0,-9 271 0,-1 1 0,0 0 0,0 0 0,0-1 0,0 1 0,0 0 0,0 0 0,0-1 0,0 1 0,0 0 0,0 0 0,0-1 0,0 1 0,0 0 0,0 0 0,0-1 0,0 1 0,0 0 0,0 0 0,-1-1 0,1 1 0,0 0 0,0 0 0,0 0 0,0-1 0,0 1 0,-1 0 0,1 0 0,0 0 0,0-1 0,0 1 0,-1 0 0,1 0 0,0 0 0,0 0 0,0 0 0,-1 0 0,1 0 0,0-1 0,0 1 0,-1 0 0,1 0 0,0 0 0,0 0 0,-1 0 0,1 0 0,0 0 0,0 0 0,-1 0 0,1 0 0,0 0 0,-1 0 0,1 1 0,0-1 0,0 0 0,0 0 0,-1 0 0,1 0 0,0 0 0,0 0 0,-1 1 0,1-1 0,0 0 0,0 0 0,-19 16 0,15-13 0,-41 44 0,2 2 0,2 2 0,2 1 0,3 2 0,-48 95 0,76-134 0,0-1 0,0 1 0,1-1 0,1 1 0,1 0 0,0 1 0,-5 27 0,9-41 0,1-1 0,0 1 0,0-1 0,0 1 0,0-1 0,0 0 0,0 1 0,1-1 0,-1 1 0,0-1 0,1 0 0,-1 1 0,1-1 0,-1 0 0,1 1 0,0-1 0,-1 0 0,1 0 0,0 1 0,0-1 0,0 0 0,0 0 0,0 0 0,0 0 0,0 0 0,1-1 0,-1 1 0,0 0 0,0 0 0,1-1 0,-1 1 0,2 0 0,2 0 0,1 0 0,-1 0 0,0-1 0,1 1 0,-1-1 0,0-1 0,1 1 0,5-2 0,23-5 0,0-1 0,-1-2 0,0-1 0,61-31 0,120-78 0,-209 117 0,65-44 0,-44 29 0,-1 1 0,32-15 0,-53 31-62,-1 0 0,1 0 0,0 0 0,0 0 0,0 1 0,-1 0 0,1 0 0,0 0 0,0 0 0,0 0 0,0 1 0,-1-1-1,1 1 1,0 0 0,-1 0 0,1 1 0,0-1 0,-1 1 0,0 0 0,1 0 0,3 3 0,24 14-6764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10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 24575,'0'16'0,"12"627"0,2 267 0,-14-891 0,0 25 0,0-42 0,0 0 0,1 0 0,-1 0 0,0 0 0,1 0 0,-1 0 0,1 0 0,0 0 0,-1 0 0,1 0 0,0 0 0,0-1 0,0 1 0,1 0 0,0 1 0,-1-3 0,-1 0 0,1 1 0,0-1 0,-1 0 0,1 0 0,0 0 0,-1 0 0,1 0 0,0 0 0,-1 0 0,1 0 0,-1 0 0,1 0 0,0 0 0,-1 0 0,1 0 0,0 0 0,-1-1 0,1 1 0,-1 0 0,1-1 0,0 1 0,-1 0 0,1-1 0,-1 1 0,1 0 0,-1-1 0,1 1 0,-1-1 0,0 1 0,1-1 0,-1 1 0,1-1 0,-1 0 0,9-13 0,0 0 0,-1 0 0,-1 0 0,0-1 0,-1 0 0,6-23 0,-12 38 0,25-87 0,-4-1 0,-4-1 0,-3 0 0,2-134 0,-30-366 0,14 575 0,-1 7 0,1 0 0,0 1 0,0-1 0,1 1 0,0-1 0,0 1 0,0-1 0,1 1 0,0 0 0,1 0 0,3-8 0,-1 6 0,0 0 0,1 1 0,0 0 0,0 0 0,1 1 0,0 0 0,12-9 0,21-12 0,0 2 0,1 1 0,2 2 0,0 3 0,64-21 0,-33 18 0,2 3 0,121-14 0,-155 28 0,1 2 0,-1 1 0,1 3 0,77 11 0,-102-9 0,-1 1 0,0 0 0,0 2 0,0 0 0,-1 1 0,0 0 0,0 1 0,0 1 0,-1 1 0,-1 0 0,0 1 0,0 0 0,-1 1 0,15 17 0,-10-4 0,-1 1 0,-1 0 0,-1 1 0,-1 1 0,-2 0 0,-1 1 0,15 58 0,26 220 0,-46-264 0,-5-35 0,98 601 0,-93-586 0,-2-9 0,-1 0 0,3 28 0,-6-38 0,0 0 0,0 0 0,0 0 0,0-1 0,-1 1 0,0 0 0,0 0 0,0 0 0,0-1 0,-1 1 0,1 0 0,-1-1 0,0 0 0,0 1 0,-4 4 0,-1-1 0,0 0 0,0-1 0,-1 0 0,1 0 0,-1-1 0,-1 0 0,1-1 0,-1 0 0,-13 5 0,-12 2 0,-43 8 0,70-18 0,-80 15 0,0-3 0,-1-5 0,-96-3 0,49-10 0,-179-29 0,220 18 60,-94-28 0,150 32-308,1-1 1,0-2-1,1-1 1,0-2-1,-38-26 1,20 4-6579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11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751 4609 24575,'-48'-40'0,"1"-1"0,3-2 0,1-3 0,2-1 0,3-2 0,1-1 0,3-3 0,2 0 0,-25-59 0,5-16 0,5-1 0,6-2 0,6-2 0,-22-166 0,-27-552 0,71 361 0,18 364 0,40-234 0,-12 216 0,-13 62 0,10-93 0,-28 161 0,-2-1 0,0 1 0,0-1 0,-1 0 0,-1 1 0,-1 0 0,-6-23 0,1 15 0,-1 0 0,-1 0 0,-24-36 0,33 57 0,0-1 0,0 1 0,0-1 0,0 1 0,0-1 0,0 1 0,1-1 0,-1 0 0,0 0 0,1 1 0,0-1 0,-1 0 0,1 0 0,0-1 0,1 1 0,-1 0 0,1 1 0,0-1 0,0 1 0,1 0 0,-1-1 0,0 1 0,0 0 0,1 0 0,-1 0 0,0 0 0,1 0 0,-1 0 0,1 0 0,0 0 0,1 0 0,33-18 0,1 3 0,0 1 0,1 2 0,0 1 0,41-6 0,204-20 0,-127 32 0,249 23 0,-394-16 0,-4 0 0,14-1 0,-21-1 0,1 1 0,-1 0 0,0 0 0,1-1 0,-1 1 0,1 0 0,-1 0 0,0-1 0,1 1 0,-1 0 0,0-1 0,0 1 0,1 0 0,-1-1 0,0 1 0,0-1 0,0 1 0,1 0 0,-1-1 0,0 1 0,0-1 0,0 1 0,0 0 0,0-1 0,0 1 0,0-1 0,0 1 0,0-1 0,0 1 0,0-1 0,0 1 0,0 0 0,0-1 0,0 1 0,0-1 0,-1 1 0,1-1 0,0 1 0,0 0 0,0-1 0,-1 0 0,-2-5 0,0 0 0,-1 0 0,1 0 0,-1 0 0,0 0 0,-1 1 0,0 0 0,-7-7 0,-50-36 0,59 45 0,-74-46 0,-3 4 0,-121-51 0,-95-54 0,285 144 0,0-1 0,1 0 0,0 0 0,0-1 0,1-1 0,0 1 0,0-1 0,-11-16 0,19 24 0,1 0 0,-1 0 0,1 1 0,-1-1 0,1-1 0,0 1 0,-1 0 0,1 0 0,0 0 0,-1 0 0,1 0 0,0 0 0,0 0 0,0 0 0,0 0 0,0-1 0,0 1 0,1 0 0,-1 0 0,0 0 0,1 0 0,-1 0 0,0 0 0,1 0 0,-1 0 0,1 0 0,-1 0 0,1 0 0,0 0 0,0 0 0,-1 1 0,1-1 0,0 0 0,0 0 0,0 1 0,0-1 0,-1 0 0,1 1 0,0-1 0,0 1 0,0 0 0,0-1 0,1 1 0,-1 0 0,0-1 0,0 1 0,1 0 0,7-2 0,-1 0 0,1 0 0,0 1 0,15 0 0,5 3 0,-1 1 0,1 1 0,-1 2 0,0 1 0,-1 1 0,0 1 0,0 1 0,32 18 0,9 9 0,116 84 0,-131-83 0,-1 2 0,-3 3 0,-1 1 0,78 96 0,-118-130 0,-1 1 0,0 0 0,0 0 0,-1 1 0,-1 0 0,6 17 0,-10-24 0,1 0 0,-1 0 0,-1 0 0,1 0 0,-1 1 0,0-1 0,0 0 0,-1 0 0,1 1 0,-1-1 0,0 0 0,-1 0 0,1 0 0,-1 0 0,0 0 0,0-1 0,-1 1 0,-4 7 0,-4 3 0,-1-1 0,0 0 0,-1-1 0,0 0 0,-23 15 0,-82 49 0,84-57 0,-237 136-1365,145-88-5461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14.0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1 150 24575,'0'0'0,"0"0"0,0 0 0,0 0 0,0 0 0,-1 0 0,1-1 0,0 1 0,0 0 0,0 0 0,0 0 0,0 0 0,0 0 0,0 0 0,0 0 0,0-1 0,0 1 0,0 0 0,0 0 0,0 0 0,0 0 0,0 0 0,0 0 0,0 0 0,0-1 0,0 1 0,0 0 0,0 0 0,0 0 0,0 0 0,0 0 0,1 0 0,-1 0 0,0 0 0,0-1 0,0 1 0,0 0 0,0 0 0,0 0 0,0 0 0,0 0 0,0 0 0,0 0 0,1 0 0,-1 0 0,0 0 0,0 0 0,0 0 0,0 0 0,0 0 0,0 0 0,0 0 0,1 0 0,-1 0 0,0 0 0,0 0 0,0 0 0,0 0 0,0 0 0,0 0 0,0 0 0,1 0 0,286-27 0,-155 18 0,1709-79-721,350 71-507,-1246 13 885,2009 80 343,-2309-37-2,1135 47-8,-889-93 1210,-50-1-96,-832 8-1104,23 0 0,0 2 0,51 8 0,-74-8 0,1 0 0,0 1 0,-1 1 0,0-1 0,1 2 0,-2-1 0,1 1 0,0 0 0,-1 1 0,0 0 0,0 0 0,11 12 0,-7-2 0,1 1 0,-2 0 0,0 1 0,-1 0 0,-1 0 0,-1 1 0,11 37 0,26 146 0,-43-188 0,104 825 0,-77-564 0,18 145 0,74 778 0,-92 0 0,-32-1112 0,-21 126 0,23-209 0,1 0 0,-1 0 0,0 0 0,0 0 0,0 0 0,0 0 0,-1 0 0,1 0 0,-1 0 0,0-1 0,1 1 0,-1-1 0,0 1 0,-1-1 0,-2 3 0,-1-1 0,0-1 0,0 0 0,0 0 0,0 0 0,0-1 0,-13 3 0,-61 11 0,-1-3 0,-143 5 0,159-14 0,-721 25-1197,-20 1 1084,-1012 146-2527,7 80 2903,333-43-353,183-92-671,920-111 37,-544-55 0,-355-171 1383,1165 189 174,0-5 0,2-4 0,-110-54 0,160 61-555,1-2 1,1-2 0,2-3 0,2-3 0,1-1 0,-85-90-1,78 61-271,3-2 0,4-3 0,2-2 0,4-2-1,3-2 1,-41-116 0,-130-527-11,145 408 4,-43-520 0,67-333 0,44 795 0,-3-174 0,2 532 0,0 7 0,-1-1 0,1 1 0,-1-1 0,-3-13 0,3 21-1365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20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1 346 24575,'0'-3'0,"0"1"0,1-1 0,-1 1 0,1-1 0,0 0 0,0 1 0,0-1 0,0 1 0,0 0 0,0-1 0,1 1 0,-1 0 0,1 0 0,0 0 0,-1 0 0,1 0 0,0 0 0,2-2 0,45-27 0,-37 24 0,57-29 0,2 3 0,1 3 0,1 3 0,101-23 0,-45 22 0,231-20 0,-179 38 0,310 23 0,-445-10 0,-1 3 0,1 1 0,69 22 0,-100-24 0,0 0 0,-1 1 0,0 1 0,0 0 0,-1 1 0,0 1 0,0 0 0,-1 1 0,0 0 0,0 1 0,-2 0 0,1 0 0,-1 2 0,11 16 0,-3 6 0,0 1 0,-3 0 0,-1 1 0,-1 0 0,-2 1 0,10 72 0,7 239 0,-28-348 0,20 776 0,13 265 0,-16-798 0,6 152 0,9-124 0,-20-194 0,-12-75 0,1 0 0,-1 1 0,1-1 0,0 0 0,0 0 0,0 0 0,1 0 0,-1 0 0,1 0 0,-1 0 0,1 0 0,4 4 0,-5-3 0,0 1 0,0-1 0,0 1 0,-1 0 0,0-1 0,1 1 0,-2-1 0,1 1 0,-2 6 0,1 5 0,1 296 0,6-256 0,4-19 0,-6-6 0,9 43 0,3 12 0,1 247 0,4 40 0,-20-365 0,0 0 0,1 0 0,-1-1 0,2 1 0,5 13 0,-7-17 0,1-1 0,1 0 0,-1-1 0,0 1 0,0 0 0,1 0 0,0-1 0,-1 0 0,1 1 0,0-1 0,0 0 0,1-1 0,-1 1 0,0 0 0,4 0 0,25 9 0,0-1 0,1-2 0,0-2 0,49 4 0,137-3 0,-214-7 0,816-31 0,-305 6 0,315 20 0,-302 7 0,-515-2 0,22 0 0,0-1 0,0-2 0,52-11 0,-78 12 0,-1 0 0,0-1 0,0-1 0,0 1 0,0-2 0,0 1 0,-1-1 0,0 0 0,0-1 0,0 0 0,-1 0 0,1-1 0,-2 0 0,1 0 0,-1 0 0,0-1 0,9-16 0,-5 3 0,-2-1 0,0 0 0,-1-1 0,-1 0 0,-1 0 0,-2 0 0,0 0 0,-1-1 0,-1 1 0,-3-30 0,-4-13 0,-3 1 0,-24-90 0,11 67 0,-3 1 0,-41-96 0,65 183 0,1-1 0,-1 1 0,1-1 0,-1 1 0,1-1 0,-1 1 0,0-1 0,1 1 0,-1 0 0,0-1 0,1 1 0,-1 0 0,0-1 0,1 1 0,-1 0 0,0 0 0,1 0 0,-1 0 0,0 0 0,0 0 0,1-1 0,-1 2 0,0-1 0,1 0 0,-1 0 0,0 0 0,0 0 0,1 0 0,-1 1 0,0-1 0,1 0 0,-1 0 0,0 1 0,0 0 0,-27 15 0,26-15 0,-31 22 0,2 2 0,0 2 0,1 0 0,2 2 0,-28 36 0,36-39 0,1 1 0,1 2 0,1 0 0,1 0 0,2 1 0,-17 54 0,28-71 0,4-10 0,12-18 0,-6 6 0,135-188 0,-68 89 0,149-164 0,-222 271 0,0-1 0,-1 1 0,1 0 0,0 0 0,0 1 0,0-1 0,0 0 0,0 0 0,0 0 0,1 1 0,-1-1 0,0 0 0,0 1 0,0-1 0,1 1 0,-1-1 0,0 1 0,1 0 0,-1 0 0,0 0 0,1-1 0,-1 1 0,2 1 0,-1 0 0,0 0 0,0 0 0,0 1 0,0-1 0,0 1 0,0-1 0,0 1 0,-1 0 0,1 0 0,-1 0 0,0 0 0,3 4 0,9 17 0,0 0 0,-2 1 0,0 0 0,12 46 0,17 112 0,-23-99 0,-7-38 40,1 0 0,31 76 0,-36-107-164,1 0 0,1 0 1,0-1-1,0 0 0,1 0 0,1-1 1,0 0-1,1-1 0,1 0 0,-1-1 1,25 17-1,-5-9-6702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27.5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24536,'970'970'0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34.1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24477,'1215'1523'0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38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1143 24575,'0'0'0,"-4"-1"0,3 18 0,1 0 0,1 0 0,0 0 0,1 0 0,1-1 0,9 28 0,-2 0 0,99 379 0,18 87 0,-3 179 0,-122-679 0,0 5 0,1-1 0,0 0 0,1 1 0,8 18 0,-9-29 0,-1 1 0,1-1 0,-1 0 0,1 0 0,1 0 0,-1 0 0,0-1 0,1 0 0,0 1 0,0-1 0,0 0 0,0-1 0,0 1 0,1-1 0,-1 0 0,1 0 0,4 2 0,10 1 0,0 0 0,0-2 0,0 0 0,0-1 0,36-1 0,100-14 0,-118 9 0,139-17 0,695-54 0,334 72 0,-619 5 0,811-28 0,728-87 0,-1590 102 0,-308 10 0,-217 1 0,15 0 0,0-1 0,40-7 0,-57 6 0,-1 0 0,1 0 0,-1-1 0,1 0 0,-1 0 0,0 0 0,0-1 0,0-1 0,-1 1 0,1-1 0,-1 0 0,8-8 0,0-5 0,0 0 0,-1-1 0,-1 0 0,-1-1 0,0-1 0,-2 1 0,10-31 0,36-160 0,-53 203 0,123-680 0,-12 55 0,-109 609 0,60-345 0,-59 320 0,-2 0 0,-3 0 0,-1-1 0,-3 1 0,-16-76 0,18 115 0,0 0 0,-1 0 0,0 0 0,-1 1 0,0 0 0,0 0 0,-1 0 0,-1 0 0,-9-12 0,11 16 0,-1 2 0,1-1 0,-1 0 0,1 1 0,-1 0 0,0 0 0,0 0 0,-1 1 0,1-1 0,-1 1 0,1 1 0,-1-1 0,1 1 0,-1 0 0,0 0 0,0 0 0,0 1 0,-7 0 0,-10 2 0,0 1 0,0 0 0,0 2 0,0 1 0,1 0 0,-1 2 0,2 0 0,-27 15 0,2 2 0,2 3 0,-66 51 0,67-45 0,-42 45 0,70-63 0,1 1 0,0 0 0,1 1 0,1 0 0,-17 34 0,27-47 0,0-1 0,0 1 0,0 0 0,1 0 0,0 0 0,0 1 0,0-1 0,0 7 0,3-12 0,0 0 0,-1 0 0,1-1 0,0 1 0,-1 0 0,1-1 0,0 1 0,-1-1 0,1 1 0,-1-1 0,1 0 0,1-1 0,27-14 0,-1-1 0,-1-2 0,-1 0 0,26-26 0,96-100 0,-111 105 0,13-13 0,83-80 0,-106 108 0,1 0 0,62-38 0,-75 54 0,0 1 0,1 0 0,0 1 0,0 1 0,0 0 0,1 2 0,30-5 0,-33 8 0,1 0 0,-1 1 0,0 1 0,0 1 0,1 0 0,-1 1 0,-1 0 0,1 1 0,0 1 0,19 9 0,1 4 0,-1 1 0,-1 2 0,-1 1 0,-1 2 0,-1 1 0,34 37 0,5 13 0,69 99 0,-96-118-682,58 104-1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51.8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24575,'8'24'0,"51"254"0,-43-184 0,50 163 0,-59-238 0,0 0 0,2 0 0,0-1 0,1-1 0,0 1 0,2-2 0,0 1 0,21 20 0,-24-28 0,0-1 0,1 0 0,0-1 0,1 0 0,0 0 0,0-1 0,0 0 0,1-1 0,0-1 0,0 0 0,0 0 0,0-1 0,0-1 0,22 2 0,-14-3 0,0-1 0,0-1 0,0-1 0,0-1 0,-1-1 0,1 0 0,-1-1 0,28-12 0,-21 5 0,-1-1 0,0-1 0,-1-1 0,-1-1 0,32-27 0,-21 10 0,0-2 0,-2-1 0,-2-1 0,-1-2 0,-2 0 0,39-79 0,-49 84 0,0-1 0,-3-1 0,-1-1 0,-1 0 0,-2 0 0,9-70 0,-19 102 0,1 3 0,-1-1 0,0 1 0,0 0 0,1-1 0,-2 1 0,1 0 0,0-1 0,0 1 0,-1 0 0,1-1 0,-1 1 0,-1-4 0,0 7 0,0 0 0,0 1 0,0-1 0,1 0 0,-1 1 0,1-1 0,-1 1 0,1 0 0,0 0 0,-1-1 0,1 1 0,-1 4 0,-16 26 0,3 1 0,1 1 0,1 0 0,-9 41 0,-23 146 0,19-25 0,-2 223 0,29 201 0,2-87 0,-17-283 0,7-192 0,-2 0 0,-22 72 0,20-98 0,0 0 0,-2 0 0,-2-1 0,0-1 0,-23 33 0,22-42 0,0 0 0,-1-1 0,-1-1 0,-1-1 0,-1 0 0,0-1 0,-35 20 0,38-26 0,-2-1 0,1-1 0,-1 0 0,-1-2 0,0 0 0,0-1 0,0-2 0,0 0 0,-26 2 0,36-5 0,-1-1 0,1 0 0,0 0 0,0-2 0,0 1 0,-1-1 0,1 0 0,1-1 0,-1 0 0,0-1 0,1 0 0,-1 0 0,1-1 0,1 0 0,-1-1 0,1 0 0,0 0 0,0-1 0,0 0 0,-9-12 0,7 4 0,1 0 0,0-1 0,1 0 0,0 0 0,2-1 0,0 0 0,1 0 0,0-1 0,2 1 0,0-1 0,1 0 0,1 0 0,0-18 0,3-19 0,2 0 0,3 1 0,13-54 0,-1 26 0,4 2 0,3 0 0,63-131 0,-58 151 0,2 2 0,3 1 0,2 2 0,3 1 0,52-53 0,-80 94-227,0 0-1,1 0 1,0 1-1,1 1 1,27-15-1,-26 18-6598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53.1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1 24575,'0'0'0,"-1"7"0,-5 369 0,32 1 0,-20-312 0,-3-25-93,7 95-543,47 223 0,-53-340-6190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53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0 275 24575,'0'0'0,"8"-10"0,21-7 0,0 1 0,1 1 0,59-19 0,103-20 0,-185 52 0,168-36 0,317-29 0,185 45 0,-351 29 0,-227-1 0,122 24 0,-209-28 0,0 0 0,1 1 0,-1 0 0,24 9 0,-33-10 0,0-1 0,-1 0 0,1 1 0,-1 0 0,1-1 0,-1 1 0,1 0 0,-1 0 0,0 1 0,0-1 0,0 0 0,0 1 0,-1-1 0,1 1 0,-1 0 0,1-1 0,-1 1 0,0 0 0,0 0 0,0 0 0,1 5 0,0 37 0,-1-1 0,-3 0 0,-1 0 0,-11 53 0,5-35 0,-5 33 0,-15 155 0,28-216 0,0 0 0,3-1 0,0 1 0,3 0 0,10 42 0,-12-65 0,-2-9 0,-1 0 0,1 0 0,0-1 0,-1 1 0,0 0 0,1 0 0,-1 0 0,0-1 0,0 1 0,0 0 0,0 0 0,-1 3 0,0-3 0,0 0 0,0-1 0,-1 0 0,1 1 0,-1-1 0,1 0 0,-1 0 0,1 1 0,-1-1 0,0 0 0,0-1 0,1 1 0,-1 0 0,0 0 0,-3 0 0,-27 9 0,-1-1 0,-62 8 0,-76-2 0,136-12 0,-585 26 0,-98 7 0,459-10 0,-138 9 0,339-38-1365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55.0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1279 1885 24575,'-27'-47'0,"1"-1"0,-24-66 0,31 69 0,-72-185 0,11-3 0,10-3 0,-42-270 0,99 438 0,-20-101 0,25 139 0,-1-1 0,-2 1 0,-18-37 0,28 65 0,-1 0 0,1 0 0,0 0 0,-1 0 0,1 0 0,-1 0 0,0 1 0,0-1 0,0 0 0,0 1 0,0 0 0,0-1 0,0 1 0,0 0 0,0 0 0,0 0 0,-1 0 0,1 0 0,0 1 0,-1-1 0,1 1 0,-1 0 0,1-1 0,-1 1 0,1 0 0,-1 1 0,1-1 0,0 0 0,-1 1 0,1-1 0,-1 1 0,1 0 0,-3 1 0,-10 3 0,1 1 0,0 1 0,1 1 0,-16 10 0,21-13 0,-37 25 0,1 3 0,2 1 0,1 2 0,2 2 0,2 1 0,1 2 0,2 2 0,2 1 0,2 1 0,2 2 0,2 1 0,3 1 0,-19 53 0,33-73 0,1 0 0,-6 39 0,13-59 0,0 1 0,0 0 0,1 0 0,0 0 0,1 0 0,0 0 0,0 0 0,1-1 0,0 1 0,8 17 0,-9-24 0,1 0 0,-1-1 0,1 1 0,0-1 0,0 1 0,0-1 0,1 0 0,-1 0 0,0 0 0,1 0 0,-1 0 0,1 0 0,0-1 0,0 1 0,-1-1 0,1 0 0,0 0 0,0 0 0,0 0 0,0 0 0,0-1 0,1 1 0,-1-1 0,0 0 0,0 0 0,0 0 0,0-1 0,5 0 0,2-1 0,1 0 0,-1 0 0,0-2 0,0 1 0,0-1 0,0-1 0,11-6 0,7-8 0,0-1 0,-2-2 0,0 0 0,-1-2 0,-1 0 0,31-44 0,-5-2 0,58-108 0,-20 6 0,-75 144 0,-2-2 0,0 0 0,-3 0 0,7-35 0,-15 64 0,0-1 0,0 1 0,0-1 0,1 1 0,-1 0 0,0-1 0,1 1 0,-1 0 0,1-1 0,-1 1 0,1 0 0,0 0 0,-1-1 0,1 1 0,1-1 0,0 1 0,0 0 0,-1 1 0,1-1 0,0 1 0,0 0 0,0-1 0,0 1 0,0 0 0,-1 0 0,1 0 0,4 1 0,25 1 0,0 2 0,-1 1 0,1 2 0,-1 1 0,48 19 0,-8 3 0,77 46 0,226 176 133,-98-60-1631,-224-160-5328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55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1 24575,'-2'24'0,"-96"1185"-1365,97-1189-5461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3:56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24575,'0'0'0,"1"2"0,2 6 0,4 11 0,5 15 0,7 16 0,5 13 0,3 9 0,2 6 0,0-1 0,-1-2 0,-3-6 0,0-3 0,-4-13-8191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29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0 490 24575,'0'0'0,"3"-4"0,13-5 0,1 0 0,0 1 0,0 0 0,0 2 0,34-9 0,-15 4 0,116-29 0,1 6 0,277-25 0,320 28 0,-212 31 0,-534 0 0,-3 0 0,-1 0 0,1 0 0,0 0 0,0 0 0,0 0 0,-1 0 0,1 0 0,0 0 0,0 0 0,0 0 0,-1 0 0,1-1 0,0 1 0,0 0 0,-1-1 0,1 1 0,0 0 0,0-1 0,-1-1 0,0 1 0,0 0 0,0 0 0,-1-1 0,1 1 0,0 0 0,-1 0 0,1-1 0,-1 1 0,1 0 0,-1 0 0,0 0 0,1 0 0,-1 0 0,0 0 0,0 0 0,0 0 0,1 0 0,-2-1 0,-8-8 0,1 1 0,-1-1 0,0 2 0,-1-1 0,0 2 0,-24-14 0,-80-31 0,104 47 0,-53-21 0,-1 2 0,-101-23 0,163 46 0,8 2 0,30 2 0,3-2 0,1 2 0,-1 1 0,0 2 0,0 2 0,69 23 0,-81-22 0,0 2 0,0 1 0,-1 1 0,-1 2 0,0 0 0,-1 1 0,0 1 0,35 37 0,-53-49 0,1 1 0,-1 0 0,-1 0 0,1 1 0,-1-1 0,-1 1 0,1 0 0,-1 0 0,0 0 0,3 15 0,-5-17 0,0 0 0,-1 1 0,0-1 0,0 1 0,-1-1 0,1 1 0,-1-1 0,0 0 0,-1 1 0,1-1 0,-1 0 0,0 0 0,0 0 0,-1 0 0,1 0 0,-5 5 0,-9 12 0,-1-2 0,-1 0 0,-1-1 0,0 0 0,-2-2 0,0 0 0,-29 17 0,-18 5 0,-84 38 0,150-76 0,-56 26 0,0-2 0,-93 26 0,143-49-1365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31.1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0 24575,'0'0'0,"0"12"0,25 1066 0,-24-1070 0,1-8 0,7-14 0,7-30 0,5-30 0,-4-1 0,-3 0 0,-3-1 0,-3-1 0,-5-136 0,-4 188 0,-1 0 0,-6-29 0,7 46 0,-1 0 0,-1 0 0,0 1 0,0-1 0,0 1 0,-1 0 0,0-1 0,0 2 0,-1-1 0,-8-10 0,13 17 0,0 0 0,0-1 0,0 1 0,0-1 0,0 1 0,0 0 0,0-1 0,0 1 0,0-1 0,0 1 0,0-1 0,0 1 0,0 0 0,0-1 0,0 1 0,1-1 0,-1 1 0,0 0 0,0-1 0,0 1 0,1 0 0,-1-1 0,0 1 0,1 0 0,-1-1 0,0 1 0,1 0 0,-1-1 0,0 1 0,1 0 0,-1 0 0,0 0 0,1-1 0,-1 1 0,1 0 0,-1 0 0,0 0 0,1 0 0,0 0 0,21-10 0,29-5 0,1 1 0,74-9 0,110-2 0,-204 23 0,196-14 0,250 14 0,-450 3 0,0 1 0,1 2 0,50 12 0,-70-13 0,0 0 0,-1 1 0,1 0 0,-1 0 0,0 0 0,0 1 0,0 1 0,-1-1 0,0 1 0,0 0 0,0 1 0,-1 0 0,0 0 0,0 0 0,7 14 0,5 13 0,-2-1 0,-2 2 0,12 41 0,22 113 0,11 35 0,-57-218 0,0-1 0,-1 1 0,1-1 0,-1 1 0,0 0 0,-1 0 0,1-1 0,-1 1 0,0 0 0,0 0 0,-2 7 0,0-8 0,0 0 0,0 0 0,0-1 0,-1 1 0,1-1 0,-1 0 0,0 0 0,-1 0 0,1 0 0,-1 0 0,1-1 0,-1 0 0,-7 5 0,-17 12 0,-1-2 0,-1-2 0,0 0 0,-50 17 0,-140 32 0,106-40 0,-2-6 0,-137 5 0,-237-27 0,429 1 0,-1-4 0,1-2 0,0-2 0,-82-26 0,140 35-45,1 1-1,-1-1 1,1 0-1,-1 0 1,1 0-1,-1 0 1,1 0-1,0 0 1,0-1-1,-1 1 1,1-1-1,0 1 1,0-1-1,0 0 1,1 0-1,-1 0 1,0 0-1,1 0 1,-1 0-1,1-1 1,0 1-1,0 0 1,0-1-1,0 1 0,0-1 1,0 1-1,1-1 1,-1 0-1,1-2 1,0-23-6781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31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494 3114 24575,'-15'-22'0,"-3"-9"0,2-1 0,2-1 0,0-1 0,2 0 0,-14-70 0,10 12 0,-4-102 0,13-602 0,13 473 0,-4 139 0,-5-490 0,-6 518 0,5 127 0,0 0 0,-2 0 0,-12-36 0,18 64 0,0 1 0,-1 0 0,1-1 0,0 1 0,0-1 0,0 1 0,-1 0 0,1-1 0,0 1 0,0 0 0,-1-1 0,1 1 0,0 0 0,-1-1 0,1 1 0,0 0 0,-1-1 0,1 1 0,0 0 0,-1 0 0,1 0 0,-1-1 0,1 1 0,0 0 0,-1 0 0,1 0 0,-1 0 0,1 0 0,-1 0 0,1 0 0,-1 0 0,1 0 0,-17 8 0,-16 23 0,31-28 0,-29 33 0,2 2 0,2 1 0,1 1 0,2 1 0,2 1 0,1 1 0,3 1 0,-13 48 0,30-89 0,-5 20 0,7-19 0,7-13 0,32-54 0,62-133 0,-60 107 0,-14 32 0,46-86 0,-62 123 0,0 0 0,2 1 0,1 1 0,27-29 0,-35 42 0,-1-1 0,0 1 0,1 1 0,0-1 0,0 1 0,1 1 0,-1-1 0,1 1 0,-1 0 0,1 1 0,0 0 0,0 0 0,13-1 0,-8 3 0,0 0 0,0 1 0,-1 0 0,1 1 0,0 0 0,-1 1 0,24 9 0,1 5 0,0 1 0,-1 3 0,-1 0 0,42 35 0,39 39 38,-68-54-740,92 61 1,-95-77-6125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32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24575,'0'4'0,"1"-1"0,0 1 0,0-1 0,0 0 0,1 1 0,-1-1 0,1 0 0,2 4 0,3 8 0,21 52 0,108 232 0,-114-260 0,1 0 0,2-2 0,2-1 0,1-1 0,40 39 0,-57-63 0,0-1 0,0-1 0,1 0 0,0-1 0,1 0 0,0-1 0,0 0 0,1-1 0,-1-1 0,1 0 0,0-1 0,1 0 0,-1-1 0,1-1 0,0 0 0,0-1 0,-1 0 0,1-2 0,20-2 0,-9 0 0,0-2 0,0-1 0,0-1 0,-1-1 0,46-21 0,-54 20 0,0-1 0,-1-1 0,0 0 0,0-1 0,-1-1 0,-1-1 0,0 1 0,18-26 0,-14 15 0,-1-2 0,-1 0 0,15-34 0,-25 48 0,-2 0 0,1 0 0,-1-1 0,-1 1 0,0-1 0,-1 1 0,-1-1 0,0 0 0,0 0 0,-2-17 0,-2 31 0,-1 10 0,-3 15 0,0 14 0,2 1 0,2 0 0,2 0 0,8 77 0,40 163 0,1-76 0,-19-93 0,20 174 0,-47-269 0,-1-1 0,-1 1 0,-1 0 0,0-1 0,-1 1 0,-1-1 0,0 1 0,-7 16 0,7-24 0,-1 0 0,0-1 0,0 0 0,-1 0 0,0 0 0,-1 0 0,1-1 0,-1 0 0,-1 0 0,0-1 0,0 0 0,0 0 0,0 0 0,-1-1 0,-15 8 0,12-8 0,0-1 0,0 0 0,0 0 0,-1-1 0,1-1 0,-1 0 0,0 0 0,0-1 0,0-1 0,0 0 0,0-1 0,1 0 0,-1 0 0,0-1 0,1-1 0,-1 0 0,1-1 0,0 0 0,0-1 0,0 0 0,-11-7 0,13 6 0,-1 0 0,1 0 0,1-1 0,-1-1 0,1 1 0,1-1 0,-1-1 0,2 1 0,-1-1 0,1-1 0,0 1 0,1-1 0,0 0 0,0 0 0,1 0 0,1-1 0,0 1 0,0-1 0,1 0 0,0 0 0,1 0 0,0-20 0,4 6 0,0-1 0,2 1 0,0 1 0,2-1 0,1 1 0,1 0 0,1 1 0,20-36 0,-1 11 0,3 1 0,65-76 0,20 4-1365,-68 75-5461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33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153 12 24575,'5'-2'0,"0"0"0,0 0 0,0 1 0,1 0 0,-1-1 0,0 2 0,0-1 0,1 1 0,-1-1 0,0 1 0,1 1 0,-1-1 0,0 1 0,1 0 0,-1 0 0,0 1 0,0-1 0,0 1 0,0 0 0,8 5 0,-5-2 0,0-1 0,0 2 0,-1-1 0,1 1 0,-1 0 0,0 0 0,-1 1 0,0 0 0,0 0 0,10 16 0,-11-14 0,-1 1 0,0-1 0,0 1 0,-1 0 0,-1 0 0,0 0 0,0 0 0,0 1 0,-2-1 0,1 12 0,-2-6 0,-1-1 0,0 1 0,-1-1 0,-1 0 0,0 0 0,-7 16 0,-3 0 0,-2-1 0,-1 0 0,-1-1 0,-1-1 0,-35 38 0,29-36 0,-2-1 0,-2-1 0,0-1 0,-2-2 0,-48 32 0,151-110 0,28-4 48,156-66 1,118-22-930,-308 121 300,-13 4-6245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4:41.5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0 670 24575,'7'-22'0,"4"-4"0,2 1 0,0 1 0,2 0 0,0 1 0,2 0 0,32-34 0,130-108 0,-139 133 0,1 1 0,2 2 0,1 2 0,1 2 0,1 2 0,1 2 0,1 2 0,1 2 0,0 2 0,1 3 0,0 2 0,1 1 0,103-1 0,-102 10 0,0 4 0,0 1 0,0 3 0,-1 2 0,0 2 0,-1 2 0,-1 3 0,0 1 0,48 27 0,-43-15 0,0 2 0,-2 3 0,-2 2 0,-1 2 0,-2 2 0,-2 3 0,49 59 0,-34-25 0,-4 2 0,-3 3 0,-4 2 0,-3 2 0,54 147 0,117 482 0,-176-561 0,281 1055 0,-282-1039 0,35 330 0,-52 180 0,-27-364 0,18 798 0,7-830 0,32 509 0,-40 0 0,-23-464 0,-3 477 0,20-571 0,52 328 0,-48-499 0,32 104 0,-36-147 0,1-1 0,1 0 0,1 0 0,1-1 0,0 0 0,2-1 0,0-1 0,23 25 0,-30-37 0,1 0 0,-1-1 0,1 1 0,0-1 0,1-1 0,-1 1 0,1-1 0,0-1 0,0 1 0,0-1 0,0-1 0,1 0 0,11 2 0,-7-3 0,0 0 0,0-1 0,-1-1 0,1 0 0,0-1 0,-1 0 0,0-1 0,17-5 0,4-6 0,-1-1 0,0-1 0,-1-1 0,-1-2 0,45-37 0,-26 14 0,-1-2 0,-3-3 0,-1-1 0,-3-2 0,44-70 0,151-294 0,-157 265 0,-10 24 0,0 2 0,83-200 0,-134 265 0,-2 0 0,-2-1 0,-3 0 0,-3-1 0,1-76 0,-25-301 0,-10-14 0,24 435 0,-4 11 0,-18 18 0,17-7 0,-32 23 0,2 2 0,1 2 0,1 1 0,2 2 0,2 1 0,1 1 0,2 2 0,2 1 0,1 1 0,3 0 0,-29 77 0,48-111 0,-7 26 0,9-32 0,1 0 0,0 0 0,-1-1 0,1 1 0,0 0 0,0 0 0,0 0 0,0 0 0,1 0 0,-1-1 0,0 1 0,1 0 0,-1 0 0,1-1 0,1 3 0,1-5 0,1 1 0,-1-1 0,1-1 0,-1 1 0,0 0 0,1-1 0,-1 0 0,4-2 0,-7 4 0,26-17 0,-1-1 0,-1 0 0,0-2 0,-2-1 0,24-28 0,93-127 0,-128 161 0,79-111 0,-33 43 0,89-100 0,-140 177 0,0-1 0,0 1 0,0 1 0,1-1 0,0 1 0,0 1 0,0-1 0,0 1 0,10-4 0,-14 7 0,1 0 0,-1 1 0,1-1 0,0 1 0,-1 0 0,1 0 0,-1 0 0,1 0 0,0 0 0,-1 1 0,1 0 0,-1-1 0,1 1 0,-1 1 0,1-1 0,-1 1 0,0-1 0,0 1 0,0 0 0,0 0 0,0 0 0,0 0 0,5 6 0,5 5 0,-1 1 0,0 0 0,-1 1 0,0 1 0,-2 0 0,1 0 0,-2 0 0,7 20 0,43 145 0,-55-170 0,32 142 0,-23-91 0,3 0 0,30 79 0,-44-138-124,1 0 0,-1 0 0,1 0 0,-1-1 0,1 1 0,0 0-1,0-1 1,0 1 0,1-1 0,3 4 0,9 3-6702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49:55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1921 961 24517,'-1'38'0,"-1"-1"0,-2 1 0,-1-1 0,-2 0 0,-1 0 0,-1 0 0,-2-1 0,-2-1 0,0 1 0,-2-2 0,-2 0 0,-1-1 0,-1 0 0,-1-1 0,-2-1 0,0-1 0,-2-1 0,-1-1 0,-1-1 0,-2-1 0,0-1 0,-1-1 0,-1-1 0,-1-1 0,-1-2 0,0-1 0,-1-1 0,-1-2 0,-1-1 0,0-1 0,-1-2 0,0-1 0,0-1 0,-1-2 0,0-1 0,0-2 0,-1-2 0,0 0 0,1-3 0,-1 0 0,0-3 0,1 0 0,0-2 0,0-2 0,0-1 0,0-2 0,1-1 0,1-1 0,-1-2 0,2-1 0,0-1 0,1-2 0,0-1 0,1-1 0,2-2 0,-1-1 0,2-1 0,1-1 0,1-1 0,1-1 0,1-1 0,1-1 0,1-1 0,2-1 0,0-1 0,2-1 0,1 0 0,2-1 0,1 0 0,1-2 0,2 1 0,1-1 0,1-1 0,2 0 0,2 0 0,0 0 0,3-1 0,1 1 0,1-1 0,2 0 0,1 1 0,1-1 0,3 1 0,0 0 0,2 0 0,2 0 0,1 1 0,1 1 0,2-1 0,1 2 0,1 0 0,2 1 0,1 0 0,2 1 0,0 1 0,2 1 0,1 1 0,1 1 0,1 1 0,1 1 0,1 1 0,1 1 0,2 1 0,-1 1 0,2 2 0,1 1 0,0 1 0,1 2 0,0 1 0,2 1 0,-1 2 0,1 1 0,1 1 0,0 2 0,0 1 0,0 2 0,0 2 0,1 0 0,0 3 0,-1 0 0,1 3 0,0 0 0,-1 2 0,0 2 0,0 1 0,-1 2 0,0 1 0,0 1 0,-1 2 0,0 1 0,-1 1 0,-1 2 0,-1 1 0,0 1 0,-1 2 0,-1 1 0,-1 1 0,-1 1 0,0 1 0,-2 1 0,-1 1 0,-1 1 0,-2 1 0,0 1 0,-2 1 0,-1 1 0,-1 0 0,-1 1 0,-2 0 0,-2 2 0,0-1 0,-2 1 0,-2 1 0,-1 0 0,-1 0 0,-2 0 0,-1 1 0,-2-1 0,-1 1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00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266 993 24575,'838'0'0,"-833"1"0,0-1 0,0-1 0,-1 1 0,1-1 0,0 0 0,0 0 0,-1 0 0,1 0 0,-1-1 0,1 0 0,-1 0 0,0 0 0,1 0 0,4-5 0,-6 4 0,0 0 0,0 0 0,-1-1 0,1 1 0,-1-1 0,0 1 0,0-1 0,0 0 0,-1 0 0,1 0 0,-1 0 0,0 0 0,0 0 0,0 0 0,-1 0 0,1-1 0,-1-3 0,21-263 0,5-149 0,-27 415 0,1-1 0,0 1 0,-1-1 0,0 1 0,0-1 0,-1 1 0,0 0 0,1 0 0,-2-1 0,1 1 0,-1 1 0,1-1 0,-1 0 0,-1 1 0,1-1 0,-1 1 0,1 0 0,-1 0 0,-1 0 0,-3-3 0,-8-3 0,-1 0 0,0 1 0,0 1 0,-27-9 0,14 5 0,7 4 0,0 1 0,0 1 0,-1 1 0,1 1 0,-37-2 0,-125 7 0,76 3 0,-21-6 0,-126 4 0,228 0 0,-36 8 0,56-9 0,0 1 0,1 0 0,-1 1 0,1-1 0,0 1 0,0 1 0,0 0 0,0 0 0,-10 7 0,14-7 0,0-1 0,1 1 0,-1-1 0,1 1 0,-1 0 0,1 0 0,0 0 0,1 0 0,-1 1 0,1-1 0,0 0 0,0 1 0,0-1 0,0 9 0,0 8 0,3 41 0,1-27 0,-2-20 0,1 0 0,1 0 0,0 0 0,1-1 0,9 21 0,-7-20 0,-1 0 0,-1 1 0,0 0 0,3 23 0,-9 47 0,-1 7 0,4-84 0,0 0 0,0-1 0,0 1 0,1-1 0,1 1 0,0-1 0,0 0 0,5 10 0,-1-7-124,0 1 0,-1 1 0,-1-1 0,0 1 0,0 0 0,-1 0-1,-1 1 1,0-1 0,-1 1 0,1 17 0,-3-11-6702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08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1 24575,'408'12'0,"19"-1"0,-77-11 0,-513 10 0,56-1 0,-694 41 0,650-49 0,699 25 0,-186-4 0,-304-21 0,-49-1 0,-41 0 0,-516 11 0,-5 1 0,1009-48 0,-284 16 0,176 2 0,-299 19-1365,-30 0-5461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22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24575,'0'0'0,"12"11"0,10 1 0,1 0 0,0-2 0,1-1 0,36 9 0,102 16 0,-143-31 0,45 9 0,1-2 0,0-4 0,114-2 0,-155-8-1365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23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 24575,'7'3'0,"0"-1"0,-1 0 0,1-1 0,0 1 0,0-1 0,11 0 0,4 1 0,68 7 0,0-4 0,1-3 0,-1-5 0,0-3 0,154-32 0,-186 21-1365,-35 9-5461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24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24575,'0'0'0,"0"0"0,4 0 0,10 0 0,22 1 0,29 4 0,31 3 0,23 4 0,16 2 0,3 0 0,-3-2 0,-7-6 0,-6-7 0,-25-3-8191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17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24575,'0'0'0,"0"0"0,0-1 0,0 0 0,0 0 0,0 1 0,3 3 0,5 10 0,9 17 0,11 19 0,10 22 0,9 20 0,5 17 0,3 14 0,2 12 0,-2 6 0,-10-21-8191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18.1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1 24575,'1'17'0,"20"442"0,-33-3 0,0-72 0,11-361 0,0-5 0,1 0 0,0 1 0,1-1 0,1 0 0,1 1 0,6 21 0,-9-38 0,1-1 0,-1 0 0,0 0 0,1 1 0,-1-1 0,1 0 0,0 0 0,-1 0 0,1 1 0,0-1 0,0 0 0,-1 0 0,1 0 0,0 0 0,0 0 0,0-1 0,0 1 0,0 0 0,1 0 0,-1-1 0,0 1 0,0 0 0,0-1 0,1 1 0,-1-1 0,0 0 0,1 1 0,-1-1 0,0 0 0,0 0 0,1 0 0,-1 0 0,1 0 0,-1 0 0,0 0 0,0 0 0,1-1 0,-1 1 0,0-1 0,1 1 0,0-1 0,6-3 0,-1-1 0,1 0 0,-1 0 0,0-1 0,-1 1 0,8-9 0,20-23 0,38-55 0,226-370-504,-33-26 0,-194 346 504,-70 141 0,-1 0 0,0 0 0,0 1 0,1-1 0,-1 0 0,0 0 0,1 0 0,-1 1 0,1-1 0,-1 0 0,1 0 0,-1 1 0,1-1 0,-1 1 0,1-1 0,0 0 0,0 1 0,-1-1 0,1 1 0,0-1 0,0 1 0,1-1 0,-1 3 0,-1 0 0,1-1 0,0 1 0,-1 0 0,0 0 0,1 0 0,-1-1 0,0 1 0,0 0 0,0 0 0,0 0 0,0 2 0,-4 77 232,-3 1 0,-23 101 0,20-126-88,-390 1590-1485,272-1253 985,93-301 281,-5-1-1,-56 93 0,72-144 76,-41 52 0,53-79 0,1 0 0,-2-2 0,0 1 0,0-2 0,-1 1 0,-27 15 0,36-24 51,0-1-1,1 1 0,-1-1 0,0 0 1,-1-1-1,1 1 0,0-1 0,0 0 1,-1 0-1,1-1 0,0 1 0,-1-1 1,-9-1-1,11 0-5,0 0 1,0-1-1,0 1 1,0-1-1,0 0 1,1 0-1,-1 0 1,1 0-1,-1-1 1,1 1-1,0-1 1,0 0-1,0 0 1,0 0-1,0 0 0,1 0 1,0-1-1,-3-4 1,-3-7 5,1-1-1,1 0 1,1 0 0,0-1 0,1 1-1,1-1 1,0 0 0,1 0 0,1 0-1,2-32 1,3 2-62,1-1 0,21-79-1,-13 76-85,3 1-1,2 0 1,2 1-1,3 1 1,1 1-1,2 2 1,3 0-1,1 2 1,2 1-1,2 1 1,1 2-1,3 2 0,46-36 1,-13 21-6729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18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453 0 24575,'25'0'0,"-1"1"0,0 1 0,0 2 0,0 0 0,0 1 0,-1 1 0,0 1 0,42 20 0,-55-22 0,0 1 0,0 0 0,0 1 0,-1 0 0,0 1 0,0-1 0,-1 2 0,0-1 0,0 1 0,-1 0 0,0 1 0,-1 0 0,0 0 0,-1 0 0,0 1 0,0 0 0,-1 0 0,-1 0 0,0 0 0,3 16 0,-4-1 0,0 0 0,-2 0 0,-1-1 0,-1 1 0,-1 0 0,-12 46 0,-58 147 0,4-60 0,40-98 0,3 1 0,-35 126 0,58-176 0,1 1 0,1 0 0,0 0 0,1 0 0,0 0 0,1 0 0,0 0 0,1 0 0,1-1 0,6 21 0,-3-17 0,1-1 0,1 1 0,0-1 0,1-1 0,0 0 0,1 0 0,18 18 0,-27-31 0,0 0 0,0 0 0,0 0 0,0 0 0,0 1 0,0-1 0,-1 0 0,1 0 0,0 1 0,-1-1 0,1 0 0,-1 1 0,1-1 0,-1 0 0,0 1 0,1-1 0,-1 1 0,0-1 0,0 0 0,0 1 0,0-1 0,0 1 0,0-1 0,-1 1 0,1-1 0,0 0 0,-1 1 0,1-1 0,-1 0 0,0 1 0,1-1 0,-1 0 0,0 0 0,0 1 0,1-1 0,-1 0 0,0 0 0,0 0 0,0 0 0,-1 0 0,1 0 0,0-1 0,0 1 0,-2 1 0,-7 4 0,-1 0 0,0-1 0,0 0 0,-15 5 0,19-8 0,-23 8 0,-1-1 0,0-2 0,0 0 0,-1-3 0,-56 2 0,73-5 0,-1-2 0,1 0 0,0-1 0,-1 0 0,1-1 0,0-1 0,1 0 0,-1-1 0,1-1 0,0 0 0,0-1 0,0-1 0,1 0 0,-15-12 0,15 8-341,0-1 0,1-1-1,-14-21 1,-26-47-6485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19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24575,'0'0'0,"2"1"0,3 4 0,10 12 0,14 23 0,16 35 0,12 38 0,5 37 0,-7-6-8191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15.3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98 24575,'2'19'0,"21"184"0,71 486 0,-89-661 0,24 105 0,-25-121 0,0 0 0,1-1 0,0 1 0,1-1 0,0 0 0,0-1 0,1 1 0,13 13 0,-17-21 0,1 1 0,-1-1 0,1 0 0,0-1 0,0 1 0,0-1 0,0 1 0,1-1 0,-1-1 0,0 1 0,1 0 0,-1-1 0,1 0 0,0 0 0,-1-1 0,1 1 0,0-1 0,0 0 0,-1 0 0,1 0 0,0-1 0,0 0 0,-1 0 0,10-3 0,0-1 0,1-2 0,-1 0 0,0 0 0,-1-1 0,1-1 0,19-17 0,10-12 3,-2-2 0,-2-1-1,52-71 1,88-156-165,-58 65-217,149-337 0,-282 596 379,8-37 0,-143 631-69,37 12 4,41 423 65,69-1063 86,1-17-14,-1 0-1,0 0 0,0 0 0,0 0 0,-1 1 0,1-1 1,-1 0-1,-1 0 0,1 0 0,-3 7 0,3-12-66,0 1 0,1-1-1,-1 0 1,1 0-1,-1 1 1,1-1 0,-1 0-1,0 0 1,1 0-1,-1 0 1,1 0 0,-1 0-1,0 0 1,1 0 0,-1 0-1,0 0 1,1 0-1,-1 0 1,1 0 0,-1 0-1,0 0 1,1-1-1,-1 1 1,1 0 0,-1-1-1,1 1 1,-1 0 0,1-1-1,-1 1 1,1 0-1,-1-1 1,1 1 0,0-1-1,-1 1 1,1-1-1,-1 1 1,1-1 0,0 1-1,0-1 1,-1 0 0,-17-25-21,10 8 16,0 0 0,2 0 0,0-1 0,1 1 0,1-2 0,0 1 0,2 0 0,0-1 0,1 1 0,1-1 0,5-35 0,1 12 0,2 1 0,1 1 0,3-1 0,23-55 0,1 19-682,64-104-1,-27 66-6143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15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24575,'0'0'0,"0"1"0,3 5 0,3 9 0,7 15 0,8 18 0,4 21 0,4 18 0,1 14 0,-2 11 0,-3 5 0,-1 3 0,-4 0 0,-2-1 0,-3-4 0,-2-11 0,-5-22-8191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16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1 24575,'0'19'0,"0"36"0,10 260 0,-6-278 0,2 0 0,1-1 0,2 0 0,1 0 0,2-1 0,22 46 0,-30-72 0,2 1 0,-1-1 0,1 0 0,0-1 0,1 1 0,0-1 0,16 13 0,-19-17 0,1-1 0,0 0 0,-1-1 0,1 1 0,0-1 0,0 0 0,1 0 0,-1 0 0,0-1 0,1 1 0,-1-1 0,1-1 0,-1 1 0,1-1 0,-1 0 0,11-1 0,-3-2 0,0 0 0,0-1 0,-1 0 0,1-1 0,-1 0 0,0-1 0,-1 0 0,1-1 0,13-11 0,5-6 0,53-54 0,-36 26 0,-2-3 0,-3-1 0,-2-2 0,-3-1 0,38-82 0,-74 176 0,-65 511 12,-36-2-539,100-542 522,-6 31-12,-116 551-96,75-397 126,-76 193 0,45-202-13,63-149 0,-1-2 0,-1 0 0,-40 46 0,52-66-3,-1-1 1,0 0 0,0-1-1,0 0 1,-1 0-1,0 0 1,0 0 0,0-1-1,-1-1 1,-13 6 0,18-8 6,-1 0 0,1-1 1,0 1-1,0-1 0,-1 0 1,1 0-1,0 0 0,-1-1 1,1 1-1,0-1 0,0 0 1,0 0-1,0 0 0,0 0 1,0 0-1,0-1 0,0 1 1,0-1-1,0 0 0,1 0 1,-1 0-1,1 0 0,-1 0 1,1-1-1,0 1 0,0-1 1,0 1-1,0-1 0,-1-3 1,-5-7 50,1-1 0,0 0 0,1-1 1,1 1-1,1-1 0,0 0 0,0-1 0,2 1 1,-2-22-1,2-1-66,2 0 1,9-66-1,-1 58-140,3 0-1,2 1 0,1 1 0,2 0 1,3 1-1,1 0 0,2 2 1,37-52-1,6-1-6674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16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24575,'18'13'0,"30"24"0,-1 1 0,-2 3 0,-1 1 0,63 81 0,-88-97 0,-1 0 0,-1 2 0,-1 0 0,-2 0 0,-1 2 0,-1 0 0,-1 0 0,-2 1 0,-1 0 0,6 52 0,-11-32 0,-2 1 0,-3-1 0,-2 0 0,-2-1 0,-2 1 0,-2-1 0,-3 0 0,-2-2 0,-25 58 0,38-96 0,7-7 0,18-10 0,-21 6 0,35-16 24,-2-1 0,0-2 0,-1-1 0,48-40 0,-30 16-767,82-91 1,-49 36-6084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16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24575,'0'0'0,"1"1"0,5 5 0,6 8 0,12 16 0,13 17 0,9 18 0,8 13 0,4 9 0,1 3 0,-9-14-8191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28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2141 375 24575,'0'0'0,"-3"-10"0,-4-5 0,0 0 0,-2 1 0,0 0 0,0 1 0,-1 0 0,-20-20 0,6 10 0,-1 1 0,-36-25 0,27 25 0,-1 3 0,-1 1 0,0 1 0,-1 2 0,0 2 0,-2 1 0,1 2 0,-78-9 0,53 13 0,1 2 0,-1 4 0,0 2 0,1 3 0,-63 13 0,69-7 0,1 3 0,1 2 0,0 2 0,1 3 0,1 2 0,1 2 0,-69 46 0,94-53 0,0 1 0,1 2 0,1 0 0,1 2 0,1 0 0,1 1 0,1 2 0,1 0 0,1 1 0,2 0 0,1 2 0,1 0 0,1 0 0,-14 51 0,17-32 0,2 0 0,2 1 0,3 0 0,1 0 0,3-1 0,2 1 0,1 0 0,16 61 0,0-24 0,4 0 0,4-3 0,66 137 0,-61-152 0,3-2 0,4-1 0,2-2 0,2-2 0,4-2 0,82 80 0,-100-111 0,2-2 0,0-1 0,2-1 0,1-2 0,0-1 0,2-2 0,0-1 0,1-2 0,1-2 0,0-2 0,1-1 0,0-2 0,65 7 0,-52-15 0,0-1 0,0-3 0,0-3 0,-1-1 0,1-3 0,-2-2 0,0-2 0,0-3 0,-2-2 0,59-30 0,-46 15 0,0-1 0,-3-4 0,-1-2 0,-2-3 0,-2-2 0,-2-2 0,53-64 0,-77 79 0,-2-2 0,-1 0 0,-2-2 0,-1 0 0,-3-1 0,0-1 0,13-44 0,-25 58 0,0-1 0,-1 1 0,-2-2 0,-1 1 0,0 0 0,-2-1 0,-1 1 0,-2 0 0,0-1 0,-2 1 0,-1 0 0,-13-42 0,2 27 0,-1 0 0,-3 1 0,-1 2 0,-2 0 0,-1 1 0,-3 1 0,0 2 0,-2 0 0,-2 2 0,-61-50 0,40 42 0,-2 2 0,-1 3 0,-2 2 0,-1 2 0,-2 3 0,-101-33 0,119 49 0,1 1 0,-2 2 0,1 2 0,-1 2 0,-1 2 0,-62 3 0,69 3 0,0 2 0,1 1 0,0 2 0,0 1 0,1 2 0,0 2 0,-63 33 0,48-17 0,2 2 0,1 3 0,1 1 0,2 3 0,2 1 0,1 3 0,3 1 0,-34 48 0,23-22 0,4 3 0,3 1 0,3 2 0,-54 148 0,75-172 0,3 1 0,2 1 0,3 0 0,1 0 0,4 1 0,1 0 0,3 0 0,6 61 0,-1-82 0,2 0 0,1 0 0,2-1 0,1 0 0,1 0 0,16 31 0,-14-39 0,1-1 0,1 0 0,0 0 0,2-2 0,1 0 0,0-1 0,2-1 0,24 19 0,-23-22 0,1-1 0,0-1 0,2-1 0,-1-1 0,2-1 0,-1-1 0,1-1 0,36 8 0,-25-11 0,0 0 0,0-3 0,1-1 0,0-1 0,53-7 0,-19-5 0,-1-3 0,0-3 0,-1-3 0,-1-3 0,111-55 0,-98 38 0,-1-5 0,-3-2 0,-2-4 0,129-115 0,-164 128 0,-1-2 0,-2-1 0,-2-2 0,-2-2 0,-1-1 0,-3-1 0,-2-2 0,-2-1 0,23-64 0,-37 78 0,-2 0 0,-1 0 0,-2-1 0,-1 0 0,-2 0 0,-2 0 0,-1 0 0,-2 0 0,-2 0 0,-1 0 0,-2 0 0,-1 1 0,-23-62 0,12 51 0,-2 2 0,-2 0 0,-2 2 0,-2 0 0,-2 2 0,-1 1 0,-2 2 0,-2 0 0,-65-55 0,62 63 0,-2 0 0,-1 3 0,-1 1 0,-1 2 0,-1 2 0,0 2 0,-2 2 0,-1 1 0,0 3 0,-1 2 0,0 2 0,0 1 0,-1 3 0,-1 2 0,1 2 0,0 3 0,0 1 0,-73 13 0,54 1 0,0 2 0,1 3 0,1 3 0,1 2 0,2 4 0,0 2 0,3 3 0,-75 57 0,69-42 0,3 3 0,2 3 0,2 2 0,4 3 0,1 2 0,-75 121 0,100-137 0,2 1 0,3 1 0,1 1 0,3 1 0,2 1 0,2 1 0,3 0 0,-10 91 0,20-111 0,1 0 0,1 0 0,2 0 0,1 0 0,2 0 0,1-1 0,2 0 0,1 0 0,1-1 0,2 0 0,1 0 0,1-2 0,2 0 0,1 0 0,31 40 0,-24-42 0,0-1 0,1 0 0,2-2 0,0-1 0,2-2 0,0 0 0,2-2 0,43 21 0,-31-21 0,2-2 0,0-2 0,1-1 0,0-3 0,81 9 0,-42-14 0,0-5 0,0-3 0,0-3 0,-1-5 0,0-3 0,145-42 0,-128 24 0,-2-4 0,-1-5 0,161-90 0,-202 95 0,-1-2 0,-2-2 0,-2-3 0,-1-2 0,-3-2 0,-1-2 0,41-57 0,-66 76 0,-2-2 0,-1 0 0,-2-2 0,-1 0 0,-1 0 0,-2-2 0,-1 1 0,7-41 0,-14 47 0,-1-1 0,-1 0 0,-1 0 0,-2 0 0,-1 0 0,-1 0 0,-2 1 0,-1-1 0,-1 1 0,-17-48 0,11 44 0,-2 1 0,-2 1 0,0 0 0,-2 2 0,-2 0 0,0 0 0,-1 2 0,-2 1 0,-30-26 0,24 26 0,-1 1 0,-2 1 0,0 2 0,-2 2 0,0 0 0,-1 3 0,-66-23 0,91 36 0,5 1 0,-1 0 0,1 0 0,0 0 0,-1 1 0,1 0 0,-1 0 0,1 1 0,-1 0 0,1 0 0,-1 0 0,-5 1 0,10-1-59,0 1 0,0-1-1,0 0 1,0 1-1,0 0 1,0-1 0,1 1-1,-1-1 1,0 1 0,0 0-1,1-1 1,-1 1 0,0 0-1,1 0 1,-1 0-1,1 0 1,-1-1 0,1 1-1,0 0 1,-1 0 0,1 0-1,-1 2 1,2 3-6767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29.2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2142 24575,'0'-21'0,"-1"-27"0,3-1 0,9-59 0,16-26 0,59-170 0,70-121 0,-156 423 0,161-378 0,-130 315 0,4 2 0,2 1 0,77-96 0,-89 129 0,2 2 0,0 1 0,2 1 0,0 1 0,2 2 0,1 1 0,0 1 0,2 2 0,0 1 0,55-18 0,-40 20 0,1 2 0,0 3 0,1 1 0,0 3 0,0 2 0,1 3 0,64 5 0,-12 7-682,111 27-1,-125-18-6143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29.7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0 213 24575,'0'0'0,"1"-1"0,1 0 0,15-10 0,30-13 0,37-7 0,32-3 0,28 2 0,19 6 0,13 7 0,7 5 0,0 6 0,-2 3 0,-5 2 0,-5 1 0,-5 1 0,-6 1 0,-30 1-8191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0:30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24575,'24'26'0,"40"48"0,-4 2 0,-3 3 0,-4 3 0,-3 1 0,-5 3 0,-2 2 0,35 109 0,-46-98 0,-4 2 0,-5 1 0,-4 1 0,-4 1 0,-6 0 0,-4 164 0,-17-100 0,-50 253 0,-73 158 0,23-107 0,92-381 0,-7 109 0,24-171 0,2 0 0,1 0 0,2 0 0,1 0 0,1 0 0,1 0 0,1-1 0,11 29 0,-12-45 0,1 1 0,0-1 0,1 0 0,0-1 0,0 0 0,2 0 0,-1 0 0,1-1 0,1 0 0,0-1 0,21 15 0,-14-13 0,0-1 0,1-1 0,1 0 0,-1-1 0,1-1 0,1-1 0,24 4 0,14-2 0,0-2 0,0-3 0,1-2 0,89-11 0,40-15-682,208-54-1,-226 38-6143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00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1555 107 24575,'-5'-7'0,"0"1"0,-1-1 0,0 1 0,0 0 0,0 1 0,-1 0 0,0 0 0,0 0 0,0 0 0,0 1 0,-1 1 0,1-1 0,-1 1 0,0 0 0,0 1 0,-1 0 0,1 0 0,0 1 0,-9 0 0,-17-1 0,1 2 0,-1 2 0,-48 9 0,54-8 0,-60 10 0,2 2 0,0 5 0,-160 59 0,205-61 0,0 0 0,2 3 0,0 1 0,2 2 0,0 2 0,2 1 0,1 2 0,1 1 0,-51 61 0,53-49 0,2 0 0,2 2 0,2 1 0,2 1 0,-24 67 0,27-52 0,3 1 0,2 1 0,-12 126 0,22-111 0,4 0 0,3-1 0,4 1 0,3-1 0,3 0 0,4-1 0,48 138 0,-40-152 0,2-1 0,62 102 0,-69-132 0,2-2 0,1 0 0,1-2 0,1 0 0,2-2 0,51 41 0,-62-56 0,-1-1 0,2 0 0,-1-1 0,2-1 0,-1 0 0,0-1 0,1-1 0,0-1 0,25 4 0,-19-6 0,0-1 0,0-1 0,0 0 0,1-2 0,-1-1 0,31-8 0,-6-4 0,-1-1 0,0-2 0,-2-3 0,0-2 0,78-52 0,-65 34 0,-2-3 0,-1-1 0,-3-3 0,-2-3 0,-2-1 0,-3-2 0,-2-3 0,-2-1 0,51-99 0,-63 97 0,-2-2 0,-2-1 0,-4-1 0,-2-1 0,-3 0 0,-3-2 0,-3 1 0,-3-1 0,-3-1 0,-5-79 0,-3 84 0,-4 1 0,-2 0 0,-3 1 0,-3 0 0,-44-111 0,40 127 0,-1 1 0,-3 1 0,-1 2 0,-3 0 0,-1 2 0,-1 0 0,-3 3 0,-39-36 0,64 65 15,-1-1-1,0 1 1,0 1 0,-1-1-1,0 2 1,-19-9 0,22 12-138,0 0 1,0 0 0,0 1-1,0 0 1,0 0 0,0 1-1,-1 0 1,1 0 0,0 1 0,0 0-1,-10 2 1,-56 19-6704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15.4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2728 901 24503,'-1'35'0,"-2"0"0,-2 1 0,-3-1 0,-1 0 0,-2-1 0,-3 0 0,-2 0 0,-1 0 0,-3-1 0,-1-1 0,-2 0 0,-3-1 0,-1-1 0,-2 0 0,-1-1 0,-3-1 0,-1 0 0,-1-2 0,-2 0 0,-2-2 0,-1 0 0,-1-2 0,-2 0 0,-1-2 0,-1-1 0,-1-1 0,-2-2 0,0 0 0,-1-2 0,-1-1 0,0-1 0,-2-2 0,1-1 0,-2-2 0,1 0 0,-1-3 0,-1 0 0,1-2 0,-1-1 0,1-2 0,-1-1 0,1-2 0,0 0 0,0-3 0,1 0 0,0-2 0,1-1 0,0-2 0,1-1 0,1-1 0,1-2 0,1 0 0,1-2 0,0-1 0,2-1 0,2-2 0,0 0 0,2-2 0,2 0 0,1-2 0,1 0 0,2-2 0,2 0 0,1-1 0,2-1 0,2 0 0,2-1 0,1-1 0,3 0 0,2-1 0,1-1 0,2 0 0,3 0 0,1 0 0,3-1 0,2 0 0,1-1 0,3 1 0,2 0 0,2-1 0,2 1 0,3 0 0,1 0 0,2 0 0,3 1 0,1-1 0,3 1 0,2 1 0,1 0 0,2 1 0,3 0 0,1 1 0,2 0 0,2 1 0,2 1 0,1 1 0,2 1 0,2 0 0,1 2 0,1 0 0,2 2 0,2 0 0,0 2 0,2 1 0,2 1 0,0 1 0,1 1 0,1 2 0,1 1 0,1 1 0,1 1 0,0 2 0,1 1 0,0 1 0,1 2 0,0 1 0,0 2 0,1 1 0,-1 1 0,1 2 0,-1 1 0,1 1 0,-1 2 0,-1 1 0,1 2 0,-2 1 0,1 1 0,-2 2 0,0 1 0,-1 1 0,-1 1 0,0 2 0,-2 1 0,-1 1 0,-1 1 0,-1 1 0,-2 2 0,-1 0 0,-1 2 0,-2 0 0,-2 2 0,-1 0 0,-1 1 0,-3 1 0,-1 1 0,-2 1 0,-1 0 0,-3 1 0,-2 0 0,-1 1 0,-3 0 0,-1 1 0,-2 1 0,-3-1 0,-2 1 0,-1 0 0,-3 0 0,-2 0 0,-2 1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24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979 275 24575,'-2'-8'0,"1"1"0,-1 0 0,-1 0 0,1 0 0,-1 0 0,0 0 0,-1 0 0,-7-10 0,6 9 0,-4-6 0,-1 1 0,0 0 0,0 1 0,-2-1 0,0 2 0,0 0 0,-1 0 0,0 2 0,0-1 0,-19-8 0,13 8 0,0 2 0,0 0 0,-1 1 0,0 1 0,-1 0 0,1 2 0,-39-3 0,40 6 0,0 1 0,0 0 0,1 2 0,-1 0 0,0 1 0,1 1 0,0 1 0,-32 13 0,36-12 0,2 0 0,-1 1 0,1 1 0,0 0 0,1 0 0,0 1 0,0 1 0,1 0 0,0 0 0,1 1 0,0 1 0,-9 14 0,4 0 0,1 2 0,1-1 0,1 2 0,2-1 0,1 1 0,-8 52 0,-6 183 0,27 299 0,4-131 0,-38-1 0,-29-111 0,-4 21 0,58-314 0,2-1 0,0 0 0,2 1 0,1-1 0,1 1 0,6 32 0,-6-50 0,1 0 0,0 0 0,0 0 0,1 0 0,0 0 0,0-1 0,1 0 0,0 0 0,1 0 0,0 0 0,0-1 0,0 0 0,1-1 0,0 1 0,0-1 0,1 0 0,0-1 0,0 0 0,0 0 0,16 6 0,0-2 17,-1-2-1,2-1 1,-1 0-1,1-2 1,26 1-1,6-2-748,61-6 0,8-8-6094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25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1 158 24575,'13'-15'0,"3"2"0,1 0 0,-1 2 0,2 0 0,0 1 0,0 0 0,0 2 0,23-8 0,0 3 0,0 2 0,61-8 0,-79 15 0,0 2 0,1 1 0,-1 1 0,1 0 0,-1 2 0,0 1 0,0 1 0,0 1 0,0 1 0,31 12 0,-36-10 0,0 1 0,-1 1 0,0 0 0,-1 2 0,0-1 0,0 2 0,-2 0 0,1 1 0,-2 1 0,0 0 0,0 0 0,16 30 0,-8-7 0,-3 1 0,-1 0 0,-2 2 0,-1 0 0,-3 0 0,-1 1 0,6 62 0,-5 26 0,-6 151 0,-45 599-713,2-120 575,37-646 422,5-1 0,28 160-1,-32-271-283,0-1 0,1 0 0,-1 1 0,0-1 0,0 0 0,0 1 0,0-1 0,0 0 0,0 1 0,0-1 0,0 1 0,-1-1 0,1 0 0,-1 1 0,1-1 0,-1 0 0,1 0 0,-1 1 0,1-1 0,-1 0 0,0 0 0,0 0 0,-1 2 0,-1-2 0,1 1 0,-1-1 0,1 0 0,-1 0 0,0 0 0,1-1 0,-1 1 0,0-1 0,1 0 0,-1 1 0,0-1 0,-4-1 0,-37-2-86,0-2 0,0-1-1,-64-20 1,53 13-934,-71-18-5806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27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 24575,'0'0'0,"1"1"0,1 1 0,9 5 0,13 5 0,19 2 0,18-2 0,19-5 0,15-8 0,12-8 0,5-7 0,3-7 0,-19 2-8191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27.9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84 24575,'0'0'0,"2"-2"0,1 1 0,13-6 0,15-7 0,17-4 0,17-1 0,14 5 0,10 6 0,6 9 0,1 6 0,-17 3-8191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28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 24575,'0'0'0,"0"0"0,0 0 0,4-1 0,13 0 0,19-1 0,24-1 0,20 1 0,15 1 0,-9 0-8191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33.1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24575,'-7'0'-1365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37.2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0 24575,'-10'41'0,"-2"30"0,4 0 0,0 95 0,23 143 0,-12-273 0,-3-22 0,1 0 0,0 0 0,1 0 0,1 0 0,0 0 0,7 17 0,-10-31 0,0 1 0,0-1 0,1 1 0,-1-1 0,0 1 0,0-1 0,1 0 0,-1 1 0,0-1 0,0 1 0,1-1 0,-1 0 0,0 1 0,1-1 0,-1 0 0,1 0 0,-1 1 0,0-1 0,1 0 0,-1 0 0,1 1 0,-1-1 0,1 0 0,-1 0 0,1 0 0,-1 0 0,1 0 0,-1 0 0,1 0 0,-1 0 0,1 0 0,-1 0 0,1 0 0,-1 0 0,1 0 0,16-14 0,8-25 0,-5-5 0,-2-1 0,-2-1 0,-3-1 0,14-82 0,-27 128 0,0 1 0,0-1 0,1 0 0,-1 0 0,0 0 0,0 0 0,0 1 0,1-1 0,-1 0 0,0 0 0,1 1 0,-1-1 0,0 0 0,1 0 0,-1 1 0,1-1 0,-1 1 0,1-1 0,0 0 0,-1 1 0,1-1 0,-1 1 0,1-1 0,0 1 0,0-1 0,-1 1 0,2-1 0,0 1 0,-1 0 0,1 1 0,-1-1 0,1 0 0,-1 0 0,0 1 0,1-1 0,-1 1 0,0-1 0,1 1 0,-1 0 0,0-1 0,0 1 0,3 2 0,6 5 0,-1 1 0,17 19 0,-21-21 0,147 192 0,-151-197 0,0-1 0,0 1 0,0 0 0,0-1 0,0 1 0,1-1 0,-1 0 0,1 1 0,-1-1 0,1 0 0,-1 0 0,1 0 0,0 0 0,-1 0 0,4 1 0,-3-2 0,-1 0 0,0-1 0,1 1 0,-1 0 0,1-1 0,-1 1 0,0-1 0,0 0 0,1 1 0,-1-1 0,0 0 0,0 0 0,0 0 0,1 0 0,-1 0 0,0 0 0,0 0 0,-1 0 0,1 0 0,0 0 0,0 0 0,1-3 0,9-14 0,-1 0 0,-1 0 0,-1-1 0,0 0 0,6-26 0,20-105 0,-31 138 0,11-56 0,-3 0 0,4-111 0,-17 169 0,-3 21 0,-4 26 0,-1 24-1365,0 5-5461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37.4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4 24575,'0'0'0,"-1"-1"0,0 1 0,0-1 0,1 0 0,-1 1 0,-4 7 0,-3 16 0,1 21 0,3 23 0,7 21 0,8 14 0,1-12-8191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39.8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1 267 24575,'0'0'0,"11"-24"0,-1 6 0,1 1 0,1 0 0,1 0 0,1 2 0,0-1 0,1 2 0,0 0 0,1 0 0,1 2 0,27-17 0,-30 21 0,1-1 0,1 2 0,-1 0 0,1 1 0,1 1 0,-1 0 0,1 1 0,-1 1 0,1 0 0,0 1 0,0 1 0,0 1 0,23 2 0,-34-1 0,0 1 0,1-1 0,-1 1 0,0 0 0,0 1 0,0 0 0,0 0 0,0 0 0,-1 0 0,1 1 0,-1 0 0,9 9 0,-7-5 0,0 0 0,0 1 0,-1 0 0,0 0 0,-1 0 0,0 1 0,4 11 0,3 15 0,-2 0 0,-1 0 0,5 55 0,-12-78 0,28 390 0,-37 4 0,6-387-1365,0-6-5461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40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372 1 24575,'-29'6'0,"14"-1"0,-1 1 0,1 0 0,1 1 0,-1 0 0,1 2 0,0-1 0,1 2 0,0 0 0,1 0 0,-14 15 0,10-8 0,1 2 0,1 0 0,1 1 0,1 0 0,0 1 0,-12 30 0,9-9 0,2 0 0,1 1 0,2 0 0,3 0 0,1 1 0,2 0 0,2 49 0,3-47 0,3-1 0,1 1 0,17 68 0,-16-93 0,0 1 0,2-1 0,0-1 0,2 1 0,0-1 0,1-1 0,1 0 0,0 0 0,19 19 0,-27-33 0,1 0 0,0-1 0,0 1 0,1-1 0,-1 0 0,1 0 0,0-1 0,0 0 0,0 0 0,0 0 0,1-1 0,-1 0 0,1 0 0,0-1 0,-1 1 0,1-1 0,11 0 0,-9-2 0,0 0 0,-1-1 0,1 1 0,-1-2 0,1 1 0,-1-1 0,0 0 0,0-1 0,0 0 0,0 0 0,-1-1 0,1 0 0,6-6 0,-1 0 0,-2 0 0,1-1 0,-1 0 0,-1-1 0,0 0 0,-1 0 0,0-1 0,-2 0 0,11-24 0,-14 29 0,-1 0 0,0 0 0,-1 0 0,0 0 0,0-1 0,-1 1 0,0-1 0,0 1 0,-1-1 0,0 1 0,-1 0 0,0-1 0,-1 1 0,0-1 0,0 1 0,-1 0 0,-7-15 0,7 19-5,1 0 0,-1 1 0,0 0 0,0-1 0,-1 1 0,1 1 0,-1-1 0,0 0 0,0 1 0,0 0 0,0 0 0,-1 0 0,1 0 0,-1 1 0,-8-4 0,5 4 23,1 0 0,0 1 0,-1 0 1,1 0-1,-1 1 0,1 0 0,-1 0 0,1 0 1,-1 1-1,-7 2 0,-1 1-167,0 1 1,1 0-1,-1 1 1,2 1-1,-1 0 1,1 1-1,0 1 1,0 0-1,-16 15 1,-2 7-6678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40.8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2 102 24575,'-1'-5'0,"0"10"0,9 42 0,3-1 0,1 0 0,2-1 0,38 83 0,-9-45 0,78 117 0,-106-179 0,-1 0 0,-1 1 0,-1 1 0,16 41 0,-26-58 0,-1 0 0,1 0 0,-1 0 0,0 0 0,0 1 0,-1-1 0,0 0 0,0 0 0,0 0 0,-1 1 0,0-1 0,0 0 0,-1 0 0,1 0 0,-1 0 0,-1-1 0,1 1 0,-1 0 0,0-1 0,0 1 0,-1-1 0,1 0 0,-1 0 0,0-1 0,-5 5 0,4-5 0,1 0 0,0-1 0,-1 1 0,1-1 0,-1 0 0,0-1 0,0 1 0,0-1 0,-1 0 0,1-1 0,0 1 0,-1-1 0,1 0 0,-1 0 0,-10 0 0,12-1 0,0-1 0,-1 1 0,1-1 0,0 0 0,0 0 0,0 0 0,0-1 0,0 1 0,0-1 0,0 0 0,0 0 0,0-1 0,1 1 0,-1-1 0,1 1 0,0-1 0,0 0 0,0-1 0,0 1 0,0 0 0,-2-5 0,-2-6 0,1 1 0,0-1 0,1 0 0,0 0 0,1-1 0,1 1 0,0-1 0,1 0 0,1 0 0,0-15 0,2-24 0,11-76 0,6 15 0,6 1 0,4 1 0,70-177 0,-99 290 3,1 0 1,-1 0-1,1-1 0,-1 1 0,1 0 0,-1 0 1,1 0-1,-1 0 0,1 0 0,-1 0 0,0 0 1,1 0-1,-1 0 0,1 0 0,-1 0 0,1 0 1,-1 0-1,0 0 0,1 0 0,-1 0 0,1 1 1,-1-1-1,1 0 0,-1 0 0,1 1 0,-1-1 0,1 0 1,0 1-1,-1 0 0,-23 9-1464,7-2-5365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41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0 151 24575,'28'-19'0,"4"0"0,1 1 0,1 1 0,0 2 0,1 1 0,58-14 0,-67 22 0,1 0 0,-1 2 0,1 2 0,0 0 0,0 1 0,0 2 0,0 1 0,42 8 0,-52-5 0,-1 0 0,1 1 0,-1 1 0,-1 1 0,0 0 0,0 1 0,0 0 0,-1 1 0,0 1 0,-1 0 0,-1 1 0,1 0 0,-2 1 0,0 1 0,0-1 0,-2 2 0,13 23 0,1 8 0,-3 1 0,-1 1 0,-3 0 0,17 86 0,82 627-165,-89-546-327,93 551 361,-115-747 144,0-4 52,-1 1 0,0-1 0,0 30 0,-3-42-50,0 0 0,0 0-1,0 0 1,-1 0 0,1 0 0,-1 0-1,0 0 1,0 0 0,0 0 0,0 0-1,0-1 1,-1 1 0,1 0 0,-1-1-1,0 0 1,1 1 0,-1-1 0,0 0 0,-1 0-1,1 0 1,0 0 0,-1 0 0,1 0-1,-1 0 1,-4 2 0,-1-2-3,1 0 0,0 0 0,-1-1 0,1 0 0,-1 0 0,1 0 0,-1-1 0,1-1 0,-1 1 0,1-1 0,-10-2 0,-12-4-22,-43-17 1,64 22 15,-349-163-182,263 117-1013,-14-6-5637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41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695 151 24575,'-18'-39'0,"-22"-38"0,39 75 0,-1-1 0,0 1 0,0-1 0,0 1 0,-1 0 0,1 0 0,0 0 0,-1 0 0,1 0 0,-1 0 0,0 1 0,0-1 0,0 1 0,1 0 0,-1 0 0,0 0 0,-4-1 0,0 2 0,1-1 0,-1 1 0,1 0 0,-1 0 0,1 0 0,-1 1 0,-11 3 0,-4 3 0,2 0 0,-1 1 0,-37 22 0,29-12 0,1 0 0,1 2 0,0 1 0,2 1 0,1 1 0,0 1 0,2 1 0,1 2 0,1 0 0,1 0 0,1 2 0,2 0 0,-15 38 0,16-28 0,1 1 0,3 1 0,1 0 0,2 0 0,1 1 0,3 0 0,1 0 0,2 0 0,3 0 0,6 51 0,7-8 0,4 0 0,4-1 0,3-2 0,49 107 0,177 303 0,-225-442 0,9 15 0,312 617 0,-341-666 0,-3-5 0,1-1 0,0 0 0,10 16 0,-14-24 0,1 0 0,0 1 0,0-1 0,-1-1 0,1 1 0,0 0 0,1 0 0,-1-1 0,0 1 0,0-1 0,1 0 0,-1 0 0,1 1 0,-1-2 0,1 1 0,-1 0 0,1 0 0,-1-1 0,1 0 0,4 1 0,4-3-95,0 0-1,0-1 1,0-1-1,-1 1 1,1-2-1,-1 1 1,0-1-1,0-1 1,18-13-1,-20 13-314,71-47-6416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43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361 139 24575,'0'0'0,"0"-6"0,0-1 0,0 0 0,-1 0 0,0 0 0,0 0 0,-1 0 0,0 1 0,0-1 0,0 0 0,-1 1 0,0 0 0,-6-11 0,6 14 0,-1-1 0,1 1 0,-1-1 0,0 1 0,0 0 0,0 0 0,0 1 0,0-1 0,-1 1 0,1 0 0,-1 0 0,1 1 0,-1-1 0,0 1 0,1 0 0,-1 0 0,0 0 0,-8 1 0,6 0 0,0 0 0,0 0 0,1 1 0,-1 0 0,0 1 0,0-1 0,1 1 0,-1 1 0,1-1 0,-1 1 0,1 0 0,0 0 0,0 1 0,0 0 0,1 0 0,-1 0 0,1 1 0,0 0 0,0 0 0,1 0 0,0 0 0,0 1 0,-6 9 0,-1 5 0,0 1 0,2 0 0,0 1 0,1 0 0,-9 42 0,4 6 0,3 0 0,-1 131 0,23 147 0,-8-280 0,28 1148 0,-33-1177 0,2 48 0,-1-77 0,1 0 0,1-1 0,0 1 0,0-1 0,1 1 0,5 12 0,-7-20 0,1 0 0,-1 0 0,0 0 0,1 0 0,-1 0 0,1 0 0,-1 0 0,1 0 0,0 0 0,0-1 0,0 1 0,0-1 0,0 0 0,0 1 0,0-1 0,1 0 0,3 1 0,-1-1 0,-1 0 0,1 0 0,0-1 0,-1 0 0,1 0 0,-1 0 0,1 0 0,-1-1 0,6-1 0,9-4 0,0 0 0,-1-1 0,29-16 0,-43 21 0,89-51-682,156-118-1,-136 85-6143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45.1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0 398 24575,'9'-19'0,"0"1"0,1 0 0,1 0 0,0 1 0,21-23 0,-15 18 0,85-100 0,-84 103 0,1 1 0,0 1 0,1 1 0,26-16 0,-42 29 0,0 1 0,0-1 0,1 1 0,-1 0 0,1 0 0,-1 0 0,1 1 0,-1 0 0,1-1 0,0 2 0,0-1 0,-1 0 0,1 1 0,0 0 0,0 0 0,0 1 0,-1-1 0,1 1 0,0 0 0,0 0 0,-1 1 0,1-1 0,-1 1 0,1 0 0,-1 0 0,0 1 0,0-1 0,0 1 0,0 0 0,0 0 0,-1 0 0,4 5 0,4 5 0,-1 1 0,0 0 0,-1 0 0,-1 1 0,0 1 0,-1-1 0,-1 1 0,8 29 0,22 140 0,16 459 0,-24-208 0,103 520-554,-130-948 554,0-3 0,0 0 0,0 0 0,-1 0 0,1 0 0,-1 0 0,-1 9 0,0-13 0,1 0 0,0 0 0,-1 0 0,1 0 0,-1 0 0,1 0 0,-1 0 0,0 0 0,1 0 0,-1 0 0,0-1 0,0 1 0,0 0 0,0 0 0,0-1 0,1 1 0,-1 0 0,0-1 0,0 1 0,-1-1 0,1 1 0,0-1 0,0 0 0,0 1 0,0-1 0,0 0 0,0 0 0,0 0 0,-1 0 0,1 0 0,0 0 0,0 0 0,0 0 0,-2-1 0,-19-1 86,-1-2 0,0 0 0,1-1 0,-22-9 0,-92-39 77,99 37-202,-136-64-1326,106 45-5461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47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1 528 24575,'9'-7'0,"0"0"0,0 1 0,1 0 0,0 1 0,0 0 0,0 0 0,1 1 0,11-3 0,6-3 0,86-29 0,1 6 0,1 4 0,203-23 0,365 8 0,-665 44 0,28-1 0,-45 0 0,0 1 0,1 0 0,-1-1 0,1 1 0,-1-1 0,0 0 0,0 1 0,1-1 0,-1 0 0,0-1 0,0 1 0,0 0 0,0-1 0,2-1 0,-4 2 0,1 1 0,-1-1 0,1 0 0,-1 0 0,0 1 0,1-1 0,-1 0 0,0 0 0,0 0 0,1 1 0,-1-1 0,0 0 0,0 0 0,0 0 0,0 0 0,0 0 0,0 1 0,0-1 0,0 0 0,-1 0 0,1 0 0,0 0 0,-1 1 0,1-1 0,-1-1 0,-14-20 0,2 8 0,-2 1 0,0 0 0,0 1 0,-1 0 0,-1 2 0,0 0 0,-25-11 0,-5 1 0,-82-24 0,89 33 0,0 2 0,0 1 0,-55-3 0,94 11 0,-1 0 0,0 0 0,1 0 0,-1 0 0,1 0 0,-1 0 0,1 0 0,-1 1 0,1-1 0,-1 1 0,1-1 0,0 1 0,-1-1 0,1 1 0,-2 1 0,2-1 0,1-1 0,-1 1 0,1-1 0,0 1 0,-1 0 0,1-1 0,0 1 0,-1-1 0,1 1 0,0 0 0,0 0 0,0-1 0,-1 1 0,1 0 0,0-1 0,0 1 0,0 0 0,0 0 0,0-1 0,1 1 0,-1 0 0,0 1 0,3 4 0,-1 0 0,1 0 0,0 0 0,0-1 0,8 11 0,24 27 0,65 64 0,-66-75 0,-2 2 0,-2 2 0,35 50 0,-60-76 0,0-1 0,0 0 0,-1 1 0,0 0 0,-1 0 0,0 0 0,-1 0 0,0 1 0,-1-1 0,0 1 0,0 18 0,-2-14 0,-1 0 0,-1 1 0,0-1 0,-1 0 0,-1 0 0,0-1 0,-9 19 0,-4-2 0,0 0 0,-2-1 0,-2 0 0,0-2 0,-2-1 0,-30 27 0,9-15-1365,8-10-5461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48.3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683 190 24575,'2'-8'0,"-1"1"0,-1-1 0,1 1 0,-2-1 0,1 0 0,-1 1 0,0-1 0,0 1 0,-1-1 0,0 1 0,-5-13 0,4 15 0,0 0 0,0 1 0,0-1 0,-1 1 0,1-1 0,-1 1 0,-1 0 0,1 1 0,0-1 0,-1 1 0,0 0 0,1 0 0,-1 0 0,-1 0 0,1 1 0,-8-2 0,-4-2 0,-1 1 0,1 2 0,-1-1 0,0 2 0,-1 0 0,1 2 0,0 0 0,0 0 0,0 2 0,0 0 0,0 2 0,0 0 0,0 0 0,1 2 0,0 0 0,-29 15 0,28-11 0,1 0 0,0 2 0,1 0 0,0 0 0,1 2 0,0-1 0,1 2 0,0 0 0,2 1 0,0 0 0,0 1 0,2 0 0,0 1 0,1 0 0,-6 20 0,5-9 0,2 0 0,1 1 0,1 0 0,2 1 0,-1 50 0,6-34 0,2 0 0,2-1 0,12 51 0,14 20 0,90 217 0,-34-128 0,54 140 0,-112-264 0,-4 1 0,18 112 0,-30-86 0,-4 1 0,-7 126 0,-2-231 0,-1 5 0,1 0 0,0 1 0,1-1 0,0 0 0,3 13 0,-3-20 0,0-1 0,0 1 0,0 0 0,1-1 0,-1 1 0,1 0 0,0-1 0,-1 0 0,1 1 0,0-1 0,0 0 0,1 0 0,-1 0 0,0 0 0,1-1 0,-1 1 0,1 0 0,-1-1 0,1 0 0,0 0 0,0 0 0,4 1 0,5 1-151,1-2-1,-1 0 0,0 0 0,1-1 1,-1-1-1,1 0 0,-1 0 1,16-5-1,44-11-6674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48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 24575,'8'-1'0,"0"0"0,0 0 0,0-1 0,11-3 0,5-2 0,29-5 0,-1 2 0,1 2 0,83-1 0,-117 9 0,0 1 0,0 1 0,0 1 0,0 1 0,0 0 0,-1 1 0,0 1 0,0 1 0,0 0 0,-1 2 0,0 0 0,-1 1 0,25 18 0,-18-7 0,-2 1 0,0 0 0,-2 2 0,0 0 0,-2 1 0,-1 1 0,-1 0 0,-1 1 0,-1 1 0,-1 0 0,8 32 0,4 29 0,-3 1 0,12 125 0,24 678 0,-39-457 0,20 62 0,-35-466 0,-2-32 0,-1 1 0,0-1 0,0 0 0,0 0 0,0 0 0,0 1 0,0-1 0,0 0 0,0 0 0,0 1 0,0-1 0,1 0 0,-1 0 0,0 1 0,0-1 0,-1 0 0,1 0 0,0 0 0,0 1 0,0-1 0,0 0 0,0 0 0,0 1 0,0-1 0,0 0 0,0 0 0,0 0 0,-1 1 0,1-1 0,0 0 0,0 0 0,0 0 0,0 0 0,0 1 0,-1-1 0,1 0 0,0 0 0,0 0 0,0 0 0,-1 0 0,1 0 0,0 0 0,0 1 0,-1-1 0,1 0 0,0 0 0,0 0 0,0 0 0,-1 0 0,1 0 0,0 0 0,0 0 0,-1 0 0,1 0 0,0 0 0,-1-1 0,-12-9 0,11 7 0,-69-65-52,-121-109-1261,98 103-5513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0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24575,'0'0'0,"0"0"0,-1 0 0,0 0 0,-1 0 0,1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2.0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24575,'0'0'0,"0"0"0,-1 1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0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24575,'0'3'24,"0"-1"-163,2-9-1111,1-6-5576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0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24575,'0'0'0,"1"1"0,3 5 0,1 0-8191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4.8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6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1 0,0 0 0,0 0 0,0 3 0,1 0 0,1 5 0,4 5 0,0 1-8191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7.5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0,2 0 0,7 0 0,7 1 0,2 1-8191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8.4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 24575,'0'0'0,"0"-1"0,0 0 0,0 0 0,8-1 0,18-1 0,32 0 0,39 1 0,37 2 0,31 5 0,26 5 0,-20 2-8191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21.2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781 217 24575,'-20'-31'0,"7"15"0,-1 0 0,-1 1 0,-1 0 0,0 1 0,-1 1 0,0 0 0,-1 1 0,0 1 0,-39-16 0,39 20 0,1 1 0,-1 1 0,0 0 0,0 1 0,0 1 0,-1 1 0,1 1 0,-1 1 0,0 0 0,1 1 0,-33 7 0,26-3 0,1 2 0,0 1 0,0 1 0,1 1 0,-27 16 0,38-19 0,0 1 0,1 0 0,0 0 0,0 1 0,1 1 0,1-1 0,-1 2 0,2-1 0,-1 1 0,1 0 0,-7 16 0,13-23 0,0 0 0,0-1 0,1 1 0,-1 0 0,1 0 0,0 0 0,1 0 0,-1 1 0,1-1 0,-1 0 0,1 0 0,1 0 0,-1 0 0,0 0 0,1 1 0,0-1 0,0 0 0,2 5 0,0-3 0,0 0 0,1-1 0,0 0 0,-1 0 0,1 0 0,1 0 0,-1-1 0,1 0 0,0 0 0,0 0 0,5 3 0,14 6 0,-1-1 0,2-1 0,-1-1 0,42 11 0,200 37 0,-116-30 0,-138-25 0,0 0 0,0 0 0,-1 1 0,1 0 0,-1 1 0,0 0 0,0 1 0,11 9 0,-17-11 0,0 0 0,0 0 0,-1 1 0,0 0 0,0 0 0,0 0 0,-1 0 0,0 1 0,0-1 0,0 1 0,0 0 0,-1-1 0,0 1 0,0 1 0,-1-1 0,0 0 0,1 10 0,-1-6 0,-1 0 0,0 0 0,-1 1 0,0-1 0,0 0 0,-1 0 0,-1 0 0,0 0 0,0 0 0,-1-1 0,-7 16 0,3-13 0,0 1 0,-1-1 0,0 0 0,-1 0 0,0-1 0,-1-1 0,-17 14 0,11-11 0,-1-1 0,0-1 0,-1-1 0,0 0 0,-1-1 0,0-2 0,0 0 0,-1-1 0,1 0 0,-1-2 0,-29 2 0,30-5-105,1-2 0,0 0 0,-1-2 0,1 0 0,0 0 0,1-2 0,-1-1 0,1 0 0,0-1 0,0-1 0,1-1 0,-29-19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21.5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1 24575,'0'0'0,"-2"1"0,1 0 0,-3 4 0,-1 4 0,-2 9 0,-4 13 0,-2 18 0,-3 20 0,1 21 0,3 14 0,5 11 0,8 4 0,8 2 0,6-2 0,1-20-8191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4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0,0 0 0,0 0 0,1 2 0,0-1 0,0 0 0,-1-1 0,1 1 0,-1-1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5.6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24575,'0'0'0,"0"0"0,0 0 0,0 0 0,0 0 0,-1 1 0,0 7 0,-2 2-8191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6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24575,'0'0'0,"0"0"0,0 0 0,0 0 0,0 0 0,-1-1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8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15 24575,'0'0'0,"-1"-1"0,0 0 0,-1-1 0,1 1 0,-3-3 0,-1-2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09.0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24575,'0'0'0,"1"1"0,1 5 0,6 10 0,7 19 0,2 3-8191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10.5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24575,'0'0'0,"5"2"0,14 6 0,28 5 0,38 3 0,36-5 0,30-9 0,23-11 0,-19-4-8191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14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4057 146 24575,'-7'-6'0,"-11"-6"0,0 0 0,-1 1 0,-1 1 0,0 1 0,0 1 0,-40-11 0,-2 4 0,-67-6 0,36 11 0,-1 5 0,0 4 0,-157 18 0,-280 72 0,273-41 0,-57 2 0,-283 57 0,500-80 0,2 4 0,1 4 0,1 5 0,-104 60 0,82-31 0,3 5 0,-170 144 0,237-178 0,1 2 0,2 2 0,-54 72 0,81-93 0,1 0 0,1 1 0,1 0 0,1 1 0,2 1 0,0 0 0,1 0 0,2 1 0,1 0 0,-3 29 0,5 0 0,3-1 0,3 1 0,1-1 0,4 0 0,16 70 0,0-34 0,4-1 0,50 113 0,-21-80 0,5-3 0,6-2 0,88 119 0,-122-195 0,1-1 0,2-2 0,2-1 0,1-3 0,2 0 0,1-3 0,53 31 0,-34-29 0,2-2 0,1-3 0,2-3 0,121 31 0,-74-33 0,0-4 0,143 6 0,225-24 0,43-34 0,47-2 0,0 39 0,-28 42 0,315 14 0,270-86 0,-674 8 0,1106-4 0,1423 68 0,-2017-67 0,0-38 0,-304 16 0,-311 22 0,675-43 0,-884 50 0,231-49 0,-310 46 0,0-2 0,-2-4 0,0-1 0,-1-4 0,109-66 0,-140 73 0,-2-1 0,0-1 0,-2-1 0,0-2 0,-1 0 0,-2-2 0,-1 0 0,-1-2 0,-1 0 0,22-47 0,-25 38 0,-1 0 0,-1-1 0,-3-1 0,-1 0 0,-2 0 0,-2-1 0,-1 0 0,-2-64 0,-6 46 0,-2-1 0,-2 1 0,-4 0 0,-2 1 0,-2 1 0,-3 0 0,-2 1 0,-36-68 0,18 52 0,-4 2 0,-3 2 0,-3 2 0,-2 2 0,-90-88 0,42 61 0,-4 4 0,-4 5 0,-3 4 0,-4 5 0,-2 5 0,-166-71 0,93 63 0,-3 8 0,-3 8 0,-304-52 0,-1061-58-586,618 136 586,-1 28 0,449 4 0,-1071 19 0,0 37 0,637-2-25,-30 1 147,207-45 413,-51 2-581,764-8-34,-131 6-563,-240-19 1,329 3-6184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34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1 419 24575,'0'32'0,"-1"14"0,3 1 0,2-1 0,15 76 0,-19-120 0,1 0 0,-1 0 0,1 0 0,-1 0 0,1 0 0,0 0 0,0 0 0,0 0 0,0-1 0,0 1 0,0 0 0,1 0 0,-1-1 0,0 1 0,1-1 0,0 1 0,-1-1 0,1 0 0,0 0 0,-1 1 0,1-1 0,0 0 0,3 0 0,-2 0 0,0-1 0,0 0 0,0 0 0,0 0 0,0-1 0,0 1 0,0-1 0,0 0 0,0 1 0,0-1 0,-1-1 0,1 1 0,0 0 0,-1-1 0,1 1 0,2-3 0,13-9 0,-2-1 0,1 0 0,-2-1 0,27-34 0,0 0 0,-42 49 0,0 0 0,1-1 0,-1 1 0,0 0 0,1 0 0,-1-1 0,0 1 0,1 0 0,-1 0 0,0-1 0,1 1 0,-1 0 0,0 0 0,1 0 0,-1 0 0,0 0 0,1-1 0,-1 1 0,1 0 0,-1 0 0,0 0 0,1 0 0,-1 0 0,1 0 0,-1 0 0,0 1 0,1-1 0,-1 0 0,1 0 0,-1 0 0,0 0 0,1 0 0,-1 1 0,0-1 0,1 0 0,-1 0 0,0 0 0,1 1 0,-1-1 0,0 0 0,0 1 0,1-1 0,-1 0 0,0 0 0,1 1 0,9 19 0,-8-16 0,16 39 0,-7-17 0,21 39 0,-31-64 0,-1 0 0,1 1 0,0-1 0,-1 0 0,1 1 0,0-1 0,0 0 0,0 0 0,0 1 0,0-1 0,1 0 0,-1 0 0,0-1 0,0 1 0,1 0 0,-1 0 0,0 0 0,1-1 0,-1 1 0,1-1 0,-1 1 0,1-1 0,-1 0 0,1 1 0,-1-1 0,1 0 0,0 0 0,-1 0 0,1 0 0,-1-1 0,1 1 0,-1 0 0,1 0 0,-1-1 0,1 1 0,-1-1 0,1 0 0,-1 1 0,0-1 0,1 0 0,-1 0 0,0 0 0,0 0 0,3-2 0,4-5 0,0-1 0,0 1 0,0-2 0,11-18 0,21-38 0,-4-1 0,32-80 0,39-153 0,-77 195 0,-29 101-1365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34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0 183 24575,'0'0'0,"0"0"0,0 0 0,4-1 0,10-3 0,13-6 0,14-8 0,8-5 0,3-4 0,-1 0 0,-10 5 0,-5 2 0,-9 6 0,-8 4 0,-9 4-8191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35.0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392 168 24575,'-4'16'0,"3"-12"0,-116 572 0,116-567 0,0-2 0,0 1 0,-1-1 0,1 0 0,-6 12 0,6-17 0,1 0 0,-2-1 0,1 1 0,0 0 0,0 0 0,0-1 0,-1 1 0,1-1 0,-1 1 0,0-1 0,1 0 0,-1 1 0,0-1 0,0 0 0,1 0 0,-1 0 0,0-1 0,0 1 0,0 0 0,-4 0 0,-6 0 0,-1 0 0,1-1 0,-1 0 0,1-1 0,-1-1 0,1 0 0,-18-5 0,16 3 0,0 1 0,-1 1 0,1 0 0,0 1 0,-18 1 0,42-2 0,0-1 0,-1-1 0,1 1 0,-1-1 0,1-1 0,-1 0 0,-1 0 0,1-1 0,-1 0 0,12-10 0,-12 9 0,36-30 0,-1-2 0,-2-2 0,68-87 0,-50 45 0,67-122 0,-104 166 0,-1-2 0,-3 0 0,17-52 0,-30 81 0,-2 11 0,0 20 0,0-1 0,31 270 0,-25 7 0,-3-60 0,-3-217 0,1-15 0,-2-4 0,-1-1 0,1 0 0,-1 0 0,0 0 0,0 0 0,1 0 0,-1 0 0,-1 0 0,3-5 0,89-278 0,-56 162 0,-36 121 0,0 1 0,1-1 0,-1 1 0,1 0 0,-1-1 0,1 1 0,-1 0 0,1 0 0,0-1 0,-1 1 0,1 0 0,0 0 0,0 0 0,0 0 0,0 0 0,0 0 0,0 0 0,0 0 0,1 0 0,-1 0 0,2 0 0,-2 1 0,0 0 0,0 0 0,0 0 0,0 0 0,1 0 0,-1 1 0,0-1 0,0 0 0,0 1 0,0-1 0,0 0 0,0 1 0,0 0 0,0-1 0,0 1 0,0 0 0,0-1 0,0 1 0,0 0 0,0 1 0,6 6 0,0 0 0,-1 0 0,0 1 0,8 16 0,8 27-262,-1 1 0,-3 1 0,-3 0 0,10 60-1,-25-112 209,26 122-6772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36.0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24575,'1'2'0,"0"-1"0,0 1 0,1-1 0,-1 0 0,0 1 0,0-1 0,1 0 0,-1 0 0,1 0 0,-1 0 0,1 0 0,-1 0 0,1-1 0,-1 1 0,1 0 0,0-1 0,0 1 0,2-1 0,2 2 0,73 21 0,0-4 0,2-3 0,81 5 0,-100-13 0,591 42 0,5-38 0,-345-9 0,324 36 0,-2 37 0,-514-61 0,257 24 0,494-13 0,-570-32 83,780-2-841,-719 16 862,915-4-1481,189-100 1377,175-7 0,-131 100-179,-523 8 84,-555-14 784,-5-30 325,-405 36-845,-16 3-140,0 0 0,-1-1 1,1 0-1,0 0 0,0-1 0,-1 0 0,1 0 1,-1-1-1,0 1 0,1-1 0,7-6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30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813 201 24575,'0'-46'0,"-10"-72"0,10 117 0,-1-1 0,1 1 0,-1-1 0,1 1 0,-1-1 0,1 1 0,-1-1 0,0 1 0,0 0 0,0-1 0,0 1 0,0 0 0,0 0 0,0 0 0,0 0 0,0 0 0,0 0 0,-1 0 0,1 0 0,0 0 0,-1 0 0,1 1 0,-3-2 0,-2 0 0,0 1 0,0 0 0,0 0 0,0 0 0,-6 0 0,-20 1 0,0 1 0,0 1 0,0 2 0,-59 15 0,48-7 0,1 3 0,0 0 0,-41 24 0,62-28 0,1 2 0,0 0 0,1 1 0,0 1 0,2 1 0,0 1 0,0 0 0,2 1 0,0 1 0,1 0 0,1 1 0,1 0 0,0 1 0,2 1 0,0-1 0,2 2 0,0-1 0,2 1 0,-4 24 0,-1 15 0,4 1 0,2 1 0,5 107 0,36 193 0,-31-329 0,117 894 0,-120-912 0,0 0 0,1 0 0,0 0 0,9 23 0,-11-37 0,0 1 0,1-1 0,-1 1 0,1-1 0,0 0 0,0 0 0,0 0 0,0 0 0,0 0 0,1-1 0,-1 1 0,1-1 0,0 1 0,0-1 0,0 0 0,0 0 0,0 0 0,0-1 0,1 1 0,-1-1 0,7 2 0,-2-2 6,0 0 1,-1-1-1,1 0 0,0 0 0,0-1 0,-1 0 1,1 0-1,-1-1 0,1 0 0,-1 0 1,13-6-1,5-4-619,43-28-1,-63 37 401,77-53-6613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30.6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46 24575,'4'-1'0,"0"1"0,0-1 0,0 0 0,0 0 0,0 0 0,6-4 0,7-1 0,7-2 0,0 2 0,1 1 0,-1 1 0,51-2 0,-66 6 0,1 0 0,-1 1 0,0 0 0,0 1 0,0 0 0,0 0 0,0 1 0,0 0 0,0 1 0,-1 0 0,0 0 0,0 1 0,0 0 0,0 1 0,-1-1 0,13 14 0,-9-6 0,-1 1 0,0 0 0,-1 1 0,0 0 0,-2 0 0,0 1 0,0 0 0,-2 0 0,0 1 0,4 19 0,1 22 0,4 96 0,-22 481 0,-1-405 0,6-122 0,2-15 0,-15 98 0,14-177 0,-1 1 0,0-1 0,-2 0 0,1 0 0,-2 0 0,0-1 0,0 1 0,-1-1 0,-1-1 0,0 0 0,-1 0 0,0 0 0,-1-1 0,0 0 0,-1-1 0,0-1 0,-1 1 0,0-2 0,-21 13 0,-27 12-682,-87 36-1,38-25-6143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4.8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 0 24575,'10'189'0,"-1"1"0,-10 105 0,-14 1 0,-12-2 0,-82 367 0,91-584-1365,4-22-5461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5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188 162 24575,'0'-2'0,"0"1"0,0-1 0,1 1 0,-1 0 0,0-1 0,1 1 0,0-1 0,-1 1 0,1 0 0,0-1 0,0 1 0,-1 0 0,3-2 0,5-4 0,0 0 0,0 0 0,1 1 0,0 0 0,0 0 0,19-7 0,64-21 0,-85 32 0,44-12 0,1 2 0,0 2 0,0 2 0,1 3 0,0 2 0,0 3 0,0 1 0,0 4 0,-1 1 0,1 3 0,-2 1 0,1 4 0,-2 1 0,0 3 0,0 1 0,-2 3 0,-1 2 0,86 58 0,-107-62 0,-1 1 0,-1 1 0,-1 1 0,-1 1 0,-1 1 0,-1 1 0,-1 1 0,-2 1 0,0 0 0,-2 1 0,-2 0 0,0 1 0,-2 1 0,-1 0 0,-1 1 0,-2 0 0,-2 0 0,0 0 0,-3 1 0,0 36 0,-5-12-45,-3 0-1,-2-1 1,-3 0 0,-2 0-1,-3-1 1,-2-1-1,-48 99 1,21-66-46,-4-3 0,-3-2 0,-116 139 0,110-155 91,-3-2 1,-3-3-1,-3-3 0,-130 88 0,154-119 0,0-1 0,-2-3 0,-1-2 0,0-2 0,-2-2 0,0-2 0,0-2 0,-2-2 0,-90 8 0,109-18-249,-1-1 0,1-2 0,0-1 0,-48-12 0,3-7-5971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5.7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416 376 24575,'-25'27'0,"-27"31"0,3 2 0,3 2 0,2 2 0,-37 72 0,61-95 0,2 0 0,1 1 0,2 0 0,3 2 0,1-1 0,2 1 0,2 1 0,-2 63 0,8-71 0,2 0 0,2 0 0,1-1 0,1 0 0,17 56 0,-17-76 0,2 0 0,-1 0 0,2-1 0,0 0 0,1 0 0,11 14 0,-13-21 0,1 1 0,0-1 0,0 0 0,1 0 0,0-1 0,0-1 0,1 1 0,0-1 0,20 8 0,-15-8 0,0-2 0,0 0 0,1-1 0,-1-1 0,1 0 0,0-1 0,-1 0 0,1-2 0,0 0 0,-1 0 0,1-2 0,-1 0 0,1 0 0,19-9 0,-2 0 0,0-2 0,-1-2 0,-1 0 0,0-3 0,40-30 0,-26 12-52,-2-2-1,-1-2 0,-2-2 0,-2-1 1,-1-2-1,-3-1 0,50-95 1,-53 82-8,-3-2-1,-3-1 1,-2 0 0,-4-2 0,-2-1-1,13-100 1,-25 116 60,-3-1 0,-1 1 0,-9-72 0,4 92 0,-1 0 0,-1 0 0,-2 1 0,-1 0 0,-2 0 0,-23-47 0,30 70-3,1 0 0,-1 0 0,0 0-1,0 1 1,0-1 0,-1 1 0,0 0 0,0 1-1,0-1 1,-6-3 0,7 6 12,1 0 1,-1 1-1,0-1 0,1 1 0,-1 0 1,0 0-1,0 0 0,0 1 0,0 0 1,0-1-1,0 1 0,0 1 0,0-1 1,0 0-1,0 1 0,0 0 0,0 0 1,-4 2-1,-15 6 115,0 1 0,1 1 0,1 1 0,0 0 0,0 2 0,-29 26 0,-4 8-889,-45 54-1,64-63-6060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6.0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24575,'3'10'0,"22"84"4,-5 2 0,13 145-1,-13 195-140,-63 754-481,36-1061 607,3-69 11,-1-4 0,2 0 0,3 0 0,13 101 0,-13-150-2,2 0 0,-1 1 0,1-1-1,0-1 1,1 1 0,-1 0 0,1 0 0,1-1-1,-1 0 1,1 1 0,0-1 0,1-1-1,5 7 1,-7-10 4,-1 0 1,1 0-1,-1-1 0,1 1 0,0-1 1,-1 0-1,1 1 0,0-1 0,0-1 0,0 1 1,0 0-1,0-1 0,6 1 0,-3-2 12,0 1 0,-1-1 0,1 0 0,0 0 0,0-1 0,0 0 0,-1 0 0,11-5 0,12-9-301,-2-1 0,45-37-1,63-64-6412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6.6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92 24575,'1'3'0,"-1"0"0,0 0 0,1 0 0,0 0 0,-1 1 0,1-1 0,3 5 0,3 12 0,67 242 0,-12 3 0,-11 2 0,26 445 0,-73-619 0,-4-1 0,-4 0 0,-27 158 0,29-240 0,-1 0 0,1-1 0,-1 0 0,-1 1 0,-5 9 0,9-18 0,-1 0 0,0 0 0,1 0 0,-1 0 0,0 0 0,1 0 0,-1 0 0,0-1 0,0 1 0,0 0 0,0-1 0,0 1 0,1 0 0,-1-1 0,0 1 0,0-1 0,-1 0 0,1 1 0,0-1 0,0 0 0,-2 1 0,1-2 0,0 1 0,1-1 0,-1 1 0,0-1 0,0 0 0,1 0 0,-1 0 0,0 0 0,1 0 0,-1 0 0,1 0 0,-1-1 0,1 1 0,0 0 0,0-1 0,-1 1 0,0-4 0,-8-8 0,1-1 0,1-1 0,1 1 0,-9-24 0,-20-75 0,-6-48-147,-40-324 1,38-176-342,48 77 488,-4 571-2,1 1 0,1 0 0,0-1 0,1 1 0,7-20 0,-9 29 7,1 1 0,-1-1 0,1 0 0,-1 1 0,1 0 0,0-1 1,0 1-1,0 0 0,0 0 0,0 0 0,1 0 0,-1 0 0,0 0 0,1 1 0,0-1 0,-1 1 0,1 0 0,0 0 0,0 0 0,0 0 0,-1 0 0,1 0 1,0 1-1,0 0 0,0-1 0,0 1 0,6 1 0,-2-1 42,0 1 0,1 0 0,-1 0 0,0 1 0,0 0 1,0 1-1,0-1 0,0 1 0,0 0 0,-1 1 0,1 0 0,8 7 0,-6-4-35,-1 1 0,-1 0 0,0 0 0,0 0 0,0 1 0,-1 0 0,9 18 0,-5-6-19,-2 1 0,-1-1 0,0 1 0,-2 0 0,0 0 0,-2 1-1,2 38 1,-6-11-220,-3 1-1,-1-1 1,-3 0-1,-2 0 1,-27 78-1,16-66-6598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6.9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1 549 24575,'0'0'0,"0"-2"0,0 0 0,6-7 0,24-13 0,44-20 0,50-17 0,41-10 0,22-4 0,4 3 0,-11 7 0,-20 11 0,-24 12 0,-25 12 0,-31 10-8191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7.4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1 159 24575,'0'0'0,"5"4"0,89 79 0,114 129 0,-159-154 0,-3 2 0,-2 1 0,56 106 0,-82-131 0,-2 0 0,17 56 0,-28-77 0,-2-1 0,0 1 0,0 0 0,-1 1 0,-1-1 0,-1 0 0,0 0 0,-1 1 0,-3 19 0,3-32 0,0 0 0,0 1 0,0-1 0,0 0 0,0 0 0,-1 0 0,0 0 0,1 0 0,-1 0 0,0 0 0,0-1 0,-1 1 0,1-1 0,0 1 0,-5 2 0,6-4 0,0-1 0,0 1 0,0-1 0,0 1 0,0-1 0,0 0 0,0 0 0,0 1 0,0-1 0,0 0 0,0 0 0,-1 0 0,1 0 0,0 0 0,0 0 0,0 0 0,0-1 0,0 1 0,0 0 0,-1-1 0,0 0 0,0-1 0,0 1 0,0 0 0,0-1 0,1 1 0,-1-1 0,0 0 0,1 0 0,-1 1 0,1-1 0,0 0 0,-2-4 0,-2-3 0,1-1 0,0 1 0,1-1 0,0 0 0,1 0 0,-3-20 0,3-4 0,1-33 0,5-15 0,4 0 0,3 1 0,26-97 0,-5 65 0,76-182 0,-104 285-86,4-10-170,1 0 0,1 1 1,1 0-1,17-25 0,-16 32-6570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9.0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1481 24575,'-4'29'0,"-16"104"0,-17 153 0,31-217 0,4 1 0,6 76 0,-4-133 0,1 1 0,1-1 0,0 1 0,1-1 0,0 0 0,1 0 0,0 0 0,7 13 0,-10-25 0,0 0 0,-1 1 0,1-1 0,0 0 0,0 0 0,0 0 0,0 0 0,0 0 0,0 0 0,0 0 0,0 0 0,0-1 0,0 1 0,0 0 0,1-1 0,-1 1 0,0 0 0,1-1 0,-1 0 0,0 1 0,1-1 0,-1 0 0,0 0 0,1 0 0,-1 0 0,1 0 0,-1 0 0,0 0 0,1 0 0,-1 0 0,0-1 0,3 0 0,0-1 0,0 0 0,1-1 0,-1 0 0,0 0 0,0 0 0,0 0 0,-1-1 0,7-6 0,6-11 0,0-1 0,-2 0 0,0-1 0,-2 0 0,14-34 0,-6 4 0,20-86 0,-29 92 0,-3 1 0,-1-1 0,-2-1 0,-3 1 0,-1-1 0,-3 1 0,-1-1 0,-3 1 0,-2 0 0,-2 1 0,-2-1 0,-1 2 0,-3 0 0,-33-66 0,48 110 0,0 0 0,1 0 0,-1 1 0,1-1 0,0 0 0,-1 0 0,1 0 0,0 0 0,-1 0 0,1 0 0,0 0 0,0 0 0,0-1 0,0 1 0,0 0 0,0 0 0,0 0 0,0 0 0,0 0 0,1 0 0,-1 0 0,0 0 0,1 0 0,-1 0 0,1 0 0,-1 0 0,1 1 0,-1-1 0,1 0 0,0 0 0,-1 0 0,1 0 0,0 1 0,0-1 0,1 0 0,2-2 0,1 0 0,0 1 0,0 0 0,1 0 0,8-2 0,-13 3 0,43-9 0,1 1 0,0 2 0,58 0 0,140 10 0,-222-2 0,116 11 0,-125-10 0,0 1 0,0 0 0,-1 0 0,1 1 0,-1 1 0,0-1 0,0 2 0,18 11 0,-25-13 0,0 0 0,0 0 0,0 1 0,0-1 0,-1 1 0,0 0 0,0 0 0,0 0 0,-1 1 0,0-1 0,0 0 0,0 1 0,0 0 0,-1-1 0,0 1 0,0 0 0,-1 0 0,1-1 0,-1 1 0,0 0 0,-2 7 0,-1 15 0,-2 0 0,-1 0 0,-10 29 0,12-45 0,-99 284 0,-10 29 0,98-271 0,3 1 0,1-1 0,4 2 0,-2 60 0,9-94 0,1-1 0,5 38 0,-5-55 0,0 1 0,0 0 0,0-1 0,0 1 0,1-1 0,0 1 0,0-1 0,0 0 0,0 0 0,1 1 0,0-2 0,0 1 0,0 0 0,0-1 0,0 1 0,1-1 0,0 0 0,4 3 0,-6-5 0,1 0 0,-1 0 0,0 0 0,1 0 0,-1-1 0,1 1 0,-1-1 0,1 0 0,-1 1 0,0-1 0,1 0 0,-1-1 0,1 1 0,-1 0 0,1-1 0,-1 1 0,1-1 0,-1 0 0,4-1 0,0-2 0,1 1 0,-1-1 0,0 0 0,-1 0 0,1-1 0,6-7 0,6-8 0,-1 0 0,0-2 0,-2 0 0,-1-1 0,0 0 0,14-35 0,50-162 0,49-297-631,-47-10 1,-42 44 507,-37 380 83,-4 0-1,-29-172 0,28 250 41,-2 0 0,-16-47 0,10 54 189,12 18-175,-1-1 0,1 1 0,0 0 1,-1 0-1,1-1 0,0 1 0,-1 0 0,1 0 0,0 0 0,-1 0 0,1 0 0,0 0 0,-1 0 0,1-1 1,0 1-1,-1 0 0,1 0 0,-1 0 0,1 0 0,0 0 0,-1 1 0,1-1 0,0 0 0,-1 0 0,1 0 1,0 0-1,-1 0 0,1 0 0,-1 1 0,-1 1 42,0 0 1,0 1-1,1-1 1,-1 1-1,1-1 1,-1 1-1,1-1 0,0 1 1,0 0-1,0 0 1,-1 4-1,-8 35-9,1 1 0,3 1 0,1-1 0,2 52 0,17 184-65,0-145 18,6 0 0,6-2 0,6-1 0,5-1 0,7-2 0,64 133 0,-33-118 0,-62-122 0,1 0 0,1-1 0,1 0 0,21 20 0,-31-35 0,0 1 0,1-1 0,-1 0 0,1 0 0,0-1 0,0 0 0,1 0 0,-1-1 0,1 0 0,0 0 0,0 0 0,0-1 0,0-1 0,15 2 0,-14-3 0,1 0 0,0-1 0,-1-1 0,1 0 0,-1 0 0,0 0 0,1-1 0,-1-1 0,-1 0 0,1 0 0,9-6 0,6-7 0,-1-1 0,0 0 0,-1-2 0,-1-1 0,-1-1 0,-1 0 0,21-33 0,-6 2 0,-1-2 0,-3 0 0,-3-3 0,-2 0 0,-2-1 0,-4-2 0,-1 0 0,-4 0 0,7-66 0,-19 113 0,-1 1 0,0-1 0,-1 0 0,-3-19 0,1 30 0,0 9 0,-2 17 0,2 100 0,5-1 0,27 176 0,-25-261 0,14 79 0,-17-103 0,2-1 0,0 0 0,0 0 0,2 0 0,-1 0 0,13 18 0,-17-28 0,1 0 0,-1 1 0,1-1 0,0 0 0,0-1 0,0 1 0,0 0 0,0 0 0,0-1 0,0 1 0,1-1 0,-1 0 0,1 0 0,-1 0 0,1 0 0,-1 0 0,1 0 0,-1-1 0,1 1 0,0-1 0,-1 0 0,1 0 0,0 0 0,-1 0 0,1 0 0,0 0 0,-1-1 0,1 1 0,0-1 0,3-1 0,3-2 0,1-1 0,-1 0 0,0 0 0,0-1 0,-1 0 0,13-12 0,12-13 0,-2-2 0,-1-1 0,37-55 0,64-124 0,-130 210 0,1 0 0,0 0 0,0 0 0,0 0 0,0 0 0,0 1 0,1-1 0,-1 0 0,4-2 0,-4 5 0,-1-1 0,1 1 0,0-1 0,-1 1 0,1-1 0,-1 1 0,1 0 0,0 0 0,-1 0 0,1 0 0,0 0 0,-1 0 0,1 0 0,0 1 0,-1-1 0,1 0 0,-1 1 0,1-1 0,-1 1 0,1 0 0,2 1 0,22 13 0,-1 0 0,41 34 0,-38-27 0,52 31 0,-59-43 0,-1-2 0,1 0 0,1-1 0,0-1 0,-1-1 0,2 0 0,-1-2 0,0-1 0,1-1 0,-1-1 0,1 0 0,-1-2 0,0-1 0,1-1 0,33-10 0,-17 2 0,0-1 0,-2-3 0,0-1 0,0-2 0,-2-1 0,0-2 0,54-45 0,-37 14 0,-51 55 0,0-1 0,0 1 0,0-1 0,0 1 0,0 0 0,-1-1 0,1 1 0,0 0 0,-1 0 0,1-1 0,-1 1 0,0 0 0,1 2 0,4 19 0,4 22 0,1 0 0,3 0 0,2-1 0,20 43 0,-29-75 0,1 0 0,0-1 0,0 1 0,1-1 0,1-1 0,0 0 0,0 0 0,1-1 0,0 0 0,1 0 0,0-1 0,0-1 0,1 0 0,0 0 0,0-1 0,0-1 0,1 0 0,21 5 0,-14-6 0,0-2 0,0 0 0,0-1 0,0-1 0,0-1 0,0-1 0,0-1 0,0-1 0,0 0 0,-1-1 0,0-1 0,0-1 0,34-18 0,-7 0 0,-2-2 0,0-2 0,-2-2 0,49-46 0,-20 9-102,-2-4-1,-4-3 1,-3-3-1,60-97 1,-58 69-69,-5-3 0,86-221 0,-74 113 171,-62 183 0,-2 1 0,-2-1 0,0 0 0,-2-49 0,-2 82-2,-1-1 1,0 1 0,0-1-1,-1 1 1,1 0-1,0-1 1,0 1-1,-1-1 1,1 1 0,-1 0-1,1-1 1,-1 1-1,1 0 1,-2-2-1,1 2 2,1 1-1,-1 0 0,1 0 1,0 0-1,-1-1 0,1 1 1,-1 0-1,1 0 0,0 0 1,-1 0-1,1 0 0,-1 0 0,1 0 1,-1 0-1,1 0 0,0 0 1,-1 0-1,1 0 0,-1 0 1,1 0-1,0 1 0,-1-1 1,1 0-1,-1 0 0,1 0 0,0 1 1,-1-1-1,1 0 0,0 0 1,-1 1-1,-3 3 32,-1 0-1,1 1 1,1-1-1,-1 1 1,1 0-1,-4 6 1,-15 32 198,1 0 1,3 2-1,-25 89 1,-18 153-294,36-125 64,-7 212 0,30-261 0,6 1 0,29 191 0,-33-305 0,0 0 0,0 0 0,0 0 0,0 0 0,0 0 0,0 0 0,0 0 0,0 0 0,0 0 0,0 0 0,0 0 0,-1 0 0,1 0 0,0 0 0,0 0 0,0 0 0,0 0 0,0 0 0,0 0 0,0 0 0,0 0 0,0 0 0,0 0 0,0 0 0,0 0 0,0 0 0,0 0 0,0 0 0,0 1 0,0-1 0,0 0 0,0 0 0,0 0 0,0 0 0,0 0 0,0 0 0,0 0 0,0 0 0,0 0 0,0 0 0,0 0 0,0 0 0,0 0 0,0 1 0,0-1 0,0 0 0,0 0 0,0 0 0,0 0 0,0 0 0,-7-10 0,-10-26 0,-266-580 0,278 605 0,2 5 0,0-1 0,0 1 0,1-1 0,-1 0 0,2 1 0,-3-11 0,4 15 0,0 0 0,0 0 0,1 0 0,-1 0 0,0 0 0,1-1 0,-1 1 0,1 0 0,0 0 0,0 0 0,0 0 0,0 1 0,0-1 0,0 0 0,0 0 0,1 0 0,-1 1 0,0-1 0,1 1 0,0-1 0,-1 1 0,1 0 0,0 0 0,0-1 0,2 0 0,13-7 0,-1 1 0,1 1 0,1 1 0,25-7 0,79-10 0,-69 14 0,303-46-1365,-274 44-5461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3:59.6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340 1584 24575,'-48'7'0,"-61"18"0,53-11 0,36-9 0,-40 10 0,57-14 0,0 1 0,0-1 0,0 0 0,0 1 0,0 0 0,0-1 0,0 1 0,1 0 0,-1 1 0,1-1 0,-1 0 0,1 1 0,0-1 0,-3 5 0,5-5 0,-1-1 0,1 1 0,-1 0 0,1-1 0,-1 1 0,1-1 0,0 1 0,0 0 0,0 0 0,0-1 0,0 1 0,0 0 0,0-1 0,1 1 0,-1 0 0,1-1 0,-1 1 0,1-1 0,0 1 0,-1-1 0,1 1 0,0-1 0,0 1 0,0-1 0,0 0 0,0 1 0,2 1 0,4 3 0,-1-1 0,1 1 0,0-1 0,0 0 0,9 4 0,8 3 0,1-1 0,0-1 0,0-1 0,41 8 0,127 13 0,126-11-436,85-25-1309,73-30 737,65-29-1280,59-30 1716,57-26 572,53-24-708,775-178-2778,199-41 1142,-1 45 1344,-923 200 821,-68 26-539,-90 24 558,-99 19 239,-107 18 259,-103 12 935,34 6 2166,-296 13-2874,-23 1 140,1 0 0,0 0 0,-1 0-1,16 4 1,-25-4-654,0 0 0,0 0 1,0 0-1,0 0 0,0 1 0,0-1 0,0 0 0,-1 0 0,1 0 0,0 0 0,0 0 1,0 1-1,0-1 0,0 0 0,0 0 0,0 0 0,0 0 0,0 1 0,0-1 0,0 0 1,0 0-1,0 0 0,0 0 0,0 0 0,0 1 0,0-1 0,0 0 0,1 0 0,-1 0 1,0 0-1,0 0 0,0 1 0,0-1 0,0 0 0,0 0 0,0 0 0,0 0 0,0 0 1,1 0-1,-1 0 0,0 1 0,0-1 0,0 0 0,0 0 0,0 0 0,1 0 0,-1 0 1,0 0-1,0 0 0,0 0 0,0 0 0,0 0 0,1 0 0,-1 0 0,0 0 0,0 0 1,0 0-1,1 0 0,-13 4-152,2-1-5579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17.5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1509 307 24575,'7'-27'0,"-6"17"0,-1 0 0,0 0 0,-1 0 0,0 0 0,-1 0 0,0 0 0,0 0 0,-1 1 0,-1-1 0,1 1 0,-2 0 0,1 0 0,-11-15 0,8 15 0,0 0 0,-1 1 0,0 0 0,0 1 0,-1 0 0,0 0 0,0 1 0,-1 0 0,0 0 0,0 1 0,0 0 0,-13-3 0,-13-3 0,0 3 0,-1 0 0,0 3 0,0 1 0,0 1 0,-61 5 0,23 4 0,1 4 0,-98 24 0,121-21 0,0 3 0,1 2 0,0 2 0,2 2 0,1 2 0,-84 57 0,106-62 0,1 1 0,1 1 0,1 1 0,0 1 0,-25 38 0,34-42 0,0 2 0,2-1 0,1 1 0,0 1 0,2 0 0,0 0 0,-9 46 0,15-49 0,-1-1 0,2 1 0,1-1 0,0 1 0,1 0 0,1-1 0,1 1 0,1-1 0,0 0 0,10 25 0,-4-19 0,1 0 0,2-1 0,0 0 0,1-2 0,1 1 0,32 33 0,-7-16 0,2-1 0,2-2 0,1-3 0,1-1 0,2-2 0,65 29 0,68 21 0,-96-45 0,121 69 0,-189-93 0,1 1 0,-2 0 0,1 2 0,-2 0 0,0 0 0,0 1 0,16 24 0,-23-26 0,0-1 0,-1 1 0,0 0 0,-1 1 0,0 0 0,-1 0 0,-1 0 0,-1 0 0,0 1 0,0 0 0,0 17 0,-4-7 0,0 0 0,-1 0 0,-2 0 0,-1-1 0,0 1 0,-2-1 0,-1 0 0,-1-1 0,-1 0 0,0 0 0,-2-1 0,-29 40 0,13-24 0,-1-2 0,-2-2 0,-1 0 0,-2-2 0,-2-2 0,-42 29 0,40-34 0,0-2 0,-1-2 0,-1-2 0,-1-1 0,-1-2 0,-74 18 0,82-27 0,-1-1 0,1-2 0,-1-1 0,0-2 0,1-2 0,-1 0 0,1-3 0,-1-1 0,-37-10 0,65 14-97,1-1-1,-1 1 1,0-2-1,1 1 1,-1-1-1,1 0 1,0 0-1,0-1 1,0 0-1,1 0 1,-1 0-1,1 0 0,-9-11 1,0-8-6729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18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24575,'18'231'0,"-9"-144"0,171 1104 0,-171-1148 0,4 25 0,4-1 0,28 76 0,-43-140-1365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19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1776 24575,'3'1'0,"-1"0"0,1 0 0,0 0 0,0-1 0,0 1 0,-1-1 0,1 1 0,0-1 0,0 0 0,6 0 0,-2 0 0,10 1 0,18 3 0,1-1 0,-1-2 0,1-2 0,0-1 0,42-8 0,379-126 12,-10-38-152,327-168-524,-11-30 669,106-49 141,-839 408 374,-19 8-384,-13 6-151,-12-14 15,1 4 0,0 1 0,-1 1 0,-1 0 0,1 0 0,-1 2 0,0 0 0,-28-6 0,20 5 0,-296-59 0,193 44 0,-132-42 0,245 60 0,-35-15 0,45 17 0,0 0 0,0-1 0,0 0 0,0 1 0,1-1 0,-1 0 0,1-1 0,-1 1 0,1 0 0,0-1 0,0 1 0,-3-5 0,5 6 0,0 1 0,0-1 0,0 1 0,0-1 0,1 1 0,-1-1 0,0 1 0,0-1 0,0 1 0,1-1 0,-1 1 0,0-1 0,1 1 0,-1-1 0,0 1 0,1 0 0,-1-1 0,1 1 0,-1 0 0,1-1 0,-1 1 0,1 0 0,-1-1 0,1 1 0,-1 0 0,1 0 0,-1 0 0,1 0 0,-1-1 0,1 1 0,-1 0 0,2 0 0,16-6 0,1 1 0,0 0 0,1 2 0,-1 0 0,20 0 0,104 3 0,-140 0 0,72 3 0,-1 4 0,-1 3 0,118 32 0,-138-27 0,0 3 0,-2 2 0,0 3 0,-1 2 0,70 46 0,-98-57 0,-2 2 0,0 0 0,-1 1 0,32 36 0,-46-47 0,0 1 0,-1-1 0,0 0 0,0 1 0,0 0 0,-1 0 0,0 0 0,0 0 0,-1 1 0,0-1 0,0 1 0,-1-1 0,0 1 0,0 0 0,0 0 0,-1-1 0,-1 1 0,1 0 0,-1 0 0,-3 10 0,-1-8 0,0 1 0,-1-1 0,0 0 0,0-1 0,-1 0 0,0 0 0,-1 0 0,0-1 0,-1 0 0,-13 10 0,2 1 0,-495 403 9,42-37 41,373-294-525,4 4 1,-125 160-1,176-195-6351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29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813 170 24575,'0'0'0,"0"0"0,-8-11 0,-5-3 0,0-1 0,-1 2 0,-1 0 0,0 1 0,0 0 0,-1 1 0,-1 1 0,-31-15 0,33 19 0,1 0 0,-1 1 0,0 1 0,0 0 0,-1 1 0,1 0 0,-1 2 0,1 0 0,-1 0 0,0 1 0,-22 4 0,25-1 0,1 1 0,-1 1 0,1 0 0,0 0 0,0 1 0,0 1 0,1 0 0,0 1 0,0 0 0,1 0 0,0 1 0,0 1 0,1 0 0,-14 19 0,1 2 0,1 1 0,2 0 0,-29 70 0,28-49 0,2 1 0,3 1 0,2 0 0,3 1 0,2 0 0,-1 76 0,30 343 0,-1 13 0,-75-39 0,25-261 0,29-181 0,-1 3 0,1 0 0,0 1 0,1 19 0,1-28 0,-1 1 0,0 0 0,1-1 0,0 1 0,-1-1 0,1 1 0,0-1 0,0 1 0,1-1 0,-1 0 0,0 0 0,1 1 0,-1-1 0,1 0 0,0 0 0,0 0 0,0-1 0,0 1 0,0 0 0,3 1 0,2 0 0,0 1 0,1-2 0,-1 1 0,1-1 0,-1 0 0,1-1 0,0 0 0,0 0 0,-1 0 0,16-2 0,8-2 0,42-9 0,-13-2 30,1-3 0,-2-3 0,82-38 0,157-103-1515,-217 112-5341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29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42 24575,'16'-3'0,"47"-9"0,-10 1 0,55-4 0,-100 15 0,0 0 0,-1 0 0,1 1 0,0 0 0,-1 0 0,1 1 0,-1 0 0,1 0 0,-1 1 0,0 0 0,8 5 0,-3-2 0,-2 2 0,1-1 0,-1 1 0,0 1 0,-1 0 0,10 11 0,0 5 0,0 1 0,-2 1 0,-1 0 0,21 49 0,-13-14 0,-3 1 0,-2 1 0,-4 1 0,-2 0 0,8 120 0,-21 339 0,-4-416 0,4 262 0,6-255 0,26 138 0,47 108 0,-22-118 0,-56-239 0,0 1 0,0-1 0,0 0 0,-1 0 0,0 1 0,1-1 0,-2 0 0,1 1 0,0-1 0,-1 0 0,0 0 0,0 1 0,-2 4 0,1-6 0,0 0 0,0-1 0,0 0 0,0 1 0,-1-1 0,1 0 0,-1 0 0,1 0 0,-1 0 0,0-1 0,0 1 0,0-1 0,0 0 0,0 0 0,0 0 0,0 0 0,0 0 0,-6 0 0,-14 3 17,-1-1 0,0-1 1,0-1-1,0-2 0,0 0 0,-35-6 0,22 0-388,1-2-1,-1-1 1,-48-22 0,17 1-6455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2:50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2735 25 24575,'-613'-15'0,"-203"6"0,766 12 0,0 1 0,0 3 0,-91 26 0,82-17 0,31-9 0,-1 1 0,1 2 0,1 0 0,-36 20 0,-213 134 0,263-157 0,1 1 0,0 0 0,0 0 0,1 2 0,-12 12 0,19-18 0,0 1 0,1-1 0,-1 1 0,1 0 0,1 0 0,-1 0 0,1 0 0,0 1 0,0-1 0,0 0 0,1 1 0,-1 0 0,2-1 0,-1 1 0,0 0 0,1 5 0,7 67 0,-3-51 0,-2 1 0,-1 40 0,-8-12 0,-1-1 0,-26 85 0,-47 106 0,58-180 0,-148 486 0,147-454 0,5 2 0,4 0 0,-3 177 0,23-124 0,33 198 0,-26-297 0,2-1 0,3-1 0,41 89 0,-39-96 0,-6-17 0,1 1 0,2-2 0,0 0 0,2-1 0,25 28 0,1-7 0,73 63 0,-11-26 0,35 32 0,-73-52 0,2-3 0,3-3 0,129 78 0,-140-106 0,0-3 0,2-3 0,127 30 0,-128-41 0,127 11 0,65-19 0,-106-4 0,167-6 0,-279-1 0,0-1 0,0-2 0,45-17 0,47-11 0,-105 31 0,-1-1 0,0 0 0,-1-2 0,0-1 0,0-1 0,-1 0 0,0-2 0,-1-1 0,23-19 0,69-51 0,12-9 0,-43 26 0,101-64 0,-164 118 0,0-1 0,-1-1 0,27-32 0,0 2 0,-3 4 0,-2-1 0,-1-3 0,-3 0 0,-1-3 0,-3 0 0,-2-2 0,-2-1 0,-2-2 0,-2 0 0,-3-1 0,-3-1 0,-1-1 0,14-107 0,-16-38 0,-14-251 0,0 447 0,-4-98 0,-5 0 0,-33-158 0,27 198 0,-3 1 0,-2 0 0,-4 2 0,-1 1 0,-44-73 0,49 104 0,-2 0 0,0 0 0,-49-42 0,22 21 0,-22-23 0,-71-77 0,66 64 0,32 38 0,-43-60 0,69 84 0,-2 1 0,0 1 0,-24-20 0,-24-26 0,56 56 0,0 0 0,0 0 0,-1 1 0,0 1 0,-24-13 0,-78-31 0,15 8 0,57 23 0,-51-18 0,73 33 0,1 1 0,-1 1 0,0 0 0,-43-2 0,17 2-1365,31 0-5461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08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 24575,'475'0'0,"-452"-1"43,1-1-1,26-7 0,-25 5-788,41-3 0,-41 6-6080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17.7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783 162 24575,'-122'-2'0,"-132"5"0,247-2 0,0 0 0,1 1 0,-1 0 0,0 0 0,1 1 0,-1 0 0,1 0 0,0 1 0,0-1 0,-11 10 0,-3 3 0,-26 29 0,11-5 0,3 1 0,1 2 0,2 0 0,2 2 0,-25 56 0,45-82 0,-1 1 0,2-1 0,1 2 0,1-1 0,-3 23 0,-2 105 0,8-137 0,-1 39 0,0-19 0,1 1 0,1-1 0,2 0 0,6 40 0,-3-57 0,0-1 0,0 0 0,1 0 0,1 0 0,0-1 0,1 0 0,0 0 0,1-1 0,0 0 0,1-1 0,0 0 0,1 0 0,-1-1 0,25 15 0,-8-7 0,1-1 0,1-2 0,0 0 0,0-2 0,51 12 0,-25-12 0,0-3 0,1-2 0,0-3 0,111-5 0,-150-1 0,0 0 0,1-1 0,-1-1 0,-1-1 0,1 0 0,-1-1 0,0-1 0,0 0 0,0-1 0,-1-1 0,-1 0 0,24-20 0,2-7 0,-2-3 0,57-72 0,-75 86 0,26-31 0,-3-3 0,60-106 0,-89 138 0,-1-1 0,-2 0 0,0 0 0,-2-1 0,-1-1 0,-2 1 0,-1-1 0,-1 0 0,0-37 0,-3 56 0,-1 0 0,0-1 0,-1 1 0,0 0 0,-1 0 0,0 0 0,-1 0 0,0 0 0,-1 0 0,0 1 0,-1-1 0,0 1 0,0 0 0,-11-14 0,-10-6 0,-1 2 0,-58-49 0,-72-37 0,137 102 0,0 0 0,0 1 0,-1 1 0,-1 1 0,0 0 0,-37-7 0,6 1-1365,38 11-5461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38.8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489 611 24575,'-17'-3'0,"1"1"0,-31-1 0,32 3 0,-1-1 0,0-1 0,-21-5 0,29 5 0,1 0 0,0 0 0,0-1 0,0 0 0,0-1 0,0 1 0,-9-8 0,10 7 0,1 0 0,0 0 0,0 0 0,0-1 0,1 1 0,0-1 0,-8-11 0,11 14 0,1 0 0,-1 0 0,0 0 0,1 0 0,-1 0 0,1-1 0,0 1 0,0 0 0,-1 0 0,1-1 0,1 1 0,-1 0 0,0 0 0,1-1 0,-1 1 0,1 0 0,0 0 0,-1 0 0,1 0 0,0 0 0,0 0 0,0 0 0,1 0 0,-1 0 0,0 0 0,3-1 0,15-19 0,1 0 0,1 2 0,1 1 0,1 0 0,37-22 0,3 3 0,69-30 0,-337 124 0,-124 28 0,327-83 0,-1 0 0,1 0 0,0 0 0,0 1 0,1-1 0,-1 1 0,0-1 0,0 1 0,1 0 0,-1-1 0,1 1 0,-1 0 0,1 0 0,0 0 0,0 0 0,0 0 0,0 0 0,0 1 0,0-1 0,1 0 0,-1 0 0,1 1 0,-1-1 0,1 4 0,-2 10 0,1 0 0,2 25 0,-1-18 0,-1 2 0,2 34 0,9-65 0,8-12 0,-1 0 0,0-1 0,-2-1 0,0-1 0,21-39 0,-31 51 0,64-115 0,-58 103 0,-2-1 0,0-1 0,10-45 0,-19 54 0,-8 31 0,-4 24 0,2 0 0,-6 60 0,0 94 0,13-148 0,-36 1206-1103,20-418 1010,17-765 93,-34 555 0,30-587 0,6-38 0,0 0 0,0 0 0,0 0 0,0 1 0,0-1 0,0 0 0,0 0 0,0 0 0,0 0 0,0 0 0,0 0 0,0 0 0,0 1 0,0-1 0,0 0 0,0 0 0,0 0 0,0 0 0,0 0 0,0 0 0,0 1 0,0-1 0,0 0 0,0 0 0,0 0 0,0 0 0,-1 0 0,1 0 0,0 0 0,0 0 0,0 0 0,0 1 0,0-1 0,0 0 0,0 0 0,0 0 0,-1 0 0,1 0 0,0 0 0,0 0 0,0 0 0,0 0 0,0 0 0,0 0 0,0 0 0,-1 0 0,1 0 0,0 0 0,0 0 0,0 0 0,0 0 0,0 0 0,0 0 0,-1 0 0,1 0 0,0 0 0,0 0 0,0 0 0,0 0 0,0-1 0,0 1 0,-6-20 0,-3-71 0,2-150 0,7 156 0,7-696 311,-3-246-343,-6 949 40,-2-15-23,12-121 0,-5 185 33,1-1 0,2 1 0,1 1 0,2-1-1,0 1 1,2 0 0,1 1 0,19-33 0,-7 26 65,1 0 0,2 1-1,1 2 1,1 1 0,2 1-1,0 2 1,2 1 0,2 1-1,59-31 1,-45 29-90,2 4 0,1 1 0,0 3 0,2 2 0,0 2 0,95-13 0,-106 23 7,-1 3 0,74 3 0,-96 1 0,0 1 0,0 0 0,0 2 0,0 0 0,-1 1 0,0 1 0,31 16 0,-42-19 0,-1 1 0,0-1 0,0 2 0,0-1 0,-1 1 0,0 0 0,0 0 0,0 1 0,-1 0 0,0 0 0,0 0 0,-1 0 0,0 1 0,0 0 0,-1 0 0,0 0 0,0 0 0,-1 0 0,0 1 0,0-1 0,-1 1 0,0-1 0,-1 1 0,0-1 0,0 1 0,-3 14 0,-2 6 0,-1 0 0,-2 0 0,-1-1 0,-1 0 0,-1 0 0,-26 43 0,-9 7-85,-4-1 0,-3-3 0,-83 91-1,-215 176-653,36-86 739,239-201 0,-3-4 0,-113 54 0,178-97-296,0-1 0,0-1-1,-27 7 1,23-10-5630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39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2287 1 24575,'-15'9'0,"7"-3"0,-57 42 0,2 3 0,-91 94 0,-87 144 0,204-238 0,1 1 0,3 2 0,3 1 0,-41 100 0,62-131 0,2 1 0,0 0 0,1 1 0,2-1 0,0 1 0,2 0 0,1 0 0,1 0 0,1 0 0,1 0 0,2 0 0,0-1 0,2 1 0,9 26 0,-1-18 0,1-2 0,2 1 0,1-2 0,1-1 0,2 0 0,1-1 0,1-1 0,1-2 0,40 35 0,27 12 0,158 98 0,-25-19 0,-210-142 0,0 1 0,-1 0 0,0 1 0,-1 1 0,0 0 0,12 17 0,-20-24 0,-1 1 0,0-1 0,0 0 0,0 1 0,-1 0 0,0-1 0,0 1 0,-1 0 0,1 0 0,-2 0 0,1 0 0,-1 0 0,0 0 0,0 0 0,-1 0 0,0 0 0,0 0 0,-4 9 0,0 1 0,-2 0 0,0-1 0,-1 0 0,-1 0 0,0-1 0,-18 23 0,-3-2 0,-52 49 0,-3-9-324,-4-4 0,-187 117-1,-227 71 50,365-200 311,-2-6 0,-151 35 0,208-69-260,-1-3 0,0-4 0,-1-4 0,0-4 0,-88-5 0,26-14-5483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39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1 622 24575,'0'6'0,"1"0"0,0-1 0,0 1 0,1 0 0,-1-1 0,1 1 0,1-1 0,-1 0 0,1 0 0,0 0 0,0 0 0,0 0 0,1-1 0,-1 1 0,9 7 0,3 2 0,1-1 0,0 0 0,23 12 0,4-1-8,1-1 0,1-3 0,1-2 0,1-1 0,0-3 0,61 10 0,15-4-466,171 6 1,-34-22 39,0-11-1,293-47 0,511-134-568,-523 71 786,534-96-402,-1069 212 620,83-13 457,0 3 0,124 1 0,-204 10-32,-6 0-270,0-1-1,0 1 1,0 0-1,0 1 1,0-1 0,0 0-1,1 1 1,-1 0 0,0 0-1,0 0 1,0 0 0,-1 0-1,5 2 1,-34 3 10,-25-6-166,0-2 0,1-2 0,-72-14 0,34-2 0,-95-34 0,135 37 0,2-1 0,0-3 0,1-1 0,0-3 0,-58-42 0,100 64 0,0 0 0,1 1 0,0-1 0,-1 0 0,1-1 0,1 1 0,-1-1 0,0 1 0,-3-8 0,6 11 0,-1-1 0,1 0 0,0 0 0,0 0 0,0 0 0,0 0 0,0 0 0,0 1 0,0-1 0,0 0 0,0 0 0,0 0 0,0 0 0,0 0 0,1 0 0,-1 1 0,0-1 0,1 0 0,-1 0 0,1-1 0,1 1 0,-1-1 0,1 0 0,0 1 0,-1-1 0,1 1 0,0-1 0,0 1 0,0 0 0,0 0 0,0 0 0,3-1 0,12-4 0,0 1 0,0 1 0,0 1 0,1 0 0,0 1 0,-1 1 0,1 1 0,0 0 0,26 5 0,1 2 0,0 2 0,69 23 0,-65-15 0,-1 3 0,59 32 0,-81-37 0,-1 0 0,0 2 0,-1 1 0,-1 1 0,29 32 0,-44-42 0,0 0 0,-1 0 0,-1 0 0,0 1 0,0 0 0,-1 0 0,0 1 0,0 0 0,-1-1 0,-1 2 0,0-1 0,-1 0 0,0 0 0,1 14 0,-3-10 0,-1 0 0,0 0 0,-2 0 0,1 0 0,-2-1 0,0 1 0,0-1 0,-2 0 0,1 0 0,-14 21 0,-4 3 2,-1 0-1,-3-2 1,-1-1 0,-52 51-1,-150 110-116,4-32-782,-410 224 1,529-331-5395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2.1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0 268 24575,'24'-9'0,"725"-235"0,-742 243 0,6-3 0,1 1 0,-1 1 0,1 0 0,17 0 0,-27 2 0,0 0 0,-1 0 0,1 1 0,0 0 0,-1 0 0,1 0 0,-1 0 0,1 0 0,-1 1 0,0-1 0,1 1 0,-1 0 0,0 0 0,0 0 0,0 1 0,0-1 0,-1 1 0,1-1 0,-1 1 0,4 5 0,0 2 0,0 0 0,0 1 0,-2 0 0,1 0 0,-1 1 0,-1-1 0,0 1 0,2 16 0,0 15 0,-1 43 0,-4-81 0,-2 114 0,-4 0 0,-36 189 0,-84 230 0,-162 419 0,269-904-682,-33 64-1,37-90-6143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2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 42 24575,'-1'11'0,"-71"373"0,-17 113 0,82-451 0,2-1 0,2 1 0,7 91 0,-3-128 0,0 0 0,1 0 0,0 0 0,1 0 0,0 0 0,7 14 0,-8-20 0,0 0 0,0-1 0,0 1 0,0 0 0,0-1 0,0 1 0,1-1 0,-1 0 0,1 0 0,-1 0 0,1 0 0,0 0 0,0-1 0,0 1 0,0-1 0,0 0 0,0 0 0,1 0 0,-1 0 0,0-1 0,4 1 0,2-1 0,-1 0 0,0-1 0,0 0 0,0 0 0,0-1 0,0 0 0,0 0 0,0-1 0,0 0 0,-1-1 0,10-5 0,9-7 0,-2 0 0,24-21 0,6-11 0,-1-2 0,-2-2 0,53-73 0,-44 44 0,87-160 0,-85 103 0,-62 138 0,0 0 0,0 1 0,0-1 0,0 0 0,0 0 0,0 0 0,0 0 0,0 0 0,0 1 0,0-1 0,0 0 0,0 0 0,0 0 0,0 0 0,0 0 0,0 1 0,0-1 0,0 0 0,0 0 0,1 0 0,-1 0 0,0 0 0,0 0 0,0 0 0,0 0 0,0 1 0,0-1 0,1 0 0,-1 0 0,0 0 0,0 0 0,0 0 0,0 0 0,0 0 0,0 0 0,1 0 0,-1 0 0,0 0 0,0 0 0,0 0 0,0 0 0,0 0 0,1 0 0,-1 0 0,0 0 0,0 0 0,0 0 0,0 0 0,0 0 0,1 0 0,-1 0 0,0 0 0,0 0 0,0-1 0,0 1 0,0 0 0,0 0 0,0 0 0,1 0 0,-1 0 0,0 0 0,0 0 0,0-1 0,0 1 0,0 0 0,0 0 0,0 0 0,6 13 0,-2 1 0,7 27 0,-3-7 0,17 67 0,42 147 0,-55-213 0,2-1 0,0 0 0,3-1 0,37 57 0,-47-79 0,2-1 0,-1 0 0,1-1 0,0 1 0,1-2 0,0 1 0,1-2 0,0 1 0,0-1 0,19 8 0,-20-11 0,-1-1 0,0 0 0,1-1 0,-1 0 0,1-1 0,0 0 0,0 0 0,-1-1 0,1 0 0,0-1 0,0 0 0,0 0 0,-1-1 0,18-6 0,-7 0 0,-1-1 0,0 0 0,-1-1 0,0-2 0,-1 1 0,0-2 0,0 0 0,-2-1 0,20-23 0,-4 2 0,-2-2 0,-2-2 0,28-49 0,-22 24 0,-1-1 0,-4-2 0,-3-1 0,-3-1 0,-3 0 0,-2-2 0,-4 0 0,7-134 0,-19 181-227,-1 0-1,-1 0 1,-1 0-1,-1 1 1,-7-29-1,2 28-6598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3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1 24575,'-3'58'0,"-17"99"0,0-9 0,14-62 0,4 1 0,15 136 0,-5-158 0,3-1 0,3-1 0,3 0 0,26 65 0,-32-101 0,1-1 0,1-1 0,1 0 0,1-1 0,19 23 0,-29-39 0,1-1 0,0 0 0,1-1 0,-1 0 0,1 0 0,1 0 0,-1-1 0,1 0 0,0 0 0,0-1 0,0 0 0,1-1 0,-1 1 0,1-2 0,0 1 0,0-1 0,0-1 0,0 1 0,10-1 0,-14-1 0,1 0 0,0-1 0,-1 0 0,1 0 0,-1 0 0,1 0 0,-1-1 0,0 0 0,0 0 0,1 0 0,-1-1 0,-1 0 0,1 0 0,0 0 0,-1-1 0,1 1 0,-1-1 0,0 0 0,0 0 0,-1-1 0,1 1 0,-1-1 0,0 1 0,0-1 0,-1 0 0,4-9 0,-2 2 0,-1 0 0,0 0 0,0-1 0,-2 1 0,1 0 0,-2-1 0,0 0 0,0 1 0,-1-1 0,0 1 0,-4-13 0,-3-8 0,-2 1 0,-1 0 0,-19-38 0,-54-87 0,24 47 0,57 105 0,0-1 0,0 1 0,1-1 0,0 0 0,0 0 0,0 0 0,1 0 0,0 0 0,0-1 0,1 1 0,-1 0 0,2 0 0,-1 0 0,0-1 0,3-6 0,-1 7 0,0-1 0,1 1 0,0-1 0,1 1 0,-1 0 0,1 0 0,0 1 0,1-1 0,-1 1 0,1 0 0,0 0 0,0 0 0,9-5 0,4-3 0,0 2 0,1 0 0,1 1 0,-1 0 0,2 2 0,-1 1 0,1 0 0,0 2 0,1 0 0,-1 1 0,1 1 0,0 1 0,0 2 0,0 0 0,0 1 0,-1 1 0,1 0 0,0 2 0,-1 1 0,0 1 0,0 0 0,0 2 0,-1 0 0,0 2 0,-1 0 0,0 1 0,-1 1 0,0 0 0,0 2 0,-2 0 0,1 1 0,22 28 0,-22-21 0,-1 1 0,-2 1 0,0 0 0,-2 1 0,-1 0 0,0 1 0,-2 0 0,-1 1 0,-2 0 0,0 0 0,-2 0 0,-1 1 0,-1-1 0,-1 1 0,-3 35 0,-3-15 0,-3 1 0,-1-1 0,-2-1 0,-3 1 0,-1-2 0,-3 0 0,-40 75 0,50-103 0,-2 0 0,-1 0 0,0-2 0,-1 1 0,0-1 0,-23 21 0,34-36 0,-1 1 0,1-1 0,0 0 0,-1 0 0,1 0 0,-1 0 0,1 0 0,-1-1 0,1 1 0,-1 0 0,0-1 0,1 1 0,-1-1 0,0 1 0,1-1 0,-1 0 0,0 0 0,0 0 0,1 0 0,-1 0 0,-3 0 0,4-1 0,-1-1 0,1 1 0,-1 0 0,1-1 0,0 1 0,-1 0 0,1-1 0,0 0 0,0 1 0,0-1 0,0 0 0,1 1 0,-1-1 0,0 0 0,1 0 0,-1 1 0,1-1 0,0 0 0,-1 0 0,1 0 0,0-3 0,-1-13 0,1 1 0,1-1 0,0 1 0,2 0 0,3-18 0,30-96 0,15-19-164,92-189 1,104-127-227,-219 416 390,0 0 0,67-90 0,-94 138-57,0 0 0,1 0 1,-1 0-1,1 0 1,0 0-1,-1 0 0,1 1 1,0-1-1,0 1 0,0-1 1,0 1-1,1 0 1,-1-1-1,0 1 0,0 1 1,1-1-1,-1 0 1,1 0-1,-1 1 0,1-1 1,3 1-1,14 5-6171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3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427 1 24575,'0'0'0,"0"0"0,-2 1 0,-5 6 0,-10 12 0,-15 17 0,-11 18 0,-9 14 0,-5 16 0,-1 14 0,6 13 0,10 3 0,10-6 0,11-13 0,9-24-8191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3.9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90 501 24575,'85'-463'0,"-82"430"0,-6 29 0,-4 11 0,-6 14 0,1 2 0,2 0 0,0 0 0,-8 29 0,16-46 0,-23 73 0,3 2 0,3 1 0,5 1 0,3 0 0,3 1 0,4-1 0,4 1 0,4 0 0,3 0 0,19 85 0,-20-142 0,0 0 0,2-1 0,1 0 0,1 0 0,2-1 0,14 23 0,-20-37 0,2-1 0,-1 0 0,1 0 0,1-1 0,0 0 0,0-1 0,0 0 0,1 0 0,1-1 0,-1 0 0,1-1 0,0 0 0,0-1 0,1 0 0,17 4 0,-3-2 14,1-2-1,0-1 1,0-2 0,0 0-1,1-2 1,31-4-1,-2-3-743,103-27 0,1-14-6096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4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299 346 24575,'26'2'0,"-1"-1"0,39-3 0,-15-1 0,134-5 0,-1-9 0,334-74 0,-511 90 0,13-3 0,0-1 0,0 0 0,0-1 0,-1-1 0,31-17 0,-46 23 0,-1 0 0,1 0 0,-1 0 0,1 0 0,-1-1 0,0 1 0,0 0 0,1 0 0,-1-1 0,0 1 0,0-1 0,0 1 0,0-1 0,-1 1 0,1-1 0,0 0 0,-1 1 0,1-1 0,-1 0 0,1-2 0,-2 3 0,1-1 0,0 0 0,-1 0 0,0 0 0,1 0 0,-1 0 0,0 0 0,0 1 0,0-1 0,0 0 0,0 1 0,-1-1 0,1 1 0,0-1 0,-1 1 0,1 0 0,-1-1 0,-2-1 0,-15-7 0,1 0 0,-1 0 0,-1 2 0,0 1 0,0 0 0,-35-6 0,-9-2 0,0 4 0,-123-8 0,177 19 0,0 0 0,-1 1 0,1-1 0,0 2 0,0 0 0,0 0 0,-13 5 0,18-5 0,-1 1 0,1 0 0,0 0 0,1 0 0,-1 0 0,0 1 0,1 0 0,0 0 0,0 0 0,0 0 0,0 1 0,1 0 0,0-1 0,-4 9 0,-2 5 0,1 1 0,1-1 0,1 2 0,1-1 0,-4 26 0,-6 103 0,12-108 0,-16 448 0,2-37 0,16-412 0,-3-1 0,-1 0 0,-1 0 0,-15 46 0,18-75 0,0 0 0,-1-1 0,0 1 0,0-1 0,-1 1 0,0-1 0,-1-1 0,0 1 0,0-1 0,0 0 0,-1 0 0,0 0 0,0-1 0,-1-1 0,1 1 0,-1-1 0,-1 0 0,1-1 0,-1 0 0,1 0 0,-1-1 0,-16 4 0,-3-2 0,-1-2 0,1-1 0,-1-1 0,0-1 0,-32-5 0,-146-29 0,173 28 0,6 1 0,19 5 0,1-2 0,-1 1 0,1-1 0,0 0 0,-14-6 0,22 8 0,0 0 0,0 0 0,0 0 0,0 0 0,0 0 0,0-1 0,0 1 0,0 0 0,-1 0 0,1 0 0,0 0 0,0 0 0,0-1 0,0 1 0,0 0 0,0 0 0,0 0 0,0 0 0,0 0 0,0-1 0,0 1 0,0 0 0,0 0 0,0 0 0,0 0 0,0-1 0,0 1 0,0 0 0,0 0 0,0 0 0,0 0 0,0 0 0,1-1 0,-1 1 0,0 0 0,0 0 0,0 0 0,0 0 0,0 0 0,0 0 0,0-1 0,0 1 0,1 0 0,-1 0 0,0 0 0,0 0 0,0 0 0,0 0 0,0 0 0,1 0 0,-1 0 0,0 0 0,0 0 0,0 0 0,0 0 0,1 0 0,-1 0 0,0 0 0,0 0 0,0 0 0,0 0 0,0 0 0,1 0 0,-1 0 0,0 0 0,0 0 0,0 0 0,15-5 0,1 0 0,-1 1 0,27-3 0,-13 2 0,419-65 78,135-26-1521,-418 60-5383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4.8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287 1 24575,'0'0'0,"0"4"0,-11 579 10,-39-3-128,-102 251-583,108-617-396,14-64-5188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5.4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522 320 24575,'0'0'0,"2"15"0,16 181 0,-8 197 0,-9-272 0,0 741 0,-2-837 0,1 25 0,0-48 0,1 1 0,-1-1 0,0 1 0,1-1 0,-1 1 0,1-1 0,0 0 0,0 1 0,0-1 0,0 0 0,0 0 0,0 0 0,1 0 0,1 2 0,-2-3 0,-1-1 0,1 1 0,0-1 0,0 0 0,0 0 0,0 1 0,0-1 0,-1 0 0,1 0 0,0 0 0,0 0 0,0 0 0,0 0 0,0 0 0,0 0 0,0 0 0,0-1 0,-1 1 0,1 0 0,0 0 0,0-1 0,0 1 0,0-1 0,-1 1 0,1-1 0,0 1 0,-1-1 0,1 1 0,0-1 0,-1 0 0,1 1 0,0-1 0,-1 0 0,1 1 0,-1-1 0,1-1 0,23-33 0,-9 4 0,-1-1 0,-2-1 0,0 0 0,12-67 0,10-147 0,-5-257 0,14-114 0,-39 591 0,1-1 0,1 1 0,1 1 0,15-37 0,-17 51 0,1 1 0,0 0 0,0 0 0,1 1 0,1-1 0,0 2 0,1-1 0,-1 1 0,2 0 0,-1 1 0,20-13 0,-9 10 0,0 1 0,1 0 0,0 2 0,1 0 0,0 1 0,0 2 0,0 0 0,1 1 0,-1 2 0,1 0 0,0 1 0,42 4 0,-33 1 0,0 1 0,0 1 0,-1 2 0,0 1 0,0 1 0,-1 2 0,0 1 0,41 25 0,-54-28 0,-2 1 0,1 0 0,-1 1 0,-1 1 0,21 24 0,-29-30 0,0 1 0,-1 0 0,0 0 0,0 0 0,-1 1 0,0-1 0,-1 1 0,0 0 0,0 0 0,-1 1 0,0-1 0,0 0 0,0 13 0,-3-9 0,0 1 0,0-1 0,-1 1 0,-1-1 0,0 0 0,-1 1 0,-1-2 0,0 1 0,0 0 0,-1-1 0,-1 0 0,-13 18 0,-1-3 0,-1 0 0,-1-1 0,-51 42 0,20-25-15,-2-3 0,-2-2 0,-1-3 0,-2-3-1,-106 41 1,66-37-142,-2-4 0,-204 34 0,225-55-161,-1-3 0,1-4 0,-161-12 0,135-7-6039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6.6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0 471 24575,'25'-9'0,"36"-6"0,123-14 0,68 13 0,-176 12 0,636-17 0,126-7 0,-812 27 0,-16 1 0,-1 0 0,1-1 0,-1 0 0,1-1 0,11-3 0,-21 5 0,1 0 0,-1 0 0,0 0 0,0-1 0,0 1 0,0 0 0,0 0 0,1 0 0,-1 0 0,0-1 0,0 1 0,0 0 0,0 0 0,0 0 0,0 0 0,0-1 0,0 1 0,0 0 0,0 0 0,0 0 0,0-1 0,1 1 0,-1 0 0,0 0 0,-1 0 0,1-1 0,0 1 0,0 0 0,0 0 0,0 0 0,0-1 0,0 1 0,0 0 0,0 0 0,0 0 0,0-1 0,0 1 0,0 0 0,-1 0 0,1 0 0,0 0 0,0 0 0,0-1 0,0 1 0,0 0 0,-1 0 0,1 0 0,0 0 0,0 0 0,0 0 0,-1 0 0,1 0 0,0 0 0,0-1 0,-1 1 0,-13-9 0,-147-73 0,-1-1 0,133 66 0,1-1 0,1-1 0,-36-33 0,58 48 0,2 1 0,0 0 0,0 0 0,0 0 0,0 0 0,0 0 0,1 0 0,-1-1 0,1 1 0,0-1 0,-3-7 0,6 10 0,-1 1 0,1 0 0,-1 0 0,1-1 0,0 1 0,-1 0 0,1 0 0,0 0 0,-1 0 0,1 0 0,-1 0 0,1 0 0,0 0 0,-1 0 0,1 0 0,0 0 0,-1 1 0,1-1 0,-1 0 0,1 0 0,0 1 0,-1-1 0,1 1 0,9 3 0,-1 1 0,0 0 0,0 0 0,-1 1 0,1 0 0,-1 0 0,-1 1 0,1 0 0,7 11 0,1 1 0,-1 1 0,22 40 0,-25-37 0,0 1 0,-2 1 0,-1 0 0,-1 0 0,-1 1 0,-2 0 0,0 0 0,-1 0 0,-2 0 0,-1 1 0,-1-1 0,-1 1 0,-7 36 0,1-28 0,-1 0 0,-2-1 0,-1 0 0,-2-1 0,-2 0 0,0-1 0,-2-1 0,-2 0 0,-33 41 0,18-30-341,-3-1 0,-1-2-1,-78 62 1,66-65-6485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8.3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173 226 24575,'6'-6'0,"16"-5"0,-12 6 0,-3 2 0,380-197 0,-387 200 0,0 0 0,1 0 0,-1 0 0,0 0 0,0 0 0,1 0 0,-1 0 0,0 1 0,1-1 0,-1 0 0,0 0 0,0 0 0,1 1 0,-1-1 0,0 0 0,0 0 0,0 1 0,0-1 0,1 0 0,-1 0 0,0 1 0,0-1 0,0 0 0,0 1 0,0-1 0,0 0 0,0 1 0,1-1 0,-1 0 0,0 1 0,0-1 0,0 0 0,0 1 0,0-1 0,-1 0 0,1 1 0,0-1 0,0 1 0,0 14 0,0 0 0,-2 0 0,0 1 0,0-1 0,-1 0 0,-1 0 0,-9 22 0,7-19 0,-60 161 0,-112 214 0,-15 33 0,162-347 0,5 1 0,3 1 0,-19 126 0,39-184 0,-12 122 0,15-131 0,0 0 0,1 1 0,0-1 0,1 0 0,0 0 0,2 0 0,7 23 0,-9-33-65,-1-1 0,1 0 0,0 0 0,0 0 0,0 0 0,1 0 0,-1 0 0,1 0 0,0-1 0,-1 1 0,1-1 0,0 0 0,0 0 0,1 0 0,-1 0 0,0 0 0,1-1 0,-1 0 0,1 1 0,6 0 0,33 4-6761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9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341 0 24575,'-2'29'0,"-21"341"0,2-24 0,-14 7-191,-16-3-1,-152 552 1,197-885 478,9-39 0,12-47-287,3-1 0,3 2 0,3 1 0,55-108 0,-3 36 0,94-130 0,-147 235 0,-4 5 0,1 1 0,28-30 0,-47 56 0,1 0 0,-1 1 0,1-1 0,-1 1 0,1 0 0,0-1 0,0 1 0,0 0 0,0 0 0,0 0 0,0 0 0,0 0 0,0 1 0,0-1 0,0 0 0,0 1 0,3-1 0,-3 2 0,-1-1 0,1 0 0,0 1 0,0-1 0,-1 1 0,1-1 0,0 1 0,-1 0 0,1 0 0,-1 0 0,1 0 0,-1 0 0,1 0 0,-1 0 0,0 0 0,3 3 0,2 5 0,0 0 0,-1 0 0,0 0 0,0 1 0,6 20 0,6 23 0,-3 0 0,-1 2 0,4 55 0,5 174 0,-4-41 0,-14-209 60,10 43 0,-11-66-246,0 1 1,1-1-1,0 0 0,1 0 1,1-1-1,-1 1 1,10 10-1,16 14-6640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49.9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0 24575,'0'0'0,"0"0"0,0 1 0,0 6 0,-1 12 0,-2 27 0,-1 30 0,0 27 0,1 19 0,2 10 0,4 2 0,1-6 0,3-8 0,1-22 0,-1-28 0,-2-25-8191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0.1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2 0,4 6 0,0 1-8191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0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696 754 24575,'-6'-1'0,"1"1"0,-1 0 0,1 0 0,-1 0 0,0 1 0,1 0 0,-1 0 0,1 0 0,0 1 0,-1 0 0,-7 4 0,0-2 0,-19 8 0,1 1 0,1 2 0,0 1 0,1 1 0,-35 28 0,13-4 0,-82 83 0,104-93 0,2 1 0,-43 67 0,56-76 0,2 0 0,0 1 0,2 0 0,0 1 0,-10 42 0,19-61 0,0 0 0,0 0 0,0 1 0,1-1 0,-1 0 0,2 0 0,-1 0 0,1 1 0,0-1 0,0 0 0,0 0 0,4 8 0,-3-10 0,0 0 0,0-1 0,0 0 0,1 1 0,0-1 0,-1 0 0,1 0 0,0 0 0,0-1 0,1 1 0,-1-1 0,1 1 0,-1-1 0,1 0 0,0-1 0,-1 1 0,1-1 0,0 1 0,6 0 0,3 0 0,1 0 0,-1-1 0,1-1 0,-1 0 0,1 0 0,-1-2 0,1 0 0,-1 0 0,0-1 0,0-1 0,0 0 0,0-1 0,-1 0 0,0-1 0,18-11 0,-1-1 0,0-2 0,-1 0 0,-1-2 0,-2-2 0,25-27 0,-11 5 0,-1-3 0,-4-1 0,-1-1 0,-2-2 0,-3-1 0,-3-2 0,31-94 0,-30 62 0,-4-2 0,-3 0 0,-5 0 0,4-131 0,-18 211 0,2-22 0,-1 0 0,-2 0 0,-1 1 0,-1-1 0,-10-38 0,6 56 0,-2 15 0,-7 27 0,-4 20 0,3 0 0,1 1 0,-14 83 0,-4 157 0,30-210-273,4 1 0,3 0 0,3-1 0,27 126 0,8-50-6553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1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414 824 24575,'3'6'0,"-1"0"0,0-1 0,0 1 0,-1 0 0,1 0 0,-1 0 0,0 0 0,-1 1 0,0-1 0,0 0 0,0 0 0,-1 0 0,0 0 0,0 0 0,0 0 0,-1 0 0,0 0 0,-5 11 0,0-1 0,-1 0 0,-1 0 0,-1-1 0,0 0 0,-13 14 0,13-18 0,-1 0 0,1-1 0,-2 0 0,0-1 0,0-1 0,0 1 0,-1-2 0,0 0 0,-1 0 0,0-1 0,0-1 0,0 0 0,0-1 0,-1-1 0,1 0 0,-1-1 0,0-1 0,-24 0 0,37-1 0,-1 0 0,1-1 0,0 1 0,0 0 0,0 0 0,-1 0 0,1 1 0,0-1 0,0 1 0,0-1 0,0 1 0,0-1 0,0 1 0,0 0 0,0 0 0,0 0 0,0 0 0,0 1 0,0-1 0,1 0 0,-1 1 0,1-1 0,-1 1 0,1 0 0,-1-1 0,1 1 0,0 0 0,0 0 0,0 0 0,0 0 0,0 0 0,0 0 0,0 0 0,1 0 0,-1 0 0,0 4 0,-9 54 0,9-57 0,1 1 0,-1 0 0,1 0 0,0 0 0,1-1 0,-1 1 0,1 0 0,-1 0 0,1-1 0,0 1 0,1 0 0,-1-1 0,3 5 0,-3-7 0,-1 0 0,1-1 0,0 1 0,-1-1 0,1 1 0,0-1 0,0 1 0,0-1 0,0 1 0,-1-1 0,1 0 0,0 0 0,0 1 0,0-1 0,0 0 0,0 0 0,0 0 0,0 0 0,0 0 0,0 0 0,-1 0 0,1 0 0,0-1 0,0 1 0,0 0 0,0 0 0,0-1 0,0 1 0,-1-1 0,1 1 0,0-1 0,0 1 0,0-1 0,0 0 0,31-26 0,-32 27 0,171-197 0,-102 112 0,33-43 0,116-190 0,-160 220 0,-5-2 0,73-197 0,-120 279 0,-2 8 0,0 0 0,-1 0 0,-1 0 0,3-15 0,-7 21 0,-2 8 0,-7 12 0,2 1 0,-15 31 0,10-19 0,-188 454 0,175-400 0,4 1 0,3 1 0,4 1 0,-5 90 0,19-147 0,2-1 0,0 1 0,2-1 0,1 0 0,2 0 0,0 0 0,2 0 0,10 28 0,-11-43 0,0 1 0,1-1 0,0-1 0,1 1 0,0-1 0,1 0 0,0-1 0,1 0 0,1-1 0,-1 0 0,2 0 0,-1-1 0,1 0 0,0-1 0,1-1 0,0 0 0,18 6 0,-5-4 0,0-2 0,1 0 0,0-2 0,0-1 0,0-1 0,0-2 0,1-1 0,-1 0 0,0-2 0,1-2 0,35-8 0,-19 1 0,0-1 0,-1-3 0,-1-2 0,0-1 0,-1-2 0,42-29 0,-49 26 0,0-2 0,-2-1 0,-1-2 0,-1-1 0,-2-1 0,-1-2 0,25-36 0,-38 48 0,-1-1 0,-1 0 0,-1-1 0,-1 0 0,-1 0 0,0-1 0,-2-1 0,-1 1 0,-1-1 0,-1 0 0,-1 0 0,-1 0 0,-1-33 0,-2 47 0,0 0 0,0-1 0,-1 1 0,-1 0 0,-4-14 0,6 22 0,0 0 0,0 0 0,0 0 0,0 0 0,0 0 0,0 0 0,0 1 0,-1-1 0,1 0 0,-1 1 0,1-1 0,-1 1 0,0 0 0,1-1 0,-1 1 0,0 0 0,0 0 0,0 0 0,0 0 0,0 1 0,0-1 0,0 0 0,0 1 0,0 0 0,0-1 0,0 1 0,-1 0 0,1 0 0,0 0 0,0 0 0,0 0 0,-4 2 0,-5 1 0,-1 0 0,1 2 0,0-1 0,1 1 0,-1 1 0,1 0 0,0 0 0,-16 15 0,-2 3 0,-38 44 0,45-43 0,1 1 0,1 0 0,1 2 0,1 0 0,2 0 0,1 2 0,-16 47 0,23-56 0,1 1 0,2-1 0,0 1 0,1 0 0,1 1 0,1-1 0,1 0 0,1 0 0,0 1 0,2-1 0,11 41 0,-11-52 0,1-1 0,0 0 0,0-1 0,1 1 0,0-1 0,1 0 0,0 0 0,0 0 0,1-1 0,0 0 0,16 14 0,-16-17 0,1 0 0,-1-1 0,1 1 0,0-1 0,0-1 0,1 0 0,-1 0 0,1 0 0,0-1 0,-1-1 0,1 1 0,0-1 0,0-1 0,16 0 0,-1-3 0,0 0 0,-1-2 0,0-1 0,0 0 0,0-2 0,-1 0 0,33-19 0,-6 0 0,-1-3 0,49-40 0,-41 26 0,-3-2 0,-1-2 0,-3-3 0,-2-2 0,-3-1 0,61-97 0,-93 128 0,-11 21 0,-1 0 0,1 1 0,0-1 0,0 0 0,0 0 0,0 1 0,0-1 0,0 1 0,0-1 0,1 1 0,-1 0 0,2-2 0,3 10 0,-1 18 0,8 104 0,-6 0 0,-15 203 0,10-307 0,-2-25 0,0 1 0,0-1 0,0 0 0,0 1 0,1-1 0,-1 1 0,0-1 0,0 0 0,0 1 0,1-1 0,-1 0 0,0 1 0,0-1 0,1 0 0,-1 1 0,0-1 0,1 0 0,-1 1 0,1-1 0,-1 0 0,0 0 0,1 0 0,-1 1 0,1-1 0,-1 0 0,1 0 0,2-1 0,0 1 0,0-1 0,0 0 0,0 0 0,0 0 0,-1 0 0,1-1 0,0 1 0,4-4 0,0 1 0,29-20 0,-26 16 0,1 1 0,-1 1 0,1-1 0,12-4 0,-21 11 0,0 0 0,0-1 0,-1 1 0,1 0 0,0 0 0,0 0 0,-1 0 0,1 0 0,0 1 0,-1-1 0,1 0 0,0 1 0,-1-1 0,1 1 0,0 0 0,-1 0 0,1-1 0,-1 1 0,1 0 0,-1 0 0,0 0 0,1 0 0,-1 1 0,0-1 0,0 0 0,0 1 0,2 1 0,3 5 0,0 1 0,-1 0 0,7 12 0,-11-19 0,31 72-1365,-3 7-5461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03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374 482 24575,'-22'-17'0,"-7"-7"0,-1 2 0,-2 2 0,0 0 0,-1 2 0,-1 2 0,-70-24 0,104 40 0,0 0 0,0 0 0,-1 0 0,1 0 0,0 0 0,0 0 0,0 0 0,0 0 0,-1 0 0,1-1 0,0 1 0,0 0 0,0 0 0,0 0 0,-1 0 0,1 0 0,0 0 0,0-1 0,0 1 0,0 0 0,0 0 0,0 0 0,0 0 0,-1-1 0,1 1 0,0 0 0,0 0 0,0 0 0,0-1 0,0 1 0,0 0 0,0 0 0,0 0 0,0 0 0,0-1 0,0 1 0,0 0 0,0 0 0,0 0 0,0-1 0,0 1 0,0 0 0,0 0 0,1 0 0,-1-1 0,0 1 0,0 0 0,0 0 0,0 0 0,0 0 0,0 0 0,0-1 0,1 1 0,-1 0 0,0 0 0,14-11 0,22-9 0,1 1 0,1 3 0,61-20 0,-55 21 0,552-164 0,-585 179 0,-13 9 0,-3 7 0,-10 46 0,-40 109 0,-41 54 0,61-146 0,-7 16 0,-260 668 0,205-420 0,-13 46 0,74-284 0,-78 162 0,102-246 0,5-13 0,5-12 0,10-30 0,21-45-1365,10-20-5461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03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1 526 24575,'25'-3'0,"984"-181"-279,-12-70 0,-713 176-993,-260 71-5089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08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287 4888 24575,'40'1'0,"37"-1"0,485-62-327,-2-28-755,-552 88 1072,756-140-1450,48-9 1522,6 43-68,223 64 6,3 54 0,-634-3 0,-300-5-5,2337 19-107,-2387-21 23,437-7-573,-5-36 1964,-441 36-757,0-3 0,0-2 0,61-23 0,-95 29-530,-1-1 0,-1-1 0,1 0 0,-2-1 0,1-1 0,-1 0 0,0-1 0,-1 0 0,-1-1 0,0-1 0,0 0-1,-1-1 1,13-21 0,-11 11-15,-2-1 0,-1 0 0,0-1 0,-2 0 0,-1-1 0,-1 0 0,-2 0 0,0 0 0,-2 0 0,-1-1 0,-1 1 0,-6-42 0,-4-2 0,-3 1 0,-4 0 0,-40-108 0,-198-417 0,79 200 0,127 276 0,-129-282 0,146 341 0,-3 1 0,-2 2 0,-3 1 0,-67-72 0,35 58 8,-2 3-1,-4 3 0,-2 4 1,-3 3-1,-112-56 1,24 28-295,-330-114 0,-124 13 192,-9 32-137,-516-46-973,-14 83 1302,551 85-438,474 33 228,1 7 0,-192 34-1,214-17 114,1 4 0,2 5 0,-210 95 0,237-85 0,2 3 0,2 3 0,2 4 0,3 4 0,-90 86 0,48-22 12,-203 272 0,-60 173 17,303-445-27,-744 1054-2,783-1123 18,-71 94 520,-100 174-1,182-269-422,2 0 1,3 2-1,2 1 1,2 1-1,3 1 0,3 0 1,-12 93-1,21-78-67,3 0 0,4 0 0,3 1 0,3-2-1,29 121 1,-10-92 24,5-2 0,3-1-1,67 128 1,-82-188-72,2 0 0,1-1 0,1-1 0,45 49 0,-50-65 0,0 0 0,2-2 0,0 0 0,1-1 0,1-2 0,0 0 0,1-1 0,33 13 0,-9-11 0,0-2 0,0-2 0,1-1 0,1-4 0,0-1 0,-1-2 0,1-3 0,87-10 0,-31-5 0,0-5 0,-2-5 0,105-39 0,-94 23-455,-3-4 0,209-119 0,-279 137-6371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4.1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1075 1 24575,'0'8'0,"-1"1"0,0-1 0,-1 0 0,0 0 0,-4 12 0,-4 12 0,-106 507 0,-34 134 0,102-499 0,-127 303 0,-83 22 0,-35-16 0,285-472 0,3 3 0,10-9 0,27-11 0,421-160 0,-380 137 0,1132-489 0,-1039 435-1365,-118 52-5461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4.4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1 384 24575,'0'0'0,"5"2"0,15 1 0,0 0 0,-1-1 0,1-1 0,0-1 0,30-4 0,-20 2 0,150-15 0,336-76 0,162-109 0,-674 201-35,169-65-1295,-152 57-5496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5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1 24575,'0'0'0,"0"0"0,-1 3 0,0 10 0,-3 21 0,-3 29 0,-2 28 0,-3 23 0,0 15 0,-1 6 0,1-3 0,3-24-8191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5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 24575,'0'0'0,"0"-1"0,0 0 0,0 0 0,0 0 0,5 1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5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93 24575,'-1'25'0,"-49"844"0,50-821 0,4-41 0,5-13 0,5-15 0,-1-1 0,-1 0 0,17-47 0,-15 34 0,140-369 0,-13 31 0,-138 365 0,1-3 0,0 1 0,1 0 0,11-17 0,-15 25 0,1 0 0,-1 1 0,0-1 0,1 0 0,-1 1 0,1-1 0,-1 1 0,1 0 0,0 0 0,-1-1 0,1 1 0,0 0 0,0 1 0,0-1 0,0 0 0,0 0 0,0 1 0,0-1 0,0 1 0,0 0 0,0-1 0,0 1 0,0 0 0,0 0 0,0 0 0,3 1 0,1 1 0,0 1 0,-1-1 0,1 1 0,-1 0 0,0 0 0,0 0 0,0 1 0,0 0 0,0 0 0,-1 0 0,0 1 0,0-1 0,5 9 0,7 9 0,20 42 0,-34-59 0,26 53 40,-3 1 0,35 124 0,8 130-1525,-50-211-5341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6.4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862 1155 24575,'-1'-26'0,"0"24"0,0 0 0,0 1 0,0 0 0,0-1 0,-1 1 0,1-1 0,0 1 0,0 0 0,-1 0 0,1 0 0,-1 0 0,1 0 0,-1 0 0,0 0 0,1 1 0,-1-1 0,0 0 0,1 1 0,-1-1 0,0 1 0,0 0 0,1 0 0,-4-1 0,-46 4 0,19 2 0,-1 2 0,2 1 0,-1 2 0,1 1 0,0 1 0,1 2 0,-45 28 0,34-15 0,0 1 0,2 3 0,1 1 0,-50 55 0,61-57 0,2 2 0,1 1 0,1 0 0,2 2 0,2 1 0,1 0 0,-22 63 0,32-75 0,2 0 0,0 1 0,1 0 0,2 0 0,0 0 0,2 1 0,1-1 0,1 0 0,1 0 0,1 1 0,1-1 0,1-1 0,11 31 0,-12-43 0,0-1 0,1-1 0,1 1 0,-1-1 0,2 1 0,-1-2 0,2 1 0,-1-1 0,1 0 0,0-1 0,1 1 0,0-2 0,1 1 0,13 8 0,-14-12 0,0 0 0,1 0 0,-1-1 0,1 0 0,-1-1 0,1 0 0,0 0 0,0-1 0,0 0 0,0-1 0,-1 0 0,1-1 0,0 0 0,0 0 0,0-1 0,0-1 0,16-6 0,-3 0 1,-1-1 0,0-1-1,-1-1 1,0-1 0,-1 0 0,19-18-1,-2-2-58,0-2-1,33-43 0,-7-3-123,-4-2 0,-3-3 0,-4-2 0,74-175-1,-65 105 202,-7-3-1,38-191 1,-64 223-19,-6-2 0,-6 0 0,-1-149 0,-15 276 0,0-14 0,0 0 0,-1 0 0,-5-20 0,0 27 8,-1 18 234,-4 22 363,-1 16-543,3 1 0,-6 80 0,9 101-77,10-80-258,7 0 0,6-1 0,6-1 0,56 189 0,-34-189-6553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6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1 917 24575,'7'10'0,"0"0"0,1-1 0,1 1 0,0-2 0,0 1 0,0-1 0,1-1 0,0 0 0,1 0 0,0-1 0,0 0 0,0-1 0,1 0 0,-1-1 0,1-1 0,0 1 0,0-2 0,0 0 0,1 0 0,-1-1 0,1-1 0,20-1 0,-6-2 0,1 0 0,-1-3 0,0 0 0,0-1 0,-1-2 0,0-1 0,0 0 0,-1-2 0,25-16 0,-8 0 0,0-2 0,-2-2 0,-2-1 0,0-2 0,-3-2 0,-1-1 0,32-46 0,-36 39 0,-1 0 0,-2-2 0,-2-1 0,-3-1 0,-1-1 0,22-85 0,-39 122 0,-1-1 0,0 0 0,0 0 0,-1 0 0,-1 0 0,-1 0 0,0 0 0,-1 0 0,-3-23 0,3 35 0,0-1 0,0 0 0,0 1 0,0-1 0,0 1 0,0 0 0,-1-1 0,1 1 0,-1 0 0,0 0 0,0 0 0,0 0 0,1 0 0,-2 0 0,1 1 0,0-1 0,0 1 0,-1-1 0,-2-1 0,1 2 0,-1 0 0,0 0 0,1 0 0,-1 0 0,0 1 0,1 0 0,-1 0 0,0 0 0,1 0 0,-1 1 0,-4 1 0,-16 5 0,1 1 0,0 1 0,0 2 0,1 0 0,1 1 0,0 2 0,-34 26 0,8-3 0,2 2 0,1 3 0,3 1 0,1 1 0,3 3 0,1 1 0,-34 60 0,47-66 0,1 2 0,2 0 0,3 1 0,1 1 0,2 1 0,2 0 0,3 1 0,1 0 0,-3 65 0,11-85 0,2 0 0,0 0 0,2 0 0,1 0 0,2 0 0,0-1 0,2 0 0,22 52 0,-21-62 0,0 1 0,2-1 0,0-1 0,0 0 0,2 0 0,0-1 0,0-1 0,2 0 0,0-1 0,0-1 0,1 0 0,0-1 0,28 14 0,-19-14-11,0-1 0,0-1 0,1-1 0,0-2 0,0 0 0,0-2 0,37 2 0,-23-5 55,-1-2 0,0-2 0,0-1 0,56-14 0,-22-3-429,-1-3-1,-1-3 1,-2-2 0,110-66-1,-9-11-6010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7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513 62 24575,'-3'-3'0,"0"1"0,-1 0 0,1 0 0,0 1 0,-1-1 0,0 1 0,-6-2 0,-4-2 0,-15-10 0,18 10 0,0-1 0,0 2 0,-17-6 0,26 10 0,1 0 0,-1 0 0,0 0 0,1 0 0,-1 0 0,1 0 0,-1 1 0,1-1 0,-1 0 0,1 1 0,-1 0 0,1-1 0,0 1 0,-1 0 0,1 0 0,0 0 0,-1 0 0,1 0 0,0 0 0,0 0 0,0 0 0,0 0 0,0 0 0,0 1 0,0-1 0,0 0 0,0 3 0,-22 46 0,20-41 0,-77 262 0,21 14 0,48-228 0,-84 467 0,33 6 0,58-351 0,4-168-119,2 25 369,-2-35-307,0 0-1,1 0 0,-1 0 1,0 0-1,0 0 1,1 1-1,-1-1 1,1 0-1,-1-1 1,1 1-1,-1 0 1,1 0-1,0 0 0,-1 0 1,1 0-1,0-1 1,0 1-1,-1 0 1,1 0-1,0-1 1,0 1-1,0-1 1,0 1-1,0-1 1,1 1-1,18-4-6768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7.7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1 645 24575,'0'-1'0,"1"1"0,-1-1 0,1 0 0,0 1 0,-1-1 0,1 0 0,0 1 0,-1-1 0,1 1 0,0-1 0,0 1 0,-1 0 0,1-1 0,0 1 0,0 0 0,0 0 0,0-1 0,0 1 0,0 0 0,0 0 0,225-74 0,143-51 0,-140 34 0,291-162 0,-456 209 0,-48 32 0,-9 8-25,1 0-1,-1 1 1,1 0-1,0 0 1,-1 1-1,1 0 1,0 0-1,10 0 1,3-2-1111,20-4-5690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8.2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734 180 24575,'-5'-11'0,"0"0"0,1 0 0,0 0 0,1 0 0,-3-15 0,-4-14 0,7 28 0,2 7 0,0 1 0,0 0 0,-1 1 0,1-1 0,-1 0 0,0 0 0,-4-6 0,5 9 0,0 0 0,0 1 0,0-1 0,0 0 0,0 0 0,-1 1 0,1-1 0,0 0 0,0 1 0,-1 0 0,1-1 0,0 1 0,-1 0 0,1-1 0,0 1 0,-1 0 0,1 0 0,0 0 0,-1 0 0,1 0 0,0 1 0,-1-1 0,1 0 0,0 1 0,-1-1 0,1 1 0,0-1 0,0 1 0,-3 1 0,-16 9 0,0 2 0,0 0 0,1 2 0,1 0 0,-25 26 0,-14 16 0,2 2 0,3 2 0,3 3 0,-55 92 0,79-114 0,2 1 0,2 2 0,2 0 0,2 1 0,2 1 0,2 0 0,2 1 0,-7 69 0,17-90 0,1 0 0,1 0 0,1 0 0,2 0 0,0-1 0,2 0 0,15 43 0,-7-34 0,1-1 0,2-1 0,1 0 0,41 54 0,-14-32 0,85 84 0,62 33 0,-150-136 0,-23-19 0,30 25 0,67 75 0,-110-110 0,0 0 0,-1 0 0,0 1 0,0-1 0,0 1 0,-1 0 0,-1 1 0,1-1 0,-1 1 0,3 13 0,-6-18 0,0 0 0,0 0 0,0 1 0,0-1 0,-1 0 0,1 1 0,-1-1 0,0 0 0,-1 0 0,1 0 0,-1 0 0,1 0 0,-1 0 0,0 0 0,-1 0 0,1-1 0,-1 1 0,1-1 0,-1 0 0,0 1 0,0-1 0,-1-1 0,-4 5 0,-6 2 0,0 0 0,0-1 0,-1 0 0,0-1 0,-1-1 0,1 0 0,-1-1 0,-29 5 0,-1-3 0,-91 2 0,57-10-682,-141-22-1,89 0-6143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4:58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1 943 24575,'17'9'0,"4"-1"0,1-1 0,0-1 0,32 4 0,73 9-116,2-5-1,171-4 0,261-38-652,197-49 82,2-25-528,68-8 746,171 7-2085,6 70 2158,-942 34 724,-7-1 495,-1 2-1,94 17 1,-175-30 2933,-35-14-3868,-1357-534 112,1414 560 0,12 6 0,19 14 0,93 56 0,151 72 0,143 44 0,-371-174 0,78 33 0,-32-15 0,129 75 0,-208-106 0,-1 0 0,1 1 0,-1 0 0,0 0 0,11 14 0,-17-18 0,-1 0 0,0 0 0,0 0 0,0 1 0,0-1 0,0 1 0,-1-1 0,0 1 0,0 0 0,0 0 0,0-1 0,0 1 0,-1 0 0,1 0 0,-1 0 0,0 0 0,0 0 0,-1 0 0,0 5 0,-2 1 0,-1 0 0,0 0 0,0-1 0,0 1 0,-2-1 0,1 0 0,-1-1 0,0 1 0,-1-1 0,-7 8 0,-17 14 0,-40 31 0,-202 131 106,-14-25-1577,98-64-5355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0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575 1013 24575,'-9'1'0,"0"0"0,1 0 0,-1 1 0,0 1 0,1-1 0,0 1 0,-1 1 0,1-1 0,1 2 0,-1-1 0,-9 7 0,-10 9 0,-38 37 0,29-22 0,2 2 0,2 2 0,2 0 0,1 2 0,2 1 0,-24 50 0,26-39 0,3 0 0,2 2 0,2 0 0,-21 115 0,34-140 0,2 0 0,1 0 0,1 0 0,2 0 0,1 1 0,10 51 0,-9-71 0,0 0 0,0 0 0,1-1 0,1 0 0,0 0 0,0 0 0,1 0 0,0-1 0,11 12 0,-11-15 0,0-1 0,0 1 0,0-1 0,1-1 0,0 1 0,0-1 0,0 0 0,0-1 0,1 1 0,-1-1 0,1-1 0,0 0 0,0 0 0,10 1 0,2-2 0,1 0 0,-1-1 0,1-1 0,-1-1 0,1-1 0,-1-1 0,0-1 0,-1 0 0,25-11 0,13-9 0,96-55 0,-81 37 0,-1-4 0,-3-3 0,-2-2 0,83-87 0,-135 125 0,27-32 0,-39 42 0,1 1 0,-1 0 0,0-1 0,0 0 0,0 1 0,-1-1 0,1 0 0,-1 0 0,0 0 0,0 0 0,0-7 0,0 11 0,-1-1 0,0 1 0,0-1 0,0 1 0,0 0 0,0-1 0,0 1 0,0-1 0,0 1 0,0 0 0,0-1 0,0 1 0,0-1 0,0 1 0,-1 0 0,1-1 0,0 1 0,0-1 0,0 1 0,-1 0 0,1-1 0,0 1 0,0 0 0,-1-1 0,1 1 0,0 0 0,0 0 0,-1-1 0,1 1 0,0 0 0,-1 0 0,1-1 0,-1 1 0,1 0 0,0 0 0,-1 0 0,1 0 0,0 0 0,-1-1 0,1 1 0,-1 0 0,1 0 0,-1 0 0,1 0 0,0 0 0,-1 0 0,-10-4 0,11 4 0,0 0 0,0 0 0,-1 0 0,1 0 0,0 0 0,0 0 0,0 0 0,0 0 0,0-1 0,0 1 0,0 0 0,-1 0 0,1 0 0,0 0 0,0 0 0,0 0 0,0 0 0,0 0 0,-1 0 0,1 0 0,0 0 0,0 0 0,0 0 0,0 0 0,0 0 0,-1 0 0,1 0 0,0 0 0,0 0 0,0 0 0,0 0 0,0 0 0,-1 0 0,1 0 0,0 0 0,0 1 0,0-1 0,0 0 0,0 0 0,0 0 0,0 0 0,-1 0 0,1 0 0,0 0 0,0 0 0,0 1 0,-5 9 0,-2 14 0,4-7 0,2 0 0,0-1 0,0 1 0,2 0 0,0-1 0,1 1 0,1 0 0,0-1 0,1 0 0,1 0 0,0 0 0,1 0 0,1-1 0,0 0 0,2 0 0,-1-1 0,2 0 0,0-1 0,16 17 0,-11-13 0,1-1 0,1-1 0,1 0 0,0-1 0,1-1 0,0-1 0,1-1 0,0-1 0,1 0 0,0-2 0,1 0 0,-1-1 0,41 6 0,-40-10 0,1-2 0,0 0 0,-1-1 0,1-2 0,0 0 0,-1-2 0,0 0 0,0-1 0,0-2 0,0 0 0,33-16 0,-43 17 0,-1 0 0,0-1 0,0 0 0,0-1 0,-1 0 0,0-1 0,0 0 0,-1 0 0,0-1 0,-1 0 0,0-1 0,-1 0 0,0 0 0,0 0 0,-2-1 0,1 0 0,-1 0 0,-1-1 0,0 1 0,-1-1 0,2-18 0,-4 21 0,0 1 0,-1-1 0,-1 1 0,1-1 0,-2 1 0,1 0 0,-1-1 0,-1 1 0,1 0 0,-2 0 0,1 0 0,-9-13 0,5 10 0,-1 1 0,0 0 0,-1 0 0,0 1 0,-1 0 0,0 1 0,-1 0 0,-11-7 0,-3 0 0,1 2 0,-2 1 0,0 1 0,-1 1 0,0 2 0,0 0 0,-52-8 0,53 14 0,2-2 0,27 3 0,0 1 0,0-1 0,0 1 0,1 0 0,-1 0 0,0 0 0,1 0 0,6 0 0,653-105 0,-220 41 0,-433 66 0,-13 5 0,-22 14 0,15-13 0,-288 249 0,264-223 0,3 1 0,1 2 0,1 1 0,2 1 0,2 2 0,-28 59 0,50-94 0,-17 47 0,20-50 0,-1 0 0,0 0 0,1-1 0,0 1 0,-1 0 0,1 0 0,0 0 0,0 0 0,0 0 0,0 0 0,0 0 0,0 0 0,1 0 0,-1 0 0,1 0 0,-1 0 0,1-1 0,0 1 0,-1 0 0,1 0 0,2 2 0,-2-4 0,0 1 0,0 0 0,1-1 0,-1 1 0,0-1 0,1 0 0,-1 1 0,0-1 0,1 0 0,-1 0 0,1 0 0,-1 0 0,0 0 0,1 0 0,-1 0 0,0-1 0,1 1 0,-1 0 0,0-1 0,1 1 0,-1-1 0,0 0 0,0 1 0,1-1 0,0-1 0,11-5 0,-1 0 0,0-1 0,-1 0 0,0-1 0,12-12 0,54-63 0,-12 1-120,-4-2 1,-3-2-1,64-134 0,100-307-359,-164 359 479,-6-3 0,52-322 0,-100 462 0,0-39 0,-7 55 80,3 15-74,0 1 0,-1 0-1,1 0 1,0 0 0,0 0 0,-1 0 0,1 0 0,0 0 0,-1 0 0,1 0-1,0 0 1,0 0 0,-1 0 0,1 0 0,0 0 0,0 0 0,-1 0 0,1 0-1,0 0 1,0 1 0,-1-1 0,1 0 0,0 0 0,0 0 0,-1 0-1,1 0 1,0 1 0,0-1 0,0 0 0,-1 0 0,1 0 0,0 1 0,0-1-1,-21 31 515,-31 62-498,4 3 1,4 2 0,5 2 0,3 2 0,6 0-1,-23 140 1,44-186-21,3-1-1,3 2 1,2-1-1,3 0 1,11 77-1,-5-88-15,2-1 0,2 0 0,2 0-1,2-1 1,1-1 0,3 0 0,24 38-1,-21-43-50,2-2 0,1 0-1,2-2 1,1-1 0,2-1 0,1-2-1,51 37 1,-57-48 65,1-2 0,1 0-1,0-2 1,1-1 0,0-1 0,1-2 0,0-1 0,1-1 0,0-2-1,63 5 1,-55-10-1,0-2-1,0-2 0,0-1 0,0-2 0,-1-2 1,67-23-1,-59 13-7,-2-1 0,0-3 0,-1-1 1,-1-2-1,42-34 0,-40 24 18,-1-2-1,-2-2 1,-1-2 0,-3-1 0,-1-2 0,-3-2-1,-1-1 1,-2-1 0,-3-2 0,26-63 0,-49 101 103,16-43 228,-19 53-333,-1 0 0,1-1 0,-1 1 0,1 0 0,-1-1 0,0 1 0,0 0 0,0-1 0,0 1 0,0-1 0,0 1 0,-1 0 0,0-1 0,1 1 0,-1 0 0,0-1 0,0 1 0,-2-4 0,2 6-7,0-1 1,0 0-1,0 0 1,0 0 0,0 1-1,-1-1 1,1 0-1,0 1 1,0-1-1,-1 1 1,1 0-1,0-1 1,-1 1 0,1 0-1,0 0 1,-1 0-1,1 0 1,-1 0-1,1 0 1,0 0 0,-1 0-1,1 1 1,-2-1-1,-34 14-1,37-14 1,-28 14 0,1 2 0,0 1 0,1 1 0,1 1 0,1 1 0,0 2 0,2 0 0,0 1 0,2 1 0,1 1 0,1 1 0,1 0 0,-21 45 0,32-55 0,0 1 0,2-1 0,0 2 0,0-1 0,2 0 0,0 1 0,1-1 0,1 1 0,1-1 0,0 1 0,1-1 0,1 0 0,9 28 0,-8-30 0,1-1 0,0 0 0,2 0 0,-1-1 0,2 1 0,0-2 0,0 1 0,1-1 0,1 0 0,0-1 0,1 0 0,0-1 0,0 0 0,1-1 0,0 0 0,16 9 0,-10-11 1,-1 1 0,1-2-1,0-1 1,1 0 0,-1-1-1,1-1 1,0-1 0,0 0-1,0-1 1,0-2 0,0 0-1,28-5 1,-1-3-34,0-2 0,-1-1 0,85-38 0,-62 19-20,-2-3 0,-2-4 0,-1-2 0,-2-2 0,-1-3 0,-3-3 0,-2-3 1,-3-1-1,-1-3 0,-3-2 0,46-72 0,-89 121 53,51-86 0,-50 83 0,-1-2 0,0 1 0,-1 0 0,0-1 0,4-24 0,-8 36 9,1 0-1,-1 0 1,0 0 0,0 0-1,0 0 1,1 0-1,-1 0 1,0 0 0,0 0-1,-1 0 1,1 0-1,0-1 1,0 1 0,0 0-1,-1 0 1,1 0-1,-1 0 1,1 0 0,0 1-1,-1-1 1,0 0-1,1 0 1,-1 0 0,0 0-1,1 0 1,-1 1 0,0-1-1,0 0 1,0 1-1,1-1 1,-1 1 0,0-1-1,0 1 1,0-1-1,0 1 1,0-1 0,0 1-1,0 0 1,0 0-1,0-1 1,0 1 0,-2 0-1,-3 0 46,0 1-1,0 0 1,1 0-1,-1 0 1,0 0-1,-8 4 0,-15 7-50,0 0 0,0 2 0,1 1 0,-26 20 0,36-22-3,0 0 0,1 2 0,1-1 0,1 2 0,0 0-1,-23 32 1,35-42 0,0-1 0,0 1 0,0 0 0,1 0 0,0 0 0,0 0 0,1 0 0,-1 0 0,1 0 0,1 1 0,-1-1 0,1 0 0,0 1 0,1-1 0,-1 0 0,1 0 0,1 1 0,-1-1 0,1 0 0,0 0 0,0 0 0,1-1 0,-1 1 0,1 0 0,5 6 0,8 10 0,0-1 0,1-1 0,2 0 0,30 26 0,42 32 0,4-3 0,190 113 0,-267-177-136,1-1-1,0-1 1,1-1-1,-1-1 1,2-1-1,-1 0 1,0-2-1,1 0 0,40 1 1,-1-6-6690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06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66 24575,'-3'18'0,"-61"548"0,50-410 0,-28 593 0,42-723 0,4 58 0,-3-76 0,0 0 0,0 0 0,1 0 0,0 0 0,1 0 0,0-1 0,4 8 0,-7-13 0,1-1 0,-1 0 0,1 0 0,0 0 0,0 1 0,0-1 0,0 0 0,0 0 0,0 0 0,0 0 0,0 0 0,0 0 0,0-1 0,0 1 0,0 0 0,1 0 0,-1-1 0,0 1 0,1-1 0,-1 1 0,0-1 0,1 0 0,-1 0 0,1 1 0,-1-1 0,1 0 0,-1 0 0,0 0 0,1 0 0,-1-1 0,1 1 0,-1 0 0,2-1 0,3-2 0,-1 1 0,0-1 0,0 0 0,0 0 0,0-1 0,-1 1 0,7-7 0,14-16 0,0-1 0,-2-2 0,-1 0 0,25-44 0,63-136 0,-110 208 0,91-209 0,-91 210 0,0-1 0,0 1 0,0 0 0,0 0 0,0 0 0,0 0 0,0-1 0,0 1 0,0 0 0,1 0 0,-1 0 0,0 0 0,0 0 0,0 0 0,0-1 0,0 1 0,0 0 0,1 0 0,-1 0 0,0 0 0,0 0 0,0 0 0,0 0 0,1 0 0,-1 0 0,0 0 0,0 0 0,0-1 0,1 1 0,-1 0 0,0 0 0,0 0 0,0 0 0,0 1 0,1-1 0,-1 0 0,0 0 0,0 0 0,0 0 0,0 0 0,1 0 0,-1 0 0,0 0 0,0 0 0,0 0 0,0 0 0,1 0 0,-1 1 0,0-1 0,0 0 0,0 0 0,0 0 0,0 0 0,0 0 0,0 1 0,1-1 0,-1 0 0,0 0 0,0 0 0,0 0 0,0 1 0,0-1 0,0 0 0,0 0 0,0 0 0,0 1 0,0-1 0,0 0 0,7 18 0,-7-18 0,53 193 0,-30-100 0,4 0 0,54 120 0,-60-169 0,1-2 0,47 65 0,-61-95 0,0-1 0,2 0 0,-1 0 0,1-1 0,1-1 0,0 1 0,0-2 0,1 0 0,0 0 0,0-1 0,1 0 0,0-1 0,20 6 0,-24-10 0,0-1 0,-1 0 0,1 0 0,0-1 0,0 0 0,0-1 0,0 1 0,0-2 0,-1 1 0,1-2 0,0 1 0,-1-1 0,0 0 0,0-1 0,0 1 0,15-11 0,-5 1 0,0 0 0,-1-2 0,-1 0 0,0-1 0,24-32 0,-8 4-16,-1-2 0,-3-1-1,39-89 1,42-167-576,-48 94 559,-10-2 0,-9-2 0,22-322 0,-63 513 33,1-7 0,-1 0 0,-4-43 0,3 72 6,0 0-1,0 0 0,0 0 0,0-1 0,0 1 0,0 0 1,0 0-1,0 0 0,1 0 0,-1-1 0,0 1 1,0 0-1,0 0 0,0 0 0,0 0 0,0 0 1,-1-1-1,1 1 0,0 0 0,0 0 0,0 0 1,0 0-1,0-1 0,0 1 0,0 0 0,0 0 1,0 0-1,0 0 0,0 0 0,0-1 0,-1 1 1,1 0-1,0 0 0,0 0 0,0 0 0,0 0 0,0 0 1,0 0-1,-1 0 0,1 0 0,0 0 0,0-1 1,0 1-1,0 0 0,-1 0 0,1 0 0,0 0 1,0 0-1,0 0 0,0 0 0,-1 0 0,1 0 1,0 0-1,0 0 0,-7 11 435,-4 20-1604,11-30 1026,-14 43-6688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06.3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1 24575,'2'33'0,"-1"475"100,-26-3-1048,20-427 431,2-29-6309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0.8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1403 24575,'6'-4'0,"28"-16"0,-2-2 0,0-2 0,-2 0 0,53-56 0,-62 59 0,77-79 0,153-205 0,-193 222 0,-4-2 0,-4-2 0,52-125 0,-85 173 0,-2-1 0,-2-1 0,-2 0 0,10-78 0,-20 116 0,0 0 0,-1 1 0,0-1 0,1 0 0,-1 0 0,0 1 0,0-1 0,-1 0 0,1 0 0,-1 1 0,1-1 0,-1 0 0,0 1 0,0-1 0,0 1 0,0-1 0,-3-3 0,4 6 0,-1-1 0,0 1 0,0-1 0,1 1 0,-1 0 0,0 0 0,0-1 0,0 1 0,1 0 0,-1 0 0,0 0 0,0 0 0,0 0 0,0 0 0,1 0 0,-1 0 0,0 0 0,0 0 0,0 0 0,0 1 0,0-1 0,-30 18 0,5 4 0,1 0 0,1 1 0,-40 51 0,-51 96 0,65-81 0,3 2 0,5 1 0,3 3 0,5 1 0,4 2 0,-20 121 0,10 30 0,-10 337 0,46-517 0,-13 195 0,10-194 0,-29 116 0,30-168 0,6-18 0,0 0 0,0 1 0,0-1 0,0 0 0,0 0 0,0 0 0,0 0 0,0 0 0,0 0 0,0 0 0,0 0 0,0 0 0,0 1 0,0-1 0,0 0 0,-1 0 0,1 0 0,0 0 0,0 0 0,0 0 0,0 0 0,0 0 0,0 0 0,0 0 0,0 0 0,0 1 0,0-1 0,0 0 0,0 0 0,0 0 0,-1 0 0,1 0 0,0 0 0,0 0 0,0 0 0,0 0 0,0 0 0,0 0 0,0 0 0,0 0 0,0 0 0,-1 0 0,1 0 0,0 0 0,0 0 0,0 0 0,0 0 0,0 0 0,0 0 0,0 0 0,0 0 0,0 0 0,-1 0 0,1 0 0,0 0 0,0-1 0,0 1 0,0 0 0,0 0 0,0 0 0,0 0 0,0 0 0,0 0 0,0 0 0,1-35 0,11-30 0,4 0 0,33-91 0,72-121 0,-116 268 0,81-148 0,-77 144 0,0-1 0,1 2 0,1-1 0,0 1 0,0 1 0,1 0 0,1 0 0,21-13 0,-29 21 0,-1 1 0,0 0 0,1 0 0,-1 1 0,1-1 0,-1 1 0,1 0 0,0 0 0,-1 1 0,1-1 0,0 1 0,0 0 0,0 0 0,-1 1 0,1-1 0,5 2 0,-3 1 0,0-1 0,-1 1 0,1 0 0,-1 0 0,1 1 0,-1 0 0,0 0 0,0 1 0,8 7 0,2 6 0,-1 0 0,0 1 0,-1 1 0,-1 0 0,14 29 0,3 15 30,-3 1 0,-3 1 0,28 125 0,10 213-1515,-55-330-5341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1.1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24575,'0'0'0,"0"3"0,-1 9 0,0 15 0,0 22 0,1 23 0,3 26 0,1 23 0,2 18 0,2 11 0,0 8 0,0 7 0,-1-23-8191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1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1 249 24575,'0'0'0,"6"0"0,17 0 0,29 0 0,31-1 0,26-4 0,21-6 0,13-7 0,8-9 0,2-10 0,-2-9 0,-6-8 0,-28 5-8191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2.0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0 24575,'0'0'0,"0"2"0,0 6 0,-2 13 0,0 26 0,-1 32 0,1 32 0,1 28 0,4 22 0,6 14 0,5 7 0,8 0 0,10-6 0,12-13 0,-2-36-8191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2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24575,'8'43'0,"-1"-14"0,50 341 0,30 147 0,-85-508 0,22 77 0,-22-80 0,1 1 0,0-1 0,0 0 0,0 0 0,1 0 0,0 0 0,0-1 0,0 1 0,9 8 0,-10-13 0,-1 1 0,0 0 0,1-1 0,-1 0 0,1 1 0,-1-1 0,1 0 0,0 0 0,-1-1 0,1 1 0,0-1 0,0 1 0,-1-1 0,1 0 0,0 0 0,0 0 0,0 0 0,-1 0 0,1-1 0,0 1 0,0-1 0,-1 0 0,1 0 0,4-2 0,2-2 0,1 0 0,-1-1 0,0 0 0,-1-1 0,12-10 0,15-19 0,-1 0 0,-2-2 0,-2-2 0,27-45 0,-7 1 0,43-103 0,-62 109 0,-31 78 0,0 0 0,0 0 0,0 0 0,0-1 0,0 1 0,0 0 0,0 0 0,0 0 0,0-1 0,0 1 0,0 0 0,1 0 0,-1 0 0,0-1 0,0 1 0,0 0 0,0 0 0,0 0 0,0 0 0,1-1 0,-1 1 0,0 0 0,0 0 0,0 0 0,0 0 0,1 0 0,-1 0 0,0-1 0,0 1 0,0 0 0,1 0 0,-1 0 0,0 0 0,0 0 0,0 0 0,1 0 0,-1 0 0,0 0 0,0 0 0,0 0 0,1 0 0,-1 0 0,0 0 0,0 0 0,0 0 0,1 0 0,-1 0 0,0 0 0,0 1 0,0-1 0,1 0 0,-1 0 0,0 0 0,0 0 0,0 0 0,0 0 0,1 1 0,-1-1 0,0 0 0,0 0 0,0 0 0,0 0 0,0 1 0,0-1 0,0 0 0,1 0 0,-1 0 0,0 1 0,0-1 0,7 21 0,-6-19 0,77 361 0,23 77 0,-96-420 0,2 0 0,0 0 0,2-1 0,0 0 0,1-1 0,15 22 0,-24-37 0,0-1 0,1 0 0,0 0 0,0 0 0,-1 0 0,1-1 0,0 1 0,0 0 0,1-1 0,-1 1 0,0-1 0,0 0 0,1 0 0,-1 0 0,1 0 0,-1 0 0,1 0 0,-1-1 0,1 1 0,0-1 0,-1 0 0,1 0 0,0 0 0,-1 0 0,1 0 0,-1 0 0,1-1 0,0 1 0,-1-1 0,1 0 0,-1 0 0,1 0 0,3-2 0,2-2 0,-1-1 0,1 0 0,-1 0 0,0-1 0,-1 0 0,0 0 0,0-1 0,8-12 0,10-21 0,-2 0 0,-2-2 0,-1 0 0,24-87 0,-18 27 0,13-117 0,-10-116 0,-28 265 0,-3 1 0,-20-126 0,21 187 0,2 5 0,-1 1 0,1 0 0,-1-1 0,0 1 0,0 0 0,0 0 0,0 0 0,0 0 0,-1 0 0,1 0 0,-3-3 0,4 6-33,-1 0 1,1 1-1,0-1 0,-1 0 0,1 0 1,0 0-1,0 0 0,-1 0 0,1 1 1,0-1-1,0 0 0,-1 0 0,1 1 0,0-1 1,0 0-1,0 0 0,-1 1 0,1-1 1,0 0-1,0 0 0,0 1 0,0-1 1,0 0-1,0 1 0,0-1 0,0 0 0,-1 1 1,1-1-1,0 1 0,0-1-349,-3 11-6444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2.9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24575,'13'30'0,"35"29"0,-31-39 0,0 1 0,-1 0 0,-1 1 0,14 30 0,-17-22 0,-1 1 0,-1 0 0,-2 0 0,-1 1 0,-1 0 0,-2 0 0,-1 1 0,-2-1 0,-1 1 0,-7 49 0,-2-16 0,-4-1 0,-3-1 0,-2 0 0,-32 72 0,47-129 0,1-2 0,0 0 0,1-1 0,-1 1 0,1 0 0,0 0 0,-1 5 0,2-9 0,0 0 0,0 0 0,0 1 0,1-1 0,-1 0 0,0 0 0,1 1 0,-1-1 0,0 0 0,1 0 0,-1 0 0,1 0 0,0 0 0,-1 0 0,1 0 0,0 0 0,0 0 0,0 0 0,-1 0 0,1 0 0,0 0 0,0-1 0,0 1 0,1 0 0,-1-1 0,0 1 0,0-1 0,0 1 0,2 0 0,8 2 0,0 0 0,0-1 0,0 0 0,0 0 0,0-1 0,0-1 0,16-1 0,82-12 0,-101 11 0,45-8-227,0-3-1,-1-2 1,-1-3-1,-1-2 1,52-28-1,7-11-6598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3.3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24575,'0'24'0,"0"168"10,6 759-674,39-1 533,-40-910 122,-5-40 9,0 0 1,0 0 0,0 0 0,0 0 0,0 0 0,0 0-1,0 0 1,0 0 0,0 0 0,0 0 0,0 0 0,0 0 0,0 0-1,0 0 1,0 0 0,1 0 0,-1 0 0,0 0 0,0 0-1,0 0 1,0 0 0,0 0 0,0 0 0,0 0 0,0 0 0,1-27 117,0-106 282,12-331-108,-5 377-301,3 1-1,4 0 1,35-112-1,-49 195 10,5-17 0,1 1 0,1 0 0,18-33 0,-24 48 0,-1 1 0,1 0 0,1-1 0,-1 1 0,0 1 0,1-1 0,0 0 0,-1 0 0,1 1 0,0 0 0,0-1 0,0 1 0,1 0 0,-1 1 0,1-1 0,-1 1 0,1-1 0,-1 1 0,1 0 0,0 0 0,-1 1 0,1-1 0,0 1 0,0 0 0,-1-1 0,1 2 0,6 0 0,-1 1 0,-1 1 0,1 0 0,-1 1 0,0 0 0,0 0 0,-1 1 0,1 0 0,-1 0 0,0 1 0,-1 0 0,13 13 0,2 6 0,34 54 0,-21-23 40,-3 2 0,37 95 0,23 130-1525,-58-151-5341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3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24575,'0'0'0,"13"4"0,1 2 0,-1 1 0,1 0 0,-2 1 0,1 1 0,-1 0 0,14 13 0,0 4 0,34 42 0,-40-41 0,-1 0 0,-2 1 0,0 2 0,-2-1 0,-1 2 0,-2-1 0,-1 2 0,-1 0 0,-2 0 0,-1 1 0,5 54 0,-9-29 0,-3 0 0,-2 1 0,-3-1 0,-2 0 0,-28 102 0,-19 21 0,17-65 0,34-108 0,1 0 0,0 0 0,0 0 0,1 0 0,0 0 0,0 0 0,1 0 0,1 11 0,0-16 0,-1 0 0,1-1 0,0 1 0,1 0 0,-1-1 0,0 0 0,1 1 0,-1-1 0,1 0 0,0 0 0,-1 1 0,1-1 0,0-1 0,1 1 0,-1 0 0,0 0 0,0-1 0,1 1 0,-1-1 0,1 0 0,-1 0 0,1 0 0,-1 0 0,1 0 0,0-1 0,-1 1 0,1-1 0,4 1 0,10 1 0,0-1 0,0 0 0,1-1 0,33-5 0,79-21 0,277-91 101,-8-27-1072,-343 124 476,142-54-6331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4.2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0 328 24575,'0'0'0,"0"0"0,4-2 0,16-7 0,41-11 0,51-12 0,44-6 0,31-3 0,19 1 0,3 3 0,-10 5 0,-20 5 0,-28 0 0,-40 5-8191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4.5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5 0,2 14 0,1 34 0,0 46 0,-1 44 0,0 38 0,-2 28 0,1 16 0,0 7 0,5-2 0,9-9-563,10-17 563,13-22 0,12-33 0,-3-41-7628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5.3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24575,'-2'13'0,"0"46"0,3 0 0,17 115 0,-11-120 0,66 380 0,-54-353 0,5 0 0,2-1 0,46 93 0,-59-147 0,0-1 0,2 0 0,32 41 0,-42-60 0,0 0 0,1 0 0,0 0 0,0-1 0,0 0 0,0 0 0,1 0 0,0-1 0,0 0 0,0-1 0,1 1 0,-1-1 0,1-1 0,0 1 0,-1-1 0,1-1 0,16 2 0,-14-4 0,1 0 0,-1-1 0,0 0 0,0 0 0,-1-1 0,1 0 0,0-1 0,-1 0 0,0-1 0,0 0 0,0 0 0,-1-1 0,0 0 0,8-8 0,8-7 0,-1-2 0,-1-1 0,21-31 0,-8 4 0,-2-1 0,-3-2 0,-2-2 0,29-78 0,-57 134 0,0-1 0,0 1 0,0 0 0,0 0 0,0 0 0,0 0 0,0-1 0,0 1 0,0 0 0,0 0 0,0 0 0,0 0 0,0 0 0,0-1 0,0 1 0,0 0 0,1 0 0,-1 0 0,0 0 0,0 0 0,0 0 0,0 0 0,0-1 0,0 1 0,1 0 0,-1 0 0,0 0 0,0 0 0,0 0 0,0 0 0,1 0 0,-1 0 0,0 0 0,0 0 0,0 0 0,0 0 0,1 0 0,-1 0 0,0 0 0,0 0 0,0 0 0,0 0 0,0 0 0,1 0 0,-1 0 0,0 0 0,0 0 0,0 0 0,0 1 0,0-1 0,1 0 0,-1 0 0,0 0 0,0 0 0,0 0 0,0 0 0,0 0 0,0 1 0,0-1 0,0 0 0,1 0 0,-1 0 0,0 0 0,0 0 0,0 1 0,0-1 0,8 19 0,5 28 0,12 66 0,-6-20 0,37 106 0,-54-194 0,-1 0 0,1 0 0,0 0 0,1 0 0,-1-1 0,1 1 0,0-1 0,0 0 0,0 0 0,1 0 0,-1 0 0,1 0 0,5 3 0,-6-5 0,0-1 0,0 0 0,0 0 0,0-1 0,0 1 0,1 0 0,-1-1 0,0 0 0,0 0 0,0 0 0,0 0 0,0-1 0,1 1 0,-1-1 0,0 0 0,0 1 0,0-1 0,0-1 0,0 1 0,-1 0 0,1-1 0,0 0 0,4-3 0,16-12 0,-2-1 0,0-1 0,-1 0 0,-1-2 0,-1 0 0,0-1 0,14-26 0,17-30 0,-3-3 0,-4-2 0,-3-2 0,-4-1 0,-4-1 0,-3-2 0,19-118 0,-41 178 0,11-77 0,-16 94 0,-1 0 0,0 0 0,0 0 0,-1 0 0,-1 0 0,-4-17 0,6 28 0,0 1 0,0-1 0,0 1 0,0-1 0,0 1 0,0-1 0,-1 1 0,1-1 0,0 1 0,0-1 0,0 1 0,-1-1 0,1 1 0,0 0 0,-1-1 0,1 1 0,0-1 0,-1 1 0,1 0 0,-1 0 0,1-1 0,0 1 0,-1 0 0,1-1 0,-1 1 0,1 0 0,-1 0 0,1 0 0,-1 0 0,1-1 0,-1 1 0,1 0 0,-1 0 0,1 0 0,-1 0 0,1 0 0,-1 0 0,1 0 0,-1 0 0,1 1 0,-1-1 0,1 0 0,-1 0 0,1 0 0,-1 0 0,1 1 0,0-1 0,-1 0 0,1 0 0,-1 1 0,1-1 0,0 0 0,-1 1 0,0 0 0,-20 22 0,15-13 0,0-1 0,1 2 0,-1-1 0,2 0 0,0 1 0,0 0 0,1 0 0,0 0 0,1 0 0,0 1 0,1-1 0,0 1 0,1-1 0,0 1 0,1-1 0,0 1 0,1-1 0,0 0 0,6 17 0,-1-7 0,1 0 0,1 0 0,0-1 0,2 0 0,1-1 0,0 0 0,1-1 0,1 0 0,20 18 0,-3-7 0,1-1 0,1-2 0,42 25 0,115 57 0,17 12 0,-195-112 0,1 0 0,-2 1 0,0 1 0,0 0 0,0 0 0,-2 1 0,1 1 0,-1-1 0,8 16 0,-12-18 0,-1-1 0,-1 1 0,1 0 0,-1 0 0,-1 1 0,0-1 0,0 0 0,-1 1 0,0-1 0,-1 1 0,0 0 0,0-1 0,-1 1 0,0-1 0,-3 11 0,-4 6 0,-1-1 0,0 1 0,-2-1 0,-1-1 0,-1 0 0,-1-1 0,-1 0 0,-27 30 0,2-7 0,-2-3 0,-83 67 0,70-66 0,54-44 0,1 1 0,-1-1 0,1 1 0,-1 0 0,1-1 0,0 1 0,-1 0 0,1-1 0,0 1 0,-1 0 0,1-1 0,0 1 0,0 0 0,0 0 0,0-1 0,0 1 0,0 0 0,0 0 0,0 0 0,0-1 0,0 1 0,0 0 0,0 0 0,0-1 0,1 1 0,-1 0 0,0-1 0,1 1 0,-1 0 0,0 0 0,1-1 0,-1 1 0,1-1 0,-1 1 0,1-1 0,-1 1 0,1 0 0,0-1 0,0 1 0,32 22 0,-26-19 0,96 56 0,56 35 0,-139-81 0,0 2 0,-1 0 0,0 0 0,-2 2 0,21 25 0,-32-34 0,1 0 0,-1 0 0,-1 0 0,0 1 0,0 0 0,-1 0 0,0 0 0,-1 1 0,0-1 0,-1 1 0,0 0 0,-1-1 0,0 1 0,0 0 0,-1 0 0,-1 0 0,0 0 0,0 0 0,-1-1 0,0 1 0,-1 0 0,-1-1 0,1 0 0,-2 0 0,1 0 0,-8 11 0,-1-2-114,0 0 1,-2-1-1,0 0 0,-1-1 0,-1-1 1,0-1-1,-1 0 0,-1-1 0,0-1 1,-1-1-1,-22 10 0,-42 15-6712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5.9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1705 24575,'92'-51'0,"246"-144"0,-266 148 0,-1-4 0,94-88 0,-106 80 0,-3-2 0,-3-2 0,-3-3 0,75-126 0,-93 133 0,-3-1 0,-2-1 0,-3-2 0,-3 0 0,-3-2 0,15-88 0,-29 127 0,-1 0 0,0-1 0,-2 1 0,-1-1 0,-2 1 0,-6-39 0,8 63 0,0-1 0,-1 1 0,1 0 0,-1 0 0,0 0 0,0 0 0,0 0 0,0 0 0,0 0 0,0 0 0,-1 0 0,-1-2 0,2 3 0,0 1 0,1 0 0,-1-1 0,0 1 0,1-1 0,-1 1 0,0 0 0,0 0 0,1-1 0,-1 1 0,0 0 0,0 0 0,0 0 0,1 0 0,-1 0 0,0 0 0,0 0 0,0 0 0,1 0 0,-1 0 0,0 1 0,0-1 0,1 0 0,-2 1 0,-3 2 0,1 0 0,-1 0 0,1 1 0,0-1 0,0 1 0,0 0 0,1 0 0,-1 1 0,-3 5 0,-13 21 0,2 2 0,0 0 0,2 0 0,2 2 0,-17 61 0,9-10 0,-13 121 0,8 274-184,41 4-218,1-13 16,-39-6 212,18-415 174,-2 1 0,-17 58 0,8-70 0,16-40 0,1 1 0,0 0 0,-1-1 0,1 1 0,0 0 0,-1-1 0,1 1 0,-1-1 0,1 1 0,-1-1 0,1 1 0,-1-1 0,0 1 0,1-1 0,-1 0 0,1 1 0,-1-1 0,0 0 0,1 1 0,-1-1 0,0 0 0,1 0 0,-1 0 0,0 0 0,0 0 0,1 0 0,-1 0 0,0 0 0,0 0 0,1 0 0,-1 0 0,0 0 0,1 0 0,-1 0 0,0-1 0,1 1 0,-1 0 0,0 0 0,1-1 0,-1 1 0,0-1 0,1 1 0,-1 0 0,1-1 0,-1 1 0,1-1 0,-1 0 0,1 1 0,-1-2 0,-3-4 34,0 0 1,0 0-1,1-1 1,0 1-1,0-1 1,0 0-1,1 1 1,-2-13-1,-9-68 562,12 80-547,-4-60-25,2-1 0,3 0 0,4 1 0,2-1 0,3 1-1,3 0 1,41-128 0,-46 176-24,21-53 0,-25 66 0,0 0 0,0 1 0,0-1 0,1 1 0,0 0 0,0 0 0,0 0 0,1 1 0,6-6 0,-10 10 0,0-1 0,1 0 0,-1 0 0,0 1 0,1-1 0,-1 1 0,1-1 0,-1 1 0,1-1 0,-1 1 0,1 0 0,-1 0 0,1 0 0,-1 0 0,1 0 0,-1 0 0,1 0 0,-1 1 0,1-1 0,-1 0 0,2 1 0,2 1 0,-1 1 0,0-1 0,1 1 0,-1-1 0,0 1 0,3 4 0,14 13 0,-1 1 0,-1 1 0,-1 0 0,0 2 0,23 43 0,60 139 0,2 61-1365,-65-152-5461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6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24575,'13'0'0,"-1"1"0,0 1 0,21 5 0,4 1 0,-4-2 0,11 0 0,-1 2 0,0 2 0,77 29 0,-109-34 0,1 1 0,-1-1 0,0 2 0,-1 0 0,0 0 0,0 1 0,0 0 0,-1 0 0,0 1 0,-1 1 0,0-1 0,-1 1 0,1 1 0,-2-1 0,0 1 0,0 0 0,-1 1 0,6 17 0,-6-8 0,0 1 0,-2-1 0,-1 1 0,0-1 0,-2 1 0,0-1 0,-2 1 0,0-1 0,-1 1 0,-2-1 0,-11 37 0,-10 13 0,-4-1 0,-38 66 0,40-81 0,25-50 0,0 0 0,0 1 0,1-1 0,0 1 0,0 0 0,0 0 0,0 0 0,1 0 0,0 0 0,1 0 0,-1 0 0,1 0 0,0 0 0,1 0 0,-1 0 0,1 1 0,1-1 0,-1-1 0,1 1 0,0 0 0,0 0 0,1-1 0,-1 1 0,1-1 0,0 1 0,1-1 0,-1 0 0,1-1 0,0 1 0,1-1 0,4 5 0,31 27 0,2-1 0,2-2 0,67 39 0,-40-27 0,-69-44 0,0 0 0,0 0 0,-1 1 0,1-1 0,0 1 0,-1-1 0,1 1 0,-1 0 0,1 0 0,1 2 0,-3-3 0,0-1 0,0 1 0,1 0 0,-1-1 0,0 1 0,0 0 0,0-1 0,0 1 0,0 0 0,0 0 0,0-1 0,0 1 0,0 0 0,0-1 0,0 1 0,0 0 0,-1 0 0,1-1 0,0 1 0,-1-1 0,1 1 0,0 0 0,-1 0 0,-3 3 0,0-1 0,0 0 0,0 0 0,0 0 0,-1 0 0,1-1 0,-1 0 0,1 0 0,-1 0 0,-6 1 0,-117 33-1365,-31 1-5461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8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2174 672 24575,'-7'-25'0,"-20"-134"0,17 90 0,-3 0 0,-23-70 0,34 134 0,0-1 0,0 1 0,-1 0 0,0 0 0,0 0 0,0 0 0,0 1 0,-1-1 0,0 1 0,0 0 0,0 0 0,-7-5 0,8 7 0,0 0 0,0 1 0,0-1 0,0 1 0,-1 0 0,1 0 0,0 0 0,-1 0 0,1 0 0,0 1 0,-1 0 0,1-1 0,-1 1 0,1 0 0,-1 1 0,1-1 0,-1 1 0,1 0 0,0-1 0,-1 1 0,1 1 0,0-1 0,-5 3 0,-93 54 0,48-25 0,14-9 41,-893 573-927,897-574 886,24-16 0,-1 0 0,1 1 0,1 1 0,-1 0 0,1 0 0,1 1 0,-10 11 0,-23 63 845,-141 185-845,-7 11 0,148-211 0,4 1 0,-37 94 0,47-84 3,4 1-1,3 0 1,4 2 0,-11 147-1,20-60-82,21 231 0,15-108-166,13-2 0,108 392 0,-110-543 246,90 209 0,-97-280 0,3-1 0,2-1 0,4-2 0,83 101 0,-98-136-1,1-2 0,1-1 0,2-1 0,1-2 0,58 37 0,-65-48-14,1-1 1,0 0-1,1-2 0,1-1 0,-1-1 0,1-2 1,1 0-1,49 3 0,-34-9 11,1-1-1,-2-3 1,1-1 0,0-2 0,-1-2-1,0-2 1,-1-2 0,62-28-1,-18 0-257,-2-3 0,145-103-1,-115 60 236,-3-5-1,-4-5 0,116-137 0,-78 61-632,161-257 0,-220 296 584,-5-4 0,109-261 0,-164 332 93,-3-1 1,-2 0 0,-4-2 0,-3 0-1,-3-1 1,-2 0 0,-4 0-1,-8-115 1,-9 96-18,-3 0 0,-4 0 0,-4 2 0,-59-140 0,-188-318 0,-75-22-717,231 405 634,-179-195 0,244 303 251,-2 3 0,-3 2 0,-1 2-1,-72-45 1,101 76-49,-1 1-1,0 1 1,-1 2 0,-1 0-1,0 2 1,-1 2 0,0 1 0,-1 1-1,1 1 1,-1 2 0,0 1-1,-34 2 1,18 6-108,0 1 1,0 3-1,0 2 1,1 2-1,1 2 1,0 2-1,1 2 1,-79 46-1,45-16-291,1 4 0,4 3 1,-112 107-1,47-20-5044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19.0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2144 177 24575,'-8'-11'0,"0"0"0,0 1 0,-1 0 0,-1 0 0,1 1 0,-1 0 0,-1 1 0,0 1 0,0-1 0,0 1 0,-16-6 0,10 7 0,0 0 0,0 1 0,-1 0 0,1 2 0,-1 0 0,0 1 0,-28 0 0,5 5 0,0 1 0,0 2 0,1 2 0,-1 2 0,2 1 0,-62 27 0,23-3-27,1 4-1,2 3 0,2 3 1,-81 67-1,52-28-151,3 5-1,-90 107 0,108-103 180,5 3 0,3 4 0,6 2 0,3 3 0,-62 143 0,94-171 0,3 0 0,3 2 0,4 1 0,4 0 0,3 2 0,3 0 0,4 0 0,5 148 0,9-149 0,4-1 0,2 0 0,5-1 0,3-1 0,3 0 0,4-2 0,3-1 0,3-1 0,67 109 0,-33-84-101,4-3 0,4-3 0,116 111 0,-65-87-380,242 171 0,-265-219 452,124 63 0,-153-96-13,1-3-1,135 40 1,-156-59 16,-1-2 1,2-3-1,-1-2 1,105-1 0,-115-8 16,-1-2 1,1-2 0,-1-2 0,-1-2-1,1-1 1,74-33 0,-71 22 8,0-2 0,-1-2 0,-2-2 0,0-2 0,-2-1 0,63-64 0,-60 47 0,-2-2 0,-1-2 0,-4-1 0,60-110 0,-59 82 0,-4-1 0,-3-1 0,-4-2 0,-3 0 0,-4-2 0,-4-1 0,-4 0 0,1-107 0,-14 81 0,-5 0 0,-4 0 0,-6 1 0,-5 1 0,-4 1 0,-80-213 0,48 189 0,-5 2 0,-7 4 0,-4 2 0,-7 4 0,-95-113 0,-204-187 0,278 325 0,-5 5 0,-120-80 0,170 135 56,-2 2 0,-1 4 0,-2 1 0,-1 4 0,-1 2 1,-1 3-1,-1 3 0,0 3 0,-2 2 0,-106-7 0,80 17 152,1 4 0,-1 4-1,1 4 1,0 4-1,1 4 1,-158 50 0,155-29-1300,25-2-5665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20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2687 231 24575,'-2'-6'0,"-1"1"0,0 0 0,0 0 0,-1 1 0,0-1 0,1 1 0,-1 0 0,-1 0 0,1 0 0,0 0 0,-9-4 0,2-1 0,-13-10 0,-1 2 0,-1 0 0,-1 2 0,0 1 0,-1 1 0,0 1 0,-37-10 0,24 12 0,0 1 0,0 3 0,-1 1 0,-75 1 0,46 8 0,0 3 0,0 3 0,1 4 0,0 2 0,1 4 0,-69 29 0,36-4-39,2 4 0,1 4-1,4 5 1,1 4 0,4 3-1,3 5 1,2 3 0,4 4-1,4 4 1,3 2 0,3 4 0,5 3-1,-73 129 1,95-135 45,4 1 0,4 2 0,3 1 1,4 2-1,4 1 0,5 1 0,-13 127 0,25-116-41,4-1 0,6 1-1,3 0 1,5-1 0,5 0-1,43 157 1,-24-145-119,6-2 0,4-1 0,5-3 0,5-1 1,4-3-1,140 186 0,-141-220 190,4-3 0,2-2 1,135 106-1,-139-129-46,1-3 0,1-2 1,3-3-1,0-2 0,95 31 1,-100-45 9,1-3 0,1-2 0,0-3 0,0-2 0,1-3 0,0-3 0,-1-3 0,1-2 0,89-16 0,-85 5 0,-1-2 0,-1-3 0,0-4 0,-2-1 0,-1-4 0,-1-2 0,-1-3 0,85-62 0,-76 41 0,-2-3 0,-3-3 0,-2-3 0,-3-2 0,-3-3 0,72-118 0,-74 96 0,-4-2 0,-4-3 0,-4-1 0,-4-2 0,27-118 0,-47 140-38,-3 0 1,-4 0 0,-2-1-1,-5-1 1,-2 1 0,-4 0-1,-3 0 1,-4 0 0,-3 1 0,-3 0-1,-4 1 1,-3 1 0,-42-94-1,14 66 19,-3 2 0,-6 2 1,-3 3-1,-4 4 0,-132-139 0,74 105 22,-6 6 0,-281-197 0,-11 62-3,344 215 0,-1 3 0,-2 4 0,-137-34 0,163 55-243,1 3 0,-2 2 1,-101 3-1,7 12-4612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21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0,0 1 0,0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21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1 0,0 0 0,0 0 0,0-1 0,13 5 0,26 5 0,7 0-8191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22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24575,'8'31'0,"-4"-10"0,-4-19 0,0 0 0,1 0 0,-1 0 0,1 0 0,-1 0 0,1 0 0,0 0 0,-1 0 0,1 0 0,0-1 0,0 1 0,0 0 0,1 0 0,-1-1 0,0 1 0,1-1 0,-1 1 0,1-1 0,-1 0 0,1 1 0,0-1 0,2 1 0,11-33-1365,-7 15-5461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24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 24575,'0'0'0,"6"0"0,15 0 0,32 0 0,38 0 0,41 0 0,36-1 0,32-1 0,23-3 0,12-3 0,3-3-768,-39 0-6655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24.5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24575,'0'0'0,"0"1"0,0 4 0,0 13 0,0 26 0,1 36 0,2 38 0,1 35 0,1 32 0,-1-16-8191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30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1672 759 24575,'-43'-2'0,"-45"-7"0,57 5 0,25 0 0,13-3 0,19-6 0,37-12 5,116-28-1,80-1-80,-178 39-32,1158-197-1546,-421 78 737,-199 21-24,7-1 3848,-680 120-2075,2-3-884,-931 152-1067,305-40 489,-1019 54-312,1237-161 918,337-13 175,-207-35-1,306 37 411,0-3 0,1 0-1,-38-15 1,49 12-400,15 1-136,28-7-40,45-5 15,2 3 0,118-10 0,-147 21 0,1050-69-1041,9 65-190,-961 10 1206,122 0 10,654 4 99,-889-1 1239,-75 4-103,1-1-1535,-1069 196-1186,328-54 77,-2-29 1716,-1012 1-2293,1768-119 2024,-257-6 2561,284 5-2571,-16-3 1251,32-6-627,26-6-584,72-16 0,-101 28-46,669-127-826,13 42-1229,2371-130 1279,-2970 215 805,273 0 1265,-365 4-121,-5 0-462,-12 3-255,-30 4-525,-1354 131-1280,-16-110 1202,1244-31 218,-1141-23-614,1264 24 630,14 0 184,0-1 0,0-1-1,-42-10 1,74 13-269,0 0-1,-1 0 1,1 1-1,0-1 1,0 0-1,0 0 1,0 0-1,-1 0 1,1 0-1,0 0 1,0 0-1,0 0 1,0 0-1,0 0 1,-1 0-1,1 0 1,0-1-1,0 1 1,0 0-1,0 0 1,0 0 0,-1 0-1,1 0 1,0 0-1,0 0 1,0 0-1,0 0 1,0 0-1,0 0 1,-1-1-1,1 1 1,0 0-1,0 0 1,0 0-1,0 0 1,0 0-1,0-1 1,0 1-1,0 0 1,0 0-1,0 0 1,0 0-1,0 0 1,0-1-1,0 1 1,0 0-1,0 0 1,0 0-1,0 0 1,0 0-1,0-1 1,0 1-1,0 0 1,0 0 0,0 0-1,0 0 1,0 0-1,0-1 1,0 1-1,0 0 1,14-6 180,29-4-163,394-42-8,6 35-185,-376 16 78,1178-7-1210,2 30 1503,-690-11-329,-390-9 22,219 10 286,-395-12 103,-1 0-1,1 1 0,-1 0 1,-9 3-1,-31 3-334,-849 42-831,-11-44 121,879-5 778,-2325-20-2064,1647 12 2632,679 8-550,-91-6 2113,112 4-1687,8 0-181,23-6-155,83-16-118,121-12 0,-155 27-8,1036-118-1271,6 31 1365,-1053 91-122,71-7 25,426-18-84,-545 30 153,-9 0 0,0 0-1,0-1 0,0 1 1,0 0-1,0 1 1,0-1-1,0 1 1,0-1-1,0 1 1,0 0-1,0 0 0,0 0 1,2 2-1,-5-3-56,0 0-1,0 1 0,-1-1 1,1 1-1,0-1 1,0 0-1,-1 1 0,1-1 1,0 0-1,-1 1 0,1-1 1,0 0-1,-1 1 0,1-1 1,0 0-1,-1 0 1,1 1-1,-1-1 0,1 0 1,0 0-1,-1 0 0,1 0 1,-1 0-1,1 0 1,-1 1-1,1-1 0,-1 0 1,1 0-1,-1 0 0,1-1 1,0 1-1,-1 0 0,0 0 1,-21 3-36,-339 6 78,196-6-1469,77-1-5409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30.8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24575,'0'0'0,"0"1"0,0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31.5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24575,'9'10'0,"0"0"0,-1 1 0,12 19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38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887 304 24575,'-11'-13'0,"1"0"0,-17-26 0,-6-9 0,14 23 0,-2 1 0,-1 1 0,0 0 0,-2 2 0,-1 1 0,-37-25 0,60 44 0,-1 0 0,1 0 0,0 0 0,0 0 0,0 0 0,-1 0 0,1 0 0,0 1 0,-1-1 0,1 1 0,0 0 0,-1 0 0,1 0 0,-1 0 0,1 0 0,-1 0 0,1 1 0,0-1 0,-1 1 0,1-1 0,-4 3 0,-1 1 0,0 1 0,1 0 0,-1 0 0,1 0 0,-9 12 0,-23 26 0,2 1 0,2 2 0,3 2 0,-47 93 0,34-47 0,-54 178 0,58-126-46,7 1 0,-18 187 0,27 309-261,65 3-3,30-9 159,-67-606 151,2 15 0,55 385 0,-55-394 97,3-1 1,0 1 0,25 56 0,-26-76-59,1 0 0,0-1 0,1 0 1,1-1-1,0 0 0,2-1 0,-1 0 0,2-1 0,19 16 0,-11-13 17,0-2 0,1 0 0,1-2 1,0 0-1,39 12 0,-8-7-897,85 14 1,80-1-5883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38.9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1 648 24575,'0'-3'0,"1"0"0,0 0 0,0 0 0,0 0 0,0 0 0,0 0 0,1 1 0,1-4 0,4-7 0,9-23 0,2 2 0,1 0 0,2 1 0,48-59 0,-48 70 0,0 0 0,2 1 0,0 2 0,2 0 0,0 1 0,1 2 0,28-14 0,20-4 0,2 4 0,1 3 0,1 3 0,81-13 0,-25 14 0,221-9 0,-283 29 0,1 4 0,0 2 0,-1 3 0,112 26 0,-156-26 0,0 3 0,0 0 0,-1 2 0,0 0 0,-1 2 0,0 1 0,-1 1 0,-1 2 0,0 0 0,-2 1 0,0 2 0,-1 0 0,0 1 0,20 28 0,-19-15 0,-1 1 0,-1 1 0,-3 1 0,0 0 0,-3 2 0,-1-1 0,9 47 0,-4 9 0,11 186 0,-45 535-1040,-5-162 990,37-300-520,15-2 1,125 564 0,-139-840 482,23 122-59,-36-167 144,-1 1-1,-2-1 0,-1 1 0,-6 43 0,4-60 54,-1 0 0,0 0 0,-1 0 0,-1-1 0,-1 1 0,1-1 0,-2 0-1,0-1 1,0 0 0,-1 0 0,-1 0 0,0-1 0,-1 0 0,0-1 0,0 0-1,-14 9 1,-2-1 171,0-1 0,-1-2-1,-1 0 1,0-2 0,-1-1-1,-48 12 1,-4-3-166,-1-3 0,-158 12 0,-179-23-1167,-367-57-198,409 13-4002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40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2256 384 24575,'-7'-6'0,"1"0"0,0 0 0,0 0 0,-9-15 0,-3-2 0,-11-12 0,-1 2 0,-2 1 0,-1 2 0,-66-47 0,76 63 0,0 1 0,0 0 0,-1 2 0,-1 1 0,0 1 0,0 1 0,-1 1 0,0 2 0,-42-5 0,21 8 0,0 2 0,0 2 0,1 2 0,-1 3 0,1 1 0,-79 25 0,65-13 0,1 4 0,0 2 0,2 2 0,-79 53 0,80-40 7,2 2-1,2 3 1,2 2-1,2 2 1,2 2-1,3 2 1,2 2-1,-41 73 1,20-15-223,5 2-1,5 3 1,-54 183 0,59-129 183,8 1-1,7 1 0,8 2 1,7 1-1,15 357 1,16-344 39,9-1 1,9-1 0,7-2 0,9-1-1,103 260 1,-94-311-4,6-2 0,138 218 0,-154-282-9,3-2-1,4-2 1,1-3-1,4-2 1,2-3-1,88 64 1,-110-94-18,2-2 1,0-1-1,2-2 0,0-3 1,1-1-1,1-2 0,85 18 0,-91-27 25,2-2 0,-1-2 0,0-1 0,1-2 0,-1-2 0,0-2 0,0-1 0,0-3 0,61-18 0,-49 7-11,-1-1 0,-1-3 0,-1-2 1,85-58-1,-74 38 40,-1-2 1,-3-3 0,53-61-1,-26 13-354,-5-4 0,-4-3 0,117-224 1,-108 159 256,-8-4 1,-8-2-1,55-225 1,-84 236 71,-7-1 0,-7-2 1,3-309-1,-30 351-5,-6 0 1,-6 1-1,-5 1 1,-6 0-1,-5 2 1,-5 1-1,-5 2 0,-86-171 1,78 197-65,-4 2-1,-4 2 1,-4 3 0,-3 3-1,-4 3 1,-3 2 0,-4 4 0,-3 3-1,-3 4 1,-137-88 0,141 109 209,-2 3 0,-2 3 1,-1 4-1,-2 3 0,-1 5 0,-128-27 0,203 53-123,0-1-1,-1 2 0,1-1 1,-1 2-1,1-1 0,-1 1 1,0 1-1,1 0 0,-1 1 1,1 0-1,0 0 0,-1 1 1,-16 7-1,-16 15-6174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41.6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2054 119 24575,'-31'-18'0,"0"1"0,-1 1 0,0 2 0,-2 1 0,1 1 0,-1 2 0,-47-7 0,74 16 0,0 1 0,0 0 0,0 0 0,1 0 0,-1 1 0,0 0 0,0 1 0,-9 2 0,-2 3 0,0 1 0,-19 12 0,-44 27 9,-124 97 0,-61 85-302,153-121-72,5 4 1,4 5-1,-97 146 0,130-157 381,4 4 1,6 2-1,5 3 0,-54 156 0,72-155-16,5 2 0,5 1 0,5 2 0,6 0 0,5 1 0,5 1 0,6-1 0,5 1 0,30 186 0,-3-160-61,6-1 0,88 224-1,-50-193-1161,156 266 0,14-79 846,-180-284 135,4-2 0,102 90 0,-120-125 101,2-3-1,2-2 1,2-3 0,92 46 0,-104-62 95,1-3 1,1-1 0,0-3 0,1-1 0,0-3 0,98 8-1,-97-17-40,0-2-1,0-2 1,0-2-1,0-2 1,-1-2-1,92-30 1,-80 16 66,0-3 0,-1-3 0,-2-2 1,93-66-1,-65 30 28,-4-4-1,-2-3 1,-4-4 0,-3-3 0,-3-3-1,67-109 1,-68 85-13,-5-4 1,-5-2-1,-5-3 0,-5-1 1,-5-3-1,-6-2 0,35-201 0,-57 218-1,-5-1-1,-5 0 1,-14-184-1,-1 199 5,-5 1 0,-3 0-1,-4 2 1,-57-144 0,34 130 151,-4 3 0,-5 2 1,-4 2-1,-5 3 0,-90-105 1,52 85 74,-5 4 0,-4 5 0,-164-119 0,199 168-147,-2 4 1,-2 3-1,-3 3 1,-159-62-1,77 56-3313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5:59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1530 11 24575,'-20'-4'0,"0"1"0,0 1 0,-1 1 0,1 0 0,0 2 0,0 0 0,-40 8 0,2 5 0,-79 29 0,59-13 0,1 2 0,-72 44 0,104-50 0,1 2 0,2 2 0,1 1 0,-53 54 0,79-70 0,1 1 0,1 0 0,0 2 0,1-1 0,1 1 0,1 1 0,-13 29 0,20-38 0,0-1 0,0 1 0,1-1 0,0 1 0,0 0 0,1 0 0,1 0 0,0 0 0,0 0 0,1 0 0,0 0 0,1 0 0,0 0 0,0 0 0,1-1 0,0 1 0,9 16 0,-3-12 0,0-1 0,1 0 0,0 0 0,1-1 0,0-1 0,1 0 0,1 0 0,-1-1 0,2-1 0,16 10 0,22 9 0,77 30 0,-125-56 0,105 38 0,-60-23 0,-1 2 0,72 40 0,-111-54 0,0 1 0,-1 0 0,1 1 0,-1 0 0,-1 0 0,1 1 0,-1 0 0,0 0 0,-1 0 0,0 1 0,0 0 0,-1 0 0,0 1 0,-1-1 0,0 1 0,-1 0 0,0 0 0,0 1 0,-1-1 0,0 1 0,-1-1 0,0 1 0,-1-1 0,0 1 0,0 0 0,-1-1 0,-4 17 0,-2 0 0,0-1 0,-1 0 0,-2 0 0,-1-1 0,-1-1 0,-1 0 0,-1 0 0,-1-1 0,-24 28 0,4-11 0,-1-2 0,-1-2 0,-84 63 0,74-67 0,-1-1 0,-1-3 0,-1-2 0,-87 32 0,106-47 0,-1-1 0,1-2 0,-1-2 0,-1-1 0,1-1 0,-1-1 0,0-2 0,0-2 0,-45-6 0,68 6-91,0 0 0,0-1 0,1-1 0,-1 1 0,0-1 0,1-1 0,0 0 0,0 0 0,0-1 0,0 0 0,1-1 0,0 0 0,0 0 0,-12-12 0,1-12-6735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0.1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1 145 24575,'0'0'0,"4"0"0,6-2 0,16-1 0,22-3 0,21-3 0,18-3 0,15-2 0,8-2 0,5-1 0,1-3 0,0-4 0,-20 3-8191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0.6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0 138 24575,'13'-10'0,"16"-8"0,1 1 0,1 2 0,0 1 0,1 1 0,0 1 0,1 2 0,0 2 0,1 1 0,0 1 0,0 2 0,37 0 0,-53 5 0,0 0 0,0 0 0,0 2 0,-1 0 0,1 1 0,-1 1 0,0 0 0,22 11 0,-29-11 0,-1 0 0,1 1 0,-1 0 0,-1 1 0,1-1 0,-1 2 0,0-1 0,-1 1 0,0 0 0,0 1 0,-1 0 0,0 0 0,0 0 0,-1 1 0,5 10 0,-4 1 0,0-1 0,-1 1 0,-2 0 0,0 1 0,-1-1 0,-1 0 0,-1 1 0,-1-1 0,0 1 0,-2-1 0,-9 37 0,-6 7 0,-3-1 0,-41 90 0,-115 177 0,-27-14 0,147-231 0,47-71 0,-5 7 0,1 0 0,1 0 0,1 1 0,-15 42 0,25-60 0,0 0 0,1 0 0,0 0 0,0 0 0,0 0 0,0 0 0,1 0 0,0 0 0,0 0 0,1 0 0,-1 0 0,1 0 0,0 0 0,0 0 0,1 0 0,0 0 0,-1 0 0,2-1 0,-1 1 0,0-1 0,1 1 0,0-1 0,0 0 0,0 0 0,1 0 0,-1-1 0,1 1 0,0-1 0,0 0 0,6 4 0,8 3 0,0-1 0,1 0 0,0-2 0,0 0 0,1-1 0,0-1 0,0-1 0,28 2 0,15-1 0,90-5 0,-80-4 0,-1-2 0,-1-4 0,1-3 0,-2-3 0,0-3 0,-1-3 0,91-43 0,-155 63-92,26-16 306,-30 18-289,0-1 1,0 0 0,0 0-1,0 0 1,0 0 0,0 0-1,0 0 1,0-1 0,0 1-1,-1 0 1,1 0 0,0-1-1,-1 1 1,1 0 0,-1-1-1,1 1 1,-1-1 0,0 1-1,1-2 1,-7-16-6752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1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0 583 24575,'9'11'0,"-1"-5"0,1-1 0,-1 0 0,1 0 0,0 0 0,1-1 0,-1-1 0,13 4 0,-19-6 0,57 18 6,1-3-1,88 11 1,136-1-317,668-15-1777,6-77 206,-365-5 1180,784-195 0,-1308 249 687,-2 2 97,-2-3 1,126-53 0,-187 69 24,0 0 1,0-1 0,0 0-1,0 0 1,-1 0-1,6-6 1,-9 8-88,0 1 0,-1-1-1,1 0 1,-1 0 0,1 0-1,-1 0 1,1 0 0,-1 0-1,1 1 1,-1-1 0,0 0 0,0 0-1,0 0 1,1 0 0,-1 0-1,0 0 1,0 0 0,0 0 0,0 0-1,-1 0 1,1 0 0,0 0-1,0 0 1,-1 0 0,1 0 0,0 0-1,-1 0 1,1 0 0,-1 0-1,1 0 1,-1 1 0,1-1-1,-1 0 1,0 0 0,1 1 0,-1-1-1,0 0 1,0 1 0,0-1-1,1 0 1,-3 0 0,-6-5 228,0 0 1,0 1 0,-1 0-1,0 0 1,0 1-1,-16-4 1,-76-16 311,84 20-484,-169-28 416,-1 8 1,-347 0 0,486 26-493,45 1 0,10 3 0,-5-5 0,33 25 0,2-1 0,1-2 0,66 32 0,-44-25 0,14 8 0,-8-6 0,-2 3 0,86 64 0,-136-90 0,-1 2 0,-1-1 0,0 2 0,0-1 0,-1 1 0,0 1 0,-1 0 0,14 27 0,-20-31 0,0 0 0,0 0 0,0 0 0,-1 0 0,0 0 0,-1 1 0,0-1 0,-1 0 0,0 1 0,0-1 0,-1 1 0,0-1 0,-1 0 0,1 0 0,-2 1 0,-4 10 0,-1-1 0,-1 0 0,0-2 0,-2 1 0,0-1 0,-1 0 0,-14 15 0,-10 6 0,-49 42 0,3-13-682,-175 106-1,96-82-6143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2.0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646 247 24575,'3'-18'0,"-2"8"0,2-5 0,-2-1 0,0 1 0,-1-21 0,0 31 0,-1 1 0,0-1 0,0 1 0,0-1 0,0 1 0,-1-1 0,0 1 0,0 0 0,0 0 0,0 0 0,0 0 0,-1 0 0,0 0 0,0 1 0,-6-7 0,0 4 0,0-1 0,0 1 0,-1 1 0,0 0 0,0 0 0,0 1 0,0 0 0,-1 1 0,-21-4 0,-1 2 0,1 1 0,-36 2 0,52 1 0,0 1 0,-1 2 0,1-1 0,0 2 0,0 0 0,0 1 0,0 0 0,-19 9 0,25-8 0,1 0 0,-1 1 0,1 0 0,0 1 0,1-1 0,0 2 0,0-1 0,0 1 0,1 1 0,0-1 0,0 1 0,1 0 0,-7 14 0,0 7 0,0 0 0,2 1 0,1 0 0,2 1 0,1 0 0,-4 44 0,1 203 0,59 420-281,-11-271 24,-29 1 134,-62 142 123,50-547 0,-1 0 0,2 0 0,0 40 0,2-58 0,1 0 0,-1 0 0,1 0 0,1 0 0,-1 0 0,1 0 0,0-1 0,0 1 0,0-1 0,1 1 0,0-1 0,0 0 0,1 0 0,-1 0 0,9 8 0,-4-8 0,0 1 0,1-1 0,-1 0 0,1-1 0,0 0 0,1-1 0,-1 0 0,1 0 0,-1-1 0,1 0 0,0 0 0,18-1 0,20 0 0,1-2 0,-1-2 0,56-11 0,246-62-598,49-37-2452,-18-6-832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3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0 663 24575,'2'33'0,"0"0"0,2-1 0,2 1 0,12 43 0,52 119 0,-70-194 0,26 65 0,53 97 0,-69-146 0,0-1 0,0 0 0,2-1 0,0 0 0,0-1 0,2 0 0,-1-1 0,2 0 0,0-1 0,0-1 0,20 11 0,-27-18 0,0-1 0,1 0 0,0 0 0,0 0 0,0-1 0,0 0 0,0-1 0,0 0 0,0-1 0,0 1 0,1-2 0,-1 1 0,9-3 0,-4 0 0,0-1 0,-1 0 0,0-1 0,0-1 0,0 0 0,-1-1 0,22-14 0,-3-4 0,-2 0 0,0-3 0,-2 0 0,-1-1 0,29-44 0,1-10-70,-3-2-1,-5-2 0,41-101 1,-37 57-72,56-219 1,-93 292-283,-2 0 1,7-96-1,-20 121-5931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3.5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24575,'0'0'0,"0"1"0,0 5 0,2 13 0,0 22 0,3 27 0,1 26 0,2 25 0,1 19 0,1 10 0,0 4 0,-1-3 0,-1-7 0,0-6 0,-1-14 0,-2-26-8191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12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631 121 24575,'-11'-36'0,"8"26"0,1 0 0,-1 1 0,-1-1 0,-6-14 0,9 23 0,0 0 0,0-1 0,0 1 0,1-1 0,-1 1 0,-1 0 0,1 0 0,0 0 0,0 0 0,0 0 0,-1 0 0,1 0 0,0 0 0,-1 0 0,1 0 0,-1 1 0,1-1 0,-1 1 0,1-1 0,-1 1 0,0 0 0,1-1 0,-1 1 0,1 0 0,-1 0 0,0 0 0,1 0 0,-1 0 0,1 0 0,-1 1 0,0-1 0,1 1 0,-3 0 0,-8 4 0,1 1 0,0 0 0,0 0 0,0 1 0,-18 15 0,-47 50 0,65-61 0,-12 14 0,0 0 0,2 2 0,2 0 0,0 1 0,1 1 0,-24 58 0,24-42 0,3 0 0,2 1 0,1 0 0,-6 64 0,-6 266 50,28 3-287,-5 161-339,-75 109 576,49-457 0,25-183 0,-2 22 0,1 0 0,0 44 0,3-67 0,1 1 0,0 0 0,1 0 0,0-1 0,0 1 0,1-1 0,-1 1 0,2-1 0,0 0 0,0 0 0,0 0 0,1-1 0,5 8 0,1-5-138,0 0 1,0 0-1,0-1 0,1-1 1,1 0-1,-1-1 1,1 0-1,19 7 1,129 39-6045,-160-53 6173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6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859 1 24575,'-14'973'0,"-61"-9"0,72-947 0,-7 75 0,-4-1 0,-49 165 0,59-243 0,-1-1 0,0 1 0,-1-1 0,-1 0 0,-12 18 0,16-27 0,1 0 0,-1 0 0,1 0 0,-1-1 0,0 1 0,0-1 0,0 0 0,0 0 0,-1 0 0,1 0 0,-1 0 0,1-1 0,-1 1 0,1-1 0,-1 0 0,0 0 0,0-1 0,0 1 0,1-1 0,-1 0 0,0 0 0,0 0 0,-5-1 0,-2-1 0,0-1 0,1 0 0,0-1 0,0 0 0,0-1 0,0 0 0,1 0 0,0-1 0,-9-7 0,-14-12 0,-29-32 0,53 49 0,-92-95 0,-139-185 0,240 289 0,1 0 0,-1 0 0,0 0 0,1 0 0,-1 0 0,1 0 0,-1 0 0,1-1 0,0 1 0,-1-1 0,4 2 0,6 2 0,21 7 0,0 0 0,0-2 0,1-2 0,0-1 0,1-1 0,44-1 0,-9-4 0,0-3 0,74-13 0,-48-1 0,-1-4 0,-1-4 0,102-43 0,-79 19 0,211-123 0,-313 163-103,-7 5-107,0-1 0,0 1-1,0 0 1,1 1-1,14-5 1,-6 7-6616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2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1 153 24575,'23'-10'0,"67"-17"0,1 5 0,139-17 0,-183 32 0,265-34 0,-231 34 0,152 7 0,-213 2 0,-1 0 0,0 1 0,1 1 0,35 12 0,-46-12 0,0 0 0,0 0 0,-1 1 0,0 0 0,0 1 0,0 0 0,0 0 0,-1 1 0,0 0 0,0 0 0,8 13 0,-5-5 0,0 1 0,-2 0 0,0 1 0,-1 0 0,-1 0 0,0 1 0,5 33 0,-2 9 0,0 64 0,-11 429 22,-2-54-671,15-310 607,9-1 0,71 304 0,-74-426 42,-8-40 0,-2 1 0,-1 0 0,-2 0 0,3 40 0,-7-63 0,0 0 0,0 0 0,-1 0 0,1 0 0,-1 0 0,0 0 0,0-1 0,0 1 0,-1 0 0,1-1 0,-1 1 0,0-1 0,0 1 0,0-1 0,-1 0 0,1 0 0,-1 0 0,1 0 0,-1 0 0,-5 3 0,-1-1 0,0 0 0,0-1 0,0 0 0,0 0 0,-1-1 0,1-1 0,-19 4 0,-23 0-620,-69 2 0,-74-9-5578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4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5 274 24575,'-5'56'0,"9"-8"0,1-1 0,3 0 0,22 74 0,60 131 0,-48-152 0,96 165 0,-126-246 0,0-1 0,0 0 0,2-1 0,16 17 0,-26-30 0,0-1 0,1 1 0,-1-1 0,1 1 0,0-1 0,-1-1 0,1 1 0,0-1 0,1 0 0,-1 0 0,0 0 0,1-1 0,-1 1 0,1-1 0,-1-1 0,1 1 0,-1-1 0,1 0 0,-1 0 0,1-1 0,6 0 0,-2-2 0,1-1 0,-1 0 0,0 0 0,0-1 0,0 0 0,0-1 0,-1 0 0,9-8 0,7-6 0,37-41 0,-8-2 0,-3-2 0,-3-3 0,58-106 0,92-236 0,-35-15-1365,-158 409-5461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5.1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 24575,'33'1'0,"37"6"0,8 1 0,101-2 0,1-7 0,272-37 0,-435 35 0,-15 2 0,0 1 0,0-1 0,1 1 0,-1 0 0,0-1 0,0 1 0,0 0 0,1 0 0,-1 1 0,0-1 0,5 1 0,-6 1 0,1-1 0,-1 0 0,0 1 0,0-1 0,1 1 0,-1-1 0,0 1 0,0-1 0,0 1 0,-1 0 0,1 0 0,0-1 0,0 1 0,-1 0 0,0 0 0,1 0 0,-1 3 0,12 58 40,-3 1 0,0 123 0,-23 127-1525,4-186-5341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5.3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85 24575,'0'0'0,"0"0"0,0 0 0,0 1 0,1 1 0,16 3 0,36 6 0,50 1 0,42-4 0,25-8 0,7-8 0,-8-9 0,-21-6 0,-27-3 0,-30 0 0,-30 3-8191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7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24575,'0'-2'0,"2"6"0,47 100 0,-21-46 0,-2 1 0,-3 1 0,20 80 0,-31-72 0,-3 1 0,-3 0 0,-3 0 0,-9 108 0,-54 276 0,41-334 0,-12 77-1365,26-165-5461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8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1 222 24575,'0'-1'0,"0"0"0,1-1 0,-1 1 0,0 0 0,1 0 0,-1-1 0,1 1 0,-1 0 0,1 0 0,0 0 0,0 0 0,-1 0 0,1 0 0,0 0 0,0 0 0,0 0 0,0 0 0,0 0 0,0 1 0,2-2 0,29-14 0,-24 13 0,149-55 0,242-56 0,-388 110 0,15 1 0,-25 3 0,0 0 0,0 1 0,0-1 0,0 1 0,0 0 0,0-1 0,-1 1 0,1 0 0,0-1 0,0 1 0,-1 0 0,1 0 0,0 0 0,-1-1 0,1 1 0,-1 0 0,1 0 0,-1 0 0,1 0 0,-1 0 0,0 0 0,1 0 0,-1 2 0,11 43 0,-2 0 0,5 64 0,-5 98 0,-8-182 0,-36 789 120,-67-5-1605,92-743-5341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9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1419 132 24575,'-8'-24'0,"7"21"0,0-1 0,0 0 0,0 0 0,-1 1 0,1-1 0,-1 1 0,0-1 0,0 1 0,0 0 0,-1 0 0,1 0 0,-4-3 0,-2-1 0,-1 1 0,0 0 0,0 0 0,0 1 0,-1 0 0,0 0 0,0 1 0,0 1 0,-1 0 0,1 0 0,-1 1 0,1 0 0,-16 0 0,-9 0 0,0 2 0,-69 9 0,30 4 0,0 2 0,1 4 0,-132 53 0,118-34 0,2 4 0,-133 89 0,185-109 0,2 2 0,0 0 0,1 3 0,-43 48 0,68-69 0,0-1 0,1 1 0,0 0 0,0 0 0,0 1 0,1-1 0,0 1 0,1 0 0,-1 0 0,1 0 0,0 0 0,1 0 0,0 0 0,-1 10 0,3-11 0,0 0 0,0-1 0,1 0 0,-1 1 0,1-1 0,0 0 0,1 0 0,-1 0 0,1 0 0,0 0 0,0-1 0,1 1 0,0-1 0,-1 0 0,1 0 0,0 0 0,1 0 0,-1-1 0,10 6 0,13 7 0,0 0 0,1-2 0,36 13 0,102 30 0,-165-57 0,296 86-258,-123-39-86,220 91 0,-368-127 344,0 1 0,-1 1 0,0 1 0,-1 2 0,-1 0 0,29 27 0,-45-36 0,0-1 0,-1 2 0,0-1 0,-1 1 0,1-1 0,-2 1 0,1 1 0,-1-1 0,0 1 0,-1 0 0,0 0 0,0 0 0,-1 0 0,0 0 0,-1 0 0,0 1 0,0-1 0,-1 1 0,0-1 0,-1 0 0,0 1 0,-3 13 0,-3-1 0,0 0 0,-1-1 0,-1 0 0,-1 0 0,0-1 0,-2 0 0,-26 33 0,4-12 0,-1-2 0,-55 47 0,29-34 154,-1-3 1,-3-3-1,-90 48 0,116-73-303,-1-2 0,-1-1 0,0-3-1,-1-1 1,-1-2 0,0-2 0,-61 7-1,-5-15-6518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9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2896 1 24575,'0'8'0,"0"0"0,0 0 0,-1 0 0,0 0 0,0 0 0,-1 0 0,0 0 0,0 0 0,-1-1 0,0 1 0,-6 10 0,6-11 0,-19 40 3,-2-1-1,-1-2 1,-41 53-1,-113 119-186,19-49-661,-336 270 0,-233 88-583,-109 9 668,603-389 30,140-86-2679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10.5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251 1707 24575,'0'2'0,"0"0"0,-1-1 0,1 1 0,-1 0 0,1 0 0,-1-1 0,1 1 0,-1 0 0,0-1 0,0 1 0,-2 2 0,-5 11 0,-151 389 0,140-344 0,3 0 0,3 1 0,2 0 0,-4 124 0,15-158 0,1-1 0,1 1 0,2-1 0,0 0 0,15 44 0,-16-60 0,1-1 0,1 1 0,-1-1 0,2 0 0,-1-1 0,1 1 0,12 12 0,-13-16 0,0-1 0,0 1 0,1-1 0,-1 0 0,1 0 0,0-1 0,1 0 0,-1 0 0,0 0 0,1-1 0,-1 0 0,11 2 0,-6-3 0,-1 0 0,1 0 0,0-1 0,0-1 0,0 0 0,-1 0 0,1-1 0,20-6 0,-7 0 0,-1-2 0,45-24 0,-15 1-1,-1-3 0,-1-2 0,-2-2 0,83-89 0,-58 45-338,119-179-1,-141 182 267,46-101 0,-78 136 75,-1 0 1,-2-1-1,20-95 1,-34 125-3,0 1 0,-2-1 0,0 0 0,0 0 0,-2 0 0,0 1 0,-4-19 0,4 30 0,0 0 0,0 0 0,-1 0 0,0 0 0,0 0 0,0 0 0,-1 1 0,1-1 0,-1 1 0,-1 0 0,1-1 0,0 1 0,-1 1 0,0-1 0,0 0 0,0 1 0,0 0 0,0 0 0,-1 0 0,0 1 0,1-1 0,-1 1 0,0 0 0,0 0 0,-7-1 0,0 1-1,-1 1 0,0 0 0,1 0 0,-1 2 0,0-1 0,1 2 1,-1 0-1,0 0 0,1 1 0,0 0 0,-15 7 0,-1 2 38,0 1 0,0 1 0,-39 27-1,41-22 119,0 1 0,2 1-1,-25 26 1,36-33-146,1 1 1,0 0-1,1 0 0,1 1 1,1 1-1,-12 26 0,18-36-9,1-1 0,0 1 0,0 0 0,0-1 0,1 1 0,0 0 0,0 0 0,1 0 0,0 0 0,0 0 0,1 0 0,0 0 0,3 11 0,-3-14 0,1 0 0,0 0 0,0-1 0,0 1 0,0 0 0,1-1 0,0 0 0,-1 1 0,1-1 0,0 0 0,1-1 0,-1 1 0,0 0 0,1-1 0,0 0 0,-1 0 0,1 0 0,0 0 0,0-1 0,0 1 0,0-1 0,0 0 0,8 1 0,2 0 0,0-1 0,0-1 0,0 0 0,0 0 0,0-1 0,0-1 0,25-7 0,-2-1 0,68-31 0,-22 0-136,-1-4 0,-3-3 0,-1-4 0,90-78-1,257-278-988,-235 199 976,-9-7 0,243-383 0,-351 472 149,-68 121 0,-5 15 0,-26 134 1023,12-80-577,-410 1794-2944,168-928 1969,203-777 396,-7-2 1,-6-3-1,-165 267 1,175-332 30,-114 125-1,125-160 294,-2-2 0,-2-2 0,-83 56 0,131-98-199,-24 15 446,-52 26 1,70-39-320,0 0 0,0 0 0,0-1 1,0 0-1,0 0 0,-1-1 0,1 0 0,-1 0 0,1-1 1,-1 0-1,1 0 0,-15-3 0,18 2-74,1 0-1,-1-1 1,1 1-1,-1-1 1,1 0 0,-1 0-1,1 0 1,0 0-1,0-1 1,0 1 0,1-1-1,-1 1 1,0-1-1,1 0 1,0 0-1,0-1 1,0 1 0,0 0-1,0-1 1,0 1-1,1-1 1,0 1-1,0-1 1,-2-7 0,1-4-13,1 1 0,0-1 1,0 0-1,2 0 1,2-21-1,5-18-13,2 1 0,3 0 0,30-80 1,82-152-300,6 21-1859,3 11-3655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11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683 1 24575,'4'203'0,"-7"187"0,-26-149-282,-9-2 1,-115 385-1,60-354 282,89-261 0,0 2 0,0-1 0,-1 1 0,0 0 0,-1-1 0,-11 15 0,16-24 0,0 0 0,0 0 0,0 0 0,0 0 0,-1 0 0,1 0 0,0 0 0,0-1 0,0 1 0,-1 0 0,1-1 0,0 1 0,-1-1 0,1 1 0,0-1 0,-1 0 0,1 0 0,-1 1 0,1-1 0,-3-1 0,1 1 0,1-1 0,-1 0 0,1 0 0,0-1 0,-1 1 0,1 0 0,0-1 0,0 1 0,0-1 0,0 0 0,1 0 0,-1 0 0,0 0 0,1 0 0,-1 0 0,0-2 0,-14-21 95,1-1-1,2 0 1,-13-33 0,-26-93 411,37 105-546,-105-339 40,119 384 0,1 0 0,-1 0 0,0 1 0,1-1 0,-1-1 0,1 1 0,0 0 0,-1 0 0,1 0 0,0 0 0,0 0 0,1-3 0,0 3 0,0 0 0,0 1 0,1-1 0,-1 0 0,1 1 0,-1-1 0,1 1 0,0-1 0,-1 1 0,1 0 0,0-1 0,0 1 0,2-1 0,96-49 0,202-75 0,-254 108 0,-35 13 0,66-25 0,0 3 0,138-28 0,-189 50 0,1 2 0,0 2 0,0 0 0,48 6 0,-58-2 0,1 1 0,-1 1 0,0 0 0,0 2 0,0 0 0,-1 1 0,30 18 0,-23-9 0,-1 2 0,-1 0 0,-1 1 0,-1 2 0,0 0 0,-2 1 0,-1 1 0,0 1 0,-2 0 0,-1 1 0,12 29 0,13 39 0,50 183 0,-84-258 0,-5-15 0,0-1 0,0 1 0,0-1 0,0 1 0,1-1 0,-1 0 0,1 0 0,0 1 0,0-1 0,4 4 0,-5-6 0,-1-1 0,1 0 0,-1 1 0,1-1 0,0 0 0,-1 1 0,1-1 0,0 0 0,-1 0 0,1 0 0,0 0 0,-1 0 0,1 1 0,0-1 0,-1 0 0,1 0 0,0-1 0,-1 1 0,1 0 0,0 0 0,-1 0 0,2-1 0,0 0 0,0 0 0,0 0 0,1-1 0,-1 1 0,0-1 0,-1 1 0,1-1 0,0 0 0,1-2 0,14-17 0,-1-1 0,-1 0 0,22-47 0,29-83 0,-54 120 0,80-220 0,-91 251 0,-1 0 0,0 1 0,1-1 0,-1 0 0,0 0 0,1 0 0,0 0 0,-1 0 0,1 0 0,-1 1 0,1-1 0,0 0 0,-1 1 0,1-1 0,0 0 0,0 1 0,0-1 0,0 1 0,-1-1 0,1 1 0,0-1 0,0 1 0,0 0 0,0-1 0,0 1 0,0 0 0,0 0 0,0 0 0,0 0 0,0 0 0,0 0 0,0 0 0,0 0 0,0 0 0,0 0 0,0 1 0,0-1 0,0 0 0,0 1 0,0-1 0,0 0 0,-1 1 0,1-1 0,0 1 0,1 0 0,5 5 0,0-1 0,-1 1 0,1 0 0,7 9 0,-7-7 0,23 23 0,1-1 0,38 28 0,-54-48 0,0 0 0,0-1 0,1 0 0,0-2 0,0 0 0,1 0 0,0-2 0,18 4 0,6-4 0,0-1 0,1-3 0,-1-1 0,1-2 0,73-12 0,-105 12 0,0 1 0,0 0 0,0 0 0,-1 1 0,1 1 0,0 0 0,0 0 0,0 1 0,0 0 0,-1 0 0,1 1 0,-1 1 0,0-1 0,0 2 0,0-1 0,0 1 0,-1 1 0,0-1 0,0 1 0,0 1 0,10 11 0,12 15 0,42 60 0,-56-68 0,2-1 0,0-1 0,1-1 0,1-1 0,1 0 0,37 26 0,-51-42 0,1-1 0,0 0 0,0 0 0,0-1 0,0 0 0,0 0 0,1-1 0,-1 0 0,1 0 0,-1-1 0,1 0 0,0-1 0,-1 0 0,1 0 0,0-1 0,-1 0 0,9-3 0,-4 1 0,-1-1 0,-1-1 0,1 0 0,-1-1 0,1 0 0,-2-1 0,1 0 0,-1 0 0,0-1 0,0-1 0,9-10 0,-1-2 0,-2 0 0,0-1 0,-1-1 0,-1 0 0,-1-1 0,-1 0 0,-2-1 0,13-41 0,-15 38 0,-2 0 0,0 0 0,-2-1 0,-1 0 0,-1 0 0,-2 1 0,-6-57 0,5 76 0,-1 0 0,0 0 0,-1 0 0,0 0 0,0 0 0,-1 0 0,0 1 0,-9-14 0,11 18 0,-1 1 0,0 0 0,0-1 0,0 1 0,-1 1 0,1-1 0,-1 0 0,1 1 0,-1-1 0,0 1 0,0 0 0,0 1 0,0-1 0,0 1 0,0-1 0,-1 1 0,1 0 0,0 1 0,-1-1 0,-4 1 0,-2 1 0,0 0 0,1 0 0,-1 2 0,0-1 0,1 1 0,0 1 0,-1 0 0,1 0 0,1 1 0,-1 0 0,1 1 0,0 0 0,-16 14 0,3-1 0,2 0 0,0 2 0,2 0 0,-20 29 0,23-28 0,2-1 0,0 2 0,1-1 0,1 2 0,-11 37 0,20-53 0,0 1 0,0-1 0,1 0 0,0 1 0,1-1 0,0 0 0,0 1 0,1-1 0,2 11 0,-2-14 0,0 0 0,1 0 0,0-1 0,0 1 0,1-1 0,-1 1 0,1-1 0,0 0 0,0 1 0,0-2 0,1 1 0,-1 0 0,1-1 0,0 1 0,0-1 0,7 4 0,1-1 0,2 0 0,-1 0 0,1-1 0,0-1 0,0 0 0,0-1 0,0-1 0,1 0 0,-1-1 0,1-1 0,20-1 0,23-4 0,83-18 0,-134 22 0,119-25 0,125-22 0,-182 38 0,117-1 0,31 27 0,-155-8 0,1-3 0,0-3 0,79-7 0,-122 2 0,-1-1 0,1-1 0,-1 0 0,0-2 0,0 0 0,-1-1 0,0-1 0,0 0 0,-1-2 0,-1 0 0,20-16 0,-18 10 0,0 0 0,-2 0 0,0-2 0,-1 0 0,-1 0 0,-1-2 0,0 0 0,18-43 0,-31 62 0,0 1 0,1-1 0,-1 0 0,1 1 0,0-1 0,-1 1 0,1-1 0,0 1 0,0-1 0,0 1 0,0 0 0,0 0 0,0-1 0,0 1 0,0 0 0,1 0 0,-1 0 0,0 0 0,1 0 0,-1 0 0,1 0 0,-1 1 0,1-1 0,-1 1 0,3-2 0,0 3 0,0 0 0,0 0 0,0 1 0,0-1 0,0 1 0,0 0 0,-1 0 0,1 0 0,-1 0 0,6 5 0,43 33 0,94 91 0,36 64 0,-154-164 0,124 140-1365,-96-107-5461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11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1343 0 24575,'0'0'0,"0"2"0,-5 7 0,-14 22 0,-28 43 0,-36 45 0,-40 43 0,-39 32 0,-39 23-1413,-30 10 1413,-21 2 0,32-40-6778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13.4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1 437 24575,'5'0'0,"0"-1"0,0 0 0,0 0 0,0 0 0,0-1 0,0 1 0,9-6 0,13-4 0,1018-333 0,-1028 340 0,47-15 0,1 2 0,77-8 0,-128 24 0,-1 0 0,1 1 0,0 0 0,-1 1 0,1 1 0,-1 0 0,0 1 0,21 7 0,-24-6 0,0 0 0,0 1 0,-1 1 0,0 0 0,0 0 0,0 1 0,-1 0 0,0 0 0,0 1 0,12 16 0,-4-1 0,-1 1 0,-1 1 0,-1 0 0,-1 1 0,-2 0 0,-1 1 0,0 0 0,5 35 0,0 21 0,4 128 0,-26 459-335,6 99-74,21-596 409,46 196 0,71 160 0,-132-514 0,0-4 0,0 1 0,-1 0 0,-1 0 0,0 0 0,0 0 0,-1 24 0,-2-34 0,1 1 0,-1-1 0,1 1 0,-1-1 0,0 0 0,0 1 0,0-1 0,0 0 0,0 0 0,-1 0 0,1 0 0,0 0 0,-1 0 0,0 0 0,1-1 0,-4 3 0,2-2 0,-1 0 0,0 0 0,0 0 0,0 0 0,0-1 0,0 1 0,0-1 0,-1 0 0,1-1 0,0 1 0,-1-1 0,-4 0 0,-22-1 0,0-1 0,-46-9 0,-142-38 0,-74-30-273,-458-139-2058,382 108-2512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18.9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75 709 24575,'-33'-14'0,"15"9"0,-5-3 0,23 5 0,15 1 0,40-3 0,0-3 0,-1-2 0,96-31 0,-51 6 0,101-52 0,8-27 0,-172 91 0,-1-1 0,-1-2 0,45-47 0,-69 64 0,-2-1 0,1 0 0,-1-1 0,-1 0 0,0 0 0,6-15 0,-11 23 0,-1 0 0,1 0 0,-1 0 0,0 0 0,0-1 0,-1 1 0,1 0 0,-1-1 0,0 1 0,1-1 0,-2 1 0,1 0 0,0-1 0,-1 1 0,1-1 0,-1 1 0,0 0 0,0 0 0,0-1 0,-1 1 0,1 0 0,-1 0 0,0 0 0,1 0 0,-1 1 0,-1-1 0,1 0 0,-3-2 0,-2-1 0,-1 1 0,0 0 0,0 0 0,0 1 0,0 0 0,-1 1 0,1-1 0,-1 2 0,0-1 0,0 1 0,0 1 0,-18-2 0,9 2 0,0 1 0,0 1 0,0 0 0,0 1 0,-31 8 0,35-5 0,-1-1 0,1 2 0,0 0 0,1 0 0,-1 2 0,2-1 0,-1 2 0,1 0 0,0 0 0,0 1 0,1 0 0,-14 18 0,13-12 0,1 2 0,0-1 0,1 1 0,0 0 0,2 1 0,0 0 0,2 1 0,-7 27 0,6-7 0,1 1 0,2 0 0,2 0 0,2 0 0,2 0 0,1 0 0,2 0 0,18 67 0,-10-61 0,2 0 0,40 80 0,-40-98 0,0-2 0,3 0 0,0-1 0,1 0 0,33 31 0,-42-47 0,-1-2 0,2 1 0,0-2 0,0 1 0,0-1 0,1-1 0,-1 0 0,2-1 0,-1 0 0,0-1 0,1 0 0,0-1 0,21 3 0,-16-5 0,1-1 0,0 0 0,0-1 0,-1-1 0,1-1 0,-1-1 0,1-1 0,33-12 0,-13-1-170,-2-2-1,0-1 0,-1-1 1,-1-2-1,-1-2 0,-2-1 1,55-59-1,6-17-6655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19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0 687 24575,'0'0'0,"5"5"0,238 311 0,-104-132 0,-126-167 0,-2-1 0,2 0 0,-1-1 0,30 25 0,-39-37 0,-1-1 0,2 1 0,-1-1 0,0 0 0,0 0 0,1 0 0,-1-1 0,1 1 0,0-1 0,-1 0 0,1 0 0,0 0 0,0 0 0,-1-1 0,1 1 0,0-1 0,0 0 0,0 0 0,0-1 0,0 1 0,0-1 0,-1 0 0,1 0 0,0 0 0,-1 0 0,5-2 0,5-6 0,-1-1 0,0 0 0,0 0 0,-1-1 0,0-1 0,-1 0 0,0-1 0,15-26 0,34-56 0,70-152 0,26-117 0,-132 308 0,-19 48 0,153-394 0,-156 399-119,3-6 371,-4 9-277,0 0 0,0 0 0,0 0 0,0 0 0,0 0 0,0 0 0,0 0 0,0-1 0,0 1 0,0 0 0,1 0 0,-1 0 0,0 0 0,0 0 0,0 0 0,0 0 0,0 0 1,0 0-1,0 0 0,0 0 0,0 0 0,1 0 0,-1 0 0,0 0 0,0 0 0,0 0 0,0 0 0,0 0 0,0 0 0,0 0 0,0 0 0,1 0 0,-1 0 0,0 0 0,0 0 0,0 0 0,0 0 0,0 0 0,0 0 0,0 0 0,0 0 0,0 0 0,0 0 0,1 0 0,-1 1 1,0-1-1,0 0 0,0 0 0,0 0 0,0 0 0,0 0 0,0 0 0,0 0 0,0 0 0,0 0 0,0 1 0,0-1 0,0 0 0,0 0 0,4 9-6801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19.5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 0 24575,'0'0'0,"0"1"0,0 0 0,0 0 0,0 5 0,0 9 0,0 18 0,-1 26 0,-3 27 0,-2 20 0,-4 13 0,-4 8 0,-4 1 0,-1-3 0,-1-8 0,1-13 0,1-14 0,5-23-8191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0.1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1 587 24575,'11'5'0,"9"2"0,0-1 0,1 0 0,-1-2 0,31 3 0,87-2 0,-105-5 0,531-37 27,0-48-982,-501 75 673,377-63 67,1084-157 188,-289 118-18,-588 58-228,-427 32-797,-197 18-4281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1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1 403 24575,'0'-1'0,"0"-1"0,1 0 0,-1 1 0,1-1 0,-1 1 0,1-1 0,0 1 0,0-1 0,0 1 0,0-1 0,0 1 0,0 0 0,0-1 0,0 1 0,0 0 0,2-1 0,24-19 0,-22 18 0,33-21 0,1 2 0,60-25 0,91-25 0,-140 54 0,355-121 0,-388 130 0,-17 8 0,1 1 0,-1 0 0,0 0 0,0-1 0,0 1 0,0 0 0,0 0 0,-1-1 0,1 1 0,0 0 0,0 0 0,0-1 0,0 1 0,0 0 0,0 0 0,0-1 0,0 1 0,0 0 0,-1 0 0,1-1 0,0 1 0,0 0 0,0 0 0,-1 0 0,1 0 0,0-1 0,0 1 0,0 0 0,-1 0 0,1 0 0,0 0 0,0 0 0,-1 0 0,1 0 0,0-1 0,0 1 0,-1 0 0,-39-8 0,-16 3 0,0 3 0,0 3 0,0 2 0,0 2 0,1 3 0,-1 2 0,2 2 0,0 3 0,-57 24 0,105-37 0,-15 7 0,1 0 0,0 2 0,0 0 0,-20 15 0,36-23 0,1-1 0,-1 1 0,1 0 0,-1 0 0,1 1 0,0-1 0,1 1 0,-1-1 0,0 1 0,1 0 0,0 0 0,0 0 0,0 0 0,0 0 0,1 1 0,0-1 0,0 0 0,0 1 0,0-1 0,1 1 0,-1-1 0,1 1 0,0-1 0,1 1 0,-1-1 0,1 1 0,1 5 0,1-1 0,0-1 0,1 1 0,0-1 0,0 1 0,1-1 0,0-1 0,1 1 0,0-1 0,0 0 0,11 10 0,-6-7 0,1-1 0,0-1 0,1 0 0,0 0 0,27 10 0,2-4 0,1-1 0,0-2 0,61 6 0,-82-13 0,55 8 0,147 4 0,-208-22-1365,-10 3-5461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2.7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1260 24575,'29'-1'0,"0"-2"0,1-1 0,-1-1 0,-1-1 0,1-2 0,27-12 0,9-6 0,83-47 0,-92 40 0,-1-1 0,-1-3 0,-2-3 0,-2-1 0,87-95 0,-111 106 0,-1-1 0,-1-2 0,-2 0 0,-1-1 0,-1-2 0,-2 0 0,-2 0 0,-2-2 0,-1 0 0,15-73 0,-26 95 0,0 1 0,-1 0 0,0-1 0,-2 1 0,0 0 0,0-1 0,-2 1 0,0 0 0,-8-25 0,8 31 0,-1 0 0,0 1 0,-1-1 0,0 1 0,0 0 0,-1 1 0,0-1 0,0 1 0,-1 0 0,0 0 0,0 1 0,0 0 0,-1 0 0,0 1 0,0 0 0,-14-6 0,4 4 0,1 1 0,-1 1 0,0 1 0,0 0 0,-1 1 0,1 1 0,0 1 0,-1 1 0,0 0 0,1 1 0,0 1 0,-1 1 0,1 1 0,0 0 0,0 1 0,1 1 0,-1 1 0,1 1 0,1 0 0,0 1 0,0 0 0,0 2 0,1 0 0,1 0 0,0 1 0,1 1 0,0 1 0,-16 21 0,11-6 0,2 1 0,0 0 0,2 1 0,2 1 0,0 0 0,3 1 0,0 0 0,2 1 0,2 0 0,1 0 0,2 0 0,3 64 0,3-40 0,3 0 0,3-1 0,2 1 0,3-2 0,2 0 0,42 93 0,-37-103 0,2 0 0,2-1 0,1-2 0,45 53 0,-57-79 0,0 0 0,2-1 0,0 0 0,0-2 0,1 0 0,1-1 0,1 0 0,0-2 0,0 0 0,1-2 0,0 0 0,27 7 0,-19-11 0,0 0 0,1-3 0,-1 0 0,1-2 0,0-1 0,-1-1 0,1-2 0,-1 0 0,0-3 0,-1 0 0,43-17 0,-4-3 0,-1-4 0,-2-2 0,93-63 0,-83 44-682,123-111-1,-151 117-6143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4.3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205 189 24575,'91'-44'0,"168"-56"0,-176 70 0,-83 30 0,0 0 0,0 0 0,0 0 0,0 0 0,0 0 0,0 0 0,-1 0 0,1 0 0,0 0 0,0 0 0,0 0 0,0 0 0,0 0 0,0 0 0,0 0 0,0 0 0,0 0 0,-1 0 0,1 0 0,0 0 0,0 0 0,0 0 0,0 0 0,0 0 0,0 0 0,0 0 0,0 0 0,0 0 0,0 0 0,0-1 0,-1 1 0,1 0 0,0 0 0,0 0 0,0 0 0,0 0 0,0 0 0,0 0 0,0 0 0,0 0 0,0 0 0,0-1 0,0 1 0,0 0 0,0 0 0,0 0 0,0 0 0,0 0 0,0 0 0,0 0 0,0 0 0,0-1 0,0 1 0,0 0 0,0 0 0,0 0 0,0 0 0,0 0 0,0 0 0,0 0 0,1 0 0,-1 0 0,-18-5 0,-21 0 0,-15 4 0,-93 9 0,126-5 0,0 0 0,0 2 0,0 0 0,0 1 0,1 1 0,0 1 0,-27 15 0,34-13 0,0 0 0,0 0 0,1 1 0,0 1 0,1 0 0,0 0 0,1 1 0,0 1 0,-14 27 0,15-23 0,0 1 0,1 0 0,1 0 0,1 1 0,1 0 0,0 0 0,-2 31 0,7-42 0,-1 0 0,2 0 0,-1 0 0,1 0 0,0-1 0,1 1 0,0 0 0,1-1 0,-1 1 0,2-1 0,-1 0 0,1 0 0,0 0 0,1 0 0,0-1 0,0 0 0,1 0 0,0 0 0,0-1 0,0 1 0,1-1 0,0-1 0,0 0 0,0 0 0,1 0 0,9 4 0,12 4 0,1-1 0,-1-2 0,2 0 0,0-3 0,0 0 0,32 2 0,-62-9 0,0 0 0,0 1 0,0-1 0,0 0 0,-1 1 0,1-1 0,0 1 0,0-1 0,0 1 0,0-1 0,-1 1 0,1 0 0,0-1 0,-1 1 0,1 0 0,0 0 0,-1-1 0,1 1 0,-1 0 0,1 0 0,-1 0 0,0 0 0,1 0 0,-1 0 0,0 0 0,1-1 0,-1 1 0,0 0 0,0 0 0,0 0 0,0 0 0,0 0 0,0 0 0,0 0 0,0 0 0,-1 0 0,1 1 0,-12 40 0,11-38 0,-57 130 0,57-133 0,1 0 0,-1 0 0,1 0 0,-1 1 0,1-1 0,0 0 0,-1 0 0,1 0 0,0 0 0,0 0 0,0 1 0,0-1 0,0 0 0,0 0 0,0 0 0,1 1 0,-1-1 0,0 0 0,0 0 0,1 0 0,-1 0 0,1 0 0,-1 0 0,1 0 0,1 2 0,-1-2 0,1 0 0,-1 0 0,1 0 0,0 0 0,0 0 0,-1 0 0,1 0 0,0-1 0,0 1 0,0-1 0,0 1 0,0-1 0,4 1 0,5-1 0,1 0 0,0-1 0,0-1 0,12-2 0,13-5-682,53-21-1,-29 6-6143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6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0 423 24575,'12'-25'0,"-8"26"0,0 0 0,1 0 0,-1 1 0,0 0 0,0 0 0,0 0 0,0 0 0,0 0 0,0 1 0,-1 0 0,1 0 0,4 5 0,0-1 0,46 43 0,-2 2 0,77 102 0,35 36 0,-158-183 0,0-1 0,0-1 0,1 1 0,0-1 0,0 0 0,0-1 0,1 1 0,-1-1 0,1-1 0,0 0 0,0 0 0,12 2 0,-14-4 0,0 0 0,0-1 0,0 0 0,0-1 0,0 1 0,0-1 0,0 0 0,0-1 0,0 1 0,0-1 0,0 0 0,-1-1 0,1 0 0,-1 1 0,0-2 0,0 1 0,0 0 0,6-6 0,7-8 0,-2 0 0,1-1 0,-2 0 0,-1-1 0,0-1 0,-1-1 0,-1 0 0,9-24 0,4-15 0,31-111 0,-8-52 0,-43 184 0,-1-1 0,-2 1 0,-6-71 0,4 109-74,-4-20 278,4 21-232,0-1 0,1 1 1,-1 0-1,0-1 0,0 1 1,0 0-1,0 0 0,0-1 0,0 1 1,0 0-1,-1 0 0,1-1 1,0 1-1,0 0 0,0 0 1,0-1-1,0 1 0,0 0 1,0 0-1,0-1 0,-1 1 1,1 0-1,0 0 0,0 0 1,0-1-1,-1 1 0,1 0 1,0 0-1,0 0 0,0 0 1,-1 0-1,1-1 0,0 1 1,0 0-1,-1 0 0,1 0 0,0 0 1,0 0-1,-1 0 0,1 0 1,0 0-1,0 0 0,-1 0 1,1 0-1,0 0 0,0 0 1,-1 0-1,1 0 0,0 0 1,-1 0-1,1 0 0,0 0 1,-1 1-1,-5 6-6798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6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24575,'0'0'0,"0"1"0,0 0 0,0-1 0,0 1 0,1 3 0,1 5 0,3 9 0,2 13 0,2 17 0,0 18 0,-3 11 0,-3 9 0,-3 2 0,-3-3 0,-3-5 0,0-18-8191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7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96 24575,'0'0'0,"0"0"0,0 0 0,0 0 0,0 0 0,0 0 0,0 0 0,0 1 0,0-1 0,0 0 0,0 0 0,0 0 0,0 0 0,0 0 0,0 0 0,0 0 0,1 0 0,-1 0 0,0 0 0,0 0 0,0 0 0,0 0 0,0 1 0,0-1 0,0 0 0,-1 0 0,1 0 0,0 0 0,0 0 0,0 0 0,0 0 0,0 0 0,0 0 0,0 0 0,0 0 0,0 0 0,0 0 0,0 0 0,0 1 0,0-1 0,0 0 0,0 0 0,0 0 0,0 0 0,0 0 0,0 0 0,0 0 0,0 0 0,-1 0 0,1 0 0,0 0 0,0 0 0,0 0 0,0 0 0,0 0 0,12 2 0,19 0 0,23-4-227,-1-3-1,0-1 1,-1-3-1,1-2 1,98-36-1,-92 25-6598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7.3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0 24575,'0'0'0,"0"2"0,0-1 0,-1 11 0,-1 17 0,-1 21 0,0 18 0,3 14 0,3 7 0,4 1 0,3 0 0,8-7 0,0-16-8191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7.7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94 464 24575,'15'-4'0,"0"0"0,0-1 0,0-1 0,-1 0 0,0-1 0,0 0 0,15-12 0,-15 9 0,0-1 0,-1 0 0,0-1 0,0 0 0,-1-1 0,-1 0 0,0-1 0,16-29 0,-21 33 0,-1-1 0,0 1 0,-1-1 0,0 0 0,0-1 0,-2 1 0,1 0 0,-1-1 0,-1 0 0,0 1 0,-1-1 0,0 0 0,-1 1 0,-2-16 0,2 23 0,0 0 0,0-1 0,0 1 0,-1 0 0,1 0 0,-1 0 0,0 1 0,0-1 0,0 0 0,-1 1 0,1-1 0,-1 1 0,0 0 0,0 0 0,0 0 0,0 0 0,-1 0 0,1 1 0,-1 0 0,-4-3 0,3 3 0,0 1 0,0-1 0,0 1 0,0 0 0,0 1 0,-1-1 0,1 1 0,0 0 0,0 0 0,0 0 0,0 1 0,-1 0 0,1 0 0,0 0 0,0 1 0,-7 3 0,-2 2 0,-1 0 0,1 2 0,1 0 0,-1 0 0,2 1 0,-1 1 0,1 0 0,1 0 0,0 2 0,1-1 0,0 1 0,1 1 0,0-1 0,1 2 0,1-1 0,-8 22 0,6-14 0,2 1 0,0-1 0,2 1 0,0 0 0,2 0 0,1 1 0,0-1 0,2 1 0,1-1 0,6 43 0,-4-50 0,1-1 0,1 0 0,0-1 0,1 1 0,1-1 0,0 0 0,0-1 0,2 0 0,0 0 0,0-1 0,1 0 0,0 0 0,1-1 0,22 17 0,-24-22 0,0 1 0,1-1 0,0-1 0,0 0 0,1 0 0,0-1 0,-1 0 0,1-1 0,0 0 0,1-1 0,-1 0 0,0-1 0,1 0 0,-1-1 0,0 0 0,1-1 0,-1 0 0,0-1 0,1 0 0,17-7 0,-20 6-105,-1-1 0,0 0 0,1 0 0,-2-1 0,1 0 0,0-1 0,-1 0 0,0 0 0,-1 0 0,1-1 0,-1 0 0,8-12 0,20-37-6721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8.1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1 191 24575,'0'0'0,"2"10"0,13 52 0,3-1 0,2 0 0,4-2 0,2 0 0,2-2 0,43 65 0,-65-112 0,1-1 0,0 0 0,0 0 0,1-1 0,11 11 0,-17-17 0,0-1 0,0 1 0,1-1 0,-1 1 0,1-1 0,-1 0 0,1 0 0,-1 0 0,1 0 0,0 0 0,-1-1 0,1 1 0,0-1 0,0 0 0,-1 1 0,1-1 0,0-1 0,0 1 0,-1 0 0,1-1 0,0 1 0,-1-1 0,1 0 0,0 0 0,-1 0 0,1 0 0,3-2 0,1-2 0,0 0 0,0-1 0,-1 1 0,0-2 0,0 1 0,0 0 0,6-10 0,33-58 0,-20 22 0,-2-2 0,-3-1 0,-1 0 0,-3-1 0,-3-1 0,-2-1 0,5-87 0,-16 143-30,1-6-137,-1 0 0,0 0 0,0 0 0,0-1 1,-1 1-1,0 0 0,-5-14 0,2 13-6659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8.3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24575,'32'-5'0,"-2"1"0,-6 0 0,-1 1 0,1 1 0,48 2 0,-66 1 0,1 0 0,-1 0 0,0 0 0,1 1 0,-1 0 0,0 0 0,0 1 0,0-1 0,0 1 0,-1 1 0,1-1 0,-1 1 0,0 0 0,0 0 0,0 1 0,-1-1 0,1 1 0,-1 0 0,6 9 0,-3-2 0,-1 1 0,0 0 0,-1 0 0,0 0 0,-1 1 0,4 26 0,-4-8 0,0 63 0,-4-94 2,0 1 0,0-1 0,0 1 0,1-1 0,-1 1 0,0-1 1,0 0-1,1 1 0,-1-1 0,1 1 0,-1-1 0,1 0 0,0 1 0,0-1 0,0 0 0,-1 0 0,1 1 0,0-1 0,0 0 0,0 0 0,1 0 0,-1 0 0,0 0 0,0-1 0,0 1 0,1 0 0,-1 0 0,1-1 0,-1 1 0,0-1 0,1 1 0,-1-1 1,1 0-1,-1 1 0,1-1 0,-1 0 0,1 0 0,-1 0 0,1 0 0,-1 0 0,2-1 0,9 0-167,0-1 1,0-1-1,-1 1 1,14-6-1,-14 4-463,38-12-6198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8.6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0 221 24575,'28'-2'0,"0"-2"0,-1 0 0,1-2 0,49-17 0,-55 16 0,75-27-682,161-80-1,-206 88-6143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8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 24575,'0'0'0,"0"1"0,0 0 0,-1 8 0,-1 12 0,-2 17 0,2 19 0,1 19 0,4 13 0,4 6 0,5-1 0,4-7 0,4-8 0,-2-18-8191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9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1 419 24575,'4'1'0,"0"1"0,0-1 0,0 0 0,0 0 0,0 0 0,1 0 0,-1-1 0,0 1 0,1-1 0,-1 0 0,0-1 0,7 0 0,2-2 0,-1 0 0,25-9 0,-22 5 0,1-1 0,-1 0 0,-1-1 0,0-1 0,0 0 0,-1-1 0,0-1 0,-1 0 0,0-1 0,-1 0 0,0 0 0,-1-1 0,-1-1 0,0 0 0,-1 0 0,-1 0 0,0-1 0,-1 0 0,-1-1 0,0 1 0,-1-1 0,-1 0 0,1-18 0,-4 32 0,1 0 0,-1 0 0,0 0 0,0 0 0,0 0 0,-1 0 0,1 0 0,-1 0 0,0 0 0,0 0 0,0 0 0,0 0 0,0 0 0,0 1 0,-1-1 0,0 0 0,1 1 0,-1-1 0,0 1 0,0 0 0,-4-3 0,4 3 0,-1 1 0,0 0 0,0-1 0,0 1 0,0 1 0,-1-1 0,1 0 0,0 1 0,0 0 0,0 0 0,-1 0 0,1 0 0,0 0 0,0 0 0,0 1 0,0 0 0,-1-1 0,1 1 0,0 0 0,-4 3 0,-5 2 0,0 0 0,0 1 0,0 0 0,1 1 0,0 0 0,1 1 0,-1 1 0,2-1 0,-1 1 0,2 1 0,-1 0 0,2 0 0,-1 1 0,-10 23 0,7-12 0,2-1 0,1 2 0,0-1 0,2 1 0,1 0 0,1 1 0,-2 37 0,6-37 0,1-1 0,0 0 0,2 0 0,1 0 0,1 0 0,1 0 0,1-1 0,12 26 0,-14-38 0,0 1 0,1-1 0,1 1 0,0-2 0,0 1 0,1-1 0,1 0 0,-1-1 0,2 0 0,-1 0 0,1-1 0,0 0 0,1-1 0,0 0 0,0-1 0,24 10 0,-29-14 8,0 0-1,0-1 0,0 1 0,0-1 1,1-1-1,-1 1 0,1-1 1,-1 0-1,0 0 0,1-1 1,-1 0-1,0 0 0,12-4 1,-10 1-155,0 1 0,0-1 0,-1 0 1,0-1-1,0 0 0,0 0 0,-1-1 0,1 0 1,8-11-1,31-43-6679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29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1 246 24575,'24'16'0,"75"87"0,20 21 0,-99-106 0,0-1 0,1-1 0,0-1 0,34 17 0,-46-27 0,-1-1 0,1-1 0,1 0 0,-1 0 0,0 0 0,1-1 0,0-1 0,-1 0 0,1 0 0,0-1 0,-1 0 0,1 0 0,0-1 0,-1-1 0,19-4 0,-14 1 0,-1-1 0,0 0 0,0 0 0,0-2 0,-1 1 0,0-2 0,-1 0 0,0 0 0,0-1 0,10-11 0,7-12 0,-2-1 0,-1-1 0,-2-1 0,-1-1 0,-2-1 0,-2-1 0,-1-1 0,-2 0 0,-2-1 0,8-47 0,-16 53-1365,-5 23-5461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0.0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81 24575,'0'0'0,"0"0"0,0 0 0,0 0 0,15-7 0,7-4 0,78-33 0,-89 40 0,0 0 0,-1 1 0,1 1 0,0 0 0,1 0 0,-1 1 0,17 1 0,-23 0 0,0 1 0,0 0 0,-1 0 0,1 0 0,0 1 0,-1 0 0,1 0 0,-1 0 0,1 0 0,-1 0 0,0 1 0,0 0 0,6 6 0,-4-3 0,0 0 0,0 1 0,-1 0 0,0 0 0,-1 0 0,1 1 0,3 9 0,1 8 0,-1-1 0,-1 1 0,-1 0 0,3 32 0,-1 23-1365,-4-6-5461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0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24575,'1'0'0,"1"1"0,9-1 0,15 2 0,14-1 0,2 1-8191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0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87 24575,'0'0'0,"0"0"0,0-1 0,1 0 0,5-5 0,7-6 0,11-4 0,10-3 0,6 2 0,-2 3-8191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0.6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24575,'0'0'0,"2"0"0,0 0 0,0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0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 24575,'0'0'0,"0"0"0,0 0 0,0 0 0,-2 2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2.7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24575,'0'0'0,"3"1"0,9 1 0,17 4 0,21 7 0,3-1-8191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6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5219 124 24575,'-1'-2'0,"0"1"0,1-1 0,-2 0 0,1 1 0,0-1 0,0 1 0,0-1 0,-1 1 0,1-1 0,-1 1 0,1 0 0,-1 0 0,1 0 0,-5-2 0,-29-14 0,26 14 0,-32-13 0,0 2 0,-1 2 0,-1 1 0,0 3 0,-48-4 0,-223 4 0,-292 53 34,1 35-414,525-69 213,-752 147 55,719-126 114,2 5-1,1 4 1,2 5-1,2 5 1,-119 78-1,116-53-1,4 5 0,3 5 0,4 4 0,5 4 0,-135 174 0,115-113 0,8 4 0,6 5 0,-101 232 0,124-217-50,9 3-1,7 3 1,9 3-1,7 1 0,9 2 1,9 2-1,8 0 1,8 1-1,9 0 0,29 242 1,-6-276-14,7-1 0,7-1 0,7-2 1,6-2-1,90 191 0,-78-221 39,5-3 0,5-3 0,6-3 1,4-4-1,5-3 0,164 157 0,-124-152-108,6-6 0,4-6 0,5-6-1,3-6 1,4-6 0,194 76 0,-86-60-100,4-12 0,4-11 0,305 46 0,76-26-1828,1026 22 0,-1227-115 1409,563-67 0,-768 32 492,-3-11 0,-1-10-1,-3-10 1,225-95-1,-279 84 207,-3-8 0,-4-7 0,-3-8-1,157-122 1,-225 141 6,-4-5 1,133-148-1,-163 154-34,-3-4 0,-5-2 0,83-154-1,-93 137 31,-4-3 0,-4-1-1,-6-1 1,-3-2 0,22-156 0,-37 131 78,-5 0-1,-6-1 1,-6 1 0,-21-155 0,-4 114-11,-8 2-1,-7 2 1,-7 2-1,-8 2 1,-7 2-1,-7 4 1,-130-219-1,89 202-77,-7 4 0,-8 6 0,-7 6 0,-6 6 0,-317-269 0,274 281-33,-6 8-1,-6 9 1,-5 8 0,-5 9 0,-262-99 0,178 104-33,-5 12 0,-3 13 0,-3 13 1,-325-27-1,238 61 33,0 16 0,-693 64-1,147 100-297,752-105 717,2 7 0,2 9-1,-173 84 1,250-94-2591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7.2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3830 1748 24575,'11'-151'0,"0"5"0,-11 127 0,0 1 0,-2 0 0,0 0 0,-1 0 0,-7-21 0,7 29 0,0 1 0,-2-1 0,1 1 0,-1 0 0,0 1 0,-1-1 0,0 1 0,0 0 0,-1 0 0,0 1 0,-9-8 0,-4-1 0,-1 2 0,-1 0 0,0 0 0,-1 2 0,-32-12 0,-130-35 0,0 13-151,-249-30 0,-198 27-152,475 47 303,-1 6 0,1 7 0,1 7 0,1 6 0,-232 69 0,275-56-22,-60 15 145,166-50-87,1-1 0,-1 1 1,0-2-1,0 1 0,0-1 0,0 1 1,0-2-1,0 1 0,1-1 1,-1 0-1,0 0 0,-10-3 0,13 2-34,-1 0 0,1-1-1,-1 1 1,1-1 0,0 1-1,0-1 1,0 0 0,0 0-1,1 0 1,-1-1-1,1 1 1,0-1 0,0 1-1,0-1 1,0 0 0,1 0-1,0 0 1,-1 0 0,0-6-1,-2-19-1,0-1 0,2 1 0,1-1 0,2 0 0,0 0 0,8-33 0,14-83 0,7 2 0,7 2 0,69-178 0,-100 303 0,13-26 0,-620 925 0,567-825 0,4 2 0,2 1 0,2 2 0,-25 92 0,44-125 0,1 0 0,2 0 0,0 0 0,2 0 0,2 1 0,0-1 0,2 0 0,1 0 0,2 0 0,0 0 0,2 0 0,16 41 0,-7-35-97,1-1-1,2-1 1,2 0-1,1-2 1,1 0-1,1-1 1,2-2-1,1 0 1,1-2-1,2-1 1,0-1-1,1-2 0,59 31 1,-43-29-6729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7.8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1 105 24575,'2'8'0,"16"67"0,90 317 0,-84-320 0,3-2 0,4 0 0,50 85 0,-69-135 0,1-1 0,0 0 0,2 0 0,0-2 0,1 0 0,22 18 0,-33-31 0,1 1 0,0-1 0,-1-1 0,2 1 0,-1-1 0,0 0 0,1 0 0,-1-1 0,1 0 0,0 0 0,0 0 0,0-1 0,0 0 0,0-1 0,0 1 0,0-1 0,0-1 0,0 1 0,0-1 0,0 0 0,-1-1 0,1 0 0,0 0 0,10-5 0,-1-1 0,-2-1 0,1 0 0,-1-1 0,0-1 0,-1 0 0,20-23 0,-7 4 0,40-60 0,-65 88 0,0 1 0,0-1 0,0 0 0,0 0 0,1 0 0,-1 0 0,1 1 0,-1-1 0,1 1 0,0-1 0,0 1 0,-1 0 0,1 0 0,0 0 0,0 0 0,0 0 0,0 0 0,1 0 0,1 0 0,-1 1 0,0 1 0,0-1 0,-1 1 0,1 0 0,0 0 0,-1 0 0,1 0 0,-1 0 0,1 1 0,-1-1 0,1 1 0,-1-1 0,0 1 0,0 0 0,4 4 0,21 23 0,-1 1 0,-2 1 0,-1 1 0,33 61 0,-35-58 0,110 200 0,73 114 0,-198-340 0,4 6 0,0 0 0,1-1 0,22 22 0,-31-34 0,1 1 0,-1-1 0,1 1 0,0-1 0,0 0 0,0 0 0,0-1 0,0 1 0,0-1 0,1 1 0,-1-1 0,1 0 0,-1 0 0,0 0 0,1-1 0,0 1 0,-1-1 0,1 0 0,-1 0 0,1 0 0,-1-1 0,1 1 0,-1-1 0,7-2 0,-4 0 0,0 0 0,0-1 0,0 1 0,0-2 0,-1 1 0,0 0 0,0-1 0,0 0 0,-1 0 0,1-1 0,-1 1 0,3-8 0,8-12 0,18-46 0,-5-2-67,-3-2 0,-3-1 1,17-117-1,2-241-424,-39 51 491,-8 293 0,-3 1 0,-27-112 0,24 157-1239,1 18-4955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8.1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24575,'3'20'0,"67"351"0,26-4 0,-63-245 0,48 169 0,99 411 0,-162-596-455,-4 1 0,0 117 0,-14-17-6371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39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40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170 0 24575,'-1'19'0,"-1"0"0,-1 0 0,-1-1 0,-1 0 0,-8 22 0,2-4 0,-112 327 0,122-363 0,1 1 0,0 0 0,-1-1 0,1 1 0,-1-1 0,1 1 0,0 0 0,0-1 0,-1 1 0,1 0 0,0-1 0,0 1 0,0 0 0,0 0 0,0-1 0,0 1 0,0 0 0,0-1 0,0 1 0,0 0 0,0 0 0,0-1 0,1 1 0,-1 0 0,0-1 0,0 1 0,1 0 0,0 0 0,0-1 0,1 0 0,0-1 0,0 1 0,-1 0 0,1-1 0,0 1 0,-1-1 0,1 0 0,-1 1 0,1-1 0,-1 0 0,3-2 0,49-31 0,72-58 0,45-54 0,-167 143 0,45-40 0,-48 43 0,1-1 0,0 1 0,-1 0 0,1-1 0,0 1 0,-1 0 0,1 0 0,0 0 0,-1-1 0,1 1 0,0 0 0,-1 0 0,1 0 0,0 0 0,0 0 0,-1 0 0,1 0 0,0 0 0,-1 1 0,1-1 0,0 0 0,0 0 0,-1 1 0,1-1 0,-1 0 0,1 1 0,0-1 0,-1 0 0,1 1 0,-1-1 0,1 1 0,-1-1 0,1 1 0,-1 0 0,1-1 0,-1 1 0,1-1 0,-1 1 0,0 0 0,1-1 0,-1 1 0,0 0 0,0-1 0,0 1 0,1 0 0,-1-1 0,0 2 0,10 41 0,-9-42 0,4 43 0,-1 0 0,-2 0 0,-2 0 0,-7 44 0,-4 3 0,-24 87 0,5-64-44,-80 193 0,-80 87-1786,97-226-4443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41.8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0 937 24575,'22'337'0,"-12"-225"0,-5-59 0,13 128 0,-12-141 0,2-1 0,19 58 0,-24-87 0,0-1 0,1 1 0,1-1 0,-1 1 0,2-1 0,-1-1 0,1 1 0,1-1 0,-1 0 0,1 0 0,1-1 0,-1 0 0,1 0 0,0-1 0,1 0 0,0 0 0,0-1 0,0 0 0,0-1 0,1 0 0,13 4 0,3-2 0,1-1 0,-1-2 0,1 0 0,-1-2 0,1-1 0,0-1 0,0-1 0,29-7 0,1-2 0,0-4 0,92-35 0,-89 24 0,-1-2 0,-2-2 0,0-3 0,-2-2 0,-2-3 0,-2-2 0,86-87 0,-100 89 0,-3-3 0,-1-1 0,-2-1 0,-2-2 0,-2-1 0,-2 0 0,-2-3 0,-2 1 0,-2-2 0,12-55 0,-24 73 0,-2 0 0,-1-1 0,-1 0 0,-2 1 0,-2-1 0,0 0 0,-2 0 0,-2 1 0,-1 0 0,-2 0 0,0 0 0,-3 1 0,0 0 0,-2 1 0,-1 0 0,-1 1 0,-2 1 0,-1 1 0,-1 0 0,-1 1 0,-2 1 0,0 1 0,-2 1 0,0 1 0,-47-32 0,32 29 0,-2 1 0,-1 3 0,0 1 0,-2 1 0,0 3 0,-1 2 0,0 2 0,-1 1 0,-1 3 0,1 2 0,-1 2 0,0 2 0,-82 6 0,108 0 0,0 0 0,0 1 0,1 1 0,0 1 0,0 0 0,1 2 0,0 0 0,1 2 0,-1 0 0,2 0 0,0 2 0,0 0 0,2 1 0,-1 1 0,2 0 0,-24 32 0,14-12 0,0 1 0,3 1 0,1 1 0,2 1 0,2 0 0,1 1 0,-13 59 0,15-33-11,2 1-1,4 1 1,3-1 0,2 1-1,4 0 1,2-1-1,19 95 1,-2-62-115,4 0 0,4-2-1,5-1 1,57 113 0,-61-148 126,4-1 0,2-1 0,2-2 0,3-2 0,3-2 0,1-2 0,54 47 0,-67-72 0,1-1 0,1-2 0,2-1 0,0-1 0,50 20 0,-54-29 0,1-1 0,0-2 0,1-1 0,0-2 0,0-1 0,0-2 0,37 0 0,-27-5 0,0-2 0,-1-1 0,1-2 0,-1-3 0,74-24 0,-65 14 0,-1-2 0,-1-3 0,-1-2 0,56-39 0,-51 26 0,-2-2 0,-2-3 0,-1-1 0,-3-3 0,-2-2 0,-2-1 0,-2-3 0,44-77 0,-61 88-5,-2 0 0,-2-1 0,-2 0-1,-1-2 1,-3 0 0,-2-1 0,-2 0 0,-2 0-1,2-76 1,-9 84 60,-3-1-1,0 0 1,-3 1-1,-1 0 1,-2 1-1,-2-1 1,-2 2-1,-1 0 1,-1 0-1,-2 1 0,-43-64 1,26 53-36,-2 3-1,-2 0 1,-2 3 0,-1 1-1,-2 2 1,-61-41 0,36 35-22,-2 2 1,-1 3-1,-143-54 0,155 73 3,-1 2 0,0 3 0,-2 2 0,0 3 0,0 3 0,0 3 0,-1 2 0,1 3 0,-65 9 0,82-3 0,0 1 0,0 2 0,0 3 0,2 1 0,0 2 0,0 2 0,2 1 0,0 3 0,2 1 0,0 2 0,2 2 0,-66 61 0,82-67 0,1 1 0,1 1 0,1 1 0,1 1 0,1 0 0,1 1 0,2 1 0,0 0 0,2 1 0,1 0 0,1 1 0,2 0 0,1 0 0,1 0 0,1 1 0,2 0 0,1 0 0,1 0 0,2 0 0,1-1 0,1 1 0,1-1 0,2 0 0,16 45 0,-4-29 0,2 1-1,2-2 1,2-1-1,2-1 1,2-2-1,1 0 0,69 68 1,-39-51-249,3-3 0,3-3 0,139 84-1,-152-105 204,1-3-1,2-2 1,0-2-1,1-3 1,1-2-1,85 14 0,-110-27 36,0-1 0,1-2-1,-1-1 1,1-2-1,-1-1 1,1-2-1,-1-1 1,0-1 0,-1-2-1,1-2 1,-2 0-1,1-3 1,33-17-1,-34 12 16,-1-2 0,-1 0-1,-1-2 1,-1-1 0,-1-1-1,-1-2 1,-1 0 0,29-42-1,-29 32 104,-1-2 0,-2 0 0,-2-1 0,-1-1 0,-3 0 0,18-68 0,-23 63-3,-2-1 0,-2 0 1,-2 0-1,-2-1 0,-2 1 0,-6-51 1,0 58-108,0 0 0,-3 0 0,-1 0-1,-2 1 1,-2 1 0,-1 0 0,-25-44 0,27 59 3,0 1 0,-1 0 0,-26-27 0,35 42 0,-1 0 0,1 1 0,-1 0 0,0 0 0,0 1 0,0 0 0,-1 0 0,1 0 0,-1 1 0,0 0 0,0 0 0,0 0 0,-1 1 0,1 0 0,-15-1 0,-4 6-1365,3 0-5461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42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24575,'0'28'0,"-1"297"0,3 434 0,31-4 0,-22-590-1365,-9-140-5461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0 243 24575,'0'0'0,"2"70"0,4-1 0,20 103 0,50 125 0,24-4 0,-75-233 0,3-1 0,60 97 0,-81-147 0,-1 1 0,1-1 0,0 0 0,1-1 0,0 0 0,0 0 0,1 0 0,0-1 0,0-1 0,1 0 0,13 7 0,-16-10 0,0-1 0,0 0 0,0-1 0,0 0 0,0 0 0,0 0 0,1-1 0,-1 0 0,0-1 0,0 1 0,0-1 0,1-1 0,-1 1 0,0-1 0,-1-1 0,1 1 0,0-1 0,-1 0 0,8-5 0,9-6 0,0-1 0,-2 0 0,1-2 0,23-25 0,75-92 0,-33 18-200,130-226 1,28-150-201,-224 446 465,10-21-714,39-122 1,-66 173-5512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04.3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24575,'237'12'0,"-186"-6"0,-1 3 0,89 26 0,-113-26 0,0 1 0,-1 1 0,0 1 0,0 1 0,-2 2 0,33 25 0,-40-27 0,-2 1 0,0 0 0,0 1 0,-2 1 0,0 0 0,0 0 0,-2 1 0,0 1 0,15 36 0,-18-32 0,0 1 0,-1 0 0,-1 1 0,-2-1 0,2 27 0,-7 119 0,2-164 0,-1 1 0,1 0 0,0 1 0,0-1 0,1 0 0,0 0 0,0 0 0,0 0 0,5 11 0,-5-14 0,1 0 0,0 0 0,0 0 0,1 0 0,-1 0 0,0 0 0,1 0 0,0-1 0,0 0 0,-1 1 0,1-1 0,1 0 0,-1 0 0,0-1 0,0 1 0,6 1 0,9 2 0,1-1 0,-1 0 0,1-2 0,0 0 0,-1-1 0,1-1 0,0-1 0,28-5 0,25-4 49,136-38 0,62-43-1512,-77 18-5363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43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0 419 24575,'15'6'0,"7"2"0,1-1 0,46 7 0,-55-11 0,459 49-43,13-43-832,49-18-337,570-85 1,-1066 89 1261,184-34 713,-220 39-606,0-1-1,0 0 1,0 0 0,0 0 0,-1 0 0,1 0-1,0-1 1,4-2 0,-7 4-132,0-1-1,0 1 1,0 0 0,0 0-1,0-1 1,0 1 0,0 0-1,0 0 1,0 0 0,0 0-1,0-1 1,0 1 0,0 0-1,0 0 1,0 0 0,0-1 0,0 1-1,-1 0 1,1 0 0,0 0-1,0 0 1,0 0 0,0-1-1,-1 1 1,1 0 0,0 0-1,0 0 1,0 0 0,0 0-1,-1 0 1,1 0 0,0 0 0,0 0-1,0 0 1,-1-1 0,1 1-1,0 0 1,0 0 0,0 0-1,-1 0 1,1 0 0,0 1-1,0-1 1,-29-3 6,-249 6-31,248-2 0,-1660 115-2292,1646-112 2292,-6 1 0,-54 13 0,92-14 625,12-2 534,24-8-651,123-59-508,86-28-191,4 11 0,4 10 0,2 11 0,347-42-1,-452 89-210,0 7 0,162 11 0,-165 9-5627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44.1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0 587 24575,'2'0'0,"0"0"0,0 0 0,-1 0 0,1 0 0,0 0 0,0 0 0,0 0 0,0 1 0,-1-1 0,1 1 0,0-1 0,-1 1 0,1 0 0,0-1 0,-1 1 0,1 0 0,-1 0 0,3 2 0,2 1 0,66 41 0,-2 3 0,89 82 0,16 11 0,-136-113 0,1-2 0,71 35 0,-92-52 0,0-2 0,1 0 0,0-1 0,1-1 0,-1-1 0,1-1 0,0-1 0,-1 0 0,1-2 0,0 0 0,0-2 0,21-3 0,-11-2 0,0-1 0,-1-1 0,0-2 0,0-1 0,-1-1 0,-1-2 0,35-22 0,11-15-92,-2-4 0,-3-2 0,112-122 0,146-232-339,-204 221 431,-120 186 16,-1 0 1,1-1-1,-1 1 0,0 0 1,2-8-1,-4 13-43,0-1 1,0 0-1,0 1 0,0-1 1,0 0-1,0 1 1,0-1-1,0 0 0,0 1 1,-1-1-1,1 0 1,0 1-1,0-1 0,-1 1 1,1-1-1,0 0 1,-1 1-1,1-1 0,0 1 1,-1-1-1,1 1 1,-1-1-1,1 1 0,-1-1 1,1 1-1,-1 0 1,1-1-1,-1 1 1,0 0-1,1-1 0,-1 1 1,0 0-1,1 0 1,-1 0-1,1 0 0,-1-1 1,0 1-1,1 0 1,-1 0-1,0 0 0,1 0 1,-1 0-1,0 0 1,1 1-1,-1-1 0,0 0 1,1 0-1,-1 0 1,0 1-1,-40 9-6133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44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24575,'2'166'0,"7"0"0,52 278 0,-56-419 0,28 111 0,-28-122 0,0-1 0,0 1 0,2-1 0,-1 0 0,2 0 0,0-1 0,11 14 0,-16-23 0,0 0 0,0 0 0,1 0 0,-1 0 0,1 0 0,0-1 0,0 0 0,0 0 0,0 0 0,0 0 0,0 0 0,1-1 0,-1 0 0,0 0 0,1 0 0,-1-1 0,1 1 0,-1-1 0,1 0 0,-1 0 0,1-1 0,-1 1 0,1-1 0,-1 0 0,1 0 0,-1 0 0,0-1 0,0 0 0,6-2 0,7-5 0,0-1 0,0-1 0,-1 0 0,0-1 0,18-18 0,-5 2 0,-1-1 0,-2-1 0,-1-1 0,26-41 0,-51 70 0,1 0 0,0 1 0,0-1 0,0 1 0,0-1 0,0 1 0,0 0 0,0-1 0,0 1 0,1 0 0,-1 0 0,1 0 0,1-1 0,-2 2 0,0 0 0,0 0 0,0 1 0,0-1 0,0 1 0,0-1 0,0 1 0,-1-1 0,1 1 0,0 0 0,0-1 0,-1 1 0,1 0 0,0-1 0,-1 1 0,1 0 0,-1 0 0,1 0 0,-1 0 0,1-1 0,-1 1 0,1 0 0,-1 0 0,0 0 0,1 2 0,19 49 0,-2 1 0,15 77 0,20 59 0,-49-177 0,0-1 0,1-1 0,0 1 0,12 17 0,-15-26 0,-1 0 0,1 1 0,0-1 0,0 0 0,0-1 0,0 1 0,0 0 0,0 0 0,1-1 0,-1 0 0,0 1 0,1-1 0,-1 0 0,1 0 0,-1 0 0,1 0 0,0-1 0,-1 1 0,1-1 0,0 0 0,0 0 0,-1 0 0,1 0 0,0 0 0,0 0 0,3-1 0,0-1 0,0-1 0,1 1 0,-1-1 0,0 0 0,-1 0 0,1-1 0,0 0 0,-1 0 0,7-7 0,4-4 0,24-32 0,-5-3 0,-2 0 0,-3-2 0,46-107 0,39-181 0,-106 308 0,0 2 0,0 0 0,-3 0 0,0-1 0,2-52 0,-8 81-105,0-1 0,0 1 0,-1-1 0,1 1 0,-1-1 0,1 1 0,-1-1 0,0 1 0,0 0 0,0-1 0,0 1 0,-2-3 0,-3-3-6721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6:45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24575,'14'0'0,"0"2"0,0 0 0,24 7 0,-3-1 0,26 5 0,-1 3 0,59 24 0,-84-26 0,0 2 0,-1 2 0,-1 0 0,50 39 0,-69-46 0,-2 0 0,1 0 0,-2 2 0,0-1 0,0 2 0,-1-1 0,-1 1 0,0 1 0,-1 0 0,0 0 0,6 19 0,-8-15 0,-1 1 0,-1 0 0,0 0 0,-2 0 0,0 0 0,-2 0 0,0 0 0,-4 29 0,-3-8 0,-2-1 0,-2 1 0,-1-1 0,-3-1 0,-1-1 0,-1 0 0,-2-1 0,-37 53 0,-58 62 0,-151 157 0,261-304 0,-4 4 0,2-4 0,1 1 0,0 0 0,0 0 0,-6 10 0,10-15 0,1 0 0,0-1 0,-1 1 0,1 0 0,0 0 0,-1 0 0,1-1 0,0 1 0,0 0 0,0 0 0,0 0 0,0-1 0,0 1 0,0 0 0,0 0 0,0 0 0,0-1 0,0 1 0,1 0 0,-1 1 0,1-1 0,0 0 0,0-1 0,-1 1 0,1 0 0,0 0 0,0-1 0,0 1 0,0-1 0,0 1 0,0-1 0,0 1 0,0-1 0,0 0 0,1 1 0,-1-1 0,0 0 0,0 0 0,0 0 0,2 0 0,22 0 0,1-1 0,-1-2 0,0 0 0,1-2 0,-2-1 0,27-9 0,-40 12 0,422-145-14,0-31-703,-133 53 284,322-119 260,-462 183-825,-45 17-4858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15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1177 24575,'16'-3'0,"24"-7"0,-1-2 0,-1-1 0,0-2 0,36-20 0,140-91 0,335-278 0,-40-51 0,-477 427 0,-22 20 0,0 0 0,0-1 0,-1 0 0,-1-1 0,11-14 0,-18 16-1365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25.2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24575,'0'0'0,"0"-1"0,-1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19.6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1070 217 24575,'-6'-5'0,"0"1"0,0 1 0,-1-1 0,0 1 0,1 0 0,-1 0 0,-10-2 0,-8-4 0,10 3 0,-42-18 0,-65-18 0,102 37 0,-1 0 0,0 1 0,0 2 0,0 0 0,0 1 0,-1 1 0,-21 3 0,10 2 0,0 1 0,1 1 0,0 2 0,0 1 0,0 2 0,2 1 0,0 1 0,0 2 0,-46 32 0,57-33 0,1 0 0,0 1 0,1 1 0,0 1 0,2 0 0,0 1 0,1 0 0,1 1 0,1 1 0,1 0 0,1 1 0,0 0 0,2 0 0,-7 31 0,7-15 0,2 1 0,1 0 0,3 0 0,1 1 0,2-1 0,1 0 0,2 0 0,2 0 0,2 0 0,1-1 0,25 66 0,-16-63 0,1 0 0,2-1 0,1-1 0,3-1 0,0-2 0,3 0 0,1-2 0,1 0 0,2-3 0,38 30 0,-54-48 0,0-2 0,1 0 0,1 0 0,-1-2 0,2 0 0,-1-1 0,34 9 0,-36-13 0,0-1 0,1-1 0,0 0 0,0-1 0,-1-1 0,1-1 0,0 0 0,0-1 0,25-7 0,-7-2 0,-2-1 0,0-1 0,0-2 0,-2-2 0,0 0 0,0-2 0,-2-2 0,0 0 0,-2-2 0,-1-1 0,0-1 0,33-44 0,-28 29 0,-2-1 0,-1-2 0,-3 0 0,-1-2 0,-3-1 0,-1 0 0,-3-1 0,16-67 0,-27 90 0,-2 0 0,0 0 0,-2 0 0,-1 0 0,0 0 0,-2-1 0,-1 1 0,-1 0 0,-1 0 0,-1 0 0,-1 1 0,-1 0 0,-1 0 0,-1 0 0,-1 1 0,-1 1 0,-1-1 0,-1 2 0,-1 0 0,-16-18 0,10 15 0,-1 1 0,-1 1 0,-1 1 0,-1 1 0,0 1 0,-1 1 0,-1 1 0,-1 2 0,0 1 0,-54-19 0,59 25 0,0 1 0,0 1 0,-1 1 0,0 1 0,0 1 0,0 1 0,0 1 0,0 1 0,0 1 0,0 1 0,1 1 0,-1 1 0,1 1 0,-41 17 0,24-4 0,2 3 0,0 0 0,1 2 0,2 2 0,0 2 0,2 0 0,2 2 0,0 2 0,2 0 0,-39 61 0,41-54 0,3 2 0,1 0 0,2 1 0,2 2 0,2 0 0,2 0 0,2 2 0,1-1 0,-6 78 0,15-84 0,1 0 0,2 0 0,1-1 0,3 1 0,1-1 0,17 61 0,-17-81 0,0-1 0,1 1 0,0-1 0,2-1 0,0 0 0,1 0 0,0-1 0,1 0 0,1 0 0,1-2 0,0 1 0,0-2 0,1 1 0,1-2 0,28 18 0,-22-19 0,0 0 0,0-1 0,1-2 0,0 0 0,0-1 0,0-1 0,1-1 0,0-2 0,41 1 0,-33-4 0,0-2 0,0-2 0,-1 0 0,0-2 0,0-2 0,47-19 0,-25 4 0,-1-3 0,-1-2 0,-2-2 0,-1-2 0,-2-2 0,-1-2 0,57-63 0,-65 61 0,-3-2 0,-1-1 0,-1-1 0,-3-2 0,-2-1 0,-2-1 0,-2-1 0,29-90 0,-43 105 0,-1 0 0,-1-1 0,-2 0 0,-1 0 0,-1 0 0,-5-41 0,0 48 0,-1-1 0,-1 0 0,-2 1 0,-1 0 0,-1 0 0,-1 1 0,-1 0 0,-18-28 0,18 35 0,-2 1 0,0 1 0,-1 0 0,0 0 0,-1 2 0,-1 0 0,-1 0 0,0 2 0,-1 0 0,0 1 0,-1 1 0,0 1 0,0 0 0,-2 1 0,1 2 0,-31-8 0,24 8 0,-1 3 0,0 0 0,0 2 0,0 0 0,0 2 0,0 2 0,0 0 0,0 2 0,1 1 0,-1 1 0,1 1 0,-36 15 0,20-3 0,2 2 0,0 2 0,1 1 0,2 3 0,1 0 0,0 3 0,3 1 0,0 1 0,2 2 0,2 2 0,1 0 0,-42 71 0,47-66 0,2 2 0,1 0 0,3 1 0,1 2 0,3-1 0,1 2 0,3-1 0,1 2 0,3-1 0,2 1 0,2 0 0,5 64 0,0-79 0,2-1 0,2 0 0,1 0 0,1-1 0,2 0 0,1-1 0,1 0 0,2-1 0,0-1 0,35 47 0,-37-58 0,1-1 0,0-1 0,1 0 0,0 0 0,2-2 0,-1 0 0,2-1 0,-1 0 0,2-2 0,-1 0 0,2-1 0,-1-1 0,1 0 0,0-2 0,0-1 0,1 0 0,32 3 0,-39-7 0,0-1 0,0 0 0,0-1 0,0-1 0,-1 0 0,1 0 0,-1-2 0,1 0 0,-1 0 0,0-1 0,0-1 0,-1 0 0,20-13 0,-28 16-195,0-1 0,-1 0 0,1 0 0,-1 0 0,0-1 0,5-8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21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596 3 24575,'-15'-1'0,"-1"0"0,1 1 0,-1 0 0,1 1 0,0 1 0,-1 0 0,-25 9 0,1 1 0,-60 29 0,65-25 0,1 2 0,-62 44 0,82-52 0,1 0 0,0 2 0,1 0 0,0 0 0,1 1 0,1 0 0,-1 1 0,2 0 0,-9 19 0,14-26 0,1 1 0,1 0 0,-1 0 0,1 0 0,0 1 0,1-1 0,0 0 0,1 1 0,-1-1 0,2 0 0,-1 1 0,2 9 0,1-6 0,0-1 0,1 1 0,0-1 0,1 0 0,0 0 0,0 0 0,13 16 0,4 1 0,2 0 0,1-1 0,1-2 0,45 35 0,16 6 0,-39-32 0,61 59 0,-105-90 0,-1 1 0,1-1 0,-1 1 0,0-1 0,0 1 0,-1 0 0,1 1 0,-1-1 0,0 0 0,0 1 0,0-1 0,-1 1 0,3 8 0,-4-10 0,-1 0 0,1 1 0,0-1 0,-1 0 0,0 0 0,1 0 0,-1 0 0,-1 0 0,1 0 0,0 0 0,-1 0 0,1 0 0,-1-1 0,0 1 0,0-1 0,0 1 0,0-1 0,0 0 0,-1 0 0,1 0 0,-5 3 0,-11 7-114,0-1 1,-1 0-1,0-2 0,-1 0 0,0-1 1,0-1-1,-1-1 0,1-1 0,-1-1 1,-1 0-1,-32 0 0,40-4-6712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21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 24575,'25'-8'0,"-21"7"0,0 1 0,0-1 0,0 1 0,0-1 0,0 1 0,0 0 0,0 0 0,-1 1 0,1-1 0,0 1 0,0 0 0,0 0 0,0 0 0,-1 1 0,1-1 0,-1 1 0,1 0 0,-1 0 0,1 0 0,-1 0 0,0 1 0,0-1 0,0 1 0,0 0 0,-1 0 0,1 0 0,-1 0 0,0 0 0,0 1 0,0-1 0,3 8 0,1 3 0,-2 0 0,1 1 0,-2-1 0,0 1 0,-1 0 0,0 0 0,-1 17 0,-1 18 0,-3 0 0,-16 89 0,-39 95 0,58-234 0,0 1 0,0-1 0,0 0 0,0 0 0,0 0 0,0 1 0,1-1 0,-1 0 0,0 0 0,0 0 0,0 1 0,0-1 0,0 0 0,0 0 0,0 0 0,1 1 0,-1-1 0,0 0 0,0 0 0,0 0 0,1 0 0,-1 0 0,0 1 0,0-1 0,0 0 0,1 0 0,-1 0 0,0 0 0,0 0 0,0 0 0,1 0 0,-1 0 0,0 0 0,0 0 0,1 0 0,-1 0 0,0 0 0,0 0 0,0 0 0,1 0 0,-1 0 0,0 0 0,0 0 0,1 0 0,14-2 0,-13 1 0,46-8 0,0-3 0,71-28 0,88-48 0,-202 85 0,56-26-1365,-53 25-5461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25.6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24575,'0'0'0,"0"1"0,0 0 0,0 1 0,0 3 0,0 1 0,2 4 0,1 0-8191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28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826 413 24575,'-27'-21'0,"11"13"0,-1 0 0,0 2 0,0-1 0,0 2 0,-1 0 0,1 2 0,-1-1 0,0 2 0,-1 1 0,-31 0 0,16 3 0,0 2 0,0 1 0,0 1 0,-59 19 0,71-17 0,1 0 0,-1 2 0,2 0 0,-1 2 0,1 0 0,1 1 0,0 1 0,-27 26 0,33-25 0,0 0 0,0 0 0,2 1 0,0 0 0,1 1 0,0 0 0,2 1 0,0 0 0,1 0 0,-8 32 0,9-19 0,2 1 0,0 0 0,2 0 0,2 1 0,1-1 0,1 0 0,2 0 0,1 0 0,1 0 0,2-1 0,1 0 0,2-1 0,22 47 0,-19-50 0,0 0 0,2-2 0,0 1 0,2-2 0,1 0 0,0-2 0,2 0 0,1-1 0,0-1 0,2-1 0,0-1 0,1-1 0,1-1 0,46 21 0,-52-30 0,0 0 0,0-2 0,0 0 0,1-1 0,-1-1 0,1 0 0,0-2 0,0-1 0,36-3 0,-32-1 0,0-2 0,0 0 0,0-1 0,-1-1 0,0-2 0,0 0 0,26-17 0,-14 4 0,-2-1 0,-1-1 0,-1-2 0,-1-2 0,-1 0 0,-2-2 0,-1-2 0,-2 0 0,35-59 0,-37 50 0,-2-1 0,-2 0 0,-1-2 0,-3 0 0,-2-1 0,-1 0 0,-3-1 0,-2 0 0,3-72 0,-10 86 0,-1 0 0,-1 0 0,-2 1 0,-1 0 0,-2 0 0,0 0 0,-3 0 0,-1 1 0,-1 1 0,-1 0 0,-2 1 0,-1 0 0,-1 1 0,-35-43 0,41 59 0,0 0 0,-1 0 0,-1 1 0,0 0 0,-1 1 0,0 1 0,0 0 0,-1 1 0,0 0 0,0 2 0,-1 0 0,0 0 0,0 1 0,-31-4 0,25 7 0,0 0 0,-1 2 0,1 1 0,-1 0 0,1 2 0,0 1 0,0 0 0,0 2 0,1 0 0,-35 16 0,15-2 0,2 1 0,0 2 0,2 2 0,0 2 0,2 1 0,1 1 0,1 2 0,-38 47 0,38-38 0,2 2 0,2 2 0,1 0 0,3 2 0,2 0 0,-34 97 0,47-111 0,2 0 0,1 1 0,1 0 0,2 0 0,2 1 0,0-1 0,3 1 0,1-1 0,9 53 0,-8-69 0,1 0 0,1-1 0,1 0 0,0 0 0,0 0 0,2-1 0,0 0 0,1-1 0,0 0 0,1 0 0,1-1 0,0 0 0,1 0 0,0-2 0,1 1 0,0-2 0,1 0 0,0 0 0,1-1 0,23 10 0,-20-12-114,0-1 1,0-1-1,1-1 0,-1-1 0,1 0 1,-1-1-1,1-1 0,0-1 0,0-1 1,0 0-1,20-5 0,36-10-6712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29.1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24575,'1'15'0,"0"0"0,2 1 0,-1-1 0,2 0 0,0 0 0,12 27 0,47 82 0,-58-115 0,31 52 0,2-1 0,2-3 0,3-1 0,3-2 0,2-2 0,2-2 0,2-2 0,2-3 0,75 49 0,-86-68 0,2-1 0,1-3 0,0-1 0,2-3 0,83 22 0,-88-31 0,0-2 0,0-2 0,0-2 0,1-2 0,0-1 0,-1-2 0,52-10 0,-41 0 0,0-1 0,-2-3 0,0-3 0,-1-1 0,-1-3 0,-1-2 0,87-59 0,-93 53 0,-2-1 0,-1-2 0,-2-2 0,-1-1 0,-2-3 0,-2 0 0,-1-2 0,35-63 0,-60 93 0,0 0 0,-1-1 0,0 0 0,-1 0 0,-1 0 0,0 0 0,2-15 0,-5 28 0,-1-1 0,0 1 0,0 0 0,0-1 0,0 1 0,0 0 0,0-1 0,0 1 0,0 0 0,0-1 0,0 1 0,-1 0 0,1-1 0,0 1 0,0 0 0,0-1 0,0 1 0,0 0 0,-1 0 0,1-1 0,0 1 0,0 0 0,0 0 0,-1-1 0,1 1 0,0 0 0,-1 0 0,1-1 0,0 1 0,0 0 0,-1 0 0,1 0 0,0 0 0,-1 0 0,1 0 0,0-1 0,-1 1 0,1 0 0,-19 3 0,-19 15 0,36-17 0,-229 149 0,40-23 0,156-107 0,-1-1 0,0-2 0,-66 21 0,58-28 0,-1-1 0,1-2 0,-1-2 0,0-2 0,0-3 0,-1-1 0,1-2 0,0-2 0,1-2 0,-1-2 0,1-1 0,-67-28 0,103 35-64,-3-2 232,12 5-192,-1 0 0,0 0 1,0 0-1,0 1 0,0-1 1,0 0-1,0 0 0,0 0 1,0 0-1,0 0 0,0 0 0,0 0 1,0 0-1,0 0 0,0 0 1,0 0-1,0 0 0,0 1 1,0-1-1,0 0 0,0 0 1,0 0-1,0 0 0,0 0 1,0 0-1,0 0 0,0 0 0,0 0 1,0 0-1,0 0 0,0 1 1,0-1-1,0 0 0,0 0 1,0 0-1,0 0 0,-1 0 1,1 0-1,0 0 0,0 0 0,0 0 1,0 0-1,0 0 0,0 0 1,0 0-1,0 0 0,0 0 1,0 0-1,0 0 0,0 0 1,-1 0-1,1 0 0,0 0 0,0 0 1,0 0-1,0 0 0,0 0 1,0 0-1,0 0 0,0 0 1,0 0-1,4 7-6802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31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1148 273 24575,'-36'-15'0,"-41"-12"0,63 24 0,-1 0 0,1 1 0,0 0 0,-1 1 0,0 0 0,-18 2 0,-1 5 0,-1 0 0,1 2 0,0 2 0,0 1 0,1 1 0,1 2 0,0 1 0,-35 24 0,9-2 0,2 3 0,1 3 0,-59 60 0,81-71 0,2 1 0,2 2 0,1 2 0,1 0 0,3 2 0,-25 49 0,35-57 0,2 1 0,0 0 0,3 0 0,0 1 0,2 0 0,2 1 0,1-1 0,1 1 0,3 36 0,2-28 0,3-1 0,2 0 0,1 0 0,2-1 0,1 0 0,3-1 0,1 0 0,2-1 0,1-1 0,3 0 0,29 41 0,-32-54 0,1-1 0,1-1 0,2 0 0,0-1 0,0-2 0,2 0 0,26 15 0,-29-22 0,0-1 0,0-1 0,1-1 0,1-1 0,-1-1 0,1 0 0,0-2 0,1-1 0,37 2 0,-32-6 0,1 0 0,-1-2 0,0-2 0,0-1 0,0 0 0,40-15 0,-30 5 0,-1-1 0,0-2 0,70-45 0,-45 18 0,-2-3 0,-3-3 0,-2-3 0,74-89 0,-60 57 0,-4-4 0,58-102 0,-92 135 0,-3-1 0,-2-2 0,-3-1 0,31-118 0,-49 149 0,-1 0 0,-1-1 0,-1 0 0,-2 1 0,-1-1 0,-1 0 0,-2 0 0,-1 1 0,-9-33 0,7 44 0,0 0 0,-1 0 0,-1 1 0,-1 0 0,0 1 0,-2-1 0,0 2 0,0 0 0,-2 0 0,0 1 0,0 1 0,-2 0 0,0 1 0,0 0 0,-18-10 0,2 5 0,-1 1 0,-1 2 0,0 1 0,0 2 0,-2 1 0,1 1 0,-1 2 0,-38-3 0,9 5 0,1 2 0,-1 3 0,-106 13 0,165-12-31,-138 24 186,131-21-304,0 0 0,1 1 0,-1 0 0,1 1 0,0 1 1,0-1-1,0 2 0,1-1 0,-15 13 0,14-6-6677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34.1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423 502 24575,'32'14'0,"0"-1"0,1-1 0,1-2 0,36 6 0,138 13 0,-93-21 0,198-10 0,-234-4 0,1-4 0,-1-4 0,103-31 0,-150 33 0,-19 5 0,-13 7 0,1-1 0,-1 1 0,0 0 0,0 0 0,0 0 0,0 0 0,0 0 0,0 0 0,0-1 0,0 1 0,0 0 0,0 0 0,0 0 0,0 0 0,0-1 0,0 1 0,0 0 0,0 0 0,0 0 0,0 0 0,0 0 0,0-1 0,0 1 0,0 0 0,0 0 0,0 0 0,0 0 0,0-1 0,0 1 0,0 0 0,0 0 0,0 0 0,0 0 0,0 0 0,-1 0 0,1-1 0,0 1 0,0 0 0,0 0 0,0 0 0,0 0 0,0 0 0,-1 0 0,1 0 0,0 0 0,0 0 0,0 0 0,0 0 0,0 0 0,-1 0 0,1 0 0,0-1 0,0 1 0,0 0 0,0 0 0,-1 1 0,1-1 0,-27-7 0,-1 3 0,0 0 0,0 1 0,-34 2 0,17 0 0,-791 11 0,534 0 0,410-16 0,824-63 0,-5-73 0,-872 131 0,-22 5 0,0-1 0,0-2 0,59-24 0,-92 33 0,0 0 0,-1 0 0,1 0 0,0 0 0,0 0 0,0 0 0,-1 0 0,1 0 0,0 0 0,0 0 0,0-1 0,-1 1 0,1 0 0,0 0 0,0 0 0,0 0 0,-1 0 0,1 0 0,0-1 0,0 1 0,0 0 0,0 0 0,0 0 0,0-1 0,-1 1 0,1 0 0,0 0 0,0 0 0,0-1 0,0 1 0,0 0 0,0 0 0,0-1 0,0 1 0,0 0 0,0 0 0,0 0 0,0-1 0,0 1 0,0 0 0,0 0 0,0-1 0,0 1 0,0 0 0,0 0 0,0 0 0,1-1 0,-1 1 0,0 0 0,0 0 0,0 0 0,0 0 0,0-1 0,1 1 0,-1 0 0,0 0 0,0 0 0,0 0 0,0 0 0,1-1 0,-1 1 0,0 0 0,-31-5 0,-61-1 0,-122 8 0,-105 23 0,259-19 0,-732 92-501,1 32 442,890-139 643,-24 3-608,986-141 24,-310 35 0,-738 111 0,-16 1 0,-28-1 0,-130-9 0,126 9 0,-1186 24 0,1215-23 0,13-1 0,28-4 0,600-124 0,-329 70 0,-369 83 0,-382 90 0,-12-22 0,364-75 0,347-69 0,1 11 0,263-7 0,-486 46 0,-3 0 0,55 3 0,-84-1 0,0 0 0,0 0 0,0 0 0,0 0 0,0 0 0,0 1 0,0-1 0,0 0 0,0 0 0,0 0 0,0 0 0,0 0 0,0 0 0,0 0 0,0 0 0,0 0 0,0 1 0,0-1 0,0 0 0,0 0 0,0 0 0,0 0 0,0 0 0,0 0 0,0 0 0,0 0 0,0 0 0,0 0 0,0 1 0,0-1 0,0 0 0,1 0 0,-1 0 0,0 0 0,0 0 0,0 0 0,0 0 0,0 0 0,0 0 0,0 0 0,0 0 0,0 0 0,0 0 0,0 0 0,1 0 0,-1 0 0,0 0 0,0 0 0,0 0 0,0 0 0,0 0 0,0 0 0,0 0 0,0 0 0,0 0 0,1 0 0,-1 0 0,0 0 0,-12 5 0,8-3 0,-28 11 0,-58 14 0,54-18 0,-705 153 0,-21-43 0,742-115 0,20-4 0,0 0 0,0 0 0,0 0 0,0 0 0,0 0 0,0 0 0,0 0 0,0 0 0,0 0 0,0 0 0,1 0 0,-1 1 0,0-1 0,0 0 0,0 0 0,0 0 0,0 0 0,0 0 0,0 0 0,0 0 0,0 0 0,0 0 0,0 0 0,0 0 0,0 0 0,0 0 0,1 0 0,-1 0 0,0 1 0,0-1 0,0 0 0,0 0 0,0 0 0,0 0 0,0 0 0,0 0 0,0 0 0,0 0 0,0 0 0,0 0 0,0 1 0,0-1 0,0 0 0,0 0 0,0 0 0,0 0 0,0 0 0,0 0 0,0 0 0,-1 0 0,1 0 0,0 0 0,0 0 0,0 1 0,0-1 0,0 0 0,0 0 0,0 0 0,0 0 0,0 0 0,0 0 0,40 6 0,-37-5 0,93 7 0,140-5 0,98-24 0,-327 21 0,267-23 0,446-97 0,-713 118 0,27-7 0,-34 9 0,0 0 0,0 0 0,0 0 0,0 0 0,-1 0 0,1 0 0,0 0 0,0 0 0,0 0 0,0 0 0,0 0 0,0 0 0,0-1 0,0 1 0,0 0 0,0 0 0,0 0 0,0 0 0,0 0 0,0 0 0,0 0 0,0 0 0,0 0 0,0 0 0,0 0 0,0 0 0,0-1 0,0 1 0,0 0 0,0 0 0,0 0 0,0 0 0,0 0 0,0 0 0,0 0 0,0 0 0,0 0 0,0 0 0,0 0 0,0 0 0,0-1 0,0 1 0,0 0 0,0 0 0,0 0 0,0 0 0,0 0 0,0 0 0,1 0 0,-27 0 0,-396 39 0,0 24 0,369-54 0,-985 188 0,1024-193 0,32-1 0,65 3 0,142-8 0,84-28 0,-263 25 0,1486-262 0,-1519 264 0,-12 2 0,-31-1 0,-4-3 0,-1 1 0,-37 0 0,37 3 0,-985 26 0,990-23 0,20-2 0,-1 1 0,1 0 0,0 0 0,-1 1 0,-9 3 0,21-5 0,-1 0 0,1 0 0,0 0 0,-1 0 0,1 0 0,0 0 0,0 0 0,-1 0 0,1 0 0,0 0 0,0 0 0,-1 0 0,1 0 0,0 0 0,-1 1 0,1-1 0,0 0 0,-1 1 0,1-1 0,0 0 0,-1 1 0,2 0 0,-2 0 0,0-1 0,1 0 0,-1 1 0,0-1 0,0 1 0,0-1 0,0 1 0,0-1 0,0 0 0,0 1 0,0-1 0,0 1 0,0-1 0,0 1 0,0-1 0,0 1 0,0-1 0,0 1 0,0-1 0,0 0 0,0 1 0,-1-1 0,1 1 0,0-1 0,0 0 0,-1 1 0,1-1 0,0 0 0,0 1 0,-1-1 0,1 0 0,-1 1 0,1-1 0,0 0 0,-1 0 0,1 1 0,0-1 0,-1 0 0,1 0 0,-1 0 0,1 1 0,-1-1 0,1 0 0,0 0 0,-2 0 0,10 18 0,-8-18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35.0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1 380 24575,'2'1'0,"1"0"0,0 0 0,0 0 0,0 0 0,0-1 0,0 1 0,0-1 0,0 1 0,0-1 0,1 0 0,3-1 0,9 0 0,85-2 0,116-19 0,101-33 0,-262 45 0,1000-200 0,-723 142 0,-307 61 0,-21 6 0,-8 2 0,27-10-1365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38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0 335 24575,'0'0'0,"26"7"0,61 2 0,-1-4 0,111-7 0,-144 0 0,968-51 0,-1010 52 0,38-3 0,0-1 0,76-18 0,-124 22 0,1 1 0,0-1 0,0 1 0,0-1 0,-1 1 0,1-1 0,0 0 0,-1 0 0,1 0 0,-1 0 0,1 0 0,-1 0 0,3-3 0,-9-3 0,-18 0 0,-38-5 0,1 4 0,-72-2 0,-132 9 0,207 2 0,-980 50 0,1060-46 0,35 6 0,108 4 0,67-14 0,-31-9 0,0-9 0,-2-9 0,0-9 0,321-99 0,-500 128 0,-16 5 0,0 0 0,0 0 0,0-1 0,0 0 0,0 0 0,-1 0 0,1-1 0,7-4 0,-12 6 0,0 1 0,0 0 0,0 0 0,0 0 0,0-1 0,0 1 0,0 0 0,0 0 0,0 0 0,0-1 0,0 1 0,0 0 0,0 0 0,0 0 0,0-1 0,-1 1 0,1 0 0,0 0 0,0 0 0,0 0 0,0-1 0,0 1 0,0 0 0,0 0 0,-1 0 0,1 0 0,0 0 0,0-1 0,0 1 0,0 0 0,-1 0 0,1 0 0,0 0 0,0 0 0,0 0 0,-1 0 0,1 0 0,0 0 0,0 0 0,0 0 0,-1 0 0,1 0 0,0 0 0,0 0 0,0 0 0,-1 0 0,1 0 0,0 0 0,0 0 0,0 0 0,0 0 0,-1 0 0,1 0 0,0 0 0,0 1 0,7-22 71,-4 9-1507,-2 6-5390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42.4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715 6 24575,'-35'-5'0,"-1"4"0,0 2 0,1 1 0,-1 2 0,1 1 0,-68 19 0,74-15 0,0 1 0,1 2 0,1 1 0,0 0 0,0 2 0,1 2 0,-33 26 0,46-31 0,0 0 0,1 1 0,0 0 0,1 1 0,0 0 0,1 0 0,1 2 0,1-1 0,0 1 0,0 0 0,-6 25 0,11-30 0,0 0 0,1 1 0,1-1 0,0 1 0,1-1 0,0 1 0,0-1 0,1 1 0,1 0 0,0-1 0,0 0 0,2 0 0,-1 0 0,1 0 0,1 0 0,0 0 0,0-1 0,10 13 0,2 0 0,1 0 0,0-2 0,41 35 0,73 48 0,-86-71 0,-2 2 0,59 60 0,-97-89 0,0 0 0,-1 1 0,0 0 0,-1 0 0,1 0 0,-1 0 0,-1 1 0,1 0 0,-1-1 0,-1 1 0,1 0 0,1 14 0,-4-16 0,1 1 0,-2 0 0,1-1 0,-1 1 0,0-1 0,0 1 0,-1-1 0,0 1 0,0-1 0,0 0 0,-1 0 0,0 0 0,0 0 0,-1 0 0,1-1 0,-7 7 0,-2 2 0,-1-1 0,0 0 0,-1-1 0,0-1 0,-1 0 0,-1-1 0,1-1 0,-2 0 0,1-1 0,-1-1 0,-25 8 0,29-11 0,1-1 0,-1 0 0,-1 0 0,1-2 0,0 1 0,0-2 0,-1 0 0,1 0 0,0-1 0,0-1 0,-1 0 0,1-1 0,1 0 0,-1-1 0,0 0 0,-17-10 0,24 11-136,0-1-1,1 0 1,0 0-1,0 0 1,0-1-1,0 1 1,1-1-1,0 0 0,-5-8 1,-4-11-6690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42.5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0 127 24575,'0'0'0,"1"-1"0,0-1 0,7-5 0,7-4 0,12-7 0,13-7 0,14-7 0,-2 2-8191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42.8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1 24575,'0'0'0,"1"2"0,3 6 0,2 15 0,2 19 0,-2 22 0,0 19 0,-2 16 0,-2 13 0,-2 6 0,-4 1 0,-4-2 0,-4-7 0,-2-10 0,-1-15 0,3-22-8191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43.4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0 354 24575,'0'-1'0,"1"0"0,-1 0 0,0 0 0,1-1 0,-1 1 0,1 0 0,-1 0 0,1 0 0,-1 1 0,1-1 0,0 0 0,-1 0 0,1 0 0,0 0 0,0 1 0,0-1 0,-1 0 0,1 0 0,0 1 0,0-1 0,0 1 0,0-1 0,2 0 0,31-10 0,-30 10 0,42-10 0,0 2 0,75-5 0,102 6 0,-206 8 0,634 14 0,-133 0 0,-3-33 0,-409 9 0,122-29 0,-176 26 0,0-2 0,-1-2 0,0-3 0,56-30 0,-99 46 0,17-11 0,-24 15 0,-1-1 0,0 1 0,1 0 0,-1-1 0,0 1 0,0 0 0,1 0 0,-1-1 0,0 1 0,0 0 0,0-1 0,1 1 0,-1 0 0,0-1 0,0 1 0,0 0 0,0-1 0,0 1 0,0-1 0,0 1 0,0 0 0,0-1 0,0 1 0,0-1 0,0 1 0,0 0 0,0-1 0,0 1 0,0 0 0,0-1 0,0 1 0,0-1 0,-1 1 0,1 0 0,0-1 0,0 1 0,-1 0 0,1 0 0,0-1 0,0 1 0,-1 0 0,1 0 0,0-1 0,0 1 0,-1 0 0,1 0 0,0-1 0,-1 1 0,1 0 0,-1 0 0,1 0 0,0 0 0,-1 0 0,1 0 0,0 0 0,-1 0 0,1 0 0,-1 0 0,0 0 0,-62-19 0,0 2 0,-93-11 0,83 16 0,-10-1 0,92 25 0,47 35 0,100 65 0,9 6 0,-153-108 19,0 0 1,-1 0-1,-1 1 0,0 0 0,13 20 0,-19-24-133,0 0 0,0 0 1,-1 0-1,0 0 0,-1 1 0,0-1 0,0 1 0,0-1 0,-1 1 1,0 0-1,-1 0 0,0 8 0,-8 51-6712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45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618 1 24575,'-22'10'0,"-124"55"0,-138 83 0,266-137 0,1 0 0,0 1 0,1 0 0,0 1 0,1 1 0,-13 17 0,23-26 0,1 1 0,0 1 0,0-1 0,1 0 0,0 1 0,0 0 0,0-1 0,1 1 0,0 1 0,0-1 0,1 0 0,0 0 0,0 0 0,1 1 0,-1-1 0,2 0 0,-1 1 0,1-1 0,0 0 0,3 8 0,2 7 0,2 0 0,0-1 0,1-1 0,2 1 0,0-1 0,26 35 0,99 100 0,-18-23 0,-111-123 0,-1-1 0,0 1 0,-1 0 0,0 0 0,-1 1 0,0-1 0,0 1 0,-1 0 0,0 0 0,-1 0 0,0 1 0,-1-1 0,0 0 0,0 21 0,-3-16 0,0-1 0,-1 0 0,0 0 0,-1 0 0,-1-1 0,0 1 0,-1-1 0,0 0 0,-1-1 0,-11 16 0,10-15-195,-1-1 0,-1 0 0,0 0 0,0-1 0,-1-1 0,-21 16 0,18-18-6631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45.9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24575,'1'0'0,"1"0"0,-1 0 0,1 0 0,0 1 0,-1-1 0,1 1 0,-1-1 0,1 1 0,-1-1 0,0 1 0,1 0 0,-1 0 0,0-1 0,1 1 0,-1 0 0,2 2 0,0 0 0,8 5 0,0 2 0,-1 0 0,-1 0 0,1 1 0,-1 0 0,-1 0 0,0 1 0,-1 0 0,0 1 0,-1-1 0,-1 1 0,0 0 0,0 1 0,-1-1 0,2 19 0,0 1 0,-2-1 0,-2 1 0,-1 0 0,-1-1 0,-7 52 0,-1-35 0,-1-1 0,-2 0 0,-3 0 0,-2-1 0,-1-1 0,-45 82 0,61-128 0,1 1 0,-1 0 0,1 0 0,-1-1 0,0 1 0,1 0 0,0 0 0,-1 0 0,1 0 0,-1-1 0,1 1 0,0 0 0,0 0 0,-1 0 0,1 0 0,0 0 0,0 0 0,0 0 0,0 0 0,0 0 0,0 0 0,0 0 0,1 0 0,-1 0 0,0 0 0,1-1 0,-1 1 0,0 0 0,2 2 0,0-2 0,0 0 0,0 0 0,1 0 0,-1 0 0,0 0 0,1 0 0,-1-1 0,1 1 0,-1-1 0,1 0 0,3 1 0,36 1 26,1-2 0,-1-2 0,67-11-1,127-35-1043,-208 41 568,81-19-6376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9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24575,'0'0'0,"3"0"0,9 0 0,28 0 0,46 1 0,51 1 0,2 1-8191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00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0,3 0 0,7 2 0,14 1 0,19 2 0,21 2 0,15 1 0,9-1 0,-1-3 0,-9-3 0,-18-1 0,-18-1-8191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00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1 189 24575,'0'0'0,"1"1"0,0 0 0,-1 0 0,1 0 0,0 0 0,0 0 0,0 0 0,1 0 0,-1 0 0,0-1 0,0 1 0,0 0 0,1-1 0,-1 1 0,0-1 0,1 1 0,-1-1 0,0 1 0,1-1 0,-1 0 0,0 0 0,1 0 0,1 0 0,-1 1 0,28 3 0,-1-1 0,1-2 0,0 0 0,36-5 0,125-22 0,-180 24 0,584-143-1365,-477 109-5461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01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875 227 24575,'-7'-35'0,"4"22"0,-1 1 0,0-1 0,-1 1 0,-1 0 0,0 0 0,0 0 0,-1 1 0,-1 0 0,0 1 0,0 0 0,-1 0 0,-1 0 0,1 1 0,-1 1 0,-16-11 0,23 17 0,-1 1 0,1 0 0,-1 0 0,0 0 0,1 0 0,-1 1 0,0-1 0,1 1 0,-1 0 0,0 0 0,1 1 0,-1-1 0,0 1 0,1-1 0,-1 1 0,0 0 0,1 1 0,-5 1 0,-11 5 0,1 1 0,-20 13 0,22-12 0,-19 10 0,2 2 0,1 2 0,1 1 0,0 1 0,2 2 0,2 1 0,-39 50 0,39-40 0,2 1 0,1 2 0,2 0 0,3 2 0,1 0 0,-14 50 0,1 25 0,-18 144 0,9 126 0,37 193 0,45-1 0,-28-408 0,-2-33 0,30 446 0,-43 1 0,-17-378 0,-4 55 0,22-253 0,0 0 0,0 0 0,1 0 0,0-1 0,3 12 0,-3-18 0,0 0 0,1 0 0,-1 0 0,1 0 0,0-1 0,0 1 0,0-1 0,1 0 0,-1 1 0,1-1 0,0 0 0,0 0 0,0-1 0,0 1 0,0-1 0,6 4 0,0-1 0,1-1 0,0 0 0,1 0 0,-1-1 0,1 0 0,-1-1 0,1 0 0,0-1 0,20 1 0,3-3 0,65-11 0,-39 0 24,0-3 0,-1-2 0,-1-3 0,66-32 0,-51 16-519,-1-4 0,106-77 0,-64 29-6331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02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1 363 24575,'0'0'0,"4"-5"0,27-17 0,1 1 0,1 2 0,48-21 0,-34 17 0,-45 22 0,282-132 0,-227 110 0,0 3 0,2 2 0,68-11 0,-111 26 0,1 0 0,0 2 0,0 0 0,-1 0 0,1 2 0,0 0 0,0 1 0,-1 1 0,1 0 0,-1 2 0,0-1 0,0 2 0,0 0 0,-1 1 0,0 1 0,0 0 0,-1 1 0,0 0 0,0 2 0,-1-1 0,-1 2 0,1-1 0,-2 2 0,16 20 0,2 9 0,-2 0 0,-3 2 0,-1 1 0,-2 1 0,-2 0 0,-2 2 0,-2 0 0,13 73 0,-5 23 0,7 241 0,-23 167 0,-3-88 0,27-2 0,103 325 0,61-14 0,-181-725 0,18 78 0,-28-106 0,-1 0 0,-1 0 0,0 0 0,-3 27 0,1-43 0,0 0 0,-1 1 0,0-1 0,0 0 0,0 0 0,0 0 0,-1 0 0,1 0 0,-1 0 0,0 0 0,0 0 0,-1-1 0,1 1 0,-1-1 0,0 0 0,0 0 0,0 0 0,0 0 0,0 0 0,-1 0 0,-3 1 0,-3 1 0,-1 0 0,1-1 0,-1 0 0,0-1 0,0 0 0,0-1 0,-19 1 0,-512 36 39,299-24-1443,34-1-5422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04.0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0 995 24575,'2'1'0,"-1"0"0,0-1 0,0 1 0,-1-1 0,1 0 0,0 0 0,0 1 0,0-1 0,-1 0 0,1 0 0,0 0 0,0 0 0,0 0 0,-1 0 0,1 0 0,0 0 0,0 0 0,1 0 0,18-6 0,1 0 0,-2 0 0,1-2 0,21-11 0,-32 14 0,100-51 0,-2-4 0,141-106 0,168-187 0,-355 295 0,-2-1 0,84-114 0,-133 150-1365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06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296 1017 24567,'1073'-1016'0,"-2442"2012"0,1665-976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11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1312 282 24575,'-9'-6'0,"-7"-3"0,-1 0 0,0 2 0,0 0 0,-1 1 0,0 1 0,0 0 0,-1 2 0,1 0 0,-1 1 0,0 1 0,0 0 0,1 2 0,-37 5 0,26-1 0,1 2 0,0 1 0,1 1 0,0 1 0,0 1 0,1 2 0,0 0 0,-34 26 0,13-3 0,1 2 0,2 3 0,1 1 0,3 2 0,-52 73 0,35-34 0,4 3 0,-62 136 0,77-133-44,3 2 0,5 2 0,4 0 0,4 2 0,4 0 0,4 2 0,-2 160 0,18-137-15,5-1 1,6 1-1,5-2 0,4 0 0,71 208 1,-33-165 58,8-3 0,6-3 0,147 224 0,-83-177 0,310 345 0,-395-488 0,2-3 0,2-2 0,103 73 0,-148-119 0,0 0 0,1-1 0,0 0 0,0-1 0,1-1 0,19 6 0,-28-10 0,1 0 0,0 0 0,-1-1 0,1 0 0,-1 0 0,1 0 0,0 0 0,-1-1 0,1 0 0,-1 0 0,1-1 0,-1 1 0,1-1 0,-1-1 0,0 1 0,0-1 0,0 1 0,0-2 0,5-3 0,1-3 29,-1 0 0,0 0 1,-1-1-1,0 0 0,0-1 1,11-20-1,-1-5 162,18-48 0,-2-14-153,-4-1-1,28-162 1,-1-219-1023,-45 256 913,-10-2 1,-45-384-1,14 424 76,-7 2 1,-9 2-1,-112-294 0,60 242-124,-11 3 0,-10 6 0,-154-223 0,220 375 120,-3 3 0,-3 2 0,-79-73 0,128 134-76,2 2 197,-1 0 0,0 0 0,0 1 0,-13-8 0,18 12-92,0 0-1,0 0 1,0 0-1,0 1 1,0-1-1,0 1 1,0-1-1,-1 1 1,1 0-1,0 0 1,0 0 0,0 0-1,0 0 1,0 0-1,0 1 1,-1-1-1,1 1 1,0-1-1,0 1 1,0 0-1,0 0 1,1 0-1,-1 0 1,-3 2-1,-2 4-284,0-1 0,0 1-1,-11 14 1,-20 34-6485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12.9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2550 2474 23974,'-1'97'0,"-2"0"0,-1-1 0,-3 1 0,-2-2 0,-2 0 0,-1-1 0,-3-1 0,-1-1 0,-3-2 0,-1-1 0,-2-1 0,-1-3 0,-2-1 0,-2-2 0,-2-2 0,-1-3 0,-2-2 0,-1-2 0,-2-3 0,-1-3 0,-1-2 0,-2-4 0,-1-2 0,-1-4 0,-1-2 0,-2-4 0,0-3 0,-1-4 0,-1-3 0,0-4 0,-1-3 0,-1-4 0,-1-3 0,0-4 0,0-4 0,-1-4 0,1-3 0,-1-5 0,0-3 0,0-4 0,0-3 0,0-5 0,0-3 0,1-4 0,0-4 0,1-4 0,0-3 0,0-4 0,2-3 0,0-4 0,1-3 0,1-4 0,1-3 0,0-4 0,2-2 0,1-4 0,2-2 0,0-4 0,2-2 0,1-3 0,2-3 0,1-2 0,2-2 0,2-3 0,1-2 0,1-2 0,3-1 0,1-3 0,2-1 0,2-1 0,1-2 0,3-1 0,1-1 0,2-1 0,2 0 0,3-2 0,1 1 0,2-1 0,2 0 0,2-1 0,2 2 0,2-1 0,1 1 0,3 0 0,2 1 0,2 1 0,1 1 0,3 1 0,1 2 0,2 1 0,2 2 0,1 1 0,3 2 0,1 2 0,1 3 0,2 1 0,2 3 0,1 3 0,2 2 0,1 2 0,2 4 0,0 2 0,2 3 0,1 4 0,2 3 0,0 2 0,1 5 0,1 2 0,1 4 0,0 4 0,2 3 0,0 4 0,0 3 0,1 5 0,0 2 0,1 5 0,0 4 0,0 3 0,0 4 0,0 4 0,0 4 0,-1 3 0,1 4 0,-1 5 0,0 2 0,0 5 0,-1 3 0,-1 4 0,-1 3 0,0 4 0,-1 4 0,-1 2 0,0 5 0,-2 2 0,-1 3 0,-1 4 0,-1 3 0,-2 2 0,-1 4 0,-1 2 0,-2 2 0,-1 3 0,-2 3 0,-1 1 0,-2 3 0,-2 2 0,-2 2 0,-1 1 0,-2 2 0,-1 1 0,-3 2 0,-1 1 0,-3 1 0,-1 1 0,-2 1 0,-2 0 0,-3 1 0,-1-1 0,-2 2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15.2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1 260 24575,'14'-1'0,"-1"0"0,1-1 0,19-5 0,8-2 0,1224-222 0,-1231 225-1365,-18 3-5461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15.7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10 268 24575,'-8'16'0,"8"-15"0,0 0 0,0-1 0,-1 1 0,1-1 0,0 1 0,0-1 0,0 1 0,0 0 0,0-1 0,0 1 0,0-1 0,0 1 0,0 0 0,0-1 0,0 1 0,0-1 0,0 1 0,0-1 0,1 1 0,-1 0 0,0-1 0,0 1 0,1-1 0,-1 1 0,0-1 0,1 1 0,-1-1 0,1 0 0,-1 1 0,1 0 0,6 0 0,-1 0 0,1 0 0,-1-1 0,1 0 0,-1 0 0,1-1 0,8-1 0,5 0 0,133-21 0,-2-6 0,-1-6 0,-2-7 0,277-119 0,-408 152-1365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4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559 49 24575,'-15'-17'0,"13"13"0,0 1 0,-1 0 0,1 0 0,-1 0 0,0 0 0,0 1 0,0-1 0,-7-3 0,9 6 0,1 0 0,-1-1 0,0 1 0,0 0 0,0 0 0,0 0 0,0 0 0,1 0 0,-1 0 0,0 0 0,0 0 0,0 0 0,0 0 0,0 0 0,1 1 0,-1-1 0,0 0 0,-1 1 0,0 1 0,0-1 0,0 1 0,0-1 0,0 1 0,1 0 0,-1-1 0,1 1 0,-1 0 0,-1 4 0,-12 23 0,1 0 0,1 1 0,2 0 0,-9 39 0,6-21 0,-223 860 0,92 22 0,137-826 0,36-167 0,216-583 0,-180 500 0,6 3 0,120-182 0,-179 308 0,1 0 0,0 0 0,1 2 0,0-1 0,2 1 0,24-19 0,-36 32 0,-1 0 0,1 0 0,0 0 0,0 1 0,0-1 0,0 1 0,1 0 0,-1 0 0,0 0 0,0 0 0,1 0 0,-1 1 0,0 0 0,1 0 0,-1 0 0,1 0 0,-1 0 0,0 0 0,1 1 0,-1 0 0,0 0 0,1 0 0,-1 0 0,0 0 0,0 0 0,0 1 0,0 0 0,0 0 0,-1-1 0,1 2 0,0-1 0,4 5 0,2 3 0,0 1 0,-1 0 0,0 1 0,-1-1 0,0 2 0,9 24 0,4 17 0,-3 0 0,-2 2 0,-2 0 0,9 102 0,-14-34 0,-10 144 0,-50 270-1365,48-508-5461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4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0 24575,'0'0'0,"0"4"0,-1 13 0,-2 23 0,0 26 0,1 23 0,0 20 0,1 13 0,1 8 0,0 1 0,0-5 0,0-24-8191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5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0 24575,'0'0'0,"-1"2"0,0 0 0,0 1 0,0-1 0,1 0 0,-1 0 0,0 0 0,1 1 0,0-1 0,0 0 0,-1 1 0,2 4 0,-1-4 0,-3 104 0,18 174 0,42 104 0,-33-249 0,62 196 0,-115-479-1365,21 110-5461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7.1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24575,'3'78'0,"16"89"0,-4-49 0,69 1529 0,-85-1635-45,1-10-43,0 0 0,-1-1 0,1 1 0,0-1 0,0 1 0,0-1 0,0 1 0,0 0 0,1-1 0,-1 1 0,0-1 0,1 1 0,-1-1 0,2 3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6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 24575,'0'0'0,"2"8"0,4 59 0,-5 103 0,-2-103 0,-14 560 0,-41-1 0,56-622 0,1-7 0,5-17 0,3-11 0,65-164 0,189-354 0,-251 526 0,-5 9 0,0 0 0,15-19 0,-22 32 0,1 0 0,0 0 0,-1 1 0,1-1 0,-1 0 0,1 0 0,0 1 0,-1-1 0,1 1 0,0-1 0,0 0 0,0 1 0,-1-1 0,1 1 0,0 0 0,0-1 0,0 1 0,0 0 0,0-1 0,0 1 0,0 0 0,0 0 0,0 0 0,0 0 0,0 0 0,0 0 0,0 0 0,-1 0 0,1 0 0,0 1 0,0-1 0,0 0 0,0 1 0,0-1 0,0 0 0,0 1 0,-1-1 0,2 2 0,1 0 0,0 1 0,0 0 0,0 1 0,0-1 0,-1 0 0,1 1 0,2 6 0,7 15 0,-1 0 0,-1 1 0,-2 0 0,8 38 0,12 113 0,-27-173 0,28 335-1365,-24-252-5461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6.8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24575,'28'3'0,"-13"-1"0,0 0 0,-1 2 0,1 0 0,0 0 0,-1 2 0,0 0 0,0 0 0,-1 1 0,0 1 0,0 0 0,-1 1 0,0 0 0,0 1 0,-1 0 0,0 1 0,-1 0 0,0 1 0,-1 0 0,0 1 0,-1 0 0,-1 0 0,0 0 0,0 1 0,-2 0 0,0 0 0,0 1 0,-1 0 0,-1 0 0,0-1 0,-2 2 0,1 18 0,-2-14 0,-1 0 0,-1 0 0,0 0 0,-2-1 0,-7 25 0,7-31 0,-1 1 0,-1-1 0,0-1 0,0 1 0,-1-1 0,-1 0 0,0-1 0,-12 14 0,17-18 0,13-9 0,25-14 0,-23 11 0,118-58-1365,-65 30-5461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7.8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6 514 24575,'0'0'0,"0"-1"0,-1 0 0,1-1 0,-2-2 0,0 0 0,4-6 0,11-9 0,21-16 0,23-14 0,20-12 0,16-8 0,8-4 0,0 3 0,-8 5 0,-20 14-8191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8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0,0 0 0,0 3 0,2 11 0,1 20 0,3 26 0,6 25 0,7 21 0,5 14 0,7 6 0,7 0 0,6-10 0,10-14 0,-5-24-8191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8.4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1 184 24575,'0'0'0,"6"-2"0,16-5 0,27-8 0,26-6 0,22-4 0,13 0 0,6 2 0,2 2 0,-5 3 0,-5 3 0,-23 3-8191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8.6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0 24575,'0'0'0,"-1"2"0,0 6 0,-4 13 0,-4 26 0,-1 29 0,1 24 0,4 20 0,4 14 0,7 7 0,4 1 0,5-7 0,-2-27-8191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8:59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0,2 0 0,5 2 0,16 2 0,31 2 0,39 0 0,36-9 0,-5-5-8191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08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1480 23 24575,'-35'-12'0,"19"8"0,-1 1 0,1 1 0,-1 1 0,0 0 0,1 1 0,-1 1 0,0 1 0,1 0 0,-1 1 0,1 1 0,-26 9 0,-8 6 0,0 2 0,-58 35 0,15-1 0,3 4 0,3 4 0,2 3 0,3 4 0,4 4 0,-137 165 0,181-195 0,2 1 0,2 1 0,2 2 0,2 1 0,3 1 0,1 1 0,3 1 0,2 0 0,3 1 0,1 1 0,3 1 0,3-1 0,2 1 0,2 79 0,9-43 0,4 1 0,3-2 0,40 140 0,-15-111 0,4-1 0,63 121 0,-59-151 0,3-2 0,4-2 0,3-3 0,133 145 0,-139-173 0,3-4 0,3-1 0,1-3 0,2-2 0,2-3 0,1-3 0,98 42 0,-127-65 0,1-3 0,0 0 0,1-2 0,0-2 0,0-1 0,55 2 0,-64-8 0,1-1 0,0-1 0,0-1 0,-1-2 0,1-1 0,-1 0 0,0-2 0,-1-1 0,31-16 0,-23 7 0,-1-1 0,-1-1 0,-1-2 0,-1-1 0,30-30 0,-22 15 0,-2-2 0,-2-1 0,30-50 0,-14 8 0,-4-2 0,-3-1 0,47-148 0,-58 138 0,-5-2 0,-4 0 0,-5-2 0,-4 0 0,-4-1 0,-5 0 0,-4 0 0,-24-188 0,11 212 0,-3 0 0,-3 1 0,-4 2 0,-3 0 0,-3 1 0,-4 2 0,-2 1 0,-3 2 0,-4 1 0,-2 2 0,-3 3 0,-56-58 0,68 83 0,-3 3 0,-1 1 0,-1 1 0,-1 2 0,-86-45 0,98 61 0,-1 1 0,0 1 0,-1 2 0,0 1 0,-1 1 0,1 2 0,-1 1 0,-1 2 0,1 1 0,-44 2 0,69 1 0,-40 4 0,44-4 0,1-1 0,-1 1 0,1-1 0,0 1 0,-1 0 0,1 0 0,0 0 0,-1 0 0,1 1 0,0-1 0,0 1 0,0-1 0,0 1 0,0-1 0,-1 3 0,3-3-38,-1 0 0,1 0-1,0 0 1,0 0 0,-1-1 0,1 1-1,0 0 1,0 0 0,0 0 0,0 0-1,0 0 1,1 0 0,-1 0-1,0-1 1,0 1 0,1 0 0,-1 0-1,0 0 1,1 0 0,-1-1 0,0 1-1,1 0 1,0 0 0,-1-1-1,1 1 1,-1 0 0,1-1 0,1 2-1,-1-1-216,10 12-6571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1:59:10.1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1871 393 24575,'-1'-16'0,"-2"-1"0,0 0 0,-1 1 0,-1-1 0,-13-30 0,14 35 0,-3-5 0,-1 0 0,0 1 0,-1 0 0,-1 0 0,0 1 0,-1 0 0,-1 1 0,0 0 0,-28-24 0,29 29 0,-1 1 0,0 1 0,0-1 0,0 2 0,-1 0 0,0 0 0,0 1 0,0 1 0,-1 0 0,1 1 0,-1 0 0,0 1 0,-26 0 0,14 4 0,-1 1 0,1 1 0,-1 1 0,1 1 0,1 2 0,-1 0 0,1 2 0,1 0 0,-45 28 0,12-2 0,2 3 0,-88 79 0,49-28 0,5 3 0,3 5 0,5 2 0,4 5 0,5 2 0,-62 126 0,107-179 0,3 0 0,2 2 0,3 1 0,1 0 0,4 2 0,-8 61 0,18-78 0,1 0 0,2 0 0,2 0 0,2 0 0,2 0 0,1-1 0,3 0 0,1 0 0,21 56 0,-6-40 0,3-1 0,1-1 0,3-2 0,3-1 0,1-2 0,3-1 0,2-2 0,83 73 0,-66-70 0,3-3 0,2-3 0,2-2 0,1-3 0,2-4 0,126 48 0,-142-66 0,0-2 0,1-3 0,1-2 0,0-2 0,0-3 0,1-2 0,-1-2 0,104-13 0,-98 3 0,1-4 0,-2-2 0,0-3 0,-1-2 0,-1-3 0,-1-2 0,89-55 0,-85 40 0,-2-2 0,-2-3 0,-2-2 0,-3-3 0,-1-1 0,-3-3 0,68-99 0,-74 88 0,-2-2 0,-3-1 0,-4-2 0,-2-1 0,-4-2 0,34-148 0,-50 169 0,-3 0 0,-2 0 0,-2-1 0,-3 0 0,-2 1 0,-2-1 0,-17-79 0,11 91 0,-2-1 0,-2 1 0,-1 1 0,-3 1 0,-1 0 0,-1 1 0,-3 1 0,-1 2 0,-46-55 0,25 43 0,-3 1 0,-2 2 0,-2 2 0,-1 3 0,-2 2 0,-1 3 0,-2 2 0,-2 2 0,0 4 0,-69-21 0,40 20 0,-2 4 0,0 5 0,-1 3 0,-1 4 0,0 4 0,-147 9 0,91 10 0,0 8 0,-212 56 0,-273 134 0,607-200 0,16-7 0,1 1 0,0 0 0,0 1 0,-15 10 0,23-14 0,1 0 0,0 1 0,0-1 0,0 0 0,0 1 0,0-1 0,0 1 0,0-1 0,1 1 0,-1-1 0,0 1 0,1 0 0,-1-1 0,1 1 0,0 0 0,0-1 0,-1 1 0,1 0 0,0 0 0,1-1 0,-1 1 0,0 0 0,0-1 0,1 1 0,-1 0 0,1-1 0,-1 1 0,2 2 0,3 23 0,5-36-1365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9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1 0,0 0 0,0 0 0,2 6 0,2 7 0,3 7 0,0 0-8191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9.8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02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1597 92 24575,'-19'-13'0,"1"-1"0,-2 2 0,-28-14 0,37 21 0,-1 1 0,1 0 0,-1 0 0,0 1 0,0 1 0,0 0 0,-1 0 0,-13 1 0,-12 4 0,1 1 0,0 1 0,0 3 0,0 1 0,1 1 0,-43 19 0,10 1 0,2 3 0,-74 49 0,85-45-13,1 4 0,2 1 1,2 3-1,2 2 0,2 2 0,-75 103 0,76-85-20,3 3 0,4 1 0,2 2 0,4 2 0,-32 106 0,39-88 7,3 2-1,5 1 1,5 0 0,3 1 0,5 0 0,4 1-1,4-1 1,4 0 0,5 0 0,33 133-1,-29-171 27,2-1 0,3 0 0,3-2 0,2 0 0,2-2 0,36 51 0,-38-68 0,2-1 0,2-1 0,1-1 0,1-2 0,2-1 0,2-2 0,0-1 0,66 37 0,-42-35 0,0-2 0,2-3 0,1-4 0,1-1 0,1-4 0,0-2 0,103 7 0,-56-14 0,1-5 0,-1-5 0,183-29 0,-268 28 21,-5 1 94,0-1 0,0-1 0,39-13 0,-61 17-112,1 1 0,-1 0-1,1-1 1,-1 1 0,1 0-1,-1-1 1,1 1 0,-1-1-1,0 1 1,1-1 0,-1 1 0,0-1-1,0 1 1,1-1 0,-1 1-1,0-1 1,0 1 0,0-1 0,1 1-1,-1-1 1,0 1 0,0-1-1,0 0 1,0 1 0,0-1-1,0 1 1,0-1 0,0 1 0,0-1-1,-1 0 1,1 1 0,0-1-1,0 1 1,0-1 0,-1 1-1,1-1 1,0 1 0,-1-1 0,-15-23-20,14 21 24,-21-24-7,0 1 0,-2 1 0,0 2 0,-2 0 0,-1 2 0,-46-28 0,-7 3 0,-105-42 0,151 73 0,-4-3 0,-1 1 0,-81-20 0,199 39 0,-30 2 0,0 2 0,0 2 0,-1 2 0,0 2 0,78 32 0,-98-33 0,-1 2 0,0 0 0,-1 2 0,-1 1 0,-1 1 0,0 1 0,-1 0 0,-1 2 0,0 1 0,33 45 0,-45-52 0,0 0 0,-1 1 0,-1 0 0,-1 0 0,0 0 0,0 1 0,-2 0 0,0 0 0,-1 0 0,-1 1 0,1 18 0,-3-10 0,-1-1 0,-2 1 0,0-1 0,-1 0 0,-2 0 0,-15 41 0,3-19 0,-3 0 0,-39 64 0,-60 67 0,18-46-455,-6-4 0,-180 165 0,192-206-6371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8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399 0 24575,'-1'6'0,"1"0"0,-1-1 0,0 1 0,0 0 0,0-1 0,-4 8 0,-4 17 0,-27 119 36,-224 1051-931,239-1061 895,-14 72 0,35-208-50,-1 4-97,0 0 1,-1 0-1,0-1 1,0 1-1,0 0 1,-1-1-1,-4 7 1,0-5-5964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9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21 100 24575,'-6'-15'0,"3"8"0,1-1 0,-1 0 0,1 0 0,0 0 0,0-12 0,2 20 0,0-1 0,0 0 0,0 0 0,0 0 0,1 0 0,-1 1 0,0-1 0,1 0 0,-1 0 0,0 1 0,1-1 0,-1 0 0,1 0 0,-1 1 0,1-1 0,0 1 0,-1-1 0,1 0 0,0 1 0,-1-1 0,1 1 0,0-1 0,-1 1 0,1 0 0,0-1 0,0 1 0,1-1 0,28-4 0,-5 3 0,0 2 0,0 0 0,0 2 0,39 7 0,100 31 0,-159-39 0,60 18-11,-2 2-1,-1 3 1,-1 3-1,-1 2 1,-1 3-1,-2 3 1,-2 2-1,-1 2 1,-2 3-1,58 59 1,-44-29-613,-2 3 0,79 124 1,-52-50-5571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9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70 24575,'0'0'0,"0"-1"0,0-1 0,6-10 0,11-14 0,4-3-8191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9.8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2371 74 24575,'0'-1'0,"-1"0"0,1 0 0,0-1 0,0 1 0,-1 0 0,1-1 0,-1 1 0,1 0 0,-1 0 0,1 0 0,-1-1 0,0 1 0,1 0 0,-2-1 0,-2-2 0,-1 1 0,1 0 0,-1 0 0,0 0 0,1 0 0,-1 1 0,0 0 0,0 0 0,-1 0 0,-5-1 0,-61-9 0,57 11 0,-72-7 0,0 4 0,-141 13 0,-175 44 0,25 28 0,328-66 0,0 1 0,1 3 0,1 2 0,0 3 0,-56 36 0,89-50 0,1 1 0,-1 1 0,2 0 0,0 1 0,0 0 0,1 1 0,1 0 0,0 1 0,1 0 0,-11 25 0,15-28 0,2 1 0,-1 0 0,2 0 0,0 0 0,0 1 0,1-1 0,1 1 0,0 0 0,1-1 0,1 1 0,0-1 0,0 1 0,2-1 0,5 22 0,4-1 0,1-1 0,2 0 0,1-1 0,2 0 0,1-2 0,1 0 0,1-1 0,2-1 0,27 25 0,8 3 0,3-2 0,129 88 0,27-11 0,36 26 0,-213-129 0,-1 2 0,-1 2 0,64 72 0,-88-88 0,-1 1 0,0 1 0,-2 0 0,0 0 0,-1 2 0,-1-1 0,-1 1 0,0 0 0,9 42 0,-15-48 0,0-1 0,-1 1 0,-1 0 0,0 0 0,-1 0 0,0-1 0,-1 1 0,-1 0 0,0-1 0,-1 1 0,0-1 0,-1 0 0,0-1 0,-1 1 0,-1-1 0,-12 18 0,5-11 0,-2 0 0,0-1 0,-1-1 0,-1 0 0,-35 25 0,21-21 0,-1-1 0,-1-2 0,-38 16 0,-6-6 0,0-3 0,-139 26 0,107-32 0,0-4 0,0-6 0,-1-4 0,0-5 0,-155-21 0,223 15-341,0-3 0,1-2-1,-43-17 1,8-4-6485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00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2886 1 24575,'-23'2'0,"-49"7"0,1 4 0,-78 25 0,-138 59 0,-362 165-766,9 28 773,195-86-24,400-183-77,-189 80 308,172-78-892,-116 27 0,147-44-5501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11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0 312 24575,'18'127'0,"-5"-2"0,19 132 0,-24-212 0,2 0 0,2-1 0,27 65 0,-34-97 0,1 0 0,0 0 0,1-1 0,1 0 0,-1 0 0,2-1 0,17 18 0,-20-23 0,0 0 0,0-1 0,1 1 0,0-1 0,-1-1 0,1 1 0,0-1 0,1-1 0,-1 1 0,0-1 0,1 0 0,-1-1 0,1 0 0,12 1 0,-3-3 0,-1-1 0,0-1 0,0 0 0,0-1 0,0 0 0,-1-1 0,1-1 0,-1-1 0,0 0 0,-1-1 0,26-18 0,-4-1 0,-2-1 0,0-1 0,33-40 0,-50 51 0,0-1 0,-1-1 0,-1 0 0,19-35 0,-34 54 0,0 1 0,1 0 0,-1-1 0,0 1 0,1-1 0,-1 1 0,0 0 0,1 0 0,-1-1 0,0 1 0,1 0 0,-1 0 0,1-1 0,-1 1 0,1 0 0,-1 0 0,0 0 0,1 0 0,-1-1 0,1 1 0,-1 0 0,1 0 0,-1 0 0,1 0 0,-1 0 0,1 0 0,-1 0 0,0 0 0,1 1 0,-1-1 0,1 0 0,-1 0 0,1 0 0,-1 0 0,0 1 0,1-1 0,-1 0 0,1 0 0,-1 1 0,0-1 0,1 0 0,-1 1 0,0-1 0,1 0 0,-1 1 0,0-1 0,1 1 0,20 24 0,-14-17 0,5 7 0,1-1 0,1-1 0,0 0 0,30 21 0,-37-29 0,0-2 0,0 1 0,0-1 0,0 0 0,1 0 0,-1-1 0,1 0 0,0 0 0,-1-1 0,1 0 0,0 0 0,0-1 0,0 0 0,15-2 0,-6-2 0,0 0 0,-1-2 0,1 0 0,-1 0 0,-1-2 0,0 0 0,0-1 0,0 0 0,-1-1 0,24-22 0,-7 2 0,-1-2 0,-2 0 0,31-46 0,-21 20 0,-3-1 0,-3-2 0,-2-1 0,-3-2 0,-3 0 0,-3-2 0,-2 0 0,11-81 0,-23 76-1365,-8 57-5461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11.9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24575,'2'1'0,"0"0"0,0 0 0,0 1 0,-1-1 0,1 0 0,0 1 0,-1-1 0,1 1 0,0 0 0,-1-1 0,0 1 0,1 0 0,-1 0 0,1 3 0,1-1 0,12 20 0,-1 1 0,-1 1 0,20 53 0,15 90 0,-32-105 0,39 99 0,-50-151 0,1 1 0,1-1 0,0 0 0,0-1 0,1 0 0,17 18 0,-21-25 0,0 0 0,0-1 0,0 1 0,1-1 0,0 0 0,-1 0 0,1-1 0,0 0 0,1 1 0,-1-1 0,0-1 0,1 1 0,-1-1 0,1 0 0,-1 0 0,1-1 0,-1 0 0,1 0 0,6-1 0,2-1 0,0-2 0,0 0 0,0 0 0,-1-2 0,1 0 0,-1 0 0,0-1 0,-1 0 0,0-1 0,20-18 0,10-11 0,50-58 0,-91 94 0,32-40 0,-26 30 0,2 1 0,-1 0 0,1 0 0,12-9 0,-21 19 0,0-1 0,1 1 0,-1 0 0,0 0 0,1-1 0,-1 1 0,0 0 0,1 0 0,-1 0 0,1-1 0,-1 1 0,0 0 0,1 0 0,-1 0 0,1 0 0,-1 0 0,0 0 0,1 0 0,-1 0 0,1 0 0,-1 0 0,0 0 0,1 0 0,-1 0 0,1 1 0,-1-1 0,0 0 0,1 0 0,-1 0 0,1 0 0,-1 1 0,0-1 0,1 0 0,-1 0 0,0 1 0,0-1 0,1 0 0,-1 1 0,0-1 0,1 0 0,-1 1 0,0-1 0,0 0 0,0 1 0,0-1 0,1 1 0,-1-1 0,0 1 0,6 25 0,-3 37-1365,-4 10-5461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13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257 20 24575,'8'-16'0,"-6"12"0,-8 16 0,-38 77-76,3 2 1,5 2-1,4 2 0,3 0 0,5 2 0,5 1 0,3 0 0,5 1 1,4 1-1,5 0 0,4-1 0,4 1 0,5-1 0,4 0 1,4-2-1,4 0 0,40 101 0,-44-148-6750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18.7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24477,'603'1465'0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36.0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329 1 24527,'-328'2109'0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0.6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630 303 24575,'-3'1'0,"1"0"0,0 0 0,-1 0 0,1 0 0,-1-1 0,1 1 0,-1-1 0,1 1 0,-1-1 0,-4 0 0,-4 1 0,-249 24 0,254-24 0,1 0 0,0 0 0,0 1 0,1-1 0,-1 1 0,0 1 0,0-1 0,1 1 0,0-1 0,-1 1 0,1 0 0,0 1 0,0-1 0,1 1 0,-6 6 0,-3 6 0,1 0 0,-17 32 0,17-28 0,-41 73 0,5 1 0,-39 109 0,84-189 0,7-13 0,19-23 0,177-214 0,-14-20 0,75-95 0,-259 347 0,14-12 0,-16 16 0,0 0 0,-1 0 0,1 0 0,0 1 0,0-1 0,-1 0 0,1 1 0,0-1 0,-1 0 0,1 1 0,-1-1 0,1 1 0,0-1 0,-1 1 0,1-1 0,-1 1 0,0-1 0,1 1 0,-1 0 0,1-1 0,-1 1 0,0 0 0,1-1 0,-1 1 0,0 0 0,0-1 0,1 1 0,-1 0 0,0-1 0,0 1 0,0 0 0,0 0 0,0 0 0,5 27 0,0 0 0,-2 1 0,-1-1 0,-1 1 0,-5 43 0,3-43 0,-44 444 0,8-121 0,28-1 0,11-295 0,17 90 0,-16-127 0,2 0 0,0 0 0,1-1 0,1 1 0,1-1 0,0-1 0,2 1 0,12 17 0,-18-30 0,0 0 0,0 0 0,0-1 0,1 1 0,0-1 0,0 0 0,0 0 0,0-1 0,0 0 0,1 0 0,-1 0 0,1 0 0,0-1 0,0 0 0,0 0 0,0-1 0,0 1 0,1-1 0,-1-1 0,0 1 0,0-1 0,1 0 0,-1-1 0,0 1 0,0-1 0,1-1 0,-1 1 0,0-1 0,6-3 0,8-2 0,-1-2 0,-1-1 0,0 0 0,0-2 0,-1 0 0,0 0 0,23-25 0,3-7 0,-2-2 0,-3-1 0,-1-2 0,52-95 0,-26 23 0,50-137 0,17-113 0,-104 277 0,-4 0 0,9-102 0,-31 166 0,-2 19 0,2 10 0,0 1 0,0 0 0,0 0 0,0 0 0,0 0 0,0 0 0,0 0 0,0 0 0,0 0 0,-1 0 0,1 0 0,0 0 0,0 0 0,0 0 0,0 0 0,0 0 0,0 0 0,0 0 0,-1 0 0,1 0 0,0 0 0,0 0 0,0 0 0,0 0 0,0 0 0,0 0 0,0 0 0,-1 0 0,1 0 0,0 0 0,0 0 0,0 0 0,0 0 0,0 1 0,0-1 0,0 0 0,0 0 0,0 0 0,0 0 0,-1 0 0,1 0 0,0 0 0,0 0 0,0 0 0,0 1 0,0-1 0,0 0 0,0 0 0,0 0 0,0 0 0,0 0 0,0 0 0,0 0 0,0 1 0,0-1 0,0 0 0,0 0 0,0 0 0,0 0 0,0 0 0,0 0 0,0 0 0,0 1 0,-7 19 0,1 1 0,-6 28 0,7-22 0,-95 535 13,28 11-104,49-381-67,-12 105-806,-105 746-626,131-993-3811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1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496 1400 24575,'-4'14'0,"-52"220"-51,10 1 0,-18 288 0,39 479-394,25-989 444,10 214 1,-12-205-6,1-22 10,1-1 1,-1 1-1,0-1 0,0 1 0,1-1 1,-1 1-1,1-1 0,-1 1 0,0-1 1,1 0-1,-1 1 0,1-1 0,-1 0 1,1 1-1,0-1 0,-1 0 0,1 0 1,0 0-1,-1 1 0,1-1 0,0 0 1,0 0-1,0 0 0,0-1 0,-14-38 115,3-2 0,2 1 1,-9-86-1,16 107-97,-16-181-293,13-326-1,63-203-271,38-35 514,2-12 0,-94 744 59,9-131 594,-13 141-526,0-1 0,-2 0 0,-1 1 0,-9-42 0,12 64-98,0 0 0,-1 0 0,1-1 0,0 1 0,0 0 0,-1 0 0,1 0 0,-1 0 0,1 0 0,-1 0 0,1 0 0,-1 0 0,0 0 0,0 0 0,1 0 0,-1 0 0,0 0 0,0 1 0,0-1 0,0 0 0,0 1 0,0-1 0,0 0 0,0 1 0,0-1 0,0 1 0,0 0 0,0-1 0,0 1 0,-1 0 0,1 0 0,0-1 0,0 1 0,-2 0 0,-3 2 0,1-1 0,0 1 0,0 0 0,0 1 0,0-1 0,-7 6 0,8-6 0,-32 21 0,1 1 0,0 2 0,2 1 0,2 2 0,-32 35 0,43-41 0,1 0 0,1 2 0,1 0 0,2 0 0,0 2 0,2 0 0,0 0 0,-9 35 0,19-50 0,0-1 0,1 1 0,0-1 0,1 1 0,1 0 0,0 0 0,0 0 0,1-1 0,0 1 0,1 0 0,4 12 0,-3-15 0,1 0 0,-1-1 0,2 1 0,-1-1 0,1 0 0,0 0 0,1 0 0,0-1 0,0 0 0,1 0 0,-1 0 0,2-1 0,-1 0 0,11 6 0,1-1 0,0-1 0,1-2 0,1 0 0,-1-1 0,1-1 0,0 0 0,1-2 0,-1-1 0,1 0 0,-1-2 0,1 0 0,23-3 0,12-3 0,-1-2 0,0-3 0,78-24 0,-25-3 0,200-97 0,-306 132-47,6-3-141,1 0 0,0 1-1,0 0 1,0 0 0,0 1-1,15-2 1,-2 6-6638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1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560 1 24575,'9'14'0,"14"34"0,-2 0 0,-2 1 0,-3 1 0,-2 1 0,13 82 0,-14-29 0,0 191 0,-37 50 0,15-281 0,-4-1 0,-2 0 0,-32 82 0,35-116 0,-1-1 0,-2 0 0,0-1 0,-2-1 0,-1-1 0,-1 0 0,-39 39 0,46-53 0,1-1 0,-1 1 0,-1-2 0,0 0 0,0 0 0,-1-2 0,0 1 0,0-2 0,-1 0 0,0 0 0,0-2 0,0 0 0,-1 0 0,1-2 0,-1 0 0,-30 0 0,39-2 0,-1-1 0,0 0 0,0-1 0,1 0 0,-1 0 0,1-1 0,0 0 0,-1 0 0,1 0 0,1-1 0,-1 0 0,0-1 0,1 1 0,0-1 0,0-1 0,1 1 0,-1-1 0,1 0 0,0 0 0,1 0 0,-1-1 0,1 0 0,1 1 0,-1-2 0,1 1 0,0 0 0,1-1 0,0 1 0,0-1 0,0 1 0,1-1 0,0-13 0,0-3 0,2 1 0,1-1 0,1 0 0,0 1 0,2-1 0,1 1 0,1 0 0,11-25 0,5-5 0,3 0 0,38-57 0,-29 56-273,3 2 0,2 2 0,3 2 0,62-57 0,-21 34-6553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2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962 1790 24575,'-1'8'0,"-62"474"-184,-29-11-193,-35 222 27,118-616 350,9-77 6,0 0-1,0-1 1,0 1-1,0 0 1,0 0-1,0 0 1,0 0 0,-1 0-1,1 0 1,0 0-1,0 0 1,0 0-1,0 0 1,0 0-1,-1 0 1,1 0-1,0 0 1,0 0-1,0 0 1,0 0 0,0 0-1,-1 0 1,1 0-1,0 0 1,0 0-1,0 0 1,0 0-1,0 0 1,-1 0-1,1 0 1,0 0-1,0 0 1,0 1-1,0-1 1,0 0 0,0 0-1,0 0 1,-1 0-1,1 0 1,0 0-1,0 0 1,0 1-1,0-1 1,0 0-1,0 0 1,0 0-1,0 0 1,-8-17 487,0-10-465,1 0 0,2-1 0,0 0 0,0-56 0,4 62-16,4-510 5,40-1-953,38-191 741,17-185 88,-97 902 104,7-79-4,-4 0 0,-11-148 0,5 220 9,0-1 0,-1 1 1,0-1-1,-2 1 0,-7-19 0,10 28 46,-1 1-1,1-1 0,-1 1 1,0 0-1,0 0 0,-1 0 1,1 0-1,-1 0 0,0 1 1,0-1-1,0 1 0,0 0 0,0 1 1,-1-1-1,1 1 0,-1-1 1,0 1-1,-6-1 0,-1 0-20,1 2-1,0-1 1,-1 1-1,1 1 1,-1 0-1,1 1 1,-1 0 0,1 1-1,0 0 1,-19 6-1,-5 4-5,-67 34-1,51-20-20,1 3 0,1 1 0,1 3 0,2 2 0,2 2 0,-59 63 0,92-88 0,1 0 0,1 0 0,0 1 0,0 0 0,2 1 0,-10 21 0,15-32 0,1 1 0,0 0 0,0 0 0,0-1 0,0 1 0,0 0 0,1 0 0,0 0 0,0 0 0,0 0 0,0 0 0,1 0 0,-1-1 0,1 1 0,0 0 0,0 0 0,1 0 0,-1-1 0,1 1 0,-1-1 0,1 1 0,0-1 0,1 0 0,-1 0 0,0 0 0,1 0 0,0 0 0,0 0 0,0-1 0,5 4 0,3 1 0,0 0 0,1-1 0,0-1 0,0 0 0,1 0 0,-1-2 0,1 1 0,0-1 0,15 1 0,19 0 0,55-2 0,-101-2 0,122-6-455,0-6 0,170-36 0,-244 37-6371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2.8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1 560 24575,'339'-68'0,"-236"51"0,1306-192-1036,9 38 1197,-1162 142-230,262-30-1139,-456 53-4831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3.7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871 116 24575,'0'-6'0,"0"-1"0,0 1 0,-1 0 0,0 0 0,0 0 0,0 0 0,-1 0 0,0 0 0,0 1 0,0-1 0,-5-7 0,5 10 0,-1 0 0,1 0 0,-1 0 0,0 1 0,0-1 0,0 1 0,0 0 0,0 0 0,0 0 0,0 0 0,-1 0 0,1 1 0,-1 0 0,0-1 0,1 1 0,-1 1 0,0-1 0,0 0 0,-7 1 0,-3 0 0,0 1 0,0 0 0,0 1 0,0 1 0,0 0 0,0 1 0,1 0 0,0 1 0,0 1 0,0 0 0,0 1 0,-12 9 0,-1 1 0,1 2 0,0 1 0,2 1 0,-30 33 0,46-46 0,0-1 0,0 0 0,0 1 0,1 0 0,0 0 0,1 1 0,-1 0 0,2 0 0,-1 0 0,-4 15 0,9-24 0,0 1 0,-1 0 0,1 0 0,0 0 0,0 0 0,0 0 0,0 0 0,0 0 0,0 0 0,0 0 0,1 0 0,-1 0 0,0 0 0,0 0 0,1 0 0,-1 0 0,1-1 0,-1 1 0,1 0 0,-1 0 0,1 0 0,-1-1 0,1 1 0,0 0 0,-1-1 0,1 1 0,1 0 0,0 1 0,0-1 0,1 0 0,-1-1 0,0 1 0,1 0 0,-1-1 0,1 1 0,-1-1 0,1 0 0,3 0 0,8-1 0,0 0 0,26-7 0,-37 8 0,148-48 0,-50 14 0,-95 32 0,0 1 0,0-1 0,1 1 0,-1 0 0,0 0 0,1 0 0,-1 1 0,1 0 0,-1 1 0,0-1 0,1 1 0,-1 1 0,9 2 0,-12-3 0,0 1 0,0 0 0,0 0 0,0 0 0,0 1 0,0-1 0,-1 1 0,1-1 0,-1 1 0,0 0 0,0 0 0,0 0 0,0 0 0,0 0 0,-1 1 0,1-1 0,-1 0 0,0 1 0,0-1 0,0 1 0,0 0 0,-1-1 0,1 1 0,-1-1 0,0 6 0,-1 14 0,-1 0 0,-1 0 0,-1 0 0,-1 0 0,-1 0 0,-1-1 0,-13 28 0,-14 31 0,-4 0 0,-4-3 0,-2-1 0,-5-2 0,-2-3 0,-4-2 0,-2-2 0,-95 86 0,24-50 0,112-92 0,0-1 0,-2-1 0,1 0 0,-1-1 0,-37 12 0,54-21 0,-1 1 0,1-1 0,0 1 0,0-1 0,-1 0 0,1 1 0,0-1 0,-1 0 0,1 0 0,0 0 0,-1 0 0,1 0 0,0 0 0,-1-1 0,1 1 0,0 0 0,0-1 0,-1 1 0,1-1 0,0 1 0,0-1 0,0 0 0,0 1 0,-3-3 0,4 2 0,-1-1 0,0 1 0,1-1 0,-1 1 0,0-1 0,1 0 0,0 1 0,-1-1 0,1 0 0,0 1 0,0-1 0,0 0 0,0 0 0,0 1 0,1-1 0,0-2 0,2-10 0,1 0 0,1 1 0,9-21 0,-12 31 0,15-34 0,2 1 0,2 1 0,1 1 0,1 1 0,41-44 0,-52 64 0,0 0 0,2 1 0,-1 0 0,1 2 0,1-1 0,0 2 0,1 0 0,-1 1 0,2 0 0,-1 1 0,1 1 0,0 1 0,0 0 0,36-4 0,-31 8 0,0 1 0,0 1 0,0 1 0,0 1 0,0 1 0,0 1 0,-1 1 0,29 12 0,12 9 0,81 51 0,-42-22 0,-81-45-682,39 13-1,-28-15-6143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4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363 0 24575,'0'0'0,"0"0"0,-2 5 0,-116 473 0,94-361 0,-47 237 0,-23 103 0,89-435-117,3-12-22,0 0 1,0 0-1,-1 0 0,0 0 1,-1-1-1,0 1 0,0-1 1,-8 11-1,0-8-6687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4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0 339 24575,'9'-6'0,"44"-17"0,1 3 0,1 1 0,67-12 0,-66 17 0,462-105 134,-99 26-1633,-367 80-5327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32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369 5251 24575,'209'0'-34,"766"-12"-939,1138-156-173,-9-100 204,-1942 247 935,1062-152 963,-572 79-195,-616 89-379,0-2 0,42-14-1,-60 15-341,0-1 0,0-2 0,0 1 0,-1-2 0,29-22 0,-15 6-40,0-2 0,-2-2 0,-2 0 0,46-67 0,75-156 0,-61 75-339,114-338 0,-10-215 79,-98 112 260,-84 493 0,-6 0 0,-26-244 0,14 306-17,-3 2 0,-3 0-1,-2 0 1,-4 2 0,-50-107-1,48 125 6,-1 0 1,-3 2-1,-1 0 0,-2 2 0,-2 1 1,-1 2-1,-2 1 0,-51-38 0,23 28 18,-3 3 0,-2 2 0,-1 4 0,-1 2 0,-2 4 0,-115-31 0,29 21-411,-1 7 1,-181-12 0,-528 18 147,-3 65 299,667-27-61,-295 12 19,-738 58 0,981-49-116,1 10 1,2 12-1,3 11 1,3 11 0,-296 136-1,-25 70 65,398-184 375,-191 146-1,302-199-264,2 3-1,2 2 0,-89 108 1,107-110-46,3 2 1,1 1-1,3 2 0,2 0 1,-24 68-1,14-6 56,5 1 0,5 2-1,5 0 1,-8 143 0,17 491 74,94 616 704,-75-1303-775,-3-23 160,2 1 0,2-1 1,14 52-1,-20-94-232,1 0 0,-1 1 0,1-1 0,-1 1 0,1-1 0,0 0 0,-1 0 0,1 1 0,0-1 0,0 0 0,0 0 0,0 0 0,0 0 1,0 0-1,0 0 0,0 0 0,1 0 0,-1-1 0,0 1 0,0 0 0,1-1 0,-1 1 0,0-1 0,1 1 0,-1-1 0,2 1 0,3-1 0,0 0 0,0 0 0,0-1 0,0 1 0,8-3 0,-9 2 0,61-15-434,0-3 0,84-36 0,-147 54 371,111-44-6763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34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422 0 24575,'0'0'0,"0"0"0,-4 10 0,-110 458 0,-15 51 0,74-334 0,-54 223 0,108-403 0,-2 10 0,0 0 0,2 0 0,-1 0 0,2 1 0,1 16 0,-1-29 0,0-1 0,1 1 0,-1-1 0,1 0 0,-1 1 0,1-1 0,0 0 0,0 1 0,0-1 0,0 0 0,0 0 0,1 0 0,-1 0 0,1 0 0,-1 0 0,1-1 0,0 1 0,0 0 0,0-1 0,-1 1 0,1-1 0,1 0 0,-1 1 0,0-1 0,0 0 0,0 0 0,1-1 0,-1 1 0,0 0 0,1-1 0,-1 1 0,1-1 0,-1 0 0,0 0 0,1 0 0,-1 0 0,1 0 0,-1-1 0,0 1 0,3-1 0,15-4 0,-1 0 0,0-1 0,-1 0 0,1-2 0,-1 0 0,-1-1 0,19-12 0,113-88 0,-78 49-455,-3-3 0,69-81 0,-66 59-6371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34.9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0 370 24575,'0'0'0,"2"-1"0,6-1 0,19-5 0,26-9 0,29-11 0,24-7 0,17-7 0,10-3 0,3 1 0,-4 4 0,-6 5 0,-9 7 0,-12 5 0,-13 3 0,-21 5-8191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35.2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1 263 24575,'0'0'0,"2"-1"0,9-5 0,14-8 0,19-7 0,18-8 0,14-5 0,10-1 0,5 0 0,-1 4 0,-8 5 0,-17 7 0,-21 7-8191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35.3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1 187 24575,'0'0'0,"0"0"0,0 0 0,0 0 0,0 0 0,0 0 0,0 0 0,0 0 0,6 0 0,18-3 0,22-8 0,24-11 0,22-16 0,13-18 0,-11-1-8191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3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24575,'2'19'0,"22"241"0,44 300 0,-53-486 0,2-1 0,4 0 0,3-2 0,3 0 0,51 94 0,-74-160 0,7 16 0,27 35 0,-35-52 0,0 0 0,0 0 0,0-1 0,0 1 0,1-1 0,0 0 0,0 0 0,-1 0 0,2-1 0,-1 1 0,0-1 0,0 0 0,1 0 0,-1-1 0,8 2 0,-9-3 0,-1 0 0,1 0 0,-1 0 0,1 0 0,-1-1 0,1 1 0,-1-1 0,1 0 0,-1 0 0,0 0 0,1 0 0,-1 0 0,0 0 0,0-1 0,0 1 0,0-1 0,0 0 0,0 1 0,3-4 0,2-5 0,1 1 0,-2-1 0,7-10 0,-10 14 0,37-70 0,-3-1 0,-3-3 0,-4 0 0,-3-2 0,16-92 0,-36 147 0,-4 14 0,0 1 0,0-1 0,-2 1 0,1-1 0,-1 0 0,-2-18 0,23 146 0,67 207 0,-47-184 0,212 805-665,-212-742 670,-8 2-1,12 360 1,-45-486-6,-3 1 0,-4-1 0,-24 116 0,29-186 47,-1 1 0,0-1 0,-1 0 0,0 0 0,0 0 0,-7 13 1,8-18-32,0 0 1,0 0 0,0 0-1,0 0 1,-1 0 0,1 0-1,0-1 1,-1 1-1,1-1 1,-1 0 0,1 1-1,-1-1 1,0 0 0,0-1-1,0 1 1,1 0 0,-1-1-1,0 0 1,0 1 0,-4-1-1,-10-1-14,1 0-1,-1-1 0,1-1 1,0 0-1,0-2 0,0 1 0,1-2 1,0 0-1,0-1 0,0 0 1,1-1-1,0-1 0,-20-16 1,17 11-1,2 0 0,0-1-1,0 0 1,2-1 0,0-1 0,1 0 0,0-1 0,2 0 0,0-1 0,-10-26 0,9 11 1,2 0 1,1-1-1,2 0 0,1-1 0,2 1 0,2-1 0,1 0 0,5-37 1,5-9-46,4 2 1,34-115-1,2 40-171,7 2-1,107-206 0,-67 180 240,185-253 0,-182 305-1269,-72 96-4982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6.1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257 520 24575,'-19'2'0,"17"-2"0,1 0 0,-1 0 0,0 0 0,0 0 0,1 0 0,-1 1 0,0-1 0,0 1 0,1-1 0,-1 1 0,0-1 0,-2 3 0,-2 2 0,0 0 0,0 0 0,0 1 0,1 0 0,0 0 0,0 1 0,1-1 0,0 1 0,-6 12 0,10-19 0,-25 50 0,2 1 0,3 1 0,1 0 0,3 2 0,-10 61 0,15-53 0,3 0 0,3 1 0,2 0 0,8 85 0,-2-117 0,1-1 0,2 1 0,1-1 0,1-1 0,20 49 0,-23-67 0,1-1 0,0 0 0,0 0 0,1-1 0,0 0 0,0 0 0,1 0 0,9 7 0,-11-12 0,0 1 0,0-1 0,1 0 0,0-1 0,-1 1 0,1-1 0,0-1 0,1 1 0,-1-1 0,0-1 0,1 1 0,-1-1 0,11 0 0,-3-1 0,-1-1 0,0-1 0,0 0 0,0-1 0,0 0 0,0-1 0,-1-1 0,0 0 0,25-14 0,-10 2 0,0-1 0,-1-1 0,31-29 0,-28 20 0,-1-2 0,-1-1 0,-2-1 0,-1-2 0,-2 0 0,-1-1 0,-2-2 0,-1 0 0,-2-1 0,-2 0 0,17-67 0,-25 77 0,-2-1 0,-2 0 0,0 0 0,-2 0 0,-1 0 0,-1 0 0,-8-45 0,4 51 0,-1 1 0,-1-1 0,0 1 0,-2 1 0,-1-1 0,0 2 0,-2-1 0,0 2 0,-1-1 0,-20-20 0,8 13 0,-1 1 0,-2 2 0,0 1 0,-2 1 0,0 1 0,-2 2 0,-37-17 0,24 15 0,-1 2 0,-1 3 0,-1 1 0,-85-14 0,123 28 0,-15-3 0,18 2 0,9-1 0,342-107 0,-286 93 0,112-30 0,291-43 0,-433 86 0,1 2 0,0 1 0,0 2 0,0 0 0,51 10 0,-67-8 0,0 1 0,-1 0 0,1 1 0,-1 0 0,0 1 0,0 0 0,0 1 0,-1 1 0,0 0 0,-1 0 0,0 1 0,0 0 0,-1 1 0,15 18 0,-7-3 0,-1 1 0,-2 1 0,0 0 0,-2 1 0,-1 0 0,11 45 0,-4 3 0,9 107 0,-16-51 8,-5-1 1,-16 173-1,-64 257-315,-39-44-1050,82-414 1247,-3-1 1,-91 184-1,105-249 95,-1 0 0,-3-1 1,-43 51-1,58-76 15,-1-1 0,0 0 1,0 0-1,-1-1 0,0-1 1,-1 0-1,0 0 0,0-1 0,-1-1 1,0 0-1,0-1 0,0 0 1,-1-1-1,-16 3 0,21-6 78,1 0-1,-1-1 1,0 0-1,0 0 1,0-1-1,1 0 1,-1-1-1,0 0 1,1 0-1,0-1 0,-1 0 1,1 0-1,-13-8 1,11 4-8,0 0 1,0 0-1,1-1 1,0-1-1,0 0 1,1 0 0,1 0-1,-14-21 1,7 3-33,0-1-1,2-1 1,1 0 0,1 0 0,2-1 0,0 0 0,-2-32 0,2-12-58,4-1-1,3 0 1,3 1-1,3-1 1,19-92-1,2 45-174,5 2 1,63-161-1,-59 194 249,93-165 1,-105 214-249,1 2 1,2 1-1,1 1 0,2 1 0,2 1 0,51-41 0,-11 24-6042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08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24575,'-1'214'0,"8"380"0,-6-559 0,10 115 0,-9-134 0,1 0 0,1 0 0,0 0 0,1-1 0,1 0 0,13 27 0,-18-39 0,1-1 0,0 1 0,-1-1 0,1 0 0,0 1 0,0-1 0,0 0 0,1 0 0,-1 0 0,0 0 0,1-1 0,-1 1 0,1-1 0,0 1 0,-1-1 0,1 0 0,0 0 0,4 1 0,-3-2 0,1 0 0,-1 1 0,1-2 0,-1 1 0,0 0 0,1-1 0,-1 0 0,0 0 0,0 0 0,0-1 0,6-2 0,6-4 0,1-2 0,-2 0 0,1-1 0,21-20 0,13-16 0,-2-2 0,83-108 0,-129 154 0,0 0 0,0 0 0,1 0 0,-1 0 0,1 1 0,0-1 0,0 1 0,0 0 0,0-1 0,0 2 0,0-1 0,1 0 0,-1 1 0,0-1 0,7-1 0,-1 2 0,0 1 0,0 0 0,0 0 0,0 1 0,12 2 0,-20-3 0,20 2 0,0 0 0,1-2 0,-1 0 0,0-2 0,1 0 0,-1-1 0,0-1 0,-1-1 0,31-11 0,-25 5 0,-1-1 0,-1-1 0,0-1 0,0-1 0,-2-1 0,37-32 0,-29 17 0,-1 0 0,-1-2 0,-2-1 0,-1-1 0,-2-1 0,-1-1 0,-2-2 0,-2 1 0,19-60 0,-32 84-120,-2 7-18,0-1-1,-1 0 1,0 0 0,0 0-1,-1 0 1,0 0 0,0-1-1,-1-13 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08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1 24575,'4'32'0,"-5"16"0,-12 78 0,4-51 0,-4 46-117,-6 42-507,4 251 0,19-346-6202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2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4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24575,'0'0'0,"0"16"0,1 567 0,-1 491 0,-1-1010 0,3 270 0,3-227 0,20 114 0,-23-203-114,-1-11-11,0 0 0,0 0 0,0 0 0,1 0 0,0-1 0,1 1-1,-1-1 1,1 1 0,4 6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4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 24575,'0'0'0,"0"0"0,0-1 0,0 0 0,0 0 0,0 1 0,0-1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4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1632 24575,'16'-5'0,"-1"0"0,0-1 0,-1 0 0,1-1 0,15-11 0,65-50 0,-72 50 0,48-40 0,-1-4 0,-4-2 0,-2-4 0,-3-2 0,-4-2 0,-2-3 0,-4-3 0,-4-1 0,60-137 0,-87 167 0,-2 0 0,21-99 0,-35 126 0,-1-1 0,0 1 0,-2-1 0,-1 1 0,0-1 0,-2 0 0,-1 1 0,0 0 0,-9-30 0,8 43 0,1 0 0,-1 0 0,-1 1 0,1-1 0,-2 1 0,1 0 0,-1 0 0,0 1 0,-1 0 0,1 0 0,-1 0 0,-1 1 0,1 0 0,-1 0 0,0 1 0,-1 0 0,1 0 0,-1 1 0,0 0 0,0 1 0,0 0 0,-1 0 0,1 1 0,-11-1 0,-3 0 0,-1 1 0,1 2 0,-1 0 0,1 1 0,0 2 0,0 0 0,0 1 0,-44 15 0,41-10 0,1 2 0,0 0 0,0 2 0,1 0 0,1 2 0,0 0 0,1 2 0,1 0 0,0 2 0,-22 26 0,32-32 0,1 0 0,0 0 0,1 1 0,1 0 0,0 1 0,1-1 0,1 2 0,0-1 0,1 1 0,0 0 0,1 0 0,1 0 0,1 0 0,1 1 0,0-1 0,1 0 0,0 1 0,5 24 0,-1-21 0,2 1 0,0-1 0,1 0 0,1 0 0,1-1 0,1 0 0,0-1 0,2 0 0,22 28 0,7 0 0,2-1 0,53 41 0,196 137-571,19-20-4,92 64 462,-361-236 109,-2 0 1,-1 3-1,42 47 1,-68-66 3,-1 0 0,-1 1 1,-1 0-1,16 33 0,-22-38 0,0 0 0,0 0 0,-1 1 0,0-1 0,-1 1 0,-1 0 0,1 0 0,-2 21 0,-1-23 47,0 1 1,-1 0-1,-1-1 0,1 1 1,-2-1-1,1 0 1,-1 0-1,-1 0 1,-10 17-1,5-13 37,0-1 0,0-1 1,-1 1-1,-1-2 0,-24 20 0,5-10-37,-1-1-1,-1-1 1,-1-2-1,0-1 1,-37 11 0,10-8-137,-1-2-1,-1-3 1,-1-3 0,0-3 0,0-2 0,-1-4 0,1-2 0,-1-3 0,1-2 0,0-4-1,1-2 1,0-3 0,1-3 0,-77-31 0,17-8-6736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09.2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24575,'1'13'0,"5"72"0,5 0 0,3-1 0,3-1 0,56 156 0,-60-204 0,1 0 0,2-1 0,1 0 0,23 33 0,-33-57 0,1 1 0,0-1 0,0-1 0,1 0 0,0 0 0,1 0 0,0-2 0,0 1 0,1-1 0,0 0 0,0-1 0,0-1 0,1 0 0,0 0 0,20 5 0,-14-8 0,1 0 0,-1-2 0,0 0 0,0-1 0,0 0 0,0-2 0,0 0 0,0-1 0,0-1 0,-1 0 0,0-1 0,0-1 0,26-15 0,-17 7 0,1-1 0,-2-2 0,0 0 0,-2-2 0,0-1 0,-1 0 0,25-33 0,-20 15 0,-27 39 0,0 0 0,0 0 0,0 0 0,0 0 0,0 0 0,0-1 0,0 1 0,0 0 0,0 0 0,0 0 0,1 0 0,-1 0 0,0 0 0,0 0 0,0 0 0,0 0 0,0 0 0,0 0 0,0 0 0,0 0 0,0 0 0,1 0 0,-1 0 0,0-1 0,0 1 0,0 0 0,0 0 0,0 0 0,0 0 0,0 0 0,1 0 0,-1 1 0,0-1 0,0 0 0,0 0 0,0 0 0,0 0 0,0 0 0,0 0 0,0 0 0,1 0 0,-1 0 0,0 0 0,0 0 0,0 0 0,0 0 0,0 0 0,0 0 0,0 1 0,0-1 0,0 0 0,0 0 0,0 0 0,1 0 0,3 10 0,2 16 0,-6-25 0,9 53 0,-2-11 0,23 75 0,-30-115 0,1-1 0,0 0 0,-1 0 0,1 0 0,0 0 0,0 0 0,0 0 0,1 0 0,-1 0 0,1 0 0,-1 0 0,1-1 0,-1 1 0,1-1 0,0 1 0,0-1 0,-1 1 0,1-1 0,0 0 0,0 0 0,1 0 0,1 1 0,-1-2 0,0 0 0,0 0 0,0 0 0,0 0 0,0 0 0,0-1 0,0 0 0,0 1 0,0-1 0,0 0 0,0 0 0,-1 0 0,1-1 0,4-2 0,8-6 0,-1-1 0,0-1 0,0 0 0,16-20 0,7-12 0,-1-1 0,-3-2 0,-2-1 0,-2-2 0,-2-1 0,-3 0 0,-1-2 0,-3-1 0,21-92 0,-35 107-1365,-3 12-5461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09.6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24575,'34'3'0,"-1"1"0,1 1 0,-1 2 0,36 12 0,-46-12 0,25 5 0,-2 3 0,1 2 0,86 45 0,-117-53 0,-1 2 0,1 0 0,-2 0 0,1 2 0,21 24 0,-28-27 0,-1 0 0,1 1 0,-2 0 0,1 0 0,-2 1 0,1 0 0,-2 0 0,1 0 0,2 18 0,-3-8 0,-2 1 0,0 0 0,-2 0 0,0 0 0,-2 0 0,0 0 0,-2-1 0,-9 36 0,-10 16 0,-37 80 0,60-152 0,-1-1 0,0 0 0,0 0 0,1 1 0,-1-1 0,1 1 0,-1-1 0,1 1 0,-1-1 0,1 0 0,0 1 0,0-1 0,0 1 0,0-1 0,0 1 0,0-1 0,0 1 0,0-1 0,1 1 0,-1-1 0,1 1 0,-1-1 0,1 0 0,-1 1 0,1-1 0,0 0 0,-1 1 0,1-1 0,0 0 0,0 0 0,0 0 0,0 0 0,0 1 0,0-2 0,1 1 0,-1 0 0,3 1 0,3 1 0,0-1 0,0 0 0,1-1 0,-1 0 0,1 0 0,13 0 0,21-2 28,-1-1 0,1-2 1,63-14-1,118-43-1506,-86 16-5348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6.8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1799 25 24575,'-28'-17'0,"15"14"0,-1 1 0,1 1 0,-1 0 0,1 0 0,-1 1 0,1 1 0,-1 1 0,1-1 0,0 2 0,-19 6 0,-11 4 0,-77 38 0,55-18 0,2 3 0,2 2 0,1 3 0,2 3 0,-68 66 0,86-71 0,2 2 0,2 1 0,2 2 0,1 1 0,3 2 0,1 1 0,-33 79 0,50-93 0,1 0 0,1 1 0,2 0 0,1 0 0,2 1 0,2 0 0,1 0 0,2 0 0,1 0 0,2 0 0,1 0 0,2-1 0,2 0 0,1 0 0,1 0 0,2-1 0,20 39 0,7 1-55,3-2 0,3-1 0,68 82 0,183 181-695,-108-129 753,-150-161-3,-1 1 0,61 98 0,-90-129 0,0 1 0,-1 0 0,-1 0 0,0 0 0,-1 1 0,-1 0 0,0 0 0,-1 0 0,-1 0 0,-1 1 0,0-1 0,-1 1 0,0-1 0,-2 1 0,-3 19 0,-2-15 0,0-1 0,-1 0 0,-1 0 0,-1-1 0,-1 0 0,-1 0 0,0-2 0,-1 1 0,-1-1 0,0-1 0,-2-1 0,-25 21 0,-1-4 0,-1-1 0,-1-2 0,-2-2 0,-50 20 0,24-15-4,-2-3 1,-1-4-1,-148 31 1,171-47 28,-1-3 0,0-2 0,1-2 0,-1-2 0,0-2 0,-94-18 0,125 15 68,1 0 1,0-2-1,1 0 0,-1-2 0,1 0 0,1-1 1,-19-13-1,27 15-89,0 0 1,1-1 0,1 0-1,-1 0 1,1-1 0,1-1-1,0 1 1,0-1 0,1-1-1,0 1 1,1-1 0,-8-23-1,7 11-345,1-1 0,2 0-1,-4-50 1,7-79-6480,1 153 6815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7.1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1539 0 24575,'0'0'0,"-3"7"0,-278 483-53,220-392-82,-240 377-842,-275 463 1012,503-807-428,7 2 1,-84 239 0,123-275-5492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7.4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264 1 24575,'-29'419'11,"-34"-8"-108,51-341 36,-107 739-637,94-566 24,9 326 1,21-467-5326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0:58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1917 24575,'0'-2'0,"0"0"0,0 0 0,0-1 0,1 1 0,-1 0 0,1 0 0,-1 0 0,1-1 0,0 1 0,0 0 0,0 0 0,0 0 0,2-2 0,26-24 0,-26 26 0,46-36 0,1 2 0,72-37 0,123-51 0,-221 113 0,682-297 0,-700 305 0,33-12 0,1 1 0,1 2 0,49-8 0,-80 18 0,0 1 0,0 0 0,0 1 0,0 0 0,0 0 0,0 1 0,0 0 0,0 1 0,0 0 0,-1 0 0,1 1 0,0 1 0,-1-1 0,0 2 0,0-1 0,0 1 0,-1 1 0,1-1 0,7 8 0,-6-2 0,0 1 0,0 0 0,-1 0 0,-1 1 0,0 0 0,-1 1 0,0 0 0,-1 0 0,6 20 0,1 15 0,12 77 0,7 227 0,-16-123 0,6-84 0,-19-130 0,1-1 0,1 0 0,1 0 0,0 0 0,1-1 0,0 0 0,10 14 0,-15-24 0,1-1 0,0 1 0,0-1 0,0 0 0,0 0 0,0 0 0,0 0 0,1 0 0,0-1 0,-1 1 0,1-1 0,0 0 0,0 0 0,0-1 0,1 1 0,-1-1 0,0 0 0,0 0 0,1 0 0,-1-1 0,1 0 0,-1 1 0,0-2 0,1 1 0,-1 0 0,1-1 0,-1 0 0,0 0 0,0 0 0,1 0 0,-1-1 0,0 0 0,6-3 0,8-5 0,-1-1 0,0 0 0,-1-1 0,-1-1 0,28-29 0,-12 9 0,-1-1 0,-1-2 0,-3-1 0,-1 0 0,23-48 0,-42 74 0,-5 7 0,-1 7 0,0 19 0,2-13 0,0 1 0,0-1 0,0 0 0,1 0 0,1 0 0,0 0 0,0-1 0,0 1 0,1-1 0,0 0 0,1-1 0,0 1 0,0-1 0,1 0 0,0-1 0,0 1 0,0-1 0,1-1 0,0 1 0,0-1 0,0-1 0,0 0 0,1 0 0,13 4 0,-1-1 0,0-2 0,0 0 0,0-2 0,0 0 0,1-1 0,-1-2 0,1 0 0,-1-1 0,41-7 0,-27 0 0,-2-2 0,1-2 0,-2 0 0,1-3 0,-2 0 0,0-2 0,-1-1 0,-1-2 0,0-1 0,-2-1 0,39-40 0,-34 29 0,-2-2 0,-1 0 0,-2-2 0,-2-2 0,-1 0 0,-2-1 0,-2-2 0,21-62 0,-32 79 0,-2 0 0,-2 0 0,0-1 0,-1 0 0,-2 0 0,0-1 0,-4-32 0,1 50 0,0 0 0,-1-1 0,0 1 0,0 0 0,-1 0 0,-1 1 0,1-1 0,-1 1 0,-1-1 0,-6-9 0,6 13 0,0 0 0,1 0 0,-1 0 0,-1 0 0,1 1 0,-1 0 0,0 0 0,0 1 0,0-1 0,0 1 0,0 1 0,-1-1 0,1 1 0,-1 0 0,-10-1 0,-1 1 0,0 0 0,0 2 0,1 0 0,-1 1 0,0 1 0,0 1 0,0 0 0,1 1 0,0 1 0,0 1 0,-26 11 0,10 0 0,0 1 0,0 1 0,2 2 0,-46 39 0,43-30 0,2 1 0,1 2 0,2 1 0,1 2 0,1 1 0,-32 60 0,47-74 0,1-1 0,1 2 0,1-1 0,1 1 0,1 0 0,2 1 0,0 0 0,1 0 0,2 0 0,0 0 0,2 0 0,1 1 0,4 28 0,-2-41 0,0 1 0,1 0 0,0-1 0,1 0 0,1 0 0,0-1 0,1 1 0,0-1 0,1-1 0,0 1 0,1-1 0,0-1 0,0 0 0,1 0 0,1-1 0,0 0 0,0 0 0,1-2 0,0 1 0,0-1 0,0-1 0,1 0 0,0-1 0,0-1 0,1 0 0,-1 0 0,1-2 0,0 1 0,0-2 0,0 0 0,0 0 0,0-2 0,0 0 0,0 0 0,17-4 0,-12 0-1,0 0 0,0-1-1,-1-1 1,1-1 0,-1 0-1,30-20 1,-23 11 7,0-2 0,-2-1-1,39-41 1,-19 10-51,-4-1-1,-1-2 0,46-89 1,-35 43-107,-3-3 1,-6-2-1,-3-2 1,-6-1-1,21-132 1,-26 70 173,-8 0 0,-6-293 0,-31 207-22,6 201 0,13 55 0,0-1 0,0 0 0,0 1 0,0-1 0,0 1 0,0-1 0,0 1 0,-1-1 0,1 0 0,0 1 0,0-1 0,-1 1 0,1-1 0,0 1 0,-1-1 0,1 1 0,0 0 0,-1-1 0,1 1 0,-1-1 0,1 1 0,-1 0 0,1-1 0,-1 1 0,1 0 0,-1 0 0,1-1 0,-1 1 0,1 0 0,-1 0 0,0 0 0,1 0 0,-1-1 0,1 1 0,-1 0 0,0 0 0,1 0 0,-1 1 0,1-1 0,-1 0 0,0 0 0,1 0 0,-1 0 0,1 0 0,-1 1 0,1-1 0,-1 0 0,1 0 0,-1 1 0,1-1 0,-1 0 0,1 1 0,-1-1 0,1 1 0,0-1 0,-1 1 0,-4 5 0,1 0 0,0-1 0,0 1 0,-4 10 0,-15 37 0,2 0 0,2 2 0,3 0 0,-13 77 0,-15 241 0,32-204 0,9 1 0,6 0 0,34 216 0,-28-333 37,2 0 0,3-1 0,2 0 0,2-1 0,2-1 0,3-1 0,36 59 0,-41-80 18,2 0 0,1-1 0,1-2 0,1 0 0,1-1 0,1-1 0,1-1 0,1-2 0,1-1 0,1-1 0,1-1 0,54 22 0,-37-22-737,59 12-1,41 0-6143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10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74 24575,'-4'-8'0,"-2"-4"0,6 12 0,0 0 0,0 0 0,0 0 0,0 0 0,0 0 0,0-1 0,0 1 0,0 0 0,0 0 0,0 0 0,-1 0 0,1 0 0,0 0 0,0 0 0,0 0 0,0 0 0,0-1 0,0 1 0,0 0 0,0 0 0,-1 0 0,1 0 0,0 0 0,0 0 0,0 0 0,0 0 0,0 0 0,0 0 0,0 0 0,-1 0 0,1 0 0,0 0 0,0 0 0,0 0 0,0 0 0,0 0 0,0 0 0,-1 0 0,1 0 0,0 0 0,0 0 0,0 0 0,0 0 0,0 1 0,0-1 0,0 0 0,-1 0 0,1 0 0,0 0 0,0 0 0,0 0 0,0 0 0,0 0 0,0 0 0,0 1 0,0-1 0,0 0 0,0 0 0,0 0 0,0 0 0,0 0 0,0 0 0,0 0 0,0 1 0,-4 6 0,2 1 0,-1 0 0,1 0 0,0-1 0,1 1 0,-1 11 0,-1 6 0,-9 78 0,1 114 0,12-170 0,1 1 0,3-2 0,1 1 0,24 85 0,-27-121 0,1 0 0,1 0 0,0 0 0,0-1 0,1 0 0,0 0 0,1 0 0,13 15 0,-16-21 0,0 0 0,0-1 0,1 1 0,0-1 0,0 0 0,0 0 0,0 0 0,0-1 0,0 0 0,1 0 0,-1 0 0,1-1 0,0 1 0,-1-2 0,1 1 0,0 0 0,0-1 0,-1 0 0,8-1 0,3-2 0,0 0 0,-1-1 0,0 0 0,0-1 0,0-1 0,-1-1 0,0 0 0,19-12 0,6-8 0,55-48 0,120-141 0,-126 122 0,-80 85 0,1 0 0,0 1 0,0 0 0,1 1 0,0 0 0,11-6 0,-16 11 0,-1 0 0,1 0 0,0 1 0,-1 0 0,1-1 0,0 2 0,0-1 0,0 0 0,0 1 0,0 0 0,0 0 0,0 1 0,0 0 0,0-1 0,0 1 0,9 4 0,7 4 0,0 1 0,-1 1 0,0 1 0,23 18 0,-17-11 0,41 20 0,-58-34 0,1-1 0,0 0 0,0 0 0,0-1 0,1-1 0,-1 0 0,1 0 0,13 0 0,-6-3 0,-1 0 0,0-1 0,0-2 0,0 1 0,-1-2 0,1 0 0,-1-1 0,0-1 0,0 0 0,-1-1 0,0-1 0,14-10 0,1-3 0,-2-1 0,-1-1 0,-1-1 0,40-49 0,-46 48 0,-1 0 0,26-52 0,-37 64 0,-1-2 0,-1 1 0,-1-1 0,0 0 0,-1 0 0,0 0 0,1-22 0,-7 11-1365,0 21-5461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10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 24575,'127'-6'0,"-72"2"0,59 4 0,-104 0 0,11 1 0,0 1 0,-1 0 0,1 2 0,30 9 0,-47-12 0,-1 0 0,1 0 0,0 1 0,-1-1 0,1 1 0,-1 0 0,1 0 0,-1 1 0,0-1 0,0 1 0,0-1 0,0 1 0,-1 0 0,1 0 0,-1 0 0,0 0 0,0 1 0,0-1 0,0 1 0,0-1 0,-1 1 0,1 0 0,-1 0 0,0-1 0,0 1 0,-1 0 0,1 0 0,-1 0 0,0 0 0,0 6 0,-3 9 0,0-1 0,-11 36 0,9-43 0,2 0 0,-1 0 0,2 1 0,-1-1 0,2 1 0,0-1 0,0 1 0,1-1 0,0 1 0,1 0 0,3 17 0,1-14 0,1 1 0,0-2 0,1 1 0,1-1 0,17 25 0,57 61 0,-23-31 0,-56-66 0,0 1 0,0 0 0,0 0 0,0 1 0,-1-1 0,0 1 0,0-1 0,0 1 0,-1 0 0,2 5 0,-3-7 0,0-1 0,0 1 0,0 0 0,0 0 0,-1-1 0,1 1 0,-1 0 0,0 0 0,1-1 0,-1 1 0,-1-1 0,1 1 0,0-1 0,0 1 0,-1-1 0,0 0 0,1 0 0,-1 0 0,-4 4 0,-7 5 0,0 0 0,-1 0 0,-1-1 0,0-1 0,0-1 0,-1 0 0,-23 8 0,-125 35 0,146-46 0,-186 41-1365,124-32-5461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44.5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3294 803 24575,'-53'-45'0,"8"7"0,-58-33 0,-2 4 0,-171-77 0,-248-67 0,452 187 0,-128-27 0,154 44 0,0 1 0,0 2 0,-1 3 0,-50 4 0,41 4-15,0 1 1,0 4-1,1 1 0,0 3 0,2 3 0,-62 29 0,50-15-30,1 3-1,2 3 0,1 3 0,-73 65 1,55-33-3,4 3 1,3 4-1,4 2 1,3 4-1,4 2 0,-82 162 1,95-152 47,5 2 0,-42 142 0,68-178 0,2 1 0,3 1 0,3 0 0,3 0 0,2 71 0,6-103 0,0 0 0,3 0 0,1 0 0,1 0 0,19 49 0,-18-63 0,0-1 0,2-1 0,0 0 0,1 0 0,2-1 0,-1-1 0,2 0 0,0 0 0,1-2 0,19 16 0,-11-13 7,1-2-1,1-1 1,0 0 0,1-2 0,1-1-1,0-2 1,0 0 0,1-2-1,43 8 1,-3-6-91,1-3 0,-1-3 0,70-5 0,-6-8-266,0-5 0,0-6 0,178-52 0,-108 10-551,272-122-1,-278 93 658,363-231-1,-452 248 106,-3-5 0,-4-4-1,-3-5 1,133-154 0,-185 184 101,-1-2 0,37-71 0,-55 83-48,-3 0-1,-2-1 1,27-91-1,-40 108 93,-2 0-1,0-1 0,-3 0 1,0 1-1,-2-1 0,-2 0 0,-4-34 1,1 42 99,-1 0 0,-1 1-1,-2-1 1,0 1 0,-1 1 0,-2 0 0,0 0 0,-1 1 0,-31-41 0,23 38-80,-1 2-1,0 0 1,-2 2-1,-1 0 1,-1 2 0,-32-21-1,18 18 108,0 1 0,-1 2-1,-82-26 1,44 25-43,-1 3-1,-1 3 1,-1 4 0,-130 0-1,85 12-384,-155 24 0,-170 59-503,24 23-2453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46.0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443 1 24575,'0'0'0,"-7"18"0,1-6 0,-5 13 0,-183 420 0,29 11 0,147-397 0,-17 107 0,32-144 0,1-1 0,0 1 0,2 0 0,1 0 0,1 0 0,0 0 0,2-1 0,8 30 0,-9-43 0,0 0 0,1 0 0,0 0 0,0 0 0,0 0 0,1-1 0,0 0 0,1 0 0,0 0 0,0-1 0,0 0 0,1 0 0,-1 0 0,2-1 0,-1 0 0,14 7 0,-12-8 0,0-1 0,0 0 0,1 0 0,0-1 0,-1 0 0,1-1 0,0 0 0,0 0 0,0-1 0,0 0 0,0-1 0,-1 0 0,1-1 0,15-4 0,-11 2-76,0-1 1,0-1-1,-1 0 0,0-1 0,0 0 0,-1-1 0,0 0 0,0-1 1,-1-1-1,0 1 0,0-2 0,-1 0 0,-1 0 0,0 0 1,0-1-1,-1-1 0,6-13 0,11-32-6750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46.2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0 487 24575,'0'0'0,"0"0"0,0 0 0,0 0 0,4-2 0,15-7 0,38-15 0,46-18 0,47-16 0,34-9 0,22-2 0,9 2-615,-3 7 615,-11 9 0,-39 14-7576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46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 24575,'0'0'0,"2"-1"0,0 1 0,11-2 0,9 0 0,1-1 0,4 0 0,-2 0 0,-6 0 0,-7 1 0,-4 1-8191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46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1 241 24575,'0'0'0,"0"0"0,3 0 0,10-1 0,23-4 0,33-9 0,30-9 0,25-9 0,15-7 0,6-4 0,-5-2 0,-27 7-8191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47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87 120 24575,'17'-13'0,"6"-3"0,1 1 0,0 1 0,45-17 0,-51 24 0,-1 1 0,1 2 0,0-1 0,0 2 0,0 0 0,32 0 0,-45 3 0,-1 0 0,1 0 0,-1 1 0,1-1 0,-1 1 0,1 0 0,-1 0 0,1 1 0,-1-1 0,0 1 0,0 0 0,0 0 0,0 0 0,0 1 0,0-1 0,-1 1 0,1 0 0,3 5 0,-4-4 0,-1-1 0,0 1 0,0 1 0,0-1 0,-1 0 0,1 0 0,-1 1 0,0-1 0,0 1 0,-1-1 0,1 1 0,-1-1 0,0 1 0,0-1 0,0 1 0,-1-1 0,0 1 0,-2 7 0,-4 14 0,-2-1 0,0 0 0,-2-1 0,-1 0 0,-26 41 0,-88 104 0,-139 119 0,264-288 0,-17 22 0,24-18 0,16-7 0,44-12 0,88-34 0,67-37 0,-189 72 0,289-124-1365,-186 77-5461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7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280 1 24575,'0'0'0,"0"0"0,0 0 0,-8 30 0,-182 749 0,157-592-682,-16 336-1,49-504-6143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8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116 144 24575,'-2'-1'0,"1"0"0,-1-1 0,1 1 0,0-1 0,-1 0 0,1 1 0,0-1 0,0 0 0,0 0 0,0 0 0,1 0 0,-1 0 0,0 0 0,1 0 0,0 0 0,-1 0 0,1 0 0,0 0 0,0 0 0,0 0 0,0 0 0,0 0 0,1 0 0,-1-1 0,1 1 0,-1 0 0,1 1 0,0-1 0,-1 0 0,1 0 0,0 0 0,0 0 0,1 0 0,-1 1 0,0-1 0,1 1 0,-1-1 0,1 1 0,-1-1 0,1 1 0,-1 0 0,4-2 0,6-4 0,1 1 0,-1 1 0,1-1 0,0 2 0,24-6 0,8 0 0,0 3 0,0 2 0,0 1 0,1 2 0,62 7 0,-32 2 0,0 4 0,103 29 0,-118-22 0,-1 2 0,0 2 0,-2 3 0,85 51 0,-116-60 0,-1 1 0,-1 1 0,-1 1 0,0 1 0,-1 1 0,-1 1 0,-2 1 0,0 0 0,-1 2 0,-1 0 0,20 42 0,-29-46 0,-1 0 0,0 1 0,-2 0 0,-1 0 0,0 0 0,-2 1 0,0-1 0,-2 0 0,0 1 0,-2-1 0,0 1 0,-2-1 0,0 0 0,-1 0 0,-17 41 0,4-20 0,-2 0 0,-2-2 0,-1 0 0,-3-2 0,-1-1 0,-53 59 0,29-43 0,-3-3 0,-2-2 0,-2-2 0,-116 71 0,124-89 0,-2-2 0,0-3 0,-1-2 0,-2-3 0,0-2 0,-102 19 0,128-32 0,-1-2 0,0 0 0,1-2 0,-1-1 0,-38-7 0,55 6 0,0-1 0,0 0 0,1-1 0,-1 0 0,1-1 0,0 0 0,0-1 0,0-1 0,1 0 0,0 0 0,0-1 0,1 0 0,0-1 0,-10-12 0,15 15-105,1 0 0,0-1 0,0 0 0,0 0 0,0 0 0,1-1 0,1 1 0,-1-1 0,1 0 0,0 0 0,1 1 0,-1-14 0,2-34-6721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28.8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1310 16 24575,'-14'-9'0,"4"7"0,1 0 0,-1 1 0,1 0 0,-1 0 0,0 1 0,0 0 0,1 1 0,-14 3 0,-80 21 0,97-24 0,-58 19 0,-109 50 0,136-52 0,1 1 0,1 2 0,1 2 0,-38 33 0,65-50 0,0 0 0,0 1 0,1 0 0,0 0 0,0 1 0,1-1 0,0 1 0,0 0 0,1 0 0,-7 17 0,10-19 0,0 0 0,0 0 0,0 0 0,1 0 0,0 0 0,0 0 0,0 0 0,1 1 0,0-1 0,0 0 0,0 0 0,1-1 0,0 1 0,0 0 0,1 0 0,-1-1 0,7 10 0,8 9 0,0 0 0,2-1 0,0-1 0,44 37 0,101 69 0,-148-117 0,88 61 0,-57-42 0,-1 3 0,-1 1 0,47 49 0,-87-78 0,0 0 0,-1 0 0,0 0 0,0 1 0,-1-1 0,0 1 0,0 0 0,0 0 0,0 0 0,-1 0 0,2 8 0,-4-10 0,1 1 0,-1-1 0,0 1 0,0-1 0,-1 1 0,1-1 0,-1 1 0,0-1 0,0 1 0,-1-1 0,1 0 0,-1 0 0,0 0 0,0 0 0,0 0 0,0 0 0,-5 4 0,-3 5 0,-1 0 0,-1-1 0,0-1 0,-1 0 0,0-1 0,0 0 0,-1-1 0,-15 7 0,-16 6 0,-67 23 0,38-19-136,-1-4-1,-1-3 1,0-4-1,-1-3 1,-1-3-1,0-3 1,0-4-1,0-4 0,-112-16 1,98 0-6690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49.5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4719 632 24575,'-7'-12'0,"-1"1"0,-1-1 0,0 2 0,-1-1 0,0 1 0,-1 1 0,-12-9 0,-76-46 0,21 21 3,-2 4-1,-2 3 1,-153-44-1,-274-26-126,292 77 28,0 10 1,-1 9-1,-1 10 1,1 9-1,-426 74 1,515-53 92,1 5 1,-195 82-1,221-72-1,2 6-1,2 3 1,-135 100 0,167-102 1,2 2 0,2 3 0,3 3 0,3 2 0,-59 83 0,77-88 2,3 1 0,2 2 0,2 1 0,4 1 0,2 1-1,-33 133 1,45-135-13,4 1-1,2 0 0,3 0 0,7 119 1,5-104-32,4-1 0,2 0 0,38 111 0,-9-71-50,5-3 0,6-1 1,3-3-1,143 199 0,-117-198 76,5-3 0,4-4 0,5-5 0,3-3 0,5-6 0,4-3 0,197 117 0,-210-150 21,1-4 1,3-5-1,1-3 0,2-5 0,2-5 0,0-5 0,2-3 1,1-6-1,0-4 0,134-2 0,-136-15-11,0-5-1,0-4 1,-1-5-1,111-33 1,-92 12 53,-2-5 0,232-120 1,-209 81-293,-4-8 1,-4-5 0,-4-6 0,-4-6-1,198-216 1,-238 221 235,151-228 0,-184 237-2,-4-2 1,-3-2-1,35-109 1,-58 131 2,-4 0 0,-4-1 1,-3-1-1,10-146 0,-24 161 9,-2 0-1,-3 0 0,-3 0 0,-3 1 1,-2 0-1,-34-102 0,23 106 4,-1 1 0,-3 1 0,-3 1 0,-2 2 0,-72-92 0,50 82 0,-3 2 0,-2 3 0,-126-94 0,84 82 0,-2 5 0,-117-55 0,-227-65 0,91 77 232,268 87-574,0 5 0,-97-6-1,75 19-3851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1:56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23619,'3037'20'0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1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2035 355 24575,'-1'-12'0,"0"-1"0,-1 1 0,0 1 0,-1-1 0,0 0 0,-1 1 0,-1-1 0,1 1 0,-2 0 0,0 1 0,-13-20 0,7 15 0,0 0 0,0 1 0,-2 0 0,0 1 0,0 0 0,-29-18 0,20 18 0,-1 1 0,0 1 0,0 2 0,-1 0 0,-1 1 0,1 2 0,-1 1 0,0 1 0,0 1 0,-1 1 0,1 1 0,0 1 0,-40 7 0,17 0 0,1 2 0,1 3 0,-1 1 0,2 3 0,0 1 0,-61 34 0,65-28 0,2 1 0,0 2 0,2 2 0,1 1 0,1 2 0,2 1 0,1 2 0,1 2 0,2 0 0,2 2 0,2 2 0,1 0 0,2 1 0,2 1 0,1 2 0,3 0 0,1 0 0,-14 73 0,17-36 0,3 0 0,5 1 0,2 0 0,13 115 0,65 329 0,-56-419 0,52 390-617,-45 4 417,-38-248-182,-11 0 1,-99 438 0,-200 477-305,211-796 423,98-326 304,-42 159-126,49-174 216,1 0-1,1 1 1,2-1 0,3 49-1,0-70-46,0 0 0,0 0 1,1-1-1,1 1 0,0-1 0,0 1 0,0-1 1,1 0-1,1 0 0,0-1 0,0 1 0,0-1 1,1 0-1,0-1 0,1 1 0,0-1 0,0 0 0,0-1 1,1 0-1,0 0 0,0-1 0,1 0 0,0 0 1,-1-1-1,18 6 0,0-2-70,0-2-1,0-1 1,0-1-1,0-1 1,0-1-1,1-1 1,-1-2 0,37-5-1,9-5-18,129-38 0,-65 4-268,-2-6 0,-2-6 0,-3-5 0,202-132 0,-207 109-6553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1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 24575,'-3'11'0,"-11"85"0,-2 166 0,24 100 0,-6-308 0,37 629-1365,-34-619-5461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2.2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96 368 24575,'0'0'0,"0"0"0,-2 9 0,-7 28 0,2-1 0,1 1 0,3 0 0,0 1 0,3-1 0,4 46 0,-1-57 0,1-1 0,1 1 0,1-1 0,1 0 0,1 0 0,2-1 0,0 0 0,1-1 0,26 39 0,-29-51 0,1 0 0,-1-1 0,2 0 0,-1-1 0,1 0 0,1-1 0,0 1 0,0-2 0,0 0 0,1 0 0,0-1 0,0-1 0,1 0 0,-1 0 0,1-2 0,0 1 0,1-2 0,-1 0 0,0 0 0,1-1 0,-1-1 0,1 0 0,-1-1 0,0 0 0,1-1 0,-1-1 0,0 0 0,23-8 0,-10 0 0,-1-2 0,0 0 0,-1-1 0,0-2 0,-1 0 0,-1-1 0,-1-2 0,0 0 0,-1-1 0,-2-1 0,0-1 0,-1 0 0,-1-1 0,13-27 0,-13 22 0,-2-1 0,-1 0 0,-1-1 0,-2-1 0,-1 0 0,-1 0 0,-2-1 0,-1 0 0,-1 0 0,-2 0 0,-1 0 0,-4-34 0,1 48 0,-1 0 0,-1 1 0,0 0 0,-2 0 0,0 0 0,0 0 0,-2 1 0,0 0 0,0 1 0,-2 0 0,-19-24 0,19 28 0,-1 0 0,0 0 0,-1 1 0,0 0 0,-1 1 0,0 1 0,0 0 0,-1 0 0,0 2 0,-1-1 0,1 2 0,-1 0 0,-24-5 0,17 7 8,0 1 0,-1 1 0,1 0 0,0 2 0,0 0 0,0 2 0,0 0 0,0 2 0,0 0 0,1 1 0,0 2 0,0 0 0,1 1 0,-22 13 0,13-5-173,1 2 0,0 1 0,1 2 0,2 0 0,0 2 0,1 0 0,2 2 0,-29 41 0,-8 26-6661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2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 24575,'37'-18'0,"-24"13"0,0 1 0,0 1 0,0 0 0,1 1 0,0 0 0,-1 1 0,1 1 0,0 0 0,-1 0 0,1 2 0,0 0 0,-1 0 0,0 1 0,1 1 0,-1 0 0,0 1 0,-1 0 0,1 1 0,-1 1 0,0 0 0,-1 0 0,0 1 0,0 1 0,0-1 0,-1 2 0,-1 0 0,0 0 0,0 0 0,-1 1 0,0 1 0,-1-1 0,10 22 0,-7-9 0,-2 0 0,-1 1 0,-1 0 0,-1 0 0,-1 0 0,-1 0 0,-2 1 0,0 0 0,-2-1 0,-4 34 0,-5 6 0,-3-2 0,-38 118 0,10-71 0,-4-1 0,-90 155 0,134-263 0,1-1 0,0 0 0,0 0 0,0 1 0,0-1 0,-1 0 0,1 1 0,0-1 0,0 0 0,0 0 0,0 1 0,0-1 0,0 0 0,0 1 0,0-1 0,0 0 0,0 1 0,0-1 0,0 0 0,0 0 0,0 1 0,0-1 0,0 0 0,0 1 0,0-1 0,0 0 0,1 1 0,-1-1 0,0 0 0,0 0 0,0 1 0,0-1 0,1 0 0,-1 0 0,0 0 0,0 1 0,1-1 0,-1 0 0,0 0 0,1 1 0,17 2 0,28-6 0,-43 2 0,145-24-682,227-71-1,-319 80-6143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3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243 258 24575,'-7'15'0,"1"0"0,-7 28 0,7-16 0,1 1 0,1-1 0,2 1 0,1 0 0,1 0 0,5 39 0,-4-54 0,1-1 0,1 1 0,0-1 0,0 0 0,1 1 0,1-2 0,0 1 0,1 0 0,0-1 0,0 0 0,1-1 0,1 1 0,0-1 0,0-1 0,1 0 0,14 12 0,-17-16 0,1-1 0,0 0 0,0 0 0,0-1 0,0 1 0,1-2 0,-1 1 0,1-1 0,0 0 0,0 0 0,0-1 0,0 0 0,0-1 0,13 0 0,-10-2 0,0 0 0,0 0 0,0-1 0,-1 0 0,1-1 0,-1 0 0,0-1 0,0 0 0,17-12 0,-13 7 0,-1 0 0,0-2 0,0 1 0,-1-2 0,-1 0 0,0 0 0,-1-1 0,0 0 0,-1-1 0,-1 0 0,0 0 0,-1-1 0,8-27 0,-11 24 0,-1 0 0,-1 0 0,-1 0 0,-1 0 0,0 0 0,-2 0 0,0 0 0,-1 0 0,-1 0 0,0 1 0,-2 0 0,0 0 0,-1 0 0,-1 0 0,-1 1 0,0 1 0,-1-1 0,-1 2 0,0-1 0,-1 1 0,-18-17 0,17 19 0,0 1 0,-1 0 0,0 0 0,-1 2 0,-1 0 0,1 0 0,-1 1 0,-1 1 0,0 1 0,0 1 0,0 0 0,-1 1 0,1 1 0,-1 0 0,0 2 0,-1 0 0,1 1 0,0 1 0,0 0 0,-1 1 0,1 2 0,-24 5 0,15 0-682,-41 19-1,-17 16-6143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3.8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84 24575,'28'-15'0,"2"2"0,0 2 0,0 0 0,1 2 0,62-9 0,-73 15 0,1 1 0,-1 1 0,0 1 0,1 1 0,-1 0 0,1 2 0,-1 0 0,39 12 0,-51-12 0,0 1 0,0 0 0,-1 0 0,1 0 0,-1 1 0,0 0 0,0 0 0,0 1 0,-1 0 0,0 0 0,0 0 0,-1 1 0,1 0 0,-1 0 0,-1 1 0,1-1 0,-2 1 0,1 0 0,-1 0 0,0 0 0,0 0 0,-1 1 0,0-1 0,-1 1 0,0-1 0,0 17 0,-1 4 0,-2-1 0,-1 1 0,-1-1 0,-2 0 0,-1 0 0,-19 50 0,-56 106 0,36-88 0,42-88 0,0 1 0,1 0 0,0 1 0,1-1 0,0 0 0,0 1 0,-1 15 0,4-19 0,-1 1 0,1-1 0,0 0 0,0 1 0,0-1 0,1 0 0,0 0 0,0 0 0,1 0 0,0-1 0,0 1 0,6 8 0,4 3 0,1 0 0,0-1 0,2-1 0,21 18 0,75 48 0,19 17 0,-117-86 0,-1 1 0,0 0 0,-1 1 0,0 1 0,-1 0 0,15 28 0,-22-35 0,0 0 0,-1 0 0,0 1 0,0-1 0,-1 1 0,0 0 0,0 0 0,-1 0 0,-1 0 0,1 0 0,-1 0 0,-1 0 0,1 0 0,-2 0 0,1 0 0,-6 16 0,3-14 0,-1 0 0,-1 0 0,0 0 0,0-1 0,-1 1 0,0-2 0,-1 1 0,0-1 0,0 0 0,-1-1 0,0 0 0,-11 7 0,-8 4 0,-1-2 0,0-1 0,-1-1 0,-1-2 0,0-1 0,-1-1 0,-48 9 0,21-9 0,-2-2 0,1-3 0,-76-2 0,90-7-1365,12 0-5461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4.1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0 496 24575,'4'13'0,"7"27"0,-3 2 0,7 70 0,-8 87 0,-6-116 0,19 138 0,-17-204 0,0 0 0,2 0 0,0 0 0,1 0 0,15 28 0,-18-40 0,0 1 0,0-1 0,1 0 0,0 0 0,0 0 0,0-1 0,1 0 0,-1 1 0,1-1 0,0-1 0,0 1 0,1-1 0,-1 0 0,1 0 0,0 0 0,-1-1 0,1 0 0,0 0 0,10 1 0,-5-2 0,0-1 0,0 0 0,0-1 0,-1-1 0,1 1 0,0-2 0,-1 1 0,1-1 0,-1-1 0,0 0 0,0-1 0,0 1 0,-1-2 0,1 0 0,14-12 0,-1 0 0,-2-1 0,0-1 0,-1-1 0,32-44 0,-27 29 0,-3-1 0,-1-2 0,-1 0 0,-2-1 0,-2 0 0,-2-2 0,17-82 0,-24 83 0,-1 0 0,-3 0 0,-1-1 0,-2 1 0,-2-1 0,-1 1 0,-3 0 0,-15-60 0,14 79 0,0-1 0,-2 1 0,-1 0 0,0 1 0,-2 0 0,0 1 0,-1 0 0,-1 1 0,-18-18 0,18 23 0,-1 0 0,-1 0 0,0 2 0,-1 0 0,0 0 0,-1 2 0,0 0 0,-1 1 0,0 1 0,-31-8 0,24 9-170,1 1-1,-2 2 0,1 0 1,0 2-1,-1 1 0,1 1 1,-37 5-1,39 0-6655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4.8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0 268 24575,'2'-4'0,"0"1"0,0 0 0,1 0 0,-1-1 0,1 2 0,-1-1 0,1 0 0,0 0 0,0 1 0,0 0 0,0 0 0,7-4 0,5-4 0,33-22 0,1 3 0,1 1 0,2 3 0,56-20 0,-71 32 0,0 1 0,1 2 0,1 2 0,-1 1 0,1 2 0,77 1 0,-97 6 0,1 0 0,-1 1 0,0 1 0,0 1 0,0 1 0,-1 0 0,1 2 0,-1 0 0,-1 1 0,0 0 0,0 2 0,-1 0 0,0 1 0,-1 0 0,-1 1 0,0 1 0,0 0 0,-1 1 0,-1 1 0,-1 0 0,14 25 0,-1 3 3,-3 2 0,-1 1 0,-3 0 0,-2 1 0,18 93 0,11 261-224,-23 580-812,-15-331-685,90 715 1287,68-7 508,-130-1090-70,-25-203-14,62 597-576,-64-522 394,-5 0 1,-29 237-1,19-321 172,-3-1-1,-3 0 0,-2-1 0,-2-1 1,-31 63-1,33-85 144,-2 0 1,-1-1-1,-2-2 1,0 1-1,-2-2 0,-1-1 1,-2-1-1,0-2 1,-39 29-1,26-27 182,-1-2-1,-1-1 0,-1-3 0,-1-1 1,-1-2-1,0-2 0,-1-2 1,-1-2-1,-67 7 0,50-11-469,0-4-1,-1-3 0,0-2 0,1-3 0,0-3 1,-86-21-1,49 2-6663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5.7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1222 139 24575,'-2'-6'0,"0"0"0,0 0 0,0-1 0,1 1 0,0 0 0,-1-9 0,-6-29 0,7 43 0,0-1 0,0 1 0,0-1 0,0 1 0,0-1 0,0 1 0,0-1 0,0 1 0,0 0 0,-1 0 0,1-1 0,-1 1 0,1 0 0,-1 0 0,1 0 0,-1 1 0,-2-2 0,-32-8 0,-2 5 0,-1 2 0,0 2 0,0 1 0,0 2 0,1 1 0,-1 3 0,1 1 0,0 1 0,-43 16 0,52-13 0,1 1 0,-1 2 0,2 0 0,0 2 0,1 1 0,0 1 0,-24 23 0,19-12 0,1 2 0,1 1 0,2 2 0,-37 57 0,27-25 0,3 0 0,3 2 0,2 1 0,4 2 0,-27 119 0,28-59-121,6 1 1,5 0-1,8 249 0,77 399-421,-64-714 536,73 714-845,-51 6 0,-71-32 850,-36-4 7,4-55-161,58-510-114,9 1 1,17 193-1,0-269 280,5-1 1,4-1-1,6 0 0,68 184 1,26-26 519,-93-216-86,2-2 0,2 0 0,43 48 0,-59-79-469,1-1 0,1 0 0,1-1 0,0-1-1,0 0 1,2-2 0,0 0 0,29 12 0,52 14-6629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7.5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1 636 24575,'5'-2'0,"0"0"0,0 1 0,0-1 0,1 1 0,-1 0 0,1 1 0,8-1 0,15-1 0,493-41 30,10 29-603,-378 11 13,543-9 546,1391-40-2199,-106-25 719,-1872 73 1446,36-1 1392,155-25-1,-299 30-1278,0 0-1,0-1 1,-1 1 0,1 0 0,0-1-1,0 1 1,0-1 0,0 0 0,-1 1-1,1-1 1,0 0 0,0 0 0,-1 0-1,1 0 1,2-3 0,-7-7 542,-14-4-473,-33-14-40,-1 2 1,-2 2 0,-73-23-1,71 27-64,-496-173-30,658 250 0,-41-22 0,69 50 0,-109-65 0,-1 0 0,-1 2 0,0 1 0,-2 0 0,27 35 0,-43-48 0,1 0 0,-2 1 0,1 0 0,-1 0 0,-1 0 0,0 0 0,0 1 0,-1-1 0,0 1 0,-1 0 0,0 0 0,-1 0 0,0 20 0,-3-16 0,0 0 0,0 0 0,-1-1 0,-1 1 0,-1-1 0,0 0 0,-1 0 0,0 0 0,-15 23 0,-2-3 20,-2-1 0,-1-1 0,-2-1-1,0-1 1,-49 38 0,13-18-762,-125 72 0,49-45-6084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8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1365 36 24575,'-1'-2'0,"-1"1"0,1 0 0,-1-1 0,0 1 0,1 0 0,-1 0 0,0 0 0,0 0 0,1 0 0,-1 0 0,0 0 0,0 1 0,0-1 0,0 1 0,-3-1 0,-1-1 0,-18-3 0,0 0 0,0 1 0,0 2 0,0 1 0,-41 2 0,9 4 0,-78 17 0,73-8 0,1 3 0,0 2 0,-93 45 0,114-45 0,2 2 0,0 2 0,2 1 0,0 1 0,2 2 0,-38 40 0,57-52 0,1 1 0,1 0 0,0 1 0,1 0 0,1 1 0,0 0 0,1 1 0,-8 27 0,13-31 0,0-1 0,1 1 0,1 0 0,0 0 0,1 0 0,1 0 0,1 0 0,0 0 0,0 0 0,2 0 0,0 0 0,5 16 0,3-5 0,0 0 0,2 0 0,1-2 0,1 1 0,1-2 0,1 0 0,1-1 0,1-1 0,1-1 0,36 30 0,14 4 0,2-3 0,85 45 0,57 16 0,45 27 0,-247-131 0,1 0 0,-1 1 0,-1 0 0,0 1 0,13 14 0,-20-20 0,-1 0 0,0 0 0,-1 0 0,1 1 0,-1-1 0,1 1 0,-1 0 0,-1 0 0,1 0 0,-1 0 0,0 0 0,0 0 0,0 0 0,0 0 0,-1 0 0,0 0 0,0 0 0,-2 8 0,0-3 0,0-1 0,-1 1 0,-1-1 0,0 0 0,0 1 0,0-2 0,-10 14 0,0-1 0,-2-2 0,-18 20 0,-7 1 0,-2-2 0,-2-2 0,-1-1 0,-1-3 0,-52 27 0,27-22 0,-2-3 0,-154 48 0,179-68 0,0-3 0,-58 7 0,86-16 0,0-1 0,-1-1 0,1 0 0,0-2 0,0 0 0,0-2 0,-34-9 0,49 11-62,-1 0 0,1 0 0,0-1 0,0 0 0,0 0 0,1 0 0,-1-1 0,1 1 0,0-2 0,0 1 0,0 0 0,0-1-1,1 0 1,-1 0 0,1 0 0,1 0 0,-1-1 0,1 0 0,0 0 0,0 1 0,-2-9 0,-2-24-6764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8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1087 24575,'-4'8'0,"-8"22"0,1-1 0,2 1 0,1 1 0,1-1 0,1 1 0,2 1 0,1-1 0,2 1 0,1-1 0,1 1 0,1-1 0,2 0 0,2 0 0,1 0 0,17 50 0,-22-76 0,0-1 0,0 0 0,0 0 0,0 0 0,1 0 0,0 0 0,0 0 0,0-1 0,0 1 0,0-1 0,5 3 0,-7-5 0,0 0 0,1-1 0,-1 1 0,0-1 0,1 1 0,-1-1 0,1 1 0,-1-1 0,1 0 0,-1 0 0,1 0 0,0 0 0,-1 0 0,1 0 0,-1 0 0,1 0 0,-1-1 0,1 1 0,-1 0 0,1-1 0,-1 1 0,0-1 0,1 0 0,-1 0 0,0 1 0,1-1 0,-1 0 0,0 0 0,0 0 0,0 0 0,0 0 0,0-1 0,0 1 0,0 0 0,1-3 0,5-6 0,0-1 0,-1 0 0,0 0 0,-1-1 0,-1 0 0,1 0 0,-2 0 0,0 0 0,0-1 0,0-15 0,2-21 0,-4-59 0,-1 104 0,-3-92 0,3-77 0,2 150 0,1-1 0,1 1 0,1 1 0,1-1 0,15-35 0,9-6 0,65-102 0,55-53 0,-100 149 0,238-336 0,-288 406 0,0-1 0,0 1 0,0 0 0,1 0 0,-1 0 0,0 0 0,0 0 0,0 0 0,0 0 0,0 0 0,0 0 0,0-1 0,0 1 0,0 0 0,1 0 0,-1 0 0,0 0 0,0 0 0,0 0 0,0 0 0,0 0 0,0 0 0,1 0 0,-1 0 0,0 0 0,0 0 0,0 0 0,0 0 0,0 0 0,0 0 0,0 0 0,1 0 0,-1 0 0,0 0 0,0 0 0,0 0 0,0 0 0,0 0 0,0 1 0,0-1 0,1 0 0,-1 0 0,0 0 0,0 0 0,0 0 0,0 0 0,0 0 0,0 0 0,0 0 0,0 1 0,0-1 0,0 0 0,0 0 0,0 0 0,5 12 0,1 19 0,-2 22 0,-2 1 0,-9 102 0,-30 113 0,37-267 0,-257 1196-953,62-347 985,183-792-32,1-13 0,3 1 0,1-1 0,1 49 0,10-63-1212,5-16-4846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3:59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1931 0 24575,'-10'14'0,"-41"56"0,4 3 0,2 1 0,4 3 0,3 1 0,4 2 0,-42 144 0,17 6-92,-39 309 0,14 247-413,63-555 545,-103 874-1296,-59-8 921,-207 561-549,84-390 307,68 12 334,161-522-378,68-536 307,29 313 0,-9-435 282,43 188-1,-43-250 146,1 0-1,1-1 0,3-1 0,0 0 1,3-1-1,0-1 0,47 59 1,-52-77 5,1 0 1,1-1-1,0-1 1,1 0-1,1-2 1,0 1 0,1-2-1,0-1 1,0 0-1,1-1 1,1-2-1,-1 0 1,1-1 0,25 4-1,-9-5-67,1-1 0,-1-3 0,1 0 0,-1-3 0,0-1-1,1-2 1,54-14 0,-2-7-40,-2-3 1,-1-4-1,-1-4 0,124-73 1,-45 7-4,175-143-1,-75 27-1022,-35 14-4059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0.6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25 790 24575,'0'0'0,"0"0"0,0 0 0,0 0 0,6 0 0,-1-1 0,0 0 0,1 0 0,-1-1 0,0 0 0,0 0 0,6-3 0,7-3 0,48-17 0,-2-2 0,0-4 0,110-73 0,-145 84 0,-1-2 0,-1 0 0,-1-2 0,-1-1 0,-1-1 0,-1-1 0,-1-1 0,-2-1 0,28-53 0,-42 71 0,-1 0 0,-1-1 0,0 0 0,-1 1 0,0-1 0,-1 0 0,0 0 0,0-14 0,-2 20 0,-1 1 0,1-1 0,-1 0 0,0 0 0,0 1 0,0-1 0,-1 0 0,0 1 0,0-1 0,-1 1 0,1 0 0,-1 0 0,0 0 0,-1 0 0,1 0 0,-1 1 0,0 0 0,-8-8 0,2 6 0,1 0 0,-1 0 0,0 1 0,-1 0 0,0 1 0,1 0 0,-1 0 0,-1 1 0,1 1 0,0 0 0,-1 1 0,1 0 0,0 0 0,-1 1 0,1 1 0,-1 0 0,-11 3 0,-2 0 0,0 1 0,1 2 0,0 0 0,0 2 0,0 1 0,-38 22 0,41-19 0,0 1 0,1 2 0,0 0 0,2 0 0,0 2 0,0 0 0,2 1 0,1 1 0,-20 32 0,21-26 0,0 1 0,2 0 0,1 1 0,1 0 0,2 1 0,1 0 0,-6 42 0,10-32 0,1-1 0,1 1 0,3 0 0,1 0 0,1-1 0,3 0 0,1 0 0,2 0 0,1-1 0,2 0 0,1-1 0,35 60 0,-29-62 0,2-2 0,2-1 0,0 0 0,2-2 0,1-1 0,1-1 0,2-2 0,44 31 0,-46-38 0,0-2 0,1-1 0,1-1 0,0-2 0,1 0 0,0-3 0,1 0 0,0-2 0,0-1 0,46 1 0,-29-6 0,0-3 0,0-2 0,-1-3 0,1-1 0,-2-2 0,68-24 0,-41 6 0,-1-2 0,-1-4 0,81-53 0,-90 45-455,-1-2 0,75-73 0,-38 21-6371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1.0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0 24575,'0'0'0,"-1"0"0,-1 0 0,0 0 0,-5 2 0,-2 5 0,0 13 0,2 17 0,4 20 0,6 17 0,4 14 0,3 10 0,3 5 0,1 0 0,0-5 0,3-9 0,-2-19-8191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1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272 41 24575,'0'0'0,"0"0"0,-6 5 0,-23 23 0,1 0 0,2 2 0,1 1 0,1 1 0,1 2 0,-27 53 0,40-67 0,1 0 0,1 1 0,0 0 0,2 1 0,0-1 0,2 1 0,0 0 0,1 1 0,2-1 0,0 0 0,1 1 0,1-1 0,6 26 0,-5-37 0,0 0 0,1 0 0,1 0 0,0-1 0,0 0 0,1 0 0,1 0 0,0 0 0,0-1 0,0 0 0,1 0 0,1 0 0,-1-1 0,1 0 0,1-1 0,0 0 0,0 0 0,0-1 0,1 0 0,-1-1 0,1 0 0,1 0 0,-1-1 0,1 0 0,0-1 0,13 2 0,-1-3 0,-1 0 0,1-2 0,0-1 0,-1-1 0,1-1 0,-1-1 0,1-1 0,-1-1 0,-1 0 0,27-13 0,-13 3 0,0-2 0,-1-1 0,0-1 0,-2-2 0,35-31 0,-48 37 0,-1-1 0,-1-1 0,-1 0 0,0-1 0,-2-1 0,0-1 0,-1 0 0,-1 0 0,14-35 0,-22 45 0,0-1 0,-1 1 0,-1-1 0,1 0 0,-2 1 0,0-1 0,0 0 0,-1 0 0,0 0 0,-1 0 0,-1 0 0,0 1 0,0-1 0,-1 0 0,-1 1 0,0 0 0,0 0 0,-1 0 0,0 0 0,-1 1 0,-11-15 0,6 12-8,0 0 0,0 0 0,-1 1 0,-1 1 0,0 0 0,-1 1 0,0 1 0,0 0 0,-19-9 0,11 9 41,0 0 1,-1 1-1,0 1 0,-1 2 1,-46-6-1,33 8-198,-1 2 0,0 2 0,0 2 0,0 1 0,1 1 0,0 3 0,0 1 0,-38 14 0,-18 15-6661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1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0 132 24575,'9'5'0,"13"6"0,1-2 0,-1 0 0,2-2 0,-1-1 0,35 5 0,-35-6 0,445 56-52,15-39-1122,778-39-1108,-1-54 1494,-868 46-735,130-8 1046,1560-82-801,-1372 99 1121,-484 20 1089,250 38 0,-447-38-771,-10-2 458,-1 1-1,0 0 1,30 11 0,-38-8-160,-10-5-448,0-1-1,0 0 1,0 0-1,0 0 1,0 1-1,0-1 1,0 0-1,0 0 1,0 1-1,0-1 1,0 0-1,0 0 1,0 0-1,0 1 1,0-1-1,0 0 1,0 0-1,0 1 1,0-1-1,0 0 1,0 0-1,0 0 1,0 1 0,0-1-1,0 0 1,-1 0-1,1 0 1,0 1-1,0-1 1,0 0-1,0 0 1,-1 0-1,1 0 1,0 0-1,0 1 1,-6 2 21,0-1-1,1 1 1,-1-1 0,0 0 0,-9 2-1,-53 12-6019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2.5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779 622 24575,'18'2'0,"7"0"0,0-1 0,0-1 0,0-1 0,-1-2 0,1 0 0,-1-2 0,1-1 0,-2 0 0,1-2 0,-1-1 0,43-22 0,-52 23 0,0-1 0,0-1 0,0 0 0,-1-1 0,-1 0 0,0-1 0,0 0 0,-2-1 0,1 0 0,-1-1 0,-1 0 0,-1-1 0,0 0 0,-1 0 0,0-1 0,-1 1 0,-1-1 0,4-26 0,-7 33 0,0 0 0,-1-1 0,-1 1 0,0-1 0,0 1 0,-1 0 0,0-1 0,-1 1 0,1 0 0,-2-1 0,0 1 0,0 0 0,0 1 0,-1-1 0,0 1 0,-1-1 0,0 1 0,0 1 0,-1-1 0,0 1 0,0 0 0,-1 0 0,0 0 0,0 1 0,0 0 0,-1 1 0,0 0 0,0 0 0,-17-7 0,3 4 0,1 0 0,-1 2 0,0 1 0,-1 1 0,1 0 0,-1 2 0,1 1 0,-1 0 0,-36 5 0,13 2 0,0 2 0,0 1 0,-75 28 0,71-18 0,2 2 0,0 2 0,2 2 0,1 2 0,0 2 0,3 2 0,0 1 0,2 3 0,-47 52 0,65-62 0,1 2 0,2 1 0,0 0 0,2 1 0,1 1 0,-20 55 0,27-60 0,2 0 0,1 0 0,1 1 0,2 0 0,0 0 0,1 0 0,2 0 0,1 0 0,6 38 0,-1-31 0,3-1 0,0-1 0,2 1 0,2-2 0,0 1 0,2-2 0,2 0 0,0-1 0,2 0 0,1-2 0,1 0 0,1-1 0,1-2 0,27 22 0,-14-15 0,2-2 0,1-1 0,1-2 0,2-1 0,0-3 0,1-1 0,1-3 0,0-1 0,61 13 0,-51-20-170,2-2-1,-1-2 0,0-3 1,1-2-1,-1-3 0,1-2 1,94-22-1,5-12-6655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2.8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1 24575,'0'0'0,"0"3"0,-1 7 0,-2 13 0,-2 17 0,0 14 0,-1 11 0,-1 6 0,0-1 0,1-6 0,2-13-8191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3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104 192 24575,'-10'22'0,"3"-9"0,-10 27 0,2 2 0,1-1 0,3 2 0,1 0 0,2 0 0,2 0 0,2 1 0,2 0 0,6 73 0,-3-109 0,0 1 0,1-1 0,0 1 0,0-1 0,1 1 0,0-1 0,1 0 0,-1 0 0,2 0 0,6 9 0,-8-14 0,0 1 0,0-1 0,0 0 0,0-1 0,1 1 0,-1 0 0,1-1 0,0 0 0,0 0 0,-1 0 0,2 0 0,-1-1 0,0 1 0,0-1 0,0 0 0,1-1 0,-1 1 0,0-1 0,1 1 0,-1-1 0,0-1 0,7 0 0,3-2 0,1 0 0,-1-1 0,0 0 0,0-2 0,0 1 0,-1-2 0,1 0 0,-2 0 0,1-1 0,-1-1 0,0 0 0,13-14 0,-4 3 0,-1-2 0,-1 0 0,0-1 0,-2-1 0,19-35 0,-21 31 0,-2-1 0,-1 0 0,-2 0 0,0-1 0,-2 0 0,6-49 0,-11 62 0,-2 0 0,0 1 0,-1-1 0,-1 0 0,0 0 0,-1 1 0,-1-1 0,0 1 0,-2 0 0,0 0 0,0 0 0,-2 0 0,-14-27 0,16 36-50,0 1-1,-1-1 1,1 1-1,-1 0 0,0 0 1,-1 1-1,0 0 1,1 0-1,-1 0 1,-1 1-1,1 0 0,-1 0 1,0 1-1,1 0 1,-2 1-1,1-1 1,0 1-1,0 1 0,-1 0 1,1 0-1,0 1 1,-1-1-1,1 2 1,-1-1-1,1 2 1,-15 2-1,-32 12-6775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3.4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1 103 24575,'0'0'0,"1"0"0,1-1 0,9-2 0,13-6 0,19-4 0,18-3 0,18-1 0,13 2 0,6 4 0,-1 2 0,-5 4 0,-10 3 0,-20 1-8191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3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0 24575,'0'0'0,"0"3"0,2 7 0,-1 21 0,0 28 0,-3 27 0,-2 26 0,-3 18 0,-1 12 0,3 2 0,3-22-8191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4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0 482 24575,'5'1'0,"-1"-1"0,1 0 0,-1 0 0,0 0 0,1-1 0,-1 1 0,8-3 0,11-1 0,29 0 0,-9 2 0,-1-2 0,63-15 0,-91 16 0,-1-1 0,0-1 0,0-1 0,0 1 0,-1-2 0,0 0 0,0 0 0,-1-1 0,0-1 0,0 0 0,17-19 0,-19 17 0,0-1 0,0 0 0,-2 0 0,0-1 0,0 0 0,-1-1 0,0 1 0,-2-1 0,1 0 0,-2 0 0,4-22 0,-6 30 0,-1 0 0,1 0 0,-1 0 0,0-1 0,-1 1 0,1 0 0,-1 0 0,0 0 0,-1 0 0,0 1 0,0-1 0,0 0 0,0 0 0,-1 1 0,0 0 0,0-1 0,0 1 0,-1 0 0,0 1 0,0-1 0,0 1 0,0 0 0,-1-1 0,0 2 0,0-1 0,0 1 0,0 0 0,0 0 0,-11-4 0,8 4 0,0 0 0,0 1 0,0 0 0,0 0 0,-1 1 0,1 0 0,0 0 0,-1 1 0,1 1 0,0-1 0,-1 1 0,1 0 0,-10 4 0,6-2 0,1 2 0,-1 0 0,1 0 0,0 1 0,1 0 0,-1 1 0,1 0 0,-12 11 0,6-2 0,0 0 0,1 1 0,1 1 0,1 0 0,0 1 0,1 1 0,1 0 0,1 0 0,-10 31 0,14-30 0,2-1 0,0 1 0,1 0 0,1 1 0,1-1 0,1 0 0,1 0 0,1 1 0,1-1 0,0 0 0,2-1 0,0 1 0,1-1 0,2 0 0,0 0 0,1-1 0,1 0 0,12 18 0,-12-21 0,1 0 0,0-1 0,1 0 0,1-1 0,0 0 0,1-1 0,0-1 0,1 0 0,1-1 0,-1-1 0,2 0 0,0-1 0,0-1 0,0-1 0,1 0 0,0-1 0,0-1 0,1-1 0,-1 0 0,28 1 0,-19-6-124,0-1 0,-1-2 0,0 0 0,1-2 0,-2 0 0,1-2-1,-1-1 1,0-1 0,-1-1 0,27-17 0,39-27-6702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4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 24575,'8'-3'0,"1"-1"0,-1 1 0,0 1 0,1 0 0,-1 0 0,1 0 0,0 1 0,0 1 0,-1-1 0,1 1 0,0 1 0,0 0 0,10 2 0,-15-2 0,0 0 0,-1 0 0,1 1 0,0-1 0,-1 1 0,1 0 0,-1 0 0,0 0 0,0 1 0,0-1 0,0 1 0,0-1 0,0 1 0,-1 0 0,1 0 0,-1 0 0,0 1 0,0-1 0,0 1 0,0-1 0,-1 1 0,1-1 0,-1 1 0,0 0 0,0 0 0,0-1 0,-1 1 0,1 0 0,-1 0 0,0 0 0,-1 5 0,0 9 0,-1-1 0,-1 0 0,0 0 0,-2 0 0,0 0 0,-14 31 0,-57 94 0,35-70 0,37-66 0,1 0 0,0 0 0,1 1 0,-1-1 0,1 1 0,0 0 0,1 0 0,-1 0 0,2 0 0,-1 8 0,1-11 0,0-1 0,1 1 0,0-1 0,0 1 0,0-1 0,0 1 0,0-1 0,1 1 0,-1-1 0,1 0 0,0 0 0,0 0 0,0 0 0,1 0 0,-1 0 0,1-1 0,-1 1 0,1-1 0,0 0 0,0 0 0,4 3 0,3 1-341,1-1 0,-1 0-1,13 3 1,36 10-6485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4.8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229 168 24575,'-3'-1'0,"1"1"0,0 0 0,0 0 0,-1 0 0,1 1 0,0-1 0,0 0 0,0 1 0,-1 0 0,1-1 0,0 1 0,0 0 0,0 0 0,-2 1 0,-28 20 0,26-18 0,-10 8 0,1 0 0,0 2 0,1 0 0,0 0 0,1 1 0,0 1 0,-13 22 0,22-31 0,1-1 0,-1 1 0,1 0 0,0-1 0,0 1 0,1 1 0,0-1 0,0 0 0,1 0 0,0 1 0,0-1 0,1 1 0,0-1 0,0 1 0,1-1 0,-1 1 0,2-1 0,-1 0 0,1 1 0,0-1 0,1 0 0,4 10 0,-5-14 0,-1-1 0,1 1 0,0-1 0,0 1 0,0-1 0,0 0 0,0 1 0,0-1 0,1 0 0,-1-1 0,0 1 0,1 0 0,0-1 0,-1 1 0,1-1 0,0 0 0,0 0 0,0 0 0,0 0 0,0-1 0,0 1 0,0-1 0,0 0 0,0 1 0,0-1 0,0-1 0,0 1 0,0 0 0,0-1 0,0 0 0,0 1 0,0-1 0,0 0 0,0-1 0,2 0 0,6-4 0,0 0 0,0 0 0,-1-1 0,0 0 0,0 0 0,-1-1 0,13-14 0,-7 3 0,0-1 0,0-1 0,-2 0 0,-1-1 0,-1 0 0,0-1 0,-2 0 0,-1-1 0,0 0 0,-2 0 0,-1-1 0,-1 1 0,-1-1 0,-1 0 0,-1 0 0,-3-26 0,2 47-124,0-1 0,-1 1 0,0-1 0,0 1 0,0 0 0,0-1-1,-1 1 1,0 0 0,0 0 0,-3-6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5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1 390 24575,'29'-12'0,"15"4"0,1 3 0,1 2 0,-1 1 0,51 6 0,3-2 0,-24-1 0,27 0 0,178-20 0,-267 17 0,1-1 0,-1 0 0,1-1 0,-1 0 0,24-12 0,-33 14 0,0 0 0,-1 0 0,0-1 0,1 1 0,-1-1 0,0 0 0,0 1 0,0-1 0,0-1 0,-1 1 0,0 0 0,1-1 0,-1 1 0,0-1 0,0 0 0,-1 0 0,1 1 0,-1-1 0,0 0 0,0 0 0,0 0 0,-1-1 0,1-6 0,-2 1 0,0 0 0,-1 0 0,0 0 0,-1 0 0,0 0 0,0 1 0,-1 0 0,0-1 0,-1 1 0,-11-16 0,8 13 0,-1 0 0,0 1 0,-1 0 0,0 1 0,-1 0 0,0 0 0,-14-8 0,22 16 0,0 0 0,0 1 0,0-1 0,0 1 0,0-1 0,0 1 0,0 0 0,-1 0 0,1 1 0,0-1 0,-1 1 0,1 0 0,0-1 0,-1 1 0,1 1 0,-1-1 0,1 0 0,0 1 0,-1 0 0,1 0 0,0 0 0,0 0 0,0 0 0,0 1 0,0-1 0,0 1 0,0 0 0,0 0 0,0 0 0,1 0 0,-1 1 0,1-1 0,-3 4 0,-6 8 0,1 0 0,0 0 0,1 1 0,0 0 0,-7 21 0,-7 19-136,2 2-1,3 1 1,2 0-1,3 1 1,3 0-1,2 1 1,2 0-1,4 1 0,5 75 1,4-77-6690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5.5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1 554 24575,'29'1'0,"25"2"0,-14 0 0,0-1 0,54-6 0,-83 3 0,0-1 0,0 0 0,0-1 0,0 0 0,0-1 0,0 0 0,-1 0 0,0-1 0,0-1 0,0 0 0,-1 0 0,0-1 0,9-7 0,-5-1 0,0-1 0,-1 0 0,0-1 0,-2 0 0,0-1 0,-1 0 0,-1 0 0,0-1 0,-2 0 0,0 0 0,-1-1 0,-1 0 0,-1 0 0,0 0 0,-2 0 0,0 0 0,-1 0 0,-6-36 0,5 50 0,0 1 0,-1 0 0,1-1 0,-1 1 0,0 0 0,-1 0 0,1 1 0,-1-1 0,0 0 0,0 1 0,-1-1 0,1 1 0,-1 0 0,0 1 0,0-1 0,0 0 0,-1 1 0,1 0 0,-1 0 0,-6-3 0,5 4 0,0 0 0,1 1 0,-1-1 0,0 1 0,0 1 0,0-1 0,0 1 0,0 0 0,0 0 0,0 1 0,0-1 0,0 1 0,0 1 0,0-1 0,1 1 0,-1 0 0,0 0 0,-7 5 0,0 1 0,0 0 0,1 1 0,0 0 0,0 1 0,1 1 0,0 0 0,1 0 0,0 1 0,1 1 0,0-1 0,1 1 0,1 1 0,0-1 0,1 1 0,-9 29 0,9-23 0,0 1 0,2-1 0,1 1 0,0 0 0,2 1 0,0-1 0,1 0 0,2 0 0,0 1 0,1-1 0,6 22 0,-1-20 8,0 0-1,2-1 1,1 1-1,0-2 1,2 0-1,0 0 1,1-1-1,2-1 1,0 0-1,0-1 1,2-1-1,0-1 1,1 0-1,1-2 1,42 25-1,-39-26-106,0-2 0,1-1 0,0 0 0,1-2 0,0-1 0,1-1 0,-1-1 0,1-1 0,0-1 0,0-1 0,0-2 0,0 0 0,0-2 0,49-10 0,14-15-6727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6.0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24575,'3'1'0,"-1"1"0,1-1 0,0 0 0,0 0 0,0 0 0,0 0 0,0 0 0,0 0 0,0-1 0,1 0 0,-1 1 0,0-1 0,4-1 0,2 2 0,39-1 0,14 3 0,-61-3 0,0 0 0,0 1 0,-1-1 0,1 0 0,0 1 0,0-1 0,-1 1 0,1-1 0,0 1 0,0-1 0,-1 1 0,1-1 0,-1 1 0,1 0 0,-1-1 0,1 1 0,-1 0 0,1 0 0,-1-1 0,1 1 0,-1 0 0,0 0 0,1 0 0,-1 0 0,0-1 0,0 1 0,0 0 0,0 1 0,0 28 0,0-27 0,-7 59 0,3-35 0,2-1 0,0 0 0,2 1 0,4 43 0,1-46 0,1 1 0,2-1 0,0 0 0,1 0 0,2-1 0,0 0 0,1-1 0,2-1 0,0 0 0,1 0 0,1-2 0,20 19 0,-34-36 0,0 1 0,0-1 0,0 0 0,0 1 0,-1-1 0,1 1 0,-1 0 0,1-1 0,-1 1 0,0 0 0,0 0 0,0 0 0,-1 0 0,1 0 0,-1 0 0,1 0 0,-1 0 0,0 0 0,0 0 0,0 0 0,-1 0 0,1 0 0,-1 0 0,1 0 0,-1 0 0,0 0 0,-2 3 0,-3 5 0,-1 1 0,0-2 0,0 1 0,-1-1 0,-10 11 0,9-12 0,-29 34-455,-3-2 0,-68 53 0,89-79-6371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6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185 182 24575,'-14'11'0,"-3"4"0,1 1 0,0 1 0,1 0 0,1 1 0,1 1 0,0 0 0,1 1 0,2 0 0,0 0 0,-9 27 0,15-35 0,1 1 0,0-1 0,1 0 0,0 1 0,1-1 0,1 1 0,0-1 0,3 23 0,-2-26 0,2 0 0,-1 0 0,1 0 0,0 0 0,1-1 0,0 1 0,1-1 0,-1 0 0,2 0 0,-1 0 0,1-1 0,11 12 0,-9-11 0,1-1 0,-1 0 0,1-1 0,0 0 0,1 0 0,0-1 0,0 0 0,0-1 0,0 0 0,0-1 0,1 0 0,0 0 0,0-1 0,0 0 0,-1-1 0,1-1 0,0 1 0,1-2 0,-2 0 0,1 0 0,14-3 0,-8-1 0,0 0 0,0-1 0,0 0 0,-1-2 0,0 0 0,0 0 0,-1-2 0,0 0 0,-1-1 0,0 0 0,0-1 0,16-19 0,-13 11 0,-2 0 0,-1 0 0,0-2 0,-2 1 0,0-2 0,-1 0 0,8-26 0,-15 39 0,-1-1 0,0 0 0,-1 0 0,0 0 0,0 0 0,-1 0 0,-1 0 0,0 0 0,0 0 0,-1-1 0,-1 1 0,0 0 0,0 0 0,-1 1 0,0-1 0,-1 0 0,0 1 0,-9-16 0,5 16 3,0 0-1,0 1 0,-1 0 0,0 0 1,-1 1-1,1 0 0,-2 1 0,1 0 1,-1 1-1,-19-9 0,-5 0-465,-1 2-1,-46-10 1,-108-17-6196,186 39 6491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8.3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 24575,'14'-6'0,"0"2"0,1 0 0,-1 0 0,1 1 0,0 1 0,30 0 0,-25 1 0,135-5 11,168 15 0,157 38-272,-344-32-20,1374 120-27,-766-73-777,-4 42 1151,114 77 195,-5 28-1084,636 138-304,-115-111-43,-780-155 4281,-588-80-3030,-1-1 1,1 1-1,0-1 1,-1 0-1,1 1 0,-1-1 1,1 0-1,0 0 1,-1 0-1,1 0 1,-1-1-1,1 1 1,0 0-1,1-1 0,-19-12 389,-6-1-566,-50-37 96,-221-150 0,197 142 0,-119-55 0,291 148 0,231 116 0,-286-139 0,0 2 0,-1 0 0,25 21 0,-40-29 0,0-1 0,-1 1 0,1 0 0,-1 0 0,0 0 0,-1 0 0,1 1 0,-1-1 0,0 1 0,0 0 0,-1 0 0,1 0 0,-1 1 0,-1-1 0,1 0 0,-1 1 0,0 10 0,-2-7 2,0 0-1,-1 0 1,0-1-1,0 1 1,-1 0-1,-1-1 0,1 0 1,-2 0-1,1 0 1,-1 0-1,-11 14 1,-6 6-694,-50 48 1,-62 47-6135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09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1916 24575,'12'-11'0,"-1"-2"0,39-28 0,57-36 0,74-39-314,5 8-1,260-109 0,431-111-1053,1079-179-996,43 200 2554,-450 189-664,0 156-883,-1329-16 1400,-2 11 1,-1 8 0,259 86 0,6 44 3167,101 31-280,-504-181-2931,-79-21 0,0 0 0,0 0 0,1 1 0,-1-1 0,0 0 0,0 0 0,0 0 0,1 0 0,-1 0 0,0 0 0,0 0 0,0 0 0,1 0 0,-1 0 0,0 0 0,0 0 0,0 0 0,0 0 0,1-1 0,-1 1 0,0 0 0,0 0 0,0 0 0,1 0 0,-1 0 0,0 0 0,0 0 0,0 0 0,0-1 0,0 1 0,1 0 0,-1 0 0,0 0 0,0 0 0,0-1 0,0 1 0,0 0 0,0 0 0,0 0 0,0 0 0,0-1 0,0 1 0,0 0 0,0 0 0,0 0 0,0-1 0,0 1 0,0 0 0,0 0 0,-5-15 0,-13-15 0,-12-4 0,-1 0 0,-1 2 0,-62-46 0,-120-71 0,201 140 0,-583-330 0,596 339 0,0 0 0,0 0 0,0 0 0,0 0 0,0 0 0,0 0 0,0-1 0,0 1 0,0 0 0,0 0 0,0 0 0,1 0 0,-1 0 0,0 0 0,0 0 0,0 0 0,0 0 0,0 0 0,0 0 0,0 0 0,0 0 0,0 0 0,0 0 0,0 0 0,0 0 0,0 0 0,0 0 0,0 0 0,0 0 0,0-1 0,0 1 0,0 0 0,0 0 0,0 0 0,0 0 0,0 0 0,0 0 0,0 0 0,0 0 0,0 0 0,0 0 0,0 0 0,0 0 0,0 0 0,0 0 0,0 0 0,0 0 0,0-1 0,0 1 0,0 0 0,0 0 0,0 0 0,0 0 0,-1 0 0,13-1 0,19 3 0,16 6 0,-1 3 0,1 1 0,-2 2 0,0 2 0,56 29 0,-40-13 0,-1 3 0,-2 2 0,58 49 0,-82-59 0,-1 3 0,-1 0 0,-1 2 0,42 59 0,-63-76 0,0 1 0,-2 0 0,0 0 0,0 1 0,9 35 0,-14-41 0,-1 1 0,0 0 0,-1 0 0,0-1 0,-1 1 0,-1 0 0,1 0 0,-2 0 0,0 0 0,-4 13 0,1-9 0,-1 0 0,0-1 0,-2 0 0,0 0 0,0 0 0,-14 16 0,-1-2 0,-1-2 0,-29 26 0,-17 8-45,-142 95 1,-97 32-815,73-54-506,23-18-4513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0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1 418 24575,'15'5'0,"31"8"0,0-3 0,1-2 0,1-1 0,-1-3 0,1-2 0,0-2 0,0-2 0,48-8 0,-57 4 0,-1-2 0,1-2 0,-2-1 0,0-2 0,0-1 0,-2-2 0,1-2 0,-2-1 0,-1-1 0,37-30 0,-52 35 0,-1 0 0,-1-1 0,22-29 0,-34 41 0,0-1 0,-1 1 0,0-1 0,0 0 0,0 0 0,-1 0 0,0 0 0,0 0 0,0-1 0,0 1 0,-1-1 0,0 1 0,0-1 0,-1 1 0,1-1 0,-1 0 0,0 1 0,-1-1 0,-1-9 0,0 11 0,1 1 0,-1-1 0,0 1 0,0-1 0,-1 1 0,1 0 0,-1 0 0,1 0 0,-1 0 0,0 0 0,0 1 0,0-1 0,-1 1 0,1 0 0,-1 0 0,1 0 0,-1 1 0,0-1 0,1 1 0,-1-1 0,-6 0 0,-4-1 0,-1 1 0,1 0 0,-1 1 0,-25 2 0,6 2 0,0 2 0,1 1 0,0 1 0,0 2 0,1 2 0,0 1 0,-49 25 0,37-13 0,1 2 0,2 2 0,0 1 0,-58 57 0,71-59 0,2 2 0,1 1 0,1 1 0,2 1 0,1 2 0,2-1 0,1 2 0,1 1 0,-22 74 0,33-89 0,2 0 0,0 1 0,1 0 0,2 0 0,0 0 0,1 0 0,1 0 0,6 29 0,-4-34 0,2-1 0,0 0 0,1 0 0,0 0 0,1-1 0,1 0 0,1 0 0,0-1 0,0 0 0,2-1 0,22 23 0,-16-21 11,0 0 0,2-1 0,0-1 0,0-1 0,1-1 0,1-1-1,-1-1 1,2 0 0,-1-2 0,40 9 0,-17-8-308,0-1 0,1-3 0,0-1 0,65-5 0,4-9-6529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1.2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 24575,'3'-1'0,"0"0"0,0 0 0,-1 0 0,1 0 0,0-1 0,-1 1 0,1-1 0,2-2 0,11-6 0,-2 4 0,0 1 0,1 0 0,-1 1 0,1 1 0,0 0 0,0 1 0,0 1 0,0 0 0,0 1 0,23 3 0,-31-2 0,-1 0 0,1 0 0,-1 1 0,0 0 0,1 0 0,-1 1 0,0 0 0,0 0 0,-1 0 0,1 0 0,-1 1 0,1 0 0,-1 1 0,0-1 0,-1 1 0,1 0 0,-1 0 0,0 0 0,0 0 0,0 1 0,-1 0 0,0-1 0,0 1 0,-1 1 0,1-1 0,1 9 0,0 4 0,-2 0 0,0 1 0,-1-1 0,-1 1 0,0-1 0,-2 1 0,0-1 0,-2 1 0,-8 29 0,-3 0 0,-3-1 0,-33 68 0,-27 18 0,52-92 0,24-39 0,0 0 0,0 1 0,0-1 0,1 0 0,-1 0 0,1 1 0,0-1 0,0 1 0,0-1 0,1 1 0,-1 5 0,1-7 0,0 0 0,1 0 0,-1 0 0,1 0 0,0 0 0,0-1 0,0 1 0,0 0 0,0 0 0,0-1 0,0 1 0,0 0 0,0-1 0,1 1 0,-1-1 0,1 0 0,-1 1 0,1-1 0,0 0 0,-1 0 0,5 2 0,10 4-227,0-1-1,0 0 1,1-1-1,-1 0 1,20 2-1,35 5-6598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1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158 188 24575,'-1'3'0,"0"-1"0,0 1 0,0-1 0,0 1 0,0-1 0,-1 0 0,1 1 0,-3 2 0,-5 8 0,-14 33 0,2 1 0,-22 72 0,35-91 0,1 1 0,2 0 0,0 0 0,2 0 0,2 52 0,1-70 0,1 1 0,1-1 0,0 1 0,1-1 0,0 0 0,0 0 0,9 17 0,-10-24 0,0 0 0,1 0 0,-1-1 0,0 1 0,1-1 0,0 0 0,0 0 0,0 0 0,0 0 0,1 0 0,-1-1 0,1 1 0,-1-1 0,1 0 0,0 0 0,0 0 0,0-1 0,0 1 0,0-1 0,0 0 0,0 0 0,0-1 0,6 1 0,0-1 0,0-1 0,-1-1 0,1 1 0,0-2 0,-1 1 0,0-1 0,0-1 0,0 1 0,0-2 0,0 1 0,-1-1 0,0-1 0,13-10 0,-3 1 0,-1 0 0,-1-1 0,-1-1 0,25-35 0,-27 31 0,-1 0 0,0-2 0,-2 1 0,-1-1 0,0-1 0,-2 1 0,-1-1 0,-1-1 0,4-44 0,-8 51 0,0 0 0,-1 1 0,-1-1 0,-1 0 0,0 1 0,-1-1 0,-1 1 0,-1 0 0,0 0 0,-1 0 0,-1 1 0,-1 0 0,0 0 0,-16-21 0,17 28 8,0 1-1,-1 0 0,0 1 1,0 0-1,0 0 0,-1 1 1,0 0-1,-1 1 1,1 0-1,-1 0 0,0 1 1,-14-4-1,3 2-299,-1 1 0,1 2-1,-1 0 1,-43 1 0,-53 7-6534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2.1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96 249 24575,'-19'-9'0,"-3"-3"0,16 8 0,-2 0 0,1 0 0,0 1 0,-1 0 0,-10-3 0,80 9 0,267 7 0,350-42-1034,2-26-499,-19 2 814,1460-14-1652,7 103-90,-1440-18 2238,1700 25-951,667 15 8,-2906-51 2159,70 2 862,-74-7 2342,-140 0-8752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3.1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1 430 24575,'15'15'0,"0"-4"0,0 1 0,1-2 0,0 0 0,0-1 0,1-1 0,1 0 0,-1-1 0,30 7 0,-20-9 0,0 0 0,0-2 0,0-1 0,0-1 0,42-3 0,-30-3 0,1-2 0,0-1 0,-1-2 0,-1-1 0,0-2 0,-1-2 0,0-2 0,40-24 0,-49 24 0,-1-2 0,-1 0 0,36-36 0,-51 44 0,0 0 0,-1-1 0,-1 0 0,0-1 0,0 0 0,-2 0 0,1-1 0,-2 0 0,8-23 0,-12 32 0,-1 0 0,0 1 0,0-1 0,0-1 0,0 1 0,-1 0 0,0 0 0,0 0 0,-1 0 0,1 0 0,-1 0 0,0 0 0,-1 0 0,1 0 0,-1 0 0,0 1 0,0-1 0,0 1 0,-1-1 0,1 1 0,-5-5 0,2 4 0,0 0 0,0 1 0,0 0 0,0 0 0,-1 0 0,0 1 0,0 0 0,0 0 0,0 0 0,0 1 0,0 0 0,-1 0 0,1 0 0,-1 1 0,-12-1 0,-5 2 0,0 0 0,0 1 0,0 2 0,0 1 0,0 0 0,1 2 0,0 0 0,0 2 0,1 1 0,-28 14 0,16-5 0,1 1 0,1 2 0,1 1 0,0 1 0,-49 51 0,57-48 0,1 0 0,2 2 0,0 0 0,2 1 0,1 1 0,1 1 0,2 0 0,1 1 0,1 1 0,2 0 0,-10 62 0,17-74 0,1 1 0,1 0 0,1 0 0,1 0 0,1 0 0,1 0 0,1-1 0,10 33 0,-8-38 0,1 1 0,0-1 0,2-1 0,-1 0 0,2 0 0,0 0 0,1-1 0,0-1 0,1 0 0,0 0 0,22 16 0,-18-18-68,1 0 0,-1-2-1,2 0 1,-1 0 0,1-2 0,0 0-1,1-1 1,-1-1 0,1-1 0,1 0-1,-1-2 1,0 0 0,0-1 0,1-1-1,-1-1 1,1 0 0,-1-2 0,0 0-1,28-9 1,38-15-6758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3.7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1 24575,'-6'21'0,"-7"23"0,-2 4 0,-9 54 0,22-89 0,0 0 0,1 0 0,0 1 0,1-1 0,0 0 0,1 0 0,1 0 0,0 0 0,6 17 0,-7-26 0,0 0 0,0-1 0,1 1 0,-1-1 0,1 1 0,0-1 0,0 0 0,0 0 0,1 0 0,-1 0 0,1 0 0,0-1 0,-1 1 0,1-1 0,0 1 0,0-1 0,1 0 0,-1 0 0,0-1 0,1 1 0,-1-1 0,1 1 0,0-1 0,-1 0 0,1 0 0,0-1 0,0 1 0,-1-1 0,1 0 0,0 0 0,4-1 0,0 0 0,0-1 0,0 0 0,0 0 0,0-1 0,-1 1 0,1-2 0,-1 1 0,0-1 0,0-1 0,0 1 0,-1-1 0,0 0 0,11-11 0,-7 4 0,-1 0 0,0 0 0,-1-1 0,0 0 0,-1-1 0,-1 1 0,0-1 0,-1-1 0,6-24 0,-9 30 0,0-1 0,0-1 0,-1 1 0,0 0 0,-1 0 0,0 0 0,-1-1 0,0 1 0,-1 0 0,0 0 0,0 0 0,-1 0 0,0 1 0,-1-1 0,-6-11 0,-5 0-1365,1 8-5461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3.9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86 24575,'16'-8'0,"1"1"0,0 1 0,1 1 0,0 1 0,0 0 0,0 1 0,20-1 0,-15 1 0,585-31 1,-364 27-1367,-212 6-5460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4.1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 5 24575,'0'0'0,"0"0"0,-1-2 0,1 1 0,-1 0 0,1 1 0,0-1 0,-6 4 0,-7 8 0,-7 15 0,-8 22 0,-4 25 0,0 29 0,5 23 0,9 8 0,7-18-8191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4.5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0,0 1 0,2 5 0,7 13 0,7 22 0,8 29 0,1 29 0,-4-2-8191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5.2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88 513 24575,'13'-17'0,"0"0"0,1 1 0,1 1 0,0 0 0,1 1 0,30-20 0,-19 14 0,26-21 0,-17 15 0,-1-1 0,-1-2 0,-1-1 0,30-38 0,-59 63 0,0 0 0,-1 0 0,1-1 0,-1 1 0,0-1 0,0 0 0,-1 0 0,0 0 0,0 0 0,1-8 0,-3 12 0,0 0 0,0-1 0,0 1 0,0 0 0,0-1 0,-1 1 0,1-1 0,-1 1 0,1 0 0,-1 0 0,0-1 0,0 1 0,0 0 0,0 0 0,-1 0 0,1 0 0,-1 0 0,1 0 0,-1 1 0,1-1 0,-1 0 0,0 1 0,0-1 0,0 1 0,0 0 0,0-1 0,0 1 0,0 0 0,-4-1 0,-5-2 0,0 1 0,0 0 0,0 1 0,-1 1 0,1-1 0,0 2 0,-1-1 0,1 2 0,0 0 0,-1 0 0,1 1 0,0 0 0,-15 5 0,5 0 0,0 0 0,1 1 0,1 2 0,-1 0 0,1 1 0,-21 16 0,25-15 0,1 1 0,1 1 0,0 0 0,0 0 0,2 2 0,0-1 0,1 1 0,0 1 0,1 0 0,1 0 0,1 1 0,0 0 0,2 0 0,0 0 0,1 1 0,0 0 0,2 0 0,-1 35 0,3-35 0,1 0 0,0 0 0,2 0 0,0-1 0,1 1 0,1-1 0,0 1 0,2-1 0,0-1 0,1 1 0,1-2 0,0 1 0,1-1 0,1 0 0,0-1 0,2 0 0,-1-1 0,30 24 0,-32-30 9,1-1-1,1 0 1,-1 0-1,1-1 0,0-1 1,0 0-1,1-1 1,0 0-1,-1-1 1,1 0-1,1-1 0,-1-1 1,24 0-1,-13-2-220,0-2 1,-1 0-1,1-2 0,-1 0 0,0-2 0,37-15 0,45-27-6614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5.6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1 136 24575,'5'-11'0,"2"3"0,0 1 0,0 1 0,0-1 0,1 1 0,0 1 0,0-1 0,16-7 0,2 1 0,39-13 0,-41 18 0,-1 1 0,0 0 0,1 2 0,0 1 0,0 1 0,0 1 0,1 1 0,25 3 0,-41-2 0,-1 1 0,1 0 0,0 0 0,0 1 0,-1 0 0,1 1 0,-1 0 0,0 0 0,0 1 0,12 9 0,-15-9 0,0 0 0,-1 0 0,1 0 0,-1 0 0,0 1 0,-1 0 0,1 0 0,-1 0 0,0 0 0,-1 0 0,1 1 0,-1-1 0,0 1 0,-1 0 0,2 12 0,-2-1 0,-1-1 0,-1 0 0,0 0 0,-1 0 0,-1 1 0,0-2 0,-2 1 0,-7 20 0,-10 17 0,-31 56 0,42-90 0,10-18 8,0 1-1,-1-1 1,1 0-1,0 1 1,0 0-1,1-1 1,-1 1-1,1-1 1,-1 1-1,1 0 1,0-1-1,0 1 1,0 3-1,0-4-77,1 0 0,0-1 0,-1 1 0,1-1 0,0 1 0,0-1 0,0 1 0,0-1 0,0 0 0,0 0 0,1 1 0,-1-1 0,0 0 0,1 0 0,-1 0 0,1 0 0,-1 0 0,1-1 0,-1 1 0,3 1 0,28 8-6756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5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29 179 24575,'-8'27'0,"0"-8"0,4-3 0,1 0 0,0 1 0,2-1 0,-1 0 0,2 1 0,1-1 0,0 1 0,0-1 0,2 0 0,0 1 0,10 28 0,-10-38 0,0 1 0,1-1 0,-1 0 0,1 0 0,1 0 0,0 0 0,-1-1 0,2 1 0,-1-1 0,1-1 0,0 1 0,0-1 0,1 0 0,-1 0 0,1-1 0,0 0 0,0 0 0,1-1 0,-1 0 0,1 0 0,0 0 0,0-1 0,0-1 0,0 1 0,15 0 0,-13-2 0,0 0 0,0 0 0,0-1 0,-1 0 0,1-1 0,0 0 0,0-1 0,-1 0 0,1-1 0,-1 0 0,0 0 0,0 0 0,-1-2 0,1 1 0,-1-1 0,0 0 0,-1 0 0,1-1 0,-1 0 0,-1-1 0,1 1 0,-1-1 0,5-10 0,-3 5 0,-1-1 0,0 0 0,-1 0 0,-1 0 0,0-1 0,-1 0 0,-1 0 0,0 0 0,-1 0 0,0 0 0,-2-1 0,0 1 0,0 0 0,-4-22 0,1 22 0,0 0 0,-1 0 0,-1 1 0,0 0 0,-1-1 0,0 2 0,-1-1 0,-1 1 0,-12-16 0,16 23 0,0 1 0,-1 0 0,0 0 0,0 1 0,0-1 0,0 1 0,-1 0 0,1 1 0,-1-1 0,0 1 0,0 0 0,0 1 0,-1-1 0,1 1 0,-1 0 0,1 1 0,-1 0 0,0 0 0,1 0 0,-1 1 0,0 0 0,-13 1 0,-23 10-1365,6 4-5461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6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1 114 24575,'1'0'0,"0"0"0,12-3 0,21-2 0,29-2 0,27-3 0,20 0 0,8-1 0,-2-1 0,-12-2 0,-16-7 0,-23 1-8191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6.2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0 24575,'0'0'0,"0"1"0,0 0 0,-5 14 0,-6 33 0,-7 38 0,-4 44 0,1 23 0,5 11 0,5-21-8191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6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41 294 24575,'26'-11'0,"21"2"0,80-5 0,22-4 0,-131 15 0,-1-1 0,0-1 0,0-1 0,0 0 0,0-1 0,16-11 0,-29 16 0,0-1 0,0 1 0,0-1 0,0 0 0,-1 0 0,1-1 0,-1 1 0,0-1 0,0 0 0,0 0 0,-1 0 0,1 0 0,-1 0 0,0 0 0,0-1 0,-1 1 0,2-6 0,-2 7 0,-1-1 0,0 1 0,0-1 0,0 1 0,0-1 0,-1 1 0,1 0 0,-1-1 0,0 1 0,0-1 0,0 1 0,0 0 0,-1 0 0,1 0 0,-1 0 0,0 0 0,0 0 0,0 0 0,0 0 0,0 1 0,-1-1 0,1 1 0,-6-4 0,-1 0 0,0 0 0,-1 1 0,0 0 0,0 1 0,0 0 0,-1 0 0,1 1 0,-1 1 0,0 0 0,0 0 0,0 1 0,0 0 0,0 1 0,0 0 0,0 1 0,-14 3 0,1 0 0,0 1 0,0 1 0,1 1 0,0 1 0,0 1 0,-30 16 0,41-18 0,1 1 0,0 0 0,0 0 0,1 1 0,0 0 0,0 1 0,1 0 0,0 0 0,1 1 0,0 1 0,1-1 0,0 1 0,1 0 0,1 0 0,-1 1 0,2 0 0,0 0 0,0 0 0,1 0 0,1 1 0,1-1 0,-1 1 0,2 0 0,0-1 0,1 1 0,0-1 0,1 1 0,0-1 0,1 1 0,1-1 0,0 0 0,6 12 0,-1-6-80,1-1 0,0 0-1,1-1 1,1 0 0,1-1-1,0 0 1,1-1 0,0 0-1,2-1 1,-1-1 0,2-1 0,0 0-1,0-1 1,1 0 0,0-2-1,21 8 1,84 28-6746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7.2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 24575,'18'-7'0,"0"0"0,0 0 0,1 2 0,0 0 0,0 2 0,1 0 0,37-1 0,-26 4 0,-1 2 0,1 0 0,-1 2 0,41 11 0,-67-14 0,0 0 0,0 0 0,-1 0 0,1 1 0,-1-1 0,1 1 0,-1 0 0,1 0 0,-1 0 0,0 0 0,0 1 0,0-1 0,0 1 0,0 0 0,-1-1 0,1 1 0,2 4 0,-4-4 0,0 1 0,0-1 0,-1 0 0,1 0 0,-1 0 0,1 1 0,-1-1 0,0 0 0,0 0 0,-1 1 0,1-1 0,-1 0 0,1 0 0,-1 1 0,0-1 0,0 0 0,-1 0 0,1 0 0,0 0 0,-4 4 0,-8 13 0,0-1 0,-2-1 0,-25 26 0,26-29 0,0 0 0,1 0 0,0 1 0,2 1 0,-16 27 0,25-38 0,-1 1 0,1 0 0,0 0 0,0 0 0,1 0 0,0 0 0,1 0 0,-1 0 0,1 0 0,0 0 0,3 13 0,1-1 0,1 0 0,14 33 0,2 9 0,-20-55 0,0 0 0,0 0 0,-1 1 0,0-1 0,0 0 0,-1 0 0,1 0 0,-1 1 0,-1-1 0,1 0 0,-1 0 0,0-1 0,0 1 0,-1 0 0,0-1 0,0 1 0,0-1 0,-1 0 0,-4 6 0,-9 10 0,-1-1 0,-39 34 0,56-53 0,-13 12 0,8-7 0,1-1 0,-1 0 0,0 0 0,0-1 0,-1 1 0,-11 5 0,16-11 0,6-5 0,26-27 0,0 2 0,3 2 0,0 1 0,39-25 0,-22 16 0,19-16 0,269-223 0,-337 275 0,-1 0 0,1 1 0,-1-1 0,1 0 0,0 0 0,-1 1 0,1-1 0,0 0 0,0 1 0,-1-1 0,1 1 0,0-1 0,0 1 0,0-1 0,0 1 0,0 0 0,0-1 0,-1 1 0,1 0 0,0 0 0,0-1 0,0 1 0,0 0 0,0 0 0,2 1 0,-2 0 0,0 1 0,0-1 0,-1 1 0,1 0 0,0 0 0,0 0 0,-1-1 0,1 1 0,-1 0 0,0 0 0,0 0 0,1 0 0,-1 2 0,6 180 0,-1-6 0,-3-152 0,2 0 0,1 0 0,1 0 0,14 39 0,-17-57 0,1 0 0,0 0 0,0 0 0,0-1 0,1 0 0,0 0 0,0 0 0,1 0 0,0-1 0,0 0 0,0 0 0,1-1 0,0 0 0,0 0 0,13 7 0,-12-9 0,0 0 0,0-1 0,0 0 0,0 0 0,0-1 0,0 0 0,0 0 0,0-1 0,0 0 0,0-1 0,1 0 0,-1 0 0,0 0 0,0-1 0,0 0 0,13-6 0,-1-1 0,-1-1 0,0-1 0,0 0 0,-1-2 0,-1 0 0,0-1 0,0 0 0,27-34 0,-25 25 0,-1-1 0,-1-1 0,-1 0 0,-2-1 0,0 0 0,10-32 0,-18 44 0,-2-1 0,0 0 0,0 0 0,-2 0 0,1 0 0,-2 0 0,0-1 0,-1 1 0,-1 0 0,-2-18 0,0 21 0,0 0 0,0 1 0,-1 0 0,-1 0 0,0 0 0,0 0 0,-1 1 0,0 0 0,-1 0 0,0 1 0,-1 0 0,0 0 0,0 0 0,-11-7 0,-2-1 0,-1 2 0,-1 0 0,0 2 0,-1 0 0,-27-9 0,-192-57-1365,-19 18-5461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8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 0 24575,'-7'21'0,"-1"-3"0,-11 41 3,3 1 0,3 1 0,2 0 0,3 1 0,3 0 0,3 89 0,7-66-161,3 1-1,4-1 0,4-1 1,31 97-1,-21-104 95,3-1 0,4-2 1,3-1-1,3-2 0,3-1 0,4-3 1,71 84-1,-49-76-149,3-4 0,3-2 0,3-4 0,3-3 1,137 81-1,-53-54 238,4-8 0,3-7 0,281 81 1,562 78-2344,674 0 1490,11-121-497,-840-72 4660,-835-38-3056,-15-1-60,0 0-1,0-1 1,0 0-1,0 0 1,0-1 0,0 0-1,10-3 1,-18 4-194,0 0-1,0-1 1,0 1 0,0-1-1,0 1 1,0-1 0,0 1-1,0-1 1,0 1 0,0-1-1,0 0 1,-1 0-1,1 1 1,0-1 0,-1 0-1,1 0 1,0 0 0,-1 0-1,1 0 1,-1 0 0,1 0-1,-1 0 1,0 0 0,1 0-1,-1 0 1,0-1-1,0-1 53,0-1 0,0 1 0,-1 0 1,1 0-1,-1 0 0,0 0 0,0 0 0,-2-5 0,-4-8-40,-2 1 1,1 0 0,-2 1-1,0 0 1,-22-24 0,-69-59-60,98 95 25,-64-57-3,-3 3 0,-3 3 0,-2 4 0,-2 3 0,-100-44 0,162 85 0,15 9 0,26 19 0,318 219 0,126 104 0,-415-299 0,-2 2 0,84 103 0,-120-130 0,-1 1 0,-1 1 0,-1 0 0,-1 0 0,-1 2 0,-2-1 0,0 2 0,-2-1 0,-1 1 0,6 42 0,-9-6 12,-6 88 1,-1-60-1403,3-9-5436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8.6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0 684 24575,'23'6'0,"2"-4"0,-1-1 0,1 0 0,0-2 0,-1-1 0,1-1 0,-1-1 0,0-1 0,0-1 0,43-18 0,-15 2 0,-2-2 0,-1-2 0,59-41 0,-60 33 0,-2-2 0,56-56 0,-80 70 0,0-2 0,-2-1 0,-1 0 0,-1-2 0,28-53 0,-43 74 0,-1 1 0,1-1 0,-1 0 0,0 0 0,0 0 0,-1 0 0,0 0 0,0 0 0,0 0 0,-1-1 0,0 1 0,0 0 0,0 0 0,-1-1 0,-1-6 0,1 11 0,0 0 0,0 0 0,-1 0 0,1-1 0,0 1 0,-1 0 0,1 1 0,-1-1 0,0 0 0,1 0 0,-1 1 0,0-1 0,0 1 0,0-1 0,0 1 0,-3-1 0,0 0 0,0 0 0,0 0 0,-1 1 0,1 0 0,0 0 0,-1 1 0,1-1 0,-1 1 0,-7 1 0,-9 1 0,0 2 0,0 0 0,1 1 0,-1 1 0,-20 10 0,-8 5 0,-48 29 0,50-23 0,1 2 0,2 2 0,1 2 0,2 2 0,1 2 0,2 1 0,-45 57 0,68-73 0,0 1 0,1 1 0,2 0 0,0 1 0,2 1 0,-16 53 0,22-59 0,1 0 0,1 1 0,1-1 0,1 1 0,0 0 0,2-1 0,0 1 0,2 0 0,0-1 0,8 27 0,-4-25 0,1 0 0,1-1 0,1 0 0,1 0 0,0-1 0,2-1 0,0 0 0,1 0 0,1-2 0,1 0 0,0 0 0,1-2 0,1 0 0,27 18 0,-18-17 0,0-1 0,1-1 0,1-1 0,0-1 0,0-2 0,1-1 0,0-2 0,1 0 0,0-2 0,38 1 0,-17-5-682,68-8-1,37-15-6143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9.0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0 143 24575,'1'0'0,"0"0"0,1 0 0,-1 0 0,0 0 0,0-1 0,0 1 0,0 0 0,0-1 0,0 1 0,0-1 0,0 1 0,0-1 0,0 0 0,1 0 0,3-3 0,40-18 0,0 2 0,2 1 0,0 3 0,0 2 0,2 2 0,-1 2 0,2 2 0,95-3 0,-131 11 0,0 1 0,0 0 0,0 1 0,0 0 0,19 7 0,-28-8 0,-1 1 0,0-1 0,0 1 0,0 0 0,-1 1 0,1-1 0,0 1 0,-1-1 0,0 1 0,1 0 0,-1 0 0,0 0 0,-1 1 0,1-1 0,0 1 0,-1 0 0,0 0 0,0-1 0,0 1 0,0 1 0,0 3 0,1 9 0,-1-1 0,-1 0 0,-1 0 0,0 1 0,-1-1 0,-1 0 0,0 1 0,-6 16 0,-3 37 0,9-47 0,2 0 0,0-1 0,1 1 0,2-1 0,9 42 0,-2-26 0,3-1 0,24 53 0,-29-73 0,-3-7 0,0-1 0,-1 1 0,5 18 0,-9-25 0,1 0 0,-1 0 0,1 1 0,-1-1 0,0 0 0,0 0 0,0 0 0,-1 0 0,1 0 0,-1 0 0,0 0 0,0 0 0,0 0 0,0 0 0,0 0 0,-1 0 0,-2 3 0,-2 2 0,0-1 0,-1 0 0,0 0 0,0-1 0,0 1 0,-1-2 0,0 1 0,-15 7 0,-77 30 0,80-35 0,-282 86-1365,224-74-5461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9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85 24575,'14'18'0,"16"31"0,-2 3 0,-2 0 0,29 84 0,8 17 0,-56-137 0,1 0 0,1-1 0,1 0 0,0 0 0,22 25 0,-26-34 0,0-1 0,0 0 0,0 0 0,1 0 0,-1-1 0,1 0 0,0 0 0,0-1 0,1 0 0,-1 0 0,1 0 0,-1-1 0,1 0 0,0-1 0,10 1 0,-8-2 0,0 0 0,1 0 0,-1-1 0,0-1 0,0 0 0,0 0 0,0-1 0,0 0 0,-1 0 0,1-1 0,-1-1 0,16-9 0,-13 5 0,0-1 0,0 0 0,-1 0 0,0-1 0,-1 0 0,0-1 0,-1-1 0,9-13 0,-7 6 0,-1 0 0,0 0 0,-1-1 0,-2 0 0,0-1 0,-1 0 0,-1 0 0,-1 0 0,-1-1 0,-1 1 0,-2-40 0,0 51 0,-2 0 0,1-1 0,-1 1 0,-1 0 0,0 0 0,-1 0 0,0 1 0,-1-1 0,0 1 0,0 0 0,-1 0 0,0 1 0,-1 0 0,0 0 0,-1 0 0,1 1 0,-2 0 0,1 0 0,-1 1 0,0 1 0,-1-1 0,1 1 0,-1 1 0,-1 0 0,-17-7 0,3 4 8,0 1 0,-1 2 0,0 0-1,-30-1 1,-107 3-1412,-14 14-5422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19.7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23 24575,'-8'4'0,"15"-1"0,0-1 0,0 1 0,0-1 0,0-1 0,0 1 0,10 0 0,13 2 0,444 32-106,19-39-1344,-422 2 1085,374-10-546,282-13-1572,813-19 2336,1343 70-3722,-1072 1 3498,-1231-23-1174,-56 8 1097,-67 10 201,-72 9 387,-73 2 671,-143-12 622,172 45 0,-280-49-1499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1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1986 89 24575,'0'-16'0,"13"9"0,7 1 0,-1 0 0,1 2 0,34-3 0,-23 3 0,522-34 0,-425 39 0,1 6 0,171 32 0,-248-29 0,-2 3 0,1 1 0,95 43 0,-120-44 0,0 1 0,0 1 0,-1 2 0,-2 0 0,1 2 0,-2 1 0,0 0 0,28 36 0,-28-26-1,-2 0 1,-2 1-1,0 0 0,-2 2 0,14 41 0,-12-21 5,-3 1 0,15 98 0,-17-19-235,-8 267 0,-60 389-1197,-3 105 811,74-98-522,42-1 525,-20-253-478,-42 703 0,-130 48 612,-68-7 558,153-991-113,-249 1579-326,54 4-723,207-1499 907,-14 136 536,-25-11 532,63-430-832,-5 0 1,-2-2 0,-40 96-1,50-145 134,-2 0 0,0 0-1,-1-1 1,-1-1 0,-1 0 0,-1-1-1,-1-1 1,0-1 0,-2 0-1,0-1 1,-1-1 0,0-1 0,-40 22-1,28-22 80,-1-1 1,-1-2-1,0-1 0,-1-2 0,0-2 0,-38 4 0,-5-4-148,-137-7 1,46-14 39,1-6 0,1-8 0,-203-62 0,-462-207-1648,577 187-3723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2.7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24575,'145'392'0,"1"0"0,-105-298 0,4-1 0,58 88 0,-88-156 0,1-2 0,1 0 0,1-1 0,29 27 0,-41-43 0,0-1 0,0 0 0,1 0 0,-1-1 0,1 0 0,0 0 0,0 0 0,1-1 0,-1 0 0,1-1 0,-1 0 0,1 0 0,0 0 0,0-1 0,0 0 0,0-1 0,0 0 0,0 0 0,0 0 0,11-3 0,-1-3 0,0 0 0,-1-1 0,0 0 0,0-2 0,-1 0 0,0-1 0,0 0 0,-1-1 0,15-15 0,13-14 0,60-75 0,-44 40 40,-3-2 0,80-150 0,-75 101-783,58-164 1,-80 177-6084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2.9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24575,'13'36'0,"-3"-13"0,36 115 0,-6 3 0,-7 1 0,22 197 0,-38-147 0,-9 0 0,-18 208 0,-18-29-1365,21-271-5461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3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24575,'3'9'0,"124"627"17,-28-3-779,24 128-226,-110-683 953,4-1 1,28 79-1,-41-145 35,0 0 0,1 0 0,0-1 0,10 15 0,-13-23 0,-1 0 0,1 0 0,-1 0 0,1 0 0,0-1 0,0 1 0,0-1 0,0 1 0,0-1 0,0 1 0,0-1 0,0 0 0,0 0 0,1 0 0,-1 0 0,0-1 0,1 1 0,-1-1 0,0 1 0,1-1 0,-1 0 0,1 0 0,-1 0 0,1 0 0,4-1 0,-1-1 0,0 0 0,0-1 0,0 1 0,0-2 0,-1 1-1,1 0 1,-1-1 0,0 0 0,0 0 0,0-1-1,0 1 1,3-6 0,12-15 78,21-33 1,-36 49-37,180-316 984,-25-18-1152,-129 274 159,90-206-74,164-339-1173,-276 598-5015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3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64 24575,'22'-14'0,"-9"7"0,-1 0 0,1 1 0,1 0 0,-1 1 0,1 1 0,0 0 0,0 1 0,0 0 0,0 1 0,15 0 0,-23 2 0,1 0 0,-1 0 0,0 1 0,0 0 0,1 0 0,-1 1 0,0 0 0,0 0 0,-1 0 0,1 1 0,0-1 0,-1 1 0,1 1 0,-1-1 0,0 1 0,0 0 0,-1 0 0,1 1 0,-1-1 0,0 1 0,0 0 0,0 0 0,0 0 0,-1 0 0,4 10 0,-1 0 0,-1 1 0,-1 0 0,-1-1 0,0 1 0,-1 0 0,0 0 0,-2 1 0,1-1 0,-2 0 0,-1 0 0,-5 29 0,-5 8 0,-2-1 0,-26 61 0,5-27 0,-4-1 0,-3-2 0,-75 110 0,111-184 0,5-7 0,-1-1 0,1 1 0,-1 0 0,1 0 0,0 1 0,0-1 0,0 0 0,0 0 0,0 0 0,0 4 0,1-6 0,0 0 0,0 1 0,0-1 0,0 0 0,0 1 0,0-1 0,0 0 0,1 1 0,-1-1 0,0 0 0,0 0 0,0 1 0,1-1 0,-1 0 0,0 0 0,0 1 0,1-1 0,-1 0 0,0 0 0,0 0 0,1 0 0,-1 1 0,0-1 0,1 0 0,-1 0 0,0 0 0,1 0 0,-1 0 0,23 1 0,78-18 0,136-39 0,-125 27 0,-98 25-56,344-74-1253,-274 66-5517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4.3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 24575,'4'14'0,"165"772"0,-12-43 0,-153-730 0,2 15 0,2-1 0,1 0 0,1 0 0,22 43 0,-30-68 0,-1 0 0,0 1 0,1-1 0,-1 0 0,1 0 0,0 0 0,-1 0 0,1 0 0,0-1 0,0 1 0,0-1 0,0 1 0,1-1 0,-1 0 0,0 1 0,1-1 0,-1 0 0,1-1 0,4 2 0,-4-2 0,1-1 0,-1 1 0,1-1 0,-1 0 0,0 0 0,1 0 0,-1 0 0,0-1 0,0 1 0,0-1 0,0 0 0,0 0 0,0 0 0,0 0 0,4-5 0,11-11 0,0 0 0,-1-2 0,26-37 0,42-81 0,-78 127 0,163-302-646,203-527-1,-277 576-503,-72 187-4598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4.7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566 10 24575,'15'-4'0,"0"2"0,1 0 0,-1 1 0,1 0 0,29 4 0,-16-2 0,13 1 0,-2 2 0,1 1 0,0 3 0,44 13 0,-70-17 0,-1 1 0,0 0 0,0 1 0,0 1 0,-1 0 0,1 1 0,-2 1 0,1-1 0,-1 2 0,-1 0 0,0 0 0,0 1 0,-1 1 0,13 19 0,-17-21 0,-2 0 0,0 1 0,0-1 0,-1 1 0,0 0 0,0 0 0,-2 0 0,1 0 0,-1 0 0,-1 1 0,0-1 0,-1 0 0,0 0 0,-3 16 0,-5 9 0,0 0 0,-3-1 0,-15 35 0,-59 105 0,54-116 0,-48 124 0,76-169 0,0 0 0,1 1 0,1-1 0,0 0 0,1 1 0,0-1 0,1 1 0,1 0 0,1-1 0,0 0 0,0 1 0,1-1 0,6 16 0,2-4 0,0-1 0,2 0 0,1 0 0,1-1 0,31 39 0,20 13 0,-36-43 0,40 57 0,-65-82 0,-1 0 0,1 1 0,-1 0 0,-1-1 0,0 1 0,0 0 0,-1 0 0,0 1 0,0-1 0,-1 0 0,0 15 0,-2-9 0,0-1 0,-1 1 0,-1-1 0,0 0 0,-1 0 0,-10 25 0,-3-3 0,-2-1 0,-2-1 0,-1 0 0,-39 44 0,17-26 17,-3-3 0,-2-1 1,-2-3-1,-2-2 0,-2-2 0,-62 34 0,41-33-314,-1-3 0,-3-3 0,0-4 0,-108 28 0,24-20-6529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6.3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5939 46 24575,'-6'-5'0,"-1"1"0,0 0 0,0 0 0,0 0 0,-1 1 0,1 0 0,-1 1 0,0-1 0,1 2 0,-1-1 0,0 1 0,-10-1 0,15 2 0,-42-4 3,1 1 0,-1 3 0,1 1 0,-1 2 0,-77 17 0,29 2-120,-158 60 0,101-19-157,2 7 0,4 7 0,-180 125 0,89-30-736,-217 204 0,198-136 899,10 11 0,11 11 1,-201 296-1,212-230 123,14 10 0,-237 524 0,-198 863-2379,170 58 1647,91 271 720,232 27 0,179-1055-1520,-1-708 1115,80 373 0,-76-545 359,81 219 1,-89-301 48,4-2 0,2-1 0,3-1 0,2-1 0,73 89 0,-86-122 132,2-1 0,0-1 0,2-1 0,1-1 1,56 35-1,-60-45-45,-1-1 0,2 0 0,-1-2 0,2-1 0,-1-1 0,1 0 0,0-2 0,41 3 0,-30-7-17,-1-2 1,1-1-1,-1-2 1,0-1-1,-1-2 0,1-2 1,55-20-1,-21 0 291,-2-3-1,109-69 0,-41 9-240,-3-6-1,175-170 0,199-273 25,-215 184-330,269-435-1,158-450-501,-32-215 863,-99-43-2618,-343 788 1593,286-1396 0,-330 434 1216,-183 1212 65,-70-758-1,-36 611 1659,64 497-1157,-4 1-1,-5 2 0,-64-139 1,74 198-170,-54-84 1,66 116-562,-1 1 1,-1 0-1,0 1 1,-1 1-1,-1 0 1,0 1 0,-31-20-1,43 31-193,0 1-1,0-1 0,0 1 1,0 1-1,0-1 0,0 0 1,-1 1-1,1 0 0,0 0 1,-1 0-1,1 1 0,-1-1 1,1 1-1,-1 0 0,1 1 1,-1-1-1,1 1 0,-1 0 1,-4 1-1,1 1-11,1 1-1,-1 1 1,1-1-1,0 1 1,0 0-1,0 1 1,1 0-1,0 0 1,-7 8-1,-476 469 2,-30-32 0,306-269 0,184-156 0,18-15 0,0-1 0,0-1 0,-1 1 0,-1-2 0,1 0 0,-21 10 0,11-14-1365,7-1-5461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7.1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0 615 24575,'0'0'0,"0"0"0,1-2 0,8-8 0,28-16 0,45-21 0,53-17 0,49-11 0,39-4 0,21 3-961,10 7 961,-5 10 0,-19 12 0,-26 13 0,-35 15 0,-40 12 0,-42 8-7230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7.4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1 238 24575,'0'0'0,"9"6"0,9-2 0,1 0 0,-1-1 0,1-1 0,-1-1 0,1 0 0,23-3 0,-12 1 0,487-39 21,2-39-875,-26-13-511,-280 47-4628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7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302 0 24575,'-9'34'0,"-72"386"0,25 7 0,34-251 0,-7 77-47,-56 356-1271,65-514-5508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8.6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8075 831 24575,'-4'-8'0,"0"0"0,0 1 0,-1-1 0,0 1 0,0 0 0,-1 0 0,0 1 0,-7-7 0,9 9 0,-22-20 0,-1 1 0,-2 1 0,0 1 0,-1 1 0,-45-21 0,-177-65 0,-388-78-455,-20 60 1,-852-48-454,1034 153 454,-565 50 1,731-2 485,-442 101 0,564-82-231,3 7 1,3 9-1,-267 131 1,361-148 175,2 4 0,3 4 0,2 4 0,3 3 1,2 4-1,4 3 0,-100 118 0,128-129 27,3 2-1,2 2 0,3 1 1,3 2-1,2 2 0,4 0 0,2 2 1,4 2-1,2 0 0,-21 146 1,36-151-4,3 1 0,2-1 0,4 0 0,2 0 0,3 0 0,3-1 0,3 0 0,3-1 0,48 119 0,-32-112 0,2-1 0,4-1 0,2-3 0,4-1 0,2-2 0,3-3 0,2-1 0,68 57 0,-32-44-106,3-3 0,3-4 0,2-4 1,3-5-1,3-4 0,145 53 0,-47-37-294,2-8 0,323 52 0,-141-58-416,473 5 1,393-94 915,141-150-96,-1070 115-20,-2-14 0,381-155 1,-519 163-144,298-171-1,-401 198 172,-1-2-1,-3-4 0,-3-4 1,-2-2-1,116-134 0,-156 157 115,-1 0-1,-3-2 0,-1 0 0,-2-2 1,-2-1-1,-1 0 0,23-88 0,-33 90-129,-1 0-1,-3-1 1,-1 0-1,-2 0 1,-2 0 0,-2 0-1,-2 0 1,-1 1-1,-12-46 1,-1 24 33,-3 1 1,-3 1-1,-2 1 1,-3 1-1,-2 2 1,-3 1-1,-2 1 1,-85-97-1,36 62 347,-3 4 0,-4 3 1,-189-129-1,96 93-386,-6 9 1,-263-111-1,-436-95 366,847 304 90,-38-13 801,-154-24 1,213 49-1001,15 1-174,9 2-388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9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0 24575,'0'0'0,"0"0"0,0 0 0,0 0 0,0 0 0,0 0 0,0 0 0,-2 2 0,-8 5 0,-2 2-8191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29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48 24575,'-1'-2'0,"-1"-6"0,-1-10 0,0-2-8191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00.2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3463 2538 23602,'-2'99'0,"-2"1"0,-2-1 0,-4 0 0,-2-1 0,-2-1 0,-3-1 0,-3 0 0,-2-2 0,-3-1 0,-2-2 0,-3-1 0,-2-2 0,-3-3 0,-1-1 0,-3-2 0,-2-2 0,-2-3 0,-2-3 0,-2-2 0,-2-3 0,-2-3 0,-2-3 0,-1-2 0,-2-4 0,-1-4 0,-2-2 0,-1-4 0,-1-4 0,-1-3 0,-1-4 0,-2-3 0,0-4 0,0-4 0,-2-4 0,0-3 0,0-4 0,-1-5 0,0-3 0,0-4 0,0-4 0,1-4 0,-1-3 0,1-5 0,0-4 0,0-3 0,1-4 0,1-4 0,1-4 0,1-3 0,1-4 0,0-3 0,3-4 0,0-4 0,2-2 0,1-4 0,2-4 0,1-2 0,2-3 0,2-3 0,2-3 0,2-2 0,2-3 0,2-3 0,2-2 0,2-2 0,3-1 0,2-3 0,2-2 0,3-1 0,2-2 0,3-1 0,2-2 0,3 0 0,2-1 0,4-1 0,1-1 0,4 0 0,2-1 0,2 1 0,4-1 0,2 1 0,2-1 0,4 2 0,1 0 0,4 0 0,2 2 0,3 0 0,2 2 0,3 2 0,2 0 0,3 3 0,2 1 0,2 2 0,3 2 0,2 2 0,2 3 0,2 2 0,2 2 0,2 3 0,2 3 0,2 3 0,2 3 0,1 3 0,2 3 0,1 3 0,2 4 0,0 3 0,3 3 0,0 4 0,1 4 0,1 3 0,1 4 0,1 4 0,1 4 0,0 3 0,0 5 0,1 3 0,-1 4 0,1 4 0,0 4 0,0 4 0,0 4 0,-1 3 0,0 5 0,0 3 0,-2 4 0,0 4 0,0 4 0,-2 3 0,-1 4 0,-1 4 0,-1 3 0,-1 3 0,-2 4 0,-1 3 0,-2 3 0,-1 3 0,-2 3 0,-2 3 0,-2 3 0,-2 3 0,-2 2 0,-2 2 0,-2 3 0,-3 2 0,-1 2 0,-3 2 0,-2 1 0,-3 3 0,-2 0 0,-3 2 0,-2 2 0,-3 0 0,-3 2 0,-2 0 0,-2 0 0,-4 2 0,-2-1 0,-2 1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31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2524 0 24167,'-2524'7100'0,"21470"-7100"0,-21470-7100 0,-11374 7100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5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540 0 24575,'2'7'0,"4"32"0,-2 0 0,-1 55 0,-2-69 0,-37 720-602,-76-4-39,-28-124 641,-57-21 0,187-570 0,6-16 0,0 0 0,0 0 0,-1-1 0,0 1 0,-9 11 0,14-20 0,0-1 0,0 0 0,0 0 0,0 1 0,0-1 0,0 0 0,-1 0 0,1 1 0,0-1 0,0 0 0,0 0 0,-1 0 0,1 1 0,0-1 0,0 0 0,-1 0 0,1 0 0,0 0 0,0 0 0,-1 1 0,1-1 0,0 0 0,-1 0 0,1 0 0,0 0 0,0 0 0,-1 0 0,1 0 0,0 0 0,-1 0 0,1 0 0,0 0 0,0 0 0,-1 0 0,1 0 0,0-1 0,-1 1 0,1 0 0,0 0 0,0 0 0,-1 0 0,1 0 0,0-1 0,0 1 0,-1 0 0,1 0 0,0 0 0,0-1 0,0 1 0,0 0 0,-1 0 0,1-1 0,0 1 0,0 0 0,0-1 0,-3-7 77,0-1 0,1 0 0,1 1 0,-1-1 0,2 0 0,-1 0 0,1 0 0,0 0 0,1 0 0,2-10 0,-2-7 112,11-96-76,43-198-1,67-116-130,-117 422 18,62-171 0,-54 156 0,1 1 0,1 0 0,1 1 0,22-28 0,-31 46 0,1 1 0,0 0 0,0 0 0,1 0 0,-1 1 0,2 0 0,-1 1 0,1 0 0,0 0 0,0 1 0,1 1 0,-1 0 0,18-5 0,-14 6 0,-1 1 0,1 1 0,0 0 0,0 1 0,0 0 0,-1 1 0,1 1 0,0 0 0,-1 1 0,24 7 0,-13-1 0,-1 0 0,-1 2 0,0 0 0,0 2 0,-1 0 0,-1 1 0,35 32 0,-30-22 0,-2 2 0,-1 0 0,-1 1 0,-1 1 0,19 37 0,-14-14 0,-1 1 0,-3 1 0,-3 1 0,-1 1 0,-3 0 0,11 99 0,-18-66 24,-3 1 0,-5 0 0,-3-1 0,-23 126 0,2-87-519,-6 0 0,-64 169 0,80-258-6331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6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24575,'0'143'0,"10"439"0,-9-567 0,11 118 0,-9-113 0,1 0 0,1 0 0,1 0 0,11 25 0,-15-40 0,0-1 0,0 1 0,0-1 0,1 0 0,0 1 0,0-1 0,0 0 0,1-1 0,-1 1 0,1-1 0,0 1 0,0-1 0,0 0 0,0-1 0,1 1 0,6 2 0,-6-3 0,1-1 0,0 0 0,-1 0 0,1 0 0,0-1 0,-1 0 0,1 0 0,0 0 0,0-1 0,-1 0 0,1 0 0,0 0 0,-1-1 0,9-3 0,7-4 0,-1-1 0,0 0 0,-1-2 0,0 0 0,-1-1 0,28-26 0,-2-4 0,47-62 0,-32 31 0,-4-3 0,-4-2 0,-3-2 0,-3-2 0,-5-2 0,46-137 0,-80 204 0,-3 11 0,0 0 0,-1 0 0,0-1 0,-1 1 0,1-1 0,-1 0 0,0-11 0,-9 40 0,-184 943-748,81-393 691,35 0-1252,64-415-4768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6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24575,'0'0'0,"4"2"0,11 6 0,24 14 0,33 20 0,28 24 0,26 26 0,16 22 0,9 20 0,3 14 0,-6 7 0,-10 2 0,-15-6 0,-18-11 0,-20-19 0,-25-30-8191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6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854 0 24575,'-7'8'0,"0"0"0,0 1 0,0-1 0,-6 14 0,-8 11 0,-86 134-71,8 4 0,-119 281 0,122-207-163,-93 366 1,129-347 343,51-211-564,2 1 0,1 101 0,11-91-5805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7.0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1 344 24575,'0'0'0,"0"3"0,1-1 0,-1 1 0,1 0 0,0-1 0,0 1 0,0 0 0,1-1 0,-1 1 0,0-1 0,3 3 0,6 12 0,62 143 0,-7 3 0,-7 3 0,-7 3 0,45 276 0,-67-263 0,22 124 0,-48-295 0,-1-1 0,0 1 0,1-1 0,0 0 0,6 13 0,-8-21 0,0 0 0,0 0 0,0-1 0,0 1 0,0 0 0,0-1 0,1 1 0,-1-1 0,1 1 0,-1-1 0,1 0 0,-1 1 0,1-1 0,0 0 0,0 0 0,0 0 0,-1-1 0,1 1 0,0 0 0,0-1 0,0 1 0,0-1 0,0 1 0,0-1 0,0 0 0,0 0 0,0 0 0,3 0 0,1-2 0,1 1 0,-1-1 0,0 0 0,0-1 0,0 1 0,0-1 0,0-1 0,-1 1 0,9-7 0,48-45 0,-9 0-5,-3-2-1,-3-2 1,47-76-1,103-209-664,-60 77 624,-13-5 0,100-322 0,-208 547 46,-8 25 0,0-1 0,-2 0 0,-1 0 0,0 0 0,1-26 0,-7 43-1227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7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1 24575,'-1'14'0,"-8"91"0,-33 151 0,27-174 0,-23 109 0,-19 105 0,44-204 0,-3 112 0,16-178 0,0 0 0,2-1 0,1 1 0,0-1 0,2 1 0,11 32 0,-13-50 0,0 0 0,1-1 0,0 0 0,0 0 0,0 0 0,1 0 0,0-1 0,0 0 0,1 0 0,8 8 0,-8-11 0,-1 1 0,0-1 0,1 0 0,0 0 0,0-1 0,0 1 0,0-1 0,0-1 0,0 1 0,1-1 0,-1 0 0,0 0 0,1-1 0,12-1 0,-1-1 0,1-1 0,-1-1 0,0-1 0,0-1 0,-1 0 0,0-1 0,0-1 0,0-1 0,-1 0 0,22-17 0,4-6 0,-1-2 0,52-56 0,-32 21 0,-3-2 0,-3-2 0,-4-3 0,-3-1 0,-3-3 0,-4-2 0,-3-2 0,-4-1 0,29-116 0,-56 178 0,-4 15 0,-1 0 0,1-1 0,-2 1 0,1-1 0,-1 1 0,0-15 0,-8 32 0,-18 41 0,1 1 0,3 1 0,-17 68 0,25-81 0,-157 607-52,36 11-336,-53 225 232,88-511-1110,79-299-5063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8.6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2679 135 24575,'-27'-18'0,"-2"1"0,0 2 0,-1 1 0,-61-20 0,39 23 0,0 1 0,-1 3 0,0 1 0,0 4 0,0 1 0,0 3 0,-82 13 0,44 2 0,0 5 0,1 2 0,-127 55 0,119-36-90,2 5 1,1 3-1,4 4 0,2 5 0,2 3 1,-109 103-1,128-98 92,3 2 0,3 3 1,3 2-1,3 3 0,4 2 1,3 3-1,-53 125 0,60-100-57,4 2 0,5 1-1,-29 180 1,42-137-88,6 1 0,8 182 1,65 312-626,64-16-470,162 379 920,-202-783 326,10-3 1,159 276 0,-179-377-73,6-3 1,5-4-1,176 189 1,-195-243-100,3-3 1,119 83 0,-129-106 116,2-3 0,1-2 0,130 48 1,-135-63 43,2-2 1,0-3 0,0-2 0,1-3-1,0-2 1,1-3 0,74-6 0,-61-4 5,-1-3 0,0-4 0,-1-2 0,0-4 0,93-39 0,-71 18-10,-2-4 0,-3-4 0,119-86 0,-106 58-46,-4-4-1,114-122 1,-101 81-38,-6-6-1,-6-3 1,-5-5 0,-6-4-1,-7-3 1,-5-4-1,-8-3 1,-6-3-1,43-164 1,-63 156 98,-6-2 0,-7-1 0,-8-1 0,-7-1 0,-7-1 0,-8 1 1,-6 0-1,-59-314 0,24 296-8,-8 3 0,-7 2 0,-9 2 0,-7 4 0,-8 3 0,-7 3 0,-7 5 0,-141-180 0,153 236 0,-4 4 0,-5 4 0,-4 4 0,-171-127 0,183 161 0,-3 5 0,-2 2 0,-2 5 0,-2 4 0,-2 4 0,-153-41 0,137 54-8,0 6 0,-2 5 1,0 4-1,-1 6 0,1 5 1,-1 4-1,1 6 0,0 4 1,0 6-1,-138 41 0,174-35 96,1 4 0,1 2 0,-100 60 0,28 2-3067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38.1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24575,'3'25'0,"49"805"-240,-39 1-196,-1-64 228,-12-756 232,2 46 459,-2-50-220,1-37-149,1-57-114,5 1 0,3 0 0,4 1 0,29-102 0,-5 65 0,4 3 0,71-139 0,-87 202 0,3 1 0,58-81 0,-83 131 0,-1 0 0,1 1 0,0 0 0,0 0 0,0 0 0,1 0 0,5-3 0,-9 6 0,1 0 0,-1 1 0,1-1 0,0 0 0,-1 1 0,1 0 0,0-1 0,0 1 0,-1 0 0,1 0 0,0 0 0,0 0 0,-1 0 0,1 0 0,0 0 0,0 1 0,-1-1 0,1 1 0,0-1 0,-1 1 0,1-1 0,-1 1 0,1 0 0,-1 0 0,1 0 0,2 2 0,3 3 0,1 1 0,-1 0 0,-1 1 0,1 0 0,-1 0 0,0 0 0,-1 0 0,0 1 0,5 13 0,5 14 0,10 41 0,-22-67 0,23 88 0,-4 1 0,11 132 0,-3 209 0,0 756 0,-30-1189-1365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38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24575,'9'33'0,"80"319"0,53 462 0,-138-781-1365,-3-26-5461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39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0,0 0 0,4 4 0,15 13 0,23 21 0,24 22 0,19 21 0,15 16 0,8 10 0,3 6 0,-1 0 0,-6-6 0,-11-9 0,-20-21-8191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39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642 1 24575,'0'0'0,"-1"1"0,-4 10 0,-12 28 0,-18 40 0,-17 43 0,-12 35 0,-10 29 0,-2 16 0,0 5 0,6-7 0,9-19 0,12-26 0,12-32 0,13-37-8191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39.7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1 118 24575,'10'22'0,"102"276"0,-24 12 0,-69-242 0,123 462 0,-137-510 0,10 30 0,-14-47 0,0-1 0,1 1 0,-1-1 0,0 1 0,1-1 0,-1 0 0,1 1 0,0-1 0,-1 0 0,1 0 0,0 0 0,0 0 0,3 2 0,-3-4 0,-1 0 0,0 1 0,0-1 0,0 0 0,0 0 0,0 0 0,1 0 0,-1 0 0,0 0 0,0 0 0,0 0 0,0 0 0,0 0 0,1-1 0,-1 1 0,0 0 0,0-1 0,0 1 0,0-1 0,0 1 0,0-1 0,0 0 0,0 1 0,0-1 0,0 0 0,0 0 0,0-1 0,7-5 0,-1-1 0,-1 1 0,0-1 0,0-1 0,9-17 0,23-56 0,-34 74 0,53-138 0,45-181 0,12-161 0,-112 480-42,50-289-1281,-51 278-5503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0.2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24575,'1'20'0,"0"-1"0,2 0 0,5 21 0,1 4 0,12 78 0,90 559 0,-38 4 0,-67-610 0,-1-30 0,-3 1 0,-1 0 0,-6 52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0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0 142 24575,'0'0'0,"373"5"0,1113-93 0,-1157 38-1365,-298 42-5461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1.0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313 1 24575,'-3'32'0,"-73"697"5,-22 180-685,51-577 680,-39 408 0,84-643-1252,3-74-5012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1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379 0 24575,'5'27'0,"28"192"-76,-9 2-1,-10 0 1,-9 1 0,-40 362-1,1-335 31,-11-3-1,-11-1 1,-165 446-1,220-690 75,1 0 0,-1 1 1,1-1-1,-1 0 0,1 0 0,-1 0 0,1 1 1,-1-1-1,0 0 0,0 0 0,0 0 0,0 0 1,1 0-1,-1 0 0,-1-1 0,1 1 0,-1 1 1,1-2-26,1 0 1,-1 0 0,1 0-1,-1 0 1,0 0-1,1 0 1,-1 0 0,1-1-1,-1 1 1,1 0 0,-1 0-1,1 0 1,-1-1-1,1 1 1,-1 0 0,1-1-1,-1 1 1,1 0 0,-1-1-1,1 1 1,-1-1 0,1 1-1,0 0 1,-1-1-1,1 1 1,-1-2 0,-2-4-11,0 0 1,0 0 0,0-1 0,1 1-1,-3-10 1,-2-17 6,1 0 0,2-1 0,1 0 0,3-54 0,4 18 0,18-87 0,-7 84 0,3 1 0,3 1 0,3 1 0,4 1 0,2 1 0,61-99 0,-63 122 0,2 2 0,1 2 0,3 0 0,1 2 0,1 2 0,3 2 0,1 1 0,1 2 0,2 1 0,53-27 0,-73 46 0,1 1 0,1 1 0,-1 1 0,2 1 0,-1 1 0,1 2 0,0 0 0,0 2 0,1 1 0,36 2 0,-45 1 0,0 1 0,-1 1 0,1 1 0,-1 0 0,0 1 0,0 1 0,-1 1 0,1 0 0,-2 1 0,1 1 0,-1 1 0,0 0 0,-1 0 0,0 2 0,-1 0 0,15 17 0,-8-5 0,-2 2 0,-1 0 0,0 2 0,-3-1 0,0 2 0,-1 0 0,-2 0 0,-1 1 0,-2 0 0,6 37 0,-2 10 0,-4 1 0,-3 152 0,-14-70-11,-7 0 0,-38 162 0,-107 299-547,75-369 327,66-195-805,26-72-5297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2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0 133 24575,'20'-20'0,"-7"10"0,0 0 0,1 1 0,0 1 0,1 0 0,-1 2 0,1-1 0,27-6 0,0 2 0,72-9 0,-61 14 0,0 3 0,1 2 0,59 6 0,-80-2 0,-1 2 0,0 1 0,-1 2 0,1 1 0,-1 1 0,41 21 0,-60-26 0,-1 1 0,-1 1 0,1 0 0,-1 0 0,-1 1 0,1 0 0,-1 1 0,-1 0 0,1 0 0,-1 1 0,-1 0 0,0 1 0,-1-1 0,0 1 0,0 1 0,-1-1 0,-1 1 0,0 0 0,0 0 0,-1 0 0,-1 0 0,0 0 0,-1 1 0,0-1 0,-1 1 0,-2 24 0,-4 10 0,-2 0 0,-2-1 0,-1 0 0,-29 71 0,-91 173 0,116-259 0,-68 132 0,-37 80 0,118-239 0,-5 12 0,0-1 0,1 1 0,1 0 0,0 1 0,-3 19 0,8-33 0,-1 1 0,1-1 0,0 1 0,0-1 0,0 1 0,1-1 0,-1 0 0,1 1 0,0-1 0,0 1 0,0-1 0,0 0 0,0 0 0,1 0 0,0 0 0,-1 0 0,1 0 0,0 0 0,1 0 0,-1-1 0,0 1 0,1-1 0,-1 1 0,1-1 0,0 0 0,0 0 0,0 0 0,0-1 0,0 1 0,0-1 0,0 1 0,4 0 0,11 3 0,0-1 0,0-1 0,0 0 0,0-2 0,1 0 0,-1 0 0,33-5 0,132-28 0,-166 28 0,502-140 0,-70 16 0,-388 117-1365,-38 9-5461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2.5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24575,'15'15'0,"319"361"0,308 452 0,-415-505-1365,-183-260-5461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2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593 1 24575,'0'0'0,"-1"2"0,-6 10 0,-12 23 0,-16 39 0,-14 38 0,-11 36 0,-5 26 0,-4 20 0,1 13 0,5 2 0,7-6 0,12-17 0,13-25 0,13-31 0,11-38-8191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3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24575,'6'15'0,"38"115"0,41 199 0,-2 141 0,-37-189 0,-41-250 0,-1-4 0,1 1 0,2-1 0,0 0 0,21 48 0,-27-73 0,0 1 0,0 0 0,1 0 0,-1 0 0,1-1 0,0 1 0,0-1 0,0 1 0,0-1 0,0 0 0,0 0 0,1 0 0,-1 0 0,1 0 0,-1-1 0,1 1 0,0-1 0,-1 1 0,1-1 0,0 0 0,0 0 0,0 0 0,0-1 0,0 1 0,0-1 0,0 1 0,1-1 0,-1 0 0,0 0 0,0-1 0,0 1 0,0-1 0,0 1 0,0-1 0,0 0 0,0 0 0,0 0 0,2-2 0,9-4 0,-1-1 0,-1 0 0,0-1 0,0 0 0,0-1 0,16-19 0,19-24 0,-3-2 0,-2-2 0,-3-2 0,34-68 0,-11 3 0,50-146 0,-74 165 0,-4-1 0,19-112 0,-53 216 0,4-24 0,-4 25 0,1 0 0,-1 1 0,0-1 0,0 0 0,0 0 0,0 0 0,0 0 0,0 1 0,0-1 0,0 0 0,0 0 0,0 0 0,0 0 0,-1 1 0,1-1 0,0 0 0,0 0 0,-1 1 0,1-1 0,-1-1 0,-2 5-1365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45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1 24575,'112'17'0,"-60"-11"0,0 3 0,-1 1 0,57 21 0,-94-26 0,0 1 0,0 0 0,-1 1 0,1 1 0,-2 0 0,1 0 0,-1 2 0,0-1 0,-1 2 0,0-1 0,-1 2 0,0-1 0,-1 1 0,0 1 0,9 17 0,-12-18 0,-1 0 0,0 1 0,-1-1 0,0 1 0,-1 0 0,-1 0 0,0 0 0,0 0 0,-1 16 0,-2-8 0,-1-1 0,-1 1 0,0 0 0,-2-1 0,-7 24 0,-8 7 0,-3 0 0,-1-2 0,-45 68 0,-205 245 0,92-133 0,170-214 0,-16 23 0,27-36 0,-1 0 0,1 1 0,0-1 0,0 0 0,0 1 0,0 0 0,0-1 0,0 1 0,1-1 0,-1 1 0,1 0 0,0 4 0,0-6 0,0 0 0,0 0 0,1 0 0,-1 0 0,1 0 0,-1 0 0,1 0 0,-1 0 0,1 0 0,-1 0 0,1-1 0,0 1 0,-1 0 0,1 0 0,0-1 0,0 1 0,-1 0 0,1-1 0,0 1 0,0-1 0,0 1 0,0-1 0,2 1 0,27 5 0,0-5 0,-1 0 0,0-2 0,1-2 0,37-7 0,122-34 0,-157 35 0,461-139 0,190-45 0,-612 177 0,1 4 0,121-5 0,-191 17 0,2 0 0,-4 1 0,0-1 0,0 0 0,-1 0 0,1 0 0,0 0 0,0 1 0,0-1 0,0 0 0,0 0 0,0 1 0,0-1 0,0 0 0,-1 0 0,1 1 0,0-1 0,0 0 0,0 0 0,0 0 0,0 1 0,0-1 0,0 0 0,1 0 0,-1 1 0,0-1 0,0 0 0,0 0 0,0 1 0,0-1 0,0 0 0,0 0 0,0 0 0,1 1 0,-1-1 0,0 0 0,0 0 0,0 0 0,0 0 0,1 1 0,-1-1 0,0 0 0,0 0 0,0 0 0,1 0 0,-1 0 0,0 0 0,0 0 0,0 1 0,1-1 0,-1 0 0,0 0 0,1 0 0,1 1 0,0 1 0,0 0 0,-1-1 0,1 1 0,0 0 0,-1 0 0,1 0 0,-1 0 0,0 1 0,0-1 0,0 0 0,0 0 0,0 1 0,0-1 0,0 1 0,0 2 0,1 4 0,1-6 0,-1 1 0,0 0 0,0 0 0,0 0 0,0 0 0,1 7 0,6 10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1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0 373 24575,'0'0'0,"0"0"0,0-1 0,0 0 0,16-8 0,34-10 0,46-9 0,44-5 0,35-4 0,22-1 0,8 2 0,-3 1 0,-14 5 0,-22 3 0,-29 1 0,-32-2 0,-35 4-8191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1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24575,'2'48'0,"13"84"0,-2-43 0,25 271 0,-10 447 0,-42-514 0,0 167 0,16-413-341,2-1 0,2 1-1,22 84 1,5-33-6485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03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24575,'4'-1'0,"-1"1"0,1-1 0,0 1 0,-1 0 0,1 0 0,-1 0 0,1 1 0,0-1 0,-1 1 0,1 0 0,6 2 0,10 2 0,74 11 0,1-5 0,1-3 0,132-7 0,291-47 0,-501 43 0,0 2 0,0 0 0,0 0 0,0 2 0,0 1 0,0 0 0,0 1 0,-1 1 0,1 0 0,-1 1 0,0 2 0,19 8 0,251 159 0,-74-38 0,-168-111 0,2-2 0,90 32 0,-83-40 0,0-3 0,1-2 0,1-2 0,-1-3 0,1-2 0,65-5 0,-30-6 0,0-3 0,176-46 0,-80-9 0,-167 57 0,-14 8 0,-1 0 0,1 0 0,-1 0 0,1 0 0,0 1 0,0 0 0,-1 0 0,8 2 0,4-1 0,179 10 0,270 3 0,-446-14 14,0 1 0,0 1-1,0 0 1,0 2 0,-1 0 0,24 9-1,110 50-889,-127-51 291,2 1-6241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05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1 110 24575,'6'-9'0,"5"2"0,-1 1 0,1 1 0,1 0 0,-1 0 0,1 1 0,-1 1 0,1 0 0,16-2 0,-14 2 0,96-16 0,185-10 0,117 23 0,-406 6 0,117 0 0,0 5 0,0 6 0,134 29 0,376 160 0,-570-180 0,0-3 0,1-3 0,1-2 0,0-3 0,0-3 0,100-3 0,-29-11 0,0-6 0,145-34 0,-171 21-1365,-102 25-5461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06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478 307 24575,'0'-20'0,"1"11"0,-1 1 0,0 0 0,-1 0 0,0-1 0,-3-12 0,3 19 0,1-1 0,-1 1 0,-1 0 0,1 0 0,0-1 0,0 1 0,-1 0 0,1 0 0,-1 0 0,0 1 0,0-1 0,1 0 0,-1 1 0,0-1 0,0 1 0,-1 0 0,1-1 0,0 1 0,0 0 0,-1 0 0,1 0 0,0 1 0,-4-1 0,-13-2 0,1 1 0,-1 1 0,0 1 0,0 0 0,1 2 0,-1 0 0,1 1 0,-1 1 0,1 0 0,0 2 0,0 0 0,1 1 0,0 1 0,0 0 0,1 1 0,-20 15 0,27-16 0,0-1 0,0 1 0,1 1 0,0-1 0,0 1 0,1 1 0,1-1 0,-1 1 0,2 1 0,-1-1 0,-6 20 0,10-24 0,1 0 0,-1 0 0,1 0 0,0 0 0,0 1 0,1-1 0,0 0 0,0 0 0,1 1 0,-1-1 0,1 0 0,1 0 0,-1 1 0,1-1 0,0 0 0,0-1 0,1 1 0,0 0 0,0-1 0,0 1 0,1-1 0,0 0 0,5 6 0,1-2 0,0 0 0,1-1 0,-1 0 0,2-1 0,-1 0 0,1 0 0,0-2 0,0 1 0,1-2 0,0 1 0,0-2 0,0 0 0,0 0 0,15 0 0,-2-1 0,0-1 0,1-1 0,-1-1 0,0-1 0,0-2 0,34-8 0,-27 2 0,0-1 0,-1-1 0,0-2 0,0-1 0,30-21 0,-40 22 0,-1-1 0,-1-1 0,0-1 0,-1 0 0,-1-2 0,-1 0 0,23-32 0,-34 41 0,0 0 0,-1 0 0,0-1 0,-1 0 0,0 0 0,0 0 0,-2-1 0,1 1 0,-1-1 0,-1 1 0,0-1 0,-1 0 0,0 1 0,-2-13 0,1 15 0,-1-1 0,0 1 0,0 0 0,-1 0 0,0 0 0,-1 0 0,0 0 0,0 1 0,-1 0 0,0 0 0,0 0 0,-1 0 0,0 1 0,0 0 0,-1 0 0,0 1 0,-13-10 0,19 15-85,-1 0 0,0 0-1,1 0 1,-1 0 0,0 0-1,0 1 1,0-1 0,0 1-1,0-1 1,0 1 0,0-1-1,1 1 1,-1 0 0,0 0-1,-4 0 1,-2 2-6741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06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24575,'0'0'0,"1"1"0,0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07.3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1 196 24575,'0'0'0,"7"10"0,5 14 0,-2 1 0,-1 0 0,10 49 0,-13-50 0,0 0 0,1 0 0,2 0 0,19 37 0,-26-57 0,0 0 0,1 0 0,-1 0 0,1-1 0,0 1 0,0-1 0,0 0 0,1 0 0,-1 0 0,1 0 0,-1-1 0,1 0 0,0 1 0,0-1 0,0 0 0,1-1 0,-1 1 0,0-1 0,0 0 0,1 0 0,-1 0 0,1-1 0,-1 1 0,7-1 0,-4-1 0,0 0 0,0-1 0,0 0 0,0 0 0,0 0 0,0-1 0,-1 0 0,1 0 0,-1-1 0,0 0 0,0 0 0,0 0 0,-1-1 0,9-8 0,-8 7 0,0-1 0,0 0 0,0-1 0,-1 1 0,0-1 0,-1 0 0,1-1 0,-2 1 0,1-1 0,3-14 0,-6 16 0,1 1 0,-2-1 0,1 0 0,-1 0 0,0 0 0,0 0 0,-1 1 0,0-1 0,0 0 0,-1 0 0,0 1 0,0-1 0,0 1 0,-7-12 0,8 16 0,0 0 0,1 0 0,-1 0 0,1 1 0,-1-1 0,1 0 0,0 0 0,-1 0 0,1 0 0,0 0 0,1 0 0,-1 1 0,0-1 0,0 0 0,1 0 0,-1 0 0,1 0 0,-1 0 0,1 1 0,0-1 0,0 0 0,0 1 0,0-1 0,0 0 0,0 1 0,0 0 0,1-1 0,-1 1 0,3-3 0,6-4 0,-1 0 0,1 1 0,18-10 0,-17 10 0,31-18 0,1 1 0,1 2 0,1 2 0,0 2 0,2 2 0,58-12 0,-100 27 0,0 0 0,1 0 0,-1 1 0,0 0 0,1 0 0,-1 0 0,0 0 0,0 1 0,1 0 0,-1 0 0,0 0 0,0 1 0,0 0 0,0 0 0,0 0 0,0 0 0,4 4 0,-2 0 0,-1 0 0,0 0 0,-1 0 0,1 0 0,-1 1 0,-1 0 0,1 0 0,-1 0 0,0 1 0,2 8 0,19 45 0,-17-39 0,0 0 0,2-1 0,0 0 0,23 32 0,-29-47 0,1-1 0,-1 0 0,1 0 0,1 0 0,-1 0 0,1-1 0,-1 0 0,1 0 0,1-1 0,-1 0 0,0 0 0,1 0 0,-1-1 0,1 0 0,0 0 0,0 0 0,0-1 0,0 0 0,0-1 0,8 1 0,0-2 0,-1 0 0,1-1 0,0-1 0,0 0 0,-1-1 0,1 0 0,-1-1 0,0-1 0,-1 0 0,0-1 0,1 0 0,-2-1 0,1-1 0,-2 0 0,1 0 0,13-15 0,-22 21 0,-1 0 0,1 0 0,-1-1 0,0 1 0,0 0 0,0-1 0,0 0 0,0 1 0,-1-1 0,0 0 0,1 0 0,-2 0 0,1 0 0,0 0 0,-1 0 0,0 0 0,1 0 0,-2 0 0,1 0 0,0 0 0,-1 0 0,0 0 0,0 0 0,0 0 0,0 1 0,-1-1 0,1 0 0,-1 1 0,0-1 0,0 1 0,0-1 0,-1 1 0,-4-5 0,-4-4 0,-1 1 0,0 0 0,-1 1 0,0 0 0,0 1 0,-1 1 0,-16-8 0,0 1 0,-1 1 0,-1 1 0,0 2 0,-1 1 0,0 2 0,-59-8 0,91 16-2,0 0-1,0 0 0,1 0 1,-1 0-1,0 0 0,0 0 1,0 0-1,0 0 0,0 0 1,1 0-1,-1 1 0,0-1 1,0 0-1,0 0 0,1 1 1,-1-1-1,0 1 0,0-1 1,-1 1-1,2 0 9,0-1 0,0 1-1,0-1 1,0 1 0,-1-1 0,1 1-1,0-1 1,0 1 0,0 0-1,0-1 1,0 1 0,0-1 0,0 1-1,0-1 1,0 1 0,1-1 0,-1 1-1,0-1 1,0 1 0,0-1 0,1 1-1,-1 0 1,22 26-1450,3-5-5382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07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24575,'0'0'0,"0"1"0,0 4 0,1 9 0,1 17 0,2 20 0,0 16 0,0 13 0,-1 9 0,-4 6 0,-2 2 0,-1-15-8191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08.5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209 389 24575,'-1'0'0,"1"-1"0,-1 1 0,1 0 0,-1 0 0,1-1 0,-1 1 0,1 0 0,-1-1 0,1 1 0,-1-1 0,1 1 0,0-1 0,-1 1 0,1-1 0,0 1 0,-1-1 0,1 1 0,0-1 0,0 1 0,-1-1 0,1 1 0,0-1 0,0 1 0,0-2 0,0 2 0,0-1 0,0 1 0,0-1 0,0 1 0,-1-1 0,1 0 0,0 1 0,0-1 0,0 1 0,-1-1 0,1 1 0,0-1 0,0 1 0,-1-1 0,1 1 0,0 0 0,-1-1 0,1 1 0,-1-1 0,1 1 0,-1 0 0,1-1 0,0 1 0,-1 0 0,1 0 0,-1-1 0,1 1 0,-1 0 0,0 0 0,1 0 0,-1 0 0,1-1 0,-1 1 0,1 0 0,-1 0 0,1 0 0,-1 0 0,0 0 0,1 0 0,-2 1 0,-4 2 0,-1 1 0,1 0 0,0 0 0,0 0 0,1 1 0,-1-1 0,1 2 0,0-1 0,-6 8 0,-37 57 0,47-68 0,-9 14 0,0 1 0,1 1 0,1 0 0,1 0 0,1 1 0,0 0 0,1 0 0,-3 30 0,7-41 0,0 0 0,1 0 0,0-1 0,1 1 0,-1 0 0,1 0 0,1 0 0,0-1 0,0 1 0,0-1 0,1 1 0,0-1 0,0 0 0,1 0 0,0 0 0,0-1 0,1 1 0,0-1 0,0 0 0,0 0 0,1-1 0,0 1 0,0-1 0,7 4 0,-3-4 0,0 0 0,-1-1 0,2 0 0,-1 0 0,0-1 0,1-1 0,-1 0 0,1 0 0,0-1 0,-1-1 0,1 1 0,0-2 0,0 1 0,-1-2 0,22-4 0,-2-2 0,1-1 0,-1-2 0,-1-1 0,34-19 0,-27 12 0,-1-2 0,-1-1 0,-2-2 0,0-1 0,-1-1 0,-2-2 0,-1-1 0,31-40 0,-48 53 0,0-1 0,-1 0 0,-1-1 0,0 1 0,-2-2 0,0 1 0,-1-1 0,4-22 0,-7 26 0,-2 0 0,0 0 0,0 0 0,-2 0 0,1 1 0,-2-1 0,0 0 0,-1 0 0,-1 1 0,0 0 0,-11-27 0,9 27-124,-1 0 0,-1 1 0,0-1 0,0 2 0,-2-1 0,1 1-1,-2 0 1,1 1 0,-1 0 0,-21-14 0,12 13-6702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08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24575,'0'0'0,"0"0"0,0 0 0,0 0 0,3-1 0,6-1 0,1 0-8191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09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70 365 24575,'-1'1'0,"0"-1"0,0 1 0,0-1 0,0 1 0,0-1 0,0 1 0,0 0 0,0 0 0,0-1 0,0 1 0,0 0 0,0 0 0,0 0 0,1 0 0,-1 0 0,0 0 0,1 0 0,-1 0 0,1 1 0,-1-1 0,0 1 0,-11 32 0,9-25 0,-5 14 0,1 0 0,1 1 0,1 0 0,1 0 0,1 0 0,0 26 0,3-42 0,1 1 0,-1 0 0,1-1 0,1 1 0,-1-1 0,2 1 0,-1-1 0,1 0 0,0 0 0,1 0 0,0 0 0,0-1 0,1 1 0,-1-1 0,2 0 0,-1 0 0,1-1 0,0 0 0,0 0 0,11 8 0,-5-7 0,0-1 0,1 0 0,0 0 0,-1-2 0,2 1 0,-1-2 0,0 0 0,1 0 0,0-1 0,-1-1 0,1 0 0,0-1 0,0-1 0,24-3 0,-12-1 0,-1 0 0,1-2 0,-1 0 0,-1-2 0,0-1 0,45-25 0,-56 28 0,-1-1 0,-1 0 0,1-1 0,-1-1 0,-1 0 0,0 0 0,0-1 0,-1 0 0,0 0 0,9-18 0,-14 21 0,-1 1 0,1-1 0,-1 0 0,-1-1 0,0 1 0,0 0 0,0-1 0,-1 1 0,-1-1 0,1 1 0,-1-1 0,-1 1 0,0-1 0,0 1 0,0 0 0,-1-1 0,0 1 0,-6-13 0,2 7 0,-1 0 0,0 0 0,-1 1 0,0 0 0,-2 0 0,1 1 0,-1 0 0,-1 1 0,0 0 0,0 1 0,-1 0 0,-1 1 0,-16-10 0,29 19 0,0 0 0,0 0 0,0 0 0,-1 0 0,1-1 0,0 1 0,0 0 0,0 0 0,0 0 0,0 0 0,0 0 0,0 0 0,-1-1 0,1 1 0,0 0 0,0 0 0,0 0 0,0 0 0,0-1 0,0 1 0,0 0 0,0 0 0,0 0 0,0 0 0,0-1 0,0 1 0,0 0 0,0 0 0,0 0 0,0 0 0,0-1 0,0 1 0,0 0 0,0 0 0,0 0 0,0 0 0,1-1 0,-1 1 0,0 0 0,0 0 0,0 0 0,0 0 0,0 0 0,0 0 0,0-1 0,1 1 0,-1 0 0,0 0 0,0 0 0,0 0 0,0 0 0,0 0 0,1 0 0,15-10 0,22-7 0,11 0 0,1 3 0,103-17 0,106 7 0,-44 27 0,15-1 0,-221-3 0,0 1 0,0-1 0,0-1 0,1 0 0,-1 0 0,-1-1 0,1 0 0,0 0 0,-1-1 0,1 0 0,-1-1 0,-1 0 0,1 0 0,0-1 0,-1 0 0,0 0 0,-1 0 0,1-1 0,10-15 0,-11 13 0,1 1 0,0 0 0,0 0 0,1 0 0,11-8 0,-15 13 0,0 1 0,0 0 0,0 0 0,1 0 0,-1 1 0,0-1 0,1 1 0,-1 0 0,1 0 0,-1 1 0,1-1 0,0 1 0,-1 0 0,1 0 0,5 2 0,7 0 0,1 2 0,-1 0 0,0 1 0,30 14 0,62 37 0,-89-44 0,-1 4-1365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10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1 292 24575,'15'-27'0,"3"6"0,1 1 0,0 1 0,2 1 0,0 1 0,1 0 0,43-23 0,-20 16 0,1 1 0,85-27 0,-121 47 0,1 0 0,-1 0 0,1 1 0,-1 0 0,18 0 0,-25 2 0,0 0 0,-1 0 0,1 1 0,0-1 0,-1 0 0,1 1 0,-1 0 0,1 0 0,-1 0 0,1 0 0,-1 0 0,1 0 0,-1 1 0,0-1 0,0 1 0,0 0 0,0-1 0,0 1 0,0 0 0,0 0 0,-1 0 0,1 1 0,-1-1 0,1 0 0,-1 0 0,0 1 0,1 3 0,2 4 0,-2 0 0,1 1 0,-2-1 0,1 1 0,-1 0 0,-1-1 0,-1 19 0,-16 81 0,3-21 0,13-72 0,2 0 0,-1 0 0,2 0 0,0 0 0,1 0 0,1-1 0,1 1 0,0-1 0,1 0 0,1 0 0,0-1 0,1 0 0,12 18 0,10 9 0,2-1 0,73 73 0,-28-40 0,-76-73 0,0 0 0,0 0 0,0 0 0,0 0 0,0 1 0,0-1 0,-1 0 0,1 0 0,-1 0 0,1 1 0,-1-1 0,1 0 0,-1 1 0,0-1 0,1 0 0,-1 1 0,0-1 0,0 1 0,0-1 0,0 0 0,0 1 0,0-1 0,-1 1 0,1-1 0,0 0 0,-1 1 0,1-1 0,-1 0 0,1 0 0,-1 1 0,0-1 0,0 0 0,1 0 0,-1 0 0,0 0 0,-1 1 0,-4 4 0,0-1 0,0 0 0,0-1 0,-1 1 0,-8 3 0,-19 9 30,-1-1-1,-1-2 0,-55 15 1,-115 16-1513,92-26-5343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10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0 634 24575,'763'14'-792,"-639"-16"187,3216-256-3879,-1133-74 4099,-1873 277-1540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15.7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1747 189 24575,'-14'-4'0,"0"-2"0,1 0 0,0 0 0,-21-14 0,-2-1 0,-11-4 0,-1 2 0,-80-25 0,99 40 0,0 1 0,0 1 0,0 2 0,-1 1 0,0 1 0,-35 3 0,30 2 0,-1 2 0,1 1 0,0 2 0,0 1 0,1 2 0,0 2 0,1 1 0,1 1 0,0 1 0,1 2 0,1 2 0,0 1 0,-27 25 0,13-6 0,3 2 0,2 2 0,1 2 0,3 1 0,1 1 0,3 2 0,-32 67 0,8 7-76,5 1-1,5 3 0,-42 199 1,46-110-78,-18 305 1,51 296-369,57 1-232,-27-506 659,31 1672-1382,-64-1304 1120,-1 749-348,89-3 383,2-782 318,0-7-4,-33 3 4,-42-438 35,-1-9 8,31 226 0,-25-361 242,3-1 0,2 0 0,2 0 1,3-2-1,3 0 0,2-2 0,2 0 0,39 58 1,-47-86-158,0 0 1,2-2-1,1 0 1,1-1-1,1-2 1,1 0-1,1-1 0,1-2 1,0 0-1,1-2 1,1-1-1,0-1 1,1-2-1,1 0 1,0-2-1,31 6 1,-3-8-377,0-2 0,0-3 0,1-2 0,96-11 0,47-14-6574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2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24575,'2'17'0,"27"183"-92,5 332 1,-48 201-448,13-706 544,-13 253-5,-4 229 0,20-484 221,-2-25-213,0 0 0,0 0 0,0 0 0,0 1 0,0-1 0,0 0 0,0 0 0,0 0 0,0 1 0,0-1 0,0 0 0,0 0 0,0 0 0,0 1 0,0-1 0,0 0 0,0 0-1,1 0 1,-1 0 0,0 0 0,0 1 0,0-1 0,0 0 0,0 0 0,1 0 0,-1 0 0,0 0 0,0 0 0,0 1 0,1-1 0,-1 0 0,0 0 0,0 0 0,0 0 0,0 0-1,1 0 1,-1 0 0,0 0 0,0 0 0,1 0 0,-1 0 0,0 0 0,0 0 0,4-4 13,0 0 0,-1 0 0,1 0 0,-1 0-1,-1 0 1,5-7 0,44-75-21,45-104 0,27-100 0,-98 229 0,-13 31 0,90-234 0,-102 264 0,0-1 0,1 1 0,-1-1 0,0 0 0,1 1 0,-1-1 0,0 1 0,1-1 0,-1 1 0,1-1 0,-1 1 0,1-1 0,-1 1 0,1 0 0,-1-1 0,1 1 0,-1 0 0,1-1 0,0 1 0,-1 0 0,1 0 0,-1-1 0,1 1 0,0 0 0,-1 0 0,1 0 0,0 0 0,-1 0 0,1 0 0,0 0 0,-1 0 0,1 0 0,0 0 0,-1 1 0,1-1 0,0 0 0,-1 0 0,1 0 0,-1 1 0,1-1 0,0 0 0,-1 1 0,1-1 0,-1 1 0,1-1 0,-1 1 0,1-1 0,-1 1 0,0-1 0,1 1 0,29 29 0,-28-28 0,18 23 0,-2 2 0,0 0 0,-2 1 0,0 0 0,17 48 0,40 159 0,-45-116 40,-6 1 0,8 142 0,-29 244-1525,-5-437-5341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2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 24575,'4'0'0,"1"0"0,-1-1 0,1 0 0,-1 1 0,1-2 0,-1 1 0,7-3 0,15-3 0,21-1 0,0 2 0,81 0 0,-105 7 0,-1 0 0,0 1 0,0 2 0,0 0 0,0 1 0,-1 1 0,1 1 0,21 11 0,-38-16 0,0 1 0,0 0 0,0 1 0,0-1 0,0 1 0,-1 0 0,1 0 0,-1 0 0,0 0 0,0 1 0,-1 0 0,0 0 0,1 0 0,-1 0 0,-1 0 0,1 1 0,-1-1 0,3 12 0,-4-7 0,1 1 0,-2-1 0,0 0 0,0 0 0,-1 0 0,0 0 0,0 1 0,-1-1 0,-1 0 0,-5 13 0,-4 10 0,-2 0 0,-1-2 0,-20 31 0,-65 86 0,58-90 0,-60 112 0,96-158 0,1 0 0,0 1 0,0-1 0,2 1 0,-1 1 0,2-1 0,-2 19 0,4-25 0,0 0 0,0 0 0,1 1 0,0-1 0,0 0 0,1 0 0,0 0 0,0 0 0,1 0 0,-1-1 0,2 1 0,-1-1 0,1 1 0,0-1 0,5 7 0,4 0 0,0 0 0,1 0 0,0-1 0,0-1 0,2 0 0,-1-1 0,31 14 0,128 43 0,-122-49 0,-52-18 0,6 2 0,-1 0 0,1 0 0,-1 0 0,0 1 0,0 0 0,6 4 0,-10-6 0,0 0 0,0 0 0,0 0 0,0 1 0,0-1 0,0 0 0,0 0 0,-1 1 0,1-1 0,0 0 0,-1 1 0,1-1 0,-1 1 0,0-1 0,1 0 0,-1 1 0,0-1 0,0 1 0,0-1 0,0 1 0,0-1 0,0 1 0,-1-1 0,1 1 0,0-1 0,-1 1 0,1-1 0,-1 0 0,0 3 0,-4 5 0,0 0 0,0 1 0,-1-2 0,0 1 0,-1-1 0,0 0 0,0 0 0,-10 8 0,-72 51 0,83-63 0,-53 34-341,-2-2 0,-1-4-1,-129 49 1,130-60-6485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2.8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24575,'0'0'0,"0"0"0,4 4 0,13 11 0,24 22 0,26 28 0,22 25 0,15 27 0,8 20 0,3 16 0,-1 11 0,-8-1 0,-21-28-8191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3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798 3 24575,'0'0'0,"0"0"0,0-1 0,0 0 0,0 0 0,-3 6 0,-9 14 0,-17 30 0,-24 33 0,-26 34 0,-24 29 0,-15 20 0,-5 9 0,10 3 0,18-5 0,25-32-8191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3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16 24575,'-3'17'0,"-38"595"0,40-557 0,-2 6 0,2 1 0,4 0 0,14 92 0,-16-151 0,-1 0 0,1 0 0,0 0 0,-1 0 0,2 0 0,-1-1 0,0 1 0,0 0 0,1-1 0,-1 1 0,1-1 0,0 0 0,0 1 0,0-1 0,0 0 0,0 0 0,0 0 0,4 2 0,-4-3 0,1-1 0,0 1 0,0 0 0,-1-1 0,1 0 0,0 0 0,0 1 0,-1-2 0,1 1 0,0 0 0,0 0 0,0-1 0,-1 0 0,1 1 0,0-1 0,-1 0 0,1 0 0,-1-1 0,1 1 0,2-2 0,13-8 0,-1 0 0,0-1 0,-1-1 0,0 0 0,20-22 0,65-88 0,-83 101 0,130-181 0,222-406 0,-360 590-1365,-5 9-5461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3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24575,'28'20'0,"29"15"0,101 45 0,71 13 0,-30-14 0,-180-71 0,0 1 0,0 1 0,29 20 0,-43-27 0,-1 0 0,0 0 0,-1 1 0,1-1 0,0 1 0,-1 0 0,0 0 0,0 0 0,0 1 0,-1-1 0,1 1 0,-1-1 0,0 1 0,0 0 0,-1 0 0,1 0 0,-1 0 0,0 0 0,-1 0 0,1 9 0,-2-3 0,-1 1 0,0-1 0,-1 0 0,0 0 0,-1-1 0,0 1 0,0-1 0,-1 0 0,-9 14 0,-11 13 0,-31 35 0,32-41 0,-6 7 0,9-14 0,2 0 0,1 2 0,0 0 0,2 1 0,-13 31 0,28-54 0,0 0 0,0 0 0,0-1 0,0 1 0,1 0 0,0 0 0,-1 0 0,1 0 0,1 0 0,-1 0 0,1 0 0,-1 0 0,1 0 0,1 0 0,-1-1 0,0 1 0,1 0 0,0-1 0,-1 1 0,1-1 0,1 0 0,3 6 0,5 3 0,1 0 0,0 0 0,1-1 0,15 10 0,-14-11 0,59 43 0,40 30 0,-97-70 0,-1 1 0,-1 0 0,-1 1 0,22 30 0,-31-39 0,0 1 0,-1-1 0,1 1 0,-1 0 0,-1 0 0,1 0 0,-1 0 0,-1 0 0,1 0 0,-1 0 0,-1 1 0,1-1 0,-1 0 0,-1 8 0,0-5 0,-1-1 0,0 0 0,-1 0 0,0 0 0,-1 0 0,0 0 0,0-1 0,0 0 0,-11 14 0,-3 0 0,-1-1 0,-1-1 0,-1-1 0,-1-1 0,0 0 0,-31 17 0,17-11 0,-2-2 0,-1-1 0,0-2 0,-70 23 0,75-36-1365,10-7-5461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4:54.3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1 769 24575,'40'-10'0,"81"-8"0,195-4 0,126 26 0,-399-3 0,154 5 0,-191-6 0,1 0 0,-1 0 0,0-1 0,1 1 0,-1-2 0,0 1 0,1 0 0,-1-1 0,0 0 0,6-4 0,-10 5 0,-1 0 0,0 0 0,0 0 0,0 0 0,1 0 0,-1 0 0,0 0 0,0-1 0,-1 1 0,1 0 0,0-1 0,0 1 0,-1-1 0,1 1 0,-1-1 0,1 1 0,0-3 0,-1 0 0,0 1 0,0-1 0,0 0 0,0 1 0,-1-1 0,0 0 0,1 1 0,-1-1 0,-1 1 0,-1-5 0,-13-25 0,-2 2 0,-2 0 0,0 1 0,-43-47 0,-23-24 0,-5 4 0,-146-121 0,230 212 0,-22-14 0,28 20 0,0-1 0,0 1 0,0 0 0,0-1 0,0 1 0,0 0 0,0 0 0,1 0 0,-1 0 0,0 0 0,0 0 0,0 0 0,0 0 0,0 1 0,0-1 0,0 0 0,0 0 0,0 1 0,0-1 0,1 1 0,-1-1 0,0 0 0,0 1 0,0 0 0,1-1 0,-1 1 0,0-1 0,1 1 0,-1 0 0,0 0 0,1-1 0,-2 3 0,-3 7 0,-1 1 0,1 0 0,1 0 0,0 1 0,-3 16 0,1-8 0,-100 382 0,-39 137 0,-21-23-1365,120-379-5461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16.9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4102 201 24575,'30'-13'0,"39"-11"0,125-29 0,84 4 0,-54 19 0,281-1 0,-343 32 0,-1 7 0,245 44 0,-332-37 0,-1 2 0,0 4 0,-1 3 0,85 42 0,-124-50 0,-1 2 0,0 2 0,-1 1 0,-1 1 0,-2 1 0,0 2 0,-1 1 0,-2 1 0,0 1 0,33 50 0,-35-35 0,-1 0 0,-2 1 0,-2 1 0,-2 1 0,-2 1 0,-2 0 0,-2 0 0,7 87 0,-10 13 0,-18 232 0,-41 246-294,-11 195-148,53 62-54,31 1-248,-9-490 625,10 2504-1715,-33-643 1082,11-2207 742,0 53 253,-18 143 0,14-214-11,-2 0-1,0 0 1,-2 0 0,-2-1 0,0 0-1,-2 0 1,-1-1 0,-1-1 0,-24 34-1,14-31-192,-1-2 0,-1-1 0,-2-1-1,0-1 1,-1-2 0,-2 0 0,0-3-1,-63 31 1,4-11-77,-2-4 0,-115 27 0,-24-7-181,-298 32 0,-246-21-1203,-456-18-1008,-2-31 1701,728-12-162,180 0 668,-859-16 1647,1045 1-3253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26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5779 705 24575,'-7'-2'0,"-86"-34"0,-92-49 0,46 19 0,31 19 0,-221-63 0,257 93 0,-1 3 0,0 3 0,-1 3 0,-95 3 0,73 11 0,-1 3 0,2 5 0,0 4 0,-164 53 0,129-24 0,1 6 0,-207 119 0,210-93 10,3 6 0,4 5-1,4 5 1,-174 185 0,140-111-210,7 7 0,-169 276 0,165-205 163,10 7 0,-190 504 0,278-617 37,6 1 0,6 3 0,6 0 0,-14 195 0,39-251 0,4 0 0,3 0 0,5-1 0,3 1 0,4-1 0,4-1 0,4-1 0,49 126 0,-35-133 0,3-1 0,3-2 0,4-2 0,3-1 0,3-3 0,3-3 0,3-2 0,2-2 0,4-3 0,72 53 0,-41-45 0,2-4 0,3-4 0,3-4 0,2-5 0,2-5 0,2-4 0,116 27 0,-39-25-153,2-8 0,1-9 0,365 7 0,-296-40-51,0-11 0,349-69 0,-397 42 204,-2-10 0,-3-8 0,341-154 0,-395 142 0,-2-7 0,-4-6 0,-5-6 0,-3-7 0,156-147 0,-215 171-48,-3-4 0,-3-4 0,-5-2-1,-3-3 1,65-121 0,-86 127 7,-4-1-1,-3-3 1,-4 0 0,-5-2-1,-3-2 1,19-138 0,-32 108 41,-5 0 0,-5-1 0,-6 1 0,-5 0 0,-5 0 0,-6 1 0,-69-225 0,37 192 0,-7 3 0,-6 2 0,-7 3 0,-6 4 0,-141-193 0,105 186-62,-5 5 0,-7 6 0,-6 5 0,-5 6 0,-6 6 1,-5 7-1,-4 6 0,-5 7 0,-5 7 0,-3 7 0,-3 8 0,-4 7 0,-3 7 1,-3 9-1,-2 7 0,-211-28 0,200 53 62,-1 9 0,0 8 0,-371 36 0,413-9 0,0 6 0,2 7 0,1 6 0,3 7 0,-206 96 0,257-97 0,3 5 0,2 3 0,2 5 0,3 3 0,3 4 0,3 3 0,3 4 0,3 3 0,3 2 0,4 4 0,-107 178 0,114-151 0,5 2 0,5 2 0,4 2 0,6 2 0,5 1 0,-31 214 0,48-185 0,6 1 0,7 0 0,6 0 0,6-1 0,38 188 0,-10-157-1,7-2 0,9-2 0,7-3 0,7-2 0,7-4 0,8-3 0,7-4 0,163 221-1,-150-249-56,5-5-1,5-5 0,227 188 0,-222-219-71,3-5-1,4-5 0,4-5 1,202 84-1,-189-103 94,3-8-1,1-5 1,258 39 0,-223-60-73,1-8 1,322-18-1,-270-18 31,-1-10-1,-2-10 0,-2-10 1,-2-10-1,302-128 1,57-91-31,-440 196-11,251-194 0,-303 202 60,-4-4 1,-3-4 0,99-129-1,-128 138 39,-4-2 0,-3-3 0,-3-2 0,62-160 0,-76 150 22,-4-2 0,-5 0 0,-4-2 0,-4 0 0,4-125 0,-18 101 0,-5 0 0,-6 0 0,-46-229 0,16 196 0,-7 1 0,-6 3 0,-7 2 0,-6 3 0,-7 3 0,-5 3 0,-102-136 0,65 122 0,-7 5 0,-6 6 0,-7 5 0,-5 6 0,-6 7 0,-5 6 0,-6 6 0,-212-115 0,211 144 0,-3 8 0,-3 6 0,-4 8 0,-1 7 0,-3 7 0,-2 8 0,-2 7 0,-1 8 0,-191-2 0,178 28-118,0 7 0,1 9-1,1 8 1,1 9 0,-263 81 0,258-50 95,3 8 1,3 8 0,4 8 0,-332 221-1,355-196 42,6 7-1,6 7 1,5 5-1,6 7 1,-143 191-1,176-190-24,5 4-1,8 5 1,5 3 0,8 4-1,7 3 1,-53 181 0,77-184 6,8 2 0,6 2 0,7 0 0,8 2 0,7 0 0,17 257 0,5-287 0,5 0 0,7-1 0,5-1 0,5-2 0,7-1 0,5-2 0,5-2 0,97 165 0,-82-182 0,4-3 0,6-3 0,3-4 0,5-3 0,3-4 0,148 116 0,-124-122 0,5-5 0,2-5 0,4-6 0,2-5 0,218 77 0,-161-83-66,2-9 1,1-8-1,3-8 1,0-8-1,2-8 1,192-10 0,-106-19-50,0-12 0,-1-12 1,403-107-1,-389 62 109,413-176 0,-510 171 27,-4-9 0,340-232 1,-422 248 34,-3-4 0,-4-5 1,-4-3-1,162-206 1,-197 214-36,-4-2 0,-3-3 0,-4-2 0,-5-2 0,-3-2 0,54-191 0,-70 177-21,-5-2 0,-4-1 0,2-197 0,-22 174 0,-5 0 0,-48-242 0,18 217 0,-7 1 0,-6 3 0,-8 2 0,-6 3 0,-161-269 0,129 272 0,-6 4 0,-6 5 0,-6 5 0,-6 6 0,-5 4 0,-6 7 0,-5 5 0,-294-181 0,288 212 0,-4 6 0,-3 7 0,-294-90 0,302 120 0,-2 7 0,0 6 0,-2 7 0,-231 0 0,212 24 11,1 7-1,0 8 1,2 7-1,0 7 1,3 7 0,1 6-1,3 8 1,3 7-1,2 6 1,-150 94-1,167-79-6,3 4 0,5 7 0,4 5 0,4 5-1,5 5 1,5 6 0,5 3 0,6 5 0,4 4-1,-125 234 1,138-195-7,6 3-1,9 4 1,6 2-1,-35 190 1,53-153 57,10 2 0,9 0 1,7 254-1,20-308 427,47 302 0,-33-369-280,4-1 0,3-1 0,5-1 0,63 129 0,-70-173-244,3-2 1,1-1 0,2-1-1,2-2 1,2-1 0,2-2-1,1-1 1,73 56 0,22-4-2830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27.6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12062 1263 24575,'-8'-12'0,"-7"-12"0,-2 2 0,-1 0 0,-1 0 0,-1 2 0,0 0 0,-35-24 0,-3 3 0,-89-47 0,17 22 19,-2 7 1,-235-73-1,-297-34-1117,-2176-288-774,2315 405 1872,-805 28 0,975 42 0,1 17 0,2 14 0,-419 120 0,478-84-188,4 12-1,4 14 1,6 11-1,-273 169 1,349-169-26,5 9 1,7 8-1,6 9 1,6 7-1,-272 315 0,349-349-31,6 5 0,5 5 0,7 3-1,-110 242 1,152-277 298,6 1 0,-44 199 0,65-214-69,3 1 0,5 1 0,7 175 0,9-171 17,4-1 1,5 0-1,3-1 1,4-1-1,5-1 1,3-1-1,4-2 0,4-2 1,102 157-1,-65-132-26,5-4-1,5-3 1,4-4-1,5-5 1,3-3 0,159 109-1,-71-76-191,5-8 0,5-8-1,4-9 1,234 78 0,-134-76-63,4-14 0,419 65 0,-349-102 139,2-16 1,1-17-1,657-53 1,-583-17-48,-2-19 1,773-230 0,-871 188-79,-5-16 1,578-305 0,-704 306 76,293-225-1,-356 225 422,-4-6 1,172-197-1,-238 229-15,-5-3 0,-5-3 0,-4-4 0,-5-4 0,86-197 0,-122 228-171,-3-1-1,-4-2 1,-4 0-1,-4-2 1,-3 0-1,-5-1 1,-4-1-1,-4 1 1,-9-98-1,-4 97-45,-5 1 0,-3 1 0,-4 0 0,-4 1 0,-4 2 0,-51-103 0,30 89 0,-5 3 0,-4 3 0,-4 2 0,-129-143 0,93 131 0,-6 5 0,-3 5 0,-156-106 0,125 109 0,-4 7 0,-239-104 0,163 103 101,-3 9-1,-449-92 1,304 110 767,-420-15 0,403 63-357,276 14 250,-160 25 0,224-20-712,1 3 1,0 2-1,-46 19 1,15 3-4308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2:05:32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5700-127E-C452-B297-E4CFE94DD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5BFC46-2ADF-D8B8-3200-74867C4B0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5EC70-C31D-ABFC-8D25-6A58B4552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A2676-C724-163D-7A3E-0AC4A1FEE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FDD25-F495-C7CA-0BAF-65E549A07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955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4CDF6-C848-79A0-38F1-EB6FE91B5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FE146-646F-709E-B548-9850F55FD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22953-57A8-D2F4-E69F-E3F1A8ABD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47E91-ED81-E9FB-2A56-D8A471AD4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6DD9C-FD7F-BBB6-A8F4-815B0AA7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635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BF776-6B43-9967-2B41-E061EB40B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E4151-60F3-57BB-014F-9A39B42CD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D1F95-86D2-1CB6-DDB2-2706B5612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1FA59-1829-07E3-9415-BF3FAA8C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8DC09-9960-B7A0-3D7C-CD6F4FEEC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6309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BC66C-76D5-0725-374A-DC91C652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417FC-17AC-57DD-E728-BBC4B93E65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535E82-F232-FD01-43E0-BD06A2847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DA87C-D59A-CE48-03D1-7F3749C71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FE3D6-9391-A524-3AEA-920D91AA7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D569-AD0A-50B7-254D-B2443DF3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814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50B75-456D-E692-EF11-7F9D8D835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43CB7-38DD-902F-1791-CA74E4AEC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814D8-E73C-2585-4CB7-12468FE11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F85600-0B69-4251-525F-F0128A98E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F9B3EC-6044-04EC-3315-E9C61D1FD0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B6CF72-7165-72E2-C059-ACD59D9F0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13783-98D2-D0C6-347C-60D240BFE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9D7040-46CF-9161-DB1A-6044DD8CF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8607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E1B89-6362-AF32-8EFA-F883E40CA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C61096-54C8-64CA-6FEA-DE09C5689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38DE46-1098-ABC7-CC25-617492606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C29185-4EB5-C160-40ED-7A8A34329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530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A46EB9-A7ED-0CC1-D588-E17BFF9F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702AA-9E43-06C5-E01F-AB9BD2B35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8A0B9-DD86-692A-634E-9C20EC49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7880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F0EE5-96B4-1676-E18E-46BD6DA8E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080EE-C33D-AEFD-5280-30D15F63D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AF9DF-9338-6840-D55A-CA8F03392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4CDDB-42EF-9BE8-9EA8-5A42CF6D3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85E00-2377-8C5E-8593-E4507C06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9821A-6BCA-B955-5163-893532D2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967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E9206-4911-81A6-AC42-6D62EE31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C3EB9C-A8F4-DF6A-88D4-F315E4F3A3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D1C3E-4F79-3284-CB26-4B652E1B3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F52E0-24B9-0C8A-0602-9B12CD0AD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EE9FF-ADE8-05AD-5BB1-739C457CD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AB5A5-2318-2B0D-0F18-AED900F28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267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E97EA-E418-2BB5-B830-F46BA97D7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661A2-64EC-C558-2569-BA6ED1DCB4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1F3CD-4C64-4167-FC10-ED6FC13F2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99771-7887-8A58-6857-F5588FB9B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4F5F1-7723-2770-CBBC-FA17BF78B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79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693E7B-7CF6-1EE7-E288-A60EFFB198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B6CAC-4168-D17D-8512-EC82957B8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9E886-FCA4-DFEF-5DCC-D8E90651D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54D0-4404-40A3-BEAF-AA9EDF805B8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E180C-8512-468D-5001-0220874B9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35182-2848-BEE5-63D7-A7DFDF35C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8131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365485-D2AF-9E8D-1C38-B70EB0B5C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4805C-B8F5-E455-D18F-5B177F1EF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CC1FB-7A9B-7631-6F1A-0F20074FD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E654D0-4404-40A3-BEAF-AA9EDF805B8E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CDD03-5C2B-18BC-386D-6FF9F7E23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09A31-4863-D81F-8E2B-A3A841A0F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8C402-7764-4BDB-95B8-E3708D011B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600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77" Type="http://schemas.openxmlformats.org/officeDocument/2006/relationships/image" Target="../media/image38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80" Type="http://schemas.openxmlformats.org/officeDocument/2006/relationships/customXml" Target="../ink/ink40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4.xml"/><Relationship Id="rId21" Type="http://schemas.openxmlformats.org/officeDocument/2006/relationships/image" Target="../media/image51.png"/><Relationship Id="rId42" Type="http://schemas.openxmlformats.org/officeDocument/2006/relationships/customXml" Target="../ink/ink62.xml"/><Relationship Id="rId47" Type="http://schemas.openxmlformats.org/officeDocument/2006/relationships/image" Target="../media/image64.png"/><Relationship Id="rId63" Type="http://schemas.openxmlformats.org/officeDocument/2006/relationships/image" Target="../media/image72.png"/><Relationship Id="rId68" Type="http://schemas.openxmlformats.org/officeDocument/2006/relationships/customXml" Target="../ink/ink75.xml"/><Relationship Id="rId16" Type="http://schemas.openxmlformats.org/officeDocument/2006/relationships/customXml" Target="../ink/ink49.xml"/><Relationship Id="rId11" Type="http://schemas.openxmlformats.org/officeDocument/2006/relationships/image" Target="../media/image46.png"/><Relationship Id="rId24" Type="http://schemas.openxmlformats.org/officeDocument/2006/relationships/customXml" Target="../ink/ink53.xml"/><Relationship Id="rId32" Type="http://schemas.openxmlformats.org/officeDocument/2006/relationships/customXml" Target="../ink/ink57.xml"/><Relationship Id="rId37" Type="http://schemas.openxmlformats.org/officeDocument/2006/relationships/image" Target="../media/image59.png"/><Relationship Id="rId40" Type="http://schemas.openxmlformats.org/officeDocument/2006/relationships/customXml" Target="../ink/ink61.xml"/><Relationship Id="rId45" Type="http://schemas.openxmlformats.org/officeDocument/2006/relationships/image" Target="../media/image63.png"/><Relationship Id="rId53" Type="http://schemas.openxmlformats.org/officeDocument/2006/relationships/image" Target="../media/image67.png"/><Relationship Id="rId58" Type="http://schemas.openxmlformats.org/officeDocument/2006/relationships/customXml" Target="../ink/ink70.xml"/><Relationship Id="rId66" Type="http://schemas.openxmlformats.org/officeDocument/2006/relationships/customXml" Target="../ink/ink74.xml"/><Relationship Id="rId74" Type="http://schemas.openxmlformats.org/officeDocument/2006/relationships/customXml" Target="../ink/ink78.xml"/><Relationship Id="rId5" Type="http://schemas.openxmlformats.org/officeDocument/2006/relationships/image" Target="../media/image43.png"/><Relationship Id="rId61" Type="http://schemas.openxmlformats.org/officeDocument/2006/relationships/image" Target="../media/image71.png"/><Relationship Id="rId19" Type="http://schemas.openxmlformats.org/officeDocument/2006/relationships/image" Target="../media/image50.png"/><Relationship Id="rId14" Type="http://schemas.openxmlformats.org/officeDocument/2006/relationships/customXml" Target="../ink/ink48.xml"/><Relationship Id="rId22" Type="http://schemas.openxmlformats.org/officeDocument/2006/relationships/customXml" Target="../ink/ink52.xml"/><Relationship Id="rId27" Type="http://schemas.openxmlformats.org/officeDocument/2006/relationships/image" Target="../media/image54.png"/><Relationship Id="rId30" Type="http://schemas.openxmlformats.org/officeDocument/2006/relationships/customXml" Target="../ink/ink56.xml"/><Relationship Id="rId35" Type="http://schemas.openxmlformats.org/officeDocument/2006/relationships/image" Target="../media/image58.png"/><Relationship Id="rId43" Type="http://schemas.openxmlformats.org/officeDocument/2006/relationships/image" Target="../media/image62.png"/><Relationship Id="rId48" Type="http://schemas.openxmlformats.org/officeDocument/2006/relationships/customXml" Target="../ink/ink65.xml"/><Relationship Id="rId56" Type="http://schemas.openxmlformats.org/officeDocument/2006/relationships/customXml" Target="../ink/ink69.xml"/><Relationship Id="rId64" Type="http://schemas.openxmlformats.org/officeDocument/2006/relationships/customXml" Target="../ink/ink73.xml"/><Relationship Id="rId69" Type="http://schemas.openxmlformats.org/officeDocument/2006/relationships/image" Target="../media/image75.png"/><Relationship Id="rId77" Type="http://schemas.openxmlformats.org/officeDocument/2006/relationships/image" Target="../media/image79.png"/><Relationship Id="rId8" Type="http://schemas.openxmlformats.org/officeDocument/2006/relationships/customXml" Target="../ink/ink45.xml"/><Relationship Id="rId51" Type="http://schemas.openxmlformats.org/officeDocument/2006/relationships/image" Target="../media/image66.png"/><Relationship Id="rId72" Type="http://schemas.openxmlformats.org/officeDocument/2006/relationships/customXml" Target="../ink/ink77.xml"/><Relationship Id="rId3" Type="http://schemas.openxmlformats.org/officeDocument/2006/relationships/image" Target="../media/image42.png"/><Relationship Id="rId12" Type="http://schemas.openxmlformats.org/officeDocument/2006/relationships/customXml" Target="../ink/ink47.xml"/><Relationship Id="rId17" Type="http://schemas.openxmlformats.org/officeDocument/2006/relationships/image" Target="../media/image49.png"/><Relationship Id="rId25" Type="http://schemas.openxmlformats.org/officeDocument/2006/relationships/image" Target="../media/image53.png"/><Relationship Id="rId33" Type="http://schemas.openxmlformats.org/officeDocument/2006/relationships/image" Target="../media/image57.png"/><Relationship Id="rId38" Type="http://schemas.openxmlformats.org/officeDocument/2006/relationships/customXml" Target="../ink/ink60.xml"/><Relationship Id="rId46" Type="http://schemas.openxmlformats.org/officeDocument/2006/relationships/customXml" Target="../ink/ink64.xml"/><Relationship Id="rId59" Type="http://schemas.openxmlformats.org/officeDocument/2006/relationships/image" Target="../media/image70.png"/><Relationship Id="rId67" Type="http://schemas.openxmlformats.org/officeDocument/2006/relationships/image" Target="../media/image74.png"/><Relationship Id="rId20" Type="http://schemas.openxmlformats.org/officeDocument/2006/relationships/customXml" Target="../ink/ink51.xml"/><Relationship Id="rId41" Type="http://schemas.openxmlformats.org/officeDocument/2006/relationships/image" Target="../media/image61.png"/><Relationship Id="rId54" Type="http://schemas.openxmlformats.org/officeDocument/2006/relationships/customXml" Target="../ink/ink68.xml"/><Relationship Id="rId62" Type="http://schemas.openxmlformats.org/officeDocument/2006/relationships/customXml" Target="../ink/ink72.xml"/><Relationship Id="rId70" Type="http://schemas.openxmlformats.org/officeDocument/2006/relationships/customXml" Target="../ink/ink76.xml"/><Relationship Id="rId75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4.xml"/><Relationship Id="rId15" Type="http://schemas.openxmlformats.org/officeDocument/2006/relationships/image" Target="../media/image48.png"/><Relationship Id="rId23" Type="http://schemas.openxmlformats.org/officeDocument/2006/relationships/image" Target="../media/image52.png"/><Relationship Id="rId28" Type="http://schemas.openxmlformats.org/officeDocument/2006/relationships/customXml" Target="../ink/ink55.xml"/><Relationship Id="rId36" Type="http://schemas.openxmlformats.org/officeDocument/2006/relationships/customXml" Target="../ink/ink59.xml"/><Relationship Id="rId49" Type="http://schemas.openxmlformats.org/officeDocument/2006/relationships/image" Target="../media/image65.png"/><Relationship Id="rId57" Type="http://schemas.openxmlformats.org/officeDocument/2006/relationships/image" Target="../media/image69.png"/><Relationship Id="rId10" Type="http://schemas.openxmlformats.org/officeDocument/2006/relationships/customXml" Target="../ink/ink46.xml"/><Relationship Id="rId31" Type="http://schemas.openxmlformats.org/officeDocument/2006/relationships/image" Target="../media/image56.png"/><Relationship Id="rId44" Type="http://schemas.openxmlformats.org/officeDocument/2006/relationships/customXml" Target="../ink/ink63.xml"/><Relationship Id="rId52" Type="http://schemas.openxmlformats.org/officeDocument/2006/relationships/customXml" Target="../ink/ink67.xml"/><Relationship Id="rId60" Type="http://schemas.openxmlformats.org/officeDocument/2006/relationships/customXml" Target="../ink/ink71.xml"/><Relationship Id="rId65" Type="http://schemas.openxmlformats.org/officeDocument/2006/relationships/image" Target="../media/image73.png"/><Relationship Id="rId73" Type="http://schemas.openxmlformats.org/officeDocument/2006/relationships/image" Target="../media/image77.png"/><Relationship Id="rId4" Type="http://schemas.openxmlformats.org/officeDocument/2006/relationships/customXml" Target="../ink/ink43.xml"/><Relationship Id="rId9" Type="http://schemas.openxmlformats.org/officeDocument/2006/relationships/image" Target="../media/image45.png"/><Relationship Id="rId13" Type="http://schemas.openxmlformats.org/officeDocument/2006/relationships/image" Target="../media/image47.png"/><Relationship Id="rId18" Type="http://schemas.openxmlformats.org/officeDocument/2006/relationships/customXml" Target="../ink/ink50.xml"/><Relationship Id="rId39" Type="http://schemas.openxmlformats.org/officeDocument/2006/relationships/image" Target="../media/image60.png"/><Relationship Id="rId34" Type="http://schemas.openxmlformats.org/officeDocument/2006/relationships/customXml" Target="../ink/ink58.xml"/><Relationship Id="rId50" Type="http://schemas.openxmlformats.org/officeDocument/2006/relationships/customXml" Target="../ink/ink66.xml"/><Relationship Id="rId55" Type="http://schemas.openxmlformats.org/officeDocument/2006/relationships/image" Target="../media/image68.png"/><Relationship Id="rId76" Type="http://schemas.openxmlformats.org/officeDocument/2006/relationships/customXml" Target="../ink/ink79.xml"/><Relationship Id="rId7" Type="http://schemas.openxmlformats.org/officeDocument/2006/relationships/image" Target="../media/image44.png"/><Relationship Id="rId71" Type="http://schemas.openxmlformats.org/officeDocument/2006/relationships/image" Target="../media/image76.png"/><Relationship Id="rId2" Type="http://schemas.openxmlformats.org/officeDocument/2006/relationships/customXml" Target="../ink/ink42.xml"/><Relationship Id="rId29" Type="http://schemas.openxmlformats.org/officeDocument/2006/relationships/image" Target="../media/image55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9.xml"/><Relationship Id="rId21" Type="http://schemas.openxmlformats.org/officeDocument/2006/relationships/image" Target="../media/image89.png"/><Relationship Id="rId42" Type="http://schemas.openxmlformats.org/officeDocument/2006/relationships/image" Target="../media/image98.png"/><Relationship Id="rId63" Type="http://schemas.openxmlformats.org/officeDocument/2006/relationships/customXml" Target="../ink/ink112.xml"/><Relationship Id="rId84" Type="http://schemas.openxmlformats.org/officeDocument/2006/relationships/image" Target="../media/image119.png"/><Relationship Id="rId138" Type="http://schemas.openxmlformats.org/officeDocument/2006/relationships/image" Target="../media/image146.png"/><Relationship Id="rId159" Type="http://schemas.openxmlformats.org/officeDocument/2006/relationships/customXml" Target="../ink/ink160.xml"/><Relationship Id="rId107" Type="http://schemas.openxmlformats.org/officeDocument/2006/relationships/customXml" Target="../ink/ink134.xml"/><Relationship Id="rId11" Type="http://schemas.openxmlformats.org/officeDocument/2006/relationships/image" Target="../media/image84.png"/><Relationship Id="rId32" Type="http://schemas.openxmlformats.org/officeDocument/2006/relationships/image" Target="../media/image93.png"/><Relationship Id="rId53" Type="http://schemas.openxmlformats.org/officeDocument/2006/relationships/customXml" Target="../ink/ink107.xml"/><Relationship Id="rId74" Type="http://schemas.openxmlformats.org/officeDocument/2006/relationships/image" Target="../media/image114.png"/><Relationship Id="rId128" Type="http://schemas.openxmlformats.org/officeDocument/2006/relationships/image" Target="../media/image141.png"/><Relationship Id="rId149" Type="http://schemas.openxmlformats.org/officeDocument/2006/relationships/customXml" Target="../ink/ink155.xml"/><Relationship Id="rId5" Type="http://schemas.openxmlformats.org/officeDocument/2006/relationships/image" Target="../media/image81.png"/><Relationship Id="rId95" Type="http://schemas.openxmlformats.org/officeDocument/2006/relationships/customXml" Target="../ink/ink128.xml"/><Relationship Id="rId160" Type="http://schemas.openxmlformats.org/officeDocument/2006/relationships/image" Target="../media/image157.png"/><Relationship Id="rId22" Type="http://schemas.openxmlformats.org/officeDocument/2006/relationships/customXml" Target="../ink/ink90.xml"/><Relationship Id="rId43" Type="http://schemas.openxmlformats.org/officeDocument/2006/relationships/customXml" Target="../ink/ink102.xml"/><Relationship Id="rId64" Type="http://schemas.openxmlformats.org/officeDocument/2006/relationships/image" Target="../media/image109.png"/><Relationship Id="rId118" Type="http://schemas.openxmlformats.org/officeDocument/2006/relationships/image" Target="../media/image136.png"/><Relationship Id="rId139" Type="http://schemas.openxmlformats.org/officeDocument/2006/relationships/customXml" Target="../ink/ink150.xml"/><Relationship Id="rId85" Type="http://schemas.openxmlformats.org/officeDocument/2006/relationships/customXml" Target="../ink/ink123.xml"/><Relationship Id="rId150" Type="http://schemas.openxmlformats.org/officeDocument/2006/relationships/image" Target="../media/image152.png"/><Relationship Id="rId12" Type="http://schemas.openxmlformats.org/officeDocument/2006/relationships/customXml" Target="../ink/ink85.xml"/><Relationship Id="rId17" Type="http://schemas.openxmlformats.org/officeDocument/2006/relationships/image" Target="../media/image87.png"/><Relationship Id="rId33" Type="http://schemas.openxmlformats.org/officeDocument/2006/relationships/customXml" Target="../ink/ink97.xml"/><Relationship Id="rId38" Type="http://schemas.openxmlformats.org/officeDocument/2006/relationships/image" Target="../media/image96.png"/><Relationship Id="rId59" Type="http://schemas.openxmlformats.org/officeDocument/2006/relationships/customXml" Target="../ink/ink110.xml"/><Relationship Id="rId103" Type="http://schemas.openxmlformats.org/officeDocument/2006/relationships/customXml" Target="../ink/ink132.xml"/><Relationship Id="rId108" Type="http://schemas.openxmlformats.org/officeDocument/2006/relationships/image" Target="../media/image131.png"/><Relationship Id="rId124" Type="http://schemas.openxmlformats.org/officeDocument/2006/relationships/image" Target="../media/image139.png"/><Relationship Id="rId129" Type="http://schemas.openxmlformats.org/officeDocument/2006/relationships/customXml" Target="../ink/ink145.xml"/><Relationship Id="rId54" Type="http://schemas.openxmlformats.org/officeDocument/2006/relationships/image" Target="../media/image104.png"/><Relationship Id="rId70" Type="http://schemas.openxmlformats.org/officeDocument/2006/relationships/image" Target="../media/image112.png"/><Relationship Id="rId75" Type="http://schemas.openxmlformats.org/officeDocument/2006/relationships/customXml" Target="../ink/ink118.xml"/><Relationship Id="rId91" Type="http://schemas.openxmlformats.org/officeDocument/2006/relationships/customXml" Target="../ink/ink126.xml"/><Relationship Id="rId96" Type="http://schemas.openxmlformats.org/officeDocument/2006/relationships/image" Target="../media/image125.png"/><Relationship Id="rId140" Type="http://schemas.openxmlformats.org/officeDocument/2006/relationships/image" Target="../media/image147.png"/><Relationship Id="rId145" Type="http://schemas.openxmlformats.org/officeDocument/2006/relationships/customXml" Target="../ink/ink153.xml"/><Relationship Id="rId161" Type="http://schemas.openxmlformats.org/officeDocument/2006/relationships/customXml" Target="../ink/ink16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2.xml"/><Relationship Id="rId23" Type="http://schemas.openxmlformats.org/officeDocument/2006/relationships/image" Target="../media/image90.png"/><Relationship Id="rId28" Type="http://schemas.openxmlformats.org/officeDocument/2006/relationships/customXml" Target="../ink/ink94.xml"/><Relationship Id="rId49" Type="http://schemas.openxmlformats.org/officeDocument/2006/relationships/customXml" Target="../ink/ink105.xml"/><Relationship Id="rId114" Type="http://schemas.openxmlformats.org/officeDocument/2006/relationships/image" Target="../media/image134.png"/><Relationship Id="rId119" Type="http://schemas.openxmlformats.org/officeDocument/2006/relationships/customXml" Target="../ink/ink140.xml"/><Relationship Id="rId44" Type="http://schemas.openxmlformats.org/officeDocument/2006/relationships/image" Target="../media/image99.png"/><Relationship Id="rId60" Type="http://schemas.openxmlformats.org/officeDocument/2006/relationships/image" Target="../media/image107.png"/><Relationship Id="rId65" Type="http://schemas.openxmlformats.org/officeDocument/2006/relationships/customXml" Target="../ink/ink113.xml"/><Relationship Id="rId81" Type="http://schemas.openxmlformats.org/officeDocument/2006/relationships/customXml" Target="../ink/ink121.xml"/><Relationship Id="rId86" Type="http://schemas.openxmlformats.org/officeDocument/2006/relationships/image" Target="../media/image120.png"/><Relationship Id="rId130" Type="http://schemas.openxmlformats.org/officeDocument/2006/relationships/image" Target="../media/image142.png"/><Relationship Id="rId135" Type="http://schemas.openxmlformats.org/officeDocument/2006/relationships/customXml" Target="../ink/ink148.xml"/><Relationship Id="rId151" Type="http://schemas.openxmlformats.org/officeDocument/2006/relationships/customXml" Target="../ink/ink156.xml"/><Relationship Id="rId156" Type="http://schemas.openxmlformats.org/officeDocument/2006/relationships/image" Target="../media/image155.png"/><Relationship Id="rId13" Type="http://schemas.openxmlformats.org/officeDocument/2006/relationships/image" Target="../media/image85.png"/><Relationship Id="rId18" Type="http://schemas.openxmlformats.org/officeDocument/2006/relationships/customXml" Target="../ink/ink88.xml"/><Relationship Id="rId39" Type="http://schemas.openxmlformats.org/officeDocument/2006/relationships/customXml" Target="../ink/ink100.xml"/><Relationship Id="rId109" Type="http://schemas.openxmlformats.org/officeDocument/2006/relationships/customXml" Target="../ink/ink135.xml"/><Relationship Id="rId34" Type="http://schemas.openxmlformats.org/officeDocument/2006/relationships/image" Target="../media/image94.png"/><Relationship Id="rId50" Type="http://schemas.openxmlformats.org/officeDocument/2006/relationships/image" Target="../media/image102.png"/><Relationship Id="rId55" Type="http://schemas.openxmlformats.org/officeDocument/2006/relationships/customXml" Target="../ink/ink108.xml"/><Relationship Id="rId76" Type="http://schemas.openxmlformats.org/officeDocument/2006/relationships/image" Target="../media/image115.png"/><Relationship Id="rId97" Type="http://schemas.openxmlformats.org/officeDocument/2006/relationships/customXml" Target="../ink/ink129.xml"/><Relationship Id="rId104" Type="http://schemas.openxmlformats.org/officeDocument/2006/relationships/image" Target="../media/image129.png"/><Relationship Id="rId120" Type="http://schemas.openxmlformats.org/officeDocument/2006/relationships/image" Target="../media/image137.png"/><Relationship Id="rId125" Type="http://schemas.openxmlformats.org/officeDocument/2006/relationships/customXml" Target="../ink/ink143.xml"/><Relationship Id="rId141" Type="http://schemas.openxmlformats.org/officeDocument/2006/relationships/customXml" Target="../ink/ink151.xml"/><Relationship Id="rId146" Type="http://schemas.openxmlformats.org/officeDocument/2006/relationships/image" Target="../media/image150.png"/><Relationship Id="rId7" Type="http://schemas.openxmlformats.org/officeDocument/2006/relationships/image" Target="../media/image82.png"/><Relationship Id="rId71" Type="http://schemas.openxmlformats.org/officeDocument/2006/relationships/customXml" Target="../ink/ink116.xml"/><Relationship Id="rId92" Type="http://schemas.openxmlformats.org/officeDocument/2006/relationships/image" Target="../media/image123.png"/><Relationship Id="rId162" Type="http://schemas.openxmlformats.org/officeDocument/2006/relationships/image" Target="../media/image158.png"/><Relationship Id="rId2" Type="http://schemas.openxmlformats.org/officeDocument/2006/relationships/customXml" Target="../ink/ink80.xml"/><Relationship Id="rId29" Type="http://schemas.openxmlformats.org/officeDocument/2006/relationships/customXml" Target="../ink/ink95.xml"/><Relationship Id="rId24" Type="http://schemas.openxmlformats.org/officeDocument/2006/relationships/customXml" Target="../ink/ink91.xml"/><Relationship Id="rId40" Type="http://schemas.openxmlformats.org/officeDocument/2006/relationships/image" Target="../media/image97.png"/><Relationship Id="rId45" Type="http://schemas.openxmlformats.org/officeDocument/2006/relationships/customXml" Target="../ink/ink103.xml"/><Relationship Id="rId66" Type="http://schemas.openxmlformats.org/officeDocument/2006/relationships/image" Target="../media/image110.png"/><Relationship Id="rId87" Type="http://schemas.openxmlformats.org/officeDocument/2006/relationships/customXml" Target="../ink/ink124.xml"/><Relationship Id="rId110" Type="http://schemas.openxmlformats.org/officeDocument/2006/relationships/image" Target="../media/image132.png"/><Relationship Id="rId115" Type="http://schemas.openxmlformats.org/officeDocument/2006/relationships/customXml" Target="../ink/ink138.xml"/><Relationship Id="rId131" Type="http://schemas.openxmlformats.org/officeDocument/2006/relationships/customXml" Target="../ink/ink146.xml"/><Relationship Id="rId136" Type="http://schemas.openxmlformats.org/officeDocument/2006/relationships/image" Target="../media/image145.png"/><Relationship Id="rId157" Type="http://schemas.openxmlformats.org/officeDocument/2006/relationships/customXml" Target="../ink/ink159.xml"/><Relationship Id="rId61" Type="http://schemas.openxmlformats.org/officeDocument/2006/relationships/customXml" Target="../ink/ink111.xml"/><Relationship Id="rId82" Type="http://schemas.openxmlformats.org/officeDocument/2006/relationships/image" Target="../media/image118.png"/><Relationship Id="rId152" Type="http://schemas.openxmlformats.org/officeDocument/2006/relationships/image" Target="../media/image153.png"/><Relationship Id="rId19" Type="http://schemas.openxmlformats.org/officeDocument/2006/relationships/image" Target="../media/image88.png"/><Relationship Id="rId14" Type="http://schemas.openxmlformats.org/officeDocument/2006/relationships/customXml" Target="../ink/ink86.xml"/><Relationship Id="rId30" Type="http://schemas.openxmlformats.org/officeDocument/2006/relationships/image" Target="../media/image92.png"/><Relationship Id="rId35" Type="http://schemas.openxmlformats.org/officeDocument/2006/relationships/customXml" Target="../ink/ink98.xml"/><Relationship Id="rId56" Type="http://schemas.openxmlformats.org/officeDocument/2006/relationships/image" Target="../media/image105.png"/><Relationship Id="rId77" Type="http://schemas.openxmlformats.org/officeDocument/2006/relationships/customXml" Target="../ink/ink119.xml"/><Relationship Id="rId100" Type="http://schemas.openxmlformats.org/officeDocument/2006/relationships/image" Target="../media/image127.png"/><Relationship Id="rId105" Type="http://schemas.openxmlformats.org/officeDocument/2006/relationships/customXml" Target="../ink/ink133.xml"/><Relationship Id="rId126" Type="http://schemas.openxmlformats.org/officeDocument/2006/relationships/image" Target="../media/image140.png"/><Relationship Id="rId147" Type="http://schemas.openxmlformats.org/officeDocument/2006/relationships/customXml" Target="../ink/ink154.xml"/><Relationship Id="rId8" Type="http://schemas.openxmlformats.org/officeDocument/2006/relationships/customXml" Target="../ink/ink83.xml"/><Relationship Id="rId51" Type="http://schemas.openxmlformats.org/officeDocument/2006/relationships/customXml" Target="../ink/ink106.xml"/><Relationship Id="rId72" Type="http://schemas.openxmlformats.org/officeDocument/2006/relationships/image" Target="../media/image113.png"/><Relationship Id="rId93" Type="http://schemas.openxmlformats.org/officeDocument/2006/relationships/customXml" Target="../ink/ink127.xml"/><Relationship Id="rId98" Type="http://schemas.openxmlformats.org/officeDocument/2006/relationships/image" Target="../media/image126.png"/><Relationship Id="rId121" Type="http://schemas.openxmlformats.org/officeDocument/2006/relationships/customXml" Target="../ink/ink141.xml"/><Relationship Id="rId142" Type="http://schemas.openxmlformats.org/officeDocument/2006/relationships/image" Target="../media/image148.png"/><Relationship Id="rId163" Type="http://schemas.openxmlformats.org/officeDocument/2006/relationships/customXml" Target="../ink/ink162.xml"/><Relationship Id="rId3" Type="http://schemas.openxmlformats.org/officeDocument/2006/relationships/image" Target="../media/image80.png"/><Relationship Id="rId25" Type="http://schemas.openxmlformats.org/officeDocument/2006/relationships/image" Target="../media/image91.png"/><Relationship Id="rId46" Type="http://schemas.openxmlformats.org/officeDocument/2006/relationships/image" Target="../media/image100.png"/><Relationship Id="rId67" Type="http://schemas.openxmlformats.org/officeDocument/2006/relationships/customXml" Target="../ink/ink114.xml"/><Relationship Id="rId116" Type="http://schemas.openxmlformats.org/officeDocument/2006/relationships/image" Target="../media/image135.png"/><Relationship Id="rId137" Type="http://schemas.openxmlformats.org/officeDocument/2006/relationships/customXml" Target="../ink/ink149.xml"/><Relationship Id="rId158" Type="http://schemas.openxmlformats.org/officeDocument/2006/relationships/image" Target="../media/image156.png"/><Relationship Id="rId20" Type="http://schemas.openxmlformats.org/officeDocument/2006/relationships/customXml" Target="../ink/ink89.xml"/><Relationship Id="rId41" Type="http://schemas.openxmlformats.org/officeDocument/2006/relationships/customXml" Target="../ink/ink101.xml"/><Relationship Id="rId62" Type="http://schemas.openxmlformats.org/officeDocument/2006/relationships/image" Target="../media/image108.png"/><Relationship Id="rId83" Type="http://schemas.openxmlformats.org/officeDocument/2006/relationships/customXml" Target="../ink/ink122.xml"/><Relationship Id="rId88" Type="http://schemas.openxmlformats.org/officeDocument/2006/relationships/image" Target="../media/image121.png"/><Relationship Id="rId111" Type="http://schemas.openxmlformats.org/officeDocument/2006/relationships/customXml" Target="../ink/ink136.xml"/><Relationship Id="rId132" Type="http://schemas.openxmlformats.org/officeDocument/2006/relationships/image" Target="../media/image143.png"/><Relationship Id="rId153" Type="http://schemas.openxmlformats.org/officeDocument/2006/relationships/customXml" Target="../ink/ink157.xml"/><Relationship Id="rId15" Type="http://schemas.openxmlformats.org/officeDocument/2006/relationships/image" Target="../media/image86.png"/><Relationship Id="rId36" Type="http://schemas.openxmlformats.org/officeDocument/2006/relationships/image" Target="../media/image95.png"/><Relationship Id="rId57" Type="http://schemas.openxmlformats.org/officeDocument/2006/relationships/customXml" Target="../ink/ink109.xml"/><Relationship Id="rId106" Type="http://schemas.openxmlformats.org/officeDocument/2006/relationships/image" Target="../media/image130.png"/><Relationship Id="rId127" Type="http://schemas.openxmlformats.org/officeDocument/2006/relationships/customXml" Target="../ink/ink144.xml"/><Relationship Id="rId10" Type="http://schemas.openxmlformats.org/officeDocument/2006/relationships/customXml" Target="../ink/ink84.xml"/><Relationship Id="rId31" Type="http://schemas.openxmlformats.org/officeDocument/2006/relationships/customXml" Target="../ink/ink96.xml"/><Relationship Id="rId52" Type="http://schemas.openxmlformats.org/officeDocument/2006/relationships/image" Target="../media/image103.png"/><Relationship Id="rId73" Type="http://schemas.openxmlformats.org/officeDocument/2006/relationships/customXml" Target="../ink/ink117.xml"/><Relationship Id="rId78" Type="http://schemas.openxmlformats.org/officeDocument/2006/relationships/image" Target="../media/image116.png"/><Relationship Id="rId94" Type="http://schemas.openxmlformats.org/officeDocument/2006/relationships/image" Target="../media/image124.png"/><Relationship Id="rId99" Type="http://schemas.openxmlformats.org/officeDocument/2006/relationships/customXml" Target="../ink/ink130.xml"/><Relationship Id="rId101" Type="http://schemas.openxmlformats.org/officeDocument/2006/relationships/customXml" Target="../ink/ink131.xml"/><Relationship Id="rId122" Type="http://schemas.openxmlformats.org/officeDocument/2006/relationships/image" Target="../media/image138.png"/><Relationship Id="rId143" Type="http://schemas.openxmlformats.org/officeDocument/2006/relationships/customXml" Target="../ink/ink152.xml"/><Relationship Id="rId148" Type="http://schemas.openxmlformats.org/officeDocument/2006/relationships/image" Target="../media/image151.png"/><Relationship Id="rId164" Type="http://schemas.openxmlformats.org/officeDocument/2006/relationships/image" Target="../media/image159.png"/><Relationship Id="rId4" Type="http://schemas.openxmlformats.org/officeDocument/2006/relationships/customXml" Target="../ink/ink81.xml"/><Relationship Id="rId9" Type="http://schemas.openxmlformats.org/officeDocument/2006/relationships/image" Target="../media/image83.png"/><Relationship Id="rId26" Type="http://schemas.openxmlformats.org/officeDocument/2006/relationships/customXml" Target="../ink/ink92.xml"/><Relationship Id="rId47" Type="http://schemas.openxmlformats.org/officeDocument/2006/relationships/customXml" Target="../ink/ink104.xml"/><Relationship Id="rId68" Type="http://schemas.openxmlformats.org/officeDocument/2006/relationships/image" Target="../media/image111.png"/><Relationship Id="rId89" Type="http://schemas.openxmlformats.org/officeDocument/2006/relationships/customXml" Target="../ink/ink125.xml"/><Relationship Id="rId112" Type="http://schemas.openxmlformats.org/officeDocument/2006/relationships/image" Target="../media/image133.png"/><Relationship Id="rId133" Type="http://schemas.openxmlformats.org/officeDocument/2006/relationships/customXml" Target="../ink/ink147.xml"/><Relationship Id="rId154" Type="http://schemas.openxmlformats.org/officeDocument/2006/relationships/image" Target="../media/image154.png"/><Relationship Id="rId16" Type="http://schemas.openxmlformats.org/officeDocument/2006/relationships/customXml" Target="../ink/ink87.xml"/><Relationship Id="rId37" Type="http://schemas.openxmlformats.org/officeDocument/2006/relationships/customXml" Target="../ink/ink99.xml"/><Relationship Id="rId58" Type="http://schemas.openxmlformats.org/officeDocument/2006/relationships/image" Target="../media/image106.png"/><Relationship Id="rId79" Type="http://schemas.openxmlformats.org/officeDocument/2006/relationships/customXml" Target="../ink/ink120.xml"/><Relationship Id="rId102" Type="http://schemas.openxmlformats.org/officeDocument/2006/relationships/image" Target="../media/image128.png"/><Relationship Id="rId123" Type="http://schemas.openxmlformats.org/officeDocument/2006/relationships/customXml" Target="../ink/ink142.xml"/><Relationship Id="rId144" Type="http://schemas.openxmlformats.org/officeDocument/2006/relationships/image" Target="../media/image149.png"/><Relationship Id="rId90" Type="http://schemas.openxmlformats.org/officeDocument/2006/relationships/image" Target="../media/image122.png"/><Relationship Id="rId27" Type="http://schemas.openxmlformats.org/officeDocument/2006/relationships/customXml" Target="../ink/ink93.xml"/><Relationship Id="rId48" Type="http://schemas.openxmlformats.org/officeDocument/2006/relationships/image" Target="../media/image101.png"/><Relationship Id="rId69" Type="http://schemas.openxmlformats.org/officeDocument/2006/relationships/customXml" Target="../ink/ink115.xml"/><Relationship Id="rId113" Type="http://schemas.openxmlformats.org/officeDocument/2006/relationships/customXml" Target="../ink/ink137.xml"/><Relationship Id="rId134" Type="http://schemas.openxmlformats.org/officeDocument/2006/relationships/image" Target="../media/image144.png"/><Relationship Id="rId80" Type="http://schemas.openxmlformats.org/officeDocument/2006/relationships/image" Target="../media/image117.png"/><Relationship Id="rId155" Type="http://schemas.openxmlformats.org/officeDocument/2006/relationships/customXml" Target="../ink/ink158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6.png"/><Relationship Id="rId21" Type="http://schemas.openxmlformats.org/officeDocument/2006/relationships/image" Target="../media/image169.png"/><Relationship Id="rId42" Type="http://schemas.openxmlformats.org/officeDocument/2006/relationships/customXml" Target="../ink/ink183.xml"/><Relationship Id="rId63" Type="http://schemas.openxmlformats.org/officeDocument/2006/relationships/image" Target="../media/image189.png"/><Relationship Id="rId84" Type="http://schemas.openxmlformats.org/officeDocument/2006/relationships/customXml" Target="../ink/ink204.xml"/><Relationship Id="rId16" Type="http://schemas.openxmlformats.org/officeDocument/2006/relationships/customXml" Target="../ink/ink170.xml"/><Relationship Id="rId107" Type="http://schemas.openxmlformats.org/officeDocument/2006/relationships/image" Target="../media/image211.png"/><Relationship Id="rId11" Type="http://schemas.openxmlformats.org/officeDocument/2006/relationships/image" Target="../media/image164.png"/><Relationship Id="rId32" Type="http://schemas.openxmlformats.org/officeDocument/2006/relationships/customXml" Target="../ink/ink178.xml"/><Relationship Id="rId37" Type="http://schemas.openxmlformats.org/officeDocument/2006/relationships/image" Target="../media/image176.png"/><Relationship Id="rId53" Type="http://schemas.openxmlformats.org/officeDocument/2006/relationships/image" Target="../media/image184.png"/><Relationship Id="rId58" Type="http://schemas.openxmlformats.org/officeDocument/2006/relationships/customXml" Target="../ink/ink191.xml"/><Relationship Id="rId74" Type="http://schemas.openxmlformats.org/officeDocument/2006/relationships/customXml" Target="../ink/ink199.xml"/><Relationship Id="rId79" Type="http://schemas.openxmlformats.org/officeDocument/2006/relationships/image" Target="../media/image197.png"/><Relationship Id="rId102" Type="http://schemas.openxmlformats.org/officeDocument/2006/relationships/customXml" Target="../ink/ink213.xml"/><Relationship Id="rId123" Type="http://schemas.openxmlformats.org/officeDocument/2006/relationships/image" Target="../media/image219.png"/><Relationship Id="rId128" Type="http://schemas.openxmlformats.org/officeDocument/2006/relationships/customXml" Target="../ink/ink226.xml"/><Relationship Id="rId5" Type="http://schemas.openxmlformats.org/officeDocument/2006/relationships/image" Target="../media/image161.png"/><Relationship Id="rId90" Type="http://schemas.openxmlformats.org/officeDocument/2006/relationships/customXml" Target="../ink/ink207.xml"/><Relationship Id="rId95" Type="http://schemas.openxmlformats.org/officeDocument/2006/relationships/image" Target="../media/image205.png"/><Relationship Id="rId22" Type="http://schemas.openxmlformats.org/officeDocument/2006/relationships/customXml" Target="../ink/ink173.xml"/><Relationship Id="rId27" Type="http://schemas.openxmlformats.org/officeDocument/2006/relationships/image" Target="../media/image171.png"/><Relationship Id="rId43" Type="http://schemas.openxmlformats.org/officeDocument/2006/relationships/image" Target="../media/image179.png"/><Relationship Id="rId48" Type="http://schemas.openxmlformats.org/officeDocument/2006/relationships/customXml" Target="../ink/ink186.xml"/><Relationship Id="rId64" Type="http://schemas.openxmlformats.org/officeDocument/2006/relationships/customXml" Target="../ink/ink194.xml"/><Relationship Id="rId69" Type="http://schemas.openxmlformats.org/officeDocument/2006/relationships/image" Target="../media/image192.png"/><Relationship Id="rId113" Type="http://schemas.openxmlformats.org/officeDocument/2006/relationships/image" Target="../media/image214.png"/><Relationship Id="rId118" Type="http://schemas.openxmlformats.org/officeDocument/2006/relationships/customXml" Target="../ink/ink221.xml"/><Relationship Id="rId80" Type="http://schemas.openxmlformats.org/officeDocument/2006/relationships/customXml" Target="../ink/ink202.xml"/><Relationship Id="rId85" Type="http://schemas.openxmlformats.org/officeDocument/2006/relationships/image" Target="../media/image200.png"/><Relationship Id="rId12" Type="http://schemas.openxmlformats.org/officeDocument/2006/relationships/customXml" Target="../ink/ink168.xml"/><Relationship Id="rId17" Type="http://schemas.openxmlformats.org/officeDocument/2006/relationships/image" Target="../media/image167.png"/><Relationship Id="rId33" Type="http://schemas.openxmlformats.org/officeDocument/2006/relationships/image" Target="../media/image174.png"/><Relationship Id="rId38" Type="http://schemas.openxmlformats.org/officeDocument/2006/relationships/customXml" Target="../ink/ink181.xml"/><Relationship Id="rId59" Type="http://schemas.openxmlformats.org/officeDocument/2006/relationships/image" Target="../media/image187.png"/><Relationship Id="rId103" Type="http://schemas.openxmlformats.org/officeDocument/2006/relationships/image" Target="../media/image209.png"/><Relationship Id="rId108" Type="http://schemas.openxmlformats.org/officeDocument/2006/relationships/customXml" Target="../ink/ink216.xml"/><Relationship Id="rId124" Type="http://schemas.openxmlformats.org/officeDocument/2006/relationships/customXml" Target="../ink/ink224.xml"/><Relationship Id="rId129" Type="http://schemas.openxmlformats.org/officeDocument/2006/relationships/image" Target="../media/image222.png"/><Relationship Id="rId54" Type="http://schemas.openxmlformats.org/officeDocument/2006/relationships/customXml" Target="../ink/ink189.xml"/><Relationship Id="rId70" Type="http://schemas.openxmlformats.org/officeDocument/2006/relationships/customXml" Target="../ink/ink197.xml"/><Relationship Id="rId75" Type="http://schemas.openxmlformats.org/officeDocument/2006/relationships/image" Target="../media/image195.png"/><Relationship Id="rId91" Type="http://schemas.openxmlformats.org/officeDocument/2006/relationships/image" Target="../media/image203.png"/><Relationship Id="rId96" Type="http://schemas.openxmlformats.org/officeDocument/2006/relationships/customXml" Target="../ink/ink2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5.xml"/><Relationship Id="rId23" Type="http://schemas.openxmlformats.org/officeDocument/2006/relationships/image" Target="../media/image170.png"/><Relationship Id="rId28" Type="http://schemas.openxmlformats.org/officeDocument/2006/relationships/customXml" Target="../ink/ink176.xml"/><Relationship Id="rId49" Type="http://schemas.openxmlformats.org/officeDocument/2006/relationships/image" Target="../media/image182.png"/><Relationship Id="rId114" Type="http://schemas.openxmlformats.org/officeDocument/2006/relationships/customXml" Target="../ink/ink219.xml"/><Relationship Id="rId119" Type="http://schemas.openxmlformats.org/officeDocument/2006/relationships/image" Target="../media/image217.png"/><Relationship Id="rId44" Type="http://schemas.openxmlformats.org/officeDocument/2006/relationships/customXml" Target="../ink/ink184.xml"/><Relationship Id="rId60" Type="http://schemas.openxmlformats.org/officeDocument/2006/relationships/customXml" Target="../ink/ink192.xml"/><Relationship Id="rId65" Type="http://schemas.openxmlformats.org/officeDocument/2006/relationships/image" Target="../media/image190.png"/><Relationship Id="rId81" Type="http://schemas.openxmlformats.org/officeDocument/2006/relationships/image" Target="../media/image198.png"/><Relationship Id="rId86" Type="http://schemas.openxmlformats.org/officeDocument/2006/relationships/customXml" Target="../ink/ink205.xml"/><Relationship Id="rId130" Type="http://schemas.openxmlformats.org/officeDocument/2006/relationships/customXml" Target="../ink/ink227.xml"/><Relationship Id="rId13" Type="http://schemas.openxmlformats.org/officeDocument/2006/relationships/image" Target="../media/image165.png"/><Relationship Id="rId18" Type="http://schemas.openxmlformats.org/officeDocument/2006/relationships/customXml" Target="../ink/ink171.xml"/><Relationship Id="rId39" Type="http://schemas.openxmlformats.org/officeDocument/2006/relationships/image" Target="../media/image177.png"/><Relationship Id="rId109" Type="http://schemas.openxmlformats.org/officeDocument/2006/relationships/image" Target="../media/image212.png"/><Relationship Id="rId34" Type="http://schemas.openxmlformats.org/officeDocument/2006/relationships/customXml" Target="../ink/ink179.xml"/><Relationship Id="rId50" Type="http://schemas.openxmlformats.org/officeDocument/2006/relationships/customXml" Target="../ink/ink187.xml"/><Relationship Id="rId55" Type="http://schemas.openxmlformats.org/officeDocument/2006/relationships/image" Target="../media/image185.png"/><Relationship Id="rId76" Type="http://schemas.openxmlformats.org/officeDocument/2006/relationships/customXml" Target="../ink/ink200.xml"/><Relationship Id="rId97" Type="http://schemas.openxmlformats.org/officeDocument/2006/relationships/image" Target="../media/image206.png"/><Relationship Id="rId104" Type="http://schemas.openxmlformats.org/officeDocument/2006/relationships/customXml" Target="../ink/ink214.xml"/><Relationship Id="rId120" Type="http://schemas.openxmlformats.org/officeDocument/2006/relationships/customXml" Target="../ink/ink222.xml"/><Relationship Id="rId125" Type="http://schemas.openxmlformats.org/officeDocument/2006/relationships/image" Target="../media/image220.png"/><Relationship Id="rId7" Type="http://schemas.openxmlformats.org/officeDocument/2006/relationships/image" Target="../media/image162.png"/><Relationship Id="rId71" Type="http://schemas.openxmlformats.org/officeDocument/2006/relationships/image" Target="../media/image193.png"/><Relationship Id="rId92" Type="http://schemas.openxmlformats.org/officeDocument/2006/relationships/customXml" Target="../ink/ink208.xml"/><Relationship Id="rId2" Type="http://schemas.openxmlformats.org/officeDocument/2006/relationships/customXml" Target="../ink/ink163.xml"/><Relationship Id="rId29" Type="http://schemas.openxmlformats.org/officeDocument/2006/relationships/image" Target="../media/image172.png"/><Relationship Id="rId24" Type="http://schemas.openxmlformats.org/officeDocument/2006/relationships/customXml" Target="../ink/ink174.xml"/><Relationship Id="rId40" Type="http://schemas.openxmlformats.org/officeDocument/2006/relationships/customXml" Target="../ink/ink182.xml"/><Relationship Id="rId45" Type="http://schemas.openxmlformats.org/officeDocument/2006/relationships/image" Target="../media/image180.png"/><Relationship Id="rId66" Type="http://schemas.openxmlformats.org/officeDocument/2006/relationships/customXml" Target="../ink/ink195.xml"/><Relationship Id="rId87" Type="http://schemas.openxmlformats.org/officeDocument/2006/relationships/image" Target="../media/image201.png"/><Relationship Id="rId110" Type="http://schemas.openxmlformats.org/officeDocument/2006/relationships/customXml" Target="../ink/ink217.xml"/><Relationship Id="rId115" Type="http://schemas.openxmlformats.org/officeDocument/2006/relationships/image" Target="../media/image215.png"/><Relationship Id="rId131" Type="http://schemas.openxmlformats.org/officeDocument/2006/relationships/image" Target="../media/image223.png"/><Relationship Id="rId61" Type="http://schemas.openxmlformats.org/officeDocument/2006/relationships/image" Target="../media/image188.png"/><Relationship Id="rId82" Type="http://schemas.openxmlformats.org/officeDocument/2006/relationships/customXml" Target="../ink/ink203.xml"/><Relationship Id="rId19" Type="http://schemas.openxmlformats.org/officeDocument/2006/relationships/image" Target="../media/image168.png"/><Relationship Id="rId14" Type="http://schemas.openxmlformats.org/officeDocument/2006/relationships/customXml" Target="../ink/ink169.xml"/><Relationship Id="rId30" Type="http://schemas.openxmlformats.org/officeDocument/2006/relationships/customXml" Target="../ink/ink177.xml"/><Relationship Id="rId35" Type="http://schemas.openxmlformats.org/officeDocument/2006/relationships/image" Target="../media/image175.png"/><Relationship Id="rId56" Type="http://schemas.openxmlformats.org/officeDocument/2006/relationships/customXml" Target="../ink/ink190.xml"/><Relationship Id="rId77" Type="http://schemas.openxmlformats.org/officeDocument/2006/relationships/image" Target="../media/image196.png"/><Relationship Id="rId100" Type="http://schemas.openxmlformats.org/officeDocument/2006/relationships/customXml" Target="../ink/ink212.xml"/><Relationship Id="rId105" Type="http://schemas.openxmlformats.org/officeDocument/2006/relationships/image" Target="../media/image210.png"/><Relationship Id="rId126" Type="http://schemas.openxmlformats.org/officeDocument/2006/relationships/customXml" Target="../ink/ink225.xml"/><Relationship Id="rId8" Type="http://schemas.openxmlformats.org/officeDocument/2006/relationships/customXml" Target="../ink/ink166.xml"/><Relationship Id="rId51" Type="http://schemas.openxmlformats.org/officeDocument/2006/relationships/image" Target="../media/image183.png"/><Relationship Id="rId72" Type="http://schemas.openxmlformats.org/officeDocument/2006/relationships/customXml" Target="../ink/ink198.xml"/><Relationship Id="rId93" Type="http://schemas.openxmlformats.org/officeDocument/2006/relationships/image" Target="../media/image204.png"/><Relationship Id="rId98" Type="http://schemas.openxmlformats.org/officeDocument/2006/relationships/customXml" Target="../ink/ink211.xml"/><Relationship Id="rId121" Type="http://schemas.openxmlformats.org/officeDocument/2006/relationships/image" Target="../media/image218.png"/><Relationship Id="rId3" Type="http://schemas.openxmlformats.org/officeDocument/2006/relationships/image" Target="../media/image160.png"/><Relationship Id="rId25" Type="http://schemas.openxmlformats.org/officeDocument/2006/relationships/image" Target="../media/image91.png"/><Relationship Id="rId46" Type="http://schemas.openxmlformats.org/officeDocument/2006/relationships/customXml" Target="../ink/ink185.xml"/><Relationship Id="rId67" Type="http://schemas.openxmlformats.org/officeDocument/2006/relationships/image" Target="../media/image191.png"/><Relationship Id="rId116" Type="http://schemas.openxmlformats.org/officeDocument/2006/relationships/customXml" Target="../ink/ink220.xml"/><Relationship Id="rId20" Type="http://schemas.openxmlformats.org/officeDocument/2006/relationships/customXml" Target="../ink/ink172.xml"/><Relationship Id="rId41" Type="http://schemas.openxmlformats.org/officeDocument/2006/relationships/image" Target="../media/image178.png"/><Relationship Id="rId62" Type="http://schemas.openxmlformats.org/officeDocument/2006/relationships/customXml" Target="../ink/ink193.xml"/><Relationship Id="rId83" Type="http://schemas.openxmlformats.org/officeDocument/2006/relationships/image" Target="../media/image199.png"/><Relationship Id="rId88" Type="http://schemas.openxmlformats.org/officeDocument/2006/relationships/customXml" Target="../ink/ink206.xml"/><Relationship Id="rId111" Type="http://schemas.openxmlformats.org/officeDocument/2006/relationships/image" Target="../media/image213.png"/><Relationship Id="rId132" Type="http://schemas.openxmlformats.org/officeDocument/2006/relationships/customXml" Target="../ink/ink228.xml"/><Relationship Id="rId15" Type="http://schemas.openxmlformats.org/officeDocument/2006/relationships/image" Target="../media/image166.png"/><Relationship Id="rId36" Type="http://schemas.openxmlformats.org/officeDocument/2006/relationships/customXml" Target="../ink/ink180.xml"/><Relationship Id="rId57" Type="http://schemas.openxmlformats.org/officeDocument/2006/relationships/image" Target="../media/image186.png"/><Relationship Id="rId106" Type="http://schemas.openxmlformats.org/officeDocument/2006/relationships/customXml" Target="../ink/ink215.xml"/><Relationship Id="rId127" Type="http://schemas.openxmlformats.org/officeDocument/2006/relationships/image" Target="../media/image221.png"/><Relationship Id="rId10" Type="http://schemas.openxmlformats.org/officeDocument/2006/relationships/customXml" Target="../ink/ink167.xml"/><Relationship Id="rId31" Type="http://schemas.openxmlformats.org/officeDocument/2006/relationships/image" Target="../media/image173.png"/><Relationship Id="rId52" Type="http://schemas.openxmlformats.org/officeDocument/2006/relationships/customXml" Target="../ink/ink188.xml"/><Relationship Id="rId73" Type="http://schemas.openxmlformats.org/officeDocument/2006/relationships/image" Target="../media/image194.png"/><Relationship Id="rId78" Type="http://schemas.openxmlformats.org/officeDocument/2006/relationships/customXml" Target="../ink/ink201.xml"/><Relationship Id="rId94" Type="http://schemas.openxmlformats.org/officeDocument/2006/relationships/customXml" Target="../ink/ink209.xml"/><Relationship Id="rId99" Type="http://schemas.openxmlformats.org/officeDocument/2006/relationships/image" Target="../media/image207.png"/><Relationship Id="rId101" Type="http://schemas.openxmlformats.org/officeDocument/2006/relationships/image" Target="../media/image208.png"/><Relationship Id="rId122" Type="http://schemas.openxmlformats.org/officeDocument/2006/relationships/customXml" Target="../ink/ink223.xml"/><Relationship Id="rId4" Type="http://schemas.openxmlformats.org/officeDocument/2006/relationships/customXml" Target="../ink/ink164.xml"/><Relationship Id="rId9" Type="http://schemas.openxmlformats.org/officeDocument/2006/relationships/image" Target="../media/image163.png"/><Relationship Id="rId26" Type="http://schemas.openxmlformats.org/officeDocument/2006/relationships/customXml" Target="../ink/ink175.xml"/><Relationship Id="rId47" Type="http://schemas.openxmlformats.org/officeDocument/2006/relationships/image" Target="../media/image181.png"/><Relationship Id="rId68" Type="http://schemas.openxmlformats.org/officeDocument/2006/relationships/customXml" Target="../ink/ink196.xml"/><Relationship Id="rId89" Type="http://schemas.openxmlformats.org/officeDocument/2006/relationships/image" Target="../media/image202.png"/><Relationship Id="rId112" Type="http://schemas.openxmlformats.org/officeDocument/2006/relationships/customXml" Target="../ink/ink218.xml"/><Relationship Id="rId133" Type="http://schemas.openxmlformats.org/officeDocument/2006/relationships/image" Target="../media/image224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87.xml"/><Relationship Id="rId21" Type="http://schemas.openxmlformats.org/officeDocument/2006/relationships/image" Target="../media/image234.png"/><Relationship Id="rId42" Type="http://schemas.openxmlformats.org/officeDocument/2006/relationships/customXml" Target="../ink/ink249.xml"/><Relationship Id="rId47" Type="http://schemas.openxmlformats.org/officeDocument/2006/relationships/image" Target="../media/image246.png"/><Relationship Id="rId63" Type="http://schemas.openxmlformats.org/officeDocument/2006/relationships/image" Target="../media/image160.png"/><Relationship Id="rId68" Type="http://schemas.openxmlformats.org/officeDocument/2006/relationships/customXml" Target="../ink/ink262.xml"/><Relationship Id="rId84" Type="http://schemas.openxmlformats.org/officeDocument/2006/relationships/image" Target="../media/image263.png"/><Relationship Id="rId89" Type="http://schemas.openxmlformats.org/officeDocument/2006/relationships/customXml" Target="../ink/ink273.xml"/><Relationship Id="rId112" Type="http://schemas.openxmlformats.org/officeDocument/2006/relationships/image" Target="../media/image277.png"/><Relationship Id="rId16" Type="http://schemas.openxmlformats.org/officeDocument/2006/relationships/customXml" Target="../ink/ink236.xml"/><Relationship Id="rId107" Type="http://schemas.openxmlformats.org/officeDocument/2006/relationships/customXml" Target="../ink/ink282.xml"/><Relationship Id="rId11" Type="http://schemas.openxmlformats.org/officeDocument/2006/relationships/image" Target="../media/image229.png"/><Relationship Id="rId32" Type="http://schemas.openxmlformats.org/officeDocument/2006/relationships/customXml" Target="../ink/ink244.xml"/><Relationship Id="rId37" Type="http://schemas.openxmlformats.org/officeDocument/2006/relationships/image" Target="../media/image242.png"/><Relationship Id="rId53" Type="http://schemas.openxmlformats.org/officeDocument/2006/relationships/image" Target="../media/image249.png"/><Relationship Id="rId58" Type="http://schemas.openxmlformats.org/officeDocument/2006/relationships/customXml" Target="../ink/ink257.xml"/><Relationship Id="rId74" Type="http://schemas.openxmlformats.org/officeDocument/2006/relationships/customXml" Target="../ink/ink265.xml"/><Relationship Id="rId79" Type="http://schemas.openxmlformats.org/officeDocument/2006/relationships/customXml" Target="../ink/ink268.xml"/><Relationship Id="rId102" Type="http://schemas.openxmlformats.org/officeDocument/2006/relationships/image" Target="../media/image272.png"/><Relationship Id="rId123" Type="http://schemas.openxmlformats.org/officeDocument/2006/relationships/customXml" Target="../ink/ink290.xml"/><Relationship Id="rId128" Type="http://schemas.openxmlformats.org/officeDocument/2006/relationships/image" Target="../media/image285.png"/><Relationship Id="rId5" Type="http://schemas.openxmlformats.org/officeDocument/2006/relationships/image" Target="../media/image226.png"/><Relationship Id="rId90" Type="http://schemas.openxmlformats.org/officeDocument/2006/relationships/image" Target="../media/image266.png"/><Relationship Id="rId95" Type="http://schemas.openxmlformats.org/officeDocument/2006/relationships/customXml" Target="../ink/ink276.xml"/><Relationship Id="rId22" Type="http://schemas.openxmlformats.org/officeDocument/2006/relationships/customXml" Target="../ink/ink239.xml"/><Relationship Id="rId27" Type="http://schemas.openxmlformats.org/officeDocument/2006/relationships/image" Target="../media/image237.png"/><Relationship Id="rId43" Type="http://schemas.openxmlformats.org/officeDocument/2006/relationships/image" Target="../media/image91.png"/><Relationship Id="rId48" Type="http://schemas.openxmlformats.org/officeDocument/2006/relationships/customXml" Target="../ink/ink252.xml"/><Relationship Id="rId64" Type="http://schemas.openxmlformats.org/officeDocument/2006/relationships/customXml" Target="../ink/ink260.xml"/><Relationship Id="rId69" Type="http://schemas.openxmlformats.org/officeDocument/2006/relationships/image" Target="../media/image256.png"/><Relationship Id="rId113" Type="http://schemas.openxmlformats.org/officeDocument/2006/relationships/customXml" Target="../ink/ink285.xml"/><Relationship Id="rId118" Type="http://schemas.openxmlformats.org/officeDocument/2006/relationships/image" Target="../media/image280.png"/><Relationship Id="rId80" Type="http://schemas.openxmlformats.org/officeDocument/2006/relationships/image" Target="../media/image261.png"/><Relationship Id="rId85" Type="http://schemas.openxmlformats.org/officeDocument/2006/relationships/customXml" Target="../ink/ink271.xml"/><Relationship Id="rId12" Type="http://schemas.openxmlformats.org/officeDocument/2006/relationships/customXml" Target="../ink/ink234.xml"/><Relationship Id="rId17" Type="http://schemas.openxmlformats.org/officeDocument/2006/relationships/image" Target="../media/image232.png"/><Relationship Id="rId33" Type="http://schemas.openxmlformats.org/officeDocument/2006/relationships/image" Target="../media/image240.png"/><Relationship Id="rId38" Type="http://schemas.openxmlformats.org/officeDocument/2006/relationships/customXml" Target="../ink/ink247.xml"/><Relationship Id="rId59" Type="http://schemas.openxmlformats.org/officeDocument/2006/relationships/image" Target="../media/image252.png"/><Relationship Id="rId103" Type="http://schemas.openxmlformats.org/officeDocument/2006/relationships/customXml" Target="../ink/ink280.xml"/><Relationship Id="rId108" Type="http://schemas.openxmlformats.org/officeDocument/2006/relationships/image" Target="../media/image275.png"/><Relationship Id="rId124" Type="http://schemas.openxmlformats.org/officeDocument/2006/relationships/image" Target="../media/image283.png"/><Relationship Id="rId129" Type="http://schemas.openxmlformats.org/officeDocument/2006/relationships/customXml" Target="../ink/ink293.xml"/><Relationship Id="rId54" Type="http://schemas.openxmlformats.org/officeDocument/2006/relationships/customXml" Target="../ink/ink255.xml"/><Relationship Id="rId70" Type="http://schemas.openxmlformats.org/officeDocument/2006/relationships/customXml" Target="../ink/ink263.xml"/><Relationship Id="rId75" Type="http://schemas.openxmlformats.org/officeDocument/2006/relationships/image" Target="../media/image259.png"/><Relationship Id="rId91" Type="http://schemas.openxmlformats.org/officeDocument/2006/relationships/customXml" Target="../ink/ink274.xml"/><Relationship Id="rId96" Type="http://schemas.openxmlformats.org/officeDocument/2006/relationships/image" Target="../media/image26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1.xml"/><Relationship Id="rId23" Type="http://schemas.openxmlformats.org/officeDocument/2006/relationships/image" Target="../media/image235.png"/><Relationship Id="rId28" Type="http://schemas.openxmlformats.org/officeDocument/2006/relationships/customXml" Target="../ink/ink242.xml"/><Relationship Id="rId49" Type="http://schemas.openxmlformats.org/officeDocument/2006/relationships/image" Target="../media/image247.png"/><Relationship Id="rId114" Type="http://schemas.openxmlformats.org/officeDocument/2006/relationships/image" Target="../media/image278.png"/><Relationship Id="rId119" Type="http://schemas.openxmlformats.org/officeDocument/2006/relationships/customXml" Target="../ink/ink288.xml"/><Relationship Id="rId44" Type="http://schemas.openxmlformats.org/officeDocument/2006/relationships/customXml" Target="../ink/ink250.xml"/><Relationship Id="rId60" Type="http://schemas.openxmlformats.org/officeDocument/2006/relationships/customXml" Target="../ink/ink258.xml"/><Relationship Id="rId65" Type="http://schemas.openxmlformats.org/officeDocument/2006/relationships/image" Target="../media/image254.png"/><Relationship Id="rId81" Type="http://schemas.openxmlformats.org/officeDocument/2006/relationships/customXml" Target="../ink/ink269.xml"/><Relationship Id="rId86" Type="http://schemas.openxmlformats.org/officeDocument/2006/relationships/image" Target="../media/image264.png"/><Relationship Id="rId130" Type="http://schemas.openxmlformats.org/officeDocument/2006/relationships/image" Target="../media/image286.png"/><Relationship Id="rId13" Type="http://schemas.openxmlformats.org/officeDocument/2006/relationships/image" Target="../media/image230.png"/><Relationship Id="rId18" Type="http://schemas.openxmlformats.org/officeDocument/2006/relationships/customXml" Target="../ink/ink237.xml"/><Relationship Id="rId39" Type="http://schemas.openxmlformats.org/officeDocument/2006/relationships/image" Target="../media/image243.png"/><Relationship Id="rId109" Type="http://schemas.openxmlformats.org/officeDocument/2006/relationships/customXml" Target="../ink/ink283.xml"/><Relationship Id="rId34" Type="http://schemas.openxmlformats.org/officeDocument/2006/relationships/customXml" Target="../ink/ink245.xml"/><Relationship Id="rId50" Type="http://schemas.openxmlformats.org/officeDocument/2006/relationships/customXml" Target="../ink/ink253.xml"/><Relationship Id="rId55" Type="http://schemas.openxmlformats.org/officeDocument/2006/relationships/image" Target="../media/image250.png"/><Relationship Id="rId76" Type="http://schemas.openxmlformats.org/officeDocument/2006/relationships/customXml" Target="../ink/ink266.xml"/><Relationship Id="rId97" Type="http://schemas.openxmlformats.org/officeDocument/2006/relationships/customXml" Target="../ink/ink277.xml"/><Relationship Id="rId104" Type="http://schemas.openxmlformats.org/officeDocument/2006/relationships/image" Target="../media/image273.png"/><Relationship Id="rId120" Type="http://schemas.openxmlformats.org/officeDocument/2006/relationships/image" Target="../media/image281.png"/><Relationship Id="rId125" Type="http://schemas.openxmlformats.org/officeDocument/2006/relationships/customXml" Target="../ink/ink291.xml"/><Relationship Id="rId7" Type="http://schemas.openxmlformats.org/officeDocument/2006/relationships/image" Target="../media/image227.png"/><Relationship Id="rId71" Type="http://schemas.openxmlformats.org/officeDocument/2006/relationships/image" Target="../media/image257.png"/><Relationship Id="rId92" Type="http://schemas.openxmlformats.org/officeDocument/2006/relationships/image" Target="../media/image267.png"/><Relationship Id="rId2" Type="http://schemas.openxmlformats.org/officeDocument/2006/relationships/customXml" Target="../ink/ink229.xml"/><Relationship Id="rId29" Type="http://schemas.openxmlformats.org/officeDocument/2006/relationships/image" Target="../media/image238.png"/><Relationship Id="rId24" Type="http://schemas.openxmlformats.org/officeDocument/2006/relationships/customXml" Target="../ink/ink240.xml"/><Relationship Id="rId40" Type="http://schemas.openxmlformats.org/officeDocument/2006/relationships/customXml" Target="../ink/ink248.xml"/><Relationship Id="rId45" Type="http://schemas.openxmlformats.org/officeDocument/2006/relationships/image" Target="../media/image245.png"/><Relationship Id="rId66" Type="http://schemas.openxmlformats.org/officeDocument/2006/relationships/customXml" Target="../ink/ink261.xml"/><Relationship Id="rId87" Type="http://schemas.openxmlformats.org/officeDocument/2006/relationships/customXml" Target="../ink/ink272.xml"/><Relationship Id="rId110" Type="http://schemas.openxmlformats.org/officeDocument/2006/relationships/image" Target="../media/image276.png"/><Relationship Id="rId115" Type="http://schemas.openxmlformats.org/officeDocument/2006/relationships/customXml" Target="../ink/ink286.xml"/><Relationship Id="rId61" Type="http://schemas.openxmlformats.org/officeDocument/2006/relationships/image" Target="../media/image253.png"/><Relationship Id="rId82" Type="http://schemas.openxmlformats.org/officeDocument/2006/relationships/image" Target="../media/image262.png"/><Relationship Id="rId19" Type="http://schemas.openxmlformats.org/officeDocument/2006/relationships/image" Target="../media/image233.png"/><Relationship Id="rId14" Type="http://schemas.openxmlformats.org/officeDocument/2006/relationships/customXml" Target="../ink/ink235.xml"/><Relationship Id="rId30" Type="http://schemas.openxmlformats.org/officeDocument/2006/relationships/customXml" Target="../ink/ink243.xml"/><Relationship Id="rId35" Type="http://schemas.openxmlformats.org/officeDocument/2006/relationships/image" Target="../media/image241.png"/><Relationship Id="rId56" Type="http://schemas.openxmlformats.org/officeDocument/2006/relationships/customXml" Target="../ink/ink256.xml"/><Relationship Id="rId77" Type="http://schemas.openxmlformats.org/officeDocument/2006/relationships/customXml" Target="../ink/ink267.xml"/><Relationship Id="rId100" Type="http://schemas.openxmlformats.org/officeDocument/2006/relationships/image" Target="../media/image271.png"/><Relationship Id="rId105" Type="http://schemas.openxmlformats.org/officeDocument/2006/relationships/customXml" Target="../ink/ink281.xml"/><Relationship Id="rId126" Type="http://schemas.openxmlformats.org/officeDocument/2006/relationships/image" Target="../media/image284.png"/><Relationship Id="rId8" Type="http://schemas.openxmlformats.org/officeDocument/2006/relationships/customXml" Target="../ink/ink232.xml"/><Relationship Id="rId51" Type="http://schemas.openxmlformats.org/officeDocument/2006/relationships/image" Target="../media/image248.png"/><Relationship Id="rId72" Type="http://schemas.openxmlformats.org/officeDocument/2006/relationships/customXml" Target="../ink/ink264.xml"/><Relationship Id="rId93" Type="http://schemas.openxmlformats.org/officeDocument/2006/relationships/customXml" Target="../ink/ink275.xml"/><Relationship Id="rId98" Type="http://schemas.openxmlformats.org/officeDocument/2006/relationships/image" Target="../media/image270.png"/><Relationship Id="rId121" Type="http://schemas.openxmlformats.org/officeDocument/2006/relationships/customXml" Target="../ink/ink289.xml"/><Relationship Id="rId3" Type="http://schemas.openxmlformats.org/officeDocument/2006/relationships/image" Target="../media/image225.png"/><Relationship Id="rId25" Type="http://schemas.openxmlformats.org/officeDocument/2006/relationships/image" Target="../media/image236.png"/><Relationship Id="rId46" Type="http://schemas.openxmlformats.org/officeDocument/2006/relationships/customXml" Target="../ink/ink251.xml"/><Relationship Id="rId67" Type="http://schemas.openxmlformats.org/officeDocument/2006/relationships/image" Target="../media/image255.png"/><Relationship Id="rId116" Type="http://schemas.openxmlformats.org/officeDocument/2006/relationships/image" Target="../media/image279.png"/><Relationship Id="rId20" Type="http://schemas.openxmlformats.org/officeDocument/2006/relationships/customXml" Target="../ink/ink238.xml"/><Relationship Id="rId41" Type="http://schemas.openxmlformats.org/officeDocument/2006/relationships/image" Target="../media/image244.png"/><Relationship Id="rId62" Type="http://schemas.openxmlformats.org/officeDocument/2006/relationships/customXml" Target="../ink/ink259.xml"/><Relationship Id="rId83" Type="http://schemas.openxmlformats.org/officeDocument/2006/relationships/customXml" Target="../ink/ink270.xml"/><Relationship Id="rId88" Type="http://schemas.openxmlformats.org/officeDocument/2006/relationships/image" Target="../media/image265.png"/><Relationship Id="rId111" Type="http://schemas.openxmlformats.org/officeDocument/2006/relationships/customXml" Target="../ink/ink284.xml"/><Relationship Id="rId15" Type="http://schemas.openxmlformats.org/officeDocument/2006/relationships/image" Target="../media/image231.png"/><Relationship Id="rId36" Type="http://schemas.openxmlformats.org/officeDocument/2006/relationships/customXml" Target="../ink/ink246.xml"/><Relationship Id="rId57" Type="http://schemas.openxmlformats.org/officeDocument/2006/relationships/image" Target="../media/image251.png"/><Relationship Id="rId106" Type="http://schemas.openxmlformats.org/officeDocument/2006/relationships/image" Target="../media/image274.png"/><Relationship Id="rId127" Type="http://schemas.openxmlformats.org/officeDocument/2006/relationships/customXml" Target="../ink/ink292.xml"/><Relationship Id="rId10" Type="http://schemas.openxmlformats.org/officeDocument/2006/relationships/customXml" Target="../ink/ink233.xml"/><Relationship Id="rId31" Type="http://schemas.openxmlformats.org/officeDocument/2006/relationships/image" Target="../media/image239.png"/><Relationship Id="rId52" Type="http://schemas.openxmlformats.org/officeDocument/2006/relationships/customXml" Target="../ink/ink254.xml"/><Relationship Id="rId73" Type="http://schemas.openxmlformats.org/officeDocument/2006/relationships/image" Target="../media/image258.png"/><Relationship Id="rId78" Type="http://schemas.openxmlformats.org/officeDocument/2006/relationships/image" Target="../media/image260.png"/><Relationship Id="rId94" Type="http://schemas.openxmlformats.org/officeDocument/2006/relationships/image" Target="../media/image268.png"/><Relationship Id="rId99" Type="http://schemas.openxmlformats.org/officeDocument/2006/relationships/customXml" Target="../ink/ink278.xml"/><Relationship Id="rId101" Type="http://schemas.openxmlformats.org/officeDocument/2006/relationships/customXml" Target="../ink/ink279.xml"/><Relationship Id="rId122" Type="http://schemas.openxmlformats.org/officeDocument/2006/relationships/image" Target="../media/image282.png"/><Relationship Id="rId4" Type="http://schemas.openxmlformats.org/officeDocument/2006/relationships/customXml" Target="../ink/ink230.xml"/><Relationship Id="rId9" Type="http://schemas.openxmlformats.org/officeDocument/2006/relationships/image" Target="../media/image228.png"/><Relationship Id="rId26" Type="http://schemas.openxmlformats.org/officeDocument/2006/relationships/customXml" Target="../ink/ink241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2.png"/><Relationship Id="rId18" Type="http://schemas.openxmlformats.org/officeDocument/2006/relationships/customXml" Target="../ink/ink302.xml"/><Relationship Id="rId26" Type="http://schemas.openxmlformats.org/officeDocument/2006/relationships/customXml" Target="../ink/ink306.xml"/><Relationship Id="rId21" Type="http://schemas.openxmlformats.org/officeDocument/2006/relationships/image" Target="../media/image296.png"/><Relationship Id="rId34" Type="http://schemas.openxmlformats.org/officeDocument/2006/relationships/customXml" Target="../ink/ink310.xml"/><Relationship Id="rId7" Type="http://schemas.openxmlformats.org/officeDocument/2006/relationships/image" Target="../media/image289.png"/><Relationship Id="rId12" Type="http://schemas.openxmlformats.org/officeDocument/2006/relationships/customXml" Target="../ink/ink299.xml"/><Relationship Id="rId17" Type="http://schemas.openxmlformats.org/officeDocument/2006/relationships/image" Target="../media/image294.png"/><Relationship Id="rId25" Type="http://schemas.openxmlformats.org/officeDocument/2006/relationships/image" Target="../media/image298.png"/><Relationship Id="rId33" Type="http://schemas.openxmlformats.org/officeDocument/2006/relationships/image" Target="../media/image302.png"/><Relationship Id="rId2" Type="http://schemas.openxmlformats.org/officeDocument/2006/relationships/customXml" Target="../ink/ink294.xml"/><Relationship Id="rId16" Type="http://schemas.openxmlformats.org/officeDocument/2006/relationships/customXml" Target="../ink/ink301.xml"/><Relationship Id="rId20" Type="http://schemas.openxmlformats.org/officeDocument/2006/relationships/customXml" Target="../ink/ink303.xml"/><Relationship Id="rId29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6.xml"/><Relationship Id="rId11" Type="http://schemas.openxmlformats.org/officeDocument/2006/relationships/image" Target="../media/image291.png"/><Relationship Id="rId24" Type="http://schemas.openxmlformats.org/officeDocument/2006/relationships/customXml" Target="../ink/ink305.xml"/><Relationship Id="rId32" Type="http://schemas.openxmlformats.org/officeDocument/2006/relationships/customXml" Target="../ink/ink309.xml"/><Relationship Id="rId37" Type="http://schemas.openxmlformats.org/officeDocument/2006/relationships/image" Target="../media/image304.png"/><Relationship Id="rId5" Type="http://schemas.openxmlformats.org/officeDocument/2006/relationships/image" Target="../media/image288.png"/><Relationship Id="rId15" Type="http://schemas.openxmlformats.org/officeDocument/2006/relationships/image" Target="../media/image293.png"/><Relationship Id="rId23" Type="http://schemas.openxmlformats.org/officeDocument/2006/relationships/image" Target="../media/image297.png"/><Relationship Id="rId28" Type="http://schemas.openxmlformats.org/officeDocument/2006/relationships/customXml" Target="../ink/ink307.xml"/><Relationship Id="rId36" Type="http://schemas.openxmlformats.org/officeDocument/2006/relationships/customXml" Target="../ink/ink311.xml"/><Relationship Id="rId10" Type="http://schemas.openxmlformats.org/officeDocument/2006/relationships/customXml" Target="../ink/ink298.xml"/><Relationship Id="rId19" Type="http://schemas.openxmlformats.org/officeDocument/2006/relationships/image" Target="../media/image295.png"/><Relationship Id="rId31" Type="http://schemas.openxmlformats.org/officeDocument/2006/relationships/image" Target="../media/image301.png"/><Relationship Id="rId4" Type="http://schemas.openxmlformats.org/officeDocument/2006/relationships/customXml" Target="../ink/ink295.xml"/><Relationship Id="rId9" Type="http://schemas.openxmlformats.org/officeDocument/2006/relationships/image" Target="../media/image290.png"/><Relationship Id="rId14" Type="http://schemas.openxmlformats.org/officeDocument/2006/relationships/customXml" Target="../ink/ink300.xml"/><Relationship Id="rId22" Type="http://schemas.openxmlformats.org/officeDocument/2006/relationships/customXml" Target="../ink/ink304.xml"/><Relationship Id="rId27" Type="http://schemas.openxmlformats.org/officeDocument/2006/relationships/image" Target="../media/image299.png"/><Relationship Id="rId30" Type="http://schemas.openxmlformats.org/officeDocument/2006/relationships/customXml" Target="../ink/ink308.xml"/><Relationship Id="rId35" Type="http://schemas.openxmlformats.org/officeDocument/2006/relationships/image" Target="../media/image303.png"/><Relationship Id="rId8" Type="http://schemas.openxmlformats.org/officeDocument/2006/relationships/customXml" Target="../ink/ink297.xml"/><Relationship Id="rId3" Type="http://schemas.openxmlformats.org/officeDocument/2006/relationships/image" Target="../media/image287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0.png"/><Relationship Id="rId18" Type="http://schemas.openxmlformats.org/officeDocument/2006/relationships/customXml" Target="../ink/ink320.xml"/><Relationship Id="rId26" Type="http://schemas.openxmlformats.org/officeDocument/2006/relationships/customXml" Target="../ink/ink324.xml"/><Relationship Id="rId39" Type="http://schemas.openxmlformats.org/officeDocument/2006/relationships/image" Target="../media/image323.png"/><Relationship Id="rId21" Type="http://schemas.openxmlformats.org/officeDocument/2006/relationships/image" Target="../media/image314.png"/><Relationship Id="rId34" Type="http://schemas.openxmlformats.org/officeDocument/2006/relationships/customXml" Target="../ink/ink328.xml"/><Relationship Id="rId42" Type="http://schemas.openxmlformats.org/officeDocument/2006/relationships/customXml" Target="../ink/ink332.xml"/><Relationship Id="rId47" Type="http://schemas.openxmlformats.org/officeDocument/2006/relationships/image" Target="../media/image327.png"/><Relationship Id="rId50" Type="http://schemas.openxmlformats.org/officeDocument/2006/relationships/customXml" Target="../ink/ink336.xml"/><Relationship Id="rId55" Type="http://schemas.openxmlformats.org/officeDocument/2006/relationships/image" Target="../media/image331.png"/><Relationship Id="rId7" Type="http://schemas.openxmlformats.org/officeDocument/2006/relationships/image" Target="../media/image307.png"/><Relationship Id="rId2" Type="http://schemas.openxmlformats.org/officeDocument/2006/relationships/customXml" Target="../ink/ink312.xml"/><Relationship Id="rId16" Type="http://schemas.openxmlformats.org/officeDocument/2006/relationships/customXml" Target="../ink/ink319.xml"/><Relationship Id="rId29" Type="http://schemas.openxmlformats.org/officeDocument/2006/relationships/image" Target="../media/image318.png"/><Relationship Id="rId11" Type="http://schemas.openxmlformats.org/officeDocument/2006/relationships/image" Target="../media/image309.png"/><Relationship Id="rId24" Type="http://schemas.openxmlformats.org/officeDocument/2006/relationships/customXml" Target="../ink/ink323.xml"/><Relationship Id="rId32" Type="http://schemas.openxmlformats.org/officeDocument/2006/relationships/customXml" Target="../ink/ink327.xml"/><Relationship Id="rId37" Type="http://schemas.openxmlformats.org/officeDocument/2006/relationships/image" Target="../media/image322.png"/><Relationship Id="rId40" Type="http://schemas.openxmlformats.org/officeDocument/2006/relationships/customXml" Target="../ink/ink331.xml"/><Relationship Id="rId45" Type="http://schemas.openxmlformats.org/officeDocument/2006/relationships/image" Target="../media/image326.png"/><Relationship Id="rId53" Type="http://schemas.openxmlformats.org/officeDocument/2006/relationships/image" Target="../media/image330.png"/><Relationship Id="rId58" Type="http://schemas.openxmlformats.org/officeDocument/2006/relationships/customXml" Target="../ink/ink340.xml"/><Relationship Id="rId5" Type="http://schemas.openxmlformats.org/officeDocument/2006/relationships/image" Target="../media/image306.png"/><Relationship Id="rId19" Type="http://schemas.openxmlformats.org/officeDocument/2006/relationships/image" Target="../media/image313.png"/><Relationship Id="rId4" Type="http://schemas.openxmlformats.org/officeDocument/2006/relationships/customXml" Target="../ink/ink313.xml"/><Relationship Id="rId9" Type="http://schemas.openxmlformats.org/officeDocument/2006/relationships/image" Target="../media/image308.png"/><Relationship Id="rId14" Type="http://schemas.openxmlformats.org/officeDocument/2006/relationships/customXml" Target="../ink/ink318.xml"/><Relationship Id="rId22" Type="http://schemas.openxmlformats.org/officeDocument/2006/relationships/customXml" Target="../ink/ink322.xml"/><Relationship Id="rId27" Type="http://schemas.openxmlformats.org/officeDocument/2006/relationships/image" Target="../media/image317.png"/><Relationship Id="rId30" Type="http://schemas.openxmlformats.org/officeDocument/2006/relationships/customXml" Target="../ink/ink326.xml"/><Relationship Id="rId35" Type="http://schemas.openxmlformats.org/officeDocument/2006/relationships/image" Target="../media/image321.png"/><Relationship Id="rId43" Type="http://schemas.openxmlformats.org/officeDocument/2006/relationships/image" Target="../media/image325.png"/><Relationship Id="rId48" Type="http://schemas.openxmlformats.org/officeDocument/2006/relationships/customXml" Target="../ink/ink335.xml"/><Relationship Id="rId56" Type="http://schemas.openxmlformats.org/officeDocument/2006/relationships/customXml" Target="../ink/ink339.xml"/><Relationship Id="rId8" Type="http://schemas.openxmlformats.org/officeDocument/2006/relationships/customXml" Target="../ink/ink315.xml"/><Relationship Id="rId51" Type="http://schemas.openxmlformats.org/officeDocument/2006/relationships/image" Target="../media/image329.png"/><Relationship Id="rId3" Type="http://schemas.openxmlformats.org/officeDocument/2006/relationships/image" Target="../media/image305.png"/><Relationship Id="rId12" Type="http://schemas.openxmlformats.org/officeDocument/2006/relationships/customXml" Target="../ink/ink317.xml"/><Relationship Id="rId17" Type="http://schemas.openxmlformats.org/officeDocument/2006/relationships/image" Target="../media/image312.png"/><Relationship Id="rId25" Type="http://schemas.openxmlformats.org/officeDocument/2006/relationships/image" Target="../media/image316.png"/><Relationship Id="rId33" Type="http://schemas.openxmlformats.org/officeDocument/2006/relationships/image" Target="../media/image320.png"/><Relationship Id="rId38" Type="http://schemas.openxmlformats.org/officeDocument/2006/relationships/customXml" Target="../ink/ink330.xml"/><Relationship Id="rId46" Type="http://schemas.openxmlformats.org/officeDocument/2006/relationships/customXml" Target="../ink/ink334.xml"/><Relationship Id="rId59" Type="http://schemas.openxmlformats.org/officeDocument/2006/relationships/image" Target="../media/image333.png"/><Relationship Id="rId20" Type="http://schemas.openxmlformats.org/officeDocument/2006/relationships/customXml" Target="../ink/ink321.xml"/><Relationship Id="rId41" Type="http://schemas.openxmlformats.org/officeDocument/2006/relationships/image" Target="../media/image324.png"/><Relationship Id="rId54" Type="http://schemas.openxmlformats.org/officeDocument/2006/relationships/customXml" Target="../ink/ink33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14.xml"/><Relationship Id="rId15" Type="http://schemas.openxmlformats.org/officeDocument/2006/relationships/image" Target="../media/image311.png"/><Relationship Id="rId23" Type="http://schemas.openxmlformats.org/officeDocument/2006/relationships/image" Target="../media/image315.png"/><Relationship Id="rId28" Type="http://schemas.openxmlformats.org/officeDocument/2006/relationships/customXml" Target="../ink/ink325.xml"/><Relationship Id="rId36" Type="http://schemas.openxmlformats.org/officeDocument/2006/relationships/customXml" Target="../ink/ink329.xml"/><Relationship Id="rId49" Type="http://schemas.openxmlformats.org/officeDocument/2006/relationships/image" Target="../media/image328.png"/><Relationship Id="rId57" Type="http://schemas.openxmlformats.org/officeDocument/2006/relationships/image" Target="../media/image332.png"/><Relationship Id="rId10" Type="http://schemas.openxmlformats.org/officeDocument/2006/relationships/customXml" Target="../ink/ink316.xml"/><Relationship Id="rId31" Type="http://schemas.openxmlformats.org/officeDocument/2006/relationships/image" Target="../media/image319.png"/><Relationship Id="rId44" Type="http://schemas.openxmlformats.org/officeDocument/2006/relationships/customXml" Target="../ink/ink333.xml"/><Relationship Id="rId52" Type="http://schemas.openxmlformats.org/officeDocument/2006/relationships/customXml" Target="../ink/ink33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46.xml"/><Relationship Id="rId18" Type="http://schemas.openxmlformats.org/officeDocument/2006/relationships/image" Target="../media/image342.png"/><Relationship Id="rId26" Type="http://schemas.openxmlformats.org/officeDocument/2006/relationships/image" Target="../media/image346.png"/><Relationship Id="rId39" Type="http://schemas.openxmlformats.org/officeDocument/2006/relationships/customXml" Target="../ink/ink359.xml"/><Relationship Id="rId21" Type="http://schemas.openxmlformats.org/officeDocument/2006/relationships/customXml" Target="../ink/ink350.xml"/><Relationship Id="rId34" Type="http://schemas.openxmlformats.org/officeDocument/2006/relationships/image" Target="../media/image350.png"/><Relationship Id="rId7" Type="http://schemas.openxmlformats.org/officeDocument/2006/relationships/customXml" Target="../ink/ink343.xml"/><Relationship Id="rId12" Type="http://schemas.openxmlformats.org/officeDocument/2006/relationships/image" Target="../media/image339.png"/><Relationship Id="rId17" Type="http://schemas.openxmlformats.org/officeDocument/2006/relationships/customXml" Target="../ink/ink348.xml"/><Relationship Id="rId25" Type="http://schemas.openxmlformats.org/officeDocument/2006/relationships/customXml" Target="../ink/ink352.xml"/><Relationship Id="rId33" Type="http://schemas.openxmlformats.org/officeDocument/2006/relationships/customXml" Target="../ink/ink356.xml"/><Relationship Id="rId38" Type="http://schemas.openxmlformats.org/officeDocument/2006/relationships/image" Target="../media/image352.png"/><Relationship Id="rId2" Type="http://schemas.openxmlformats.org/officeDocument/2006/relationships/image" Target="../media/image334.png"/><Relationship Id="rId16" Type="http://schemas.openxmlformats.org/officeDocument/2006/relationships/image" Target="../media/image341.png"/><Relationship Id="rId20" Type="http://schemas.openxmlformats.org/officeDocument/2006/relationships/image" Target="../media/image343.png"/><Relationship Id="rId29" Type="http://schemas.openxmlformats.org/officeDocument/2006/relationships/customXml" Target="../ink/ink35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6.png"/><Relationship Id="rId11" Type="http://schemas.openxmlformats.org/officeDocument/2006/relationships/customXml" Target="../ink/ink345.xml"/><Relationship Id="rId24" Type="http://schemas.openxmlformats.org/officeDocument/2006/relationships/image" Target="../media/image345.png"/><Relationship Id="rId32" Type="http://schemas.openxmlformats.org/officeDocument/2006/relationships/image" Target="../media/image349.png"/><Relationship Id="rId37" Type="http://schemas.openxmlformats.org/officeDocument/2006/relationships/customXml" Target="../ink/ink358.xml"/><Relationship Id="rId40" Type="http://schemas.openxmlformats.org/officeDocument/2006/relationships/image" Target="../media/image353.png"/><Relationship Id="rId5" Type="http://schemas.openxmlformats.org/officeDocument/2006/relationships/customXml" Target="../ink/ink342.xml"/><Relationship Id="rId15" Type="http://schemas.openxmlformats.org/officeDocument/2006/relationships/customXml" Target="../ink/ink347.xml"/><Relationship Id="rId23" Type="http://schemas.openxmlformats.org/officeDocument/2006/relationships/customXml" Target="../ink/ink351.xml"/><Relationship Id="rId28" Type="http://schemas.openxmlformats.org/officeDocument/2006/relationships/image" Target="../media/image347.png"/><Relationship Id="rId36" Type="http://schemas.openxmlformats.org/officeDocument/2006/relationships/image" Target="../media/image351.png"/><Relationship Id="rId10" Type="http://schemas.openxmlformats.org/officeDocument/2006/relationships/image" Target="../media/image338.png"/><Relationship Id="rId19" Type="http://schemas.openxmlformats.org/officeDocument/2006/relationships/customXml" Target="../ink/ink349.xml"/><Relationship Id="rId31" Type="http://schemas.openxmlformats.org/officeDocument/2006/relationships/customXml" Target="../ink/ink355.xml"/><Relationship Id="rId4" Type="http://schemas.openxmlformats.org/officeDocument/2006/relationships/image" Target="../media/image335.png"/><Relationship Id="rId9" Type="http://schemas.openxmlformats.org/officeDocument/2006/relationships/customXml" Target="../ink/ink344.xml"/><Relationship Id="rId14" Type="http://schemas.openxmlformats.org/officeDocument/2006/relationships/image" Target="../media/image340.png"/><Relationship Id="rId22" Type="http://schemas.openxmlformats.org/officeDocument/2006/relationships/image" Target="../media/image344.png"/><Relationship Id="rId27" Type="http://schemas.openxmlformats.org/officeDocument/2006/relationships/customXml" Target="../ink/ink353.xml"/><Relationship Id="rId30" Type="http://schemas.openxmlformats.org/officeDocument/2006/relationships/image" Target="../media/image348.png"/><Relationship Id="rId35" Type="http://schemas.openxmlformats.org/officeDocument/2006/relationships/customXml" Target="../ink/ink357.xml"/><Relationship Id="rId8" Type="http://schemas.openxmlformats.org/officeDocument/2006/relationships/image" Target="../media/image337.png"/><Relationship Id="rId3" Type="http://schemas.openxmlformats.org/officeDocument/2006/relationships/customXml" Target="../ink/ink341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5.png"/><Relationship Id="rId117" Type="http://schemas.openxmlformats.org/officeDocument/2006/relationships/image" Target="../media/image409.png"/><Relationship Id="rId21" Type="http://schemas.openxmlformats.org/officeDocument/2006/relationships/customXml" Target="../ink/ink369.xml"/><Relationship Id="rId42" Type="http://schemas.openxmlformats.org/officeDocument/2006/relationships/image" Target="../media/image373.png"/><Relationship Id="rId47" Type="http://schemas.openxmlformats.org/officeDocument/2006/relationships/customXml" Target="../ink/ink382.xml"/><Relationship Id="rId63" Type="http://schemas.openxmlformats.org/officeDocument/2006/relationships/image" Target="../media/image382.png"/><Relationship Id="rId68" Type="http://schemas.openxmlformats.org/officeDocument/2006/relationships/customXml" Target="../ink/ink393.xml"/><Relationship Id="rId84" Type="http://schemas.openxmlformats.org/officeDocument/2006/relationships/customXml" Target="../ink/ink401.xml"/><Relationship Id="rId89" Type="http://schemas.openxmlformats.org/officeDocument/2006/relationships/image" Target="../media/image395.png"/><Relationship Id="rId112" Type="http://schemas.openxmlformats.org/officeDocument/2006/relationships/customXml" Target="../ink/ink415.xml"/><Relationship Id="rId16" Type="http://schemas.openxmlformats.org/officeDocument/2006/relationships/image" Target="../media/image361.png"/><Relationship Id="rId107" Type="http://schemas.openxmlformats.org/officeDocument/2006/relationships/image" Target="../media/image404.png"/><Relationship Id="rId11" Type="http://schemas.openxmlformats.org/officeDocument/2006/relationships/customXml" Target="../ink/ink364.xml"/><Relationship Id="rId32" Type="http://schemas.openxmlformats.org/officeDocument/2006/relationships/image" Target="../media/image368.png"/><Relationship Id="rId37" Type="http://schemas.openxmlformats.org/officeDocument/2006/relationships/customXml" Target="../ink/ink377.xml"/><Relationship Id="rId53" Type="http://schemas.openxmlformats.org/officeDocument/2006/relationships/image" Target="../media/image377.png"/><Relationship Id="rId58" Type="http://schemas.openxmlformats.org/officeDocument/2006/relationships/customXml" Target="../ink/ink388.xml"/><Relationship Id="rId74" Type="http://schemas.openxmlformats.org/officeDocument/2006/relationships/customXml" Target="../ink/ink396.xml"/><Relationship Id="rId79" Type="http://schemas.openxmlformats.org/officeDocument/2006/relationships/image" Target="../media/image390.png"/><Relationship Id="rId102" Type="http://schemas.openxmlformats.org/officeDocument/2006/relationships/customXml" Target="../ink/ink410.xml"/><Relationship Id="rId5" Type="http://schemas.openxmlformats.org/officeDocument/2006/relationships/customXml" Target="../ink/ink361.xml"/><Relationship Id="rId90" Type="http://schemas.openxmlformats.org/officeDocument/2006/relationships/customXml" Target="../ink/ink404.xml"/><Relationship Id="rId95" Type="http://schemas.openxmlformats.org/officeDocument/2006/relationships/image" Target="../media/image398.png"/><Relationship Id="rId22" Type="http://schemas.openxmlformats.org/officeDocument/2006/relationships/image" Target="../media/image363.png"/><Relationship Id="rId27" Type="http://schemas.openxmlformats.org/officeDocument/2006/relationships/customXml" Target="../ink/ink372.xml"/><Relationship Id="rId43" Type="http://schemas.openxmlformats.org/officeDocument/2006/relationships/customXml" Target="../ink/ink380.xml"/><Relationship Id="rId48" Type="http://schemas.openxmlformats.org/officeDocument/2006/relationships/image" Target="../media/image375.png"/><Relationship Id="rId64" Type="http://schemas.openxmlformats.org/officeDocument/2006/relationships/customXml" Target="../ink/ink391.xml"/><Relationship Id="rId69" Type="http://schemas.openxmlformats.org/officeDocument/2006/relationships/image" Target="../media/image385.png"/><Relationship Id="rId113" Type="http://schemas.openxmlformats.org/officeDocument/2006/relationships/image" Target="../media/image407.png"/><Relationship Id="rId118" Type="http://schemas.openxmlformats.org/officeDocument/2006/relationships/customXml" Target="../ink/ink418.xml"/><Relationship Id="rId80" Type="http://schemas.openxmlformats.org/officeDocument/2006/relationships/customXml" Target="../ink/ink399.xml"/><Relationship Id="rId85" Type="http://schemas.openxmlformats.org/officeDocument/2006/relationships/image" Target="../media/image393.png"/><Relationship Id="rId12" Type="http://schemas.openxmlformats.org/officeDocument/2006/relationships/image" Target="../media/image359.png"/><Relationship Id="rId17" Type="http://schemas.openxmlformats.org/officeDocument/2006/relationships/customXml" Target="../ink/ink367.xml"/><Relationship Id="rId33" Type="http://schemas.openxmlformats.org/officeDocument/2006/relationships/customXml" Target="../ink/ink375.xml"/><Relationship Id="rId38" Type="http://schemas.openxmlformats.org/officeDocument/2006/relationships/image" Target="../media/image371.png"/><Relationship Id="rId59" Type="http://schemas.openxmlformats.org/officeDocument/2006/relationships/image" Target="../media/image380.png"/><Relationship Id="rId103" Type="http://schemas.openxmlformats.org/officeDocument/2006/relationships/image" Target="../media/image402.png"/><Relationship Id="rId108" Type="http://schemas.openxmlformats.org/officeDocument/2006/relationships/customXml" Target="../ink/ink413.xml"/><Relationship Id="rId54" Type="http://schemas.openxmlformats.org/officeDocument/2006/relationships/customXml" Target="../ink/ink386.xml"/><Relationship Id="rId70" Type="http://schemas.openxmlformats.org/officeDocument/2006/relationships/customXml" Target="../ink/ink394.xml"/><Relationship Id="rId75" Type="http://schemas.openxmlformats.org/officeDocument/2006/relationships/image" Target="../media/image388.png"/><Relationship Id="rId91" Type="http://schemas.openxmlformats.org/officeDocument/2006/relationships/image" Target="../media/image396.png"/><Relationship Id="rId96" Type="http://schemas.openxmlformats.org/officeDocument/2006/relationships/customXml" Target="../ink/ink40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6.png"/><Relationship Id="rId23" Type="http://schemas.openxmlformats.org/officeDocument/2006/relationships/customXml" Target="../ink/ink370.xml"/><Relationship Id="rId28" Type="http://schemas.openxmlformats.org/officeDocument/2006/relationships/image" Target="../media/image366.png"/><Relationship Id="rId49" Type="http://schemas.openxmlformats.org/officeDocument/2006/relationships/customXml" Target="../ink/ink383.xml"/><Relationship Id="rId114" Type="http://schemas.openxmlformats.org/officeDocument/2006/relationships/customXml" Target="../ink/ink416.xml"/><Relationship Id="rId119" Type="http://schemas.openxmlformats.org/officeDocument/2006/relationships/image" Target="../media/image410.png"/><Relationship Id="rId44" Type="http://schemas.openxmlformats.org/officeDocument/2006/relationships/image" Target="../media/image160.png"/><Relationship Id="rId60" Type="http://schemas.openxmlformats.org/officeDocument/2006/relationships/customXml" Target="../ink/ink389.xml"/><Relationship Id="rId65" Type="http://schemas.openxmlformats.org/officeDocument/2006/relationships/image" Target="../media/image383.png"/><Relationship Id="rId81" Type="http://schemas.openxmlformats.org/officeDocument/2006/relationships/image" Target="../media/image391.png"/><Relationship Id="rId86" Type="http://schemas.openxmlformats.org/officeDocument/2006/relationships/customXml" Target="../ink/ink402.xml"/><Relationship Id="rId4" Type="http://schemas.openxmlformats.org/officeDocument/2006/relationships/image" Target="../media/image355.png"/><Relationship Id="rId9" Type="http://schemas.openxmlformats.org/officeDocument/2006/relationships/customXml" Target="../ink/ink363.xml"/><Relationship Id="rId13" Type="http://schemas.openxmlformats.org/officeDocument/2006/relationships/customXml" Target="../ink/ink365.xml"/><Relationship Id="rId18" Type="http://schemas.openxmlformats.org/officeDocument/2006/relationships/image" Target="../media/image91.png"/><Relationship Id="rId39" Type="http://schemas.openxmlformats.org/officeDocument/2006/relationships/customXml" Target="../ink/ink378.xml"/><Relationship Id="rId109" Type="http://schemas.openxmlformats.org/officeDocument/2006/relationships/image" Target="../media/image405.png"/><Relationship Id="rId34" Type="http://schemas.openxmlformats.org/officeDocument/2006/relationships/image" Target="../media/image369.png"/><Relationship Id="rId50" Type="http://schemas.openxmlformats.org/officeDocument/2006/relationships/image" Target="../media/image376.png"/><Relationship Id="rId55" Type="http://schemas.openxmlformats.org/officeDocument/2006/relationships/image" Target="../media/image378.png"/><Relationship Id="rId76" Type="http://schemas.openxmlformats.org/officeDocument/2006/relationships/customXml" Target="../ink/ink397.xml"/><Relationship Id="rId97" Type="http://schemas.openxmlformats.org/officeDocument/2006/relationships/image" Target="../media/image399.png"/><Relationship Id="rId104" Type="http://schemas.openxmlformats.org/officeDocument/2006/relationships/customXml" Target="../ink/ink411.xml"/><Relationship Id="rId120" Type="http://schemas.openxmlformats.org/officeDocument/2006/relationships/customXml" Target="../ink/ink419.xml"/><Relationship Id="rId7" Type="http://schemas.openxmlformats.org/officeDocument/2006/relationships/customXml" Target="../ink/ink362.xml"/><Relationship Id="rId71" Type="http://schemas.openxmlformats.org/officeDocument/2006/relationships/image" Target="../media/image386.png"/><Relationship Id="rId92" Type="http://schemas.openxmlformats.org/officeDocument/2006/relationships/customXml" Target="../ink/ink405.xml"/><Relationship Id="rId2" Type="http://schemas.openxmlformats.org/officeDocument/2006/relationships/image" Target="../media/image354.png"/><Relationship Id="rId29" Type="http://schemas.openxmlformats.org/officeDocument/2006/relationships/customXml" Target="../ink/ink373.xml"/><Relationship Id="rId24" Type="http://schemas.openxmlformats.org/officeDocument/2006/relationships/image" Target="../media/image364.png"/><Relationship Id="rId40" Type="http://schemas.openxmlformats.org/officeDocument/2006/relationships/image" Target="../media/image372.png"/><Relationship Id="rId45" Type="http://schemas.openxmlformats.org/officeDocument/2006/relationships/customXml" Target="../ink/ink381.xml"/><Relationship Id="rId66" Type="http://schemas.openxmlformats.org/officeDocument/2006/relationships/customXml" Target="../ink/ink392.xml"/><Relationship Id="rId87" Type="http://schemas.openxmlformats.org/officeDocument/2006/relationships/image" Target="../media/image394.png"/><Relationship Id="rId110" Type="http://schemas.openxmlformats.org/officeDocument/2006/relationships/customXml" Target="../ink/ink414.xml"/><Relationship Id="rId115" Type="http://schemas.openxmlformats.org/officeDocument/2006/relationships/image" Target="../media/image408.png"/><Relationship Id="rId61" Type="http://schemas.openxmlformats.org/officeDocument/2006/relationships/image" Target="../media/image381.png"/><Relationship Id="rId82" Type="http://schemas.openxmlformats.org/officeDocument/2006/relationships/customXml" Target="../ink/ink400.xml"/><Relationship Id="rId19" Type="http://schemas.openxmlformats.org/officeDocument/2006/relationships/customXml" Target="../ink/ink368.xml"/><Relationship Id="rId14" Type="http://schemas.openxmlformats.org/officeDocument/2006/relationships/image" Target="../media/image360.png"/><Relationship Id="rId30" Type="http://schemas.openxmlformats.org/officeDocument/2006/relationships/image" Target="../media/image367.png"/><Relationship Id="rId35" Type="http://schemas.openxmlformats.org/officeDocument/2006/relationships/customXml" Target="../ink/ink376.xml"/><Relationship Id="rId56" Type="http://schemas.openxmlformats.org/officeDocument/2006/relationships/customXml" Target="../ink/ink387.xml"/><Relationship Id="rId77" Type="http://schemas.openxmlformats.org/officeDocument/2006/relationships/image" Target="../media/image389.png"/><Relationship Id="rId100" Type="http://schemas.openxmlformats.org/officeDocument/2006/relationships/customXml" Target="../ink/ink409.xml"/><Relationship Id="rId105" Type="http://schemas.openxmlformats.org/officeDocument/2006/relationships/image" Target="../media/image403.png"/><Relationship Id="rId8" Type="http://schemas.openxmlformats.org/officeDocument/2006/relationships/image" Target="../media/image357.png"/><Relationship Id="rId51" Type="http://schemas.openxmlformats.org/officeDocument/2006/relationships/customXml" Target="../ink/ink384.xml"/><Relationship Id="rId72" Type="http://schemas.openxmlformats.org/officeDocument/2006/relationships/customXml" Target="../ink/ink395.xml"/><Relationship Id="rId93" Type="http://schemas.openxmlformats.org/officeDocument/2006/relationships/image" Target="../media/image397.png"/><Relationship Id="rId98" Type="http://schemas.openxmlformats.org/officeDocument/2006/relationships/customXml" Target="../ink/ink408.xml"/><Relationship Id="rId121" Type="http://schemas.openxmlformats.org/officeDocument/2006/relationships/image" Target="../media/image411.png"/><Relationship Id="rId3" Type="http://schemas.openxmlformats.org/officeDocument/2006/relationships/customXml" Target="../ink/ink360.xml"/><Relationship Id="rId25" Type="http://schemas.openxmlformats.org/officeDocument/2006/relationships/customXml" Target="../ink/ink371.xml"/><Relationship Id="rId46" Type="http://schemas.openxmlformats.org/officeDocument/2006/relationships/image" Target="../media/image374.png"/><Relationship Id="rId67" Type="http://schemas.openxmlformats.org/officeDocument/2006/relationships/image" Target="../media/image384.png"/><Relationship Id="rId116" Type="http://schemas.openxmlformats.org/officeDocument/2006/relationships/customXml" Target="../ink/ink417.xml"/><Relationship Id="rId20" Type="http://schemas.openxmlformats.org/officeDocument/2006/relationships/image" Target="../media/image362.png"/><Relationship Id="rId41" Type="http://schemas.openxmlformats.org/officeDocument/2006/relationships/customXml" Target="../ink/ink379.xml"/><Relationship Id="rId62" Type="http://schemas.openxmlformats.org/officeDocument/2006/relationships/customXml" Target="../ink/ink390.xml"/><Relationship Id="rId83" Type="http://schemas.openxmlformats.org/officeDocument/2006/relationships/image" Target="../media/image392.png"/><Relationship Id="rId88" Type="http://schemas.openxmlformats.org/officeDocument/2006/relationships/customXml" Target="../ink/ink403.xml"/><Relationship Id="rId111" Type="http://schemas.openxmlformats.org/officeDocument/2006/relationships/image" Target="../media/image406.png"/><Relationship Id="rId15" Type="http://schemas.openxmlformats.org/officeDocument/2006/relationships/customXml" Target="../ink/ink366.xml"/><Relationship Id="rId36" Type="http://schemas.openxmlformats.org/officeDocument/2006/relationships/image" Target="../media/image370.png"/><Relationship Id="rId57" Type="http://schemas.openxmlformats.org/officeDocument/2006/relationships/image" Target="../media/image379.png"/><Relationship Id="rId106" Type="http://schemas.openxmlformats.org/officeDocument/2006/relationships/customXml" Target="../ink/ink412.xml"/><Relationship Id="rId10" Type="http://schemas.openxmlformats.org/officeDocument/2006/relationships/image" Target="../media/image358.png"/><Relationship Id="rId31" Type="http://schemas.openxmlformats.org/officeDocument/2006/relationships/customXml" Target="../ink/ink374.xml"/><Relationship Id="rId52" Type="http://schemas.openxmlformats.org/officeDocument/2006/relationships/customXml" Target="../ink/ink385.xml"/><Relationship Id="rId73" Type="http://schemas.openxmlformats.org/officeDocument/2006/relationships/image" Target="../media/image387.png"/><Relationship Id="rId78" Type="http://schemas.openxmlformats.org/officeDocument/2006/relationships/customXml" Target="../ink/ink398.xml"/><Relationship Id="rId94" Type="http://schemas.openxmlformats.org/officeDocument/2006/relationships/customXml" Target="../ink/ink406.xml"/><Relationship Id="rId99" Type="http://schemas.openxmlformats.org/officeDocument/2006/relationships/image" Target="../media/image400.png"/><Relationship Id="rId101" Type="http://schemas.openxmlformats.org/officeDocument/2006/relationships/image" Target="../media/image401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32.xml"/><Relationship Id="rId117" Type="http://schemas.openxmlformats.org/officeDocument/2006/relationships/image" Target="../media/image91.png"/><Relationship Id="rId21" Type="http://schemas.openxmlformats.org/officeDocument/2006/relationships/image" Target="../media/image421.png"/><Relationship Id="rId42" Type="http://schemas.openxmlformats.org/officeDocument/2006/relationships/customXml" Target="../ink/ink440.xml"/><Relationship Id="rId47" Type="http://schemas.openxmlformats.org/officeDocument/2006/relationships/image" Target="../media/image434.png"/><Relationship Id="rId63" Type="http://schemas.openxmlformats.org/officeDocument/2006/relationships/image" Target="../media/image442.png"/><Relationship Id="rId68" Type="http://schemas.openxmlformats.org/officeDocument/2006/relationships/customXml" Target="../ink/ink453.xml"/><Relationship Id="rId84" Type="http://schemas.openxmlformats.org/officeDocument/2006/relationships/customXml" Target="../ink/ink461.xml"/><Relationship Id="rId89" Type="http://schemas.openxmlformats.org/officeDocument/2006/relationships/image" Target="../media/image455.png"/><Relationship Id="rId112" Type="http://schemas.openxmlformats.org/officeDocument/2006/relationships/customXml" Target="../ink/ink475.xml"/><Relationship Id="rId16" Type="http://schemas.openxmlformats.org/officeDocument/2006/relationships/customXml" Target="../ink/ink427.xml"/><Relationship Id="rId107" Type="http://schemas.openxmlformats.org/officeDocument/2006/relationships/image" Target="../media/image463.png"/><Relationship Id="rId11" Type="http://schemas.openxmlformats.org/officeDocument/2006/relationships/image" Target="../media/image416.png"/><Relationship Id="rId32" Type="http://schemas.openxmlformats.org/officeDocument/2006/relationships/customXml" Target="../ink/ink435.xml"/><Relationship Id="rId37" Type="http://schemas.openxmlformats.org/officeDocument/2006/relationships/image" Target="../media/image429.png"/><Relationship Id="rId53" Type="http://schemas.openxmlformats.org/officeDocument/2006/relationships/image" Target="../media/image437.png"/><Relationship Id="rId58" Type="http://schemas.openxmlformats.org/officeDocument/2006/relationships/customXml" Target="../ink/ink448.xml"/><Relationship Id="rId74" Type="http://schemas.openxmlformats.org/officeDocument/2006/relationships/customXml" Target="../ink/ink456.xml"/><Relationship Id="rId79" Type="http://schemas.openxmlformats.org/officeDocument/2006/relationships/image" Target="../media/image450.png"/><Relationship Id="rId102" Type="http://schemas.openxmlformats.org/officeDocument/2006/relationships/customXml" Target="../ink/ink470.xml"/><Relationship Id="rId123" Type="http://schemas.openxmlformats.org/officeDocument/2006/relationships/image" Target="../media/image470.png"/><Relationship Id="rId5" Type="http://schemas.openxmlformats.org/officeDocument/2006/relationships/image" Target="../media/image413.png"/><Relationship Id="rId90" Type="http://schemas.openxmlformats.org/officeDocument/2006/relationships/customXml" Target="../ink/ink464.xml"/><Relationship Id="rId95" Type="http://schemas.openxmlformats.org/officeDocument/2006/relationships/image" Target="../media/image458.png"/><Relationship Id="rId22" Type="http://schemas.openxmlformats.org/officeDocument/2006/relationships/customXml" Target="../ink/ink430.xml"/><Relationship Id="rId27" Type="http://schemas.openxmlformats.org/officeDocument/2006/relationships/image" Target="../media/image424.png"/><Relationship Id="rId43" Type="http://schemas.openxmlformats.org/officeDocument/2006/relationships/image" Target="../media/image432.png"/><Relationship Id="rId48" Type="http://schemas.openxmlformats.org/officeDocument/2006/relationships/customXml" Target="../ink/ink443.xml"/><Relationship Id="rId64" Type="http://schemas.openxmlformats.org/officeDocument/2006/relationships/customXml" Target="../ink/ink451.xml"/><Relationship Id="rId69" Type="http://schemas.openxmlformats.org/officeDocument/2006/relationships/image" Target="../media/image445.png"/><Relationship Id="rId113" Type="http://schemas.openxmlformats.org/officeDocument/2006/relationships/image" Target="../media/image466.png"/><Relationship Id="rId118" Type="http://schemas.openxmlformats.org/officeDocument/2006/relationships/customXml" Target="../ink/ink478.xml"/><Relationship Id="rId80" Type="http://schemas.openxmlformats.org/officeDocument/2006/relationships/customXml" Target="../ink/ink459.xml"/><Relationship Id="rId85" Type="http://schemas.openxmlformats.org/officeDocument/2006/relationships/image" Target="../media/image453.png"/><Relationship Id="rId12" Type="http://schemas.openxmlformats.org/officeDocument/2006/relationships/customXml" Target="../ink/ink425.xml"/><Relationship Id="rId17" Type="http://schemas.openxmlformats.org/officeDocument/2006/relationships/image" Target="../media/image419.png"/><Relationship Id="rId33" Type="http://schemas.openxmlformats.org/officeDocument/2006/relationships/image" Target="../media/image427.png"/><Relationship Id="rId38" Type="http://schemas.openxmlformats.org/officeDocument/2006/relationships/customXml" Target="../ink/ink438.xml"/><Relationship Id="rId59" Type="http://schemas.openxmlformats.org/officeDocument/2006/relationships/image" Target="../media/image440.png"/><Relationship Id="rId103" Type="http://schemas.openxmlformats.org/officeDocument/2006/relationships/image" Target="../media/image462.png"/><Relationship Id="rId108" Type="http://schemas.openxmlformats.org/officeDocument/2006/relationships/customXml" Target="../ink/ink473.xml"/><Relationship Id="rId124" Type="http://schemas.openxmlformats.org/officeDocument/2006/relationships/customXml" Target="../ink/ink481.xml"/><Relationship Id="rId54" Type="http://schemas.openxmlformats.org/officeDocument/2006/relationships/customXml" Target="../ink/ink446.xml"/><Relationship Id="rId70" Type="http://schemas.openxmlformats.org/officeDocument/2006/relationships/customXml" Target="../ink/ink454.xml"/><Relationship Id="rId75" Type="http://schemas.openxmlformats.org/officeDocument/2006/relationships/image" Target="../media/image448.png"/><Relationship Id="rId91" Type="http://schemas.openxmlformats.org/officeDocument/2006/relationships/image" Target="../media/image456.png"/><Relationship Id="rId96" Type="http://schemas.openxmlformats.org/officeDocument/2006/relationships/customXml" Target="../ink/ink46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22.xml"/><Relationship Id="rId23" Type="http://schemas.openxmlformats.org/officeDocument/2006/relationships/image" Target="../media/image422.png"/><Relationship Id="rId28" Type="http://schemas.openxmlformats.org/officeDocument/2006/relationships/customXml" Target="../ink/ink433.xml"/><Relationship Id="rId49" Type="http://schemas.openxmlformats.org/officeDocument/2006/relationships/image" Target="../media/image435.png"/><Relationship Id="rId114" Type="http://schemas.openxmlformats.org/officeDocument/2006/relationships/customXml" Target="../ink/ink476.xml"/><Relationship Id="rId119" Type="http://schemas.openxmlformats.org/officeDocument/2006/relationships/image" Target="../media/image468.png"/><Relationship Id="rId44" Type="http://schemas.openxmlformats.org/officeDocument/2006/relationships/customXml" Target="../ink/ink441.xml"/><Relationship Id="rId60" Type="http://schemas.openxmlformats.org/officeDocument/2006/relationships/customXml" Target="../ink/ink449.xml"/><Relationship Id="rId65" Type="http://schemas.openxmlformats.org/officeDocument/2006/relationships/image" Target="../media/image443.png"/><Relationship Id="rId81" Type="http://schemas.openxmlformats.org/officeDocument/2006/relationships/image" Target="../media/image451.png"/><Relationship Id="rId86" Type="http://schemas.openxmlformats.org/officeDocument/2006/relationships/customXml" Target="../ink/ink462.xml"/><Relationship Id="rId13" Type="http://schemas.openxmlformats.org/officeDocument/2006/relationships/image" Target="../media/image417.png"/><Relationship Id="rId18" Type="http://schemas.openxmlformats.org/officeDocument/2006/relationships/customXml" Target="../ink/ink428.xml"/><Relationship Id="rId39" Type="http://schemas.openxmlformats.org/officeDocument/2006/relationships/image" Target="../media/image430.png"/><Relationship Id="rId109" Type="http://schemas.openxmlformats.org/officeDocument/2006/relationships/image" Target="../media/image464.png"/><Relationship Id="rId34" Type="http://schemas.openxmlformats.org/officeDocument/2006/relationships/customXml" Target="../ink/ink436.xml"/><Relationship Id="rId50" Type="http://schemas.openxmlformats.org/officeDocument/2006/relationships/customXml" Target="../ink/ink444.xml"/><Relationship Id="rId55" Type="http://schemas.openxmlformats.org/officeDocument/2006/relationships/image" Target="../media/image438.png"/><Relationship Id="rId76" Type="http://schemas.openxmlformats.org/officeDocument/2006/relationships/customXml" Target="../ink/ink457.xml"/><Relationship Id="rId97" Type="http://schemas.openxmlformats.org/officeDocument/2006/relationships/image" Target="../media/image459.png"/><Relationship Id="rId104" Type="http://schemas.openxmlformats.org/officeDocument/2006/relationships/customXml" Target="../ink/ink471.xml"/><Relationship Id="rId120" Type="http://schemas.openxmlformats.org/officeDocument/2006/relationships/customXml" Target="../ink/ink479.xml"/><Relationship Id="rId125" Type="http://schemas.openxmlformats.org/officeDocument/2006/relationships/image" Target="../media/image471.png"/><Relationship Id="rId7" Type="http://schemas.openxmlformats.org/officeDocument/2006/relationships/image" Target="../media/image414.png"/><Relationship Id="rId71" Type="http://schemas.openxmlformats.org/officeDocument/2006/relationships/image" Target="../media/image446.png"/><Relationship Id="rId92" Type="http://schemas.openxmlformats.org/officeDocument/2006/relationships/customXml" Target="../ink/ink465.xml"/><Relationship Id="rId2" Type="http://schemas.openxmlformats.org/officeDocument/2006/relationships/customXml" Target="../ink/ink420.xml"/><Relationship Id="rId29" Type="http://schemas.openxmlformats.org/officeDocument/2006/relationships/image" Target="../media/image425.png"/><Relationship Id="rId24" Type="http://schemas.openxmlformats.org/officeDocument/2006/relationships/customXml" Target="../ink/ink431.xml"/><Relationship Id="rId40" Type="http://schemas.openxmlformats.org/officeDocument/2006/relationships/customXml" Target="../ink/ink439.xml"/><Relationship Id="rId45" Type="http://schemas.openxmlformats.org/officeDocument/2006/relationships/image" Target="../media/image433.png"/><Relationship Id="rId66" Type="http://schemas.openxmlformats.org/officeDocument/2006/relationships/customXml" Target="../ink/ink452.xml"/><Relationship Id="rId87" Type="http://schemas.openxmlformats.org/officeDocument/2006/relationships/image" Target="../media/image454.png"/><Relationship Id="rId110" Type="http://schemas.openxmlformats.org/officeDocument/2006/relationships/customXml" Target="../ink/ink474.xml"/><Relationship Id="rId115" Type="http://schemas.openxmlformats.org/officeDocument/2006/relationships/image" Target="../media/image467.png"/><Relationship Id="rId61" Type="http://schemas.openxmlformats.org/officeDocument/2006/relationships/image" Target="../media/image441.png"/><Relationship Id="rId82" Type="http://schemas.openxmlformats.org/officeDocument/2006/relationships/customXml" Target="../ink/ink460.xml"/><Relationship Id="rId19" Type="http://schemas.openxmlformats.org/officeDocument/2006/relationships/image" Target="../media/image420.png"/><Relationship Id="rId14" Type="http://schemas.openxmlformats.org/officeDocument/2006/relationships/customXml" Target="../ink/ink426.xml"/><Relationship Id="rId30" Type="http://schemas.openxmlformats.org/officeDocument/2006/relationships/customXml" Target="../ink/ink434.xml"/><Relationship Id="rId35" Type="http://schemas.openxmlformats.org/officeDocument/2006/relationships/image" Target="../media/image428.png"/><Relationship Id="rId56" Type="http://schemas.openxmlformats.org/officeDocument/2006/relationships/customXml" Target="../ink/ink447.xml"/><Relationship Id="rId77" Type="http://schemas.openxmlformats.org/officeDocument/2006/relationships/image" Target="../media/image449.png"/><Relationship Id="rId100" Type="http://schemas.openxmlformats.org/officeDocument/2006/relationships/customXml" Target="../ink/ink469.xml"/><Relationship Id="rId105" Type="http://schemas.openxmlformats.org/officeDocument/2006/relationships/image" Target="../media/image160.png"/><Relationship Id="rId126" Type="http://schemas.openxmlformats.org/officeDocument/2006/relationships/customXml" Target="../ink/ink482.xml"/><Relationship Id="rId8" Type="http://schemas.openxmlformats.org/officeDocument/2006/relationships/customXml" Target="../ink/ink423.xml"/><Relationship Id="rId51" Type="http://schemas.openxmlformats.org/officeDocument/2006/relationships/image" Target="../media/image436.png"/><Relationship Id="rId72" Type="http://schemas.openxmlformats.org/officeDocument/2006/relationships/customXml" Target="../ink/ink455.xml"/><Relationship Id="rId93" Type="http://schemas.openxmlformats.org/officeDocument/2006/relationships/image" Target="../media/image457.png"/><Relationship Id="rId98" Type="http://schemas.openxmlformats.org/officeDocument/2006/relationships/customXml" Target="../ink/ink468.xml"/><Relationship Id="rId121" Type="http://schemas.openxmlformats.org/officeDocument/2006/relationships/image" Target="../media/image469.png"/><Relationship Id="rId3" Type="http://schemas.openxmlformats.org/officeDocument/2006/relationships/image" Target="../media/image412.png"/><Relationship Id="rId25" Type="http://schemas.openxmlformats.org/officeDocument/2006/relationships/image" Target="../media/image423.png"/><Relationship Id="rId46" Type="http://schemas.openxmlformats.org/officeDocument/2006/relationships/customXml" Target="../ink/ink442.xml"/><Relationship Id="rId67" Type="http://schemas.openxmlformats.org/officeDocument/2006/relationships/image" Target="../media/image444.png"/><Relationship Id="rId116" Type="http://schemas.openxmlformats.org/officeDocument/2006/relationships/customXml" Target="../ink/ink477.xml"/><Relationship Id="rId20" Type="http://schemas.openxmlformats.org/officeDocument/2006/relationships/customXml" Target="../ink/ink429.xml"/><Relationship Id="rId41" Type="http://schemas.openxmlformats.org/officeDocument/2006/relationships/image" Target="../media/image431.png"/><Relationship Id="rId62" Type="http://schemas.openxmlformats.org/officeDocument/2006/relationships/customXml" Target="../ink/ink450.xml"/><Relationship Id="rId83" Type="http://schemas.openxmlformats.org/officeDocument/2006/relationships/image" Target="../media/image452.png"/><Relationship Id="rId88" Type="http://schemas.openxmlformats.org/officeDocument/2006/relationships/customXml" Target="../ink/ink463.xml"/><Relationship Id="rId111" Type="http://schemas.openxmlformats.org/officeDocument/2006/relationships/image" Target="../media/image465.png"/><Relationship Id="rId15" Type="http://schemas.openxmlformats.org/officeDocument/2006/relationships/image" Target="../media/image418.png"/><Relationship Id="rId36" Type="http://schemas.openxmlformats.org/officeDocument/2006/relationships/customXml" Target="../ink/ink437.xml"/><Relationship Id="rId57" Type="http://schemas.openxmlformats.org/officeDocument/2006/relationships/image" Target="../media/image439.png"/><Relationship Id="rId106" Type="http://schemas.openxmlformats.org/officeDocument/2006/relationships/customXml" Target="../ink/ink472.xml"/><Relationship Id="rId127" Type="http://schemas.openxmlformats.org/officeDocument/2006/relationships/image" Target="../media/image472.png"/><Relationship Id="rId10" Type="http://schemas.openxmlformats.org/officeDocument/2006/relationships/customXml" Target="../ink/ink424.xml"/><Relationship Id="rId31" Type="http://schemas.openxmlformats.org/officeDocument/2006/relationships/image" Target="../media/image426.png"/><Relationship Id="rId52" Type="http://schemas.openxmlformats.org/officeDocument/2006/relationships/customXml" Target="../ink/ink445.xml"/><Relationship Id="rId73" Type="http://schemas.openxmlformats.org/officeDocument/2006/relationships/image" Target="../media/image447.png"/><Relationship Id="rId78" Type="http://schemas.openxmlformats.org/officeDocument/2006/relationships/customXml" Target="../ink/ink458.xml"/><Relationship Id="rId94" Type="http://schemas.openxmlformats.org/officeDocument/2006/relationships/customXml" Target="../ink/ink466.xml"/><Relationship Id="rId99" Type="http://schemas.openxmlformats.org/officeDocument/2006/relationships/image" Target="../media/image460.png"/><Relationship Id="rId101" Type="http://schemas.openxmlformats.org/officeDocument/2006/relationships/image" Target="../media/image461.png"/><Relationship Id="rId122" Type="http://schemas.openxmlformats.org/officeDocument/2006/relationships/customXml" Target="../ink/ink480.xml"/><Relationship Id="rId4" Type="http://schemas.openxmlformats.org/officeDocument/2006/relationships/customXml" Target="../ink/ink421.xml"/><Relationship Id="rId9" Type="http://schemas.openxmlformats.org/officeDocument/2006/relationships/image" Target="../media/image415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95.xml"/><Relationship Id="rId117" Type="http://schemas.openxmlformats.org/officeDocument/2006/relationships/image" Target="../media/image528.png"/><Relationship Id="rId21" Type="http://schemas.openxmlformats.org/officeDocument/2006/relationships/image" Target="../media/image482.png"/><Relationship Id="rId42" Type="http://schemas.openxmlformats.org/officeDocument/2006/relationships/customXml" Target="../ink/ink503.xml"/><Relationship Id="rId47" Type="http://schemas.openxmlformats.org/officeDocument/2006/relationships/image" Target="../media/image495.png"/><Relationship Id="rId63" Type="http://schemas.openxmlformats.org/officeDocument/2006/relationships/image" Target="../media/image503.png"/><Relationship Id="rId68" Type="http://schemas.openxmlformats.org/officeDocument/2006/relationships/customXml" Target="../ink/ink516.xml"/><Relationship Id="rId84" Type="http://schemas.openxmlformats.org/officeDocument/2006/relationships/customXml" Target="../ink/ink524.xml"/><Relationship Id="rId89" Type="http://schemas.openxmlformats.org/officeDocument/2006/relationships/image" Target="../media/image515.png"/><Relationship Id="rId112" Type="http://schemas.openxmlformats.org/officeDocument/2006/relationships/customXml" Target="../ink/ink538.xml"/><Relationship Id="rId16" Type="http://schemas.openxmlformats.org/officeDocument/2006/relationships/customXml" Target="../ink/ink490.xml"/><Relationship Id="rId107" Type="http://schemas.openxmlformats.org/officeDocument/2006/relationships/image" Target="../media/image523.png"/><Relationship Id="rId11" Type="http://schemas.openxmlformats.org/officeDocument/2006/relationships/image" Target="../media/image477.png"/><Relationship Id="rId32" Type="http://schemas.openxmlformats.org/officeDocument/2006/relationships/customXml" Target="../ink/ink498.xml"/><Relationship Id="rId37" Type="http://schemas.openxmlformats.org/officeDocument/2006/relationships/image" Target="../media/image490.png"/><Relationship Id="rId53" Type="http://schemas.openxmlformats.org/officeDocument/2006/relationships/image" Target="../media/image498.png"/><Relationship Id="rId58" Type="http://schemas.openxmlformats.org/officeDocument/2006/relationships/customXml" Target="../ink/ink511.xml"/><Relationship Id="rId74" Type="http://schemas.openxmlformats.org/officeDocument/2006/relationships/customXml" Target="../ink/ink519.xml"/><Relationship Id="rId79" Type="http://schemas.openxmlformats.org/officeDocument/2006/relationships/image" Target="../media/image511.png"/><Relationship Id="rId102" Type="http://schemas.openxmlformats.org/officeDocument/2006/relationships/customXml" Target="../ink/ink533.xml"/><Relationship Id="rId5" Type="http://schemas.openxmlformats.org/officeDocument/2006/relationships/image" Target="../media/image474.png"/><Relationship Id="rId90" Type="http://schemas.openxmlformats.org/officeDocument/2006/relationships/customXml" Target="../ink/ink527.xml"/><Relationship Id="rId95" Type="http://schemas.openxmlformats.org/officeDocument/2006/relationships/image" Target="../media/image518.png"/><Relationship Id="rId22" Type="http://schemas.openxmlformats.org/officeDocument/2006/relationships/customXml" Target="../ink/ink493.xml"/><Relationship Id="rId27" Type="http://schemas.openxmlformats.org/officeDocument/2006/relationships/image" Target="../media/image485.png"/><Relationship Id="rId43" Type="http://schemas.openxmlformats.org/officeDocument/2006/relationships/image" Target="../media/image493.png"/><Relationship Id="rId48" Type="http://schemas.openxmlformats.org/officeDocument/2006/relationships/customXml" Target="../ink/ink506.xml"/><Relationship Id="rId64" Type="http://schemas.openxmlformats.org/officeDocument/2006/relationships/customXml" Target="../ink/ink514.xml"/><Relationship Id="rId69" Type="http://schemas.openxmlformats.org/officeDocument/2006/relationships/image" Target="../media/image506.png"/><Relationship Id="rId113" Type="http://schemas.openxmlformats.org/officeDocument/2006/relationships/image" Target="../media/image526.png"/><Relationship Id="rId118" Type="http://schemas.openxmlformats.org/officeDocument/2006/relationships/customXml" Target="../ink/ink541.xml"/><Relationship Id="rId80" Type="http://schemas.openxmlformats.org/officeDocument/2006/relationships/customXml" Target="../ink/ink522.xml"/><Relationship Id="rId85" Type="http://schemas.openxmlformats.org/officeDocument/2006/relationships/image" Target="../media/image514.png"/><Relationship Id="rId12" Type="http://schemas.openxmlformats.org/officeDocument/2006/relationships/customXml" Target="../ink/ink488.xml"/><Relationship Id="rId17" Type="http://schemas.openxmlformats.org/officeDocument/2006/relationships/image" Target="../media/image480.png"/><Relationship Id="rId33" Type="http://schemas.openxmlformats.org/officeDocument/2006/relationships/image" Target="../media/image488.png"/><Relationship Id="rId38" Type="http://schemas.openxmlformats.org/officeDocument/2006/relationships/customXml" Target="../ink/ink501.xml"/><Relationship Id="rId59" Type="http://schemas.openxmlformats.org/officeDocument/2006/relationships/image" Target="../media/image501.png"/><Relationship Id="rId103" Type="http://schemas.openxmlformats.org/officeDocument/2006/relationships/image" Target="../media/image521.png"/><Relationship Id="rId108" Type="http://schemas.openxmlformats.org/officeDocument/2006/relationships/customXml" Target="../ink/ink536.xml"/><Relationship Id="rId54" Type="http://schemas.openxmlformats.org/officeDocument/2006/relationships/customXml" Target="../ink/ink509.xml"/><Relationship Id="rId70" Type="http://schemas.openxmlformats.org/officeDocument/2006/relationships/customXml" Target="../ink/ink517.xml"/><Relationship Id="rId75" Type="http://schemas.openxmlformats.org/officeDocument/2006/relationships/image" Target="../media/image509.png"/><Relationship Id="rId91" Type="http://schemas.openxmlformats.org/officeDocument/2006/relationships/image" Target="../media/image516.png"/><Relationship Id="rId96" Type="http://schemas.openxmlformats.org/officeDocument/2006/relationships/customXml" Target="../ink/ink53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5.xml"/><Relationship Id="rId23" Type="http://schemas.openxmlformats.org/officeDocument/2006/relationships/image" Target="../media/image483.png"/><Relationship Id="rId28" Type="http://schemas.openxmlformats.org/officeDocument/2006/relationships/customXml" Target="../ink/ink496.xml"/><Relationship Id="rId49" Type="http://schemas.openxmlformats.org/officeDocument/2006/relationships/image" Target="../media/image496.png"/><Relationship Id="rId114" Type="http://schemas.openxmlformats.org/officeDocument/2006/relationships/customXml" Target="../ink/ink539.xml"/><Relationship Id="rId119" Type="http://schemas.openxmlformats.org/officeDocument/2006/relationships/image" Target="../media/image529.png"/><Relationship Id="rId10" Type="http://schemas.openxmlformats.org/officeDocument/2006/relationships/customXml" Target="../ink/ink487.xml"/><Relationship Id="rId31" Type="http://schemas.openxmlformats.org/officeDocument/2006/relationships/image" Target="../media/image487.png"/><Relationship Id="rId44" Type="http://schemas.openxmlformats.org/officeDocument/2006/relationships/customXml" Target="../ink/ink504.xml"/><Relationship Id="rId52" Type="http://schemas.openxmlformats.org/officeDocument/2006/relationships/customXml" Target="../ink/ink508.xml"/><Relationship Id="rId60" Type="http://schemas.openxmlformats.org/officeDocument/2006/relationships/customXml" Target="../ink/ink512.xml"/><Relationship Id="rId65" Type="http://schemas.openxmlformats.org/officeDocument/2006/relationships/image" Target="../media/image504.png"/><Relationship Id="rId73" Type="http://schemas.openxmlformats.org/officeDocument/2006/relationships/image" Target="../media/image508.png"/><Relationship Id="rId78" Type="http://schemas.openxmlformats.org/officeDocument/2006/relationships/customXml" Target="../ink/ink521.xml"/><Relationship Id="rId81" Type="http://schemas.openxmlformats.org/officeDocument/2006/relationships/image" Target="../media/image512.png"/><Relationship Id="rId86" Type="http://schemas.openxmlformats.org/officeDocument/2006/relationships/customXml" Target="../ink/ink525.xml"/><Relationship Id="rId94" Type="http://schemas.openxmlformats.org/officeDocument/2006/relationships/customXml" Target="../ink/ink529.xml"/><Relationship Id="rId99" Type="http://schemas.openxmlformats.org/officeDocument/2006/relationships/image" Target="../media/image520.png"/><Relationship Id="rId101" Type="http://schemas.openxmlformats.org/officeDocument/2006/relationships/image" Target="../media/image91.png"/><Relationship Id="rId4" Type="http://schemas.openxmlformats.org/officeDocument/2006/relationships/customXml" Target="../ink/ink484.xml"/><Relationship Id="rId9" Type="http://schemas.openxmlformats.org/officeDocument/2006/relationships/image" Target="../media/image476.png"/><Relationship Id="rId13" Type="http://schemas.openxmlformats.org/officeDocument/2006/relationships/image" Target="../media/image478.png"/><Relationship Id="rId18" Type="http://schemas.openxmlformats.org/officeDocument/2006/relationships/customXml" Target="../ink/ink491.xml"/><Relationship Id="rId39" Type="http://schemas.openxmlformats.org/officeDocument/2006/relationships/image" Target="../media/image491.png"/><Relationship Id="rId109" Type="http://schemas.openxmlformats.org/officeDocument/2006/relationships/image" Target="../media/image524.png"/><Relationship Id="rId34" Type="http://schemas.openxmlformats.org/officeDocument/2006/relationships/customXml" Target="../ink/ink499.xml"/><Relationship Id="rId50" Type="http://schemas.openxmlformats.org/officeDocument/2006/relationships/customXml" Target="../ink/ink507.xml"/><Relationship Id="rId55" Type="http://schemas.openxmlformats.org/officeDocument/2006/relationships/image" Target="../media/image499.png"/><Relationship Id="rId76" Type="http://schemas.openxmlformats.org/officeDocument/2006/relationships/customXml" Target="../ink/ink520.xml"/><Relationship Id="rId97" Type="http://schemas.openxmlformats.org/officeDocument/2006/relationships/image" Target="../media/image519.png"/><Relationship Id="rId104" Type="http://schemas.openxmlformats.org/officeDocument/2006/relationships/customXml" Target="../ink/ink534.xml"/><Relationship Id="rId7" Type="http://schemas.openxmlformats.org/officeDocument/2006/relationships/image" Target="../media/image475.png"/><Relationship Id="rId71" Type="http://schemas.openxmlformats.org/officeDocument/2006/relationships/image" Target="../media/image507.png"/><Relationship Id="rId92" Type="http://schemas.openxmlformats.org/officeDocument/2006/relationships/customXml" Target="../ink/ink528.xml"/><Relationship Id="rId2" Type="http://schemas.openxmlformats.org/officeDocument/2006/relationships/customXml" Target="../ink/ink483.xml"/><Relationship Id="rId29" Type="http://schemas.openxmlformats.org/officeDocument/2006/relationships/image" Target="../media/image486.png"/><Relationship Id="rId24" Type="http://schemas.openxmlformats.org/officeDocument/2006/relationships/customXml" Target="../ink/ink494.xml"/><Relationship Id="rId40" Type="http://schemas.openxmlformats.org/officeDocument/2006/relationships/customXml" Target="../ink/ink502.xml"/><Relationship Id="rId45" Type="http://schemas.openxmlformats.org/officeDocument/2006/relationships/image" Target="../media/image494.png"/><Relationship Id="rId66" Type="http://schemas.openxmlformats.org/officeDocument/2006/relationships/customXml" Target="../ink/ink515.xml"/><Relationship Id="rId87" Type="http://schemas.openxmlformats.org/officeDocument/2006/relationships/image" Target="../media/image160.png"/><Relationship Id="rId110" Type="http://schemas.openxmlformats.org/officeDocument/2006/relationships/customXml" Target="../ink/ink537.xml"/><Relationship Id="rId115" Type="http://schemas.openxmlformats.org/officeDocument/2006/relationships/image" Target="../media/image527.png"/><Relationship Id="rId61" Type="http://schemas.openxmlformats.org/officeDocument/2006/relationships/image" Target="../media/image502.png"/><Relationship Id="rId82" Type="http://schemas.openxmlformats.org/officeDocument/2006/relationships/customXml" Target="../ink/ink523.xml"/><Relationship Id="rId19" Type="http://schemas.openxmlformats.org/officeDocument/2006/relationships/image" Target="../media/image481.png"/><Relationship Id="rId14" Type="http://schemas.openxmlformats.org/officeDocument/2006/relationships/customXml" Target="../ink/ink489.xml"/><Relationship Id="rId30" Type="http://schemas.openxmlformats.org/officeDocument/2006/relationships/customXml" Target="../ink/ink497.xml"/><Relationship Id="rId35" Type="http://schemas.openxmlformats.org/officeDocument/2006/relationships/image" Target="../media/image489.png"/><Relationship Id="rId56" Type="http://schemas.openxmlformats.org/officeDocument/2006/relationships/customXml" Target="../ink/ink510.xml"/><Relationship Id="rId77" Type="http://schemas.openxmlformats.org/officeDocument/2006/relationships/image" Target="../media/image510.png"/><Relationship Id="rId100" Type="http://schemas.openxmlformats.org/officeDocument/2006/relationships/customXml" Target="../ink/ink532.xml"/><Relationship Id="rId105" Type="http://schemas.openxmlformats.org/officeDocument/2006/relationships/image" Target="../media/image522.png"/><Relationship Id="rId8" Type="http://schemas.openxmlformats.org/officeDocument/2006/relationships/customXml" Target="../ink/ink486.xml"/><Relationship Id="rId51" Type="http://schemas.openxmlformats.org/officeDocument/2006/relationships/image" Target="../media/image497.png"/><Relationship Id="rId72" Type="http://schemas.openxmlformats.org/officeDocument/2006/relationships/customXml" Target="../ink/ink518.xml"/><Relationship Id="rId93" Type="http://schemas.openxmlformats.org/officeDocument/2006/relationships/image" Target="../media/image517.png"/><Relationship Id="rId98" Type="http://schemas.openxmlformats.org/officeDocument/2006/relationships/customXml" Target="../ink/ink531.xml"/><Relationship Id="rId3" Type="http://schemas.openxmlformats.org/officeDocument/2006/relationships/image" Target="../media/image473.png"/><Relationship Id="rId25" Type="http://schemas.openxmlformats.org/officeDocument/2006/relationships/image" Target="../media/image484.png"/><Relationship Id="rId46" Type="http://schemas.openxmlformats.org/officeDocument/2006/relationships/customXml" Target="../ink/ink505.xml"/><Relationship Id="rId67" Type="http://schemas.openxmlformats.org/officeDocument/2006/relationships/image" Target="../media/image505.png"/><Relationship Id="rId116" Type="http://schemas.openxmlformats.org/officeDocument/2006/relationships/customXml" Target="../ink/ink540.xml"/><Relationship Id="rId20" Type="http://schemas.openxmlformats.org/officeDocument/2006/relationships/customXml" Target="../ink/ink492.xml"/><Relationship Id="rId41" Type="http://schemas.openxmlformats.org/officeDocument/2006/relationships/image" Target="../media/image492.png"/><Relationship Id="rId62" Type="http://schemas.openxmlformats.org/officeDocument/2006/relationships/customXml" Target="../ink/ink513.xml"/><Relationship Id="rId83" Type="http://schemas.openxmlformats.org/officeDocument/2006/relationships/image" Target="../media/image513.png"/><Relationship Id="rId88" Type="http://schemas.openxmlformats.org/officeDocument/2006/relationships/customXml" Target="../ink/ink526.xml"/><Relationship Id="rId111" Type="http://schemas.openxmlformats.org/officeDocument/2006/relationships/image" Target="../media/image525.png"/><Relationship Id="rId15" Type="http://schemas.openxmlformats.org/officeDocument/2006/relationships/image" Target="../media/image479.png"/><Relationship Id="rId36" Type="http://schemas.openxmlformats.org/officeDocument/2006/relationships/customXml" Target="../ink/ink500.xml"/><Relationship Id="rId57" Type="http://schemas.openxmlformats.org/officeDocument/2006/relationships/image" Target="../media/image500.png"/><Relationship Id="rId106" Type="http://schemas.openxmlformats.org/officeDocument/2006/relationships/customXml" Target="../ink/ink535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41.png"/><Relationship Id="rId21" Type="http://schemas.openxmlformats.org/officeDocument/2006/relationships/customXml" Target="../ink/ink551.xml"/><Relationship Id="rId42" Type="http://schemas.openxmlformats.org/officeDocument/2006/relationships/image" Target="../media/image549.png"/><Relationship Id="rId47" Type="http://schemas.openxmlformats.org/officeDocument/2006/relationships/customXml" Target="../ink/ink564.xml"/><Relationship Id="rId63" Type="http://schemas.openxmlformats.org/officeDocument/2006/relationships/customXml" Target="../ink/ink572.xml"/><Relationship Id="rId68" Type="http://schemas.openxmlformats.org/officeDocument/2006/relationships/image" Target="../media/image562.png"/><Relationship Id="rId84" Type="http://schemas.openxmlformats.org/officeDocument/2006/relationships/image" Target="../media/image570.png"/><Relationship Id="rId89" Type="http://schemas.openxmlformats.org/officeDocument/2006/relationships/customXml" Target="../ink/ink585.xml"/><Relationship Id="rId16" Type="http://schemas.openxmlformats.org/officeDocument/2006/relationships/image" Target="../media/image536.png"/><Relationship Id="rId11" Type="http://schemas.openxmlformats.org/officeDocument/2006/relationships/customXml" Target="../ink/ink546.xml"/><Relationship Id="rId32" Type="http://schemas.openxmlformats.org/officeDocument/2006/relationships/image" Target="../media/image544.png"/><Relationship Id="rId37" Type="http://schemas.openxmlformats.org/officeDocument/2006/relationships/customXml" Target="../ink/ink559.xml"/><Relationship Id="rId53" Type="http://schemas.openxmlformats.org/officeDocument/2006/relationships/customXml" Target="../ink/ink567.xml"/><Relationship Id="rId58" Type="http://schemas.openxmlformats.org/officeDocument/2006/relationships/image" Target="../media/image557.png"/><Relationship Id="rId74" Type="http://schemas.openxmlformats.org/officeDocument/2006/relationships/image" Target="../media/image565.png"/><Relationship Id="rId79" Type="http://schemas.openxmlformats.org/officeDocument/2006/relationships/customXml" Target="../ink/ink580.xml"/><Relationship Id="rId5" Type="http://schemas.openxmlformats.org/officeDocument/2006/relationships/customXml" Target="../ink/ink543.xml"/><Relationship Id="rId90" Type="http://schemas.openxmlformats.org/officeDocument/2006/relationships/image" Target="../media/image91.png"/><Relationship Id="rId14" Type="http://schemas.openxmlformats.org/officeDocument/2006/relationships/image" Target="../media/image535.png"/><Relationship Id="rId22" Type="http://schemas.openxmlformats.org/officeDocument/2006/relationships/image" Target="../media/image539.png"/><Relationship Id="rId27" Type="http://schemas.openxmlformats.org/officeDocument/2006/relationships/customXml" Target="../ink/ink554.xml"/><Relationship Id="rId30" Type="http://schemas.openxmlformats.org/officeDocument/2006/relationships/image" Target="../media/image543.png"/><Relationship Id="rId35" Type="http://schemas.openxmlformats.org/officeDocument/2006/relationships/customXml" Target="../ink/ink558.xml"/><Relationship Id="rId43" Type="http://schemas.openxmlformats.org/officeDocument/2006/relationships/customXml" Target="../ink/ink562.xml"/><Relationship Id="rId48" Type="http://schemas.openxmlformats.org/officeDocument/2006/relationships/image" Target="../media/image552.png"/><Relationship Id="rId56" Type="http://schemas.openxmlformats.org/officeDocument/2006/relationships/image" Target="../media/image556.png"/><Relationship Id="rId64" Type="http://schemas.openxmlformats.org/officeDocument/2006/relationships/image" Target="../media/image560.png"/><Relationship Id="rId69" Type="http://schemas.openxmlformats.org/officeDocument/2006/relationships/customXml" Target="../ink/ink575.xml"/><Relationship Id="rId77" Type="http://schemas.openxmlformats.org/officeDocument/2006/relationships/customXml" Target="../ink/ink579.xml"/><Relationship Id="rId8" Type="http://schemas.openxmlformats.org/officeDocument/2006/relationships/image" Target="../media/image532.png"/><Relationship Id="rId51" Type="http://schemas.openxmlformats.org/officeDocument/2006/relationships/customXml" Target="../ink/ink566.xml"/><Relationship Id="rId72" Type="http://schemas.openxmlformats.org/officeDocument/2006/relationships/image" Target="../media/image564.png"/><Relationship Id="rId80" Type="http://schemas.openxmlformats.org/officeDocument/2006/relationships/image" Target="../media/image568.png"/><Relationship Id="rId85" Type="http://schemas.openxmlformats.org/officeDocument/2006/relationships/customXml" Target="../ink/ink583.xml"/><Relationship Id="rId3" Type="http://schemas.openxmlformats.org/officeDocument/2006/relationships/customXml" Target="../ink/ink542.xml"/><Relationship Id="rId12" Type="http://schemas.openxmlformats.org/officeDocument/2006/relationships/image" Target="../media/image534.png"/><Relationship Id="rId17" Type="http://schemas.openxmlformats.org/officeDocument/2006/relationships/customXml" Target="../ink/ink549.xml"/><Relationship Id="rId25" Type="http://schemas.openxmlformats.org/officeDocument/2006/relationships/customXml" Target="../ink/ink553.xml"/><Relationship Id="rId33" Type="http://schemas.openxmlformats.org/officeDocument/2006/relationships/customXml" Target="../ink/ink557.xml"/><Relationship Id="rId38" Type="http://schemas.openxmlformats.org/officeDocument/2006/relationships/image" Target="../media/image547.png"/><Relationship Id="rId46" Type="http://schemas.openxmlformats.org/officeDocument/2006/relationships/image" Target="../media/image551.png"/><Relationship Id="rId59" Type="http://schemas.openxmlformats.org/officeDocument/2006/relationships/customXml" Target="../ink/ink570.xml"/><Relationship Id="rId67" Type="http://schemas.openxmlformats.org/officeDocument/2006/relationships/customXml" Target="../ink/ink574.xml"/><Relationship Id="rId20" Type="http://schemas.openxmlformats.org/officeDocument/2006/relationships/image" Target="../media/image538.png"/><Relationship Id="rId41" Type="http://schemas.openxmlformats.org/officeDocument/2006/relationships/customXml" Target="../ink/ink561.xml"/><Relationship Id="rId54" Type="http://schemas.openxmlformats.org/officeDocument/2006/relationships/image" Target="../media/image555.png"/><Relationship Id="rId62" Type="http://schemas.openxmlformats.org/officeDocument/2006/relationships/image" Target="../media/image559.png"/><Relationship Id="rId70" Type="http://schemas.openxmlformats.org/officeDocument/2006/relationships/image" Target="../media/image563.png"/><Relationship Id="rId75" Type="http://schemas.openxmlformats.org/officeDocument/2006/relationships/customXml" Target="../ink/ink578.xml"/><Relationship Id="rId83" Type="http://schemas.openxmlformats.org/officeDocument/2006/relationships/customXml" Target="../ink/ink582.xml"/><Relationship Id="rId88" Type="http://schemas.openxmlformats.org/officeDocument/2006/relationships/image" Target="../media/image5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png"/><Relationship Id="rId15" Type="http://schemas.openxmlformats.org/officeDocument/2006/relationships/customXml" Target="../ink/ink548.xml"/><Relationship Id="rId23" Type="http://schemas.openxmlformats.org/officeDocument/2006/relationships/customXml" Target="../ink/ink552.xml"/><Relationship Id="rId28" Type="http://schemas.openxmlformats.org/officeDocument/2006/relationships/image" Target="../media/image542.png"/><Relationship Id="rId36" Type="http://schemas.openxmlformats.org/officeDocument/2006/relationships/image" Target="../media/image546.png"/><Relationship Id="rId49" Type="http://schemas.openxmlformats.org/officeDocument/2006/relationships/customXml" Target="../ink/ink565.xml"/><Relationship Id="rId57" Type="http://schemas.openxmlformats.org/officeDocument/2006/relationships/customXml" Target="../ink/ink569.xml"/><Relationship Id="rId10" Type="http://schemas.openxmlformats.org/officeDocument/2006/relationships/image" Target="../media/image533.png"/><Relationship Id="rId31" Type="http://schemas.openxmlformats.org/officeDocument/2006/relationships/customXml" Target="../ink/ink556.xml"/><Relationship Id="rId44" Type="http://schemas.openxmlformats.org/officeDocument/2006/relationships/image" Target="../media/image550.png"/><Relationship Id="rId52" Type="http://schemas.openxmlformats.org/officeDocument/2006/relationships/image" Target="../media/image554.png"/><Relationship Id="rId60" Type="http://schemas.openxmlformats.org/officeDocument/2006/relationships/image" Target="../media/image558.png"/><Relationship Id="rId65" Type="http://schemas.openxmlformats.org/officeDocument/2006/relationships/customXml" Target="../ink/ink573.xml"/><Relationship Id="rId73" Type="http://schemas.openxmlformats.org/officeDocument/2006/relationships/customXml" Target="../ink/ink577.xml"/><Relationship Id="rId78" Type="http://schemas.openxmlformats.org/officeDocument/2006/relationships/image" Target="../media/image567.png"/><Relationship Id="rId81" Type="http://schemas.openxmlformats.org/officeDocument/2006/relationships/customXml" Target="../ink/ink581.xml"/><Relationship Id="rId86" Type="http://schemas.openxmlformats.org/officeDocument/2006/relationships/image" Target="../media/image571.png"/><Relationship Id="rId4" Type="http://schemas.openxmlformats.org/officeDocument/2006/relationships/image" Target="../media/image531.png"/><Relationship Id="rId9" Type="http://schemas.openxmlformats.org/officeDocument/2006/relationships/customXml" Target="../ink/ink545.xml"/><Relationship Id="rId13" Type="http://schemas.openxmlformats.org/officeDocument/2006/relationships/customXml" Target="../ink/ink547.xml"/><Relationship Id="rId18" Type="http://schemas.openxmlformats.org/officeDocument/2006/relationships/image" Target="../media/image537.png"/><Relationship Id="rId39" Type="http://schemas.openxmlformats.org/officeDocument/2006/relationships/customXml" Target="../ink/ink560.xml"/><Relationship Id="rId34" Type="http://schemas.openxmlformats.org/officeDocument/2006/relationships/image" Target="../media/image545.png"/><Relationship Id="rId50" Type="http://schemas.openxmlformats.org/officeDocument/2006/relationships/image" Target="../media/image553.png"/><Relationship Id="rId55" Type="http://schemas.openxmlformats.org/officeDocument/2006/relationships/customXml" Target="../ink/ink568.xml"/><Relationship Id="rId76" Type="http://schemas.openxmlformats.org/officeDocument/2006/relationships/image" Target="../media/image566.png"/><Relationship Id="rId7" Type="http://schemas.openxmlformats.org/officeDocument/2006/relationships/customXml" Target="../ink/ink544.xml"/><Relationship Id="rId71" Type="http://schemas.openxmlformats.org/officeDocument/2006/relationships/customXml" Target="../ink/ink576.xml"/><Relationship Id="rId2" Type="http://schemas.openxmlformats.org/officeDocument/2006/relationships/image" Target="../media/image530.png"/><Relationship Id="rId29" Type="http://schemas.openxmlformats.org/officeDocument/2006/relationships/customXml" Target="../ink/ink555.xml"/><Relationship Id="rId24" Type="http://schemas.openxmlformats.org/officeDocument/2006/relationships/image" Target="../media/image540.png"/><Relationship Id="rId40" Type="http://schemas.openxmlformats.org/officeDocument/2006/relationships/image" Target="../media/image548.png"/><Relationship Id="rId45" Type="http://schemas.openxmlformats.org/officeDocument/2006/relationships/customXml" Target="../ink/ink563.xml"/><Relationship Id="rId66" Type="http://schemas.openxmlformats.org/officeDocument/2006/relationships/image" Target="../media/image561.png"/><Relationship Id="rId87" Type="http://schemas.openxmlformats.org/officeDocument/2006/relationships/customXml" Target="../ink/ink584.xml"/><Relationship Id="rId61" Type="http://schemas.openxmlformats.org/officeDocument/2006/relationships/customXml" Target="../ink/ink571.xml"/><Relationship Id="rId82" Type="http://schemas.openxmlformats.org/officeDocument/2006/relationships/image" Target="../media/image569.png"/><Relationship Id="rId19" Type="http://schemas.openxmlformats.org/officeDocument/2006/relationships/customXml" Target="../ink/ink550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98.xml"/><Relationship Id="rId21" Type="http://schemas.openxmlformats.org/officeDocument/2006/relationships/image" Target="../media/image582.png"/><Relationship Id="rId42" Type="http://schemas.openxmlformats.org/officeDocument/2006/relationships/customXml" Target="../ink/ink606.xml"/><Relationship Id="rId47" Type="http://schemas.openxmlformats.org/officeDocument/2006/relationships/image" Target="../media/image595.png"/><Relationship Id="rId63" Type="http://schemas.openxmlformats.org/officeDocument/2006/relationships/image" Target="../media/image257.png"/><Relationship Id="rId68" Type="http://schemas.openxmlformats.org/officeDocument/2006/relationships/customXml" Target="../ink/ink619.xml"/><Relationship Id="rId84" Type="http://schemas.openxmlformats.org/officeDocument/2006/relationships/customXml" Target="../ink/ink627.xml"/><Relationship Id="rId89" Type="http://schemas.openxmlformats.org/officeDocument/2006/relationships/image" Target="../media/image614.png"/><Relationship Id="rId16" Type="http://schemas.openxmlformats.org/officeDocument/2006/relationships/customXml" Target="../ink/ink593.xml"/><Relationship Id="rId11" Type="http://schemas.openxmlformats.org/officeDocument/2006/relationships/image" Target="../media/image577.png"/><Relationship Id="rId32" Type="http://schemas.openxmlformats.org/officeDocument/2006/relationships/customXml" Target="../ink/ink601.xml"/><Relationship Id="rId37" Type="http://schemas.openxmlformats.org/officeDocument/2006/relationships/image" Target="../media/image590.png"/><Relationship Id="rId53" Type="http://schemas.openxmlformats.org/officeDocument/2006/relationships/image" Target="../media/image598.png"/><Relationship Id="rId58" Type="http://schemas.openxmlformats.org/officeDocument/2006/relationships/customXml" Target="../ink/ink614.xml"/><Relationship Id="rId74" Type="http://schemas.openxmlformats.org/officeDocument/2006/relationships/customXml" Target="../ink/ink622.xml"/><Relationship Id="rId79" Type="http://schemas.openxmlformats.org/officeDocument/2006/relationships/image" Target="../media/image609.png"/><Relationship Id="rId102" Type="http://schemas.openxmlformats.org/officeDocument/2006/relationships/customXml" Target="../ink/ink636.xml"/><Relationship Id="rId5" Type="http://schemas.openxmlformats.org/officeDocument/2006/relationships/image" Target="../media/image574.png"/><Relationship Id="rId90" Type="http://schemas.openxmlformats.org/officeDocument/2006/relationships/customXml" Target="../ink/ink630.xml"/><Relationship Id="rId95" Type="http://schemas.openxmlformats.org/officeDocument/2006/relationships/image" Target="../media/image617.png"/><Relationship Id="rId22" Type="http://schemas.openxmlformats.org/officeDocument/2006/relationships/customXml" Target="../ink/ink596.xml"/><Relationship Id="rId27" Type="http://schemas.openxmlformats.org/officeDocument/2006/relationships/image" Target="../media/image585.png"/><Relationship Id="rId43" Type="http://schemas.openxmlformats.org/officeDocument/2006/relationships/image" Target="../media/image593.png"/><Relationship Id="rId48" Type="http://schemas.openxmlformats.org/officeDocument/2006/relationships/customXml" Target="../ink/ink609.xml"/><Relationship Id="rId64" Type="http://schemas.openxmlformats.org/officeDocument/2006/relationships/customXml" Target="../ink/ink617.xml"/><Relationship Id="rId69" Type="http://schemas.openxmlformats.org/officeDocument/2006/relationships/image" Target="../media/image604.png"/><Relationship Id="rId80" Type="http://schemas.openxmlformats.org/officeDocument/2006/relationships/customXml" Target="../ink/ink625.xml"/><Relationship Id="rId85" Type="http://schemas.openxmlformats.org/officeDocument/2006/relationships/image" Target="../media/image612.png"/><Relationship Id="rId12" Type="http://schemas.openxmlformats.org/officeDocument/2006/relationships/customXml" Target="../ink/ink591.xml"/><Relationship Id="rId17" Type="http://schemas.openxmlformats.org/officeDocument/2006/relationships/image" Target="../media/image580.png"/><Relationship Id="rId25" Type="http://schemas.openxmlformats.org/officeDocument/2006/relationships/image" Target="../media/image584.png"/><Relationship Id="rId33" Type="http://schemas.openxmlformats.org/officeDocument/2006/relationships/image" Target="../media/image588.png"/><Relationship Id="rId38" Type="http://schemas.openxmlformats.org/officeDocument/2006/relationships/customXml" Target="../ink/ink604.xml"/><Relationship Id="rId46" Type="http://schemas.openxmlformats.org/officeDocument/2006/relationships/customXml" Target="../ink/ink608.xml"/><Relationship Id="rId59" Type="http://schemas.openxmlformats.org/officeDocument/2006/relationships/image" Target="../media/image91.png"/><Relationship Id="rId67" Type="http://schemas.openxmlformats.org/officeDocument/2006/relationships/image" Target="../media/image603.png"/><Relationship Id="rId103" Type="http://schemas.openxmlformats.org/officeDocument/2006/relationships/image" Target="../media/image621.png"/><Relationship Id="rId20" Type="http://schemas.openxmlformats.org/officeDocument/2006/relationships/customXml" Target="../ink/ink595.xml"/><Relationship Id="rId41" Type="http://schemas.openxmlformats.org/officeDocument/2006/relationships/image" Target="../media/image592.png"/><Relationship Id="rId54" Type="http://schemas.openxmlformats.org/officeDocument/2006/relationships/customXml" Target="../ink/ink612.xml"/><Relationship Id="rId62" Type="http://schemas.openxmlformats.org/officeDocument/2006/relationships/customXml" Target="../ink/ink616.xml"/><Relationship Id="rId70" Type="http://schemas.openxmlformats.org/officeDocument/2006/relationships/customXml" Target="../ink/ink620.xml"/><Relationship Id="rId75" Type="http://schemas.openxmlformats.org/officeDocument/2006/relationships/image" Target="../media/image607.png"/><Relationship Id="rId83" Type="http://schemas.openxmlformats.org/officeDocument/2006/relationships/image" Target="../media/image611.png"/><Relationship Id="rId88" Type="http://schemas.openxmlformats.org/officeDocument/2006/relationships/customXml" Target="../ink/ink629.xml"/><Relationship Id="rId91" Type="http://schemas.openxmlformats.org/officeDocument/2006/relationships/image" Target="../media/image615.png"/><Relationship Id="rId96" Type="http://schemas.openxmlformats.org/officeDocument/2006/relationships/customXml" Target="../ink/ink63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88.xml"/><Relationship Id="rId15" Type="http://schemas.openxmlformats.org/officeDocument/2006/relationships/image" Target="../media/image579.png"/><Relationship Id="rId23" Type="http://schemas.openxmlformats.org/officeDocument/2006/relationships/image" Target="../media/image583.png"/><Relationship Id="rId28" Type="http://schemas.openxmlformats.org/officeDocument/2006/relationships/customXml" Target="../ink/ink599.xml"/><Relationship Id="rId36" Type="http://schemas.openxmlformats.org/officeDocument/2006/relationships/customXml" Target="../ink/ink603.xml"/><Relationship Id="rId49" Type="http://schemas.openxmlformats.org/officeDocument/2006/relationships/image" Target="../media/image596.png"/><Relationship Id="rId57" Type="http://schemas.openxmlformats.org/officeDocument/2006/relationships/image" Target="../media/image600.png"/><Relationship Id="rId10" Type="http://schemas.openxmlformats.org/officeDocument/2006/relationships/customXml" Target="../ink/ink590.xml"/><Relationship Id="rId31" Type="http://schemas.openxmlformats.org/officeDocument/2006/relationships/image" Target="../media/image587.png"/><Relationship Id="rId44" Type="http://schemas.openxmlformats.org/officeDocument/2006/relationships/customXml" Target="../ink/ink607.xml"/><Relationship Id="rId52" Type="http://schemas.openxmlformats.org/officeDocument/2006/relationships/customXml" Target="../ink/ink611.xml"/><Relationship Id="rId60" Type="http://schemas.openxmlformats.org/officeDocument/2006/relationships/customXml" Target="../ink/ink615.xml"/><Relationship Id="rId65" Type="http://schemas.openxmlformats.org/officeDocument/2006/relationships/image" Target="../media/image602.png"/><Relationship Id="rId73" Type="http://schemas.openxmlformats.org/officeDocument/2006/relationships/image" Target="../media/image606.png"/><Relationship Id="rId78" Type="http://schemas.openxmlformats.org/officeDocument/2006/relationships/customXml" Target="../ink/ink624.xml"/><Relationship Id="rId81" Type="http://schemas.openxmlformats.org/officeDocument/2006/relationships/image" Target="../media/image610.png"/><Relationship Id="rId86" Type="http://schemas.openxmlformats.org/officeDocument/2006/relationships/customXml" Target="../ink/ink628.xml"/><Relationship Id="rId94" Type="http://schemas.openxmlformats.org/officeDocument/2006/relationships/customXml" Target="../ink/ink632.xml"/><Relationship Id="rId99" Type="http://schemas.openxmlformats.org/officeDocument/2006/relationships/image" Target="../media/image619.png"/><Relationship Id="rId101" Type="http://schemas.openxmlformats.org/officeDocument/2006/relationships/image" Target="../media/image620.png"/><Relationship Id="rId4" Type="http://schemas.openxmlformats.org/officeDocument/2006/relationships/customXml" Target="../ink/ink587.xml"/><Relationship Id="rId9" Type="http://schemas.openxmlformats.org/officeDocument/2006/relationships/image" Target="../media/image576.png"/><Relationship Id="rId13" Type="http://schemas.openxmlformats.org/officeDocument/2006/relationships/image" Target="../media/image578.png"/><Relationship Id="rId18" Type="http://schemas.openxmlformats.org/officeDocument/2006/relationships/customXml" Target="../ink/ink594.xml"/><Relationship Id="rId39" Type="http://schemas.openxmlformats.org/officeDocument/2006/relationships/image" Target="../media/image591.png"/><Relationship Id="rId34" Type="http://schemas.openxmlformats.org/officeDocument/2006/relationships/customXml" Target="../ink/ink602.xml"/><Relationship Id="rId50" Type="http://schemas.openxmlformats.org/officeDocument/2006/relationships/customXml" Target="../ink/ink610.xml"/><Relationship Id="rId55" Type="http://schemas.openxmlformats.org/officeDocument/2006/relationships/image" Target="../media/image599.png"/><Relationship Id="rId76" Type="http://schemas.openxmlformats.org/officeDocument/2006/relationships/customXml" Target="../ink/ink623.xml"/><Relationship Id="rId97" Type="http://schemas.openxmlformats.org/officeDocument/2006/relationships/image" Target="../media/image618.png"/><Relationship Id="rId7" Type="http://schemas.openxmlformats.org/officeDocument/2006/relationships/image" Target="../media/image575.png"/><Relationship Id="rId71" Type="http://schemas.openxmlformats.org/officeDocument/2006/relationships/image" Target="../media/image605.png"/><Relationship Id="rId92" Type="http://schemas.openxmlformats.org/officeDocument/2006/relationships/customXml" Target="../ink/ink631.xml"/><Relationship Id="rId2" Type="http://schemas.openxmlformats.org/officeDocument/2006/relationships/customXml" Target="../ink/ink586.xml"/><Relationship Id="rId29" Type="http://schemas.openxmlformats.org/officeDocument/2006/relationships/image" Target="../media/image586.png"/><Relationship Id="rId24" Type="http://schemas.openxmlformats.org/officeDocument/2006/relationships/customXml" Target="../ink/ink597.xml"/><Relationship Id="rId40" Type="http://schemas.openxmlformats.org/officeDocument/2006/relationships/customXml" Target="../ink/ink605.xml"/><Relationship Id="rId45" Type="http://schemas.openxmlformats.org/officeDocument/2006/relationships/image" Target="../media/image594.png"/><Relationship Id="rId66" Type="http://schemas.openxmlformats.org/officeDocument/2006/relationships/customXml" Target="../ink/ink618.xml"/><Relationship Id="rId87" Type="http://schemas.openxmlformats.org/officeDocument/2006/relationships/image" Target="../media/image613.png"/><Relationship Id="rId61" Type="http://schemas.openxmlformats.org/officeDocument/2006/relationships/image" Target="../media/image601.png"/><Relationship Id="rId82" Type="http://schemas.openxmlformats.org/officeDocument/2006/relationships/customXml" Target="../ink/ink626.xml"/><Relationship Id="rId19" Type="http://schemas.openxmlformats.org/officeDocument/2006/relationships/image" Target="../media/image581.png"/><Relationship Id="rId14" Type="http://schemas.openxmlformats.org/officeDocument/2006/relationships/customXml" Target="../ink/ink592.xml"/><Relationship Id="rId30" Type="http://schemas.openxmlformats.org/officeDocument/2006/relationships/customXml" Target="../ink/ink600.xml"/><Relationship Id="rId35" Type="http://schemas.openxmlformats.org/officeDocument/2006/relationships/image" Target="../media/image589.png"/><Relationship Id="rId56" Type="http://schemas.openxmlformats.org/officeDocument/2006/relationships/customXml" Target="../ink/ink613.xml"/><Relationship Id="rId77" Type="http://schemas.openxmlformats.org/officeDocument/2006/relationships/image" Target="../media/image608.png"/><Relationship Id="rId100" Type="http://schemas.openxmlformats.org/officeDocument/2006/relationships/customXml" Target="../ink/ink635.xml"/><Relationship Id="rId8" Type="http://schemas.openxmlformats.org/officeDocument/2006/relationships/customXml" Target="../ink/ink589.xml"/><Relationship Id="rId51" Type="http://schemas.openxmlformats.org/officeDocument/2006/relationships/image" Target="../media/image597.png"/><Relationship Id="rId72" Type="http://schemas.openxmlformats.org/officeDocument/2006/relationships/customXml" Target="../ink/ink621.xml"/><Relationship Id="rId93" Type="http://schemas.openxmlformats.org/officeDocument/2006/relationships/image" Target="../media/image616.png"/><Relationship Id="rId98" Type="http://schemas.openxmlformats.org/officeDocument/2006/relationships/customXml" Target="../ink/ink634.xml"/><Relationship Id="rId3" Type="http://schemas.openxmlformats.org/officeDocument/2006/relationships/image" Target="../media/image573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79.png"/><Relationship Id="rId21" Type="http://schemas.openxmlformats.org/officeDocument/2006/relationships/image" Target="../media/image631.png"/><Relationship Id="rId42" Type="http://schemas.openxmlformats.org/officeDocument/2006/relationships/customXml" Target="../ink/ink657.xml"/><Relationship Id="rId63" Type="http://schemas.openxmlformats.org/officeDocument/2006/relationships/image" Target="../media/image652.png"/><Relationship Id="rId84" Type="http://schemas.openxmlformats.org/officeDocument/2006/relationships/customXml" Target="../ink/ink678.xml"/><Relationship Id="rId16" Type="http://schemas.openxmlformats.org/officeDocument/2006/relationships/customXml" Target="../ink/ink644.xml"/><Relationship Id="rId107" Type="http://schemas.openxmlformats.org/officeDocument/2006/relationships/image" Target="../media/image674.png"/><Relationship Id="rId11" Type="http://schemas.openxmlformats.org/officeDocument/2006/relationships/image" Target="../media/image626.png"/><Relationship Id="rId32" Type="http://schemas.openxmlformats.org/officeDocument/2006/relationships/customXml" Target="../ink/ink652.xml"/><Relationship Id="rId37" Type="http://schemas.openxmlformats.org/officeDocument/2006/relationships/image" Target="../media/image639.png"/><Relationship Id="rId53" Type="http://schemas.openxmlformats.org/officeDocument/2006/relationships/image" Target="../media/image647.png"/><Relationship Id="rId58" Type="http://schemas.openxmlformats.org/officeDocument/2006/relationships/customXml" Target="../ink/ink665.xml"/><Relationship Id="rId74" Type="http://schemas.openxmlformats.org/officeDocument/2006/relationships/customXml" Target="../ink/ink673.xml"/><Relationship Id="rId79" Type="http://schemas.openxmlformats.org/officeDocument/2006/relationships/image" Target="../media/image660.png"/><Relationship Id="rId102" Type="http://schemas.openxmlformats.org/officeDocument/2006/relationships/customXml" Target="../ink/ink687.xml"/><Relationship Id="rId123" Type="http://schemas.openxmlformats.org/officeDocument/2006/relationships/image" Target="../media/image682.png"/><Relationship Id="rId128" Type="http://schemas.openxmlformats.org/officeDocument/2006/relationships/customXml" Target="../ink/ink700.xml"/><Relationship Id="rId5" Type="http://schemas.openxmlformats.org/officeDocument/2006/relationships/image" Target="../media/image623.png"/><Relationship Id="rId90" Type="http://schemas.openxmlformats.org/officeDocument/2006/relationships/customXml" Target="../ink/ink681.xml"/><Relationship Id="rId95" Type="http://schemas.openxmlformats.org/officeDocument/2006/relationships/image" Target="../media/image668.png"/><Relationship Id="rId22" Type="http://schemas.openxmlformats.org/officeDocument/2006/relationships/customXml" Target="../ink/ink647.xml"/><Relationship Id="rId27" Type="http://schemas.openxmlformats.org/officeDocument/2006/relationships/image" Target="../media/image634.png"/><Relationship Id="rId43" Type="http://schemas.openxmlformats.org/officeDocument/2006/relationships/image" Target="../media/image642.png"/><Relationship Id="rId48" Type="http://schemas.openxmlformats.org/officeDocument/2006/relationships/customXml" Target="../ink/ink660.xml"/><Relationship Id="rId64" Type="http://schemas.openxmlformats.org/officeDocument/2006/relationships/customXml" Target="../ink/ink668.xml"/><Relationship Id="rId69" Type="http://schemas.openxmlformats.org/officeDocument/2006/relationships/image" Target="../media/image655.png"/><Relationship Id="rId113" Type="http://schemas.openxmlformats.org/officeDocument/2006/relationships/image" Target="../media/image677.png"/><Relationship Id="rId118" Type="http://schemas.openxmlformats.org/officeDocument/2006/relationships/customXml" Target="../ink/ink695.xml"/><Relationship Id="rId80" Type="http://schemas.openxmlformats.org/officeDocument/2006/relationships/customXml" Target="../ink/ink676.xml"/><Relationship Id="rId85" Type="http://schemas.openxmlformats.org/officeDocument/2006/relationships/image" Target="../media/image663.png"/><Relationship Id="rId12" Type="http://schemas.openxmlformats.org/officeDocument/2006/relationships/customXml" Target="../ink/ink642.xml"/><Relationship Id="rId17" Type="http://schemas.openxmlformats.org/officeDocument/2006/relationships/image" Target="../media/image629.png"/><Relationship Id="rId33" Type="http://schemas.openxmlformats.org/officeDocument/2006/relationships/image" Target="../media/image637.png"/><Relationship Id="rId38" Type="http://schemas.openxmlformats.org/officeDocument/2006/relationships/customXml" Target="../ink/ink655.xml"/><Relationship Id="rId59" Type="http://schemas.openxmlformats.org/officeDocument/2006/relationships/image" Target="../media/image650.png"/><Relationship Id="rId103" Type="http://schemas.openxmlformats.org/officeDocument/2006/relationships/image" Target="../media/image672.png"/><Relationship Id="rId108" Type="http://schemas.openxmlformats.org/officeDocument/2006/relationships/customXml" Target="../ink/ink690.xml"/><Relationship Id="rId124" Type="http://schemas.openxmlformats.org/officeDocument/2006/relationships/customXml" Target="../ink/ink698.xml"/><Relationship Id="rId129" Type="http://schemas.openxmlformats.org/officeDocument/2006/relationships/image" Target="../media/image685.png"/><Relationship Id="rId54" Type="http://schemas.openxmlformats.org/officeDocument/2006/relationships/customXml" Target="../ink/ink663.xml"/><Relationship Id="rId70" Type="http://schemas.openxmlformats.org/officeDocument/2006/relationships/customXml" Target="../ink/ink671.xml"/><Relationship Id="rId75" Type="http://schemas.openxmlformats.org/officeDocument/2006/relationships/image" Target="../media/image658.png"/><Relationship Id="rId91" Type="http://schemas.openxmlformats.org/officeDocument/2006/relationships/image" Target="../media/image666.png"/><Relationship Id="rId96" Type="http://schemas.openxmlformats.org/officeDocument/2006/relationships/customXml" Target="../ink/ink68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39.xml"/><Relationship Id="rId23" Type="http://schemas.openxmlformats.org/officeDocument/2006/relationships/image" Target="../media/image632.png"/><Relationship Id="rId28" Type="http://schemas.openxmlformats.org/officeDocument/2006/relationships/customXml" Target="../ink/ink650.xml"/><Relationship Id="rId49" Type="http://schemas.openxmlformats.org/officeDocument/2006/relationships/image" Target="../media/image645.png"/><Relationship Id="rId114" Type="http://schemas.openxmlformats.org/officeDocument/2006/relationships/customXml" Target="../ink/ink693.xml"/><Relationship Id="rId119" Type="http://schemas.openxmlformats.org/officeDocument/2006/relationships/image" Target="../media/image680.png"/><Relationship Id="rId44" Type="http://schemas.openxmlformats.org/officeDocument/2006/relationships/customXml" Target="../ink/ink658.xml"/><Relationship Id="rId60" Type="http://schemas.openxmlformats.org/officeDocument/2006/relationships/customXml" Target="../ink/ink666.xml"/><Relationship Id="rId65" Type="http://schemas.openxmlformats.org/officeDocument/2006/relationships/image" Target="../media/image653.png"/><Relationship Id="rId81" Type="http://schemas.openxmlformats.org/officeDocument/2006/relationships/image" Target="../media/image661.png"/><Relationship Id="rId86" Type="http://schemas.openxmlformats.org/officeDocument/2006/relationships/customXml" Target="../ink/ink679.xml"/><Relationship Id="rId130" Type="http://schemas.openxmlformats.org/officeDocument/2006/relationships/customXml" Target="../ink/ink701.xml"/><Relationship Id="rId13" Type="http://schemas.openxmlformats.org/officeDocument/2006/relationships/image" Target="../media/image627.png"/><Relationship Id="rId18" Type="http://schemas.openxmlformats.org/officeDocument/2006/relationships/customXml" Target="../ink/ink645.xml"/><Relationship Id="rId39" Type="http://schemas.openxmlformats.org/officeDocument/2006/relationships/image" Target="../media/image640.png"/><Relationship Id="rId109" Type="http://schemas.openxmlformats.org/officeDocument/2006/relationships/image" Target="../media/image675.png"/><Relationship Id="rId34" Type="http://schemas.openxmlformats.org/officeDocument/2006/relationships/customXml" Target="../ink/ink653.xml"/><Relationship Id="rId50" Type="http://schemas.openxmlformats.org/officeDocument/2006/relationships/customXml" Target="../ink/ink661.xml"/><Relationship Id="rId55" Type="http://schemas.openxmlformats.org/officeDocument/2006/relationships/image" Target="../media/image648.png"/><Relationship Id="rId76" Type="http://schemas.openxmlformats.org/officeDocument/2006/relationships/customXml" Target="../ink/ink674.xml"/><Relationship Id="rId97" Type="http://schemas.openxmlformats.org/officeDocument/2006/relationships/image" Target="../media/image669.png"/><Relationship Id="rId104" Type="http://schemas.openxmlformats.org/officeDocument/2006/relationships/customXml" Target="../ink/ink688.xml"/><Relationship Id="rId120" Type="http://schemas.openxmlformats.org/officeDocument/2006/relationships/customXml" Target="../ink/ink696.xml"/><Relationship Id="rId125" Type="http://schemas.openxmlformats.org/officeDocument/2006/relationships/image" Target="../media/image683.png"/><Relationship Id="rId7" Type="http://schemas.openxmlformats.org/officeDocument/2006/relationships/image" Target="../media/image624.png"/><Relationship Id="rId71" Type="http://schemas.openxmlformats.org/officeDocument/2006/relationships/image" Target="../media/image656.png"/><Relationship Id="rId92" Type="http://schemas.openxmlformats.org/officeDocument/2006/relationships/customXml" Target="../ink/ink682.xml"/><Relationship Id="rId2" Type="http://schemas.openxmlformats.org/officeDocument/2006/relationships/customXml" Target="../ink/ink637.xml"/><Relationship Id="rId29" Type="http://schemas.openxmlformats.org/officeDocument/2006/relationships/image" Target="../media/image635.png"/><Relationship Id="rId24" Type="http://schemas.openxmlformats.org/officeDocument/2006/relationships/customXml" Target="../ink/ink648.xml"/><Relationship Id="rId40" Type="http://schemas.openxmlformats.org/officeDocument/2006/relationships/customXml" Target="../ink/ink656.xml"/><Relationship Id="rId45" Type="http://schemas.openxmlformats.org/officeDocument/2006/relationships/image" Target="../media/image643.png"/><Relationship Id="rId66" Type="http://schemas.openxmlformats.org/officeDocument/2006/relationships/customXml" Target="../ink/ink669.xml"/><Relationship Id="rId87" Type="http://schemas.openxmlformats.org/officeDocument/2006/relationships/image" Target="../media/image664.png"/><Relationship Id="rId110" Type="http://schemas.openxmlformats.org/officeDocument/2006/relationships/customXml" Target="../ink/ink691.xml"/><Relationship Id="rId115" Type="http://schemas.openxmlformats.org/officeDocument/2006/relationships/image" Target="../media/image678.png"/><Relationship Id="rId131" Type="http://schemas.openxmlformats.org/officeDocument/2006/relationships/image" Target="../media/image686.png"/><Relationship Id="rId61" Type="http://schemas.openxmlformats.org/officeDocument/2006/relationships/image" Target="../media/image651.png"/><Relationship Id="rId82" Type="http://schemas.openxmlformats.org/officeDocument/2006/relationships/customXml" Target="../ink/ink677.xml"/><Relationship Id="rId19" Type="http://schemas.openxmlformats.org/officeDocument/2006/relationships/image" Target="../media/image630.png"/><Relationship Id="rId14" Type="http://schemas.openxmlformats.org/officeDocument/2006/relationships/customXml" Target="../ink/ink643.xml"/><Relationship Id="rId30" Type="http://schemas.openxmlformats.org/officeDocument/2006/relationships/customXml" Target="../ink/ink651.xml"/><Relationship Id="rId35" Type="http://schemas.openxmlformats.org/officeDocument/2006/relationships/image" Target="../media/image638.png"/><Relationship Id="rId56" Type="http://schemas.openxmlformats.org/officeDocument/2006/relationships/customXml" Target="../ink/ink664.xml"/><Relationship Id="rId77" Type="http://schemas.openxmlformats.org/officeDocument/2006/relationships/image" Target="../media/image659.png"/><Relationship Id="rId100" Type="http://schemas.openxmlformats.org/officeDocument/2006/relationships/customXml" Target="../ink/ink686.xml"/><Relationship Id="rId105" Type="http://schemas.openxmlformats.org/officeDocument/2006/relationships/image" Target="../media/image673.png"/><Relationship Id="rId126" Type="http://schemas.openxmlformats.org/officeDocument/2006/relationships/customXml" Target="../ink/ink699.xml"/><Relationship Id="rId8" Type="http://schemas.openxmlformats.org/officeDocument/2006/relationships/customXml" Target="../ink/ink640.xml"/><Relationship Id="rId51" Type="http://schemas.openxmlformats.org/officeDocument/2006/relationships/image" Target="../media/image646.png"/><Relationship Id="rId72" Type="http://schemas.openxmlformats.org/officeDocument/2006/relationships/customXml" Target="../ink/ink672.xml"/><Relationship Id="rId93" Type="http://schemas.openxmlformats.org/officeDocument/2006/relationships/image" Target="../media/image667.png"/><Relationship Id="rId98" Type="http://schemas.openxmlformats.org/officeDocument/2006/relationships/customXml" Target="../ink/ink685.xml"/><Relationship Id="rId121" Type="http://schemas.openxmlformats.org/officeDocument/2006/relationships/image" Target="../media/image681.png"/><Relationship Id="rId3" Type="http://schemas.openxmlformats.org/officeDocument/2006/relationships/image" Target="../media/image622.png"/><Relationship Id="rId25" Type="http://schemas.openxmlformats.org/officeDocument/2006/relationships/image" Target="../media/image633.png"/><Relationship Id="rId46" Type="http://schemas.openxmlformats.org/officeDocument/2006/relationships/customXml" Target="../ink/ink659.xml"/><Relationship Id="rId67" Type="http://schemas.openxmlformats.org/officeDocument/2006/relationships/image" Target="../media/image654.png"/><Relationship Id="rId116" Type="http://schemas.openxmlformats.org/officeDocument/2006/relationships/customXml" Target="../ink/ink694.xml"/><Relationship Id="rId20" Type="http://schemas.openxmlformats.org/officeDocument/2006/relationships/customXml" Target="../ink/ink646.xml"/><Relationship Id="rId41" Type="http://schemas.openxmlformats.org/officeDocument/2006/relationships/image" Target="../media/image641.png"/><Relationship Id="rId62" Type="http://schemas.openxmlformats.org/officeDocument/2006/relationships/customXml" Target="../ink/ink667.xml"/><Relationship Id="rId83" Type="http://schemas.openxmlformats.org/officeDocument/2006/relationships/image" Target="../media/image662.png"/><Relationship Id="rId88" Type="http://schemas.openxmlformats.org/officeDocument/2006/relationships/customXml" Target="../ink/ink680.xml"/><Relationship Id="rId111" Type="http://schemas.openxmlformats.org/officeDocument/2006/relationships/image" Target="../media/image676.png"/><Relationship Id="rId132" Type="http://schemas.openxmlformats.org/officeDocument/2006/relationships/customXml" Target="../ink/ink702.xml"/><Relationship Id="rId15" Type="http://schemas.openxmlformats.org/officeDocument/2006/relationships/image" Target="../media/image628.png"/><Relationship Id="rId36" Type="http://schemas.openxmlformats.org/officeDocument/2006/relationships/customXml" Target="../ink/ink654.xml"/><Relationship Id="rId57" Type="http://schemas.openxmlformats.org/officeDocument/2006/relationships/image" Target="../media/image649.png"/><Relationship Id="rId106" Type="http://schemas.openxmlformats.org/officeDocument/2006/relationships/customXml" Target="../ink/ink689.xml"/><Relationship Id="rId127" Type="http://schemas.openxmlformats.org/officeDocument/2006/relationships/image" Target="../media/image684.png"/><Relationship Id="rId10" Type="http://schemas.openxmlformats.org/officeDocument/2006/relationships/customXml" Target="../ink/ink641.xml"/><Relationship Id="rId31" Type="http://schemas.openxmlformats.org/officeDocument/2006/relationships/image" Target="../media/image636.png"/><Relationship Id="rId52" Type="http://schemas.openxmlformats.org/officeDocument/2006/relationships/customXml" Target="../ink/ink662.xml"/><Relationship Id="rId73" Type="http://schemas.openxmlformats.org/officeDocument/2006/relationships/image" Target="../media/image657.png"/><Relationship Id="rId78" Type="http://schemas.openxmlformats.org/officeDocument/2006/relationships/customXml" Target="../ink/ink675.xml"/><Relationship Id="rId94" Type="http://schemas.openxmlformats.org/officeDocument/2006/relationships/customXml" Target="../ink/ink683.xml"/><Relationship Id="rId99" Type="http://schemas.openxmlformats.org/officeDocument/2006/relationships/image" Target="../media/image670.png"/><Relationship Id="rId101" Type="http://schemas.openxmlformats.org/officeDocument/2006/relationships/image" Target="../media/image671.png"/><Relationship Id="rId122" Type="http://schemas.openxmlformats.org/officeDocument/2006/relationships/customXml" Target="../ink/ink697.xml"/><Relationship Id="rId4" Type="http://schemas.openxmlformats.org/officeDocument/2006/relationships/customXml" Target="../ink/ink638.xml"/><Relationship Id="rId9" Type="http://schemas.openxmlformats.org/officeDocument/2006/relationships/image" Target="../media/image625.png"/><Relationship Id="rId26" Type="http://schemas.openxmlformats.org/officeDocument/2006/relationships/customXml" Target="../ink/ink649.xml"/><Relationship Id="rId47" Type="http://schemas.openxmlformats.org/officeDocument/2006/relationships/image" Target="../media/image644.png"/><Relationship Id="rId68" Type="http://schemas.openxmlformats.org/officeDocument/2006/relationships/customXml" Target="../ink/ink670.xml"/><Relationship Id="rId89" Type="http://schemas.openxmlformats.org/officeDocument/2006/relationships/image" Target="../media/image665.png"/><Relationship Id="rId112" Type="http://schemas.openxmlformats.org/officeDocument/2006/relationships/customXml" Target="../ink/ink692.xml"/><Relationship Id="rId133" Type="http://schemas.openxmlformats.org/officeDocument/2006/relationships/image" Target="../media/image687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15.xml"/><Relationship Id="rId21" Type="http://schemas.openxmlformats.org/officeDocument/2006/relationships/image" Target="../media/image697.png"/><Relationship Id="rId42" Type="http://schemas.openxmlformats.org/officeDocument/2006/relationships/customXml" Target="../ink/ink723.xml"/><Relationship Id="rId47" Type="http://schemas.openxmlformats.org/officeDocument/2006/relationships/image" Target="../media/image710.png"/><Relationship Id="rId63" Type="http://schemas.openxmlformats.org/officeDocument/2006/relationships/image" Target="../media/image718.png"/><Relationship Id="rId68" Type="http://schemas.openxmlformats.org/officeDocument/2006/relationships/customXml" Target="../ink/ink736.xml"/><Relationship Id="rId84" Type="http://schemas.openxmlformats.org/officeDocument/2006/relationships/customXml" Target="../ink/ink744.xml"/><Relationship Id="rId89" Type="http://schemas.openxmlformats.org/officeDocument/2006/relationships/image" Target="../media/image731.png"/><Relationship Id="rId16" Type="http://schemas.openxmlformats.org/officeDocument/2006/relationships/customXml" Target="../ink/ink710.xml"/><Relationship Id="rId11" Type="http://schemas.openxmlformats.org/officeDocument/2006/relationships/image" Target="../media/image692.png"/><Relationship Id="rId32" Type="http://schemas.openxmlformats.org/officeDocument/2006/relationships/customXml" Target="../ink/ink718.xml"/><Relationship Id="rId37" Type="http://schemas.openxmlformats.org/officeDocument/2006/relationships/image" Target="../media/image705.png"/><Relationship Id="rId53" Type="http://schemas.openxmlformats.org/officeDocument/2006/relationships/image" Target="../media/image713.png"/><Relationship Id="rId58" Type="http://schemas.openxmlformats.org/officeDocument/2006/relationships/customXml" Target="../ink/ink731.xml"/><Relationship Id="rId74" Type="http://schemas.openxmlformats.org/officeDocument/2006/relationships/customXml" Target="../ink/ink739.xml"/><Relationship Id="rId79" Type="http://schemas.openxmlformats.org/officeDocument/2006/relationships/image" Target="../media/image726.png"/><Relationship Id="rId5" Type="http://schemas.openxmlformats.org/officeDocument/2006/relationships/image" Target="../media/image689.png"/><Relationship Id="rId90" Type="http://schemas.openxmlformats.org/officeDocument/2006/relationships/customXml" Target="../ink/ink747.xml"/><Relationship Id="rId95" Type="http://schemas.openxmlformats.org/officeDocument/2006/relationships/image" Target="../media/image734.png"/><Relationship Id="rId22" Type="http://schemas.openxmlformats.org/officeDocument/2006/relationships/customXml" Target="../ink/ink713.xml"/><Relationship Id="rId27" Type="http://schemas.openxmlformats.org/officeDocument/2006/relationships/image" Target="../media/image700.png"/><Relationship Id="rId43" Type="http://schemas.openxmlformats.org/officeDocument/2006/relationships/image" Target="../media/image708.png"/><Relationship Id="rId48" Type="http://schemas.openxmlformats.org/officeDocument/2006/relationships/customXml" Target="../ink/ink726.xml"/><Relationship Id="rId64" Type="http://schemas.openxmlformats.org/officeDocument/2006/relationships/customXml" Target="../ink/ink734.xml"/><Relationship Id="rId69" Type="http://schemas.openxmlformats.org/officeDocument/2006/relationships/image" Target="../media/image721.png"/><Relationship Id="rId80" Type="http://schemas.openxmlformats.org/officeDocument/2006/relationships/customXml" Target="../ink/ink742.xml"/><Relationship Id="rId85" Type="http://schemas.openxmlformats.org/officeDocument/2006/relationships/image" Target="../media/image729.png"/><Relationship Id="rId3" Type="http://schemas.openxmlformats.org/officeDocument/2006/relationships/image" Target="../media/image688.png"/><Relationship Id="rId12" Type="http://schemas.openxmlformats.org/officeDocument/2006/relationships/customXml" Target="../ink/ink708.xml"/><Relationship Id="rId17" Type="http://schemas.openxmlformats.org/officeDocument/2006/relationships/image" Target="../media/image695.png"/><Relationship Id="rId25" Type="http://schemas.openxmlformats.org/officeDocument/2006/relationships/image" Target="../media/image699.png"/><Relationship Id="rId33" Type="http://schemas.openxmlformats.org/officeDocument/2006/relationships/image" Target="../media/image703.png"/><Relationship Id="rId38" Type="http://schemas.openxmlformats.org/officeDocument/2006/relationships/customXml" Target="../ink/ink721.xml"/><Relationship Id="rId46" Type="http://schemas.openxmlformats.org/officeDocument/2006/relationships/customXml" Target="../ink/ink725.xml"/><Relationship Id="rId59" Type="http://schemas.openxmlformats.org/officeDocument/2006/relationships/image" Target="../media/image716.png"/><Relationship Id="rId67" Type="http://schemas.openxmlformats.org/officeDocument/2006/relationships/image" Target="../media/image720.png"/><Relationship Id="rId20" Type="http://schemas.openxmlformats.org/officeDocument/2006/relationships/customXml" Target="../ink/ink712.xml"/><Relationship Id="rId41" Type="http://schemas.openxmlformats.org/officeDocument/2006/relationships/image" Target="../media/image707.png"/><Relationship Id="rId54" Type="http://schemas.openxmlformats.org/officeDocument/2006/relationships/customXml" Target="../ink/ink729.xml"/><Relationship Id="rId62" Type="http://schemas.openxmlformats.org/officeDocument/2006/relationships/customXml" Target="../ink/ink733.xml"/><Relationship Id="rId70" Type="http://schemas.openxmlformats.org/officeDocument/2006/relationships/customXml" Target="../ink/ink737.xml"/><Relationship Id="rId75" Type="http://schemas.openxmlformats.org/officeDocument/2006/relationships/image" Target="../media/image724.png"/><Relationship Id="rId83" Type="http://schemas.openxmlformats.org/officeDocument/2006/relationships/image" Target="../media/image728.png"/><Relationship Id="rId88" Type="http://schemas.openxmlformats.org/officeDocument/2006/relationships/customXml" Target="../ink/ink746.xml"/><Relationship Id="rId91" Type="http://schemas.openxmlformats.org/officeDocument/2006/relationships/image" Target="../media/image732.png"/><Relationship Id="rId96" Type="http://schemas.openxmlformats.org/officeDocument/2006/relationships/customXml" Target="../ink/ink75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05.xml"/><Relationship Id="rId15" Type="http://schemas.openxmlformats.org/officeDocument/2006/relationships/image" Target="../media/image694.png"/><Relationship Id="rId23" Type="http://schemas.openxmlformats.org/officeDocument/2006/relationships/image" Target="../media/image698.png"/><Relationship Id="rId28" Type="http://schemas.openxmlformats.org/officeDocument/2006/relationships/customXml" Target="../ink/ink716.xml"/><Relationship Id="rId36" Type="http://schemas.openxmlformats.org/officeDocument/2006/relationships/customXml" Target="../ink/ink720.xml"/><Relationship Id="rId49" Type="http://schemas.openxmlformats.org/officeDocument/2006/relationships/image" Target="../media/image711.png"/><Relationship Id="rId57" Type="http://schemas.openxmlformats.org/officeDocument/2006/relationships/image" Target="../media/image715.png"/><Relationship Id="rId10" Type="http://schemas.openxmlformats.org/officeDocument/2006/relationships/customXml" Target="../ink/ink707.xml"/><Relationship Id="rId31" Type="http://schemas.openxmlformats.org/officeDocument/2006/relationships/image" Target="../media/image702.png"/><Relationship Id="rId44" Type="http://schemas.openxmlformats.org/officeDocument/2006/relationships/customXml" Target="../ink/ink724.xml"/><Relationship Id="rId52" Type="http://schemas.openxmlformats.org/officeDocument/2006/relationships/customXml" Target="../ink/ink728.xml"/><Relationship Id="rId60" Type="http://schemas.openxmlformats.org/officeDocument/2006/relationships/customXml" Target="../ink/ink732.xml"/><Relationship Id="rId65" Type="http://schemas.openxmlformats.org/officeDocument/2006/relationships/image" Target="../media/image719.png"/><Relationship Id="rId73" Type="http://schemas.openxmlformats.org/officeDocument/2006/relationships/image" Target="../media/image723.png"/><Relationship Id="rId78" Type="http://schemas.openxmlformats.org/officeDocument/2006/relationships/customXml" Target="../ink/ink741.xml"/><Relationship Id="rId81" Type="http://schemas.openxmlformats.org/officeDocument/2006/relationships/image" Target="../media/image727.png"/><Relationship Id="rId86" Type="http://schemas.openxmlformats.org/officeDocument/2006/relationships/customXml" Target="../ink/ink745.xml"/><Relationship Id="rId94" Type="http://schemas.openxmlformats.org/officeDocument/2006/relationships/customXml" Target="../ink/ink749.xml"/><Relationship Id="rId4" Type="http://schemas.openxmlformats.org/officeDocument/2006/relationships/customXml" Target="../ink/ink704.xml"/><Relationship Id="rId9" Type="http://schemas.openxmlformats.org/officeDocument/2006/relationships/image" Target="../media/image691.png"/><Relationship Id="rId13" Type="http://schemas.openxmlformats.org/officeDocument/2006/relationships/image" Target="../media/image693.png"/><Relationship Id="rId18" Type="http://schemas.openxmlformats.org/officeDocument/2006/relationships/customXml" Target="../ink/ink711.xml"/><Relationship Id="rId39" Type="http://schemas.openxmlformats.org/officeDocument/2006/relationships/image" Target="../media/image706.png"/><Relationship Id="rId34" Type="http://schemas.openxmlformats.org/officeDocument/2006/relationships/customXml" Target="../ink/ink719.xml"/><Relationship Id="rId50" Type="http://schemas.openxmlformats.org/officeDocument/2006/relationships/customXml" Target="../ink/ink727.xml"/><Relationship Id="rId55" Type="http://schemas.openxmlformats.org/officeDocument/2006/relationships/image" Target="../media/image714.png"/><Relationship Id="rId76" Type="http://schemas.openxmlformats.org/officeDocument/2006/relationships/customXml" Target="../ink/ink740.xml"/><Relationship Id="rId97" Type="http://schemas.openxmlformats.org/officeDocument/2006/relationships/image" Target="../media/image91.png"/><Relationship Id="rId7" Type="http://schemas.openxmlformats.org/officeDocument/2006/relationships/image" Target="../media/image690.png"/><Relationship Id="rId71" Type="http://schemas.openxmlformats.org/officeDocument/2006/relationships/image" Target="../media/image722.png"/><Relationship Id="rId92" Type="http://schemas.openxmlformats.org/officeDocument/2006/relationships/customXml" Target="../ink/ink748.xml"/><Relationship Id="rId2" Type="http://schemas.openxmlformats.org/officeDocument/2006/relationships/customXml" Target="../ink/ink703.xml"/><Relationship Id="rId29" Type="http://schemas.openxmlformats.org/officeDocument/2006/relationships/image" Target="../media/image701.png"/><Relationship Id="rId24" Type="http://schemas.openxmlformats.org/officeDocument/2006/relationships/customXml" Target="../ink/ink714.xml"/><Relationship Id="rId40" Type="http://schemas.openxmlformats.org/officeDocument/2006/relationships/customXml" Target="../ink/ink722.xml"/><Relationship Id="rId45" Type="http://schemas.openxmlformats.org/officeDocument/2006/relationships/image" Target="../media/image709.png"/><Relationship Id="rId66" Type="http://schemas.openxmlformats.org/officeDocument/2006/relationships/customXml" Target="../ink/ink735.xml"/><Relationship Id="rId87" Type="http://schemas.openxmlformats.org/officeDocument/2006/relationships/image" Target="../media/image730.png"/><Relationship Id="rId61" Type="http://schemas.openxmlformats.org/officeDocument/2006/relationships/image" Target="../media/image717.png"/><Relationship Id="rId82" Type="http://schemas.openxmlformats.org/officeDocument/2006/relationships/customXml" Target="../ink/ink743.xml"/><Relationship Id="rId19" Type="http://schemas.openxmlformats.org/officeDocument/2006/relationships/image" Target="../media/image696.png"/><Relationship Id="rId14" Type="http://schemas.openxmlformats.org/officeDocument/2006/relationships/customXml" Target="../ink/ink709.xml"/><Relationship Id="rId30" Type="http://schemas.openxmlformats.org/officeDocument/2006/relationships/customXml" Target="../ink/ink717.xml"/><Relationship Id="rId35" Type="http://schemas.openxmlformats.org/officeDocument/2006/relationships/image" Target="../media/image704.png"/><Relationship Id="rId56" Type="http://schemas.openxmlformats.org/officeDocument/2006/relationships/customXml" Target="../ink/ink730.xml"/><Relationship Id="rId77" Type="http://schemas.openxmlformats.org/officeDocument/2006/relationships/image" Target="../media/image725.png"/><Relationship Id="rId8" Type="http://schemas.openxmlformats.org/officeDocument/2006/relationships/customXml" Target="../ink/ink706.xml"/><Relationship Id="rId51" Type="http://schemas.openxmlformats.org/officeDocument/2006/relationships/image" Target="../media/image712.png"/><Relationship Id="rId72" Type="http://schemas.openxmlformats.org/officeDocument/2006/relationships/customXml" Target="../ink/ink738.xml"/><Relationship Id="rId93" Type="http://schemas.openxmlformats.org/officeDocument/2006/relationships/image" Target="../media/image7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9A984B7-25E6-8D44-CE7F-183454D0A4A2}"/>
              </a:ext>
            </a:extLst>
          </p:cNvPr>
          <p:cNvGrpSpPr/>
          <p:nvPr/>
        </p:nvGrpSpPr>
        <p:grpSpPr>
          <a:xfrm>
            <a:off x="617067" y="213027"/>
            <a:ext cx="2978280" cy="2132640"/>
            <a:chOff x="617067" y="213027"/>
            <a:chExt cx="2978280" cy="213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BC4629E-BB17-1A67-8904-B6CF969961F2}"/>
                    </a:ext>
                  </a:extLst>
                </p14:cNvPr>
                <p14:cNvContentPartPr/>
                <p14:nvPr/>
              </p14:nvContentPartPr>
              <p14:xfrm>
                <a:off x="802107" y="271347"/>
                <a:ext cx="1518120" cy="1894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BC4629E-BB17-1A67-8904-B6CF969961F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95987" y="265227"/>
                  <a:ext cx="1530360" cy="19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90982C2-C22C-1006-BB03-A31F2E057F6F}"/>
                    </a:ext>
                  </a:extLst>
                </p14:cNvPr>
                <p14:cNvContentPartPr/>
                <p14:nvPr/>
              </p14:nvContentPartPr>
              <p14:xfrm>
                <a:off x="2437947" y="213027"/>
                <a:ext cx="926280" cy="1739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90982C2-C22C-1006-BB03-A31F2E057F6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1827" y="206907"/>
                  <a:ext cx="938520" cy="175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C2A8245-3306-FFFD-117A-6BD526F2D801}"/>
                    </a:ext>
                  </a:extLst>
                </p14:cNvPr>
                <p14:cNvContentPartPr/>
                <p14:nvPr/>
              </p14:nvContentPartPr>
              <p14:xfrm>
                <a:off x="2450547" y="1163427"/>
                <a:ext cx="948240" cy="27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C2A8245-3306-FFFD-117A-6BD526F2D80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44427" y="1157307"/>
                  <a:ext cx="960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44BD94C-25A6-C18C-3CFA-E9F92A36F4AF}"/>
                    </a:ext>
                  </a:extLst>
                </p14:cNvPr>
                <p14:cNvContentPartPr/>
                <p14:nvPr/>
              </p14:nvContentPartPr>
              <p14:xfrm>
                <a:off x="617067" y="2194467"/>
                <a:ext cx="2978280" cy="151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44BD94C-25A6-C18C-3CFA-E9F92A36F4A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0947" y="2188347"/>
                  <a:ext cx="299052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B44ED23-9866-B43E-5178-366A76E9DB1E}"/>
              </a:ext>
            </a:extLst>
          </p:cNvPr>
          <p:cNvGrpSpPr/>
          <p:nvPr/>
        </p:nvGrpSpPr>
        <p:grpSpPr>
          <a:xfrm>
            <a:off x="4210227" y="3189147"/>
            <a:ext cx="7808760" cy="3260880"/>
            <a:chOff x="4210227" y="3189147"/>
            <a:chExt cx="7808760" cy="326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2486E5C-6A74-FA8F-560A-308700489994}"/>
                    </a:ext>
                  </a:extLst>
                </p14:cNvPr>
                <p14:cNvContentPartPr/>
                <p14:nvPr/>
              </p14:nvContentPartPr>
              <p14:xfrm>
                <a:off x="4274307" y="3189147"/>
                <a:ext cx="691560" cy="907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2486E5C-6A74-FA8F-560A-30870048999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68187" y="3183027"/>
                  <a:ext cx="703800" cy="9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652C6FF-F908-D306-CFE6-1E9F411528F5}"/>
                    </a:ext>
                  </a:extLst>
                </p14:cNvPr>
                <p14:cNvContentPartPr/>
                <p14:nvPr/>
              </p14:nvContentPartPr>
              <p14:xfrm>
                <a:off x="6371667" y="3431427"/>
                <a:ext cx="843840" cy="645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652C6FF-F908-D306-CFE6-1E9F411528F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365547" y="3425307"/>
                  <a:ext cx="856080" cy="65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B70F03B-81FB-06F1-3501-141260805EEA}"/>
                    </a:ext>
                  </a:extLst>
                </p14:cNvPr>
                <p14:cNvContentPartPr/>
                <p14:nvPr/>
              </p14:nvContentPartPr>
              <p14:xfrm>
                <a:off x="8532027" y="3333507"/>
                <a:ext cx="1292760" cy="716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B70F03B-81FB-06F1-3501-141260805E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25907" y="3327387"/>
                  <a:ext cx="1305000" cy="72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6755EA0-96A6-B697-A341-F3B2F1130EDE}"/>
                    </a:ext>
                  </a:extLst>
                </p14:cNvPr>
                <p14:cNvContentPartPr/>
                <p14:nvPr/>
              </p14:nvContentPartPr>
              <p14:xfrm>
                <a:off x="10875627" y="3440787"/>
                <a:ext cx="772200" cy="706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6755EA0-96A6-B697-A341-F3B2F1130ED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869507" y="3434667"/>
                  <a:ext cx="784440" cy="71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8E8C6C2-49F0-1690-6870-839EFDB29FB2}"/>
                    </a:ext>
                  </a:extLst>
                </p14:cNvPr>
                <p14:cNvContentPartPr/>
                <p14:nvPr/>
              </p14:nvContentPartPr>
              <p14:xfrm>
                <a:off x="4399227" y="4355547"/>
                <a:ext cx="373680" cy="975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8E8C6C2-49F0-1690-6870-839EFDB29FB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93107" y="4349427"/>
                  <a:ext cx="385920" cy="9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9D41E7B-3286-BF13-FF7A-310F6C211F8B}"/>
                    </a:ext>
                  </a:extLst>
                </p14:cNvPr>
                <p14:cNvContentPartPr/>
                <p14:nvPr/>
              </p14:nvContentPartPr>
              <p14:xfrm>
                <a:off x="4210227" y="5325387"/>
                <a:ext cx="453240" cy="464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9D41E7B-3286-BF13-FF7A-310F6C211F8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04107" y="5319267"/>
                  <a:ext cx="46548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4EC463D-8AD9-52CF-EAAD-D52E86C050C0}"/>
                    </a:ext>
                  </a:extLst>
                </p14:cNvPr>
                <p14:cNvContentPartPr/>
                <p14:nvPr/>
              </p14:nvContentPartPr>
              <p14:xfrm>
                <a:off x="4723587" y="5431227"/>
                <a:ext cx="115200" cy="427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4EC463D-8AD9-52CF-EAAD-D52E86C050C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17467" y="5425107"/>
                  <a:ext cx="12744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5746A61-B5E6-C530-A606-E49DF786899E}"/>
                    </a:ext>
                  </a:extLst>
                </p14:cNvPr>
                <p14:cNvContentPartPr/>
                <p14:nvPr/>
              </p14:nvContentPartPr>
              <p14:xfrm>
                <a:off x="5074587" y="5457507"/>
                <a:ext cx="370080" cy="534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5746A61-B5E6-C530-A606-E49DF786899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68467" y="5451387"/>
                  <a:ext cx="38232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325A30C-5619-DE9B-8D3B-A127C146FFF7}"/>
                    </a:ext>
                  </a:extLst>
                </p14:cNvPr>
                <p14:cNvContentPartPr/>
                <p14:nvPr/>
              </p14:nvContentPartPr>
              <p14:xfrm>
                <a:off x="6674067" y="4146027"/>
                <a:ext cx="765720" cy="938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325A30C-5619-DE9B-8D3B-A127C146FFF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67947" y="4139907"/>
                  <a:ext cx="777960" cy="9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119F594-B2D5-8EF2-7C71-AA018CC3F518}"/>
                    </a:ext>
                  </a:extLst>
                </p14:cNvPr>
                <p14:cNvContentPartPr/>
                <p14:nvPr/>
              </p14:nvContentPartPr>
              <p14:xfrm>
                <a:off x="6614667" y="5593947"/>
                <a:ext cx="100080" cy="299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119F594-B2D5-8EF2-7C71-AA018CC3F51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08547" y="5587827"/>
                  <a:ext cx="1123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ABF55BB-1719-8D3D-C358-175B9567C2A8}"/>
                    </a:ext>
                  </a:extLst>
                </p14:cNvPr>
                <p14:cNvContentPartPr/>
                <p14:nvPr/>
              </p14:nvContentPartPr>
              <p14:xfrm>
                <a:off x="6606387" y="5330427"/>
                <a:ext cx="3960" cy="6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ABF55BB-1719-8D3D-C358-175B9567C2A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00267" y="5324307"/>
                  <a:ext cx="162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F2969F8-CC69-3588-9A10-63DD34C0AA12}"/>
                    </a:ext>
                  </a:extLst>
                </p14:cNvPr>
                <p14:cNvContentPartPr/>
                <p14:nvPr/>
              </p14:nvContentPartPr>
              <p14:xfrm>
                <a:off x="6877467" y="5632107"/>
                <a:ext cx="253440" cy="516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F2969F8-CC69-3588-9A10-63DD34C0AA1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71347" y="5625987"/>
                  <a:ext cx="26568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18C5882-29CA-CD7A-89BB-547243AA4D5A}"/>
                    </a:ext>
                  </a:extLst>
                </p14:cNvPr>
                <p14:cNvContentPartPr/>
                <p14:nvPr/>
              </p14:nvContentPartPr>
              <p14:xfrm>
                <a:off x="8998227" y="4316667"/>
                <a:ext cx="293760" cy="1024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18C5882-29CA-CD7A-89BB-547243AA4D5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992107" y="4310547"/>
                  <a:ext cx="306000" cy="10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3D66818-09B4-F461-C7A8-D30AA6AA04EE}"/>
                    </a:ext>
                  </a:extLst>
                </p14:cNvPr>
                <p14:cNvContentPartPr/>
                <p14:nvPr/>
              </p14:nvContentPartPr>
              <p14:xfrm>
                <a:off x="8835867" y="4296147"/>
                <a:ext cx="527760" cy="204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3D66818-09B4-F461-C7A8-D30AA6AA04E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29747" y="4290027"/>
                  <a:ext cx="5400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E2D9DF1-5465-2968-6285-C12559F8117F}"/>
                    </a:ext>
                  </a:extLst>
                </p14:cNvPr>
                <p14:cNvContentPartPr/>
                <p14:nvPr/>
              </p14:nvContentPartPr>
              <p14:xfrm>
                <a:off x="8605107" y="5461467"/>
                <a:ext cx="282960" cy="711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E2D9DF1-5465-2968-6285-C12559F8117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598987" y="5455347"/>
                  <a:ext cx="295200" cy="72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A260776-ABE5-1BF2-F86E-1115E04370EA}"/>
                    </a:ext>
                  </a:extLst>
                </p14:cNvPr>
                <p14:cNvContentPartPr/>
                <p14:nvPr/>
              </p14:nvContentPartPr>
              <p14:xfrm>
                <a:off x="9184347" y="5646867"/>
                <a:ext cx="732960" cy="398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A260776-ABE5-1BF2-F86E-1115E04370E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178227" y="5640747"/>
                  <a:ext cx="74520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D5E0935-3924-FC5D-26A6-A18B95733211}"/>
                    </a:ext>
                  </a:extLst>
                </p14:cNvPr>
                <p14:cNvContentPartPr/>
                <p14:nvPr/>
              </p14:nvContentPartPr>
              <p14:xfrm>
                <a:off x="11146347" y="4329627"/>
                <a:ext cx="262800" cy="1373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D5E0935-3924-FC5D-26A6-A18B9573321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140227" y="4323507"/>
                  <a:ext cx="275040" cy="13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A78802D-9AB3-4C40-4BF3-EC7ED7E20367}"/>
                    </a:ext>
                  </a:extLst>
                </p14:cNvPr>
                <p14:cNvContentPartPr/>
                <p14:nvPr/>
              </p14:nvContentPartPr>
              <p14:xfrm>
                <a:off x="10926747" y="4241787"/>
                <a:ext cx="533520" cy="365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A78802D-9AB3-4C40-4BF3-EC7ED7E203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920627" y="4235667"/>
                  <a:ext cx="54576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87E0403-EED5-6EC0-9173-29CDB4481CF9}"/>
                    </a:ext>
                  </a:extLst>
                </p14:cNvPr>
                <p14:cNvContentPartPr/>
                <p14:nvPr/>
              </p14:nvContentPartPr>
              <p14:xfrm>
                <a:off x="10379547" y="5883027"/>
                <a:ext cx="556200" cy="63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87E0403-EED5-6EC0-9173-29CDB4481CF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73427" y="5876907"/>
                  <a:ext cx="5684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0F5AAC5-9846-9508-D400-69FF04ECC8BD}"/>
                    </a:ext>
                  </a:extLst>
                </p14:cNvPr>
                <p14:cNvContentPartPr/>
                <p14:nvPr/>
              </p14:nvContentPartPr>
              <p14:xfrm>
                <a:off x="10627947" y="6008307"/>
                <a:ext cx="153720" cy="438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0F5AAC5-9846-9508-D400-69FF04ECC8B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621827" y="6002187"/>
                  <a:ext cx="16596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90DB41B-D080-6D83-3527-055511B5FCEF}"/>
                    </a:ext>
                  </a:extLst>
                </p14:cNvPr>
                <p14:cNvContentPartPr/>
                <p14:nvPr/>
              </p14:nvContentPartPr>
              <p14:xfrm>
                <a:off x="10419147" y="6310707"/>
                <a:ext cx="165240" cy="61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90DB41B-D080-6D83-3527-055511B5FCE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413027" y="6304587"/>
                  <a:ext cx="1774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2C82CD0-C8EC-A053-E0C6-E87F1859D222}"/>
                    </a:ext>
                  </a:extLst>
                </p14:cNvPr>
                <p14:cNvContentPartPr/>
                <p14:nvPr/>
              </p14:nvContentPartPr>
              <p14:xfrm>
                <a:off x="10922427" y="6034947"/>
                <a:ext cx="467280" cy="415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2C82CD0-C8EC-A053-E0C6-E87F1859D22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916307" y="6028827"/>
                  <a:ext cx="47952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BDF4697-3FAC-0AA0-FD6D-FA3D49AEE167}"/>
                    </a:ext>
                  </a:extLst>
                </p14:cNvPr>
                <p14:cNvContentPartPr/>
                <p14:nvPr/>
              </p14:nvContentPartPr>
              <p14:xfrm>
                <a:off x="11440827" y="5897067"/>
                <a:ext cx="338760" cy="477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BDF4697-3FAC-0AA0-FD6D-FA3D49AEE16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434707" y="5890947"/>
                  <a:ext cx="35100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D9F0AED-E29A-DA3A-C378-42AFB6EF9DCD}"/>
                    </a:ext>
                  </a:extLst>
                </p14:cNvPr>
                <p14:cNvContentPartPr/>
                <p14:nvPr/>
              </p14:nvContentPartPr>
              <p14:xfrm>
                <a:off x="11690307" y="5902467"/>
                <a:ext cx="142200" cy="14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D9F0AED-E29A-DA3A-C378-42AFB6EF9DC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684187" y="5896347"/>
                  <a:ext cx="1544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2146589-264E-479C-44E9-BD910F8D7D0D}"/>
                    </a:ext>
                  </a:extLst>
                </p14:cNvPr>
                <p14:cNvContentPartPr/>
                <p14:nvPr/>
              </p14:nvContentPartPr>
              <p14:xfrm>
                <a:off x="11767707" y="5948907"/>
                <a:ext cx="251280" cy="491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2146589-264E-479C-44E9-BD910F8D7D0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761587" y="5942787"/>
                  <a:ext cx="26352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A5AE0BC-7CCC-8633-9AC1-F2ED05CEF555}"/>
                    </a:ext>
                  </a:extLst>
                </p14:cNvPr>
                <p14:cNvContentPartPr/>
                <p14:nvPr/>
              </p14:nvContentPartPr>
              <p14:xfrm>
                <a:off x="4901067" y="3506307"/>
                <a:ext cx="1103040" cy="65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A5AE0BC-7CCC-8633-9AC1-F2ED05CEF55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894947" y="3500187"/>
                  <a:ext cx="11152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3A14ED6-BF3B-B27D-CB2E-718DF8504848}"/>
                    </a:ext>
                  </a:extLst>
                </p14:cNvPr>
                <p14:cNvContentPartPr/>
                <p14:nvPr/>
              </p14:nvContentPartPr>
              <p14:xfrm>
                <a:off x="7269147" y="3543027"/>
                <a:ext cx="1195200" cy="70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3A14ED6-BF3B-B27D-CB2E-718DF850484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63027" y="3536907"/>
                  <a:ext cx="12074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A71EF2A-C49F-937A-5CBB-7DFF9C2923BA}"/>
                    </a:ext>
                  </a:extLst>
                </p14:cNvPr>
                <p14:cNvContentPartPr/>
                <p14:nvPr/>
              </p14:nvContentPartPr>
              <p14:xfrm>
                <a:off x="9791307" y="3485787"/>
                <a:ext cx="1083960" cy="54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A71EF2A-C49F-937A-5CBB-7DFF9C2923B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785187" y="3479667"/>
                  <a:ext cx="109620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94F5AE6-6A5A-DF48-50CC-2310EE1B4CDB}"/>
                  </a:ext>
                </a:extLst>
              </p14:cNvPr>
              <p14:cNvContentPartPr/>
              <p14:nvPr/>
            </p14:nvContentPartPr>
            <p14:xfrm>
              <a:off x="10854387" y="1624947"/>
              <a:ext cx="656640" cy="16848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94F5AE6-6A5A-DF48-50CC-2310EE1B4CD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848267" y="1618827"/>
                <a:ext cx="668880" cy="169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962E72F4-68F1-090B-4A3B-D76A09118004}"/>
              </a:ext>
            </a:extLst>
          </p:cNvPr>
          <p:cNvGrpSpPr/>
          <p:nvPr/>
        </p:nvGrpSpPr>
        <p:grpSpPr>
          <a:xfrm>
            <a:off x="8075547" y="51387"/>
            <a:ext cx="3525120" cy="2352960"/>
            <a:chOff x="8075547" y="51387"/>
            <a:chExt cx="3525120" cy="235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12EF48C-4302-9D85-4DBD-DC5C7C8F09BD}"/>
                    </a:ext>
                  </a:extLst>
                </p14:cNvPr>
                <p14:cNvContentPartPr/>
                <p14:nvPr/>
              </p14:nvContentPartPr>
              <p14:xfrm>
                <a:off x="10202427" y="352347"/>
                <a:ext cx="483480" cy="1095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12EF48C-4302-9D85-4DBD-DC5C7C8F09B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196307" y="346227"/>
                  <a:ext cx="495720" cy="11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60716E4-D3B0-B70A-D7AA-26FCB24D972E}"/>
                    </a:ext>
                  </a:extLst>
                </p14:cNvPr>
                <p14:cNvContentPartPr/>
                <p14:nvPr/>
              </p14:nvContentPartPr>
              <p14:xfrm>
                <a:off x="10816587" y="949227"/>
                <a:ext cx="445320" cy="581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60716E4-D3B0-B70A-D7AA-26FCB24D972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810467" y="943107"/>
                  <a:ext cx="45756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BCC3B6E-3A4D-FB14-FE2A-E8B5244F3315}"/>
                    </a:ext>
                  </a:extLst>
                </p14:cNvPr>
                <p14:cNvContentPartPr/>
                <p14:nvPr/>
              </p14:nvContentPartPr>
              <p14:xfrm>
                <a:off x="10878147" y="812427"/>
                <a:ext cx="722520" cy="1112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BCC3B6E-3A4D-FB14-FE2A-E8B5244F331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872027" y="806307"/>
                  <a:ext cx="734760" cy="11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B660D62-4622-BAD4-D138-E25AE315CCF2}"/>
                    </a:ext>
                  </a:extLst>
                </p14:cNvPr>
                <p14:cNvContentPartPr/>
                <p14:nvPr/>
              </p14:nvContentPartPr>
              <p14:xfrm>
                <a:off x="8075547" y="123747"/>
                <a:ext cx="418680" cy="2144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B660D62-4622-BAD4-D138-E25AE315CCF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069427" y="117627"/>
                  <a:ext cx="430920" cy="21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538A41A-B503-16FD-D3B4-4F22781ABF54}"/>
                    </a:ext>
                  </a:extLst>
                </p14:cNvPr>
                <p14:cNvContentPartPr/>
                <p14:nvPr/>
              </p14:nvContentPartPr>
              <p14:xfrm>
                <a:off x="8109387" y="51387"/>
                <a:ext cx="307440" cy="56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538A41A-B503-16FD-D3B4-4F22781ABF5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03267" y="45267"/>
                  <a:ext cx="3196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26F7158-68A9-D47B-85D7-92E096922B29}"/>
                    </a:ext>
                  </a:extLst>
                </p14:cNvPr>
                <p14:cNvContentPartPr/>
                <p14:nvPr/>
              </p14:nvContentPartPr>
              <p14:xfrm>
                <a:off x="8957907" y="122307"/>
                <a:ext cx="691920" cy="2022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26F7158-68A9-D47B-85D7-92E096922B2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51787" y="116187"/>
                  <a:ext cx="704160" cy="20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2F61EA6-CD47-9844-65A2-A2AFAE32068F}"/>
                    </a:ext>
                  </a:extLst>
                </p14:cNvPr>
                <p14:cNvContentPartPr/>
                <p14:nvPr/>
              </p14:nvContentPartPr>
              <p14:xfrm>
                <a:off x="9773307" y="1922307"/>
                <a:ext cx="456120" cy="482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2F61EA6-CD47-9844-65A2-A2AFAE32068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767187" y="1916187"/>
                  <a:ext cx="46836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F18CE5B-816B-247B-BFDF-F371ECACBBB7}"/>
                    </a:ext>
                  </a:extLst>
                </p14:cNvPr>
                <p14:cNvContentPartPr/>
                <p14:nvPr/>
              </p14:nvContentPartPr>
              <p14:xfrm>
                <a:off x="8303427" y="301227"/>
                <a:ext cx="914760" cy="307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F18CE5B-816B-247B-BFDF-F371ECACBBB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97307" y="295107"/>
                  <a:ext cx="927000" cy="320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6141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F4D3E-BA07-16D8-3AB3-45FF363DC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6DC10DC8-EDDC-7AC5-5AF5-06A340A13710}"/>
              </a:ext>
            </a:extLst>
          </p:cNvPr>
          <p:cNvGrpSpPr/>
          <p:nvPr/>
        </p:nvGrpSpPr>
        <p:grpSpPr>
          <a:xfrm>
            <a:off x="692307" y="209067"/>
            <a:ext cx="11207160" cy="6176520"/>
            <a:chOff x="692307" y="209067"/>
            <a:chExt cx="11207160" cy="617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6265E3A-9C11-FD49-4C3A-265F33A4F2DE}"/>
                    </a:ext>
                  </a:extLst>
                </p14:cNvPr>
                <p14:cNvContentPartPr/>
                <p14:nvPr/>
              </p14:nvContentPartPr>
              <p14:xfrm>
                <a:off x="692307" y="306987"/>
                <a:ext cx="822960" cy="155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6265E3A-9C11-FD49-4C3A-265F33A4F2D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6187" y="300867"/>
                  <a:ext cx="8352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FBE7131-5F9D-D949-732C-9C319ACF2810}"/>
                    </a:ext>
                  </a:extLst>
                </p14:cNvPr>
                <p14:cNvContentPartPr/>
                <p14:nvPr/>
              </p14:nvContentPartPr>
              <p14:xfrm>
                <a:off x="1247067" y="443067"/>
                <a:ext cx="15480" cy="667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FBE7131-5F9D-D949-732C-9C319ACF281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40947" y="436947"/>
                  <a:ext cx="27720" cy="67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428AC0C-BD11-6D56-9941-ED5A08E8ECDA}"/>
                    </a:ext>
                  </a:extLst>
                </p14:cNvPr>
                <p14:cNvContentPartPr/>
                <p14:nvPr/>
              </p14:nvContentPartPr>
              <p14:xfrm>
                <a:off x="1451907" y="588147"/>
                <a:ext cx="353160" cy="697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428AC0C-BD11-6D56-9941-ED5A08E8ECD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45787" y="582027"/>
                  <a:ext cx="365400" cy="70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58E2157-E1F6-A6EC-ACD4-98201B21F51E}"/>
                    </a:ext>
                  </a:extLst>
                </p14:cNvPr>
                <p14:cNvContentPartPr/>
                <p14:nvPr/>
              </p14:nvContentPartPr>
              <p14:xfrm>
                <a:off x="1949427" y="209067"/>
                <a:ext cx="2287800" cy="1085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58E2157-E1F6-A6EC-ACD4-98201B21F51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43307" y="202947"/>
                  <a:ext cx="2300040" cy="10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D670885-8FDE-EF5C-0435-1DE42504ECFD}"/>
                    </a:ext>
                  </a:extLst>
                </p14:cNvPr>
                <p14:cNvContentPartPr/>
                <p14:nvPr/>
              </p14:nvContentPartPr>
              <p14:xfrm>
                <a:off x="4282587" y="425787"/>
                <a:ext cx="650880" cy="477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D670885-8FDE-EF5C-0435-1DE42504ECF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76467" y="419667"/>
                  <a:ext cx="66312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B0D8470-0F08-596D-504E-EF05DA8B9ED5}"/>
                    </a:ext>
                  </a:extLst>
                </p14:cNvPr>
                <p14:cNvContentPartPr/>
                <p14:nvPr/>
              </p14:nvContentPartPr>
              <p14:xfrm>
                <a:off x="1019907" y="1136067"/>
                <a:ext cx="4470480" cy="353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B0D8470-0F08-596D-504E-EF05DA8B9ED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3787" y="1129947"/>
                  <a:ext cx="448272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850CD5B-B5E3-3A8C-07B1-DE8DCB05D608}"/>
                    </a:ext>
                  </a:extLst>
                </p14:cNvPr>
                <p14:cNvContentPartPr/>
                <p14:nvPr/>
              </p14:nvContentPartPr>
              <p14:xfrm>
                <a:off x="2613627" y="1954707"/>
                <a:ext cx="19800" cy="1238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850CD5B-B5E3-3A8C-07B1-DE8DCB05D60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07507" y="1948587"/>
                  <a:ext cx="32040" cy="12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3B7E4C9-E6C3-E455-6B0D-3CF0AFC8F9D4}"/>
                    </a:ext>
                  </a:extLst>
                </p14:cNvPr>
                <p14:cNvContentPartPr/>
                <p14:nvPr/>
              </p14:nvContentPartPr>
              <p14:xfrm>
                <a:off x="3123387" y="1824747"/>
                <a:ext cx="159120" cy="1432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3B7E4C9-E6C3-E455-6B0D-3CF0AFC8F9D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17267" y="1818627"/>
                  <a:ext cx="171360" cy="14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28EA37D-E14C-418F-0570-A22BCF93C794}"/>
                    </a:ext>
                  </a:extLst>
                </p14:cNvPr>
                <p14:cNvContentPartPr/>
                <p14:nvPr/>
              </p14:nvContentPartPr>
              <p14:xfrm>
                <a:off x="2142387" y="2040387"/>
                <a:ext cx="1808640" cy="219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28EA37D-E14C-418F-0570-A22BCF93C79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36267" y="2034267"/>
                  <a:ext cx="1820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6B2FD43-EEEE-3C9F-4076-3F2FC4DFD5C3}"/>
                    </a:ext>
                  </a:extLst>
                </p14:cNvPr>
                <p14:cNvContentPartPr/>
                <p14:nvPr/>
              </p14:nvContentPartPr>
              <p14:xfrm>
                <a:off x="1945827" y="2554107"/>
                <a:ext cx="1856160" cy="219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6B2FD43-EEEE-3C9F-4076-3F2FC4DFD5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39707" y="2547987"/>
                  <a:ext cx="1868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21A53E4-AC38-EFB6-4F2A-7FAFFC7423EB}"/>
                    </a:ext>
                  </a:extLst>
                </p14:cNvPr>
                <p14:cNvContentPartPr/>
                <p14:nvPr/>
              </p14:nvContentPartPr>
              <p14:xfrm>
                <a:off x="4328667" y="1574187"/>
                <a:ext cx="817560" cy="125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21A53E4-AC38-EFB6-4F2A-7FAFFC7423E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22547" y="1568067"/>
                  <a:ext cx="829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83933A4-19FB-FC96-C5AF-9D6A42CFFE4B}"/>
                    </a:ext>
                  </a:extLst>
                </p14:cNvPr>
                <p14:cNvContentPartPr/>
                <p14:nvPr/>
              </p14:nvContentPartPr>
              <p14:xfrm>
                <a:off x="4756707" y="1678587"/>
                <a:ext cx="78480" cy="1123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83933A4-19FB-FC96-C5AF-9D6A42CFFE4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50587" y="1672467"/>
                  <a:ext cx="90720" cy="11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BDA5C87-DDD8-3F48-28F9-7CEA11E3FDA9}"/>
                    </a:ext>
                  </a:extLst>
                </p14:cNvPr>
                <p14:cNvContentPartPr/>
                <p14:nvPr/>
              </p14:nvContentPartPr>
              <p14:xfrm>
                <a:off x="4154067" y="2665707"/>
                <a:ext cx="1080000" cy="217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BDA5C87-DDD8-3F48-28F9-7CEA11E3FDA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47947" y="2659587"/>
                  <a:ext cx="10922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9F38E4F-EB10-1C9A-D184-5C8AD117BAFA}"/>
                    </a:ext>
                  </a:extLst>
                </p14:cNvPr>
                <p14:cNvContentPartPr/>
                <p14:nvPr/>
              </p14:nvContentPartPr>
              <p14:xfrm>
                <a:off x="5396067" y="1262787"/>
                <a:ext cx="176040" cy="2268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9F38E4F-EB10-1C9A-D184-5C8AD117BAF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89947" y="1256667"/>
                  <a:ext cx="188280" cy="22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6BC5411-1EA7-60C5-CDD1-0F3865C2FE46}"/>
                    </a:ext>
                  </a:extLst>
                </p14:cNvPr>
                <p14:cNvContentPartPr/>
                <p14:nvPr/>
              </p14:nvContentPartPr>
              <p14:xfrm>
                <a:off x="5881707" y="1640067"/>
                <a:ext cx="657000" cy="1539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6BC5411-1EA7-60C5-CDD1-0F3865C2FE4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75587" y="1633947"/>
                  <a:ext cx="669240" cy="15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B085835-503C-CE49-B171-F797FFDF4CA4}"/>
                    </a:ext>
                  </a:extLst>
                </p14:cNvPr>
                <p14:cNvContentPartPr/>
                <p14:nvPr/>
              </p14:nvContentPartPr>
              <p14:xfrm>
                <a:off x="7117587" y="2204907"/>
                <a:ext cx="1284480" cy="101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085835-503C-CE49-B171-F797FFDF4CA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11467" y="2198787"/>
                  <a:ext cx="1296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F1C6C60-87B8-1279-7230-2AA2AD53E757}"/>
                    </a:ext>
                  </a:extLst>
                </p14:cNvPr>
                <p14:cNvContentPartPr/>
                <p14:nvPr/>
              </p14:nvContentPartPr>
              <p14:xfrm>
                <a:off x="7025787" y="2512347"/>
                <a:ext cx="1391400" cy="200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F1C6C60-87B8-1279-7230-2AA2AD53E75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19667" y="2506227"/>
                  <a:ext cx="14036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C108A94-7712-E1A1-CD95-6C82CE2C8BE6}"/>
                    </a:ext>
                  </a:extLst>
                </p14:cNvPr>
                <p14:cNvContentPartPr/>
                <p14:nvPr/>
              </p14:nvContentPartPr>
              <p14:xfrm>
                <a:off x="8747667" y="2182227"/>
                <a:ext cx="706320" cy="70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C108A94-7712-E1A1-CD95-6C82CE2C8BE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41547" y="2176107"/>
                  <a:ext cx="7185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361F560-E7AC-0B06-E59A-4F1C13C64EED}"/>
                    </a:ext>
                  </a:extLst>
                </p14:cNvPr>
                <p14:cNvContentPartPr/>
                <p14:nvPr/>
              </p14:nvContentPartPr>
              <p14:xfrm>
                <a:off x="8731827" y="2488947"/>
                <a:ext cx="846720" cy="122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361F560-E7AC-0B06-E59A-4F1C13C64EE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725707" y="2482827"/>
                  <a:ext cx="858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CCAE623-374D-BD88-3384-3FCFC9F27167}"/>
                    </a:ext>
                  </a:extLst>
                </p14:cNvPr>
                <p14:cNvContentPartPr/>
                <p14:nvPr/>
              </p14:nvContentPartPr>
              <p14:xfrm>
                <a:off x="10141227" y="2226507"/>
                <a:ext cx="484920" cy="20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CCAE623-374D-BD88-3384-3FCFC9F2716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135107" y="2220387"/>
                  <a:ext cx="497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7C357B7-AAD4-47E2-4143-278213C70CE8}"/>
                    </a:ext>
                  </a:extLst>
                </p14:cNvPr>
                <p14:cNvContentPartPr/>
                <p14:nvPr/>
              </p14:nvContentPartPr>
              <p14:xfrm>
                <a:off x="10084707" y="2557347"/>
                <a:ext cx="683640" cy="2188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7C357B7-AAD4-47E2-4143-278213C70CE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78587" y="2551227"/>
                  <a:ext cx="6958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2F06583-FF73-A68D-96C3-D717BC45A724}"/>
                    </a:ext>
                  </a:extLst>
                </p14:cNvPr>
                <p14:cNvContentPartPr/>
                <p14:nvPr/>
              </p14:nvContentPartPr>
              <p14:xfrm>
                <a:off x="10267587" y="1728987"/>
                <a:ext cx="64080" cy="1659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2F06583-FF73-A68D-96C3-D717BC45A72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261467" y="1722867"/>
                  <a:ext cx="76320" cy="167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18CDD58-A095-CCA1-F418-FB2322E0A6BC}"/>
                    </a:ext>
                  </a:extLst>
                </p14:cNvPr>
                <p14:cNvContentPartPr/>
                <p14:nvPr/>
              </p14:nvContentPartPr>
              <p14:xfrm>
                <a:off x="10472067" y="1835547"/>
                <a:ext cx="85320" cy="1605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18CDD58-A095-CCA1-F418-FB2322E0A6B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465947" y="1829427"/>
                  <a:ext cx="97560" cy="161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ACD485B-F6BF-132D-34E2-DAA11FF965EB}"/>
                    </a:ext>
                  </a:extLst>
                </p14:cNvPr>
                <p14:cNvContentPartPr/>
                <p14:nvPr/>
              </p14:nvContentPartPr>
              <p14:xfrm>
                <a:off x="10788507" y="2150187"/>
                <a:ext cx="577080" cy="839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ACD485B-F6BF-132D-34E2-DAA11FF965E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782387" y="2144067"/>
                  <a:ext cx="589320" cy="85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0C04F0F-9C8B-7C71-AF78-9E63F10B4D8F}"/>
                    </a:ext>
                  </a:extLst>
                </p14:cNvPr>
                <p14:cNvContentPartPr/>
                <p14:nvPr/>
              </p14:nvContentPartPr>
              <p14:xfrm>
                <a:off x="11388987" y="1625307"/>
                <a:ext cx="333000" cy="2140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0C04F0F-9C8B-7C71-AF78-9E63F10B4D8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382867" y="1619187"/>
                  <a:ext cx="345240" cy="21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CB92B8E-849D-48C6-3C06-41866C5FCE16}"/>
                    </a:ext>
                  </a:extLst>
                </p14:cNvPr>
                <p14:cNvContentPartPr/>
                <p14:nvPr/>
              </p14:nvContentPartPr>
              <p14:xfrm>
                <a:off x="11192427" y="2445747"/>
                <a:ext cx="707040" cy="1005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CB92B8E-849D-48C6-3C06-41866C5FCE1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186307" y="2439627"/>
                  <a:ext cx="719280" cy="10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310C9A3-2956-E159-64DB-7C07A843C26E}"/>
                    </a:ext>
                  </a:extLst>
                </p14:cNvPr>
                <p14:cNvContentPartPr/>
                <p14:nvPr/>
              </p14:nvContentPartPr>
              <p14:xfrm>
                <a:off x="6501267" y="1169547"/>
                <a:ext cx="3582720" cy="2550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310C9A3-2956-E159-64DB-7C07A843C26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95147" y="1163427"/>
                  <a:ext cx="3594960" cy="256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D0AA164-8B35-A720-D3C0-09FABB0DC053}"/>
                    </a:ext>
                  </a:extLst>
                </p14:cNvPr>
                <p14:cNvContentPartPr/>
                <p14:nvPr/>
              </p14:nvContentPartPr>
              <p14:xfrm>
                <a:off x="6819507" y="4355907"/>
                <a:ext cx="2145960" cy="155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D0AA164-8B35-A720-D3C0-09FABB0DC05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813387" y="4349787"/>
                  <a:ext cx="21582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F81466D-CBC5-AC04-3F2D-F46E41696C4B}"/>
                    </a:ext>
                  </a:extLst>
                </p14:cNvPr>
                <p14:cNvContentPartPr/>
                <p14:nvPr/>
              </p14:nvContentPartPr>
              <p14:xfrm>
                <a:off x="7052067" y="4854507"/>
                <a:ext cx="1574280" cy="158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F81466D-CBC5-AC04-3F2D-F46E41696C4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45947" y="4848387"/>
                  <a:ext cx="15865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5A6C1F9-3B40-53D4-6EFD-C80EB1F4E20B}"/>
                    </a:ext>
                  </a:extLst>
                </p14:cNvPr>
                <p14:cNvContentPartPr/>
                <p14:nvPr/>
              </p14:nvContentPartPr>
              <p14:xfrm>
                <a:off x="7502067" y="3754347"/>
                <a:ext cx="444960" cy="1946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5A6C1F9-3B40-53D4-6EFD-C80EB1F4E20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95947" y="3748227"/>
                  <a:ext cx="457200" cy="19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C3A9AC8-7A30-36D1-4788-16C39C866F0D}"/>
                    </a:ext>
                  </a:extLst>
                </p14:cNvPr>
                <p14:cNvContentPartPr/>
                <p14:nvPr/>
              </p14:nvContentPartPr>
              <p14:xfrm>
                <a:off x="2575107" y="4187787"/>
                <a:ext cx="563760" cy="1322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C3A9AC8-7A30-36D1-4788-16C39C866F0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568987" y="4181667"/>
                  <a:ext cx="576000" cy="13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9FC6C9C-85C0-E530-95A6-37AF43F18E9F}"/>
                    </a:ext>
                  </a:extLst>
                </p14:cNvPr>
                <p14:cNvContentPartPr/>
                <p14:nvPr/>
              </p14:nvContentPartPr>
              <p14:xfrm>
                <a:off x="3446667" y="4430427"/>
                <a:ext cx="630720" cy="974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9FC6C9C-85C0-E530-95A6-37AF43F18E9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440547" y="4424307"/>
                  <a:ext cx="642960" cy="9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F65FDCF-891F-9284-27A1-70678C8BEDA5}"/>
                    </a:ext>
                  </a:extLst>
                </p14:cNvPr>
                <p14:cNvContentPartPr/>
                <p14:nvPr/>
              </p14:nvContentPartPr>
              <p14:xfrm>
                <a:off x="4244427" y="4282467"/>
                <a:ext cx="893520" cy="1006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F65FDCF-891F-9284-27A1-70678C8BEDA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238307" y="4276347"/>
                  <a:ext cx="905760" cy="10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ED2C747-44F8-4D62-75D1-EA84ECA1EDEC}"/>
                    </a:ext>
                  </a:extLst>
                </p14:cNvPr>
                <p14:cNvContentPartPr/>
                <p14:nvPr/>
              </p14:nvContentPartPr>
              <p14:xfrm>
                <a:off x="5394627" y="4129107"/>
                <a:ext cx="515880" cy="816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ED2C747-44F8-4D62-75D1-EA84ECA1EDE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88507" y="4122987"/>
                  <a:ext cx="528120" cy="8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37B04A7-47B9-739A-AA64-D522B48A9AE9}"/>
                    </a:ext>
                  </a:extLst>
                </p14:cNvPr>
                <p14:cNvContentPartPr/>
                <p14:nvPr/>
              </p14:nvContentPartPr>
              <p14:xfrm>
                <a:off x="5384187" y="3995187"/>
                <a:ext cx="276120" cy="911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37B04A7-47B9-739A-AA64-D522B48A9AE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378067" y="3989067"/>
                  <a:ext cx="288360" cy="9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B3A9B78-19E6-A6D2-5CD4-ECA0474F4546}"/>
                    </a:ext>
                  </a:extLst>
                </p14:cNvPr>
                <p14:cNvContentPartPr/>
                <p14:nvPr/>
              </p14:nvContentPartPr>
              <p14:xfrm>
                <a:off x="1567827" y="4694667"/>
                <a:ext cx="889920" cy="719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B3A9B78-19E6-A6D2-5CD4-ECA0474F454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561707" y="4688547"/>
                  <a:ext cx="902160" cy="7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57CAA2B-F2CD-B280-D1B4-479A6A105716}"/>
                    </a:ext>
                  </a:extLst>
                </p14:cNvPr>
                <p14:cNvContentPartPr/>
                <p14:nvPr/>
              </p14:nvContentPartPr>
              <p14:xfrm>
                <a:off x="1720467" y="4588827"/>
                <a:ext cx="169200" cy="937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7CAA2B-F2CD-B280-D1B4-479A6A10571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14347" y="4582707"/>
                  <a:ext cx="181440" cy="9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8AE2D7A-7321-5AD0-55F2-AD82AA645AAE}"/>
                    </a:ext>
                  </a:extLst>
                </p14:cNvPr>
                <p14:cNvContentPartPr/>
                <p14:nvPr/>
              </p14:nvContentPartPr>
              <p14:xfrm>
                <a:off x="745587" y="3569307"/>
                <a:ext cx="5780880" cy="2816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8AE2D7A-7321-5AD0-55F2-AD82AA645AA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39467" y="3563187"/>
                  <a:ext cx="5793120" cy="2828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3808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7C133-5BB3-1F83-0F77-6BF44F83D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E4EB054-FADB-C923-E6EF-224AA730F9EF}"/>
                  </a:ext>
                </a:extLst>
              </p14:cNvPr>
              <p14:cNvContentPartPr/>
              <p14:nvPr/>
            </p14:nvContentPartPr>
            <p14:xfrm>
              <a:off x="722547" y="4301547"/>
              <a:ext cx="1080" cy="7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E4EB054-FADB-C923-E6EF-224AA730F9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6427" y="4295427"/>
                <a:ext cx="13320" cy="1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767677B-1314-7F51-6977-BD28204DDB7E}"/>
                  </a:ext>
                </a:extLst>
              </p14:cNvPr>
              <p14:cNvContentPartPr/>
              <p14:nvPr/>
            </p14:nvContentPartPr>
            <p14:xfrm>
              <a:off x="677907" y="204027"/>
              <a:ext cx="1052640" cy="1233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767677B-1314-7F51-6977-BD28204DDB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1787" y="197907"/>
                <a:ext cx="1064880" cy="12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FC9A5F5-48C8-E45B-141C-E5B99939F6E5}"/>
                  </a:ext>
                </a:extLst>
              </p14:cNvPr>
              <p14:cNvContentPartPr/>
              <p14:nvPr/>
            </p14:nvContentPartPr>
            <p14:xfrm>
              <a:off x="1506627" y="753387"/>
              <a:ext cx="558000" cy="618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FC9A5F5-48C8-E45B-141C-E5B99939F6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00507" y="747267"/>
                <a:ext cx="570240" cy="63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B43FF97-4C4F-F727-C4E3-21C6637681F3}"/>
                  </a:ext>
                </a:extLst>
              </p14:cNvPr>
              <p14:cNvContentPartPr/>
              <p14:nvPr/>
            </p14:nvContentPartPr>
            <p14:xfrm>
              <a:off x="2165427" y="787947"/>
              <a:ext cx="456480" cy="566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B43FF97-4C4F-F727-C4E3-21C6637681F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59307" y="781827"/>
                <a:ext cx="468720" cy="5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8BD322B-4D4E-6053-CB62-41F1C0FA7747}"/>
                  </a:ext>
                </a:extLst>
              </p14:cNvPr>
              <p14:cNvContentPartPr/>
              <p14:nvPr/>
            </p14:nvContentPartPr>
            <p14:xfrm>
              <a:off x="2665107" y="894867"/>
              <a:ext cx="411480" cy="334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8BD322B-4D4E-6053-CB62-41F1C0FA774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58987" y="888747"/>
                <a:ext cx="42372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CCF5432-256D-7AF3-CEAB-B10B6AB521E6}"/>
                  </a:ext>
                </a:extLst>
              </p14:cNvPr>
              <p14:cNvContentPartPr/>
              <p14:nvPr/>
            </p14:nvContentPartPr>
            <p14:xfrm>
              <a:off x="3224187" y="315627"/>
              <a:ext cx="2912760" cy="1002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CCF5432-256D-7AF3-CEAB-B10B6AB521E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18067" y="309507"/>
                <a:ext cx="2925000" cy="10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C1012F7-7B81-F1E8-1533-3BC7E4ED200C}"/>
                  </a:ext>
                </a:extLst>
              </p14:cNvPr>
              <p14:cNvContentPartPr/>
              <p14:nvPr/>
            </p14:nvContentPartPr>
            <p14:xfrm>
              <a:off x="6998427" y="749787"/>
              <a:ext cx="113040" cy="421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C1012F7-7B81-F1E8-1533-3BC7E4ED200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992307" y="743667"/>
                <a:ext cx="125280" cy="4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B84AAB0-DEFF-2766-B63C-3AAA140CA814}"/>
                  </a:ext>
                </a:extLst>
              </p14:cNvPr>
              <p14:cNvContentPartPr/>
              <p14:nvPr/>
            </p14:nvContentPartPr>
            <p14:xfrm>
              <a:off x="6845067" y="547467"/>
              <a:ext cx="1146240" cy="628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B84AAB0-DEFF-2766-B63C-3AAA140CA81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38947" y="541347"/>
                <a:ext cx="1158480" cy="64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B99B8F2-9787-5D50-2AE3-62ED454B22F0}"/>
                  </a:ext>
                </a:extLst>
              </p14:cNvPr>
              <p14:cNvContentPartPr/>
              <p14:nvPr/>
            </p14:nvContentPartPr>
            <p14:xfrm>
              <a:off x="8261307" y="548547"/>
              <a:ext cx="995040" cy="5176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B99B8F2-9787-5D50-2AE3-62ED454B22F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255187" y="542427"/>
                <a:ext cx="1007280" cy="52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C3869EF-07BC-D249-0D35-B66C373B1FD9}"/>
                  </a:ext>
                </a:extLst>
              </p14:cNvPr>
              <p14:cNvContentPartPr/>
              <p14:nvPr/>
            </p14:nvContentPartPr>
            <p14:xfrm>
              <a:off x="9063387" y="366387"/>
              <a:ext cx="3489480" cy="8672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C3869EF-07BC-D249-0D35-B66C373B1FD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057267" y="360267"/>
                <a:ext cx="3501720" cy="87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FAD930C-9972-1702-10D6-8CCBF28EC75B}"/>
                  </a:ext>
                </a:extLst>
              </p14:cNvPr>
              <p14:cNvContentPartPr/>
              <p14:nvPr/>
            </p14:nvContentPartPr>
            <p14:xfrm>
              <a:off x="1397547" y="1602987"/>
              <a:ext cx="9925920" cy="3052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FAD930C-9972-1702-10D6-8CCBF28EC75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391427" y="1596867"/>
                <a:ext cx="993816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C90D437-B7E7-39B2-2C2A-03A5A2B4E4E1}"/>
                  </a:ext>
                </a:extLst>
              </p14:cNvPr>
              <p14:cNvContentPartPr/>
              <p14:nvPr/>
            </p14:nvContentPartPr>
            <p14:xfrm>
              <a:off x="11545947" y="1460787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C90D437-B7E7-39B2-2C2A-03A5A2B4E4E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539827" y="145466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CBAE300-D844-4FBF-01F1-A243B358290F}"/>
                  </a:ext>
                </a:extLst>
              </p14:cNvPr>
              <p14:cNvContentPartPr/>
              <p14:nvPr/>
            </p14:nvContentPartPr>
            <p14:xfrm>
              <a:off x="3170547" y="1430187"/>
              <a:ext cx="36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CBAE300-D844-4FBF-01F1-A243B358290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164427" y="142406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1F26BD6-B005-1877-6F35-A71E7ABD5264}"/>
                  </a:ext>
                </a:extLst>
              </p14:cNvPr>
              <p14:cNvContentPartPr/>
              <p14:nvPr/>
            </p14:nvContentPartPr>
            <p14:xfrm>
              <a:off x="3315267" y="1779747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1F26BD6-B005-1877-6F35-A71E7ABD526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309147" y="177362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92783CB-90AE-5A5F-ABDF-0D441AAB3183}"/>
                  </a:ext>
                </a:extLst>
              </p14:cNvPr>
              <p14:cNvContentPartPr/>
              <p14:nvPr/>
            </p14:nvContentPartPr>
            <p14:xfrm>
              <a:off x="7920027" y="1344867"/>
              <a:ext cx="36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92783CB-90AE-5A5F-ABDF-0D441AAB318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913907" y="133874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80788B6-A8E2-49A7-36D3-B8E239D86391}"/>
                  </a:ext>
                </a:extLst>
              </p14:cNvPr>
              <p14:cNvContentPartPr/>
              <p14:nvPr/>
            </p14:nvContentPartPr>
            <p14:xfrm>
              <a:off x="7622667" y="1393107"/>
              <a:ext cx="4371480" cy="129780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80788B6-A8E2-49A7-36D3-B8E239D8639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616547" y="1386987"/>
                <a:ext cx="4383720" cy="13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49B4380D-0676-8BE5-D694-7D00311D8CA3}"/>
                  </a:ext>
                </a:extLst>
              </p14:cNvPr>
              <p14:cNvContentPartPr/>
              <p14:nvPr/>
            </p14:nvContentPartPr>
            <p14:xfrm>
              <a:off x="8421147" y="2932467"/>
              <a:ext cx="720" cy="50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49B4380D-0676-8BE5-D694-7D00311D8CA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415027" y="2926347"/>
                <a:ext cx="12960" cy="1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68213534-8093-8CA8-81EE-71C241CBB3EC}"/>
              </a:ext>
            </a:extLst>
          </p:cNvPr>
          <p:cNvGrpSpPr/>
          <p:nvPr/>
        </p:nvGrpSpPr>
        <p:grpSpPr>
          <a:xfrm>
            <a:off x="467307" y="1827267"/>
            <a:ext cx="11133000" cy="3426120"/>
            <a:chOff x="467307" y="1827267"/>
            <a:chExt cx="11133000" cy="342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DF2D5F8-CC63-E0A0-FC2F-80C48D1733C2}"/>
                    </a:ext>
                  </a:extLst>
                </p14:cNvPr>
                <p14:cNvContentPartPr/>
                <p14:nvPr/>
              </p14:nvContentPartPr>
              <p14:xfrm>
                <a:off x="9099027" y="4332147"/>
                <a:ext cx="560160" cy="443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DF2D5F8-CC63-E0A0-FC2F-80C48D1733C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092907" y="4326027"/>
                  <a:ext cx="57240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4F42349-1583-B887-C18A-7EE120C32705}"/>
                    </a:ext>
                  </a:extLst>
                </p14:cNvPr>
                <p14:cNvContentPartPr/>
                <p14:nvPr/>
              </p14:nvContentPartPr>
              <p14:xfrm>
                <a:off x="9754947" y="4479387"/>
                <a:ext cx="516600" cy="321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4F42349-1583-B887-C18A-7EE120C3270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748827" y="4473267"/>
                  <a:ext cx="5288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C654CC0-E620-DC72-1AE7-7490751CF0D7}"/>
                    </a:ext>
                  </a:extLst>
                </p14:cNvPr>
                <p14:cNvContentPartPr/>
                <p14:nvPr/>
              </p14:nvContentPartPr>
              <p14:xfrm>
                <a:off x="10398267" y="4506387"/>
                <a:ext cx="386280" cy="290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C654CC0-E620-DC72-1AE7-7490751CF0D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392147" y="4500267"/>
                  <a:ext cx="3985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14CCC5A-D0B3-64AE-C907-724CBA577DB5}"/>
                    </a:ext>
                  </a:extLst>
                </p14:cNvPr>
                <p14:cNvContentPartPr/>
                <p14:nvPr/>
              </p14:nvContentPartPr>
              <p14:xfrm>
                <a:off x="11072187" y="4453827"/>
                <a:ext cx="528120" cy="371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14CCC5A-D0B3-64AE-C907-724CBA577DB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066067" y="4447707"/>
                  <a:ext cx="54036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53CA49D-1292-31C9-4540-5222E098E0AF}"/>
                    </a:ext>
                  </a:extLst>
                </p14:cNvPr>
                <p14:cNvContentPartPr/>
                <p14:nvPr/>
              </p14:nvContentPartPr>
              <p14:xfrm>
                <a:off x="6562467" y="3390387"/>
                <a:ext cx="1080360" cy="205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53CA49D-1292-31C9-4540-5222E098E0A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556347" y="3384267"/>
                  <a:ext cx="10926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CED4381-06E4-B9C0-AAF2-E8481152A9C0}"/>
                    </a:ext>
                  </a:extLst>
                </p14:cNvPr>
                <p14:cNvContentPartPr/>
                <p14:nvPr/>
              </p14:nvContentPartPr>
              <p14:xfrm>
                <a:off x="7655787" y="2922027"/>
                <a:ext cx="159480" cy="853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CED4381-06E4-B9C0-AAF2-E8481152A9C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649667" y="2915907"/>
                  <a:ext cx="171720" cy="86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5553840-9C60-4D9B-AB7D-A2B5887CC1FC}"/>
                    </a:ext>
                  </a:extLst>
                </p14:cNvPr>
                <p14:cNvContentPartPr/>
                <p14:nvPr/>
              </p14:nvContentPartPr>
              <p14:xfrm>
                <a:off x="7637787" y="2843187"/>
                <a:ext cx="3486960" cy="865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5553840-9C60-4D9B-AB7D-A2B5887CC1F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631667" y="2837067"/>
                  <a:ext cx="3499200" cy="87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8727E60-FB28-6B69-572A-8A4F1E971040}"/>
                    </a:ext>
                  </a:extLst>
                </p14:cNvPr>
                <p14:cNvContentPartPr/>
                <p14:nvPr/>
              </p14:nvContentPartPr>
              <p14:xfrm>
                <a:off x="8087067" y="3113547"/>
                <a:ext cx="382320" cy="325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8727E60-FB28-6B69-572A-8A4F1E97104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080947" y="3107427"/>
                  <a:ext cx="3945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C803096-F573-7712-15A5-B11F985E2291}"/>
                    </a:ext>
                  </a:extLst>
                </p14:cNvPr>
                <p14:cNvContentPartPr/>
                <p14:nvPr/>
              </p14:nvContentPartPr>
              <p14:xfrm>
                <a:off x="8632467" y="3129027"/>
                <a:ext cx="187560" cy="2671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C803096-F573-7712-15A5-B11F985E229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626347" y="3122907"/>
                  <a:ext cx="1998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6ACE158-AD68-5A0D-AF10-D7D6A2093D51}"/>
                    </a:ext>
                  </a:extLst>
                </p14:cNvPr>
                <p14:cNvContentPartPr/>
                <p14:nvPr/>
              </p14:nvContentPartPr>
              <p14:xfrm>
                <a:off x="9037107" y="2972787"/>
                <a:ext cx="1395720" cy="461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6ACE158-AD68-5A0D-AF10-D7D6A2093D5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030987" y="2966667"/>
                  <a:ext cx="140796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93F29BC-6ED8-0899-399A-B4A58F10A923}"/>
                    </a:ext>
                  </a:extLst>
                </p14:cNvPr>
                <p14:cNvContentPartPr/>
                <p14:nvPr/>
              </p14:nvContentPartPr>
              <p14:xfrm>
                <a:off x="7829307" y="2054787"/>
                <a:ext cx="341280" cy="796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93F29BC-6ED8-0899-399A-B4A58F10A92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823187" y="2048667"/>
                  <a:ext cx="353520" cy="80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98A7E7D-8A09-46DA-7171-3F22890F16FE}"/>
                    </a:ext>
                  </a:extLst>
                </p14:cNvPr>
                <p14:cNvContentPartPr/>
                <p14:nvPr/>
              </p14:nvContentPartPr>
              <p14:xfrm>
                <a:off x="8310627" y="1827267"/>
                <a:ext cx="171360" cy="357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98A7E7D-8A09-46DA-7171-3F22890F16F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304507" y="1821147"/>
                  <a:ext cx="18360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98238F4-9D84-F74A-7884-4B248F2F780A}"/>
                    </a:ext>
                  </a:extLst>
                </p14:cNvPr>
                <p14:cNvContentPartPr/>
                <p14:nvPr/>
              </p14:nvContentPartPr>
              <p14:xfrm>
                <a:off x="8675667" y="1949307"/>
                <a:ext cx="68760" cy="2048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98238F4-9D84-F74A-7884-4B248F2F780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669547" y="1943187"/>
                  <a:ext cx="810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F05EDF2-4177-7A6C-5CC8-CB8C47BF0DF5}"/>
                    </a:ext>
                  </a:extLst>
                </p14:cNvPr>
                <p14:cNvContentPartPr/>
                <p14:nvPr/>
              </p14:nvContentPartPr>
              <p14:xfrm>
                <a:off x="9214947" y="2272227"/>
                <a:ext cx="450360" cy="645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F05EDF2-4177-7A6C-5CC8-CB8C47BF0DF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208827" y="2266107"/>
                  <a:ext cx="46260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B8A4FF3-1A3E-089E-8A80-CB17A5EFFCC8}"/>
                    </a:ext>
                  </a:extLst>
                </p14:cNvPr>
                <p14:cNvContentPartPr/>
                <p14:nvPr/>
              </p14:nvContentPartPr>
              <p14:xfrm>
                <a:off x="9799227" y="1903947"/>
                <a:ext cx="204120" cy="3888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B8A4FF3-1A3E-089E-8A80-CB17A5EFFCC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793107" y="1897827"/>
                  <a:ext cx="21636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AD73871-003E-1910-A1F8-E4A6363B4FBD}"/>
                    </a:ext>
                  </a:extLst>
                </p14:cNvPr>
                <p14:cNvContentPartPr/>
                <p14:nvPr/>
              </p14:nvContentPartPr>
              <p14:xfrm>
                <a:off x="10177227" y="2093307"/>
                <a:ext cx="255240" cy="191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AD73871-003E-1910-A1F8-E4A6363B4FB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171107" y="2087187"/>
                  <a:ext cx="2674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6F461B2-CF6F-0A9A-0AC1-2E0109112C0A}"/>
                    </a:ext>
                  </a:extLst>
                </p14:cNvPr>
                <p14:cNvContentPartPr/>
                <p14:nvPr/>
              </p14:nvContentPartPr>
              <p14:xfrm>
                <a:off x="10572867" y="2360067"/>
                <a:ext cx="405720" cy="655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6F461B2-CF6F-0A9A-0AC1-2E0109112C0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566747" y="2353947"/>
                  <a:ext cx="41796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3402632-750F-6E68-00FC-145EA826531A}"/>
                    </a:ext>
                  </a:extLst>
                </p14:cNvPr>
                <p14:cNvContentPartPr/>
                <p14:nvPr/>
              </p14:nvContentPartPr>
              <p14:xfrm>
                <a:off x="11080827" y="1960107"/>
                <a:ext cx="184320" cy="3877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3402632-750F-6E68-00FC-145EA826531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074707" y="1953987"/>
                  <a:ext cx="19656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0BE44DA-8BBF-E995-E9FE-D4F6D5EB4CD8}"/>
                    </a:ext>
                  </a:extLst>
                </p14:cNvPr>
                <p14:cNvContentPartPr/>
                <p14:nvPr/>
              </p14:nvContentPartPr>
              <p14:xfrm>
                <a:off x="11234907" y="2079987"/>
                <a:ext cx="272520" cy="460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0BE44DA-8BBF-E995-E9FE-D4F6D5EB4CD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228787" y="2073867"/>
                  <a:ext cx="28476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BA5F5DE-2B38-A33B-87B9-E2C609D352D6}"/>
                    </a:ext>
                  </a:extLst>
                </p14:cNvPr>
                <p14:cNvContentPartPr/>
                <p14:nvPr/>
              </p14:nvContentPartPr>
              <p14:xfrm>
                <a:off x="4776147" y="2821587"/>
                <a:ext cx="1821600" cy="1680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BA5F5DE-2B38-A33B-87B9-E2C609D352D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770027" y="2815467"/>
                  <a:ext cx="1833840" cy="169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F818E77-9B7F-F5C4-A42B-F1C2C75F994B}"/>
                    </a:ext>
                  </a:extLst>
                </p14:cNvPr>
                <p14:cNvContentPartPr/>
                <p14:nvPr/>
              </p14:nvContentPartPr>
              <p14:xfrm>
                <a:off x="4953627" y="3116787"/>
                <a:ext cx="287640" cy="506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F818E77-9B7F-F5C4-A42B-F1C2C75F994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947507" y="3110667"/>
                  <a:ext cx="29988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7A05939-DD9C-204B-D195-29B0B4FB9C39}"/>
                    </a:ext>
                  </a:extLst>
                </p14:cNvPr>
                <p14:cNvContentPartPr/>
                <p14:nvPr/>
              </p14:nvContentPartPr>
              <p14:xfrm>
                <a:off x="5388507" y="3108507"/>
                <a:ext cx="1203840" cy="638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7A05939-DD9C-204B-D195-29B0B4FB9C3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382387" y="3102387"/>
                  <a:ext cx="121608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D0D436B-75D7-36A8-8336-B8320C38C7AE}"/>
                    </a:ext>
                  </a:extLst>
                </p14:cNvPr>
                <p14:cNvContentPartPr/>
                <p14:nvPr/>
              </p14:nvContentPartPr>
              <p14:xfrm>
                <a:off x="5109867" y="3639147"/>
                <a:ext cx="142920" cy="350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D0D436B-75D7-36A8-8336-B8320C38C7A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103747" y="3633027"/>
                  <a:ext cx="1551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E69C4B4-3DF4-1EDB-FCDC-327DDD47BC76}"/>
                    </a:ext>
                  </a:extLst>
                </p14:cNvPr>
                <p14:cNvContentPartPr/>
                <p14:nvPr/>
              </p14:nvContentPartPr>
              <p14:xfrm>
                <a:off x="4947867" y="3816987"/>
                <a:ext cx="328320" cy="91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E69C4B4-3DF4-1EDB-FCDC-327DDD47BC7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941747" y="3810867"/>
                  <a:ext cx="3405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154A443-9395-35B7-9A43-1A60F6028F1E}"/>
                    </a:ext>
                  </a:extLst>
                </p14:cNvPr>
                <p14:cNvContentPartPr/>
                <p14:nvPr/>
              </p14:nvContentPartPr>
              <p14:xfrm>
                <a:off x="1544427" y="4516107"/>
                <a:ext cx="7560" cy="14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154A443-9395-35B7-9A43-1A60F6028F1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538307" y="4509987"/>
                  <a:ext cx="198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2B1C99D-66FE-E8A8-1364-5C7F74F69D3E}"/>
                    </a:ext>
                  </a:extLst>
                </p14:cNvPr>
                <p14:cNvContentPartPr/>
                <p14:nvPr/>
              </p14:nvContentPartPr>
              <p14:xfrm>
                <a:off x="1419147" y="4374627"/>
                <a:ext cx="26280" cy="579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2B1C99D-66FE-E8A8-1364-5C7F74F69D3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413027" y="4368507"/>
                  <a:ext cx="38520" cy="59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D0B9810-630F-A2DA-F889-39F96E8F42AD}"/>
                    </a:ext>
                  </a:extLst>
                </p14:cNvPr>
                <p14:cNvContentPartPr/>
                <p14:nvPr/>
              </p14:nvContentPartPr>
              <p14:xfrm>
                <a:off x="1469187" y="4161867"/>
                <a:ext cx="414360" cy="633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D0B9810-630F-A2DA-F889-39F96E8F42A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463067" y="4155747"/>
                  <a:ext cx="42660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39CF0E2-63CE-1059-B3BE-23E423E0F18B}"/>
                    </a:ext>
                  </a:extLst>
                </p14:cNvPr>
                <p14:cNvContentPartPr/>
                <p14:nvPr/>
              </p14:nvContentPartPr>
              <p14:xfrm>
                <a:off x="2001627" y="4370667"/>
                <a:ext cx="299520" cy="378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39CF0E2-63CE-1059-B3BE-23E423E0F18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995507" y="4364547"/>
                  <a:ext cx="3117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668F9BF-98A8-224D-8891-178776380E04}"/>
                    </a:ext>
                  </a:extLst>
                </p14:cNvPr>
                <p14:cNvContentPartPr/>
                <p14:nvPr/>
              </p14:nvContentPartPr>
              <p14:xfrm>
                <a:off x="2549547" y="4374627"/>
                <a:ext cx="493920" cy="408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668F9BF-98A8-224D-8891-178776380E0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543427" y="4368507"/>
                  <a:ext cx="50616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90A8556-B1B3-7CEB-3CC0-724DAAC3C186}"/>
                    </a:ext>
                  </a:extLst>
                </p14:cNvPr>
                <p14:cNvContentPartPr/>
                <p14:nvPr/>
              </p14:nvContentPartPr>
              <p14:xfrm>
                <a:off x="3391947" y="4363107"/>
                <a:ext cx="42840" cy="346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90A8556-B1B3-7CEB-3CC0-724DAAC3C18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385827" y="4356987"/>
                  <a:ext cx="550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16E1C9E-F240-DD41-FF57-8A6DB6DDF8F4}"/>
                    </a:ext>
                  </a:extLst>
                </p14:cNvPr>
                <p14:cNvContentPartPr/>
                <p14:nvPr/>
              </p14:nvContentPartPr>
              <p14:xfrm>
                <a:off x="522387" y="3793227"/>
                <a:ext cx="87840" cy="169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16E1C9E-F240-DD41-FF57-8A6DB6DDF8F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16267" y="3787107"/>
                  <a:ext cx="1000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E2092FC-8D75-3163-7B40-6F1E45EE5AE8}"/>
                    </a:ext>
                  </a:extLst>
                </p14:cNvPr>
                <p14:cNvContentPartPr/>
                <p14:nvPr/>
              </p14:nvContentPartPr>
              <p14:xfrm>
                <a:off x="467307" y="3679827"/>
                <a:ext cx="197280" cy="438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E2092FC-8D75-3163-7B40-6F1E45EE5AE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61187" y="3673707"/>
                  <a:ext cx="20952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5015EAA-AB20-4F27-628B-2A1014144304}"/>
                    </a:ext>
                  </a:extLst>
                </p14:cNvPr>
                <p14:cNvContentPartPr/>
                <p14:nvPr/>
              </p14:nvContentPartPr>
              <p14:xfrm>
                <a:off x="591507" y="3989067"/>
                <a:ext cx="43560" cy="131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5015EAA-AB20-4F27-628B-2A101414430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85387" y="3982947"/>
                  <a:ext cx="558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95BCBCC-A1E2-812F-BD24-7186BB4E020D}"/>
                    </a:ext>
                  </a:extLst>
                </p14:cNvPr>
                <p14:cNvContentPartPr/>
                <p14:nvPr/>
              </p14:nvContentPartPr>
              <p14:xfrm>
                <a:off x="1341027" y="3819867"/>
                <a:ext cx="173160" cy="97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95BCBCC-A1E2-812F-BD24-7186BB4E020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334907" y="3813747"/>
                  <a:ext cx="1854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F1A0847-D988-85CD-29DE-9EA4E58F2634}"/>
                    </a:ext>
                  </a:extLst>
                </p14:cNvPr>
                <p14:cNvContentPartPr/>
                <p14:nvPr/>
              </p14:nvContentPartPr>
              <p14:xfrm>
                <a:off x="1367307" y="3731307"/>
                <a:ext cx="170280" cy="318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F1A0847-D988-85CD-29DE-9EA4E58F263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361187" y="3725187"/>
                  <a:ext cx="1825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ECEB55A-94A4-242B-146B-1798C16B1952}"/>
                    </a:ext>
                  </a:extLst>
                </p14:cNvPr>
                <p14:cNvContentPartPr/>
                <p14:nvPr/>
              </p14:nvContentPartPr>
              <p14:xfrm>
                <a:off x="1580787" y="3918867"/>
                <a:ext cx="212760" cy="123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ECEB55A-94A4-242B-146B-1798C16B195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574667" y="3912747"/>
                  <a:ext cx="225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D87FDB6-999B-46F9-2924-B51C94C50981}"/>
                    </a:ext>
                  </a:extLst>
                </p14:cNvPr>
                <p14:cNvContentPartPr/>
                <p14:nvPr/>
              </p14:nvContentPartPr>
              <p14:xfrm>
                <a:off x="2572947" y="3685227"/>
                <a:ext cx="153360" cy="178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D87FDB6-999B-46F9-2924-B51C94C5098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566827" y="3679107"/>
                  <a:ext cx="1656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229DC44-AFDF-7383-CCB0-1F378D247B0A}"/>
                    </a:ext>
                  </a:extLst>
                </p14:cNvPr>
                <p14:cNvContentPartPr/>
                <p14:nvPr/>
              </p14:nvContentPartPr>
              <p14:xfrm>
                <a:off x="2601387" y="3677667"/>
                <a:ext cx="219240" cy="297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229DC44-AFDF-7383-CCB0-1F378D247B0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595267" y="3671547"/>
                  <a:ext cx="2314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FD259C2-0B3F-DDCD-CD46-253DFC1356A7}"/>
                    </a:ext>
                  </a:extLst>
                </p14:cNvPr>
                <p14:cNvContentPartPr/>
                <p14:nvPr/>
              </p14:nvContentPartPr>
              <p14:xfrm>
                <a:off x="2758707" y="3826707"/>
                <a:ext cx="322200" cy="425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FD259C2-0B3F-DDCD-CD46-253DFC1356A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752587" y="3820587"/>
                  <a:ext cx="3344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642EAFE-B89D-6A3D-7A44-7DA0808E01AB}"/>
                    </a:ext>
                  </a:extLst>
                </p14:cNvPr>
                <p14:cNvContentPartPr/>
                <p14:nvPr/>
              </p14:nvContentPartPr>
              <p14:xfrm>
                <a:off x="748827" y="2978187"/>
                <a:ext cx="160200" cy="669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642EAFE-B89D-6A3D-7A44-7DA0808E01A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42707" y="2972067"/>
                  <a:ext cx="172440" cy="68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398F357-370E-8C92-8EB8-EEDE0550A0DA}"/>
                    </a:ext>
                  </a:extLst>
                </p14:cNvPr>
                <p14:cNvContentPartPr/>
                <p14:nvPr/>
              </p14:nvContentPartPr>
              <p14:xfrm>
                <a:off x="1728747" y="2863707"/>
                <a:ext cx="172440" cy="597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398F357-370E-8C92-8EB8-EEDE0550A0D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722627" y="2857587"/>
                  <a:ext cx="184680" cy="60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DC4E248-4B42-2875-6D59-F8DFD8897A45}"/>
                    </a:ext>
                  </a:extLst>
                </p14:cNvPr>
                <p14:cNvContentPartPr/>
                <p14:nvPr/>
              </p14:nvContentPartPr>
              <p14:xfrm>
                <a:off x="2804427" y="2778747"/>
                <a:ext cx="184680" cy="617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DC4E248-4B42-2875-6D59-F8DFD8897A4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798307" y="2772627"/>
                  <a:ext cx="19692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354BADD-6984-E14E-B961-886E01F7E983}"/>
                    </a:ext>
                  </a:extLst>
                </p14:cNvPr>
                <p14:cNvContentPartPr/>
                <p14:nvPr/>
              </p14:nvContentPartPr>
              <p14:xfrm>
                <a:off x="897507" y="2459067"/>
                <a:ext cx="417600" cy="376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354BADD-6984-E14E-B961-886E01F7E98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91387" y="2452947"/>
                  <a:ext cx="4298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1B39568-4D88-33AF-E3B7-779F622B91E0}"/>
                    </a:ext>
                  </a:extLst>
                </p14:cNvPr>
                <p14:cNvContentPartPr/>
                <p14:nvPr/>
              </p14:nvContentPartPr>
              <p14:xfrm>
                <a:off x="1817307" y="2486427"/>
                <a:ext cx="318600" cy="297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1B39568-4D88-33AF-E3B7-779F622B91E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811187" y="2480307"/>
                  <a:ext cx="3308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8597A26-8D20-7087-2700-35402A9502D6}"/>
                    </a:ext>
                  </a:extLst>
                </p14:cNvPr>
                <p14:cNvContentPartPr/>
                <p14:nvPr/>
              </p14:nvContentPartPr>
              <p14:xfrm>
                <a:off x="3093867" y="2392107"/>
                <a:ext cx="162000" cy="329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8597A26-8D20-7087-2700-35402A9502D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087747" y="2385987"/>
                  <a:ext cx="1742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97FD4B5-6841-AFB8-551E-8FA26CFE3611}"/>
                    </a:ext>
                  </a:extLst>
                </p14:cNvPr>
                <p14:cNvContentPartPr/>
                <p14:nvPr/>
              </p14:nvContentPartPr>
              <p14:xfrm>
                <a:off x="1220067" y="2620347"/>
                <a:ext cx="553320" cy="63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97FD4B5-6841-AFB8-551E-8FA26CFE361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213947" y="2614227"/>
                  <a:ext cx="565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09A3888-769D-3DE6-F5A9-B33596EBC0AF}"/>
                    </a:ext>
                  </a:extLst>
                </p14:cNvPr>
                <p14:cNvContentPartPr/>
                <p14:nvPr/>
              </p14:nvContentPartPr>
              <p14:xfrm>
                <a:off x="2361627" y="2514147"/>
                <a:ext cx="690840" cy="96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09A3888-769D-3DE6-F5A9-B33596EBC0A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355507" y="2508027"/>
                  <a:ext cx="7030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8DE2F67-40BC-E8CC-829B-BE30036D98F5}"/>
                    </a:ext>
                  </a:extLst>
                </p14:cNvPr>
                <p14:cNvContentPartPr/>
                <p14:nvPr/>
              </p14:nvContentPartPr>
              <p14:xfrm>
                <a:off x="1139787" y="2100147"/>
                <a:ext cx="132120" cy="346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8DE2F67-40BC-E8CC-829B-BE30036D98F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33667" y="2094027"/>
                  <a:ext cx="1443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CD98E08-B87B-4309-6C20-6FB8E91CC3ED}"/>
                    </a:ext>
                  </a:extLst>
                </p14:cNvPr>
                <p14:cNvContentPartPr/>
                <p14:nvPr/>
              </p14:nvContentPartPr>
              <p14:xfrm>
                <a:off x="2009907" y="2146227"/>
                <a:ext cx="104760" cy="392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CD98E08-B87B-4309-6C20-6FB8E91CC3E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003787" y="2140107"/>
                  <a:ext cx="11700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4B9697C-C6D1-A64B-11D8-084FBADCF57C}"/>
                    </a:ext>
                  </a:extLst>
                </p14:cNvPr>
                <p14:cNvContentPartPr/>
                <p14:nvPr/>
              </p14:nvContentPartPr>
              <p14:xfrm>
                <a:off x="3182067" y="2191587"/>
                <a:ext cx="50760" cy="273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4B9697C-C6D1-A64B-11D8-084FBADCF57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175947" y="2185467"/>
                  <a:ext cx="630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A8C2AD0-7BA5-45F4-05CA-7BFB96B3E4A4}"/>
                    </a:ext>
                  </a:extLst>
                </p14:cNvPr>
                <p14:cNvContentPartPr/>
                <p14:nvPr/>
              </p14:nvContentPartPr>
              <p14:xfrm>
                <a:off x="3212307" y="1846347"/>
                <a:ext cx="1534320" cy="407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A8C2AD0-7BA5-45F4-05CA-7BFB96B3E4A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206187" y="1840227"/>
                  <a:ext cx="154656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884420C-4E3C-5E6B-C441-49360DF0BDDD}"/>
                    </a:ext>
                  </a:extLst>
                </p14:cNvPr>
                <p14:cNvContentPartPr/>
                <p14:nvPr/>
              </p14:nvContentPartPr>
              <p14:xfrm>
                <a:off x="4343427" y="2002227"/>
                <a:ext cx="421200" cy="320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884420C-4E3C-5E6B-C441-49360DF0BDD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337307" y="1996107"/>
                  <a:ext cx="43344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4F42161-B3AA-10BA-004C-357B65DB8FA8}"/>
                    </a:ext>
                  </a:extLst>
                </p14:cNvPr>
                <p14:cNvContentPartPr/>
                <p14:nvPr/>
              </p14:nvContentPartPr>
              <p14:xfrm>
                <a:off x="4781187" y="1953627"/>
                <a:ext cx="1216440" cy="982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4F42161-B3AA-10BA-004C-357B65DB8FA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775067" y="1947507"/>
                  <a:ext cx="1228680" cy="9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81AAAB9-444E-3077-76E3-2608870A5B62}"/>
                    </a:ext>
                  </a:extLst>
                </p14:cNvPr>
                <p14:cNvContentPartPr/>
                <p14:nvPr/>
              </p14:nvContentPartPr>
              <p14:xfrm>
                <a:off x="3493107" y="2047227"/>
                <a:ext cx="139680" cy="409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81AAAB9-444E-3077-76E3-2608870A5B6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486987" y="2041107"/>
                  <a:ext cx="15192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E8532DF-1283-7F93-ACCE-69472B5B286C}"/>
                    </a:ext>
                  </a:extLst>
                </p14:cNvPr>
                <p14:cNvContentPartPr/>
                <p14:nvPr/>
              </p14:nvContentPartPr>
              <p14:xfrm>
                <a:off x="3827547" y="2317587"/>
                <a:ext cx="192960" cy="722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E8532DF-1283-7F93-ACCE-69472B5B286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821427" y="2311467"/>
                  <a:ext cx="205200" cy="73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0CDC77B-6F09-6FF5-2987-38C110AD9E64}"/>
                    </a:ext>
                  </a:extLst>
                </p14:cNvPr>
                <p14:cNvContentPartPr/>
                <p14:nvPr/>
              </p14:nvContentPartPr>
              <p14:xfrm>
                <a:off x="4230387" y="2566707"/>
                <a:ext cx="226800" cy="554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0CDC77B-6F09-6FF5-2987-38C110AD9E6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224267" y="2560587"/>
                  <a:ext cx="23904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40DB5CA-7952-99DD-626D-9425DF678648}"/>
                    </a:ext>
                  </a:extLst>
                </p14:cNvPr>
                <p14:cNvContentPartPr/>
                <p14:nvPr/>
              </p14:nvContentPartPr>
              <p14:xfrm>
                <a:off x="3651147" y="2126787"/>
                <a:ext cx="1095120" cy="1160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40DB5CA-7952-99DD-626D-9425DF67864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645027" y="2120667"/>
                  <a:ext cx="1107360" cy="11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672968B-CC04-31EF-6FA2-067B8FFAF32C}"/>
                    </a:ext>
                  </a:extLst>
                </p14:cNvPr>
                <p14:cNvContentPartPr/>
                <p14:nvPr/>
              </p14:nvContentPartPr>
              <p14:xfrm>
                <a:off x="744867" y="2938587"/>
                <a:ext cx="3530520" cy="2469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672968B-CC04-31EF-6FA2-067B8FFAF32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38747" y="2932467"/>
                  <a:ext cx="35427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094F177-5D21-513F-BECE-4A73237D2BCE}"/>
                    </a:ext>
                  </a:extLst>
                </p14:cNvPr>
                <p14:cNvContentPartPr/>
                <p14:nvPr/>
              </p14:nvContentPartPr>
              <p14:xfrm>
                <a:off x="7752987" y="3840387"/>
                <a:ext cx="554760" cy="5677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094F177-5D21-513F-BECE-4A73237D2BC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746867" y="3834267"/>
                  <a:ext cx="56700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71ED745-37CF-2FBF-8287-6EB8D878E754}"/>
                    </a:ext>
                  </a:extLst>
                </p14:cNvPr>
                <p14:cNvContentPartPr/>
                <p14:nvPr/>
              </p14:nvContentPartPr>
              <p14:xfrm>
                <a:off x="1595907" y="5003187"/>
                <a:ext cx="1882080" cy="250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71ED745-37CF-2FBF-8287-6EB8D878E75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589787" y="4997067"/>
                  <a:ext cx="1894320" cy="26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EDD849A-3408-AA9D-C2A8-256AEC920E8F}"/>
              </a:ext>
            </a:extLst>
          </p:cNvPr>
          <p:cNvGrpSpPr/>
          <p:nvPr/>
        </p:nvGrpSpPr>
        <p:grpSpPr>
          <a:xfrm>
            <a:off x="7999587" y="5165907"/>
            <a:ext cx="3707640" cy="1225440"/>
            <a:chOff x="7999587" y="5165907"/>
            <a:chExt cx="3707640" cy="12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3295764-88ED-7941-DCD1-0EB27B40F200}"/>
                    </a:ext>
                  </a:extLst>
                </p14:cNvPr>
                <p14:cNvContentPartPr/>
                <p14:nvPr/>
              </p14:nvContentPartPr>
              <p14:xfrm>
                <a:off x="7999587" y="5333667"/>
                <a:ext cx="807120" cy="886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3295764-88ED-7941-DCD1-0EB27B40F20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993467" y="5327547"/>
                  <a:ext cx="819360" cy="89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DFB84E2-72E2-3DBD-63E6-8A466E11399D}"/>
                    </a:ext>
                  </a:extLst>
                </p14:cNvPr>
                <p14:cNvContentPartPr/>
                <p14:nvPr/>
              </p14:nvContentPartPr>
              <p14:xfrm>
                <a:off x="8934507" y="5165907"/>
                <a:ext cx="475200" cy="1225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DFB84E2-72E2-3DBD-63E6-8A466E11399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928387" y="5159787"/>
                  <a:ext cx="487440" cy="12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3799245-FB9F-EBE8-6940-40BF9AEA2103}"/>
                    </a:ext>
                  </a:extLst>
                </p14:cNvPr>
                <p14:cNvContentPartPr/>
                <p14:nvPr/>
              </p14:nvContentPartPr>
              <p14:xfrm>
                <a:off x="9412227" y="5513667"/>
                <a:ext cx="616680" cy="716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3799245-FB9F-EBE8-6940-40BF9AEA210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406107" y="5507547"/>
                  <a:ext cx="628920" cy="72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D678542-72AF-CD7A-33AC-745EB4EA0ABF}"/>
                    </a:ext>
                  </a:extLst>
                </p14:cNvPr>
                <p14:cNvContentPartPr/>
                <p14:nvPr/>
              </p14:nvContentPartPr>
              <p14:xfrm>
                <a:off x="9976347" y="5624547"/>
                <a:ext cx="573480" cy="559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D678542-72AF-CD7A-33AC-745EB4EA0AB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970227" y="5618427"/>
                  <a:ext cx="58572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4AD45E1-49BD-DB5D-6F80-B2558F9CB9F8}"/>
                    </a:ext>
                  </a:extLst>
                </p14:cNvPr>
                <p14:cNvContentPartPr/>
                <p14:nvPr/>
              </p14:nvContentPartPr>
              <p14:xfrm>
                <a:off x="10662507" y="5598267"/>
                <a:ext cx="466200" cy="496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4AD45E1-49BD-DB5D-6F80-B2558F9CB9F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656387" y="5592147"/>
                  <a:ext cx="47844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B9360B0-674D-6646-6C8C-63652813BE8E}"/>
                    </a:ext>
                  </a:extLst>
                </p14:cNvPr>
                <p14:cNvContentPartPr/>
                <p14:nvPr/>
              </p14:nvContentPartPr>
              <p14:xfrm>
                <a:off x="10949067" y="5291547"/>
                <a:ext cx="758160" cy="10839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B9360B0-674D-6646-6C8C-63652813BE8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942947" y="5285427"/>
                  <a:ext cx="770400" cy="1096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8128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968DA-15D0-56A4-60D2-BAF472291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BC90797-6FE0-09DF-3AFD-7D0C16DF6FFF}"/>
                  </a:ext>
                </a:extLst>
              </p14:cNvPr>
              <p14:cNvContentPartPr/>
              <p14:nvPr/>
            </p14:nvContentPartPr>
            <p14:xfrm>
              <a:off x="4674267" y="2605947"/>
              <a:ext cx="360" cy="2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BC90797-6FE0-09DF-3AFD-7D0C16DF6F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68147" y="2599827"/>
                <a:ext cx="1260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EC552CD-6B17-7F35-FE5D-57BA1F6D3E65}"/>
                  </a:ext>
                </a:extLst>
              </p14:cNvPr>
              <p14:cNvContentPartPr/>
              <p14:nvPr/>
            </p14:nvContentPartPr>
            <p14:xfrm rot="581063">
              <a:off x="4746314" y="939874"/>
              <a:ext cx="1077026" cy="100426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EC552CD-6B17-7F35-FE5D-57BA1F6D3E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581063">
                <a:off x="4740195" y="933395"/>
                <a:ext cx="1089265" cy="1126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A8D92E5-961B-7040-B957-433463BB27E5}"/>
                  </a:ext>
                </a:extLst>
              </p14:cNvPr>
              <p14:cNvContentPartPr/>
              <p14:nvPr/>
            </p14:nvContentPartPr>
            <p14:xfrm>
              <a:off x="585747" y="3310107"/>
              <a:ext cx="3425400" cy="2451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A8D92E5-961B-7040-B957-433463BB27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9627" y="3303987"/>
                <a:ext cx="343764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ECB977C4-F379-F65A-BFA4-DDE92ADA1629}"/>
                  </a:ext>
                </a:extLst>
              </p14:cNvPr>
              <p14:cNvContentPartPr/>
              <p14:nvPr/>
            </p14:nvContentPartPr>
            <p14:xfrm>
              <a:off x="4409307" y="6027"/>
              <a:ext cx="1683000" cy="12024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ECB977C4-F379-F65A-BFA4-DDE92ADA162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03187" y="-93"/>
                <a:ext cx="1695240" cy="12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7F9654A-0263-3A27-2352-4CA11478DF96}"/>
                  </a:ext>
                </a:extLst>
              </p14:cNvPr>
              <p14:cNvContentPartPr/>
              <p14:nvPr/>
            </p14:nvContentPartPr>
            <p14:xfrm>
              <a:off x="1614627" y="3629427"/>
              <a:ext cx="739800" cy="8467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7F9654A-0263-3A27-2352-4CA11478DF9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08507" y="3623307"/>
                <a:ext cx="752040" cy="85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1206A9B-16F8-A59C-3F70-1C6AAE0F22BA}"/>
                  </a:ext>
                </a:extLst>
              </p14:cNvPr>
              <p14:cNvContentPartPr/>
              <p14:nvPr/>
            </p14:nvContentPartPr>
            <p14:xfrm>
              <a:off x="923787" y="3331347"/>
              <a:ext cx="3834720" cy="1292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1206A9B-16F8-A59C-3F70-1C6AAE0F22B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7667" y="3325227"/>
                <a:ext cx="384696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35FF293-2683-EB3F-B8F3-31B2BCAD86FE}"/>
                  </a:ext>
                </a:extLst>
              </p14:cNvPr>
              <p14:cNvContentPartPr/>
              <p14:nvPr/>
            </p14:nvContentPartPr>
            <p14:xfrm>
              <a:off x="4179778" y="-94703"/>
              <a:ext cx="2005258" cy="12242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35FF293-2683-EB3F-B8F3-31B2BCAD86F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73658" y="-100822"/>
                <a:ext cx="2017498" cy="1236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F85DF170-153D-8726-92C4-0DA89975950B}"/>
                  </a:ext>
                </a:extLst>
              </p14:cNvPr>
              <p14:cNvContentPartPr/>
              <p14:nvPr/>
            </p14:nvContentPartPr>
            <p14:xfrm>
              <a:off x="6564267" y="2787373"/>
              <a:ext cx="1899720" cy="1936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F85DF170-153D-8726-92C4-0DA89975950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58147" y="2781253"/>
                <a:ext cx="191196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1B58CA4-0E2E-BA04-9CE4-B227F4CB644D}"/>
                  </a:ext>
                </a:extLst>
              </p14:cNvPr>
              <p14:cNvContentPartPr/>
              <p14:nvPr/>
            </p14:nvContentPartPr>
            <p14:xfrm>
              <a:off x="7310547" y="362053"/>
              <a:ext cx="1330560" cy="24937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1B58CA4-0E2E-BA04-9CE4-B227F4CB644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304427" y="355933"/>
                <a:ext cx="1342800" cy="250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64E5A62-92D0-6A95-8BED-88230B4CCC65}"/>
                  </a:ext>
                </a:extLst>
              </p14:cNvPr>
              <p14:cNvContentPartPr/>
              <p14:nvPr/>
            </p14:nvContentPartPr>
            <p14:xfrm>
              <a:off x="9045027" y="2874853"/>
              <a:ext cx="1135440" cy="6138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64E5A62-92D0-6A95-8BED-88230B4CCC6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038907" y="2868733"/>
                <a:ext cx="1147680" cy="62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BDF370EB-5A79-E700-ACE8-6B2F8011EAEA}"/>
                  </a:ext>
                </a:extLst>
              </p14:cNvPr>
              <p14:cNvContentPartPr/>
              <p14:nvPr/>
            </p14:nvContentPartPr>
            <p14:xfrm>
              <a:off x="1809747" y="2103733"/>
              <a:ext cx="7809840" cy="27975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BDF370EB-5A79-E700-ACE8-6B2F8011EAE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03627" y="2097613"/>
                <a:ext cx="7822080" cy="280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911E28DC-644C-6E99-7DCB-38E5C3321D15}"/>
              </a:ext>
            </a:extLst>
          </p:cNvPr>
          <p:cNvGrpSpPr/>
          <p:nvPr/>
        </p:nvGrpSpPr>
        <p:grpSpPr>
          <a:xfrm>
            <a:off x="266427" y="-22067"/>
            <a:ext cx="11349720" cy="4640400"/>
            <a:chOff x="266427" y="-22067"/>
            <a:chExt cx="11349720" cy="464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18AD400-2836-CEE3-5D4B-5C70D425CFD4}"/>
                    </a:ext>
                  </a:extLst>
                </p14:cNvPr>
                <p14:cNvContentPartPr/>
                <p14:nvPr/>
              </p14:nvContentPartPr>
              <p14:xfrm>
                <a:off x="7562907" y="2148373"/>
                <a:ext cx="360" cy="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18AD400-2836-CEE3-5D4B-5C70D425CFD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556787" y="21422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BD8373E-0987-CC93-D9C9-4E96BE52B9ED}"/>
                    </a:ext>
                  </a:extLst>
                </p14:cNvPr>
                <p14:cNvContentPartPr/>
                <p14:nvPr/>
              </p14:nvContentPartPr>
              <p14:xfrm>
                <a:off x="352107" y="1953627"/>
                <a:ext cx="4434120" cy="360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BD8373E-0987-CC93-D9C9-4E96BE52B9E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5987" y="1947507"/>
                  <a:ext cx="44463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289732B-6026-EC83-335A-C7058DE9EF1D}"/>
                    </a:ext>
                  </a:extLst>
                </p14:cNvPr>
                <p14:cNvContentPartPr/>
                <p14:nvPr/>
              </p14:nvContentPartPr>
              <p14:xfrm>
                <a:off x="266427" y="2115987"/>
                <a:ext cx="424800" cy="482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289732B-6026-EC83-335A-C7058DE9EF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0307" y="2109867"/>
                  <a:ext cx="43704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C6142C1-726B-39A9-B2C9-D27ABDDDE0F2}"/>
                    </a:ext>
                  </a:extLst>
                </p14:cNvPr>
                <p14:cNvContentPartPr/>
                <p14:nvPr/>
              </p14:nvContentPartPr>
              <p14:xfrm>
                <a:off x="698427" y="2087547"/>
                <a:ext cx="7200" cy="343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C6142C1-726B-39A9-B2C9-D27ABDDDE0F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2307" y="2081427"/>
                  <a:ext cx="194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28D3B6D-12CB-8D2D-87F3-E44F64E0AA75}"/>
                    </a:ext>
                  </a:extLst>
                </p14:cNvPr>
                <p14:cNvContentPartPr/>
                <p14:nvPr/>
              </p14:nvContentPartPr>
              <p14:xfrm>
                <a:off x="631107" y="2647347"/>
                <a:ext cx="280440" cy="241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28D3B6D-12CB-8D2D-87F3-E44F64E0AA7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4987" y="2641227"/>
                  <a:ext cx="2926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AF51444-F3D6-0CCC-AAE2-C4653EA2B0B6}"/>
                    </a:ext>
                  </a:extLst>
                </p14:cNvPr>
                <p14:cNvContentPartPr/>
                <p14:nvPr/>
              </p14:nvContentPartPr>
              <p14:xfrm>
                <a:off x="1010187" y="2873787"/>
                <a:ext cx="30960" cy="295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AF51444-F3D6-0CCC-AAE2-C4653EA2B0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04067" y="2867667"/>
                  <a:ext cx="432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6A816FE-F2E6-82A3-0C7C-FA80766451F1}"/>
                    </a:ext>
                  </a:extLst>
                </p14:cNvPr>
                <p14:cNvContentPartPr/>
                <p14:nvPr/>
              </p14:nvContentPartPr>
              <p14:xfrm>
                <a:off x="4077027" y="1995747"/>
                <a:ext cx="12960" cy="336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6A816FE-F2E6-82A3-0C7C-FA80766451F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70907" y="1989627"/>
                  <a:ext cx="252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AD84919-59BC-FC8F-B768-A9909C96EAA5}"/>
                    </a:ext>
                  </a:extLst>
                </p14:cNvPr>
                <p14:cNvContentPartPr/>
                <p14:nvPr/>
              </p14:nvContentPartPr>
              <p14:xfrm>
                <a:off x="3762027" y="2483547"/>
                <a:ext cx="297720" cy="290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AD84919-59BC-FC8F-B768-A9909C96EAA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55907" y="2477427"/>
                  <a:ext cx="3099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6F0CC3-CA98-AAE1-3C8B-54C951552182}"/>
                    </a:ext>
                  </a:extLst>
                </p14:cNvPr>
                <p14:cNvContentPartPr/>
                <p14:nvPr/>
              </p14:nvContentPartPr>
              <p14:xfrm>
                <a:off x="4155147" y="2617467"/>
                <a:ext cx="24120" cy="249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6F0CC3-CA98-AAE1-3C8B-54C95155218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49027" y="2611347"/>
                  <a:ext cx="363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5789DD1-615B-9640-C7D6-0C76B1414124}"/>
                    </a:ext>
                  </a:extLst>
                </p14:cNvPr>
                <p14:cNvContentPartPr/>
                <p14:nvPr/>
              </p14:nvContentPartPr>
              <p14:xfrm>
                <a:off x="4331907" y="2685867"/>
                <a:ext cx="330120" cy="244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5789DD1-615B-9640-C7D6-0C76B141412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25787" y="2679747"/>
                  <a:ext cx="3423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5C647C2-1ABE-6B0D-338E-843EF4360018}"/>
                    </a:ext>
                  </a:extLst>
                </p14:cNvPr>
                <p14:cNvContentPartPr/>
                <p14:nvPr/>
              </p14:nvContentPartPr>
              <p14:xfrm>
                <a:off x="2270187" y="1961907"/>
                <a:ext cx="360" cy="150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5C647C2-1ABE-6B0D-338E-843EF436001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64067" y="1955787"/>
                  <a:ext cx="126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B1D0F6A-E1E9-BD5A-2A49-89F10032DB26}"/>
                    </a:ext>
                  </a:extLst>
                </p14:cNvPr>
                <p14:cNvContentPartPr/>
                <p14:nvPr/>
              </p14:nvContentPartPr>
              <p14:xfrm>
                <a:off x="2107467" y="2461587"/>
                <a:ext cx="363600" cy="265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B1D0F6A-E1E9-BD5A-2A49-89F10032DB2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101347" y="2455467"/>
                  <a:ext cx="3758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9ABAC67-8164-1B4C-E197-7D61A9E9C0E2}"/>
                    </a:ext>
                  </a:extLst>
                </p14:cNvPr>
                <p14:cNvContentPartPr/>
                <p14:nvPr/>
              </p14:nvContentPartPr>
              <p14:xfrm>
                <a:off x="2573667" y="2673627"/>
                <a:ext cx="132840" cy="438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9ABAC67-8164-1B4C-E197-7D61A9E9C0E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567547" y="2667507"/>
                  <a:ext cx="14508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B50A8C7-5277-6833-557B-8E41CBE4D82D}"/>
                    </a:ext>
                  </a:extLst>
                </p14:cNvPr>
                <p14:cNvContentPartPr/>
                <p14:nvPr/>
              </p14:nvContentPartPr>
              <p14:xfrm>
                <a:off x="2665467" y="2649867"/>
                <a:ext cx="123120" cy="18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B50A8C7-5277-6833-557B-8E41CBE4D82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659347" y="2643747"/>
                  <a:ext cx="1353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0F755B3-043F-A909-5CFF-FCA7C2E4D405}"/>
                    </a:ext>
                  </a:extLst>
                </p14:cNvPr>
                <p14:cNvContentPartPr/>
                <p14:nvPr/>
              </p14:nvContentPartPr>
              <p14:xfrm>
                <a:off x="2925027" y="2818707"/>
                <a:ext cx="149400" cy="295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0F755B3-043F-A909-5CFF-FCA7C2E4D40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18907" y="2812587"/>
                  <a:ext cx="1616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DC66E9C-3E80-0B85-9E04-1A305CA8091C}"/>
                    </a:ext>
                  </a:extLst>
                </p14:cNvPr>
                <p14:cNvContentPartPr/>
                <p14:nvPr/>
              </p14:nvContentPartPr>
              <p14:xfrm>
                <a:off x="484587" y="1324347"/>
                <a:ext cx="18360" cy="413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DC66E9C-3E80-0B85-9E04-1A305CA8091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8467" y="1318227"/>
                  <a:ext cx="3060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0083A51-7A2B-68A6-D151-8AC1E7AAB301}"/>
                    </a:ext>
                  </a:extLst>
                </p14:cNvPr>
                <p14:cNvContentPartPr/>
                <p14:nvPr/>
              </p14:nvContentPartPr>
              <p14:xfrm>
                <a:off x="432747" y="1202307"/>
                <a:ext cx="4326480" cy="623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0083A51-7A2B-68A6-D151-8AC1E7AAB30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6627" y="1196187"/>
                  <a:ext cx="433872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536ABAC-F46B-AA6A-478B-1930007A5653}"/>
                    </a:ext>
                  </a:extLst>
                </p14:cNvPr>
                <p14:cNvContentPartPr/>
                <p14:nvPr/>
              </p14:nvContentPartPr>
              <p14:xfrm>
                <a:off x="1044747" y="1420467"/>
                <a:ext cx="285480" cy="308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536ABAC-F46B-AA6A-478B-1930007A565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38627" y="1414347"/>
                  <a:ext cx="2977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DBE2666-25B8-515D-05F7-AD66A34529D0}"/>
                    </a:ext>
                  </a:extLst>
                </p14:cNvPr>
                <p14:cNvContentPartPr/>
                <p14:nvPr/>
              </p14:nvContentPartPr>
              <p14:xfrm>
                <a:off x="1572147" y="1458987"/>
                <a:ext cx="288360" cy="229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DBE2666-25B8-515D-05F7-AD66A34529D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66027" y="1452867"/>
                  <a:ext cx="3006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2306251-810F-A5EE-0CB8-C112F5EABF9A}"/>
                    </a:ext>
                  </a:extLst>
                </p14:cNvPr>
                <p14:cNvContentPartPr/>
                <p14:nvPr/>
              </p14:nvContentPartPr>
              <p14:xfrm>
                <a:off x="2027547" y="1409307"/>
                <a:ext cx="520920" cy="294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2306251-810F-A5EE-0CB8-C112F5EABF9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21427" y="1403187"/>
                  <a:ext cx="5331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2EB5744-696D-9611-0F79-21269DDC7D3A}"/>
                    </a:ext>
                  </a:extLst>
                </p14:cNvPr>
                <p14:cNvContentPartPr/>
                <p14:nvPr/>
              </p14:nvContentPartPr>
              <p14:xfrm>
                <a:off x="2694987" y="1465107"/>
                <a:ext cx="265320" cy="310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2EB5744-696D-9611-0F79-21269DDC7D3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88867" y="1458987"/>
                  <a:ext cx="2775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918ABD1-E80C-E581-E858-E0558CAFC999}"/>
                    </a:ext>
                  </a:extLst>
                </p14:cNvPr>
                <p14:cNvContentPartPr/>
                <p14:nvPr/>
              </p14:nvContentPartPr>
              <p14:xfrm>
                <a:off x="3179907" y="1469067"/>
                <a:ext cx="154440" cy="253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918ABD1-E80C-E581-E858-E0558CAFC99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73787" y="1462947"/>
                  <a:ext cx="1666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DD73C42-71B7-B7A1-851C-2E7F67B735B1}"/>
                    </a:ext>
                  </a:extLst>
                </p14:cNvPr>
                <p14:cNvContentPartPr/>
                <p14:nvPr/>
              </p14:nvContentPartPr>
              <p14:xfrm>
                <a:off x="3527307" y="1337667"/>
                <a:ext cx="384120" cy="420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DD73C42-71B7-B7A1-851C-2E7F67B735B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521187" y="1331547"/>
                  <a:ext cx="39636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F47EC8C-8DD9-CDD5-8C21-7C8E9438D45D}"/>
                    </a:ext>
                  </a:extLst>
                </p14:cNvPr>
                <p14:cNvContentPartPr/>
                <p14:nvPr/>
              </p14:nvContentPartPr>
              <p14:xfrm>
                <a:off x="730107" y="781467"/>
                <a:ext cx="158040" cy="516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F47EC8C-8DD9-CDD5-8C21-7C8E9438D45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3987" y="775347"/>
                  <a:ext cx="17028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9A5D5AD-44A9-FED9-DEB0-F85DF499CE5B}"/>
                    </a:ext>
                  </a:extLst>
                </p14:cNvPr>
                <p14:cNvContentPartPr/>
                <p14:nvPr/>
              </p14:nvContentPartPr>
              <p14:xfrm>
                <a:off x="1871667" y="945267"/>
                <a:ext cx="194040" cy="415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9A5D5AD-44A9-FED9-DEB0-F85DF499CE5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65547" y="939147"/>
                  <a:ext cx="20628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190A7DD-A0CE-BDEB-6A09-489F8EE4BC60}"/>
                    </a:ext>
                  </a:extLst>
                </p14:cNvPr>
                <p14:cNvContentPartPr/>
                <p14:nvPr/>
              </p14:nvContentPartPr>
              <p14:xfrm>
                <a:off x="2830707" y="911787"/>
                <a:ext cx="19080" cy="361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190A7DD-A0CE-BDEB-6A09-489F8EE4BC6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824587" y="905667"/>
                  <a:ext cx="313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39277EB-0993-D2BC-E406-1276F8F0BCBF}"/>
                    </a:ext>
                  </a:extLst>
                </p14:cNvPr>
                <p14:cNvContentPartPr/>
                <p14:nvPr/>
              </p14:nvContentPartPr>
              <p14:xfrm>
                <a:off x="3833307" y="886587"/>
                <a:ext cx="99360" cy="449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9277EB-0993-D2BC-E406-1276F8F0BCB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27187" y="880467"/>
                  <a:ext cx="11160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0B48E59-DBC7-07B9-9671-BBBFA6541413}"/>
                    </a:ext>
                  </a:extLst>
                </p14:cNvPr>
                <p14:cNvContentPartPr/>
                <p14:nvPr/>
              </p14:nvContentPartPr>
              <p14:xfrm>
                <a:off x="4513347" y="787587"/>
                <a:ext cx="97920" cy="334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0B48E59-DBC7-07B9-9671-BBBFA654141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507227" y="781467"/>
                  <a:ext cx="1101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47646D6-317E-A057-6CD4-1CADD57ED105}"/>
                    </a:ext>
                  </a:extLst>
                </p14:cNvPr>
                <p14:cNvContentPartPr/>
                <p14:nvPr/>
              </p14:nvContentPartPr>
              <p14:xfrm>
                <a:off x="4702347" y="241107"/>
                <a:ext cx="205560" cy="394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47646D6-317E-A057-6CD4-1CADD57ED10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96227" y="234987"/>
                  <a:ext cx="2178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484026F-C1AD-57D4-7341-260327C541AA}"/>
                    </a:ext>
                  </a:extLst>
                </p14:cNvPr>
                <p14:cNvContentPartPr/>
                <p14:nvPr/>
              </p14:nvContentPartPr>
              <p14:xfrm>
                <a:off x="5031747" y="388347"/>
                <a:ext cx="31320" cy="305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484026F-C1AD-57D4-7341-260327C541A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25627" y="382227"/>
                  <a:ext cx="435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5B5E117-B2B3-4315-6842-4D637A2B7CF8}"/>
                    </a:ext>
                  </a:extLst>
                </p14:cNvPr>
                <p14:cNvContentPartPr/>
                <p14:nvPr/>
              </p14:nvContentPartPr>
              <p14:xfrm>
                <a:off x="5213547" y="375747"/>
                <a:ext cx="540720" cy="341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5B5E117-B2B3-4315-6842-4D637A2B7CF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207427" y="369627"/>
                  <a:ext cx="55296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FBFEF26-37F9-954C-2DEB-CA201CEA4CD9}"/>
                    </a:ext>
                  </a:extLst>
                </p14:cNvPr>
                <p14:cNvContentPartPr/>
                <p14:nvPr/>
              </p14:nvContentPartPr>
              <p14:xfrm>
                <a:off x="4551867" y="965787"/>
                <a:ext cx="1407240" cy="44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FBFEF26-37F9-954C-2DEB-CA201CEA4CD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545747" y="959667"/>
                  <a:ext cx="1419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D9B91E3-CCF5-30B9-13B0-6FF73F9C29D8}"/>
                    </a:ext>
                  </a:extLst>
                </p14:cNvPr>
                <p14:cNvContentPartPr/>
                <p14:nvPr/>
              </p14:nvContentPartPr>
              <p14:xfrm>
                <a:off x="6037947" y="669147"/>
                <a:ext cx="1181880" cy="1023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D9B91E3-CCF5-30B9-13B0-6FF73F9C29D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31827" y="663027"/>
                  <a:ext cx="1194120" cy="10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BBBBB98-13EF-0F6F-D3B1-A02AF52E4C09}"/>
                    </a:ext>
                  </a:extLst>
                </p14:cNvPr>
                <p14:cNvContentPartPr/>
                <p14:nvPr/>
              </p14:nvContentPartPr>
              <p14:xfrm>
                <a:off x="6916347" y="1737987"/>
                <a:ext cx="248040" cy="265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BBBBB98-13EF-0F6F-D3B1-A02AF52E4C0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10227" y="1731867"/>
                  <a:ext cx="2602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22BC6FD-EB63-F5FF-9888-B0AC8B19CC65}"/>
                    </a:ext>
                  </a:extLst>
                </p14:cNvPr>
                <p14:cNvContentPartPr/>
                <p14:nvPr/>
              </p14:nvContentPartPr>
              <p14:xfrm>
                <a:off x="7384347" y="1173853"/>
                <a:ext cx="520560" cy="1132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22BC6FD-EB63-F5FF-9888-B0AC8B19CC6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378227" y="1167733"/>
                  <a:ext cx="532800" cy="11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CC009C0-6DB4-8B4E-DD46-AB83C8C9E840}"/>
                    </a:ext>
                  </a:extLst>
                </p14:cNvPr>
                <p14:cNvContentPartPr/>
                <p14:nvPr/>
              </p14:nvContentPartPr>
              <p14:xfrm>
                <a:off x="8082027" y="1732213"/>
                <a:ext cx="75960" cy="651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CC009C0-6DB4-8B4E-DD46-AB83C8C9E84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075907" y="1726093"/>
                  <a:ext cx="88200" cy="6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20D524C-9EA0-8123-1F8D-F7DAB2C5069B}"/>
                    </a:ext>
                  </a:extLst>
                </p14:cNvPr>
                <p14:cNvContentPartPr/>
                <p14:nvPr/>
              </p14:nvContentPartPr>
              <p14:xfrm>
                <a:off x="8041707" y="622693"/>
                <a:ext cx="213120" cy="515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20D524C-9EA0-8123-1F8D-F7DAB2C5069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35587" y="616573"/>
                  <a:ext cx="22536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60FD782-270E-7DB0-D305-3C80960E860E}"/>
                    </a:ext>
                  </a:extLst>
                </p14:cNvPr>
                <p14:cNvContentPartPr/>
                <p14:nvPr/>
              </p14:nvContentPartPr>
              <p14:xfrm>
                <a:off x="1214307" y="2224693"/>
                <a:ext cx="6546240" cy="19242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60FD782-270E-7DB0-D305-3C80960E860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208187" y="2218573"/>
                  <a:ext cx="6558480" cy="19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267245F-92F1-34F1-88DE-46C532D1B500}"/>
                    </a:ext>
                  </a:extLst>
                </p14:cNvPr>
                <p14:cNvContentPartPr/>
                <p14:nvPr/>
              </p14:nvContentPartPr>
              <p14:xfrm>
                <a:off x="1206387" y="1754173"/>
                <a:ext cx="332280" cy="263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267245F-92F1-34F1-88DE-46C532D1B50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200267" y="1748053"/>
                  <a:ext cx="3445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2F39CAA-3B63-D4BE-2E63-2DDAF8FAB139}"/>
                    </a:ext>
                  </a:extLst>
                </p14:cNvPr>
                <p14:cNvContentPartPr/>
                <p14:nvPr/>
              </p14:nvContentPartPr>
              <p14:xfrm>
                <a:off x="1610667" y="1799533"/>
                <a:ext cx="338400" cy="2502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2F39CAA-3B63-D4BE-2E63-2DDAF8FAB13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604547" y="1793413"/>
                  <a:ext cx="3506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EC9272F-A626-1127-B560-1B98270508DE}"/>
                    </a:ext>
                  </a:extLst>
                </p14:cNvPr>
                <p14:cNvContentPartPr/>
                <p14:nvPr/>
              </p14:nvContentPartPr>
              <p14:xfrm>
                <a:off x="9044307" y="1260973"/>
                <a:ext cx="552240" cy="1554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EC9272F-A626-1127-B560-1B98270508D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38187" y="1254853"/>
                  <a:ext cx="564480" cy="15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6789A6E-6F31-D688-1F3B-1FB27B18C23C}"/>
                    </a:ext>
                  </a:extLst>
                </p14:cNvPr>
                <p14:cNvContentPartPr/>
                <p14:nvPr/>
              </p14:nvContentPartPr>
              <p14:xfrm>
                <a:off x="9568827" y="2064493"/>
                <a:ext cx="810360" cy="706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6789A6E-6F31-D688-1F3B-1FB27B18C23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562707" y="2058373"/>
                  <a:ext cx="822600" cy="71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608BEAC-9D4D-D16A-9BEB-094E230C9C17}"/>
                    </a:ext>
                  </a:extLst>
                </p14:cNvPr>
                <p14:cNvContentPartPr/>
                <p14:nvPr/>
              </p14:nvContentPartPr>
              <p14:xfrm>
                <a:off x="9358587" y="2159893"/>
                <a:ext cx="167040" cy="98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608BEAC-9D4D-D16A-9BEB-094E230C9C1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352467" y="2153773"/>
                  <a:ext cx="1792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F512EB0-EF0A-36B1-71F0-9D087D402DED}"/>
                    </a:ext>
                  </a:extLst>
                </p14:cNvPr>
                <p14:cNvContentPartPr/>
                <p14:nvPr/>
              </p14:nvContentPartPr>
              <p14:xfrm>
                <a:off x="9424467" y="605413"/>
                <a:ext cx="284400" cy="617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F512EB0-EF0A-36B1-71F0-9D087D402DE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418347" y="599293"/>
                  <a:ext cx="29664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90D2F73-E25B-2C3F-4FFB-3B37273831B0}"/>
                    </a:ext>
                  </a:extLst>
                </p14:cNvPr>
                <p14:cNvContentPartPr/>
                <p14:nvPr/>
              </p14:nvContentPartPr>
              <p14:xfrm>
                <a:off x="10583667" y="1242973"/>
                <a:ext cx="564840" cy="1700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90D2F73-E25B-2C3F-4FFB-3B37273831B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577547" y="1236853"/>
                  <a:ext cx="577080" cy="171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055C21D-77C8-0A52-79DC-CE94800F1426}"/>
                    </a:ext>
                  </a:extLst>
                </p14:cNvPr>
                <p14:cNvContentPartPr/>
                <p14:nvPr/>
              </p14:nvContentPartPr>
              <p14:xfrm>
                <a:off x="10897587" y="2303893"/>
                <a:ext cx="718560" cy="1247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055C21D-77C8-0A52-79DC-CE94800F142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891467" y="2297773"/>
                  <a:ext cx="730800" cy="12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91C7C6A-4329-1A08-C4CA-A893E84F1AB6}"/>
                    </a:ext>
                  </a:extLst>
                </p14:cNvPr>
                <p14:cNvContentPartPr/>
                <p14:nvPr/>
              </p14:nvContentPartPr>
              <p14:xfrm>
                <a:off x="11327787" y="707293"/>
                <a:ext cx="86400" cy="409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91C7C6A-4329-1A08-C4CA-A893E84F1AB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321667" y="701173"/>
                  <a:ext cx="9864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F46CD36-34F0-B098-9B46-1ADCFE13315A}"/>
                    </a:ext>
                  </a:extLst>
                </p14:cNvPr>
                <p14:cNvContentPartPr/>
                <p14:nvPr/>
              </p14:nvContentPartPr>
              <p14:xfrm>
                <a:off x="9160227" y="3127573"/>
                <a:ext cx="926640" cy="73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F46CD36-34F0-B098-9B46-1ADCFE13315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154107" y="3121453"/>
                  <a:ext cx="9388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C82214D-495B-D7CD-8EC3-33DA9EA2703B}"/>
                    </a:ext>
                  </a:extLst>
                </p14:cNvPr>
                <p14:cNvContentPartPr/>
                <p14:nvPr/>
              </p14:nvContentPartPr>
              <p14:xfrm>
                <a:off x="9093627" y="3043333"/>
                <a:ext cx="923760" cy="269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C82214D-495B-D7CD-8EC3-33DA9EA2703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87507" y="3037213"/>
                  <a:ext cx="9360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E61217A-5AD7-044D-186B-CE9A891F98CC}"/>
                    </a:ext>
                  </a:extLst>
                </p14:cNvPr>
                <p14:cNvContentPartPr/>
                <p14:nvPr/>
              </p14:nvContentPartPr>
              <p14:xfrm>
                <a:off x="4251627" y="-22067"/>
                <a:ext cx="1937160" cy="1192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E61217A-5AD7-044D-186B-CE9A891F98C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245507" y="-28187"/>
                  <a:ext cx="1949400" cy="12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0F95EE5-1372-F185-7C76-E90259BEF97E}"/>
                    </a:ext>
                  </a:extLst>
                </p14:cNvPr>
                <p14:cNvContentPartPr/>
                <p14:nvPr/>
              </p14:nvContentPartPr>
              <p14:xfrm>
                <a:off x="5950827" y="872533"/>
                <a:ext cx="1182600" cy="7012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0F95EE5-1372-F185-7C76-E90259BEF97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44707" y="866413"/>
                  <a:ext cx="1194840" cy="7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3266E84-B8A3-B361-C791-B0036F157095}"/>
                    </a:ext>
                  </a:extLst>
                </p14:cNvPr>
                <p14:cNvContentPartPr/>
                <p14:nvPr/>
              </p14:nvContentPartPr>
              <p14:xfrm>
                <a:off x="5823747" y="925813"/>
                <a:ext cx="3587400" cy="2507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3266E84-B8A3-B361-C791-B0036F15709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817627" y="919693"/>
                  <a:ext cx="3599640" cy="252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9B547DA-74EA-8727-ED64-A713BC12B164}"/>
                    </a:ext>
                  </a:extLst>
                </p14:cNvPr>
                <p14:cNvContentPartPr/>
                <p14:nvPr/>
              </p14:nvContentPartPr>
              <p14:xfrm>
                <a:off x="5396787" y="905653"/>
                <a:ext cx="5781960" cy="37126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9B547DA-74EA-8727-ED64-A713BC12B16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390667" y="899533"/>
                  <a:ext cx="5794200" cy="37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477B01D-D102-AB40-6B3B-1EFD1A582A0E}"/>
                    </a:ext>
                  </a:extLst>
                </p14:cNvPr>
                <p14:cNvContentPartPr/>
                <p14:nvPr/>
              </p14:nvContentPartPr>
              <p14:xfrm>
                <a:off x="9254907" y="3089773"/>
                <a:ext cx="829080" cy="579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477B01D-D102-AB40-6B3B-1EFD1A582A0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48787" y="3083653"/>
                  <a:ext cx="84132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AC362C4-29FA-2980-4ECB-2C0CB1804E4B}"/>
                    </a:ext>
                  </a:extLst>
                </p14:cNvPr>
                <p14:cNvContentPartPr/>
                <p14:nvPr/>
              </p14:nvContentPartPr>
              <p14:xfrm>
                <a:off x="7556787" y="2758213"/>
                <a:ext cx="582120" cy="439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AC362C4-29FA-2980-4ECB-2C0CB1804E4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550667" y="2752093"/>
                  <a:ext cx="594360" cy="451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7799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5E65E-B4B8-9707-E37C-370326D46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8E284201-4A3D-8C7E-8AD2-331567BE84D8}"/>
              </a:ext>
            </a:extLst>
          </p:cNvPr>
          <p:cNvGrpSpPr/>
          <p:nvPr/>
        </p:nvGrpSpPr>
        <p:grpSpPr>
          <a:xfrm>
            <a:off x="402507" y="-83773"/>
            <a:ext cx="11675160" cy="7028440"/>
            <a:chOff x="402507" y="-83773"/>
            <a:chExt cx="11675160" cy="702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11FA8B7-79F6-A05C-B8FC-6403E5537F19}"/>
                    </a:ext>
                  </a:extLst>
                </p14:cNvPr>
                <p14:cNvContentPartPr/>
                <p14:nvPr/>
              </p14:nvContentPartPr>
              <p14:xfrm>
                <a:off x="1702827" y="538467"/>
                <a:ext cx="113760" cy="1061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11FA8B7-79F6-A05C-B8FC-6403E5537F1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96707" y="532347"/>
                  <a:ext cx="12600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9EA8448-3125-E12F-FB71-AA9A35B66236}"/>
                    </a:ext>
                  </a:extLst>
                </p14:cNvPr>
                <p14:cNvContentPartPr/>
                <p14:nvPr/>
              </p14:nvContentPartPr>
              <p14:xfrm>
                <a:off x="1895067" y="227067"/>
                <a:ext cx="436680" cy="1187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9EA8448-3125-E12F-FB71-AA9A35B6623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88947" y="220947"/>
                  <a:ext cx="448920" cy="11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9E76EAF-A6CA-F3E8-6A53-8A63C2AEC63F}"/>
                    </a:ext>
                  </a:extLst>
                </p14:cNvPr>
                <p14:cNvContentPartPr/>
                <p14:nvPr/>
              </p14:nvContentPartPr>
              <p14:xfrm>
                <a:off x="1716507" y="966147"/>
                <a:ext cx="226440" cy="63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9E76EAF-A6CA-F3E8-6A53-8A63C2AEC63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10387" y="960027"/>
                  <a:ext cx="2386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CD3D100-0D72-8051-A250-06602AC84512}"/>
                    </a:ext>
                  </a:extLst>
                </p14:cNvPr>
                <p14:cNvContentPartPr/>
                <p14:nvPr/>
              </p14:nvContentPartPr>
              <p14:xfrm>
                <a:off x="2820987" y="333987"/>
                <a:ext cx="14760" cy="909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CD3D100-0D72-8051-A250-06602AC8451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14867" y="327867"/>
                  <a:ext cx="27000" cy="9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86AF12E-3AB1-D31C-DF07-9C616E5B4853}"/>
                    </a:ext>
                  </a:extLst>
                </p14:cNvPr>
                <p14:cNvContentPartPr/>
                <p14:nvPr/>
              </p14:nvContentPartPr>
              <p14:xfrm>
                <a:off x="2615427" y="718107"/>
                <a:ext cx="410040" cy="70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86AF12E-3AB1-D31C-DF07-9C616E5B485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09307" y="711987"/>
                  <a:ext cx="4222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A22B49F-28CE-CDE7-EC27-BF7F01372037}"/>
                    </a:ext>
                  </a:extLst>
                </p14:cNvPr>
                <p14:cNvContentPartPr/>
                <p14:nvPr/>
              </p14:nvContentPartPr>
              <p14:xfrm>
                <a:off x="3429387" y="261627"/>
                <a:ext cx="46800" cy="871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A22B49F-28CE-CDE7-EC27-BF7F0137203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23267" y="255507"/>
                  <a:ext cx="59040" cy="88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BC28666-5D40-6AF5-9CAD-CDBCF9B99F4A}"/>
                    </a:ext>
                  </a:extLst>
                </p14:cNvPr>
                <p14:cNvContentPartPr/>
                <p14:nvPr/>
              </p14:nvContentPartPr>
              <p14:xfrm>
                <a:off x="3249747" y="300507"/>
                <a:ext cx="1756080" cy="694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BC28666-5D40-6AF5-9CAD-CDBCF9B99F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43627" y="294387"/>
                  <a:ext cx="1768320" cy="7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D2DBEF4-269B-D26E-0248-51BC4CD4FC04}"/>
                    </a:ext>
                  </a:extLst>
                </p14:cNvPr>
                <p14:cNvContentPartPr/>
                <p14:nvPr/>
              </p14:nvContentPartPr>
              <p14:xfrm>
                <a:off x="4611267" y="499587"/>
                <a:ext cx="699480" cy="453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D2DBEF4-269B-D26E-0248-51BC4CD4FC0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05147" y="493467"/>
                  <a:ext cx="71172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F8FA84A-06A6-53EB-1FE2-36F9097411E0}"/>
                    </a:ext>
                  </a:extLst>
                </p14:cNvPr>
                <p14:cNvContentPartPr/>
                <p14:nvPr/>
              </p14:nvContentPartPr>
              <p14:xfrm>
                <a:off x="5410467" y="380067"/>
                <a:ext cx="360" cy="7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F8FA84A-06A6-53EB-1FE2-36F9097411E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04347" y="373947"/>
                  <a:ext cx="126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A5F9BAE-40C0-96D0-5394-100BFB991B4C}"/>
                    </a:ext>
                  </a:extLst>
                </p14:cNvPr>
                <p14:cNvContentPartPr/>
                <p14:nvPr/>
              </p14:nvContentPartPr>
              <p14:xfrm>
                <a:off x="5582187" y="464307"/>
                <a:ext cx="893520" cy="604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A5F9BAE-40C0-96D0-5394-100BFB991B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76067" y="458187"/>
                  <a:ext cx="90576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B1D7183-7140-8884-1803-68C42EA46732}"/>
                    </a:ext>
                  </a:extLst>
                </p14:cNvPr>
                <p14:cNvContentPartPr/>
                <p14:nvPr/>
              </p14:nvContentPartPr>
              <p14:xfrm>
                <a:off x="1670787" y="1244787"/>
                <a:ext cx="5492160" cy="320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B1D7183-7140-8884-1803-68C42EA4673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64667" y="1238667"/>
                  <a:ext cx="55044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3DA1F60-1C95-81A7-7BFE-363C8B79890B}"/>
                    </a:ext>
                  </a:extLst>
                </p14:cNvPr>
                <p14:cNvContentPartPr/>
                <p14:nvPr/>
              </p14:nvContentPartPr>
              <p14:xfrm>
                <a:off x="1031427" y="2079987"/>
                <a:ext cx="40680" cy="681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3DA1F60-1C95-81A7-7BFE-363C8B79890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25307" y="2073867"/>
                  <a:ext cx="5292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431E9A9-0526-D91C-A566-62728535693C}"/>
                    </a:ext>
                  </a:extLst>
                </p14:cNvPr>
                <p14:cNvContentPartPr/>
                <p14:nvPr/>
              </p14:nvContentPartPr>
              <p14:xfrm>
                <a:off x="1002987" y="1867587"/>
                <a:ext cx="354960" cy="1409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431E9A9-0526-D91C-A566-62728535693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96867" y="1861467"/>
                  <a:ext cx="367200" cy="14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0526C65-2800-9AC0-26DA-69F966E759C9}"/>
                    </a:ext>
                  </a:extLst>
                </p14:cNvPr>
                <p14:cNvContentPartPr/>
                <p14:nvPr/>
              </p14:nvContentPartPr>
              <p14:xfrm>
                <a:off x="2076867" y="1951467"/>
                <a:ext cx="659520" cy="1551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0526C65-2800-9AC0-26DA-69F966E759C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70747" y="1945347"/>
                  <a:ext cx="671760" cy="15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5028212-345A-4C9A-94F5-32A2D634FE2B}"/>
                    </a:ext>
                  </a:extLst>
                </p14:cNvPr>
                <p14:cNvContentPartPr/>
                <p14:nvPr/>
              </p14:nvContentPartPr>
              <p14:xfrm>
                <a:off x="1578627" y="1914747"/>
                <a:ext cx="872280" cy="1154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5028212-345A-4C9A-94F5-32A2D634FE2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72507" y="1908627"/>
                  <a:ext cx="884520" cy="11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683F798-AEAD-1753-B300-4A183C113ACF}"/>
                    </a:ext>
                  </a:extLst>
                </p14:cNvPr>
                <p14:cNvContentPartPr/>
                <p14:nvPr/>
              </p14:nvContentPartPr>
              <p14:xfrm>
                <a:off x="3130587" y="1885227"/>
                <a:ext cx="73080" cy="1177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683F798-AEAD-1753-B300-4A183C113AC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24467" y="1879107"/>
                  <a:ext cx="85320" cy="11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32533E0-33C4-C710-8E20-92D32B889836}"/>
                    </a:ext>
                  </a:extLst>
                </p14:cNvPr>
                <p14:cNvContentPartPr/>
                <p14:nvPr/>
              </p14:nvContentPartPr>
              <p14:xfrm>
                <a:off x="2688867" y="2461587"/>
                <a:ext cx="892800" cy="123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32533E0-33C4-C710-8E20-92D32B88983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82747" y="2455467"/>
                  <a:ext cx="9050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AA7411-8AAB-534A-FD07-4BB2267AA2E5}"/>
                    </a:ext>
                  </a:extLst>
                </p14:cNvPr>
                <p14:cNvContentPartPr/>
                <p14:nvPr/>
              </p14:nvContentPartPr>
              <p14:xfrm>
                <a:off x="3625227" y="2338467"/>
                <a:ext cx="617040" cy="493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AA7411-8AAB-534A-FD07-4BB2267AA2E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19107" y="2332347"/>
                  <a:ext cx="62928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86220CF-9372-8A2D-0530-5ADE68658D2A}"/>
                    </a:ext>
                  </a:extLst>
                </p14:cNvPr>
                <p14:cNvContentPartPr/>
                <p14:nvPr/>
              </p14:nvContentPartPr>
              <p14:xfrm>
                <a:off x="4551507" y="1782267"/>
                <a:ext cx="30960" cy="907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86220CF-9372-8A2D-0530-5ADE68658D2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45387" y="1776147"/>
                  <a:ext cx="43200" cy="9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AB06718-9504-7937-F029-7A3107CAADBC}"/>
                    </a:ext>
                  </a:extLst>
                </p14:cNvPr>
                <p14:cNvContentPartPr/>
                <p14:nvPr/>
              </p14:nvContentPartPr>
              <p14:xfrm>
                <a:off x="4275027" y="2172867"/>
                <a:ext cx="783360" cy="456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AB06718-9504-7937-F029-7A3107CAADB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68907" y="2166747"/>
                  <a:ext cx="79560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EEB45A1-7DF9-6B9A-B84A-EC15C284C1F0}"/>
                    </a:ext>
                  </a:extLst>
                </p14:cNvPr>
                <p14:cNvContentPartPr/>
                <p14:nvPr/>
              </p14:nvContentPartPr>
              <p14:xfrm>
                <a:off x="5116347" y="2099787"/>
                <a:ext cx="360" cy="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EEB45A1-7DF9-6B9A-B84A-EC15C284C1F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10227" y="20936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DDBAE9B-2ECC-159A-163F-31059C1D0C83}"/>
                    </a:ext>
                  </a:extLst>
                </p14:cNvPr>
                <p14:cNvContentPartPr/>
                <p14:nvPr/>
              </p14:nvContentPartPr>
              <p14:xfrm>
                <a:off x="5193387" y="2108787"/>
                <a:ext cx="637920" cy="675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DDBAE9B-2ECC-159A-163F-31059C1D0C8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87267" y="2102667"/>
                  <a:ext cx="65016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989D346-2237-CA98-1BB0-EF0729C525E8}"/>
                    </a:ext>
                  </a:extLst>
                </p14:cNvPr>
                <p14:cNvContentPartPr/>
                <p14:nvPr/>
              </p14:nvContentPartPr>
              <p14:xfrm>
                <a:off x="6251067" y="1889547"/>
                <a:ext cx="2680920" cy="901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989D346-2237-CA98-1BB0-EF0729C525E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44947" y="1883427"/>
                  <a:ext cx="2693160" cy="9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6137D0A-95D8-BFC7-6104-D37B5158D86F}"/>
                    </a:ext>
                  </a:extLst>
                </p14:cNvPr>
                <p14:cNvContentPartPr/>
                <p14:nvPr/>
              </p14:nvContentPartPr>
              <p14:xfrm>
                <a:off x="8562987" y="2214267"/>
                <a:ext cx="410040" cy="686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6137D0A-95D8-BFC7-6104-D37B5158D86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556867" y="2208147"/>
                  <a:ext cx="422280" cy="6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D8C1E77-553C-98B4-A880-D0C6CFB870A1}"/>
                    </a:ext>
                  </a:extLst>
                </p14:cNvPr>
                <p14:cNvContentPartPr/>
                <p14:nvPr/>
              </p14:nvContentPartPr>
              <p14:xfrm>
                <a:off x="9113787" y="2230467"/>
                <a:ext cx="178920" cy="675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D8C1E77-553C-98B4-A880-D0C6CFB870A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107667" y="2224347"/>
                  <a:ext cx="19116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9AA09CA-5358-1290-DE49-DE757375DA85}"/>
                    </a:ext>
                  </a:extLst>
                </p14:cNvPr>
                <p14:cNvContentPartPr/>
                <p14:nvPr/>
              </p14:nvContentPartPr>
              <p14:xfrm>
                <a:off x="9939267" y="2004027"/>
                <a:ext cx="528840" cy="788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9AA09CA-5358-1290-DE49-DE757375DA8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933147" y="1997907"/>
                  <a:ext cx="541080" cy="80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5166D95-6240-F042-DD02-948A24479159}"/>
                    </a:ext>
                  </a:extLst>
                </p14:cNvPr>
                <p14:cNvContentPartPr/>
                <p14:nvPr/>
              </p14:nvContentPartPr>
              <p14:xfrm>
                <a:off x="10353267" y="2254587"/>
                <a:ext cx="350640" cy="597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5166D95-6240-F042-DD02-948A2447915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47147" y="2248467"/>
                  <a:ext cx="36288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4D5920D-97C0-70D5-6071-37C1F46573D8}"/>
                    </a:ext>
                  </a:extLst>
                </p14:cNvPr>
                <p14:cNvContentPartPr/>
                <p14:nvPr/>
              </p14:nvContentPartPr>
              <p14:xfrm>
                <a:off x="10801467" y="2266467"/>
                <a:ext cx="1238400" cy="707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4D5920D-97C0-70D5-6071-37C1F46573D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795347" y="2260347"/>
                  <a:ext cx="1250640" cy="71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1A8BE86-C164-E875-694B-9D1F27B8F785}"/>
                    </a:ext>
                  </a:extLst>
                </p14:cNvPr>
                <p14:cNvContentPartPr/>
                <p14:nvPr/>
              </p14:nvContentPartPr>
              <p14:xfrm>
                <a:off x="3894867" y="3215787"/>
                <a:ext cx="1050120" cy="1176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1A8BE86-C164-E875-694B-9D1F27B8F78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88747" y="3209667"/>
                  <a:ext cx="1062360" cy="11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3508879-0942-B5F5-3182-517DE28805CB}"/>
                    </a:ext>
                  </a:extLst>
                </p14:cNvPr>
                <p14:cNvContentPartPr/>
                <p14:nvPr/>
              </p14:nvContentPartPr>
              <p14:xfrm>
                <a:off x="5510547" y="3212547"/>
                <a:ext cx="1001520" cy="966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3508879-0942-B5F5-3182-517DE28805C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04427" y="3206427"/>
                  <a:ext cx="1013760" cy="9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D5C95B7-2C33-41C1-D286-CE2CAB9DDA90}"/>
                    </a:ext>
                  </a:extLst>
                </p14:cNvPr>
                <p14:cNvContentPartPr/>
                <p14:nvPr/>
              </p14:nvContentPartPr>
              <p14:xfrm>
                <a:off x="6705387" y="3285987"/>
                <a:ext cx="360" cy="1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D5C95B7-2C33-41C1-D286-CE2CAB9DDA9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699267" y="3279867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70B9B3F-872A-C2AD-8535-664D4F2760AE}"/>
                    </a:ext>
                  </a:extLst>
                </p14:cNvPr>
                <p14:cNvContentPartPr/>
                <p14:nvPr/>
              </p14:nvContentPartPr>
              <p14:xfrm>
                <a:off x="6810507" y="3177267"/>
                <a:ext cx="661320" cy="1394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70B9B3F-872A-C2AD-8535-664D4F2760A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04387" y="3171147"/>
                  <a:ext cx="673560" cy="14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FAAF88C-E049-B273-9B68-E6C5EC41EEA9}"/>
                    </a:ext>
                  </a:extLst>
                </p14:cNvPr>
                <p14:cNvContentPartPr/>
                <p14:nvPr/>
              </p14:nvContentPartPr>
              <p14:xfrm>
                <a:off x="7934427" y="3336387"/>
                <a:ext cx="137880" cy="630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FAAF88C-E049-B273-9B68-E6C5EC41EEA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28307" y="3330267"/>
                  <a:ext cx="150120" cy="64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26811DB-E388-EBA7-5A2A-65DD430171C4}"/>
                    </a:ext>
                  </a:extLst>
                </p14:cNvPr>
                <p14:cNvContentPartPr/>
                <p14:nvPr/>
              </p14:nvContentPartPr>
              <p14:xfrm>
                <a:off x="7783227" y="3665427"/>
                <a:ext cx="653040" cy="441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26811DB-E388-EBA7-5A2A-65DD430171C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777107" y="3659307"/>
                  <a:ext cx="66528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9D084D7-DE84-1008-287A-26B8811C9316}"/>
                    </a:ext>
                  </a:extLst>
                </p14:cNvPr>
                <p14:cNvContentPartPr/>
                <p14:nvPr/>
              </p14:nvContentPartPr>
              <p14:xfrm>
                <a:off x="8415387" y="3392547"/>
                <a:ext cx="360" cy="1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9D084D7-DE84-1008-287A-26B8811C931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409267" y="3386427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9EA9BC9-BE72-3DAC-31F5-1AAD1BE7085C}"/>
                    </a:ext>
                  </a:extLst>
                </p14:cNvPr>
                <p14:cNvContentPartPr/>
                <p14:nvPr/>
              </p14:nvContentPartPr>
              <p14:xfrm>
                <a:off x="8682507" y="3500547"/>
                <a:ext cx="1131120" cy="533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9EA9BC9-BE72-3DAC-31F5-1AAD1BE7085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676387" y="3494427"/>
                  <a:ext cx="114336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A65FDE1-633C-22F0-E762-0C1A778CFF3E}"/>
                    </a:ext>
                  </a:extLst>
                </p14:cNvPr>
                <p14:cNvContentPartPr/>
                <p14:nvPr/>
              </p14:nvContentPartPr>
              <p14:xfrm>
                <a:off x="10300707" y="3669027"/>
                <a:ext cx="96840" cy="318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A65FDE1-633C-22F0-E762-0C1A778CFF3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294587" y="3662907"/>
                  <a:ext cx="1090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AD76784-2482-6E54-2FFA-644BD5DFD112}"/>
                    </a:ext>
                  </a:extLst>
                </p14:cNvPr>
                <p14:cNvContentPartPr/>
                <p14:nvPr/>
              </p14:nvContentPartPr>
              <p14:xfrm>
                <a:off x="10380627" y="3339987"/>
                <a:ext cx="360" cy="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AD76784-2482-6E54-2FFA-644BD5DFD11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374507" y="33338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424FFA8-6028-6AC6-BC84-82C661D84895}"/>
                    </a:ext>
                  </a:extLst>
                </p14:cNvPr>
                <p14:cNvContentPartPr/>
                <p14:nvPr/>
              </p14:nvContentPartPr>
              <p14:xfrm>
                <a:off x="10571067" y="3631227"/>
                <a:ext cx="329040" cy="621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424FFA8-6028-6AC6-BC84-82C661D8489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564947" y="3625107"/>
                  <a:ext cx="34128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CD261F6-E640-DBED-B38C-972D7A6577F9}"/>
                    </a:ext>
                  </a:extLst>
                </p14:cNvPr>
                <p14:cNvContentPartPr/>
                <p14:nvPr/>
              </p14:nvContentPartPr>
              <p14:xfrm>
                <a:off x="4806747" y="4509987"/>
                <a:ext cx="829440" cy="1002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CD261F6-E640-DBED-B38C-972D7A6577F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800627" y="4503867"/>
                  <a:ext cx="841680" cy="10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B41647F-A750-0BB3-C714-B0878F34F9D9}"/>
                    </a:ext>
                  </a:extLst>
                </p14:cNvPr>
                <p14:cNvContentPartPr/>
                <p14:nvPr/>
              </p14:nvContentPartPr>
              <p14:xfrm>
                <a:off x="5782707" y="4865307"/>
                <a:ext cx="474840" cy="615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B41647F-A750-0BB3-C714-B0878F34F9D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776587" y="4859187"/>
                  <a:ext cx="487080" cy="62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D32322D-A079-83FA-A9B7-B580272B29DB}"/>
                    </a:ext>
                  </a:extLst>
                </p14:cNvPr>
                <p14:cNvContentPartPr/>
                <p14:nvPr/>
              </p14:nvContentPartPr>
              <p14:xfrm>
                <a:off x="6467067" y="4589187"/>
                <a:ext cx="3158280" cy="1036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D32322D-A079-83FA-A9B7-B580272B29D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460947" y="4583067"/>
                  <a:ext cx="3170520" cy="10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EF2A93D-D955-2A05-0D8D-D48EF0AEFA95}"/>
                    </a:ext>
                  </a:extLst>
                </p14:cNvPr>
                <p14:cNvContentPartPr/>
                <p14:nvPr/>
              </p14:nvContentPartPr>
              <p14:xfrm>
                <a:off x="10109907" y="5578467"/>
                <a:ext cx="360" cy="1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EF2A93D-D955-2A05-0D8D-D48EF0AEFA9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103787" y="5572347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1D59494-F3D5-AB1E-7A41-C3BC84972472}"/>
                    </a:ext>
                  </a:extLst>
                </p14:cNvPr>
                <p14:cNvContentPartPr/>
                <p14:nvPr/>
              </p14:nvContentPartPr>
              <p14:xfrm>
                <a:off x="8159787" y="5904267"/>
                <a:ext cx="3917880" cy="51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1D59494-F3D5-AB1E-7A41-C3BC8497247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153667" y="5898147"/>
                  <a:ext cx="39301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CE6E7AE-51ED-34B4-5FAD-79DEB752B6C5}"/>
                    </a:ext>
                  </a:extLst>
                </p14:cNvPr>
                <p14:cNvContentPartPr/>
                <p14:nvPr/>
              </p14:nvContentPartPr>
              <p14:xfrm>
                <a:off x="402507" y="5586747"/>
                <a:ext cx="735120" cy="452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CE6E7AE-51ED-34B4-5FAD-79DEB752B6C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96387" y="5580627"/>
                  <a:ext cx="74736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6F88DBB-D682-61CE-B486-3B75DD5AF93E}"/>
                    </a:ext>
                  </a:extLst>
                </p14:cNvPr>
                <p14:cNvContentPartPr/>
                <p14:nvPr/>
              </p14:nvContentPartPr>
              <p14:xfrm>
                <a:off x="890667" y="5303427"/>
                <a:ext cx="312480" cy="1242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6F88DBB-D682-61CE-B486-3B75DD5AF93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84547" y="5297307"/>
                  <a:ext cx="324720" cy="12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54A28B3-0713-032A-7F13-DE7EB510A7AA}"/>
                    </a:ext>
                  </a:extLst>
                </p14:cNvPr>
                <p14:cNvContentPartPr/>
                <p14:nvPr/>
              </p14:nvContentPartPr>
              <p14:xfrm>
                <a:off x="1810827" y="5231067"/>
                <a:ext cx="453600" cy="1188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54A28B3-0713-032A-7F13-DE7EB510A7A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804707" y="5224947"/>
                  <a:ext cx="465840" cy="12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80BFC85-ED92-48EE-5C65-E7EA32DB63C4}"/>
                    </a:ext>
                  </a:extLst>
                </p14:cNvPr>
                <p14:cNvContentPartPr/>
                <p14:nvPr/>
              </p14:nvContentPartPr>
              <p14:xfrm>
                <a:off x="2403027" y="5751267"/>
                <a:ext cx="547560" cy="581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80BFC85-ED92-48EE-5C65-E7EA32DB63C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396907" y="5745147"/>
                  <a:ext cx="55980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521D562-A846-92C7-BAFC-F67055C79D88}"/>
                    </a:ext>
                  </a:extLst>
                </p14:cNvPr>
                <p14:cNvContentPartPr/>
                <p14:nvPr/>
              </p14:nvContentPartPr>
              <p14:xfrm>
                <a:off x="3356307" y="5901027"/>
                <a:ext cx="913680" cy="108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521D562-A846-92C7-BAFC-F67055C79D8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350187" y="5894907"/>
                  <a:ext cx="9259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A9AFDF3-E1E7-CCB3-4368-B0F49CF6A2E3}"/>
                    </a:ext>
                  </a:extLst>
                </p14:cNvPr>
                <p14:cNvContentPartPr/>
                <p14:nvPr/>
              </p14:nvContentPartPr>
              <p14:xfrm>
                <a:off x="3365307" y="6154467"/>
                <a:ext cx="997920" cy="144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A9AFDF3-E1E7-CCB3-4368-B0F49CF6A2E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359187" y="6148347"/>
                  <a:ext cx="10101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9CBA7C5-8C87-1B32-68C0-782BACA75742}"/>
                    </a:ext>
                  </a:extLst>
                </p14:cNvPr>
                <p14:cNvContentPartPr/>
                <p14:nvPr/>
              </p14:nvContentPartPr>
              <p14:xfrm>
                <a:off x="3799467" y="5484867"/>
                <a:ext cx="57240" cy="1050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9CBA7C5-8C87-1B32-68C0-782BACA7574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793347" y="5478747"/>
                  <a:ext cx="69480" cy="10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916F68D-7423-67DB-463D-FE0A2DB02776}"/>
                    </a:ext>
                  </a:extLst>
                </p14:cNvPr>
                <p14:cNvContentPartPr/>
                <p14:nvPr/>
              </p14:nvContentPartPr>
              <p14:xfrm>
                <a:off x="4565547" y="5712387"/>
                <a:ext cx="1629360" cy="939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916F68D-7423-67DB-463D-FE0A2DB0277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559427" y="5706267"/>
                  <a:ext cx="1641600" cy="9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1661499-02CE-9F56-88F6-DA7E79DF8E0C}"/>
                    </a:ext>
                  </a:extLst>
                </p14:cNvPr>
                <p14:cNvContentPartPr/>
                <p14:nvPr/>
              </p14:nvContentPartPr>
              <p14:xfrm>
                <a:off x="6416307" y="5942427"/>
                <a:ext cx="297000" cy="509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1661499-02CE-9F56-88F6-DA7E79DF8E0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410187" y="5936307"/>
                  <a:ext cx="30924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6D347AB-4E3A-1A96-8824-68E746F16C43}"/>
                    </a:ext>
                  </a:extLst>
                </p14:cNvPr>
                <p14:cNvContentPartPr/>
                <p14:nvPr/>
              </p14:nvContentPartPr>
              <p14:xfrm>
                <a:off x="6764427" y="6030987"/>
                <a:ext cx="720720" cy="649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6D347AB-4E3A-1A96-8824-68E746F16C4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758307" y="6024867"/>
                  <a:ext cx="732960" cy="6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6DFF406-2D10-F9BB-950A-BF7D07C04B32}"/>
                    </a:ext>
                  </a:extLst>
                </p14:cNvPr>
                <p14:cNvContentPartPr/>
                <p14:nvPr/>
              </p14:nvContentPartPr>
              <p14:xfrm>
                <a:off x="7852707" y="5943507"/>
                <a:ext cx="787320" cy="1001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6DFF406-2D10-F9BB-950A-BF7D07C04B3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846587" y="5937387"/>
                  <a:ext cx="799560" cy="10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9E33C47-3208-4C95-7D40-617A40C8AFF2}"/>
                    </a:ext>
                  </a:extLst>
                </p14:cNvPr>
                <p14:cNvContentPartPr/>
                <p14:nvPr/>
              </p14:nvContentPartPr>
              <p14:xfrm>
                <a:off x="8755947" y="5972507"/>
                <a:ext cx="866880" cy="555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9E33C47-3208-4C95-7D40-617A40C8AFF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749827" y="5966387"/>
                  <a:ext cx="87912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489C15D-CA1B-FC18-44D3-FB0341D571A9}"/>
                    </a:ext>
                  </a:extLst>
                </p14:cNvPr>
                <p14:cNvContentPartPr/>
                <p14:nvPr/>
              </p14:nvContentPartPr>
              <p14:xfrm>
                <a:off x="10110627" y="6041627"/>
                <a:ext cx="303480" cy="539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489C15D-CA1B-FC18-44D3-FB0341D571A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104507" y="6035507"/>
                  <a:ext cx="31572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085EF47-DEFE-C12B-282C-1698F2325A2C}"/>
                    </a:ext>
                  </a:extLst>
                </p14:cNvPr>
                <p14:cNvContentPartPr/>
                <p14:nvPr/>
              </p14:nvContentPartPr>
              <p14:xfrm>
                <a:off x="10532907" y="6095627"/>
                <a:ext cx="300240" cy="390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085EF47-DEFE-C12B-282C-1698F2325A2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526787" y="6089507"/>
                  <a:ext cx="31248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45AA213-4814-6320-11D9-D985AB75B53E}"/>
                    </a:ext>
                  </a:extLst>
                </p14:cNvPr>
                <p14:cNvContentPartPr/>
                <p14:nvPr/>
              </p14:nvContentPartPr>
              <p14:xfrm>
                <a:off x="10061667" y="6560747"/>
                <a:ext cx="1340640" cy="59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45AA213-4814-6320-11D9-D985AB75B53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055547" y="6554627"/>
                  <a:ext cx="1352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F97F72D-042B-6CC8-E65A-3E9D718A3919}"/>
                    </a:ext>
                  </a:extLst>
                </p14:cNvPr>
                <p14:cNvContentPartPr/>
                <p14:nvPr/>
              </p14:nvContentPartPr>
              <p14:xfrm>
                <a:off x="9955107" y="6583787"/>
                <a:ext cx="768960" cy="124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F97F72D-042B-6CC8-E65A-3E9D718A391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948987" y="6577667"/>
                  <a:ext cx="7812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9E82621-448F-2E52-F1A8-91F5500B0D9E}"/>
                    </a:ext>
                  </a:extLst>
                </p14:cNvPr>
                <p14:cNvContentPartPr/>
                <p14:nvPr/>
              </p14:nvContentPartPr>
              <p14:xfrm>
                <a:off x="11148507" y="6539867"/>
                <a:ext cx="4320" cy="17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9E82621-448F-2E52-F1A8-91F5500B0D9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142387" y="6533747"/>
                  <a:ext cx="165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CC1374A-3585-BF0C-C0C5-59E0BD737205}"/>
                    </a:ext>
                  </a:extLst>
                </p14:cNvPr>
                <p14:cNvContentPartPr/>
                <p14:nvPr/>
              </p14:nvContentPartPr>
              <p14:xfrm>
                <a:off x="1741707" y="778427"/>
                <a:ext cx="744120" cy="235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CC1374A-3585-BF0C-C0C5-59E0BD73720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735587" y="772307"/>
                  <a:ext cx="7563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66DE5E4-DF1F-2C88-718E-5FE0A30B543C}"/>
                    </a:ext>
                  </a:extLst>
                </p14:cNvPr>
                <p14:cNvContentPartPr/>
                <p14:nvPr/>
              </p14:nvContentPartPr>
              <p14:xfrm>
                <a:off x="1606347" y="224387"/>
                <a:ext cx="783360" cy="1265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66DE5E4-DF1F-2C88-718E-5FE0A30B543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600227" y="218267"/>
                  <a:ext cx="795600" cy="12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C0131E8-0111-547D-3B35-C3F6112A6459}"/>
                    </a:ext>
                  </a:extLst>
                </p14:cNvPr>
                <p14:cNvContentPartPr/>
                <p14:nvPr/>
              </p14:nvContentPartPr>
              <p14:xfrm>
                <a:off x="1707147" y="829187"/>
                <a:ext cx="644040" cy="155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C0131E8-0111-547D-3B35-C3F6112A645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701027" y="823067"/>
                  <a:ext cx="6562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72C2348-83FF-C5A2-8A14-3CC6B73D8D8B}"/>
                    </a:ext>
                  </a:extLst>
                </p14:cNvPr>
                <p14:cNvContentPartPr/>
                <p14:nvPr/>
              </p14:nvContentPartPr>
              <p14:xfrm>
                <a:off x="1373067" y="-83773"/>
                <a:ext cx="5667840" cy="1476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72C2348-83FF-C5A2-8A14-3CC6B73D8D8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366947" y="-89893"/>
                  <a:ext cx="5680080" cy="1488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75376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CC835-E24B-442F-348A-FF4850E25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D10AF3F-9480-3CA5-396B-361E7B321560}"/>
                  </a:ext>
                </a:extLst>
              </p14:cNvPr>
              <p14:cNvContentPartPr/>
              <p14:nvPr/>
            </p14:nvContentPartPr>
            <p14:xfrm>
              <a:off x="2314827" y="2624667"/>
              <a:ext cx="573840" cy="431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D10AF3F-9480-3CA5-396B-361E7B3215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08707" y="2618547"/>
                <a:ext cx="58608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6181BF7-9C8F-1F38-58B0-BA93EF0441B3}"/>
                  </a:ext>
                </a:extLst>
              </p14:cNvPr>
              <p14:cNvContentPartPr/>
              <p14:nvPr/>
            </p14:nvContentPartPr>
            <p14:xfrm>
              <a:off x="2445507" y="2588667"/>
              <a:ext cx="219240" cy="5925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6181BF7-9C8F-1F38-58B0-BA93EF0441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39387" y="2582547"/>
                <a:ext cx="231480" cy="60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44C88F1-2A31-C3E6-A993-94D8A5F45469}"/>
                  </a:ext>
                </a:extLst>
              </p14:cNvPr>
              <p14:cNvContentPartPr/>
              <p14:nvPr/>
            </p14:nvContentPartPr>
            <p14:xfrm>
              <a:off x="2823147" y="2938227"/>
              <a:ext cx="317520" cy="8200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44C88F1-2A31-C3E6-A993-94D8A5F4546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17027" y="2932107"/>
                <a:ext cx="329760" cy="83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1EEF054-5046-3F25-CA00-D35C811EC4A4}"/>
                  </a:ext>
                </a:extLst>
              </p14:cNvPr>
              <p14:cNvContentPartPr/>
              <p14:nvPr/>
            </p14:nvContentPartPr>
            <p14:xfrm>
              <a:off x="3572667" y="2706747"/>
              <a:ext cx="2843280" cy="7041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1EEF054-5046-3F25-CA00-D35C811EC4A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66547" y="2700627"/>
                <a:ext cx="2855520" cy="71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42611F4E-FE15-1EB1-972D-E542BC4B93C9}"/>
              </a:ext>
            </a:extLst>
          </p:cNvPr>
          <p:cNvGrpSpPr/>
          <p:nvPr/>
        </p:nvGrpSpPr>
        <p:grpSpPr>
          <a:xfrm>
            <a:off x="6538707" y="16107"/>
            <a:ext cx="1864440" cy="3659040"/>
            <a:chOff x="6538707" y="16107"/>
            <a:chExt cx="1864440" cy="365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81E843C-3598-7593-B3C6-FD1522D2DD6E}"/>
                    </a:ext>
                  </a:extLst>
                </p14:cNvPr>
                <p14:cNvContentPartPr/>
                <p14:nvPr/>
              </p14:nvContentPartPr>
              <p14:xfrm>
                <a:off x="7089147" y="942747"/>
                <a:ext cx="11160" cy="789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81E843C-3598-7593-B3C6-FD1522D2DD6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83027" y="936627"/>
                  <a:ext cx="23400" cy="80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D8E5F04-56C1-10E6-865D-9B6207E0FEF7}"/>
                    </a:ext>
                  </a:extLst>
                </p14:cNvPr>
                <p14:cNvContentPartPr/>
                <p14:nvPr/>
              </p14:nvContentPartPr>
              <p14:xfrm>
                <a:off x="6930027" y="906027"/>
                <a:ext cx="438480" cy="285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D8E5F04-56C1-10E6-865D-9B6207E0FEF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23907" y="899907"/>
                  <a:ext cx="4507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E31F78E-EFC5-F89E-1A56-CFB08FFC11F4}"/>
                    </a:ext>
                  </a:extLst>
                </p14:cNvPr>
                <p14:cNvContentPartPr/>
                <p14:nvPr/>
              </p14:nvContentPartPr>
              <p14:xfrm>
                <a:off x="7093827" y="193227"/>
                <a:ext cx="262440" cy="599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E31F78E-EFC5-F89E-1A56-CFB08FFC11F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87707" y="187107"/>
                  <a:ext cx="27468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F0BED02-F8AB-124D-87BF-9F18601924B3}"/>
                    </a:ext>
                  </a:extLst>
                </p14:cNvPr>
                <p14:cNvContentPartPr/>
                <p14:nvPr/>
              </p14:nvContentPartPr>
              <p14:xfrm>
                <a:off x="7563267" y="550707"/>
                <a:ext cx="72000" cy="369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F0BED02-F8AB-124D-87BF-9F18601924B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557147" y="544587"/>
                  <a:ext cx="842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BD1E861-2F67-D6E2-5036-A7AB1A31E4C7}"/>
                    </a:ext>
                  </a:extLst>
                </p14:cNvPr>
                <p14:cNvContentPartPr/>
                <p14:nvPr/>
              </p14:nvContentPartPr>
              <p14:xfrm>
                <a:off x="7637427" y="143907"/>
                <a:ext cx="92520" cy="200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BD1E861-2F67-D6E2-5036-A7AB1A31E4C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631307" y="137787"/>
                  <a:ext cx="1047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8F9AC0C-A452-9EE0-B854-5C055E03FDDD}"/>
                    </a:ext>
                  </a:extLst>
                </p14:cNvPr>
                <p14:cNvContentPartPr/>
                <p14:nvPr/>
              </p14:nvContentPartPr>
              <p14:xfrm>
                <a:off x="7064307" y="2051907"/>
                <a:ext cx="316080" cy="1541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8F9AC0C-A452-9EE0-B854-5C055E03FDD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58187" y="2045787"/>
                  <a:ext cx="328320" cy="15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1F73ABE-016C-B14D-029B-B9A8666A8AD7}"/>
                    </a:ext>
                  </a:extLst>
                </p14:cNvPr>
                <p14:cNvContentPartPr/>
                <p14:nvPr/>
              </p14:nvContentPartPr>
              <p14:xfrm>
                <a:off x="7535547" y="3111747"/>
                <a:ext cx="406800" cy="563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1F73ABE-016C-B14D-029B-B9A8666A8AD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529427" y="3105627"/>
                  <a:ext cx="41904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DEA6903-0796-2343-0E9D-5B19FB7A9D7B}"/>
                    </a:ext>
                  </a:extLst>
                </p14:cNvPr>
                <p14:cNvContentPartPr/>
                <p14:nvPr/>
              </p14:nvContentPartPr>
              <p14:xfrm>
                <a:off x="7699707" y="1957947"/>
                <a:ext cx="188640" cy="245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DEA6903-0796-2343-0E9D-5B19FB7A9D7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93587" y="1951827"/>
                  <a:ext cx="2008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AA1E996-6C36-796C-2CA9-5F59D88BF9A9}"/>
                    </a:ext>
                  </a:extLst>
                </p14:cNvPr>
                <p14:cNvContentPartPr/>
                <p14:nvPr/>
              </p14:nvContentPartPr>
              <p14:xfrm>
                <a:off x="6538707" y="16107"/>
                <a:ext cx="1864440" cy="1150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AA1E996-6C36-796C-2CA9-5F59D88BF9A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32587" y="9987"/>
                  <a:ext cx="1876680" cy="116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8013D24-42E2-A320-02AD-154ADBE5D292}"/>
              </a:ext>
            </a:extLst>
          </p:cNvPr>
          <p:cNvGrpSpPr/>
          <p:nvPr/>
        </p:nvGrpSpPr>
        <p:grpSpPr>
          <a:xfrm>
            <a:off x="2062827" y="873987"/>
            <a:ext cx="4112280" cy="1115640"/>
            <a:chOff x="2062827" y="873987"/>
            <a:chExt cx="4112280" cy="11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6D6B356-54C1-AF99-E197-DD8A50A0B6CB}"/>
                    </a:ext>
                  </a:extLst>
                </p14:cNvPr>
                <p14:cNvContentPartPr/>
                <p14:nvPr/>
              </p14:nvContentPartPr>
              <p14:xfrm>
                <a:off x="2062827" y="873987"/>
                <a:ext cx="598320" cy="565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6D6B356-54C1-AF99-E197-DD8A50A0B6C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56707" y="867867"/>
                  <a:ext cx="61056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AF943F7-5CF5-10A7-E640-CEBDD504F3D0}"/>
                    </a:ext>
                  </a:extLst>
                </p14:cNvPr>
                <p14:cNvContentPartPr/>
                <p14:nvPr/>
              </p14:nvContentPartPr>
              <p14:xfrm>
                <a:off x="2245347" y="992427"/>
                <a:ext cx="236160" cy="658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AF943F7-5CF5-10A7-E640-CEBDD504F3D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39227" y="986307"/>
                  <a:ext cx="24840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FCA2BD3-EB4C-883E-747D-703506D5145D}"/>
                    </a:ext>
                  </a:extLst>
                </p14:cNvPr>
                <p14:cNvContentPartPr/>
                <p14:nvPr/>
              </p14:nvContentPartPr>
              <p14:xfrm>
                <a:off x="2700387" y="1243347"/>
                <a:ext cx="672480" cy="465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FCA2BD3-EB4C-883E-747D-703506D5145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94267" y="1237227"/>
                  <a:ext cx="68472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700CB5E-561D-0F0A-454A-F0E5B372F0C1}"/>
                    </a:ext>
                  </a:extLst>
                </p14:cNvPr>
                <p14:cNvContentPartPr/>
                <p14:nvPr/>
              </p14:nvContentPartPr>
              <p14:xfrm>
                <a:off x="3371427" y="1110507"/>
                <a:ext cx="2803680" cy="400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700CB5E-561D-0F0A-454A-F0E5B372F0C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65307" y="1104387"/>
                  <a:ext cx="281592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4DE3BC2-E390-1E3F-EFA2-A667B1BFA5AC}"/>
                    </a:ext>
                  </a:extLst>
                </p14:cNvPr>
                <p14:cNvContentPartPr/>
                <p14:nvPr/>
              </p14:nvContentPartPr>
              <p14:xfrm>
                <a:off x="2178027" y="1891707"/>
                <a:ext cx="853560" cy="97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4DE3BC2-E390-1E3F-EFA2-A667B1BFA5A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171907" y="1885587"/>
                  <a:ext cx="865800" cy="110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43234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F9D52-73AC-D7C8-09CC-BAEBC553E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925B5FF-1164-DA12-BEE7-AE81290F1E82}"/>
                  </a:ext>
                </a:extLst>
              </p14:cNvPr>
              <p14:cNvContentPartPr/>
              <p14:nvPr/>
            </p14:nvContentPartPr>
            <p14:xfrm>
              <a:off x="4663827" y="1251987"/>
              <a:ext cx="120600" cy="12358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925B5FF-1164-DA12-BEE7-AE81290F1E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57707" y="1245867"/>
                <a:ext cx="132840" cy="12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CED83A0-FE66-4C9E-18A3-3C6E44FF52C0}"/>
                  </a:ext>
                </a:extLst>
              </p14:cNvPr>
              <p14:cNvContentPartPr/>
              <p14:nvPr/>
            </p14:nvContentPartPr>
            <p14:xfrm>
              <a:off x="4567707" y="1013307"/>
              <a:ext cx="929880" cy="15922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CED83A0-FE66-4C9E-18A3-3C6E44FF52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61587" y="1007187"/>
                <a:ext cx="942120" cy="160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5B1E0A7-F2A5-EEF9-A427-403D2DD61F76}"/>
                  </a:ext>
                </a:extLst>
              </p14:cNvPr>
              <p14:cNvContentPartPr/>
              <p14:nvPr/>
            </p14:nvContentPartPr>
            <p14:xfrm>
              <a:off x="4722147" y="1071627"/>
              <a:ext cx="35280" cy="7970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5B1E0A7-F2A5-EEF9-A427-403D2DD61F7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16027" y="1065507"/>
                <a:ext cx="47520" cy="80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A179F98-1F49-E445-C7A2-74232923C8D1}"/>
                  </a:ext>
                </a:extLst>
              </p14:cNvPr>
              <p14:cNvContentPartPr/>
              <p14:nvPr/>
            </p14:nvContentPartPr>
            <p14:xfrm>
              <a:off x="4752387" y="1235427"/>
              <a:ext cx="81000" cy="14562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A179F98-1F49-E445-C7A2-74232923C8D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46267" y="1229307"/>
                <a:ext cx="93240" cy="146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4E85943-F139-B4DD-B6D4-AC1100BCE233}"/>
                  </a:ext>
                </a:extLst>
              </p14:cNvPr>
              <p14:cNvContentPartPr/>
              <p14:nvPr/>
            </p14:nvContentPartPr>
            <p14:xfrm>
              <a:off x="4939587" y="1500747"/>
              <a:ext cx="514800" cy="514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4E85943-F139-B4DD-B6D4-AC1100BCE23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33467" y="1494627"/>
                <a:ext cx="527040" cy="52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7FCF6FA-4BE0-8F19-9974-E104A459CA1E}"/>
                  </a:ext>
                </a:extLst>
              </p14:cNvPr>
              <p14:cNvContentPartPr/>
              <p14:nvPr/>
            </p14:nvContentPartPr>
            <p14:xfrm>
              <a:off x="816507" y="3359067"/>
              <a:ext cx="52200" cy="755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7FCF6FA-4BE0-8F19-9974-E104A459CA1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0387" y="3352947"/>
                <a:ext cx="64440" cy="76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3A58AD4-227D-C3D0-7855-6A8B5D522C4F}"/>
                  </a:ext>
                </a:extLst>
              </p14:cNvPr>
              <p14:cNvContentPartPr/>
              <p14:nvPr/>
            </p14:nvContentPartPr>
            <p14:xfrm>
              <a:off x="819387" y="3348627"/>
              <a:ext cx="939600" cy="8150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3A58AD4-227D-C3D0-7855-6A8B5D522C4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13267" y="3342507"/>
                <a:ext cx="951840" cy="82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7F35A48-76B9-8FC9-5CFB-AD2BDDE3FCCE}"/>
                  </a:ext>
                </a:extLst>
              </p14:cNvPr>
              <p14:cNvContentPartPr/>
              <p14:nvPr/>
            </p14:nvContentPartPr>
            <p14:xfrm>
              <a:off x="1085787" y="2931387"/>
              <a:ext cx="293760" cy="5148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7F35A48-76B9-8FC9-5CFB-AD2BDDE3FCC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79667" y="2925267"/>
                <a:ext cx="306000" cy="52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9DBA271-641C-C8DA-8C52-BCDBAC4F47FB}"/>
                  </a:ext>
                </a:extLst>
              </p14:cNvPr>
              <p14:cNvContentPartPr/>
              <p14:nvPr/>
            </p14:nvContentPartPr>
            <p14:xfrm>
              <a:off x="2650707" y="3338547"/>
              <a:ext cx="899280" cy="9133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9DBA271-641C-C8DA-8C52-BCDBAC4F47F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44587" y="3332427"/>
                <a:ext cx="911520" cy="9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0733565-4A2D-F108-7855-EB6873B3FF7F}"/>
                  </a:ext>
                </a:extLst>
              </p14:cNvPr>
              <p14:cNvContentPartPr/>
              <p14:nvPr/>
            </p14:nvContentPartPr>
            <p14:xfrm>
              <a:off x="2850147" y="2807547"/>
              <a:ext cx="295200" cy="7034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0733565-4A2D-F108-7855-EB6873B3FF7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44027" y="2801427"/>
                <a:ext cx="307440" cy="71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F4C7DFC-C6C2-893F-35C5-E5C7FEBEB0C4}"/>
                  </a:ext>
                </a:extLst>
              </p14:cNvPr>
              <p14:cNvContentPartPr/>
              <p14:nvPr/>
            </p14:nvContentPartPr>
            <p14:xfrm>
              <a:off x="4236147" y="3476427"/>
              <a:ext cx="640440" cy="6127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F4C7DFC-C6C2-893F-35C5-E5C7FEBEB0C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30027" y="3470307"/>
                <a:ext cx="652680" cy="62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C04506A-FA8F-33B6-8A38-00DB131AD0E8}"/>
                  </a:ext>
                </a:extLst>
              </p14:cNvPr>
              <p14:cNvContentPartPr/>
              <p14:nvPr/>
            </p14:nvContentPartPr>
            <p14:xfrm>
              <a:off x="4290147" y="1863267"/>
              <a:ext cx="489600" cy="16596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C04506A-FA8F-33B6-8A38-00DB131AD0E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84027" y="1857147"/>
                <a:ext cx="501840" cy="167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4672DCA-D911-787C-429F-46E9DFCDB55E}"/>
                  </a:ext>
                </a:extLst>
              </p14:cNvPr>
              <p14:cNvContentPartPr/>
              <p14:nvPr/>
            </p14:nvContentPartPr>
            <p14:xfrm>
              <a:off x="470547" y="2734107"/>
              <a:ext cx="4775760" cy="21049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4672DCA-D911-787C-429F-46E9DFCDB55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64427" y="2727987"/>
                <a:ext cx="4788000" cy="21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9D62486-1F0E-FDD1-FD90-54FBA0A89BA1}"/>
                  </a:ext>
                </a:extLst>
              </p14:cNvPr>
              <p14:cNvContentPartPr/>
              <p14:nvPr/>
            </p14:nvContentPartPr>
            <p14:xfrm>
              <a:off x="5519187" y="1813587"/>
              <a:ext cx="2324160" cy="18946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9D62486-1F0E-FDD1-FD90-54FBA0A89BA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513067" y="1807467"/>
                <a:ext cx="2336400" cy="19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4397781-1408-0243-6505-DFDBCA0703F3}"/>
                  </a:ext>
                </a:extLst>
              </p14:cNvPr>
              <p14:cNvContentPartPr/>
              <p14:nvPr/>
            </p14:nvContentPartPr>
            <p14:xfrm>
              <a:off x="8080227" y="3019227"/>
              <a:ext cx="349560" cy="3495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4397781-1408-0243-6505-DFDBCA0703F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074107" y="3012747"/>
                <a:ext cx="36180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F155335-8730-34A5-EF8F-7FCCC20703B2}"/>
                  </a:ext>
                </a:extLst>
              </p14:cNvPr>
              <p14:cNvContentPartPr/>
              <p14:nvPr/>
            </p14:nvContentPartPr>
            <p14:xfrm>
              <a:off x="9882747" y="513267"/>
              <a:ext cx="437760" cy="5486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F155335-8730-34A5-EF8F-7FCCC20703B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876627" y="507147"/>
                <a:ext cx="450000" cy="56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347E1692-EE33-0241-4D15-D857E7D9B277}"/>
              </a:ext>
            </a:extLst>
          </p:cNvPr>
          <p:cNvGrpSpPr/>
          <p:nvPr/>
        </p:nvGrpSpPr>
        <p:grpSpPr>
          <a:xfrm>
            <a:off x="6413427" y="492387"/>
            <a:ext cx="3933000" cy="3888720"/>
            <a:chOff x="6413427" y="492387"/>
            <a:chExt cx="3933000" cy="388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AB1AA1E-6008-4470-DC25-12A9A239B584}"/>
                    </a:ext>
                  </a:extLst>
                </p14:cNvPr>
                <p14:cNvContentPartPr/>
                <p14:nvPr/>
              </p14:nvContentPartPr>
              <p14:xfrm>
                <a:off x="6413427" y="3252867"/>
                <a:ext cx="3409560" cy="1128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AB1AA1E-6008-4470-DC25-12A9A239B58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407307" y="3246747"/>
                  <a:ext cx="3421800" cy="11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5390365-5B34-290A-035A-C7AE83A510F6}"/>
                    </a:ext>
                  </a:extLst>
                </p14:cNvPr>
                <p14:cNvContentPartPr/>
                <p14:nvPr/>
              </p14:nvContentPartPr>
              <p14:xfrm>
                <a:off x="6825267" y="692187"/>
                <a:ext cx="426600" cy="1171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5390365-5B34-290A-035A-C7AE83A510F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19147" y="686067"/>
                  <a:ext cx="438840" cy="11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46DF3A9-E4BD-C36A-F0CA-0696FC181482}"/>
                    </a:ext>
                  </a:extLst>
                </p14:cNvPr>
                <p14:cNvContentPartPr/>
                <p14:nvPr/>
              </p14:nvContentPartPr>
              <p14:xfrm>
                <a:off x="7170147" y="2767947"/>
                <a:ext cx="38520" cy="495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46DF3A9-E4BD-C36A-F0CA-0696FC18148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64027" y="2761827"/>
                  <a:ext cx="5076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AB438AC-8A0A-8982-9F68-4EF9E7D83F63}"/>
                    </a:ext>
                  </a:extLst>
                </p14:cNvPr>
                <p14:cNvContentPartPr/>
                <p14:nvPr/>
              </p14:nvContentPartPr>
              <p14:xfrm>
                <a:off x="7115067" y="2801067"/>
                <a:ext cx="902160" cy="462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AB438AC-8A0A-8982-9F68-4EF9E7D83F6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108947" y="2794947"/>
                  <a:ext cx="91440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4E847BE-7E0B-4C3B-C9D3-91FC8E789C7A}"/>
                    </a:ext>
                  </a:extLst>
                </p14:cNvPr>
                <p14:cNvContentPartPr/>
                <p14:nvPr/>
              </p14:nvContentPartPr>
              <p14:xfrm>
                <a:off x="7023627" y="1924107"/>
                <a:ext cx="679320" cy="678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4E847BE-7E0B-4C3B-C9D3-91FC8E789C7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17507" y="1917987"/>
                  <a:ext cx="691560" cy="69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52C835D-0D8A-262D-B7F6-7D68E6B2C781}"/>
                    </a:ext>
                  </a:extLst>
                </p14:cNvPr>
                <p14:cNvContentPartPr/>
                <p14:nvPr/>
              </p14:nvContentPartPr>
              <p14:xfrm>
                <a:off x="7471107" y="1374387"/>
                <a:ext cx="36720" cy="451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52C835D-0D8A-262D-B7F6-7D68E6B2C78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64987" y="1368267"/>
                  <a:ext cx="4896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40CF4D5-753C-0595-F151-9F7E057EEC3B}"/>
                    </a:ext>
                  </a:extLst>
                </p14:cNvPr>
                <p14:cNvContentPartPr/>
                <p14:nvPr/>
              </p14:nvContentPartPr>
              <p14:xfrm>
                <a:off x="7443027" y="492387"/>
                <a:ext cx="90360" cy="240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40CF4D5-753C-0595-F151-9F7E057EEC3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36907" y="486267"/>
                  <a:ext cx="1026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1870685-B067-224D-1BBE-DB82FF27E862}"/>
                    </a:ext>
                  </a:extLst>
                </p14:cNvPr>
                <p14:cNvContentPartPr/>
                <p14:nvPr/>
              </p14:nvContentPartPr>
              <p14:xfrm>
                <a:off x="8029107" y="2921667"/>
                <a:ext cx="838440" cy="284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1870685-B067-224D-1BBE-DB82FF27E86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22987" y="2915547"/>
                  <a:ext cx="8506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7BFB4A8-558F-FC19-5F3E-731790C736B2}"/>
                    </a:ext>
                  </a:extLst>
                </p14:cNvPr>
                <p14:cNvContentPartPr/>
                <p14:nvPr/>
              </p14:nvContentPartPr>
              <p14:xfrm>
                <a:off x="9222867" y="2783787"/>
                <a:ext cx="677160" cy="440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7BFB4A8-558F-FC19-5F3E-731790C736B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216747" y="2777667"/>
                  <a:ext cx="68940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8682CCB-9EE3-2096-0C34-D8BD7AD286D4}"/>
                    </a:ext>
                  </a:extLst>
                </p14:cNvPr>
                <p14:cNvContentPartPr/>
                <p14:nvPr/>
              </p14:nvContentPartPr>
              <p14:xfrm>
                <a:off x="9407907" y="1744107"/>
                <a:ext cx="432720" cy="1121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8682CCB-9EE3-2096-0C34-D8BD7AD286D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401787" y="1737627"/>
                  <a:ext cx="444960" cy="11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48ED3B5-A8EB-4402-82AA-E9A69FB90146}"/>
                    </a:ext>
                  </a:extLst>
                </p14:cNvPr>
                <p14:cNvContentPartPr/>
                <p14:nvPr/>
              </p14:nvContentPartPr>
              <p14:xfrm>
                <a:off x="9414027" y="877227"/>
                <a:ext cx="463680" cy="651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48ED3B5-A8EB-4402-82AA-E9A69FB9014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407907" y="871107"/>
                  <a:ext cx="475920" cy="66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6B8A3AB-C593-495A-498F-4D748C8BB4B4}"/>
                    </a:ext>
                  </a:extLst>
                </p14:cNvPr>
                <p14:cNvContentPartPr/>
                <p14:nvPr/>
              </p14:nvContentPartPr>
              <p14:xfrm>
                <a:off x="10014147" y="1228227"/>
                <a:ext cx="332280" cy="271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6B8A3AB-C593-495A-498F-4D748C8BB4B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008027" y="1222107"/>
                  <a:ext cx="344520" cy="28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C4DE33A-C15F-3D81-BF38-15441F8AA172}"/>
                  </a:ext>
                </a:extLst>
              </p14:cNvPr>
              <p14:cNvContentPartPr/>
              <p14:nvPr/>
            </p14:nvContentPartPr>
            <p14:xfrm>
              <a:off x="7506747" y="735387"/>
              <a:ext cx="2006640" cy="37144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C4DE33A-C15F-3D81-BF38-15441F8AA17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500627" y="729267"/>
                <a:ext cx="2018880" cy="372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3747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8EC40-1FCA-2198-8B4C-29E01A4E1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566027-F0ED-3AC6-B12D-509E75E26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311" y="1104575"/>
            <a:ext cx="5925377" cy="464884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DB37448-D99A-FE99-9227-5CA892F6867A}"/>
                  </a:ext>
                </a:extLst>
              </p14:cNvPr>
              <p14:cNvContentPartPr/>
              <p14:nvPr/>
            </p14:nvContentPartPr>
            <p14:xfrm>
              <a:off x="8120627" y="2499227"/>
              <a:ext cx="691560" cy="691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DB37448-D99A-FE99-9227-5CA892F686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14507" y="2493107"/>
                <a:ext cx="703800" cy="70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B3C7F69-A0E5-223C-5D10-30C31CEF85D3}"/>
                  </a:ext>
                </a:extLst>
              </p14:cNvPr>
              <p14:cNvContentPartPr/>
              <p14:nvPr/>
            </p14:nvContentPartPr>
            <p14:xfrm>
              <a:off x="6525467" y="1225547"/>
              <a:ext cx="451800" cy="357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B3C7F69-A0E5-223C-5D10-30C31CEF85D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19347" y="1219427"/>
                <a:ext cx="46404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809B94D-2C11-202E-CA81-97A95639AD80}"/>
                  </a:ext>
                </a:extLst>
              </p14:cNvPr>
              <p14:cNvContentPartPr/>
              <p14:nvPr/>
            </p14:nvContentPartPr>
            <p14:xfrm>
              <a:off x="8227547" y="3014027"/>
              <a:ext cx="496440" cy="59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809B94D-2C11-202E-CA81-97A95639AD8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21427" y="3007907"/>
                <a:ext cx="508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1C38014-2077-F87C-6E29-A67C82A2823E}"/>
                  </a:ext>
                </a:extLst>
              </p14:cNvPr>
              <p14:cNvContentPartPr/>
              <p14:nvPr/>
            </p14:nvContentPartPr>
            <p14:xfrm>
              <a:off x="5091227" y="3528467"/>
              <a:ext cx="267480" cy="511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1C38014-2077-F87C-6E29-A67C82A2823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85107" y="3522347"/>
                <a:ext cx="27972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3344BF2-3B66-1C75-8CC8-69FFCA8CF3E4}"/>
                  </a:ext>
                </a:extLst>
              </p14:cNvPr>
              <p14:cNvContentPartPr/>
              <p14:nvPr/>
            </p14:nvContentPartPr>
            <p14:xfrm>
              <a:off x="4254587" y="3601187"/>
              <a:ext cx="308520" cy="262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3344BF2-3B66-1C75-8CC8-69FFCA8CF3E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48467" y="3595067"/>
                <a:ext cx="3207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63F0F07-EDFD-367C-8837-C7E9F3BAF308}"/>
                  </a:ext>
                </a:extLst>
              </p14:cNvPr>
              <p14:cNvContentPartPr/>
              <p14:nvPr/>
            </p14:nvContentPartPr>
            <p14:xfrm>
              <a:off x="5803307" y="3492107"/>
              <a:ext cx="392400" cy="262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63F0F07-EDFD-367C-8837-C7E9F3BAF30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97187" y="3485987"/>
                <a:ext cx="40464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EC5F4DF4-D2C0-9889-668B-92770CB84392}"/>
              </a:ext>
            </a:extLst>
          </p:cNvPr>
          <p:cNvGrpSpPr/>
          <p:nvPr/>
        </p:nvGrpSpPr>
        <p:grpSpPr>
          <a:xfrm>
            <a:off x="7969787" y="509507"/>
            <a:ext cx="2094120" cy="5087880"/>
            <a:chOff x="7969787" y="509507"/>
            <a:chExt cx="2094120" cy="508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A4AF593-BCC0-8AEB-EE2E-2FD00DE179CA}"/>
                    </a:ext>
                  </a:extLst>
                </p14:cNvPr>
                <p14:cNvContentPartPr/>
                <p14:nvPr/>
              </p14:nvContentPartPr>
              <p14:xfrm>
                <a:off x="9785627" y="509507"/>
                <a:ext cx="146160" cy="317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A4AF593-BCC0-8AEB-EE2E-2FD00DE179C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779507" y="503387"/>
                  <a:ext cx="1584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C9DD4A8-5982-ACEF-6442-6AFE85E23F61}"/>
                    </a:ext>
                  </a:extLst>
                </p14:cNvPr>
                <p14:cNvContentPartPr/>
                <p14:nvPr/>
              </p14:nvContentPartPr>
              <p14:xfrm>
                <a:off x="9320867" y="3966227"/>
                <a:ext cx="413280" cy="1198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C9DD4A8-5982-ACEF-6442-6AFE85E23F6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314747" y="3960107"/>
                  <a:ext cx="425520" cy="12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D0D6404-DF1B-1F8C-CB2D-CA599E925B65}"/>
                    </a:ext>
                  </a:extLst>
                </p14:cNvPr>
                <p14:cNvContentPartPr/>
                <p14:nvPr/>
              </p14:nvContentPartPr>
              <p14:xfrm>
                <a:off x="9607427" y="5019227"/>
                <a:ext cx="309960" cy="578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D0D6404-DF1B-1F8C-CB2D-CA599E925B6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601307" y="5013107"/>
                  <a:ext cx="32220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07FC9E0-265A-5356-ED8C-47A66A9FF51E}"/>
                    </a:ext>
                  </a:extLst>
                </p14:cNvPr>
                <p14:cNvContentPartPr/>
                <p14:nvPr/>
              </p14:nvContentPartPr>
              <p14:xfrm>
                <a:off x="9876347" y="4016627"/>
                <a:ext cx="97560" cy="196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07FC9E0-265A-5356-ED8C-47A66A9FF51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870227" y="4010507"/>
                  <a:ext cx="1098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0544083-78B2-2C61-9B92-87ED648C2A9D}"/>
                    </a:ext>
                  </a:extLst>
                </p14:cNvPr>
                <p14:cNvContentPartPr/>
                <p14:nvPr/>
              </p14:nvContentPartPr>
              <p14:xfrm>
                <a:off x="9134387" y="1106747"/>
                <a:ext cx="444600" cy="921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0544083-78B2-2C61-9B92-87ED648C2A9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128267" y="1100627"/>
                  <a:ext cx="456840" cy="9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E8A5133-AE84-2767-62B4-E5E61361FDC7}"/>
                    </a:ext>
                  </a:extLst>
                </p14:cNvPr>
                <p14:cNvContentPartPr/>
                <p14:nvPr/>
              </p14:nvContentPartPr>
              <p14:xfrm>
                <a:off x="9658547" y="1623347"/>
                <a:ext cx="100800" cy="448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E8A5133-AE84-2767-62B4-E5E61361FDC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652427" y="1617227"/>
                  <a:ext cx="11304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8D8C04-D904-2CCB-EBF3-49B713D6274D}"/>
                    </a:ext>
                  </a:extLst>
                </p14:cNvPr>
                <p14:cNvContentPartPr/>
                <p14:nvPr/>
              </p14:nvContentPartPr>
              <p14:xfrm>
                <a:off x="9390347" y="2486267"/>
                <a:ext cx="313560" cy="1051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8D8C04-D904-2CCB-EBF3-49B713D6274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384227" y="2480147"/>
                  <a:ext cx="325800" cy="10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5C63EF0-4638-1309-37F9-28AD7E5DA41A}"/>
                    </a:ext>
                  </a:extLst>
                </p14:cNvPr>
                <p14:cNvContentPartPr/>
                <p14:nvPr/>
              </p14:nvContentPartPr>
              <p14:xfrm>
                <a:off x="9718667" y="3192227"/>
                <a:ext cx="320040" cy="446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5C63EF0-4638-1309-37F9-28AD7E5DA41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712547" y="3186107"/>
                  <a:ext cx="33228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A52B248-33C1-F2EC-8E7E-E56B190C448B}"/>
                    </a:ext>
                  </a:extLst>
                </p14:cNvPr>
                <p14:cNvContentPartPr/>
                <p14:nvPr/>
              </p14:nvContentPartPr>
              <p14:xfrm>
                <a:off x="9938627" y="2475107"/>
                <a:ext cx="125280" cy="178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A52B248-33C1-F2EC-8E7E-E56B190C448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32507" y="2468987"/>
                  <a:ext cx="1375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C35CA5F-9968-1E4F-98B1-CAD8E4E9B20D}"/>
                    </a:ext>
                  </a:extLst>
                </p14:cNvPr>
                <p14:cNvContentPartPr/>
                <p14:nvPr/>
              </p14:nvContentPartPr>
              <p14:xfrm>
                <a:off x="7969787" y="2406347"/>
                <a:ext cx="996480" cy="908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C35CA5F-9968-1E4F-98B1-CAD8E4E9B20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963667" y="2400227"/>
                  <a:ext cx="1008720" cy="9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3A002D8-9B13-9764-5600-A7DE5044B9CF}"/>
                    </a:ext>
                  </a:extLst>
                </p14:cNvPr>
                <p14:cNvContentPartPr/>
                <p14:nvPr/>
              </p14:nvContentPartPr>
              <p14:xfrm>
                <a:off x="8567027" y="1503827"/>
                <a:ext cx="694440" cy="771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3A002D8-9B13-9764-5600-A7DE5044B9C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60907" y="1497707"/>
                  <a:ext cx="706680" cy="7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1E1C9FA-200C-DF08-07C3-C80C45938C38}"/>
                    </a:ext>
                  </a:extLst>
                </p14:cNvPr>
                <p14:cNvContentPartPr/>
                <p14:nvPr/>
              </p14:nvContentPartPr>
              <p14:xfrm>
                <a:off x="8774387" y="2904227"/>
                <a:ext cx="756360" cy="76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1E1C9FA-200C-DF08-07C3-C80C45938C3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768267" y="2898107"/>
                  <a:ext cx="7686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B870B7F-B316-2C46-1FC5-B19159FF2306}"/>
                    </a:ext>
                  </a:extLst>
                </p14:cNvPr>
                <p14:cNvContentPartPr/>
                <p14:nvPr/>
              </p14:nvContentPartPr>
              <p14:xfrm>
                <a:off x="8637947" y="3254507"/>
                <a:ext cx="609120" cy="1485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B870B7F-B316-2C46-1FC5-B19159FF230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631827" y="3248387"/>
                  <a:ext cx="621360" cy="1497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44399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3B14-97CE-6EE8-6651-0676D19E8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36213B-B34B-85B7-98AD-A8BB3A2A2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" y="704470"/>
            <a:ext cx="12155596" cy="54490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BF33F8-06F4-233A-C8F2-3C47C123802E}"/>
                  </a:ext>
                </a:extLst>
              </p14:cNvPr>
              <p14:cNvContentPartPr/>
              <p14:nvPr/>
            </p14:nvContentPartPr>
            <p14:xfrm>
              <a:off x="6045147" y="2293653"/>
              <a:ext cx="685440" cy="911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BF33F8-06F4-233A-C8F2-3C47C12380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39027" y="2287533"/>
                <a:ext cx="697680" cy="9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F008153-7D4E-4D04-0C30-6981CC25D6E8}"/>
                  </a:ext>
                </a:extLst>
              </p14:cNvPr>
              <p14:cNvContentPartPr/>
              <p14:nvPr/>
            </p14:nvContentPartPr>
            <p14:xfrm>
              <a:off x="5875227" y="5199213"/>
              <a:ext cx="982440" cy="649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F008153-7D4E-4D04-0C30-6981CC25D6E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69107" y="5192733"/>
                <a:ext cx="994680" cy="66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B5114E8-4939-584D-ED38-A663AD784458}"/>
                  </a:ext>
                </a:extLst>
              </p14:cNvPr>
              <p14:cNvContentPartPr/>
              <p14:nvPr/>
            </p14:nvContentPartPr>
            <p14:xfrm>
              <a:off x="7076547" y="5093733"/>
              <a:ext cx="352440" cy="11455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B5114E8-4939-584D-ED38-A663AD78445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70427" y="5087613"/>
                <a:ext cx="364680" cy="11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A021CB5-E7C5-51BD-A065-B4C43B76FF3D}"/>
                  </a:ext>
                </a:extLst>
              </p14:cNvPr>
              <p14:cNvContentPartPr/>
              <p14:nvPr/>
            </p14:nvContentPartPr>
            <p14:xfrm>
              <a:off x="7651827" y="5187693"/>
              <a:ext cx="359640" cy="11545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A021CB5-E7C5-51BD-A065-B4C43B76FF3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45707" y="5181573"/>
                <a:ext cx="371880" cy="11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6784717-5394-8B33-DD02-D4938A670FBB}"/>
                  </a:ext>
                </a:extLst>
              </p14:cNvPr>
              <p14:cNvContentPartPr/>
              <p14:nvPr/>
            </p14:nvContentPartPr>
            <p14:xfrm>
              <a:off x="501507" y="4414773"/>
              <a:ext cx="269280" cy="255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6784717-5394-8B33-DD02-D4938A670FB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5387" y="4408653"/>
                <a:ext cx="281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C8DD62A-4233-1595-90CE-029497E7C954}"/>
                  </a:ext>
                </a:extLst>
              </p14:cNvPr>
              <p14:cNvContentPartPr/>
              <p14:nvPr/>
            </p14:nvContentPartPr>
            <p14:xfrm>
              <a:off x="1361187" y="4432413"/>
              <a:ext cx="217440" cy="302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C8DD62A-4233-1595-90CE-029497E7C95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55067" y="4426293"/>
                <a:ext cx="22968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FED7DB6-4E3B-5346-AD5D-2961F9FEB4D3}"/>
                  </a:ext>
                </a:extLst>
              </p14:cNvPr>
              <p14:cNvContentPartPr/>
              <p14:nvPr/>
            </p14:nvContentPartPr>
            <p14:xfrm>
              <a:off x="2175147" y="4452573"/>
              <a:ext cx="136440" cy="39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FED7DB6-4E3B-5346-AD5D-2961F9FEB4D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69027" y="4446453"/>
                <a:ext cx="14868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BA588AE-3D7A-F1F9-3287-E6213DC9BDF2}"/>
                  </a:ext>
                </a:extLst>
              </p14:cNvPr>
              <p14:cNvContentPartPr/>
              <p14:nvPr/>
            </p14:nvContentPartPr>
            <p14:xfrm>
              <a:off x="580707" y="6122613"/>
              <a:ext cx="288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BA588AE-3D7A-F1F9-3287-E6213DC9BDF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74587" y="6116493"/>
                <a:ext cx="1512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4BD37F66-7583-EA20-1A07-D3C069EEAD50}"/>
              </a:ext>
            </a:extLst>
          </p:cNvPr>
          <p:cNvGrpSpPr/>
          <p:nvPr/>
        </p:nvGrpSpPr>
        <p:grpSpPr>
          <a:xfrm>
            <a:off x="443907" y="5890053"/>
            <a:ext cx="352080" cy="450000"/>
            <a:chOff x="443907" y="5890053"/>
            <a:chExt cx="352080" cy="45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02E82EF-C5AA-6DDE-EA07-53C13786D312}"/>
                    </a:ext>
                  </a:extLst>
                </p14:cNvPr>
                <p14:cNvContentPartPr/>
                <p14:nvPr/>
              </p14:nvContentPartPr>
              <p14:xfrm>
                <a:off x="443907" y="5890053"/>
                <a:ext cx="222120" cy="294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02E82EF-C5AA-6DDE-EA07-53C13786D31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7787" y="5883933"/>
                  <a:ext cx="2343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EE70325-BA67-A27E-A2EF-BE7E92D3A710}"/>
                    </a:ext>
                  </a:extLst>
                </p14:cNvPr>
                <p14:cNvContentPartPr/>
                <p14:nvPr/>
              </p14:nvContentPartPr>
              <p14:xfrm>
                <a:off x="785547" y="6187773"/>
                <a:ext cx="10440" cy="152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EE70325-BA67-A27E-A2EF-BE7E92D3A71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79427" y="6181653"/>
                  <a:ext cx="2268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BFC2C14-217E-F1B0-C49E-B54BE6580128}"/>
              </a:ext>
            </a:extLst>
          </p:cNvPr>
          <p:cNvGrpSpPr/>
          <p:nvPr/>
        </p:nvGrpSpPr>
        <p:grpSpPr>
          <a:xfrm>
            <a:off x="1239507" y="5806893"/>
            <a:ext cx="1402200" cy="1027800"/>
            <a:chOff x="1239507" y="5806893"/>
            <a:chExt cx="1402200" cy="102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59A25B7-DD60-B526-A291-4B836E2A2308}"/>
                    </a:ext>
                  </a:extLst>
                </p14:cNvPr>
                <p14:cNvContentPartPr/>
                <p14:nvPr/>
              </p14:nvContentPartPr>
              <p14:xfrm>
                <a:off x="1450827" y="6033693"/>
                <a:ext cx="236520" cy="426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59A25B7-DD60-B526-A291-4B836E2A230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444707" y="6027573"/>
                  <a:ext cx="24876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4975AAF-E1CC-8412-6237-D3F97F904211}"/>
                    </a:ext>
                  </a:extLst>
                </p14:cNvPr>
                <p14:cNvContentPartPr/>
                <p14:nvPr/>
              </p14:nvContentPartPr>
              <p14:xfrm>
                <a:off x="1866267" y="6021453"/>
                <a:ext cx="185400" cy="430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4975AAF-E1CC-8412-6237-D3F97F90421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860147" y="6015333"/>
                  <a:ext cx="1976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CF78FB8-F8FD-A319-2B11-8FF3D8C2EA93}"/>
                    </a:ext>
                  </a:extLst>
                </p14:cNvPr>
                <p14:cNvContentPartPr/>
                <p14:nvPr/>
              </p14:nvContentPartPr>
              <p14:xfrm>
                <a:off x="2179827" y="6161133"/>
                <a:ext cx="126720" cy="374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CF78FB8-F8FD-A319-2B11-8FF3D8C2EA9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173707" y="6155013"/>
                  <a:ext cx="13896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50E0493-2B83-6EEC-B482-D3081D0412C6}"/>
                    </a:ext>
                  </a:extLst>
                </p14:cNvPr>
                <p14:cNvContentPartPr/>
                <p14:nvPr/>
              </p14:nvContentPartPr>
              <p14:xfrm>
                <a:off x="2203587" y="5885733"/>
                <a:ext cx="438120" cy="889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50E0493-2B83-6EEC-B482-D3081D0412C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97467" y="5879613"/>
                  <a:ext cx="450360" cy="90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540B3BC-94DE-B38E-67EE-34CD42287C51}"/>
                    </a:ext>
                  </a:extLst>
                </p14:cNvPr>
                <p14:cNvContentPartPr/>
                <p14:nvPr/>
              </p14:nvContentPartPr>
              <p14:xfrm>
                <a:off x="1239507" y="5806893"/>
                <a:ext cx="406080" cy="1027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540B3BC-94DE-B38E-67EE-34CD42287C5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233387" y="5800773"/>
                  <a:ext cx="418320" cy="104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61495B1-E699-4248-24B4-0BEA9193BF26}"/>
                  </a:ext>
                </a:extLst>
              </p14:cNvPr>
              <p14:cNvContentPartPr/>
              <p14:nvPr/>
            </p14:nvContentPartPr>
            <p14:xfrm>
              <a:off x="3042747" y="5866293"/>
              <a:ext cx="257760" cy="8881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61495B1-E699-4248-24B4-0BEA9193BF2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036627" y="5860173"/>
                <a:ext cx="270000" cy="90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934571D9-580C-97B1-458C-20DB8C8CF96E}"/>
              </a:ext>
            </a:extLst>
          </p:cNvPr>
          <p:cNvGrpSpPr/>
          <p:nvPr/>
        </p:nvGrpSpPr>
        <p:grpSpPr>
          <a:xfrm>
            <a:off x="3856347" y="5811573"/>
            <a:ext cx="1862640" cy="1116907"/>
            <a:chOff x="3856347" y="5811573"/>
            <a:chExt cx="1862640" cy="111690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39E6D0F-5848-D253-7DF1-63F744E635ED}"/>
                    </a:ext>
                  </a:extLst>
                </p14:cNvPr>
                <p14:cNvContentPartPr/>
                <p14:nvPr/>
              </p14:nvContentPartPr>
              <p14:xfrm>
                <a:off x="3856347" y="5811573"/>
                <a:ext cx="290880" cy="897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39E6D0F-5848-D253-7DF1-63F744E635E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850227" y="5805453"/>
                  <a:ext cx="30312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401848E-645C-D85E-F891-6296951B79B5}"/>
                    </a:ext>
                  </a:extLst>
                </p14:cNvPr>
                <p14:cNvContentPartPr/>
                <p14:nvPr/>
              </p14:nvContentPartPr>
              <p14:xfrm>
                <a:off x="4312467" y="6121893"/>
                <a:ext cx="569520" cy="353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401848E-645C-D85E-F891-6296951B79B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306347" y="6115773"/>
                  <a:ext cx="58176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0037CD4-9A91-DC65-8CC0-64414D9D0ACC}"/>
                    </a:ext>
                  </a:extLst>
                </p14:cNvPr>
                <p14:cNvContentPartPr/>
                <p14:nvPr/>
              </p14:nvContentPartPr>
              <p14:xfrm>
                <a:off x="4919067" y="5864133"/>
                <a:ext cx="281880" cy="979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0037CD4-9A91-DC65-8CC0-64414D9D0AC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912947" y="5858013"/>
                  <a:ext cx="294120" cy="9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5C55AE1-88C0-9915-3338-E7DB873FA837}"/>
                    </a:ext>
                  </a:extLst>
                </p14:cNvPr>
                <p14:cNvContentPartPr/>
                <p14:nvPr/>
              </p14:nvContentPartPr>
              <p14:xfrm>
                <a:off x="5339907" y="5959720"/>
                <a:ext cx="379080" cy="968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5C55AE1-88C0-9915-3338-E7DB873FA83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333787" y="5953600"/>
                  <a:ext cx="391320" cy="9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4C002E5-2054-D84E-12E1-C84162A8089C}"/>
                  </a:ext>
                </a:extLst>
              </p14:cNvPr>
              <p14:cNvContentPartPr/>
              <p14:nvPr/>
            </p14:nvContentPartPr>
            <p14:xfrm>
              <a:off x="657747" y="4245227"/>
              <a:ext cx="2160" cy="3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4C002E5-2054-D84E-12E1-C84162A8089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51627" y="4239107"/>
                <a:ext cx="14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5482BFA-3D44-0417-745C-1B2642D7A004}"/>
                  </a:ext>
                </a:extLst>
              </p14:cNvPr>
              <p14:cNvContentPartPr/>
              <p14:nvPr/>
            </p14:nvContentPartPr>
            <p14:xfrm>
              <a:off x="6824187" y="5548067"/>
              <a:ext cx="720" cy="10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5482BFA-3D44-0417-745C-1B2642D7A004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818067" y="5541947"/>
                <a:ext cx="1296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1BEBF5F-4123-E777-583C-7C36A0315EE7}"/>
                  </a:ext>
                </a:extLst>
              </p14:cNvPr>
              <p14:cNvContentPartPr/>
              <p14:nvPr/>
            </p14:nvContentPartPr>
            <p14:xfrm>
              <a:off x="6534387" y="5541947"/>
              <a:ext cx="2520" cy="75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1BEBF5F-4123-E777-583C-7C36A0315EE7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528267" y="5535827"/>
                <a:ext cx="147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EE0CF50-E734-E59E-879C-62963DA288F2}"/>
                  </a:ext>
                </a:extLst>
              </p14:cNvPr>
              <p14:cNvContentPartPr/>
              <p14:nvPr/>
            </p14:nvContentPartPr>
            <p14:xfrm>
              <a:off x="610947" y="4322267"/>
              <a:ext cx="3960" cy="50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EE0CF50-E734-E59E-879C-62963DA288F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04827" y="4316147"/>
                <a:ext cx="1620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FE449B0-B553-BA8D-E89A-B2007FF2791D}"/>
                  </a:ext>
                </a:extLst>
              </p14:cNvPr>
              <p14:cNvContentPartPr/>
              <p14:nvPr/>
            </p14:nvContentPartPr>
            <p14:xfrm>
              <a:off x="1253907" y="4152347"/>
              <a:ext cx="360" cy="3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FE449B0-B553-BA8D-E89A-B2007FF2791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247787" y="414622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217ABEE-02CF-3E66-0632-AA1D74503595}"/>
                  </a:ext>
                </a:extLst>
              </p14:cNvPr>
              <p14:cNvContentPartPr/>
              <p14:nvPr/>
            </p14:nvContentPartPr>
            <p14:xfrm>
              <a:off x="2152107" y="4384907"/>
              <a:ext cx="5760" cy="180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217ABEE-02CF-3E66-0632-AA1D7450359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145987" y="4378787"/>
                <a:ext cx="1800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E652CDF-75FE-0B65-F39F-40585E910598}"/>
                  </a:ext>
                </a:extLst>
              </p14:cNvPr>
              <p14:cNvContentPartPr/>
              <p14:nvPr/>
            </p14:nvContentPartPr>
            <p14:xfrm>
              <a:off x="2800107" y="4424507"/>
              <a:ext cx="16200" cy="14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E652CDF-75FE-0B65-F39F-40585E91059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793987" y="4418387"/>
                <a:ext cx="2844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9BB75CD-84EA-32E6-4ACE-8AFD257C4088}"/>
                  </a:ext>
                </a:extLst>
              </p14:cNvPr>
              <p14:cNvContentPartPr/>
              <p14:nvPr/>
            </p14:nvContentPartPr>
            <p14:xfrm>
              <a:off x="3355587" y="4409747"/>
              <a:ext cx="306360" cy="104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9BB75CD-84EA-32E6-4ACE-8AFD257C408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349467" y="4403627"/>
                <a:ext cx="318600" cy="2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40B6F98B-1325-99F3-9201-7438BE89786A}"/>
              </a:ext>
            </a:extLst>
          </p:cNvPr>
          <p:cNvGrpSpPr/>
          <p:nvPr/>
        </p:nvGrpSpPr>
        <p:grpSpPr>
          <a:xfrm>
            <a:off x="6487587" y="4818693"/>
            <a:ext cx="432720" cy="973094"/>
            <a:chOff x="6487587" y="4818693"/>
            <a:chExt cx="432720" cy="973094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BDDE8C6-60F0-1697-E63D-C4FDE362F1B8}"/>
                    </a:ext>
                  </a:extLst>
                </p14:cNvPr>
                <p14:cNvContentPartPr/>
                <p14:nvPr/>
              </p14:nvContentPartPr>
              <p14:xfrm>
                <a:off x="6535107" y="4818693"/>
                <a:ext cx="292320" cy="358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BDDE8C6-60F0-1697-E63D-C4FDE362F1B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528987" y="4812573"/>
                  <a:ext cx="30456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21B5224-2F0F-C645-62E3-BB370B46C206}"/>
                    </a:ext>
                  </a:extLst>
                </p14:cNvPr>
                <p14:cNvContentPartPr/>
                <p14:nvPr/>
              </p14:nvContentPartPr>
              <p14:xfrm>
                <a:off x="6886827" y="5101293"/>
                <a:ext cx="33480" cy="342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21B5224-2F0F-C645-62E3-BB370B46C20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880707" y="5095173"/>
                  <a:ext cx="4572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86D475E-26DD-42E0-C11A-4985C072D6BC}"/>
                    </a:ext>
                  </a:extLst>
                </p14:cNvPr>
                <p14:cNvContentPartPr/>
                <p14:nvPr/>
              </p14:nvContentPartPr>
              <p14:xfrm>
                <a:off x="6519267" y="5566067"/>
                <a:ext cx="1800" cy="2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86D475E-26DD-42E0-C11A-4985C072D6B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13147" y="5559947"/>
                  <a:ext cx="1404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EF2FF93-63CA-6B3C-4119-1D0FC23A7456}"/>
                    </a:ext>
                  </a:extLst>
                </p14:cNvPr>
                <p14:cNvContentPartPr/>
                <p14:nvPr/>
              </p14:nvContentPartPr>
              <p14:xfrm>
                <a:off x="6525387" y="5411627"/>
                <a:ext cx="1800" cy="7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EF2FF93-63CA-6B3C-4119-1D0FC23A745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519267" y="5405507"/>
                  <a:ext cx="140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383206F-0EF7-DE17-06C6-0C9E8875B524}"/>
                    </a:ext>
                  </a:extLst>
                </p14:cNvPr>
                <p14:cNvContentPartPr/>
                <p14:nvPr/>
              </p14:nvContentPartPr>
              <p14:xfrm>
                <a:off x="6685227" y="5636267"/>
                <a:ext cx="720" cy="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383206F-0EF7-DE17-06C6-0C9E8875B52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679107" y="5630147"/>
                  <a:ext cx="1296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42100B6-BFEE-A069-ECAA-BFB43DC5D59B}"/>
                    </a:ext>
                  </a:extLst>
                </p14:cNvPr>
                <p14:cNvContentPartPr/>
                <p14:nvPr/>
              </p14:nvContentPartPr>
              <p14:xfrm>
                <a:off x="6487587" y="5617907"/>
                <a:ext cx="5760" cy="5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42100B6-BFEE-A069-ECAA-BFB43DC5D59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81467" y="561178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24B02C4-1744-94D8-24A7-402643AE76CB}"/>
                    </a:ext>
                  </a:extLst>
                </p14:cNvPr>
                <p14:cNvContentPartPr/>
                <p14:nvPr/>
              </p14:nvContentPartPr>
              <p14:xfrm>
                <a:off x="6640227" y="5756867"/>
                <a:ext cx="15840" cy="34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24B02C4-1744-94D8-24A7-402643AE76C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634107" y="5750747"/>
                  <a:ext cx="2808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36219A6-0C11-46BD-84C9-F82F5DD7A82A}"/>
                  </a:ext>
                </a:extLst>
              </p14:cNvPr>
              <p14:cNvContentPartPr/>
              <p14:nvPr/>
            </p14:nvContentPartPr>
            <p14:xfrm>
              <a:off x="5006907" y="4340987"/>
              <a:ext cx="272880" cy="190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36219A6-0C11-46BD-84C9-F82F5DD7A82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000787" y="4334867"/>
                <a:ext cx="2851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02DE5E1-D4A1-A37E-4E67-90EFAD6C9AD5}"/>
                  </a:ext>
                </a:extLst>
              </p14:cNvPr>
              <p14:cNvContentPartPr/>
              <p14:nvPr/>
            </p14:nvContentPartPr>
            <p14:xfrm>
              <a:off x="-73053" y="2531627"/>
              <a:ext cx="6043320" cy="12481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02DE5E1-D4A1-A37E-4E67-90EFAD6C9AD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-79173" y="2525507"/>
                <a:ext cx="6055560" cy="126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790B97C2-3EB3-4BB8-E4F2-8948DABD8429}"/>
              </a:ext>
            </a:extLst>
          </p:cNvPr>
          <p:cNvGrpSpPr/>
          <p:nvPr/>
        </p:nvGrpSpPr>
        <p:grpSpPr>
          <a:xfrm>
            <a:off x="278667" y="4700627"/>
            <a:ext cx="5173200" cy="673186"/>
            <a:chOff x="278667" y="4700627"/>
            <a:chExt cx="5173200" cy="67318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53BA95A-A9D1-7D83-3A58-77A64EC80976}"/>
                    </a:ext>
                  </a:extLst>
                </p14:cNvPr>
                <p14:cNvContentPartPr/>
                <p14:nvPr/>
              </p14:nvContentPartPr>
              <p14:xfrm>
                <a:off x="641907" y="4859013"/>
                <a:ext cx="266760" cy="275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53BA95A-A9D1-7D83-3A58-77A64EC8097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35787" y="4852893"/>
                  <a:ext cx="2790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4F7AD6D-4BA4-D7EC-3366-EE63CA17CEEB}"/>
                    </a:ext>
                  </a:extLst>
                </p14:cNvPr>
                <p14:cNvContentPartPr/>
                <p14:nvPr/>
              </p14:nvContentPartPr>
              <p14:xfrm>
                <a:off x="954027" y="5034693"/>
                <a:ext cx="133920" cy="65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4F7AD6D-4BA4-D7EC-3366-EE63CA17CEE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47907" y="5028573"/>
                  <a:ext cx="1461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A4CAD6F-9722-341D-2EAF-40853EBE1BF8}"/>
                    </a:ext>
                  </a:extLst>
                </p14:cNvPr>
                <p14:cNvContentPartPr/>
                <p14:nvPr/>
              </p14:nvContentPartPr>
              <p14:xfrm>
                <a:off x="889947" y="5035413"/>
                <a:ext cx="381240" cy="338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A4CAD6F-9722-341D-2EAF-40853EBE1BF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3827" y="5029293"/>
                  <a:ext cx="3934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B0BDE8F-727C-31E2-1292-7E5F74E12B5C}"/>
                    </a:ext>
                  </a:extLst>
                </p14:cNvPr>
                <p14:cNvContentPartPr/>
                <p14:nvPr/>
              </p14:nvContentPartPr>
              <p14:xfrm>
                <a:off x="278667" y="4700627"/>
                <a:ext cx="5173200" cy="132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B0BDE8F-727C-31E2-1292-7E5F74E12B5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72547" y="4694507"/>
                  <a:ext cx="518544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DC16C84-84AE-DA10-7C14-E49A7035276B}"/>
              </a:ext>
            </a:extLst>
          </p:cNvPr>
          <p:cNvGrpSpPr/>
          <p:nvPr/>
        </p:nvGrpSpPr>
        <p:grpSpPr>
          <a:xfrm>
            <a:off x="52947" y="198827"/>
            <a:ext cx="6450480" cy="3004546"/>
            <a:chOff x="52947" y="198827"/>
            <a:chExt cx="6450480" cy="300454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45C661C-4338-B9B6-ECBA-0DBD621E13CD}"/>
                    </a:ext>
                  </a:extLst>
                </p14:cNvPr>
                <p14:cNvContentPartPr/>
                <p14:nvPr/>
              </p14:nvContentPartPr>
              <p14:xfrm>
                <a:off x="212427" y="2276733"/>
                <a:ext cx="293040" cy="847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45C661C-4338-B9B6-ECBA-0DBD621E13C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6307" y="2270613"/>
                  <a:ext cx="305280" cy="86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464B8CB-0915-A391-2AE2-DE50D4E5322A}"/>
                    </a:ext>
                  </a:extLst>
                </p14:cNvPr>
                <p14:cNvContentPartPr/>
                <p14:nvPr/>
              </p14:nvContentPartPr>
              <p14:xfrm>
                <a:off x="637587" y="2439453"/>
                <a:ext cx="190440" cy="763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464B8CB-0915-A391-2AE2-DE50D4E5322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1467" y="2433333"/>
                  <a:ext cx="202680" cy="77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F9A0882-BE85-EFA9-0380-5BDFDB938D2B}"/>
                    </a:ext>
                  </a:extLst>
                </p14:cNvPr>
                <p14:cNvContentPartPr/>
                <p14:nvPr/>
              </p14:nvContentPartPr>
              <p14:xfrm>
                <a:off x="1617507" y="758627"/>
                <a:ext cx="66600" cy="740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F9A0882-BE85-EFA9-0380-5BDFDB938D2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11387" y="752507"/>
                  <a:ext cx="78840" cy="75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78D83B9-ECE7-09F1-6945-0D8CABABFC5A}"/>
                    </a:ext>
                  </a:extLst>
                </p14:cNvPr>
                <p14:cNvContentPartPr/>
                <p14:nvPr/>
              </p14:nvContentPartPr>
              <p14:xfrm>
                <a:off x="1432107" y="683027"/>
                <a:ext cx="626040" cy="883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78D83B9-ECE7-09F1-6945-0D8CABABFC5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425987" y="676907"/>
                  <a:ext cx="638280" cy="89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3186E75-C22C-0A4A-140E-4547E2947A7A}"/>
                    </a:ext>
                  </a:extLst>
                </p14:cNvPr>
                <p14:cNvContentPartPr/>
                <p14:nvPr/>
              </p14:nvContentPartPr>
              <p14:xfrm>
                <a:off x="2171187" y="918467"/>
                <a:ext cx="444240" cy="624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3186E75-C22C-0A4A-140E-4547E2947A7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165067" y="912347"/>
                  <a:ext cx="456480" cy="63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C7B3ADC-AC92-EA87-7204-0C7FF7FF2715}"/>
                    </a:ext>
                  </a:extLst>
                </p14:cNvPr>
                <p14:cNvContentPartPr/>
                <p14:nvPr/>
              </p14:nvContentPartPr>
              <p14:xfrm>
                <a:off x="3031227" y="438587"/>
                <a:ext cx="167040" cy="970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C7B3ADC-AC92-EA87-7204-0C7FF7FF271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25107" y="432467"/>
                  <a:ext cx="179280" cy="9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23D2D5C-20EC-C2FE-0AD4-7FA57DE71F98}"/>
                    </a:ext>
                  </a:extLst>
                </p14:cNvPr>
                <p14:cNvContentPartPr/>
                <p14:nvPr/>
              </p14:nvContentPartPr>
              <p14:xfrm>
                <a:off x="3579147" y="636587"/>
                <a:ext cx="130680" cy="812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23D2D5C-20EC-C2FE-0AD4-7FA57DE71F9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73027" y="630467"/>
                  <a:ext cx="142920" cy="82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D93E5B4-EEEF-BD02-099F-1C40E069EDD5}"/>
                    </a:ext>
                  </a:extLst>
                </p14:cNvPr>
                <p14:cNvContentPartPr/>
                <p14:nvPr/>
              </p14:nvContentPartPr>
              <p14:xfrm>
                <a:off x="2840067" y="856187"/>
                <a:ext cx="520200" cy="197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D93E5B4-EEEF-BD02-099F-1C40E069EDD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833947" y="850067"/>
                  <a:ext cx="5324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5CD359E-EFEB-C1BC-EAC5-61A8F9CF7FE8}"/>
                    </a:ext>
                  </a:extLst>
                </p14:cNvPr>
                <p14:cNvContentPartPr/>
                <p14:nvPr/>
              </p14:nvContentPartPr>
              <p14:xfrm>
                <a:off x="3818907" y="627587"/>
                <a:ext cx="288720" cy="429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5CD359E-EFEB-C1BC-EAC5-61A8F9CF7FE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12787" y="621467"/>
                  <a:ext cx="30096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0630BD2-7906-9313-8246-F17B3F1AEF18}"/>
                    </a:ext>
                  </a:extLst>
                </p14:cNvPr>
                <p14:cNvContentPartPr/>
                <p14:nvPr/>
              </p14:nvContentPartPr>
              <p14:xfrm>
                <a:off x="4424067" y="198827"/>
                <a:ext cx="2079360" cy="936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0630BD2-7906-9313-8246-F17B3F1AEF1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417947" y="192707"/>
                  <a:ext cx="2091600" cy="9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F54DC8E-821B-9D4D-553B-26BD32B8FCBA}"/>
                    </a:ext>
                  </a:extLst>
                </p14:cNvPr>
                <p14:cNvContentPartPr/>
                <p14:nvPr/>
              </p14:nvContentPartPr>
              <p14:xfrm>
                <a:off x="1722267" y="1078307"/>
                <a:ext cx="4560480" cy="674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F54DC8E-821B-9D4D-553B-26BD32B8FCB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716147" y="1072187"/>
                  <a:ext cx="4572720" cy="6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4488601-283C-7511-3AD4-105DCED48B62}"/>
                    </a:ext>
                  </a:extLst>
                </p14:cNvPr>
                <p14:cNvContentPartPr/>
                <p14:nvPr/>
              </p14:nvContentPartPr>
              <p14:xfrm>
                <a:off x="52947" y="785267"/>
                <a:ext cx="546120" cy="949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4488601-283C-7511-3AD4-105DCED48B6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827" y="779147"/>
                  <a:ext cx="558360" cy="9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E502EA7-D0F6-E4D7-78FF-7A2B90B31515}"/>
                    </a:ext>
                  </a:extLst>
                </p14:cNvPr>
                <p14:cNvContentPartPr/>
                <p14:nvPr/>
              </p14:nvContentPartPr>
              <p14:xfrm>
                <a:off x="942147" y="740987"/>
                <a:ext cx="105480" cy="660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E502EA7-D0F6-E4D7-78FF-7A2B90B3151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36027" y="734867"/>
                  <a:ext cx="11772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A8C3364-6B8F-392A-C107-67990ECE9426}"/>
                    </a:ext>
                  </a:extLst>
                </p14:cNvPr>
                <p14:cNvContentPartPr/>
                <p14:nvPr/>
              </p14:nvContentPartPr>
              <p14:xfrm>
                <a:off x="134307" y="1212587"/>
                <a:ext cx="1421280" cy="702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A8C3364-6B8F-392A-C107-67990ECE942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28187" y="1206467"/>
                  <a:ext cx="1433520" cy="71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4357869-9BCE-8EBF-5B44-BC4D5E429968}"/>
                    </a:ext>
                  </a:extLst>
                </p14:cNvPr>
                <p14:cNvContentPartPr/>
                <p14:nvPr/>
              </p14:nvContentPartPr>
              <p14:xfrm>
                <a:off x="4660587" y="1473947"/>
                <a:ext cx="335880" cy="908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4357869-9BCE-8EBF-5B44-BC4D5E42996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54467" y="1467827"/>
                  <a:ext cx="348120" cy="9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86C14BF-EA7F-02F0-8846-6D4AB8A7E241}"/>
                    </a:ext>
                  </a:extLst>
                </p14:cNvPr>
                <p14:cNvContentPartPr/>
                <p14:nvPr/>
              </p14:nvContentPartPr>
              <p14:xfrm>
                <a:off x="5139387" y="1494107"/>
                <a:ext cx="293760" cy="1028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86C14BF-EA7F-02F0-8846-6D4AB8A7E24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33267" y="1487987"/>
                  <a:ext cx="306000" cy="10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DB5A2CD-AC7E-3A15-5FE6-A4F9A89EF41D}"/>
                    </a:ext>
                  </a:extLst>
                </p14:cNvPr>
                <p14:cNvContentPartPr/>
                <p14:nvPr/>
              </p14:nvContentPartPr>
              <p14:xfrm>
                <a:off x="4273227" y="1176587"/>
                <a:ext cx="1468440" cy="1524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DB5A2CD-AC7E-3A15-5FE6-A4F9A89EF41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267107" y="1170467"/>
                  <a:ext cx="1480680" cy="153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01775AB2-0F4C-4521-2D37-5092B23AAC43}"/>
                  </a:ext>
                </a:extLst>
              </p14:cNvPr>
              <p14:cNvContentPartPr/>
              <p14:nvPr/>
            </p14:nvContentPartPr>
            <p14:xfrm>
              <a:off x="5951907" y="4029947"/>
              <a:ext cx="248400" cy="90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01775AB2-0F4C-4521-2D37-5092B23AAC4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945787" y="4023827"/>
                <a:ext cx="2606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F5580A6D-A51A-F4E3-010D-00135A448896}"/>
                  </a:ext>
                </a:extLst>
              </p14:cNvPr>
              <p14:cNvContentPartPr/>
              <p14:nvPr/>
            </p14:nvContentPartPr>
            <p14:xfrm>
              <a:off x="5865147" y="3683987"/>
              <a:ext cx="529920" cy="5176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F5580A6D-A51A-F4E3-010D-00135A44889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859027" y="3677867"/>
                <a:ext cx="542160" cy="52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8947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64E20-1468-F598-25AC-72843243C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FB1EB277-68D4-1727-6E5D-D7506BE1E2F0}"/>
              </a:ext>
            </a:extLst>
          </p:cNvPr>
          <p:cNvGrpSpPr/>
          <p:nvPr/>
        </p:nvGrpSpPr>
        <p:grpSpPr>
          <a:xfrm>
            <a:off x="975987" y="-60387"/>
            <a:ext cx="11352960" cy="2080440"/>
            <a:chOff x="975987" y="-60387"/>
            <a:chExt cx="11352960" cy="208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497BF89-6A56-02A6-5497-18DB979554E6}"/>
                    </a:ext>
                  </a:extLst>
                </p14:cNvPr>
                <p14:cNvContentPartPr/>
                <p14:nvPr/>
              </p14:nvContentPartPr>
              <p14:xfrm>
                <a:off x="1299627" y="410853"/>
                <a:ext cx="536040" cy="1225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497BF89-6A56-02A6-5497-18DB979554E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93507" y="404733"/>
                  <a:ext cx="548280" cy="12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9C8642A-10B6-4625-DB7F-99A1A2D6B4E4}"/>
                    </a:ext>
                  </a:extLst>
                </p14:cNvPr>
                <p14:cNvContentPartPr/>
                <p14:nvPr/>
              </p14:nvContentPartPr>
              <p14:xfrm>
                <a:off x="1431747" y="410853"/>
                <a:ext cx="884160" cy="1229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9C8642A-10B6-4625-DB7F-99A1A2D6B4E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25627" y="404733"/>
                  <a:ext cx="896400" cy="12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32D2AB9-1EFD-EE73-C04C-49F2F4934941}"/>
                    </a:ext>
                  </a:extLst>
                </p14:cNvPr>
                <p14:cNvContentPartPr/>
                <p14:nvPr/>
              </p14:nvContentPartPr>
              <p14:xfrm>
                <a:off x="975987" y="1420653"/>
                <a:ext cx="1847880" cy="599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32D2AB9-1EFD-EE73-C04C-49F2F493494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9867" y="1414533"/>
                  <a:ext cx="186012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658B4F8-0EF1-9A63-B813-C0ACCB383A27}"/>
                    </a:ext>
                  </a:extLst>
                </p14:cNvPr>
                <p14:cNvContentPartPr/>
                <p14:nvPr/>
              </p14:nvContentPartPr>
              <p14:xfrm>
                <a:off x="3479787" y="711453"/>
                <a:ext cx="355680" cy="910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658B4F8-0EF1-9A63-B813-C0ACCB383A2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73667" y="705333"/>
                  <a:ext cx="367920" cy="9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8CB1802-3D7F-0720-9281-A159C1D33C41}"/>
                    </a:ext>
                  </a:extLst>
                </p14:cNvPr>
                <p14:cNvContentPartPr/>
                <p14:nvPr/>
              </p14:nvContentPartPr>
              <p14:xfrm>
                <a:off x="4152267" y="904053"/>
                <a:ext cx="682200" cy="477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8CB1802-3D7F-0720-9281-A159C1D33C4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46147" y="897933"/>
                  <a:ext cx="69444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01D7298-F8E3-6E34-E918-877859A15E01}"/>
                    </a:ext>
                  </a:extLst>
                </p14:cNvPr>
                <p14:cNvContentPartPr/>
                <p14:nvPr/>
              </p14:nvContentPartPr>
              <p14:xfrm>
                <a:off x="4962627" y="805773"/>
                <a:ext cx="566640" cy="604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01D7298-F8E3-6E34-E918-877859A15E0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56507" y="799653"/>
                  <a:ext cx="57888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CF09643-935E-228E-2A92-1D56AE87EF12}"/>
                    </a:ext>
                  </a:extLst>
                </p14:cNvPr>
                <p14:cNvContentPartPr/>
                <p14:nvPr/>
              </p14:nvContentPartPr>
              <p14:xfrm>
                <a:off x="5558427" y="1036533"/>
                <a:ext cx="154080" cy="312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CF09643-935E-228E-2A92-1D56AE87EF1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52307" y="1030413"/>
                  <a:ext cx="1663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5993722-1336-9B7C-4FCC-14CDF5A6BF90}"/>
                    </a:ext>
                  </a:extLst>
                </p14:cNvPr>
                <p14:cNvContentPartPr/>
                <p14:nvPr/>
              </p14:nvContentPartPr>
              <p14:xfrm>
                <a:off x="5787387" y="758613"/>
                <a:ext cx="318240" cy="541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5993722-1336-9B7C-4FCC-14CDF5A6BF9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81267" y="752493"/>
                  <a:ext cx="33048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44B44A6-2042-9065-437D-B6C919F5B7D2}"/>
                    </a:ext>
                  </a:extLst>
                </p14:cNvPr>
                <p14:cNvContentPartPr/>
                <p14:nvPr/>
              </p14:nvContentPartPr>
              <p14:xfrm>
                <a:off x="6539787" y="591213"/>
                <a:ext cx="542880" cy="628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44B44A6-2042-9065-437D-B6C919F5B7D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533667" y="585093"/>
                  <a:ext cx="555120" cy="64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2D5EF05-4BD4-00D1-E48C-58F7AEE3AAD6}"/>
                    </a:ext>
                  </a:extLst>
                </p14:cNvPr>
                <p14:cNvContentPartPr/>
                <p14:nvPr/>
              </p14:nvContentPartPr>
              <p14:xfrm>
                <a:off x="7271307" y="558453"/>
                <a:ext cx="103680" cy="850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2D5EF05-4BD4-00D1-E48C-58F7AEE3AAD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65187" y="552333"/>
                  <a:ext cx="115920" cy="86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6DBE958-A535-ABB3-2E8B-1328ECB69EAE}"/>
                    </a:ext>
                  </a:extLst>
                </p14:cNvPr>
                <p14:cNvContentPartPr/>
                <p14:nvPr/>
              </p14:nvContentPartPr>
              <p14:xfrm>
                <a:off x="7521867" y="803973"/>
                <a:ext cx="636480" cy="727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6DBE958-A535-ABB3-2E8B-1328ECB69EA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515747" y="797853"/>
                  <a:ext cx="648720" cy="74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0CA4ABC-308B-0BAC-042C-23C2F0931BBA}"/>
                    </a:ext>
                  </a:extLst>
                </p14:cNvPr>
                <p14:cNvContentPartPr/>
                <p14:nvPr/>
              </p14:nvContentPartPr>
              <p14:xfrm>
                <a:off x="8202267" y="911253"/>
                <a:ext cx="808560" cy="430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0CA4ABC-308B-0BAC-042C-23C2F0931B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96147" y="905133"/>
                  <a:ext cx="82080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6A3AA41-C8EC-8B40-38AF-8F13ADA611C0}"/>
                    </a:ext>
                  </a:extLst>
                </p14:cNvPr>
                <p14:cNvContentPartPr/>
                <p14:nvPr/>
              </p14:nvContentPartPr>
              <p14:xfrm>
                <a:off x="9171387" y="498333"/>
                <a:ext cx="219960" cy="712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6A3AA41-C8EC-8B40-38AF-8F13ADA611C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65267" y="492213"/>
                  <a:ext cx="232200" cy="7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8F25B82-9396-1137-EC5F-079CBC86A76C}"/>
                    </a:ext>
                  </a:extLst>
                </p14:cNvPr>
                <p14:cNvContentPartPr/>
                <p14:nvPr/>
              </p14:nvContentPartPr>
              <p14:xfrm>
                <a:off x="9780867" y="449733"/>
                <a:ext cx="293400" cy="883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8F25B82-9396-1137-EC5F-079CBC86A76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774747" y="443613"/>
                  <a:ext cx="305640" cy="89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8BF0704-1043-A0DF-4B95-6A0C5AB2F20A}"/>
                    </a:ext>
                  </a:extLst>
                </p14:cNvPr>
                <p14:cNvContentPartPr/>
                <p14:nvPr/>
              </p14:nvContentPartPr>
              <p14:xfrm>
                <a:off x="10251747" y="894693"/>
                <a:ext cx="12600" cy="396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8BF0704-1043-A0DF-4B95-6A0C5AB2F20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245627" y="888573"/>
                  <a:ext cx="2484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8DA71F1-1A76-639B-81E5-C9B2E379C987}"/>
                    </a:ext>
                  </a:extLst>
                </p14:cNvPr>
                <p14:cNvContentPartPr/>
                <p14:nvPr/>
              </p14:nvContentPartPr>
              <p14:xfrm>
                <a:off x="10395747" y="647373"/>
                <a:ext cx="3240" cy="7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8DA71F1-1A76-639B-81E5-C9B2E379C9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89627" y="641253"/>
                  <a:ext cx="154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718C105-4BCA-0F4F-BAD2-AC7207EE94B6}"/>
                    </a:ext>
                  </a:extLst>
                </p14:cNvPr>
                <p14:cNvContentPartPr/>
                <p14:nvPr/>
              </p14:nvContentPartPr>
              <p14:xfrm>
                <a:off x="10410147" y="692733"/>
                <a:ext cx="316800" cy="557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718C105-4BCA-0F4F-BAD2-AC7207EE94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404027" y="686613"/>
                  <a:ext cx="32904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20C88D4-F937-4164-F978-5383F365A0EB}"/>
                    </a:ext>
                  </a:extLst>
                </p14:cNvPr>
                <p14:cNvContentPartPr/>
                <p14:nvPr/>
              </p14:nvContentPartPr>
              <p14:xfrm>
                <a:off x="10862667" y="686253"/>
                <a:ext cx="993240" cy="628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20C88D4-F937-4164-F978-5383F365A0E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856547" y="680133"/>
                  <a:ext cx="1005480" cy="64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5A63D71-B714-F7B0-49E5-EBA45C2D5313}"/>
                    </a:ext>
                  </a:extLst>
                </p14:cNvPr>
                <p14:cNvContentPartPr/>
                <p14:nvPr/>
              </p14:nvContentPartPr>
              <p14:xfrm>
                <a:off x="9033867" y="576453"/>
                <a:ext cx="335160" cy="919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5A63D71-B714-F7B0-49E5-EBA45C2D531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027747" y="570333"/>
                  <a:ext cx="347400" cy="9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D0447D8-A995-B92A-DB89-2F0C1F30BC73}"/>
                    </a:ext>
                  </a:extLst>
                </p14:cNvPr>
                <p14:cNvContentPartPr/>
                <p14:nvPr/>
              </p14:nvContentPartPr>
              <p14:xfrm>
                <a:off x="8952507" y="931773"/>
                <a:ext cx="842760" cy="189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D0447D8-A995-B92A-DB89-2F0C1F30BC7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946387" y="925653"/>
                  <a:ext cx="8550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E9A3051-24BD-CE51-B896-FB7CF4740BEC}"/>
                    </a:ext>
                  </a:extLst>
                </p14:cNvPr>
                <p14:cNvContentPartPr/>
                <p14:nvPr/>
              </p14:nvContentPartPr>
              <p14:xfrm>
                <a:off x="8521587" y="-60387"/>
                <a:ext cx="3807360" cy="2023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E9A3051-24BD-CE51-B896-FB7CF4740BE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515467" y="-66507"/>
                  <a:ext cx="3819600" cy="20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0D518B9-B4EF-5E27-EC90-38EC6262CF63}"/>
              </a:ext>
            </a:extLst>
          </p:cNvPr>
          <p:cNvGrpSpPr/>
          <p:nvPr/>
        </p:nvGrpSpPr>
        <p:grpSpPr>
          <a:xfrm>
            <a:off x="1264707" y="2619813"/>
            <a:ext cx="9558720" cy="3309467"/>
            <a:chOff x="1264707" y="2619813"/>
            <a:chExt cx="9558720" cy="330946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3C27438-053F-7F51-D6E8-85803110B82F}"/>
                    </a:ext>
                  </a:extLst>
                </p14:cNvPr>
                <p14:cNvContentPartPr/>
                <p14:nvPr/>
              </p14:nvContentPartPr>
              <p14:xfrm>
                <a:off x="4553307" y="2619813"/>
                <a:ext cx="713880" cy="1068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3C27438-053F-7F51-D6E8-85803110B82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47187" y="2613693"/>
                  <a:ext cx="726120" cy="10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9537457-FF96-76F1-8F12-1D7A401E3500}"/>
                    </a:ext>
                  </a:extLst>
                </p14:cNvPr>
                <p14:cNvContentPartPr/>
                <p14:nvPr/>
              </p14:nvContentPartPr>
              <p14:xfrm>
                <a:off x="4577787" y="2958933"/>
                <a:ext cx="632520" cy="142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9537457-FF96-76F1-8F12-1D7A401E350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71667" y="2952813"/>
                  <a:ext cx="6447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93842E8-F0DF-F5AE-B84D-2D71E0BB6B9D}"/>
                    </a:ext>
                  </a:extLst>
                </p14:cNvPr>
                <p14:cNvContentPartPr/>
                <p14:nvPr/>
              </p14:nvContentPartPr>
              <p14:xfrm>
                <a:off x="5710347" y="3067293"/>
                <a:ext cx="29160" cy="296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93842E8-F0DF-F5AE-B84D-2D71E0BB6B9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704227" y="3061173"/>
                  <a:ext cx="414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86DC9DA-4DA2-2E34-192B-BFCE2C15B25F}"/>
                    </a:ext>
                  </a:extLst>
                </p14:cNvPr>
                <p14:cNvContentPartPr/>
                <p14:nvPr/>
              </p14:nvContentPartPr>
              <p14:xfrm>
                <a:off x="5715027" y="2823573"/>
                <a:ext cx="2160" cy="1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86DC9DA-4DA2-2E34-192B-BFCE2C15B25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08907" y="2817453"/>
                  <a:ext cx="144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A13A059-66FA-4146-F6B9-ED6D31BFA5A1}"/>
                    </a:ext>
                  </a:extLst>
                </p14:cNvPr>
                <p14:cNvContentPartPr/>
                <p14:nvPr/>
              </p14:nvContentPartPr>
              <p14:xfrm>
                <a:off x="5871627" y="3066213"/>
                <a:ext cx="288360" cy="375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A13A059-66FA-4146-F6B9-ED6D31BFA5A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865507" y="3060093"/>
                  <a:ext cx="30060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03F7562-6336-00B2-A290-7E55BA9A833E}"/>
                    </a:ext>
                  </a:extLst>
                </p14:cNvPr>
                <p14:cNvContentPartPr/>
                <p14:nvPr/>
              </p14:nvContentPartPr>
              <p14:xfrm>
                <a:off x="6431067" y="2660133"/>
                <a:ext cx="505440" cy="832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03F7562-6336-00B2-A290-7E55BA9A833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24947" y="2654013"/>
                  <a:ext cx="517680" cy="84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C621857-99C7-E4DC-F39A-3E208330B8C2}"/>
                    </a:ext>
                  </a:extLst>
                </p14:cNvPr>
                <p14:cNvContentPartPr/>
                <p14:nvPr/>
              </p14:nvContentPartPr>
              <p14:xfrm>
                <a:off x="7221987" y="2839773"/>
                <a:ext cx="593280" cy="585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C621857-99C7-E4DC-F39A-3E208330B8C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15867" y="2833653"/>
                  <a:ext cx="605520" cy="5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782CCCB-CF46-7D15-2852-3884995257E4}"/>
                    </a:ext>
                  </a:extLst>
                </p14:cNvPr>
                <p14:cNvContentPartPr/>
                <p14:nvPr/>
              </p14:nvContentPartPr>
              <p14:xfrm>
                <a:off x="2143107" y="2722053"/>
                <a:ext cx="184680" cy="719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782CCCB-CF46-7D15-2852-3884995257E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36987" y="2715933"/>
                  <a:ext cx="196920" cy="7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091CA61-BD80-FC5A-7406-EEDCA1A7C049}"/>
                    </a:ext>
                  </a:extLst>
                </p14:cNvPr>
                <p14:cNvContentPartPr/>
                <p14:nvPr/>
              </p14:nvContentPartPr>
              <p14:xfrm>
                <a:off x="1936827" y="2972613"/>
                <a:ext cx="569880" cy="232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091CA61-BD80-FC5A-7406-EEDCA1A7C04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30707" y="2966493"/>
                  <a:ext cx="582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533BAC1-9085-153A-08DD-78A84A359309}"/>
                    </a:ext>
                  </a:extLst>
                </p14:cNvPr>
                <p14:cNvContentPartPr/>
                <p14:nvPr/>
              </p14:nvContentPartPr>
              <p14:xfrm>
                <a:off x="2599227" y="2704053"/>
                <a:ext cx="297000" cy="837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533BAC1-9085-153A-08DD-78A84A35930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593107" y="2697933"/>
                  <a:ext cx="309240" cy="84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4E24CD4-7F3E-8CAB-2A69-ED0E9B1E6B1D}"/>
                    </a:ext>
                  </a:extLst>
                </p14:cNvPr>
                <p14:cNvContentPartPr/>
                <p14:nvPr/>
              </p14:nvContentPartPr>
              <p14:xfrm>
                <a:off x="1848627" y="3463653"/>
                <a:ext cx="2134080" cy="525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4E24CD4-7F3E-8CAB-2A69-ED0E9B1E6B1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42507" y="3457533"/>
                  <a:ext cx="214632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06B9C02-8D47-2DED-E255-05FBE8C6BF15}"/>
                    </a:ext>
                  </a:extLst>
                </p14:cNvPr>
                <p14:cNvContentPartPr/>
                <p14:nvPr/>
              </p14:nvContentPartPr>
              <p14:xfrm>
                <a:off x="7965747" y="2701893"/>
                <a:ext cx="2238840" cy="819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06B9C02-8D47-2DED-E255-05FBE8C6BF1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59627" y="2695773"/>
                  <a:ext cx="2251080" cy="83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5BDBEE4-EBB8-2466-0EDC-578EC20AB6D0}"/>
                    </a:ext>
                  </a:extLst>
                </p14:cNvPr>
                <p14:cNvContentPartPr/>
                <p14:nvPr/>
              </p14:nvContentPartPr>
              <p14:xfrm>
                <a:off x="2002347" y="4381653"/>
                <a:ext cx="617040" cy="741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5BDBEE4-EBB8-2466-0EDC-578EC20AB6D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96227" y="4375533"/>
                  <a:ext cx="62928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82D26D7-A281-02A6-3ED6-C4099EDE3967}"/>
                    </a:ext>
                  </a:extLst>
                </p14:cNvPr>
                <p14:cNvContentPartPr/>
                <p14:nvPr/>
              </p14:nvContentPartPr>
              <p14:xfrm>
                <a:off x="2688867" y="5031813"/>
                <a:ext cx="11880" cy="422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82D26D7-A281-02A6-3ED6-C4099EDE39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82747" y="5025693"/>
                  <a:ext cx="2412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83084D3-26A3-E56E-C2EA-EDE91337703B}"/>
                    </a:ext>
                  </a:extLst>
                </p14:cNvPr>
                <p14:cNvContentPartPr/>
                <p14:nvPr/>
              </p14:nvContentPartPr>
              <p14:xfrm>
                <a:off x="3105387" y="4250600"/>
                <a:ext cx="371160" cy="974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83084D3-26A3-E56E-C2EA-EDE91337703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99267" y="4244480"/>
                  <a:ext cx="383400" cy="9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1E488D8-A68A-EEBD-099D-B9F8D2E44829}"/>
                    </a:ext>
                  </a:extLst>
                </p14:cNvPr>
                <p14:cNvContentPartPr/>
                <p14:nvPr/>
              </p14:nvContentPartPr>
              <p14:xfrm>
                <a:off x="3698307" y="4918400"/>
                <a:ext cx="16200" cy="409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1E488D8-A68A-EEBD-099D-B9F8D2E4482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92187" y="4912280"/>
                  <a:ext cx="2844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6E80320-B802-1440-8AF4-491E227C9B48}"/>
                    </a:ext>
                  </a:extLst>
                </p14:cNvPr>
                <p14:cNvContentPartPr/>
                <p14:nvPr/>
              </p14:nvContentPartPr>
              <p14:xfrm>
                <a:off x="4043547" y="4742000"/>
                <a:ext cx="455400" cy="89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6E80320-B802-1440-8AF4-491E227C9B4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37427" y="4735880"/>
                  <a:ext cx="4676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CE04A38-7642-09DE-00BB-D61802353D04}"/>
                    </a:ext>
                  </a:extLst>
                </p14:cNvPr>
                <p14:cNvContentPartPr/>
                <p14:nvPr/>
              </p14:nvContentPartPr>
              <p14:xfrm>
                <a:off x="4254867" y="4520600"/>
                <a:ext cx="60120" cy="566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CE04A38-7642-09DE-00BB-D61802353D0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248747" y="4514480"/>
                  <a:ext cx="7236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D2B6620-64EB-2F55-EE82-D9FD25A6D881}"/>
                    </a:ext>
                  </a:extLst>
                </p14:cNvPr>
                <p14:cNvContentPartPr/>
                <p14:nvPr/>
              </p14:nvContentPartPr>
              <p14:xfrm>
                <a:off x="4761027" y="4401440"/>
                <a:ext cx="491760" cy="543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D2B6620-64EB-2F55-EE82-D9FD25A6D88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54907" y="4395320"/>
                  <a:ext cx="50400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CC5573A-4AF3-84EE-2AC6-4FF52F8A5481}"/>
                    </a:ext>
                  </a:extLst>
                </p14:cNvPr>
                <p14:cNvContentPartPr/>
                <p14:nvPr/>
              </p14:nvContentPartPr>
              <p14:xfrm>
                <a:off x="5362947" y="4767560"/>
                <a:ext cx="289440" cy="398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CC5573A-4AF3-84EE-2AC6-4FF52F8A548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356827" y="4761440"/>
                  <a:ext cx="30168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8BA7A23-722C-A27A-7F0D-0BC6397AB925}"/>
                    </a:ext>
                  </a:extLst>
                </p14:cNvPr>
                <p14:cNvContentPartPr/>
                <p14:nvPr/>
              </p14:nvContentPartPr>
              <p14:xfrm>
                <a:off x="5787387" y="4250960"/>
                <a:ext cx="264240" cy="776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8BA7A23-722C-A27A-7F0D-0BC6397AB92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781267" y="4244840"/>
                  <a:ext cx="276480" cy="78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495721A-D3FD-5C75-EA0A-1F1C2ADBA31C}"/>
                    </a:ext>
                  </a:extLst>
                </p14:cNvPr>
                <p14:cNvContentPartPr/>
                <p14:nvPr/>
              </p14:nvContentPartPr>
              <p14:xfrm>
                <a:off x="6133347" y="4781960"/>
                <a:ext cx="572040" cy="529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495721A-D3FD-5C75-EA0A-1F1C2ADBA31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27227" y="4775840"/>
                  <a:ext cx="58428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5FC6943-A737-F6D2-C437-EBADCAA8F8A6}"/>
                    </a:ext>
                  </a:extLst>
                </p14:cNvPr>
                <p14:cNvContentPartPr/>
                <p14:nvPr/>
              </p14:nvContentPartPr>
              <p14:xfrm>
                <a:off x="6764787" y="4632200"/>
                <a:ext cx="574560" cy="118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5FC6943-A737-F6D2-C437-EBADCAA8F8A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758667" y="4626080"/>
                  <a:ext cx="5868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EEF2DBC-9E59-4276-69A2-6C606591B99F}"/>
                    </a:ext>
                  </a:extLst>
                </p14:cNvPr>
                <p14:cNvContentPartPr/>
                <p14:nvPr/>
              </p14:nvContentPartPr>
              <p14:xfrm>
                <a:off x="7034067" y="4241960"/>
                <a:ext cx="70560" cy="813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EEF2DBC-9E59-4276-69A2-6C606591B99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27947" y="4235840"/>
                  <a:ext cx="82800" cy="82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2E74FD0-73AF-4299-63A4-E4DA67F45EC3}"/>
                    </a:ext>
                  </a:extLst>
                </p14:cNvPr>
                <p14:cNvContentPartPr/>
                <p14:nvPr/>
              </p14:nvContentPartPr>
              <p14:xfrm>
                <a:off x="7441227" y="4337000"/>
                <a:ext cx="906120" cy="953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2E74FD0-73AF-4299-63A4-E4DA67F45EC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435107" y="4330880"/>
                  <a:ext cx="918360" cy="9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E660FBE-19C3-3B6E-8034-1C1155390CCA}"/>
                    </a:ext>
                  </a:extLst>
                </p14:cNvPr>
                <p14:cNvContentPartPr/>
                <p14:nvPr/>
              </p14:nvContentPartPr>
              <p14:xfrm>
                <a:off x="8577027" y="4087160"/>
                <a:ext cx="527040" cy="996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E660FBE-19C3-3B6E-8034-1C1155390CC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70907" y="4081040"/>
                  <a:ext cx="539280" cy="10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42BA2C0-0C44-EED0-9E07-CDC88A501F33}"/>
                    </a:ext>
                  </a:extLst>
                </p14:cNvPr>
                <p14:cNvContentPartPr/>
                <p14:nvPr/>
              </p14:nvContentPartPr>
              <p14:xfrm>
                <a:off x="9217827" y="4856840"/>
                <a:ext cx="271440" cy="518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42BA2C0-0C44-EED0-9E07-CDC88A501F3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211707" y="4850720"/>
                  <a:ext cx="28368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08B7F64-A91D-2087-96F2-D3660CAD5616}"/>
                    </a:ext>
                  </a:extLst>
                </p14:cNvPr>
                <p14:cNvContentPartPr/>
                <p14:nvPr/>
              </p14:nvContentPartPr>
              <p14:xfrm>
                <a:off x="1850427" y="3952160"/>
                <a:ext cx="1258200" cy="1977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08B7F64-A91D-2087-96F2-D3660CAD561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844307" y="3946040"/>
                  <a:ext cx="1270440" cy="19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43AB29C-BA4C-2F29-CBBC-3122EFFBA4DB}"/>
                    </a:ext>
                  </a:extLst>
                </p14:cNvPr>
                <p14:cNvContentPartPr/>
                <p14:nvPr/>
              </p14:nvContentPartPr>
              <p14:xfrm>
                <a:off x="4445307" y="3976640"/>
                <a:ext cx="1245960" cy="1634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43AB29C-BA4C-2F29-CBBC-3122EFFBA4D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439187" y="3970520"/>
                  <a:ext cx="1258200" cy="164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F3C5FB9-3BFC-8758-5764-3A72D1924188}"/>
                    </a:ext>
                  </a:extLst>
                </p14:cNvPr>
                <p14:cNvContentPartPr/>
                <p14:nvPr/>
              </p14:nvContentPartPr>
              <p14:xfrm>
                <a:off x="7333227" y="3963320"/>
                <a:ext cx="1295280" cy="1648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F3C5FB9-3BFC-8758-5764-3A72D192418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327107" y="3957200"/>
                  <a:ext cx="1307520" cy="16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50115B6-CD3B-443E-9A51-99C135EF8F5F}"/>
                    </a:ext>
                  </a:extLst>
                </p14:cNvPr>
                <p14:cNvContentPartPr/>
                <p14:nvPr/>
              </p14:nvContentPartPr>
              <p14:xfrm>
                <a:off x="2151747" y="5525000"/>
                <a:ext cx="360" cy="1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50115B6-CD3B-443E-9A51-99C135EF8F5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145627" y="5518880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B1906BC-9121-D032-E00E-781729635EFC}"/>
                    </a:ext>
                  </a:extLst>
                </p14:cNvPr>
                <p14:cNvContentPartPr/>
                <p14:nvPr/>
              </p14:nvContentPartPr>
              <p14:xfrm>
                <a:off x="4884147" y="5529320"/>
                <a:ext cx="35640" cy="10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B1906BC-9121-D032-E00E-781729635EF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878027" y="5523200"/>
                  <a:ext cx="478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2CD63F2-4A3A-B047-FC48-74E794D81254}"/>
                    </a:ext>
                  </a:extLst>
                </p14:cNvPr>
                <p14:cNvContentPartPr/>
                <p14:nvPr/>
              </p14:nvContentPartPr>
              <p14:xfrm>
                <a:off x="7898787" y="5357960"/>
                <a:ext cx="22320" cy="33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2CD63F2-4A3A-B047-FC48-74E794D8125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92667" y="5351840"/>
                  <a:ext cx="34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4DF2038-3CDF-F747-48BE-9FFE2C04BEC6}"/>
                    </a:ext>
                  </a:extLst>
                </p14:cNvPr>
                <p14:cNvContentPartPr/>
                <p14:nvPr/>
              </p14:nvContentPartPr>
              <p14:xfrm>
                <a:off x="9455787" y="4628960"/>
                <a:ext cx="564120" cy="14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4DF2038-3CDF-F747-48BE-9FFE2C04BEC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449667" y="4622840"/>
                  <a:ext cx="5763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6440153-E7CE-C5C4-37DA-A675F49BE4D8}"/>
                    </a:ext>
                  </a:extLst>
                </p14:cNvPr>
                <p14:cNvContentPartPr/>
                <p14:nvPr/>
              </p14:nvContentPartPr>
              <p14:xfrm>
                <a:off x="9998307" y="4428440"/>
                <a:ext cx="6480" cy="278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6440153-E7CE-C5C4-37DA-A675F49BE4D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992187" y="4422320"/>
                  <a:ext cx="187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20C6367-98CE-207C-4BA2-95C505CE94BA}"/>
                    </a:ext>
                  </a:extLst>
                </p14:cNvPr>
                <p14:cNvContentPartPr/>
                <p14:nvPr/>
              </p14:nvContentPartPr>
              <p14:xfrm>
                <a:off x="1264707" y="5572880"/>
                <a:ext cx="1951560" cy="287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20C6367-98CE-207C-4BA2-95C505CE94B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258587" y="5566760"/>
                  <a:ext cx="19638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31F80AE-1AAA-2B1B-11A3-D3E3BF1A8C0D}"/>
                    </a:ext>
                  </a:extLst>
                </p14:cNvPr>
                <p14:cNvContentPartPr/>
                <p14:nvPr/>
              </p14:nvContentPartPr>
              <p14:xfrm>
                <a:off x="3561867" y="5415200"/>
                <a:ext cx="360" cy="1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31F80AE-1AAA-2B1B-11A3-D3E3BF1A8C0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55747" y="5409080"/>
                  <a:ext cx="126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8D84626-303C-B81A-D483-9D01BEF210D9}"/>
                    </a:ext>
                  </a:extLst>
                </p14:cNvPr>
                <p14:cNvContentPartPr/>
                <p14:nvPr/>
              </p14:nvContentPartPr>
              <p14:xfrm>
                <a:off x="6075747" y="5573600"/>
                <a:ext cx="16560" cy="22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8D84626-303C-B81A-D483-9D01BEF210D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069627" y="5567480"/>
                  <a:ext cx="28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BA92289-6BF8-FD97-CCC0-792F6FA62416}"/>
                    </a:ext>
                  </a:extLst>
                </p14:cNvPr>
                <p14:cNvContentPartPr/>
                <p14:nvPr/>
              </p14:nvContentPartPr>
              <p14:xfrm>
                <a:off x="1392507" y="3984200"/>
                <a:ext cx="347400" cy="15609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BA92289-6BF8-FD97-CCC0-792F6FA6241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386387" y="3978080"/>
                  <a:ext cx="359640" cy="15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AC87878-F7E0-FEF9-9161-64045FB8F7C9}"/>
                    </a:ext>
                  </a:extLst>
                </p14:cNvPr>
                <p14:cNvContentPartPr/>
                <p14:nvPr/>
              </p14:nvContentPartPr>
              <p14:xfrm>
                <a:off x="9879867" y="3803480"/>
                <a:ext cx="943560" cy="1789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AC87878-F7E0-FEF9-9161-64045FB8F7C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873747" y="3797360"/>
                  <a:ext cx="955800" cy="180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F803FED-84F5-53B4-1BED-9C71E6387A11}"/>
                    </a:ext>
                  </a:extLst>
                </p14:cNvPr>
                <p14:cNvContentPartPr/>
                <p14:nvPr/>
              </p14:nvContentPartPr>
              <p14:xfrm>
                <a:off x="1782027" y="3864680"/>
                <a:ext cx="1262160" cy="19922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F803FED-84F5-53B4-1BED-9C71E6387A1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775907" y="3858560"/>
                  <a:ext cx="1274400" cy="20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7AF284C-FD12-B529-7541-9A3925203299}"/>
                    </a:ext>
                  </a:extLst>
                </p14:cNvPr>
                <p14:cNvContentPartPr/>
                <p14:nvPr/>
              </p14:nvContentPartPr>
              <p14:xfrm>
                <a:off x="4395627" y="3854240"/>
                <a:ext cx="1356480" cy="1988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7AF284C-FD12-B529-7541-9A392520329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389507" y="3848120"/>
                  <a:ext cx="1368720" cy="2000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16429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FA2CE-AAEB-CF08-6515-7DF8029D4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C5282600-CF73-08F0-1DBA-99284EDCABC1}"/>
              </a:ext>
            </a:extLst>
          </p:cNvPr>
          <p:cNvGrpSpPr/>
          <p:nvPr/>
        </p:nvGrpSpPr>
        <p:grpSpPr>
          <a:xfrm>
            <a:off x="1306107" y="735573"/>
            <a:ext cx="9469440" cy="4957200"/>
            <a:chOff x="1306107" y="735573"/>
            <a:chExt cx="9469440" cy="495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AEF3381-2941-28BB-89F2-CD6928DA6829}"/>
                    </a:ext>
                  </a:extLst>
                </p14:cNvPr>
                <p14:cNvContentPartPr/>
                <p14:nvPr/>
              </p14:nvContentPartPr>
              <p14:xfrm>
                <a:off x="1324107" y="735573"/>
                <a:ext cx="550800" cy="7578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AEF3381-2941-28BB-89F2-CD6928DA682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17987" y="729453"/>
                  <a:ext cx="56304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C7A9B91-754E-3EFD-DDE4-CEA75692A3E5}"/>
                    </a:ext>
                  </a:extLst>
                </p14:cNvPr>
                <p14:cNvContentPartPr/>
                <p14:nvPr/>
              </p14:nvContentPartPr>
              <p14:xfrm>
                <a:off x="1856547" y="1127613"/>
                <a:ext cx="324000" cy="52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C7A9B91-754E-3EFD-DDE4-CEA75692A3E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50427" y="1121493"/>
                  <a:ext cx="3362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583442A-DE75-EECB-A61B-4CE4A17374F0}"/>
                    </a:ext>
                  </a:extLst>
                </p14:cNvPr>
                <p14:cNvContentPartPr/>
                <p14:nvPr/>
              </p14:nvContentPartPr>
              <p14:xfrm>
                <a:off x="2189547" y="866253"/>
                <a:ext cx="465840" cy="669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583442A-DE75-EECB-A61B-4CE4A17374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83427" y="860133"/>
                  <a:ext cx="478080" cy="68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17240F8-C6A2-C6AE-46BB-BB619F1F15B9}"/>
                    </a:ext>
                  </a:extLst>
                </p14:cNvPr>
                <p14:cNvContentPartPr/>
                <p14:nvPr/>
              </p14:nvContentPartPr>
              <p14:xfrm>
                <a:off x="1306107" y="1638093"/>
                <a:ext cx="1792080" cy="454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17240F8-C6A2-C6AE-46BB-BB619F1F15B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9987" y="1631973"/>
                  <a:ext cx="180432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96C7CDB-F1B1-E3F1-F507-676AC9E72C3E}"/>
                    </a:ext>
                  </a:extLst>
                </p14:cNvPr>
                <p14:cNvContentPartPr/>
                <p14:nvPr/>
              </p14:nvContentPartPr>
              <p14:xfrm>
                <a:off x="4013667" y="832773"/>
                <a:ext cx="572400" cy="1113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96C7CDB-F1B1-E3F1-F507-676AC9E72C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07547" y="826653"/>
                  <a:ext cx="584640" cy="11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F98B536-ED66-52E2-B956-E18EA38B82C1}"/>
                    </a:ext>
                  </a:extLst>
                </p14:cNvPr>
                <p14:cNvContentPartPr/>
                <p14:nvPr/>
              </p14:nvContentPartPr>
              <p14:xfrm>
                <a:off x="4562307" y="977133"/>
                <a:ext cx="465120" cy="538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F98B536-ED66-52E2-B956-E18EA38B82C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56187" y="971013"/>
                  <a:ext cx="47736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BFEF761-5948-CBFF-3CA5-41882AEC21F0}"/>
                    </a:ext>
                  </a:extLst>
                </p14:cNvPr>
                <p14:cNvContentPartPr/>
                <p14:nvPr/>
              </p14:nvContentPartPr>
              <p14:xfrm>
                <a:off x="5132187" y="1188453"/>
                <a:ext cx="32400" cy="515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BFEF761-5948-CBFF-3CA5-41882AEC21F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26067" y="1182333"/>
                  <a:ext cx="4464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B545CB2-A18A-B7A1-D4B1-A7A4C2F8FC9D}"/>
                    </a:ext>
                  </a:extLst>
                </p14:cNvPr>
                <p14:cNvContentPartPr/>
                <p14:nvPr/>
              </p14:nvContentPartPr>
              <p14:xfrm>
                <a:off x="3842667" y="3362133"/>
                <a:ext cx="227520" cy="1159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B545CB2-A18A-B7A1-D4B1-A7A4C2F8FC9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36547" y="3356013"/>
                  <a:ext cx="239760" cy="11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32BF87A-ECC7-791C-CFC2-0D2E0F76AA1D}"/>
                    </a:ext>
                  </a:extLst>
                </p14:cNvPr>
                <p14:cNvContentPartPr/>
                <p14:nvPr/>
              </p14:nvContentPartPr>
              <p14:xfrm>
                <a:off x="6220107" y="2102133"/>
                <a:ext cx="574560" cy="908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32BF87A-ECC7-791C-CFC2-0D2E0F76AA1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13987" y="2096013"/>
                  <a:ext cx="586800" cy="9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3E3B83B-6358-E020-75DB-D31084F4D9FB}"/>
                    </a:ext>
                  </a:extLst>
                </p14:cNvPr>
                <p14:cNvContentPartPr/>
                <p14:nvPr/>
              </p14:nvContentPartPr>
              <p14:xfrm>
                <a:off x="9438507" y="769413"/>
                <a:ext cx="573840" cy="987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3E3B83B-6358-E020-75DB-D31084F4D9F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432387" y="763293"/>
                  <a:ext cx="586080" cy="10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8EFED9A-9A1E-692A-B24E-B00D5EECA5EE}"/>
                    </a:ext>
                  </a:extLst>
                </p14:cNvPr>
                <p14:cNvContentPartPr/>
                <p14:nvPr/>
              </p14:nvContentPartPr>
              <p14:xfrm>
                <a:off x="8862147" y="906573"/>
                <a:ext cx="477360" cy="488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8EFED9A-9A1E-692A-B24E-B00D5EECA5E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856027" y="900453"/>
                  <a:ext cx="48960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A6C568F-F2AE-F648-6D66-FF1DA5B88D6C}"/>
                    </a:ext>
                  </a:extLst>
                </p14:cNvPr>
                <p14:cNvContentPartPr/>
                <p14:nvPr/>
              </p14:nvContentPartPr>
              <p14:xfrm>
                <a:off x="9305667" y="1319853"/>
                <a:ext cx="391320" cy="285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A6C568F-F2AE-F648-6D66-FF1DA5B88D6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299547" y="1313733"/>
                  <a:ext cx="4035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5830F3E-3BD0-1A69-67F1-638761FC042A}"/>
                    </a:ext>
                  </a:extLst>
                </p14:cNvPr>
                <p14:cNvContentPartPr/>
                <p14:nvPr/>
              </p14:nvContentPartPr>
              <p14:xfrm>
                <a:off x="9392067" y="1574733"/>
                <a:ext cx="452520" cy="45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5830F3E-3BD0-1A69-67F1-638761FC042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385947" y="1568613"/>
                  <a:ext cx="4647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6447725-B8DD-33DB-851F-356302079C9F}"/>
                    </a:ext>
                  </a:extLst>
                </p14:cNvPr>
                <p14:cNvContentPartPr/>
                <p14:nvPr/>
              </p14:nvContentPartPr>
              <p14:xfrm>
                <a:off x="9530667" y="1534773"/>
                <a:ext cx="72720" cy="603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6447725-B8DD-33DB-851F-356302079C9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24547" y="1528653"/>
                  <a:ext cx="8496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4512BEA-8729-D428-492B-B4CDC5AF7930}"/>
                    </a:ext>
                  </a:extLst>
                </p14:cNvPr>
                <p14:cNvContentPartPr/>
                <p14:nvPr/>
              </p14:nvContentPartPr>
              <p14:xfrm>
                <a:off x="9372987" y="1385373"/>
                <a:ext cx="255600" cy="774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4512BEA-8729-D428-492B-B4CDC5AF793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66867" y="1379253"/>
                  <a:ext cx="267840" cy="78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0236A2B-BDE8-E577-1342-8FA28775F58F}"/>
                    </a:ext>
                  </a:extLst>
                </p14:cNvPr>
                <p14:cNvContentPartPr/>
                <p14:nvPr/>
              </p14:nvContentPartPr>
              <p14:xfrm>
                <a:off x="7092387" y="2341533"/>
                <a:ext cx="545760" cy="788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0236A2B-BDE8-E577-1342-8FA28775F58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86267" y="2335413"/>
                  <a:ext cx="558000" cy="80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4DBBF2D-5286-85B3-8A35-4F18A3FFBAF7}"/>
                    </a:ext>
                  </a:extLst>
                </p14:cNvPr>
                <p14:cNvContentPartPr/>
                <p14:nvPr/>
              </p14:nvContentPartPr>
              <p14:xfrm>
                <a:off x="6671907" y="2369253"/>
                <a:ext cx="1042920" cy="875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4DBBF2D-5286-85B3-8A35-4F18A3FFBAF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665787" y="2363133"/>
                  <a:ext cx="105516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12CC0D8-E812-60C8-3466-C8AB655AB1CF}"/>
                    </a:ext>
                  </a:extLst>
                </p14:cNvPr>
                <p14:cNvContentPartPr/>
                <p14:nvPr/>
              </p14:nvContentPartPr>
              <p14:xfrm>
                <a:off x="7885107" y="1987653"/>
                <a:ext cx="996480" cy="1607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12CC0D8-E812-60C8-3466-C8AB655AB1C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78987" y="1981533"/>
                  <a:ext cx="1008720" cy="161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030E971-ACF9-A377-BDFA-6E71197B53B1}"/>
                    </a:ext>
                  </a:extLst>
                </p14:cNvPr>
                <p14:cNvContentPartPr/>
                <p14:nvPr/>
              </p14:nvContentPartPr>
              <p14:xfrm>
                <a:off x="8681427" y="2346213"/>
                <a:ext cx="2090880" cy="744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030E971-ACF9-A377-BDFA-6E71197B53B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675307" y="2340093"/>
                  <a:ext cx="2103120" cy="75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FD8E4D2-6512-9D8D-8C64-B8B341FE327E}"/>
                    </a:ext>
                  </a:extLst>
                </p14:cNvPr>
                <p14:cNvContentPartPr/>
                <p14:nvPr/>
              </p14:nvContentPartPr>
              <p14:xfrm>
                <a:off x="10291707" y="2637453"/>
                <a:ext cx="483840" cy="523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FD8E4D2-6512-9D8D-8C64-B8B341FE327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285587" y="2631333"/>
                  <a:ext cx="49608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1A61800-4F55-1290-DCDF-E9448EB24CF1}"/>
                    </a:ext>
                  </a:extLst>
                </p14:cNvPr>
                <p14:cNvContentPartPr/>
                <p14:nvPr/>
              </p14:nvContentPartPr>
              <p14:xfrm>
                <a:off x="9152667" y="3416853"/>
                <a:ext cx="733680" cy="1205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1A61800-4F55-1290-DCDF-E9448EB24CF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146547" y="3410733"/>
                  <a:ext cx="745920" cy="12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96C6CA9-26E2-1F8B-1D8F-E80A100D6F7A}"/>
                    </a:ext>
                  </a:extLst>
                </p14:cNvPr>
                <p14:cNvContentPartPr/>
                <p14:nvPr/>
              </p14:nvContentPartPr>
              <p14:xfrm>
                <a:off x="4334427" y="3436653"/>
                <a:ext cx="568440" cy="453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96C6CA9-26E2-1F8B-1D8F-E80A100D6F7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28307" y="3430533"/>
                  <a:ext cx="58068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8F746B3-3905-F025-BD5C-B4703913E727}"/>
                    </a:ext>
                  </a:extLst>
                </p14:cNvPr>
                <p14:cNvContentPartPr/>
                <p14:nvPr/>
              </p14:nvContentPartPr>
              <p14:xfrm>
                <a:off x="4909707" y="2902773"/>
                <a:ext cx="444600" cy="475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8F746B3-3905-F025-BD5C-B4703913E72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03587" y="2896653"/>
                  <a:ext cx="45684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6DCB4C9-4F07-D417-C20F-96A652732C7D}"/>
                    </a:ext>
                  </a:extLst>
                </p14:cNvPr>
                <p14:cNvContentPartPr/>
                <p14:nvPr/>
              </p14:nvContentPartPr>
              <p14:xfrm>
                <a:off x="5425947" y="3145773"/>
                <a:ext cx="51480" cy="426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6DCB4C9-4F07-D417-C20F-96A652732C7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19827" y="3139653"/>
                  <a:ext cx="6372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75EF940-9A13-B2FE-F7BF-ED7089579AD2}"/>
                    </a:ext>
                  </a:extLst>
                </p14:cNvPr>
                <p14:cNvContentPartPr/>
                <p14:nvPr/>
              </p14:nvContentPartPr>
              <p14:xfrm>
                <a:off x="4058667" y="3941733"/>
                <a:ext cx="2014560" cy="226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75EF940-9A13-B2FE-F7BF-ED7089579AD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052547" y="3935613"/>
                  <a:ext cx="20268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3349D07-F213-55BD-475E-5ACABBFA39F6}"/>
                    </a:ext>
                  </a:extLst>
                </p14:cNvPr>
                <p14:cNvContentPartPr/>
                <p14:nvPr/>
              </p14:nvContentPartPr>
              <p14:xfrm>
                <a:off x="4339467" y="4339533"/>
                <a:ext cx="319320" cy="187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3349D07-F213-55BD-475E-5ACABBFA39F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33347" y="4333413"/>
                  <a:ext cx="331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937FB1B-6FCB-838C-B15F-C4D93702CDCA}"/>
                    </a:ext>
                  </a:extLst>
                </p14:cNvPr>
                <p14:cNvContentPartPr/>
                <p14:nvPr/>
              </p14:nvContentPartPr>
              <p14:xfrm>
                <a:off x="4460787" y="4246293"/>
                <a:ext cx="699480" cy="582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937FB1B-6FCB-838C-B15F-C4D93702CDC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54667" y="4240173"/>
                  <a:ext cx="711720" cy="5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E3507C8-AA87-EBE8-4C94-7C7D049949BF}"/>
                    </a:ext>
                  </a:extLst>
                </p14:cNvPr>
                <p14:cNvContentPartPr/>
                <p14:nvPr/>
              </p14:nvContentPartPr>
              <p14:xfrm>
                <a:off x="5028507" y="4107693"/>
                <a:ext cx="230040" cy="332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E3507C8-AA87-EBE8-4C94-7C7D049949B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022387" y="4101573"/>
                  <a:ext cx="2422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ED49145-953C-402E-8441-BECC64944C5A}"/>
                    </a:ext>
                  </a:extLst>
                </p14:cNvPr>
                <p14:cNvContentPartPr/>
                <p14:nvPr/>
              </p14:nvContentPartPr>
              <p14:xfrm>
                <a:off x="4979547" y="4051173"/>
                <a:ext cx="351000" cy="340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ED49145-953C-402E-8441-BECC64944C5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73427" y="4045053"/>
                  <a:ext cx="36324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6ECB4AC-2765-1AA8-01D7-A80A1BF5DC0F}"/>
                    </a:ext>
                  </a:extLst>
                </p14:cNvPr>
                <p14:cNvContentPartPr/>
                <p14:nvPr/>
              </p14:nvContentPartPr>
              <p14:xfrm>
                <a:off x="5477427" y="4241613"/>
                <a:ext cx="15480" cy="236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6ECB4AC-2765-1AA8-01D7-A80A1BF5DC0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71307" y="4235493"/>
                  <a:ext cx="277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62E5B28-CCB5-DCE6-EACE-50A22AE40247}"/>
                    </a:ext>
                  </a:extLst>
                </p14:cNvPr>
                <p14:cNvContentPartPr/>
                <p14:nvPr/>
              </p14:nvContentPartPr>
              <p14:xfrm>
                <a:off x="5623587" y="4515213"/>
                <a:ext cx="186840" cy="37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62E5B28-CCB5-DCE6-EACE-50A22AE4024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17467" y="4509093"/>
                  <a:ext cx="1990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700D097-80DE-9E3D-F5C1-22E323D631D6}"/>
                    </a:ext>
                  </a:extLst>
                </p14:cNvPr>
                <p14:cNvContentPartPr/>
                <p14:nvPr/>
              </p14:nvContentPartPr>
              <p14:xfrm>
                <a:off x="5754987" y="4396773"/>
                <a:ext cx="20520" cy="238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700D097-80DE-9E3D-F5C1-22E323D631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48867" y="4390653"/>
                  <a:ext cx="327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D7ED60-4C2B-A414-6A82-782727857152}"/>
                    </a:ext>
                  </a:extLst>
                </p14:cNvPr>
                <p14:cNvContentPartPr/>
                <p14:nvPr/>
              </p14:nvContentPartPr>
              <p14:xfrm>
                <a:off x="5968467" y="4373013"/>
                <a:ext cx="189720" cy="285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D7ED60-4C2B-A414-6A82-78272785715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62347" y="4366893"/>
                  <a:ext cx="2019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6B99199-4C01-849B-B5E4-F2841689601B}"/>
                    </a:ext>
                  </a:extLst>
                </p14:cNvPr>
                <p14:cNvContentPartPr/>
                <p14:nvPr/>
              </p14:nvContentPartPr>
              <p14:xfrm>
                <a:off x="6010947" y="4118133"/>
                <a:ext cx="209520" cy="274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6B99199-4C01-849B-B5E4-F2841689601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04827" y="4112013"/>
                  <a:ext cx="2217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E81D0A0-43D7-D902-1154-97721A06E16C}"/>
                    </a:ext>
                  </a:extLst>
                </p14:cNvPr>
                <p14:cNvContentPartPr/>
                <p14:nvPr/>
              </p14:nvContentPartPr>
              <p14:xfrm>
                <a:off x="6207507" y="4304253"/>
                <a:ext cx="195840" cy="127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E81D0A0-43D7-D902-1154-97721A06E16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01387" y="4298133"/>
                  <a:ext cx="2080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7DBC9D4-B483-D217-3DAF-2BFB92C944D0}"/>
                    </a:ext>
                  </a:extLst>
                </p14:cNvPr>
                <p14:cNvContentPartPr/>
                <p14:nvPr/>
              </p14:nvContentPartPr>
              <p14:xfrm>
                <a:off x="6520347" y="4380573"/>
                <a:ext cx="222480" cy="79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7DBC9D4-B483-D217-3DAF-2BFB92C944D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514227" y="4374453"/>
                  <a:ext cx="2347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D50139C-1E43-9549-3B03-E14E69A48C2A}"/>
                    </a:ext>
                  </a:extLst>
                </p14:cNvPr>
                <p14:cNvContentPartPr/>
                <p14:nvPr/>
              </p14:nvContentPartPr>
              <p14:xfrm>
                <a:off x="6642747" y="4294173"/>
                <a:ext cx="27720" cy="255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D50139C-1E43-9549-3B03-E14E69A48C2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636627" y="4288053"/>
                  <a:ext cx="399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5582330-477A-3CD9-74EC-DFF684A2B3C1}"/>
                    </a:ext>
                  </a:extLst>
                </p14:cNvPr>
                <p14:cNvContentPartPr/>
                <p14:nvPr/>
              </p14:nvContentPartPr>
              <p14:xfrm>
                <a:off x="6910947" y="4381653"/>
                <a:ext cx="176760" cy="292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5582330-477A-3CD9-74EC-DFF684A2B3C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04827" y="4375533"/>
                  <a:ext cx="1890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ACD1BC5-E89A-AF59-5AEC-3AEF323F4D66}"/>
                    </a:ext>
                  </a:extLst>
                </p14:cNvPr>
                <p14:cNvContentPartPr/>
                <p14:nvPr/>
              </p14:nvContentPartPr>
              <p14:xfrm>
                <a:off x="6985107" y="4106973"/>
                <a:ext cx="333720" cy="221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ACD1BC5-E89A-AF59-5AEC-3AEF323F4D6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78987" y="4100853"/>
                  <a:ext cx="3459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2CB3A11-76C3-9BD9-62D7-78C03BA508C3}"/>
                    </a:ext>
                  </a:extLst>
                </p14:cNvPr>
                <p14:cNvContentPartPr/>
                <p14:nvPr/>
              </p14:nvContentPartPr>
              <p14:xfrm>
                <a:off x="7384707" y="4215693"/>
                <a:ext cx="146880" cy="146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2CB3A11-76C3-9BD9-62D7-78C03BA508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378587" y="4209573"/>
                  <a:ext cx="159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86444BC-BE0D-53BB-8276-6A86A2ADFFF2}"/>
                    </a:ext>
                  </a:extLst>
                </p14:cNvPr>
                <p14:cNvContentPartPr/>
                <p14:nvPr/>
              </p14:nvContentPartPr>
              <p14:xfrm>
                <a:off x="7422507" y="4334853"/>
                <a:ext cx="44280" cy="2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86444BC-BE0D-53BB-8276-6A86A2ADFFF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16387" y="4328733"/>
                  <a:ext cx="5652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B05FFBE-E84C-16D2-C981-740E8AEF4105}"/>
                    </a:ext>
                  </a:extLst>
                </p14:cNvPr>
                <p14:cNvContentPartPr/>
                <p14:nvPr/>
              </p14:nvContentPartPr>
              <p14:xfrm>
                <a:off x="6760467" y="4644453"/>
                <a:ext cx="56520" cy="31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B05FFBE-E84C-16D2-C981-740E8AEF410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754347" y="4638333"/>
                  <a:ext cx="687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8213991-D776-85F3-B854-B261DB7DA599}"/>
                    </a:ext>
                  </a:extLst>
                </p14:cNvPr>
                <p14:cNvContentPartPr/>
                <p14:nvPr/>
              </p14:nvContentPartPr>
              <p14:xfrm>
                <a:off x="6976467" y="4661373"/>
                <a:ext cx="2520" cy="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8213991-D776-85F3-B854-B261DB7DA59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970347" y="4655253"/>
                  <a:ext cx="14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FB3AEAE-EF24-0BF3-D1DE-EAF87BD2A9ED}"/>
                    </a:ext>
                  </a:extLst>
                </p14:cNvPr>
                <p14:cNvContentPartPr/>
                <p14:nvPr/>
              </p14:nvContentPartPr>
              <p14:xfrm>
                <a:off x="6882867" y="4726533"/>
                <a:ext cx="1080" cy="1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FB3AEAE-EF24-0BF3-D1DE-EAF87BD2A9E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876747" y="4720413"/>
                  <a:ext cx="1332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1087230-D783-F528-BDD4-4F574EAFD7B9}"/>
                    </a:ext>
                  </a:extLst>
                </p14:cNvPr>
                <p14:cNvContentPartPr/>
                <p14:nvPr/>
              </p14:nvContentPartPr>
              <p14:xfrm>
                <a:off x="6527907" y="1904853"/>
                <a:ext cx="52920" cy="12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1087230-D783-F528-BDD4-4F574EAFD7B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21787" y="1898733"/>
                  <a:ext cx="651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868FD25-2EC6-FD49-5797-6E6A7158B209}"/>
                    </a:ext>
                  </a:extLst>
                </p14:cNvPr>
                <p14:cNvContentPartPr/>
                <p14:nvPr/>
              </p14:nvContentPartPr>
              <p14:xfrm>
                <a:off x="4006827" y="2582013"/>
                <a:ext cx="3879000" cy="2867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868FD25-2EC6-FD49-5797-6E6A7158B20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00707" y="2575893"/>
                  <a:ext cx="3891240" cy="28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F6E9D50-C497-E8B4-7338-1C7301C9459E}"/>
                    </a:ext>
                  </a:extLst>
                </p14:cNvPr>
                <p14:cNvContentPartPr/>
                <p14:nvPr/>
              </p14:nvContentPartPr>
              <p14:xfrm>
                <a:off x="2745387" y="3007893"/>
                <a:ext cx="1387080" cy="774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F6E9D50-C497-E8B4-7338-1C7301C9459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739267" y="3001773"/>
                  <a:ext cx="1399320" cy="78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3012145-4D05-06AF-BE93-26F61E8D8783}"/>
                    </a:ext>
                  </a:extLst>
                </p14:cNvPr>
                <p14:cNvContentPartPr/>
                <p14:nvPr/>
              </p14:nvContentPartPr>
              <p14:xfrm>
                <a:off x="1688067" y="3142893"/>
                <a:ext cx="656280" cy="666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3012145-4D05-06AF-BE93-26F61E8D878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681947" y="3136773"/>
                  <a:ext cx="66852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E9DAF54-B249-EE05-5112-377939892E82}"/>
                    </a:ext>
                  </a:extLst>
                </p14:cNvPr>
                <p14:cNvContentPartPr/>
                <p14:nvPr/>
              </p14:nvContentPartPr>
              <p14:xfrm>
                <a:off x="2423547" y="3308853"/>
                <a:ext cx="183600" cy="906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E9DAF54-B249-EE05-5112-377939892E8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17427" y="3302733"/>
                  <a:ext cx="195840" cy="9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85DDD43-37EE-4CFA-78B5-6E00126DA26E}"/>
                    </a:ext>
                  </a:extLst>
                </p14:cNvPr>
                <p14:cNvContentPartPr/>
                <p14:nvPr/>
              </p14:nvContentPartPr>
              <p14:xfrm>
                <a:off x="8591427" y="4353933"/>
                <a:ext cx="360" cy="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85DDD43-37EE-4CFA-78B5-6E00126DA26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585307" y="434781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F5ED413-7057-73B3-0169-626ABDC07DFD}"/>
                    </a:ext>
                  </a:extLst>
                </p14:cNvPr>
                <p14:cNvContentPartPr/>
                <p14:nvPr/>
              </p14:nvContentPartPr>
              <p14:xfrm>
                <a:off x="8104707" y="4237293"/>
                <a:ext cx="171720" cy="647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F5ED413-7057-73B3-0169-626ABDC07DF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098587" y="4231173"/>
                  <a:ext cx="183960" cy="6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F15CF72-6C65-0749-AB07-34AFEA6A4BC1}"/>
                    </a:ext>
                  </a:extLst>
                </p14:cNvPr>
                <p14:cNvContentPartPr/>
                <p14:nvPr/>
              </p14:nvContentPartPr>
              <p14:xfrm>
                <a:off x="8494947" y="3565893"/>
                <a:ext cx="895320" cy="913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F15CF72-6C65-0749-AB07-34AFEA6A4BC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488827" y="3559773"/>
                  <a:ext cx="907560" cy="9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EAF67E9-68CC-BC48-DF65-52CC3DDE3464}"/>
                    </a:ext>
                  </a:extLst>
                </p14:cNvPr>
                <p14:cNvContentPartPr/>
                <p14:nvPr/>
              </p14:nvContentPartPr>
              <p14:xfrm>
                <a:off x="8912547" y="4100853"/>
                <a:ext cx="17640" cy="740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EAF67E9-68CC-BC48-DF65-52CC3DDE346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906427" y="4094733"/>
                  <a:ext cx="29880" cy="75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C77A173-F4A5-954F-2E2F-30C1EF93A3EF}"/>
                    </a:ext>
                  </a:extLst>
                </p14:cNvPr>
                <p14:cNvContentPartPr/>
                <p14:nvPr/>
              </p14:nvContentPartPr>
              <p14:xfrm>
                <a:off x="6195267" y="950133"/>
                <a:ext cx="554040" cy="551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C77A173-F4A5-954F-2E2F-30C1EF93A3E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89147" y="944013"/>
                  <a:ext cx="56628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2FBD3C1-F0A6-FCBC-20D3-1A116A202C35}"/>
                    </a:ext>
                  </a:extLst>
                </p14:cNvPr>
                <p14:cNvContentPartPr/>
                <p14:nvPr/>
              </p14:nvContentPartPr>
              <p14:xfrm>
                <a:off x="6809067" y="1341093"/>
                <a:ext cx="666720" cy="299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2FBD3C1-F0A6-FCBC-20D3-1A116A202C3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802947" y="1334973"/>
                  <a:ext cx="6789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729259C-15EC-56E9-7184-9F7806B60D30}"/>
                    </a:ext>
                  </a:extLst>
                </p14:cNvPr>
                <p14:cNvContentPartPr/>
                <p14:nvPr/>
              </p14:nvContentPartPr>
              <p14:xfrm>
                <a:off x="6348987" y="1676613"/>
                <a:ext cx="1158480" cy="186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729259C-15EC-56E9-7184-9F7806B60D3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342867" y="1670493"/>
                  <a:ext cx="11707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ACBD1E4-B71A-1EE6-1181-E118E35B04EA}"/>
                    </a:ext>
                  </a:extLst>
                </p14:cNvPr>
                <p14:cNvContentPartPr/>
                <p14:nvPr/>
              </p14:nvContentPartPr>
              <p14:xfrm>
                <a:off x="8619507" y="4596573"/>
                <a:ext cx="766080" cy="405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ACBD1E4-B71A-1EE6-1181-E118E35B04E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613387" y="4590453"/>
                  <a:ext cx="77832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30254D7-5800-3172-8D58-BC37EC896B51}"/>
                    </a:ext>
                  </a:extLst>
                </p14:cNvPr>
                <p14:cNvContentPartPr/>
                <p14:nvPr/>
              </p14:nvContentPartPr>
              <p14:xfrm>
                <a:off x="8649027" y="5030373"/>
                <a:ext cx="467280" cy="478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30254D7-5800-3172-8D58-BC37EC896B5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642907" y="5024253"/>
                  <a:ext cx="47952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174900C-3EC2-B961-6378-12DA2FAAF4BD}"/>
                    </a:ext>
                  </a:extLst>
                </p14:cNvPr>
                <p14:cNvContentPartPr/>
                <p14:nvPr/>
              </p14:nvContentPartPr>
              <p14:xfrm>
                <a:off x="9288747" y="5136213"/>
                <a:ext cx="876960" cy="556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174900C-3EC2-B961-6378-12DA2FAAF4B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282627" y="5130093"/>
                  <a:ext cx="889200" cy="568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62560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17C59-EE8D-8D87-9278-5A65DCE5C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4D752E-BFE2-A668-2207-86A2CC4AD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411"/>
            <a:ext cx="12192000" cy="573517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A312B4B-F05F-FB1F-875C-0E51EF89ABC8}"/>
                  </a:ext>
                </a:extLst>
              </p14:cNvPr>
              <p14:cNvContentPartPr/>
              <p14:nvPr/>
            </p14:nvContentPartPr>
            <p14:xfrm>
              <a:off x="6560307" y="5619333"/>
              <a:ext cx="582480" cy="424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A312B4B-F05F-FB1F-875C-0E51EF89AB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54187" y="5613213"/>
                <a:ext cx="59472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4260EF1-B5CD-F1BA-9191-4FE13E8C846A}"/>
                  </a:ext>
                </a:extLst>
              </p14:cNvPr>
              <p14:cNvContentPartPr/>
              <p14:nvPr/>
            </p14:nvContentPartPr>
            <p14:xfrm>
              <a:off x="8123787" y="4828053"/>
              <a:ext cx="720" cy="1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4260EF1-B5CD-F1BA-9191-4FE13E8C846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17667" y="4821933"/>
                <a:ext cx="12960" cy="1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13BBB219-851B-B2C7-8DC1-78075344EA1F}"/>
              </a:ext>
            </a:extLst>
          </p:cNvPr>
          <p:cNvGrpSpPr/>
          <p:nvPr/>
        </p:nvGrpSpPr>
        <p:grpSpPr>
          <a:xfrm>
            <a:off x="6408027" y="4314333"/>
            <a:ext cx="1274040" cy="1294560"/>
            <a:chOff x="6408027" y="4314333"/>
            <a:chExt cx="1274040" cy="129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C6FF405-3D7C-5AE5-DA8E-91B7EB3BB5A1}"/>
                    </a:ext>
                  </a:extLst>
                </p14:cNvPr>
                <p14:cNvContentPartPr/>
                <p14:nvPr/>
              </p14:nvContentPartPr>
              <p14:xfrm>
                <a:off x="6408027" y="4343853"/>
                <a:ext cx="542880" cy="624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C6FF405-3D7C-5AE5-DA8E-91B7EB3BB5A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01907" y="4337733"/>
                  <a:ext cx="5551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3A4C872-1503-9714-B364-55328E24358E}"/>
                    </a:ext>
                  </a:extLst>
                </p14:cNvPr>
                <p14:cNvContentPartPr/>
                <p14:nvPr/>
              </p14:nvContentPartPr>
              <p14:xfrm>
                <a:off x="7058187" y="5057373"/>
                <a:ext cx="214920" cy="399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3A4C872-1503-9714-B364-55328E24358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52067" y="5051253"/>
                  <a:ext cx="2271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B52613F-09BF-5305-6C6E-11BBE5ACE0F7}"/>
                    </a:ext>
                  </a:extLst>
                </p14:cNvPr>
                <p14:cNvContentPartPr/>
                <p14:nvPr/>
              </p14:nvContentPartPr>
              <p14:xfrm>
                <a:off x="7352307" y="5366973"/>
                <a:ext cx="216360" cy="241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B52613F-09BF-5305-6C6E-11BBE5ACE0F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346187" y="5360853"/>
                  <a:ext cx="2286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076F070-2B88-74E1-4760-486841D815E2}"/>
                    </a:ext>
                  </a:extLst>
                </p14:cNvPr>
                <p14:cNvContentPartPr/>
                <p14:nvPr/>
              </p14:nvContentPartPr>
              <p14:xfrm>
                <a:off x="7624107" y="4753893"/>
                <a:ext cx="2160" cy="12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076F070-2B88-74E1-4760-486841D815E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17987" y="4747773"/>
                  <a:ext cx="144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3553E6B-E23A-1C6D-C89D-8C98D5E48785}"/>
                    </a:ext>
                  </a:extLst>
                </p14:cNvPr>
                <p14:cNvContentPartPr/>
                <p14:nvPr/>
              </p14:nvContentPartPr>
              <p14:xfrm>
                <a:off x="7185987" y="4314333"/>
                <a:ext cx="496080" cy="574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3553E6B-E23A-1C6D-C89D-8C98D5E4878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79867" y="4308213"/>
                  <a:ext cx="508320" cy="58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64BC44F-88F7-888E-928F-E374E19B990E}"/>
                    </a:ext>
                  </a:extLst>
                </p14:cNvPr>
                <p14:cNvContentPartPr/>
                <p14:nvPr/>
              </p14:nvContentPartPr>
              <p14:xfrm>
                <a:off x="6645987" y="4761453"/>
                <a:ext cx="829080" cy="367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64BC44F-88F7-888E-928F-E374E19B990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39867" y="4755333"/>
                  <a:ext cx="841320" cy="38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E340F8A-4A2C-3ACB-3AF0-D813CE5C6F09}"/>
              </a:ext>
            </a:extLst>
          </p:cNvPr>
          <p:cNvGrpSpPr/>
          <p:nvPr/>
        </p:nvGrpSpPr>
        <p:grpSpPr>
          <a:xfrm>
            <a:off x="7103547" y="3379413"/>
            <a:ext cx="977760" cy="722160"/>
            <a:chOff x="7103547" y="3379413"/>
            <a:chExt cx="977760" cy="72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6492894-3A80-B1E5-D9EF-7799E58F4065}"/>
                    </a:ext>
                  </a:extLst>
                </p14:cNvPr>
                <p14:cNvContentPartPr/>
                <p14:nvPr/>
              </p14:nvContentPartPr>
              <p14:xfrm>
                <a:off x="7264827" y="3379413"/>
                <a:ext cx="690480" cy="722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6492894-3A80-B1E5-D9EF-7799E58F406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258707" y="3373293"/>
                  <a:ext cx="70272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DD5B0C8-D0DD-6A1F-F24C-C0DA98E80E4E}"/>
                    </a:ext>
                  </a:extLst>
                </p14:cNvPr>
                <p14:cNvContentPartPr/>
                <p14:nvPr/>
              </p14:nvContentPartPr>
              <p14:xfrm>
                <a:off x="7152507" y="3729333"/>
                <a:ext cx="928800" cy="220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DD5B0C8-D0DD-6A1F-F24C-C0DA98E80E4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146387" y="3723213"/>
                  <a:ext cx="9410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0B55B4B-8C10-A5F6-3F13-9D8A97ED393F}"/>
                    </a:ext>
                  </a:extLst>
                </p14:cNvPr>
                <p14:cNvContentPartPr/>
                <p14:nvPr/>
              </p14:nvContentPartPr>
              <p14:xfrm>
                <a:off x="7103547" y="3851013"/>
                <a:ext cx="788400" cy="139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0B55B4B-8C10-A5F6-3F13-9D8A97ED393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097427" y="3844893"/>
                  <a:ext cx="8006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A8C06A6-637E-AA7A-4318-EF0FC801BFC3}"/>
                    </a:ext>
                  </a:extLst>
                </p14:cNvPr>
                <p14:cNvContentPartPr/>
                <p14:nvPr/>
              </p14:nvContentPartPr>
              <p14:xfrm>
                <a:off x="7317387" y="3799173"/>
                <a:ext cx="709920" cy="128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A8C06A6-637E-AA7A-4318-EF0FC801BFC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311267" y="3793053"/>
                  <a:ext cx="72216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987D836-07D9-F956-5C25-8DCAF2BB2B9A}"/>
              </a:ext>
            </a:extLst>
          </p:cNvPr>
          <p:cNvGrpSpPr/>
          <p:nvPr/>
        </p:nvGrpSpPr>
        <p:grpSpPr>
          <a:xfrm>
            <a:off x="8116947" y="5573973"/>
            <a:ext cx="1051920" cy="780840"/>
            <a:chOff x="8116947" y="5573973"/>
            <a:chExt cx="1051920" cy="78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D7DB8B9-C477-3C2C-AB97-0BE23E9A8DEB}"/>
                    </a:ext>
                  </a:extLst>
                </p14:cNvPr>
                <p14:cNvContentPartPr/>
                <p14:nvPr/>
              </p14:nvContentPartPr>
              <p14:xfrm>
                <a:off x="8266347" y="5573973"/>
                <a:ext cx="257760" cy="485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D7DB8B9-C477-3C2C-AB97-0BE23E9A8DE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260227" y="5567853"/>
                  <a:ext cx="27000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6FEB12A-365A-6526-B7A1-6F77C55D148E}"/>
                    </a:ext>
                  </a:extLst>
                </p14:cNvPr>
                <p14:cNvContentPartPr/>
                <p14:nvPr/>
              </p14:nvContentPartPr>
              <p14:xfrm>
                <a:off x="8596827" y="5903373"/>
                <a:ext cx="71640" cy="45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6FEB12A-365A-6526-B7A1-6F77C55D148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90707" y="5897253"/>
                  <a:ext cx="838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27CA8CF-3A55-E1E9-9F0B-04A33EBD5733}"/>
                    </a:ext>
                  </a:extLst>
                </p14:cNvPr>
                <p14:cNvContentPartPr/>
                <p14:nvPr/>
              </p14:nvContentPartPr>
              <p14:xfrm>
                <a:off x="8869347" y="5675133"/>
                <a:ext cx="23760" cy="412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27CA8CF-3A55-E1E9-9F0B-04A33EBD573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63227" y="5669013"/>
                  <a:ext cx="3600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47A77FF-02E4-3644-3940-E80733E8540F}"/>
                    </a:ext>
                  </a:extLst>
                </p14:cNvPr>
                <p14:cNvContentPartPr/>
                <p14:nvPr/>
              </p14:nvContentPartPr>
              <p14:xfrm>
                <a:off x="8116947" y="6158613"/>
                <a:ext cx="1051920" cy="196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47A77FF-02E4-3644-3940-E80733E8540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110827" y="6152493"/>
                  <a:ext cx="106416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48C3401-6800-8B34-67DD-F4FA237EA56D}"/>
              </a:ext>
            </a:extLst>
          </p:cNvPr>
          <p:cNvGrpSpPr/>
          <p:nvPr/>
        </p:nvGrpSpPr>
        <p:grpSpPr>
          <a:xfrm>
            <a:off x="9916227" y="5763333"/>
            <a:ext cx="830520" cy="497520"/>
            <a:chOff x="9916227" y="5763333"/>
            <a:chExt cx="830520" cy="49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CDD8DC8-4562-32D5-8D0B-48EC807CB167}"/>
                    </a:ext>
                  </a:extLst>
                </p14:cNvPr>
                <p14:cNvContentPartPr/>
                <p14:nvPr/>
              </p14:nvContentPartPr>
              <p14:xfrm>
                <a:off x="9916227" y="5763333"/>
                <a:ext cx="222840" cy="497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CDD8DC8-4562-32D5-8D0B-48EC807CB16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10107" y="5757213"/>
                  <a:ext cx="23508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D453E89-627B-8DFB-4085-71ACACCAD887}"/>
                    </a:ext>
                  </a:extLst>
                </p14:cNvPr>
                <p14:cNvContentPartPr/>
                <p14:nvPr/>
              </p14:nvContentPartPr>
              <p14:xfrm>
                <a:off x="10509867" y="5857653"/>
                <a:ext cx="236880" cy="331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D453E89-627B-8DFB-4085-71ACACCAD88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503747" y="5851533"/>
                  <a:ext cx="249120" cy="34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77DB13A-E7EB-1D79-AD65-04A2F9A0FF5B}"/>
                  </a:ext>
                </a:extLst>
              </p14:cNvPr>
              <p14:cNvContentPartPr/>
              <p14:nvPr/>
            </p14:nvContentPartPr>
            <p14:xfrm>
              <a:off x="3782547" y="685173"/>
              <a:ext cx="150840" cy="25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77DB13A-E7EB-1D79-AD65-04A2F9A0FF5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776427" y="679053"/>
                <a:ext cx="163080" cy="1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EF8C6A8B-6E9F-8A7F-A527-01C0096B16FE}"/>
              </a:ext>
            </a:extLst>
          </p:cNvPr>
          <p:cNvGrpSpPr/>
          <p:nvPr/>
        </p:nvGrpSpPr>
        <p:grpSpPr>
          <a:xfrm>
            <a:off x="5012307" y="162453"/>
            <a:ext cx="2027520" cy="1747800"/>
            <a:chOff x="5012307" y="162453"/>
            <a:chExt cx="2027520" cy="174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9FAD42A-A2DB-B981-C71B-4116BADD3D7B}"/>
                    </a:ext>
                  </a:extLst>
                </p14:cNvPr>
                <p14:cNvContentPartPr/>
                <p14:nvPr/>
              </p14:nvContentPartPr>
              <p14:xfrm>
                <a:off x="5117427" y="719013"/>
                <a:ext cx="208440" cy="14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9FAD42A-A2DB-B981-C71B-4116BADD3D7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110947" y="712893"/>
                  <a:ext cx="2206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A60F22E-291D-9558-6371-759F806B11E4}"/>
                    </a:ext>
                  </a:extLst>
                </p14:cNvPr>
                <p14:cNvContentPartPr/>
                <p14:nvPr/>
              </p14:nvContentPartPr>
              <p14:xfrm>
                <a:off x="5012307" y="909453"/>
                <a:ext cx="407520" cy="77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A60F22E-291D-9558-6371-759F806B11E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006187" y="903333"/>
                  <a:ext cx="4197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D11363A-03CB-C249-EB1A-D61F8D6BE4DB}"/>
                    </a:ext>
                  </a:extLst>
                </p14:cNvPr>
                <p14:cNvContentPartPr/>
                <p14:nvPr/>
              </p14:nvContentPartPr>
              <p14:xfrm>
                <a:off x="5673267" y="162453"/>
                <a:ext cx="423360" cy="1697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D11363A-03CB-C249-EB1A-D61F8D6BE4D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67147" y="156333"/>
                  <a:ext cx="435600" cy="170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8F7AF0F-A29C-F775-79A0-023A8B178EB2}"/>
                    </a:ext>
                  </a:extLst>
                </p14:cNvPr>
                <p14:cNvContentPartPr/>
                <p14:nvPr/>
              </p14:nvContentPartPr>
              <p14:xfrm>
                <a:off x="6358347" y="221853"/>
                <a:ext cx="681480" cy="1688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8F7AF0F-A29C-F775-79A0-023A8B178EB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352227" y="215733"/>
                  <a:ext cx="693720" cy="170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91EBFFC-8648-813A-BC0F-9DE0F26A201E}"/>
                    </a:ext>
                  </a:extLst>
                </p14:cNvPr>
                <p14:cNvContentPartPr/>
                <p14:nvPr/>
              </p14:nvContentPartPr>
              <p14:xfrm>
                <a:off x="6163587" y="439653"/>
                <a:ext cx="468360" cy="360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91EBFFC-8648-813A-BC0F-9DE0F26A201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157467" y="433533"/>
                  <a:ext cx="480600" cy="37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C7157DF-A8ED-965F-0D99-9D709EF68BBB}"/>
                  </a:ext>
                </a:extLst>
              </p14:cNvPr>
              <p14:cNvContentPartPr/>
              <p14:nvPr/>
            </p14:nvContentPartPr>
            <p14:xfrm>
              <a:off x="6197427" y="405453"/>
              <a:ext cx="493200" cy="3661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C7157DF-A8ED-965F-0D99-9D709EF68BBB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191307" y="399333"/>
                <a:ext cx="50544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76DA990-9CA4-A5EE-CA2F-6235A6EC3F24}"/>
                  </a:ext>
                </a:extLst>
              </p14:cNvPr>
              <p14:cNvContentPartPr/>
              <p14:nvPr/>
            </p14:nvContentPartPr>
            <p14:xfrm>
              <a:off x="1626147" y="3475173"/>
              <a:ext cx="736560" cy="17402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76DA990-9CA4-A5EE-CA2F-6235A6EC3F24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620027" y="3469053"/>
                <a:ext cx="748800" cy="175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E37C7E0-A929-FB45-8C07-AAAEC9EB78D0}"/>
                  </a:ext>
                </a:extLst>
              </p14:cNvPr>
              <p14:cNvContentPartPr/>
              <p14:nvPr/>
            </p14:nvContentPartPr>
            <p14:xfrm>
              <a:off x="2298627" y="3572013"/>
              <a:ext cx="918360" cy="17812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E37C7E0-A929-FB45-8C07-AAAEC9EB78D0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292507" y="3565533"/>
                <a:ext cx="930600" cy="179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F41B3C09-F0EB-09B6-B681-AF8DA8F344E1}"/>
              </a:ext>
            </a:extLst>
          </p:cNvPr>
          <p:cNvGrpSpPr/>
          <p:nvPr/>
        </p:nvGrpSpPr>
        <p:grpSpPr>
          <a:xfrm>
            <a:off x="7554267" y="3143253"/>
            <a:ext cx="1230840" cy="169560"/>
            <a:chOff x="7554267" y="3143253"/>
            <a:chExt cx="1230840" cy="16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CB5D3CD-6201-34BD-D449-F10AB1DA1011}"/>
                    </a:ext>
                  </a:extLst>
                </p14:cNvPr>
                <p14:cNvContentPartPr/>
                <p14:nvPr/>
              </p14:nvContentPartPr>
              <p14:xfrm>
                <a:off x="7554267" y="3143253"/>
                <a:ext cx="515160" cy="93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CB5D3CD-6201-34BD-D449-F10AB1DA101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548147" y="3137133"/>
                  <a:ext cx="5274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DA6374D-A8EB-D902-9F7C-BD693AD23CDB}"/>
                    </a:ext>
                  </a:extLst>
                </p14:cNvPr>
                <p14:cNvContentPartPr/>
                <p14:nvPr/>
              </p14:nvContentPartPr>
              <p14:xfrm>
                <a:off x="8377587" y="3202653"/>
                <a:ext cx="407520" cy="110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DA6374D-A8EB-D902-9F7C-BD693AD23CD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371467" y="3196533"/>
                  <a:ext cx="41976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D2C4783-55A6-7CF4-CE16-7BCA85A15FD6}"/>
              </a:ext>
            </a:extLst>
          </p:cNvPr>
          <p:cNvGrpSpPr/>
          <p:nvPr/>
        </p:nvGrpSpPr>
        <p:grpSpPr>
          <a:xfrm>
            <a:off x="98307" y="330573"/>
            <a:ext cx="3324600" cy="1770480"/>
            <a:chOff x="98307" y="330573"/>
            <a:chExt cx="3324600" cy="177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7A47675-E0AE-92C7-B3E9-99FEA2A7063B}"/>
                    </a:ext>
                  </a:extLst>
                </p14:cNvPr>
                <p14:cNvContentPartPr/>
                <p14:nvPr/>
              </p14:nvContentPartPr>
              <p14:xfrm>
                <a:off x="98307" y="361893"/>
                <a:ext cx="351720" cy="792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7A47675-E0AE-92C7-B3E9-99FEA2A7063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2187" y="355773"/>
                  <a:ext cx="363960" cy="80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3CBF5F7-3D6C-D521-85EF-707360CBA482}"/>
                    </a:ext>
                  </a:extLst>
                </p14:cNvPr>
                <p14:cNvContentPartPr/>
                <p14:nvPr/>
              </p14:nvContentPartPr>
              <p14:xfrm>
                <a:off x="504747" y="994773"/>
                <a:ext cx="5040" cy="337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3CBF5F7-3D6C-D521-85EF-707360CBA48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98627" y="988653"/>
                  <a:ext cx="172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024B031-DFEB-2C47-3F96-6E4F91411940}"/>
                    </a:ext>
                  </a:extLst>
                </p14:cNvPr>
                <p14:cNvContentPartPr/>
                <p14:nvPr/>
              </p14:nvContentPartPr>
              <p14:xfrm>
                <a:off x="365787" y="1386453"/>
                <a:ext cx="65880" cy="459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024B031-DFEB-2C47-3F96-6E4F9141194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59667" y="1380333"/>
                  <a:ext cx="7812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551B6C0-90C7-B390-45A7-A0542D8A2412}"/>
                    </a:ext>
                  </a:extLst>
                </p14:cNvPr>
                <p14:cNvContentPartPr/>
                <p14:nvPr/>
              </p14:nvContentPartPr>
              <p14:xfrm>
                <a:off x="1251387" y="1232013"/>
                <a:ext cx="44640" cy="737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551B6C0-90C7-B390-45A7-A0542D8A241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245267" y="1225893"/>
                  <a:ext cx="56880" cy="74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060B470-7B6C-AF0C-6EEA-9108D57DFE05}"/>
                    </a:ext>
                  </a:extLst>
                </p14:cNvPr>
                <p14:cNvContentPartPr/>
                <p14:nvPr/>
              </p14:nvContentPartPr>
              <p14:xfrm>
                <a:off x="1025667" y="330573"/>
                <a:ext cx="208800" cy="565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060B470-7B6C-AF0C-6EEA-9108D57DFE0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19547" y="324453"/>
                  <a:ext cx="22104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7B11D56-0B19-6B38-1B45-90C033292996}"/>
                    </a:ext>
                  </a:extLst>
                </p14:cNvPr>
                <p14:cNvContentPartPr/>
                <p14:nvPr/>
              </p14:nvContentPartPr>
              <p14:xfrm>
                <a:off x="1353627" y="811173"/>
                <a:ext cx="178560" cy="223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7B11D56-0B19-6B38-1B45-90C03329299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347507" y="805053"/>
                  <a:ext cx="1908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FB51030-E405-71B3-A655-CD6387CA5DD9}"/>
                    </a:ext>
                  </a:extLst>
                </p14:cNvPr>
                <p14:cNvContentPartPr/>
                <p14:nvPr/>
              </p14:nvContentPartPr>
              <p14:xfrm>
                <a:off x="774387" y="616413"/>
                <a:ext cx="232200" cy="185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FB51030-E405-71B3-A655-CD6387CA5DD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68267" y="610293"/>
                  <a:ext cx="2444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63BA979-B0E2-2ADB-DD6F-5397AD23796F}"/>
                    </a:ext>
                  </a:extLst>
                </p14:cNvPr>
                <p14:cNvContentPartPr/>
                <p14:nvPr/>
              </p14:nvContentPartPr>
              <p14:xfrm>
                <a:off x="854667" y="558093"/>
                <a:ext cx="101880" cy="349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63BA979-B0E2-2ADB-DD6F-5397AD23796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48547" y="551973"/>
                  <a:ext cx="11412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636F37E-CADA-7000-7FBE-9DA022768541}"/>
                    </a:ext>
                  </a:extLst>
                </p14:cNvPr>
                <p14:cNvContentPartPr/>
                <p14:nvPr/>
              </p14:nvContentPartPr>
              <p14:xfrm>
                <a:off x="1610307" y="573573"/>
                <a:ext cx="324360" cy="66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636F37E-CADA-7000-7FBE-9DA02276854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604187" y="567453"/>
                  <a:ext cx="3366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132263B-1AA0-895A-8A79-A2E3AB02CD40}"/>
                    </a:ext>
                  </a:extLst>
                </p14:cNvPr>
                <p14:cNvContentPartPr/>
                <p14:nvPr/>
              </p14:nvContentPartPr>
              <p14:xfrm>
                <a:off x="1779507" y="449733"/>
                <a:ext cx="16200" cy="372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132263B-1AA0-895A-8A79-A2E3AB02CD4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773387" y="443613"/>
                  <a:ext cx="2844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CDF6652-C4B1-F18E-0BEA-608F09B8E349}"/>
                    </a:ext>
                  </a:extLst>
                </p14:cNvPr>
                <p14:cNvContentPartPr/>
                <p14:nvPr/>
              </p14:nvContentPartPr>
              <p14:xfrm>
                <a:off x="2900907" y="752853"/>
                <a:ext cx="155880" cy="6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CDF6652-C4B1-F18E-0BEA-608F09B8E34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894787" y="746733"/>
                  <a:ext cx="1681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5AA055B-E90F-D5CC-2B6F-662CA79E0EEA}"/>
                    </a:ext>
                  </a:extLst>
                </p14:cNvPr>
                <p14:cNvContentPartPr/>
                <p14:nvPr/>
              </p14:nvContentPartPr>
              <p14:xfrm>
                <a:off x="1531827" y="762213"/>
                <a:ext cx="913320" cy="1293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5AA055B-E90F-D5CC-2B6F-662CA79E0EE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525707" y="756093"/>
                  <a:ext cx="925560" cy="13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997E907-022C-CFA7-3B83-6D7D1A3F60B0}"/>
                    </a:ext>
                  </a:extLst>
                </p14:cNvPr>
                <p14:cNvContentPartPr/>
                <p14:nvPr/>
              </p14:nvContentPartPr>
              <p14:xfrm>
                <a:off x="2304027" y="1023573"/>
                <a:ext cx="1118880" cy="1077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997E907-022C-CFA7-3B83-6D7D1A3F60B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297907" y="1017453"/>
                  <a:ext cx="1131120" cy="10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B0A1623-3DFA-ACBA-9E61-6A9A81DD4CC9}"/>
                    </a:ext>
                  </a:extLst>
                </p14:cNvPr>
                <p14:cNvContentPartPr/>
                <p14:nvPr/>
              </p14:nvContentPartPr>
              <p14:xfrm>
                <a:off x="1966347" y="1737093"/>
                <a:ext cx="7560" cy="23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B0A1623-3DFA-ACBA-9E61-6A9A81DD4CC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960227" y="1730973"/>
                  <a:ext cx="19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9F981E8-E19B-82B4-C2C4-590C357430D0}"/>
                    </a:ext>
                  </a:extLst>
                </p14:cNvPr>
                <p14:cNvContentPartPr/>
                <p14:nvPr/>
              </p14:nvContentPartPr>
              <p14:xfrm>
                <a:off x="2730627" y="1795053"/>
                <a:ext cx="360" cy="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9F981E8-E19B-82B4-C2C4-590C357430D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724507" y="178893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33385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25F82-EA93-999F-2C67-FAFFFC98F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5DB3438-A8FB-DDC8-70BB-8519E8AEB34F}"/>
                  </a:ext>
                </a:extLst>
              </p14:cNvPr>
              <p14:cNvContentPartPr/>
              <p14:nvPr/>
            </p14:nvContentPartPr>
            <p14:xfrm>
              <a:off x="463347" y="2244693"/>
              <a:ext cx="745920" cy="16297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5DB3438-A8FB-DDC8-70BB-8519E8AEB3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7227" y="2238573"/>
                <a:ext cx="758160" cy="164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750108FA-36FE-08D4-48E4-E82B91ED5532}"/>
              </a:ext>
            </a:extLst>
          </p:cNvPr>
          <p:cNvGrpSpPr/>
          <p:nvPr/>
        </p:nvGrpSpPr>
        <p:grpSpPr>
          <a:xfrm>
            <a:off x="8565867" y="146253"/>
            <a:ext cx="2053440" cy="1675080"/>
            <a:chOff x="8565867" y="146253"/>
            <a:chExt cx="2053440" cy="167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84C2814-465E-5CD0-6020-83CCE06C1359}"/>
                    </a:ext>
                  </a:extLst>
                </p14:cNvPr>
                <p14:cNvContentPartPr/>
                <p14:nvPr/>
              </p14:nvContentPartPr>
              <p14:xfrm>
                <a:off x="8944227" y="835653"/>
                <a:ext cx="143640" cy="664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84C2814-465E-5CD0-6020-83CCE06C135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38107" y="829533"/>
                  <a:ext cx="155880" cy="6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786B9C0-DC10-009E-82C5-AF4D620E2795}"/>
                    </a:ext>
                  </a:extLst>
                </p14:cNvPr>
                <p14:cNvContentPartPr/>
                <p14:nvPr/>
              </p14:nvContentPartPr>
              <p14:xfrm>
                <a:off x="8908587" y="828093"/>
                <a:ext cx="518760" cy="343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786B9C0-DC10-009E-82C5-AF4D620E279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02467" y="821973"/>
                  <a:ext cx="53100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0AC403F-C0D7-F361-FCFB-8872A4EC784E}"/>
                    </a:ext>
                  </a:extLst>
                </p14:cNvPr>
                <p14:cNvContentPartPr/>
                <p14:nvPr/>
              </p14:nvContentPartPr>
              <p14:xfrm>
                <a:off x="8812107" y="1457013"/>
                <a:ext cx="16200" cy="25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0AC403F-C0D7-F361-FCFB-8872A4EC784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05987" y="1450893"/>
                  <a:ext cx="28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24AA82E-EECC-0E49-35E3-8DD470B6D0D9}"/>
                    </a:ext>
                  </a:extLst>
                </p14:cNvPr>
                <p14:cNvContentPartPr/>
                <p14:nvPr/>
              </p14:nvContentPartPr>
              <p14:xfrm>
                <a:off x="9765747" y="883533"/>
                <a:ext cx="853560" cy="937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24AA82E-EECC-0E49-35E3-8DD470B6D0D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59627" y="877413"/>
                  <a:ext cx="865800" cy="9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9178578-C354-3A95-E06B-507D98177C3D}"/>
                    </a:ext>
                  </a:extLst>
                </p14:cNvPr>
                <p14:cNvContentPartPr/>
                <p14:nvPr/>
              </p14:nvContentPartPr>
              <p14:xfrm>
                <a:off x="8565867" y="1391493"/>
                <a:ext cx="1039320" cy="402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9178578-C354-3A95-E06B-507D98177C3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59747" y="1385373"/>
                  <a:ext cx="105156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6F62534-73DB-08EA-CBB7-FB3A2A876853}"/>
                    </a:ext>
                  </a:extLst>
                </p14:cNvPr>
                <p14:cNvContentPartPr/>
                <p14:nvPr/>
              </p14:nvContentPartPr>
              <p14:xfrm>
                <a:off x="9513387" y="146253"/>
                <a:ext cx="606240" cy="438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6F62534-73DB-08EA-CBB7-FB3A2A8768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507267" y="140133"/>
                  <a:ext cx="61848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EE7982E-2C82-2E80-1C7D-6E3924AD64F2}"/>
                    </a:ext>
                  </a:extLst>
                </p14:cNvPr>
                <p14:cNvContentPartPr/>
                <p14:nvPr/>
              </p14:nvContentPartPr>
              <p14:xfrm>
                <a:off x="10289907" y="331653"/>
                <a:ext cx="290520" cy="259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EE7982E-2C82-2E80-1C7D-6E3924AD64F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283787" y="325533"/>
                  <a:ext cx="3027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B853473-D45F-452E-1303-E1CA34712F3E}"/>
                    </a:ext>
                  </a:extLst>
                </p14:cNvPr>
                <p14:cNvContentPartPr/>
                <p14:nvPr/>
              </p14:nvContentPartPr>
              <p14:xfrm>
                <a:off x="10379907" y="401853"/>
                <a:ext cx="96480" cy="686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B853473-D45F-452E-1303-E1CA34712F3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373787" y="395733"/>
                  <a:ext cx="108720" cy="69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1B64497-D180-8170-41F7-AF81DC7F45CF}"/>
                  </a:ext>
                </a:extLst>
              </p14:cNvPr>
              <p14:cNvContentPartPr/>
              <p14:nvPr/>
            </p14:nvContentPartPr>
            <p14:xfrm>
              <a:off x="1440747" y="3187893"/>
              <a:ext cx="217440" cy="5281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1B64497-D180-8170-41F7-AF81DC7F45C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34627" y="3181773"/>
                <a:ext cx="229680" cy="54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24B5822-D920-793E-561C-C27E61C8A55D}"/>
                  </a:ext>
                </a:extLst>
              </p14:cNvPr>
              <p14:cNvContentPartPr/>
              <p14:nvPr/>
            </p14:nvContentPartPr>
            <p14:xfrm>
              <a:off x="3131307" y="4633293"/>
              <a:ext cx="118800" cy="7599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24B5822-D920-793E-561C-C27E61C8A55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25187" y="4627173"/>
                <a:ext cx="131040" cy="77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2480132-61B0-97AD-1395-FD327B242B9F}"/>
                  </a:ext>
                </a:extLst>
              </p14:cNvPr>
              <p14:cNvContentPartPr/>
              <p14:nvPr/>
            </p14:nvContentPartPr>
            <p14:xfrm>
              <a:off x="1309347" y="3187893"/>
              <a:ext cx="613800" cy="11142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2480132-61B0-97AD-1395-FD327B242B9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303227" y="3181773"/>
                <a:ext cx="626040" cy="11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D95E60C-BA00-4C29-EFE1-C3F2D0FEE603}"/>
                  </a:ext>
                </a:extLst>
              </p14:cNvPr>
              <p14:cNvContentPartPr/>
              <p14:nvPr/>
            </p14:nvContentPartPr>
            <p14:xfrm>
              <a:off x="2068587" y="2782893"/>
              <a:ext cx="442800" cy="13215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D95E60C-BA00-4C29-EFE1-C3F2D0FEE60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62467" y="2776773"/>
                <a:ext cx="455040" cy="13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007EE63-B104-9E35-C016-091A13762856}"/>
                  </a:ext>
                </a:extLst>
              </p14:cNvPr>
              <p14:cNvContentPartPr/>
              <p14:nvPr/>
            </p14:nvContentPartPr>
            <p14:xfrm>
              <a:off x="2399427" y="3390573"/>
              <a:ext cx="257760" cy="6609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007EE63-B104-9E35-C016-091A1376285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393307" y="3384453"/>
                <a:ext cx="270000" cy="67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4F9CA05-50FB-2A3D-A5DD-A14D83403337}"/>
                  </a:ext>
                </a:extLst>
              </p14:cNvPr>
              <p14:cNvContentPartPr/>
              <p14:nvPr/>
            </p14:nvContentPartPr>
            <p14:xfrm>
              <a:off x="2662587" y="2699013"/>
              <a:ext cx="346320" cy="12682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4F9CA05-50FB-2A3D-A5DD-A14D8340333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56467" y="2692893"/>
                <a:ext cx="358560" cy="12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76028FC-D232-E2D2-912B-B3C2245D2EA2}"/>
                  </a:ext>
                </a:extLst>
              </p14:cNvPr>
              <p14:cNvContentPartPr/>
              <p14:nvPr/>
            </p14:nvContentPartPr>
            <p14:xfrm>
              <a:off x="1850427" y="3263853"/>
              <a:ext cx="1478160" cy="2016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76028FC-D232-E2D2-912B-B3C2245D2EA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844307" y="3257733"/>
                <a:ext cx="149040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0096327-8F9F-4663-1D98-656A0B380FDB}"/>
                  </a:ext>
                </a:extLst>
              </p14:cNvPr>
              <p14:cNvContentPartPr/>
              <p14:nvPr/>
            </p14:nvContentPartPr>
            <p14:xfrm>
              <a:off x="3208347" y="3498213"/>
              <a:ext cx="396360" cy="5259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0096327-8F9F-4663-1D98-656A0B380FD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202227" y="3492093"/>
                <a:ext cx="408600" cy="53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30CB9AB-963E-5EC4-9E9C-BBAE11C1EA61}"/>
                  </a:ext>
                </a:extLst>
              </p14:cNvPr>
              <p14:cNvContentPartPr/>
              <p14:nvPr/>
            </p14:nvContentPartPr>
            <p14:xfrm>
              <a:off x="3858507" y="3366093"/>
              <a:ext cx="130680" cy="5558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30CB9AB-963E-5EC4-9E9C-BBAE11C1EA6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852387" y="3359973"/>
                <a:ext cx="142920" cy="56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6E2E52E-B39A-7526-C1F1-5B79210D7F7B}"/>
                  </a:ext>
                </a:extLst>
              </p14:cNvPr>
              <p14:cNvContentPartPr/>
              <p14:nvPr/>
            </p14:nvContentPartPr>
            <p14:xfrm>
              <a:off x="3683547" y="3155493"/>
              <a:ext cx="481680" cy="1220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6E2E52E-B39A-7526-C1F1-5B79210D7F7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677427" y="3149373"/>
                <a:ext cx="49392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074AB72-8732-7076-8E80-308B2B71AB77}"/>
                  </a:ext>
                </a:extLst>
              </p14:cNvPr>
              <p14:cNvContentPartPr/>
              <p14:nvPr/>
            </p14:nvContentPartPr>
            <p14:xfrm>
              <a:off x="1226547" y="2556093"/>
              <a:ext cx="3246120" cy="18903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074AB72-8732-7076-8E80-308B2B71AB7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220427" y="2549973"/>
                <a:ext cx="3258360" cy="19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A6FA597-578A-715A-1EEA-C762773693AC}"/>
                  </a:ext>
                </a:extLst>
              </p14:cNvPr>
              <p14:cNvContentPartPr/>
              <p14:nvPr/>
            </p14:nvContentPartPr>
            <p14:xfrm>
              <a:off x="2252547" y="4747413"/>
              <a:ext cx="264960" cy="6328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A6FA597-578A-715A-1EEA-C762773693A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246427" y="4741293"/>
                <a:ext cx="277200" cy="64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9C857DA-2386-FB0C-047A-6EDF2B9022BE}"/>
                  </a:ext>
                </a:extLst>
              </p14:cNvPr>
              <p14:cNvContentPartPr/>
              <p14:nvPr/>
            </p14:nvContentPartPr>
            <p14:xfrm>
              <a:off x="2110707" y="4951893"/>
              <a:ext cx="473040" cy="1335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9C857DA-2386-FB0C-047A-6EDF2B9022B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104587" y="4945773"/>
                <a:ext cx="48528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81EC0A7-C740-FD94-DE03-490DCF4248CC}"/>
                  </a:ext>
                </a:extLst>
              </p14:cNvPr>
              <p14:cNvContentPartPr/>
              <p14:nvPr/>
            </p14:nvContentPartPr>
            <p14:xfrm>
              <a:off x="2643867" y="4976013"/>
              <a:ext cx="244800" cy="950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81EC0A7-C740-FD94-DE03-490DCF4248C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637747" y="4969893"/>
                <a:ext cx="25704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A2AD4A9-F97D-0043-389F-AE2088310998}"/>
                  </a:ext>
                </a:extLst>
              </p14:cNvPr>
              <p14:cNvContentPartPr/>
              <p14:nvPr/>
            </p14:nvContentPartPr>
            <p14:xfrm>
              <a:off x="2703267" y="5169693"/>
              <a:ext cx="157680" cy="673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A2AD4A9-F97D-0043-389F-AE208831099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697147" y="5163573"/>
                <a:ext cx="1699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86732F2-2F72-2FC8-1679-C4B19D02CAD2}"/>
                  </a:ext>
                </a:extLst>
              </p14:cNvPr>
              <p14:cNvContentPartPr/>
              <p14:nvPr/>
            </p14:nvContentPartPr>
            <p14:xfrm>
              <a:off x="1051587" y="927453"/>
              <a:ext cx="558000" cy="1337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86732F2-2F72-2FC8-1679-C4B19D02CAD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45467" y="921333"/>
                <a:ext cx="570240" cy="134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C502E2B-CAE3-B23C-68B3-8E5516247443}"/>
                  </a:ext>
                </a:extLst>
              </p14:cNvPr>
              <p14:cNvContentPartPr/>
              <p14:nvPr/>
            </p14:nvContentPartPr>
            <p14:xfrm>
              <a:off x="1843227" y="1157853"/>
              <a:ext cx="609840" cy="1107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C502E2B-CAE3-B23C-68B3-8E551624744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37107" y="1151733"/>
                <a:ext cx="622080" cy="11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556E953-EF90-365F-6E89-72D422A4A56C}"/>
                  </a:ext>
                </a:extLst>
              </p14:cNvPr>
              <p14:cNvContentPartPr/>
              <p14:nvPr/>
            </p14:nvContentPartPr>
            <p14:xfrm>
              <a:off x="1694547" y="297453"/>
              <a:ext cx="482040" cy="4201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556E953-EF90-365F-6E89-72D422A4A56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688427" y="291333"/>
                <a:ext cx="494280" cy="43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7C35D38-49FC-B43A-DC7A-013B724E7018}"/>
                  </a:ext>
                </a:extLst>
              </p14:cNvPr>
              <p14:cNvContentPartPr/>
              <p14:nvPr/>
            </p14:nvContentPartPr>
            <p14:xfrm>
              <a:off x="2458467" y="435333"/>
              <a:ext cx="25560" cy="3772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7C35D38-49FC-B43A-DC7A-013B724E701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452347" y="429213"/>
                <a:ext cx="37800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D46D211-9404-FC18-2E14-0D5DE916BE55}"/>
                  </a:ext>
                </a:extLst>
              </p14:cNvPr>
              <p14:cNvContentPartPr/>
              <p14:nvPr/>
            </p14:nvContentPartPr>
            <p14:xfrm>
              <a:off x="3860667" y="1388253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D46D211-9404-FC18-2E14-0D5DE916BE5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854547" y="138213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AEE669C-CB24-9B09-2EE9-1393967D46C0}"/>
                  </a:ext>
                </a:extLst>
              </p14:cNvPr>
              <p14:cNvContentPartPr/>
              <p14:nvPr/>
            </p14:nvContentPartPr>
            <p14:xfrm>
              <a:off x="3160467" y="892533"/>
              <a:ext cx="20880" cy="897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AEE669C-CB24-9B09-2EE9-1393967D46C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154347" y="886413"/>
                <a:ext cx="33120" cy="90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1ED80A7-2D0F-CCDF-1C96-2A387BF74833}"/>
                  </a:ext>
                </a:extLst>
              </p14:cNvPr>
              <p14:cNvContentPartPr/>
              <p14:nvPr/>
            </p14:nvContentPartPr>
            <p14:xfrm>
              <a:off x="3150387" y="721893"/>
              <a:ext cx="360" cy="1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1ED80A7-2D0F-CCDF-1C96-2A387BF7483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144267" y="715773"/>
                <a:ext cx="1260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3B647F2-B42B-1C21-64BD-7FAFCF7A5076}"/>
                  </a:ext>
                </a:extLst>
              </p14:cNvPr>
              <p14:cNvContentPartPr/>
              <p14:nvPr/>
            </p14:nvContentPartPr>
            <p14:xfrm>
              <a:off x="3501027" y="1178013"/>
              <a:ext cx="619920" cy="880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3B647F2-B42B-1C21-64BD-7FAFCF7A507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494907" y="1171893"/>
                <a:ext cx="632160" cy="89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8C85C8F-C6CC-F1DB-E348-967E4F6E2879}"/>
                  </a:ext>
                </a:extLst>
              </p14:cNvPr>
              <p14:cNvContentPartPr/>
              <p14:nvPr/>
            </p14:nvContentPartPr>
            <p14:xfrm>
              <a:off x="3560427" y="163893"/>
              <a:ext cx="526320" cy="3380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8C85C8F-C6CC-F1DB-E348-967E4F6E287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554307" y="157773"/>
                <a:ext cx="53856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90B8402-2597-76E0-115D-A762E5499D17}"/>
                  </a:ext>
                </a:extLst>
              </p14:cNvPr>
              <p14:cNvContentPartPr/>
              <p14:nvPr/>
            </p14:nvContentPartPr>
            <p14:xfrm>
              <a:off x="4133907" y="398253"/>
              <a:ext cx="449280" cy="3258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90B8402-2597-76E0-115D-A762E5499D1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127787" y="392133"/>
                <a:ext cx="46152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2A97DCC-3C7A-E74D-59B2-03F70F2B491A}"/>
                  </a:ext>
                </a:extLst>
              </p14:cNvPr>
              <p14:cNvContentPartPr/>
              <p14:nvPr/>
            </p14:nvContentPartPr>
            <p14:xfrm>
              <a:off x="5089347" y="743133"/>
              <a:ext cx="648000" cy="1255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2A97DCC-3C7A-E74D-59B2-03F70F2B491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083227" y="737013"/>
                <a:ext cx="660240" cy="12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31ED36A-74BE-9933-B467-E3667082E334}"/>
                  </a:ext>
                </a:extLst>
              </p14:cNvPr>
              <p14:cNvContentPartPr/>
              <p14:nvPr/>
            </p14:nvContentPartPr>
            <p14:xfrm>
              <a:off x="5117787" y="758253"/>
              <a:ext cx="554400" cy="9867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31ED36A-74BE-9933-B467-E3667082E33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111667" y="752133"/>
                <a:ext cx="566640" cy="9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5EF908D-94CD-CE1A-9CC5-D7E67AEDCD82}"/>
                  </a:ext>
                </a:extLst>
              </p14:cNvPr>
              <p14:cNvContentPartPr/>
              <p14:nvPr/>
            </p14:nvContentPartPr>
            <p14:xfrm>
              <a:off x="6005547" y="753933"/>
              <a:ext cx="95040" cy="9446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5EF908D-94CD-CE1A-9CC5-D7E67AEDCD8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999427" y="747813"/>
                <a:ext cx="107280" cy="9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D0F0D3E-38EA-284F-D8F4-40215ABA28E7}"/>
                  </a:ext>
                </a:extLst>
              </p14:cNvPr>
              <p14:cNvContentPartPr/>
              <p14:nvPr/>
            </p14:nvContentPartPr>
            <p14:xfrm>
              <a:off x="5832027" y="594813"/>
              <a:ext cx="1585800" cy="9072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D0F0D3E-38EA-284F-D8F4-40215ABA28E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825907" y="588693"/>
                <a:ext cx="1598040" cy="9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43BD3D7-AD90-60E7-0A37-1C83A55ADF10}"/>
                  </a:ext>
                </a:extLst>
              </p14:cNvPr>
              <p14:cNvContentPartPr/>
              <p14:nvPr/>
            </p14:nvContentPartPr>
            <p14:xfrm>
              <a:off x="5761467" y="271533"/>
              <a:ext cx="657360" cy="3362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43BD3D7-AD90-60E7-0A37-1C83A55ADF1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755347" y="265413"/>
                <a:ext cx="66960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4F40435-F9B5-D66B-FEDC-A2D102CAF291}"/>
                  </a:ext>
                </a:extLst>
              </p14:cNvPr>
              <p14:cNvContentPartPr/>
              <p14:nvPr/>
            </p14:nvContentPartPr>
            <p14:xfrm>
              <a:off x="6534747" y="394293"/>
              <a:ext cx="251640" cy="3438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4F40435-F9B5-D66B-FEDC-A2D102CAF29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528627" y="388173"/>
                <a:ext cx="26388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ABC9879-6DE9-5BDD-6180-4C682B0CD6A1}"/>
                  </a:ext>
                </a:extLst>
              </p14:cNvPr>
              <p14:cNvContentPartPr/>
              <p14:nvPr/>
            </p14:nvContentPartPr>
            <p14:xfrm>
              <a:off x="1432107" y="-5307"/>
              <a:ext cx="1416240" cy="10072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ABC9879-6DE9-5BDD-6180-4C682B0CD6A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425987" y="-11427"/>
                <a:ext cx="1428480" cy="101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EF9584AD-5D84-52E6-5F81-409946E48456}"/>
              </a:ext>
            </a:extLst>
          </p:cNvPr>
          <p:cNvGrpSpPr/>
          <p:nvPr/>
        </p:nvGrpSpPr>
        <p:grpSpPr>
          <a:xfrm>
            <a:off x="4925187" y="4636880"/>
            <a:ext cx="1481760" cy="557640"/>
            <a:chOff x="4925187" y="4636880"/>
            <a:chExt cx="1481760" cy="55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C88ACCD-430F-0DEC-41D6-E407AF6CB89D}"/>
                    </a:ext>
                  </a:extLst>
                </p14:cNvPr>
                <p14:cNvContentPartPr/>
                <p14:nvPr/>
              </p14:nvContentPartPr>
              <p14:xfrm>
                <a:off x="5088627" y="4636880"/>
                <a:ext cx="187560" cy="557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C88ACCD-430F-0DEC-41D6-E407AF6CB89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082507" y="4630760"/>
                  <a:ext cx="199800" cy="5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9BF3362-186E-CF16-FF2D-6605FBEAEDBC}"/>
                    </a:ext>
                  </a:extLst>
                </p14:cNvPr>
                <p14:cNvContentPartPr/>
                <p14:nvPr/>
              </p14:nvContentPartPr>
              <p14:xfrm>
                <a:off x="4925187" y="4860800"/>
                <a:ext cx="545040" cy="175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9BF3362-186E-CF16-FF2D-6605FBEAEDB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19067" y="4854680"/>
                  <a:ext cx="5572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5DAD32-9AAF-CB8B-29A5-B99B27E2AABF}"/>
                    </a:ext>
                  </a:extLst>
                </p14:cNvPr>
                <p14:cNvContentPartPr/>
                <p14:nvPr/>
              </p14:nvContentPartPr>
              <p14:xfrm>
                <a:off x="5733027" y="4936760"/>
                <a:ext cx="55800" cy="7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5DAD32-9AAF-CB8B-29A5-B99B27E2AAB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26907" y="4930640"/>
                  <a:ext cx="680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EE27FE4-001E-7487-9C78-48AEDD8B72F8}"/>
                    </a:ext>
                  </a:extLst>
                </p14:cNvPr>
                <p14:cNvContentPartPr/>
                <p14:nvPr/>
              </p14:nvContentPartPr>
              <p14:xfrm>
                <a:off x="5531427" y="5021000"/>
                <a:ext cx="317520" cy="86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EE27FE4-001E-7487-9C78-48AEDD8B72F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525307" y="5014880"/>
                  <a:ext cx="3297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2CA9EF3-6070-50A7-4F50-4F05B86086DE}"/>
                    </a:ext>
                  </a:extLst>
                </p14:cNvPr>
                <p14:cNvContentPartPr/>
                <p14:nvPr/>
              </p14:nvContentPartPr>
              <p14:xfrm>
                <a:off x="6062067" y="4759640"/>
                <a:ext cx="344880" cy="286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2CA9EF3-6070-50A7-4F50-4F05B86086D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55947" y="4753520"/>
                  <a:ext cx="35712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ABEBB5C-1C6B-03D9-4E0D-DF33F0FF6700}"/>
              </a:ext>
            </a:extLst>
          </p:cNvPr>
          <p:cNvGrpSpPr/>
          <p:nvPr/>
        </p:nvGrpSpPr>
        <p:grpSpPr>
          <a:xfrm>
            <a:off x="4749507" y="2714120"/>
            <a:ext cx="2042280" cy="1625400"/>
            <a:chOff x="4749507" y="2714120"/>
            <a:chExt cx="2042280" cy="162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6A8140C-754F-C594-E390-4226282B3BB9}"/>
                    </a:ext>
                  </a:extLst>
                </p14:cNvPr>
                <p14:cNvContentPartPr/>
                <p14:nvPr/>
              </p14:nvContentPartPr>
              <p14:xfrm>
                <a:off x="5247027" y="3208773"/>
                <a:ext cx="101160" cy="554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6A8140C-754F-C594-E390-4226282B3BB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240907" y="3202653"/>
                  <a:ext cx="11340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2861409-FF5B-938C-20E9-4D3DCA546FFB}"/>
                    </a:ext>
                  </a:extLst>
                </p14:cNvPr>
                <p14:cNvContentPartPr/>
                <p14:nvPr/>
              </p14:nvContentPartPr>
              <p14:xfrm>
                <a:off x="5145147" y="3192933"/>
                <a:ext cx="563040" cy="632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2861409-FF5B-938C-20E9-4D3DCA546FF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139027" y="3186813"/>
                  <a:ext cx="57528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FFEC90E-7E65-64F8-2208-1213FF85491B}"/>
                    </a:ext>
                  </a:extLst>
                </p14:cNvPr>
                <p14:cNvContentPartPr/>
                <p14:nvPr/>
              </p14:nvContentPartPr>
              <p14:xfrm>
                <a:off x="5717187" y="3234333"/>
                <a:ext cx="471960" cy="523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FFEC90E-7E65-64F8-2208-1213FF85491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11067" y="3228213"/>
                  <a:ext cx="48420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7EA8F4D-29FD-9DF9-EB7E-3096EC449A0D}"/>
                    </a:ext>
                  </a:extLst>
                </p14:cNvPr>
                <p14:cNvContentPartPr/>
                <p14:nvPr/>
              </p14:nvContentPartPr>
              <p14:xfrm>
                <a:off x="4749507" y="2714120"/>
                <a:ext cx="2042280" cy="1625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7EA8F4D-29FD-9DF9-EB7E-3096EC449A0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43387" y="2708000"/>
                  <a:ext cx="2054520" cy="163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45D2A6B6-A92A-FC9D-E531-185B936F0716}"/>
                  </a:ext>
                </a:extLst>
              </p14:cNvPr>
              <p14:cNvContentPartPr/>
              <p14:nvPr/>
            </p14:nvContentPartPr>
            <p14:xfrm>
              <a:off x="3565107" y="823760"/>
              <a:ext cx="1093680" cy="792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45D2A6B6-A92A-FC9D-E531-185B936F071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558987" y="817640"/>
                <a:ext cx="1105920" cy="2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5315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91079-53A2-A3B9-5730-E681C7873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0B6009F2-554C-606E-F6F7-DCFAC6AED1AC}"/>
              </a:ext>
            </a:extLst>
          </p:cNvPr>
          <p:cNvGrpSpPr/>
          <p:nvPr/>
        </p:nvGrpSpPr>
        <p:grpSpPr>
          <a:xfrm>
            <a:off x="1139787" y="-29787"/>
            <a:ext cx="10978920" cy="7040147"/>
            <a:chOff x="1139787" y="-29787"/>
            <a:chExt cx="10978920" cy="704014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21026D8-6ED4-7AC7-A3CA-5F0CD17481B8}"/>
                    </a:ext>
                  </a:extLst>
                </p14:cNvPr>
                <p14:cNvContentPartPr/>
                <p14:nvPr/>
              </p14:nvContentPartPr>
              <p14:xfrm>
                <a:off x="1139787" y="1101693"/>
                <a:ext cx="732960" cy="2326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21026D8-6ED4-7AC7-A3CA-5F0CD17481B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33667" y="1095573"/>
                  <a:ext cx="745200" cy="23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46DE67F-2779-6519-F42F-94ECFBADB5EE}"/>
                    </a:ext>
                  </a:extLst>
                </p14:cNvPr>
                <p14:cNvContentPartPr/>
                <p14:nvPr/>
              </p14:nvContentPartPr>
              <p14:xfrm>
                <a:off x="2281707" y="1200693"/>
                <a:ext cx="19800" cy="551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46DE67F-2779-6519-F42F-94ECFBADB5E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75587" y="1194573"/>
                  <a:ext cx="3204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73693C4-7291-80CD-7C17-3AB04ACFD5AA}"/>
                    </a:ext>
                  </a:extLst>
                </p14:cNvPr>
                <p14:cNvContentPartPr/>
                <p14:nvPr/>
              </p14:nvContentPartPr>
              <p14:xfrm>
                <a:off x="2510307" y="1364133"/>
                <a:ext cx="348480" cy="396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73693C4-7291-80CD-7C17-3AB04ACFD5A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04187" y="1358013"/>
                  <a:ext cx="36072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16FD5CF-4E06-2268-1269-A1158516864D}"/>
                    </a:ext>
                  </a:extLst>
                </p14:cNvPr>
                <p14:cNvContentPartPr/>
                <p14:nvPr/>
              </p14:nvContentPartPr>
              <p14:xfrm>
                <a:off x="2298987" y="2269533"/>
                <a:ext cx="297720" cy="469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16FD5CF-4E06-2268-1269-A1158516864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92867" y="2263413"/>
                  <a:ext cx="30996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CC7EF31-9A13-0C7A-407D-DBCBBC670E94}"/>
                    </a:ext>
                  </a:extLst>
                </p14:cNvPr>
                <p14:cNvContentPartPr/>
                <p14:nvPr/>
              </p14:nvContentPartPr>
              <p14:xfrm>
                <a:off x="2689227" y="2474373"/>
                <a:ext cx="259920" cy="289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CC7EF31-9A13-0C7A-407D-DBCBBC670E9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83107" y="2468253"/>
                  <a:ext cx="2721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84DA0A0-2948-5DEF-CC6A-1989A15FBE80}"/>
                    </a:ext>
                  </a:extLst>
                </p14:cNvPr>
                <p14:cNvContentPartPr/>
                <p14:nvPr/>
              </p14:nvContentPartPr>
              <p14:xfrm>
                <a:off x="2262987" y="3092853"/>
                <a:ext cx="320760" cy="638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84DA0A0-2948-5DEF-CC6A-1989A15FBE8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56867" y="3086733"/>
                  <a:ext cx="33300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0F9D828-D489-4022-BB1A-A99603ACE3F3}"/>
                    </a:ext>
                  </a:extLst>
                </p14:cNvPr>
                <p14:cNvContentPartPr/>
                <p14:nvPr/>
              </p14:nvContentPartPr>
              <p14:xfrm>
                <a:off x="2893707" y="3259533"/>
                <a:ext cx="258120" cy="508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0F9D828-D489-4022-BB1A-A99603ACE3F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87587" y="3253413"/>
                  <a:ext cx="2703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7621F7B-A4C9-0485-7897-8B496B71331D}"/>
                    </a:ext>
                  </a:extLst>
                </p14:cNvPr>
                <p14:cNvContentPartPr/>
                <p14:nvPr/>
              </p14:nvContentPartPr>
              <p14:xfrm>
                <a:off x="3253707" y="1020693"/>
                <a:ext cx="598680" cy="2855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7621F7B-A4C9-0485-7897-8B496B71331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47587" y="1014573"/>
                  <a:ext cx="610920" cy="28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5D9C43B-39BE-36AA-2786-DF09DD4640C1}"/>
                    </a:ext>
                  </a:extLst>
                </p14:cNvPr>
                <p14:cNvContentPartPr/>
                <p14:nvPr/>
              </p14:nvContentPartPr>
              <p14:xfrm>
                <a:off x="1302147" y="1316613"/>
                <a:ext cx="440280" cy="3056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5D9C43B-39BE-36AA-2786-DF09DD4640C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96027" y="1310493"/>
                  <a:ext cx="452520" cy="30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4CB8B4D-55A8-0F87-E4AE-2E591C2FF46C}"/>
                    </a:ext>
                  </a:extLst>
                </p14:cNvPr>
                <p14:cNvContentPartPr/>
                <p14:nvPr/>
              </p14:nvContentPartPr>
              <p14:xfrm>
                <a:off x="4131747" y="1967853"/>
                <a:ext cx="2391840" cy="411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4CB8B4D-55A8-0F87-E4AE-2E591C2FF46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25627" y="1961733"/>
                  <a:ext cx="240408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AFE2204-9108-E901-4267-3069BE267430}"/>
                    </a:ext>
                  </a:extLst>
                </p14:cNvPr>
                <p14:cNvContentPartPr/>
                <p14:nvPr/>
              </p14:nvContentPartPr>
              <p14:xfrm>
                <a:off x="4633587" y="1314093"/>
                <a:ext cx="491760" cy="810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AFE2204-9108-E901-4267-3069BE26743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27467" y="1307973"/>
                  <a:ext cx="504000" cy="82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D7EC4B5-61F2-5C72-D7E2-F7958810B78D}"/>
                    </a:ext>
                  </a:extLst>
                </p14:cNvPr>
                <p14:cNvContentPartPr/>
                <p14:nvPr/>
              </p14:nvContentPartPr>
              <p14:xfrm>
                <a:off x="5228667" y="1282053"/>
                <a:ext cx="310320" cy="1069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D7EC4B5-61F2-5C72-D7E2-F7958810B78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22547" y="1275933"/>
                  <a:ext cx="322560" cy="10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81DB3A2-D83D-4150-C4D3-ED37AEB42FDC}"/>
                    </a:ext>
                  </a:extLst>
                </p14:cNvPr>
                <p14:cNvContentPartPr/>
                <p14:nvPr/>
              </p14:nvContentPartPr>
              <p14:xfrm>
                <a:off x="6614667" y="764373"/>
                <a:ext cx="889920" cy="4073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81DB3A2-D83D-4150-C4D3-ED37AEB42FD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08547" y="758253"/>
                  <a:ext cx="902160" cy="40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D7551F4-A77C-5DC4-DEE1-7CB7E4D3B2AF}"/>
                    </a:ext>
                  </a:extLst>
                </p14:cNvPr>
                <p14:cNvContentPartPr/>
                <p14:nvPr/>
              </p14:nvContentPartPr>
              <p14:xfrm>
                <a:off x="8337267" y="985413"/>
                <a:ext cx="690120" cy="546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D7551F4-A77C-5DC4-DEE1-7CB7E4D3B2A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331147" y="979293"/>
                  <a:ext cx="70236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26DA4AB-B108-C5A9-BF2E-5E4B4130C8B2}"/>
                    </a:ext>
                  </a:extLst>
                </p14:cNvPr>
                <p14:cNvContentPartPr/>
                <p14:nvPr/>
              </p14:nvContentPartPr>
              <p14:xfrm>
                <a:off x="8946747" y="540813"/>
                <a:ext cx="33480" cy="304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26DA4AB-B108-C5A9-BF2E-5E4B4130C8B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940627" y="534693"/>
                  <a:ext cx="457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07DB1B7-6230-3CD7-A906-CBBD5A06A6D7}"/>
                    </a:ext>
                  </a:extLst>
                </p14:cNvPr>
                <p14:cNvContentPartPr/>
                <p14:nvPr/>
              </p14:nvContentPartPr>
              <p14:xfrm>
                <a:off x="9214947" y="614253"/>
                <a:ext cx="328320" cy="309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07DB1B7-6230-3CD7-A906-CBBD5A06A6D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208827" y="608133"/>
                  <a:ext cx="3405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A6DFE61-E3F7-947A-4DCA-99F55217E05E}"/>
                    </a:ext>
                  </a:extLst>
                </p14:cNvPr>
                <p14:cNvContentPartPr/>
                <p14:nvPr/>
              </p14:nvContentPartPr>
              <p14:xfrm>
                <a:off x="7526547" y="1623693"/>
                <a:ext cx="2961720" cy="100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A6DFE61-E3F7-947A-4DCA-99F55217E0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520427" y="1617573"/>
                  <a:ext cx="29739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41C6918-2DE4-28C8-DAEC-452772D46994}"/>
                    </a:ext>
                  </a:extLst>
                </p14:cNvPr>
                <p14:cNvContentPartPr/>
                <p14:nvPr/>
              </p14:nvContentPartPr>
              <p14:xfrm>
                <a:off x="7709067" y="2026533"/>
                <a:ext cx="518040" cy="593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41C6918-2DE4-28C8-DAEC-452772D469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02947" y="2020413"/>
                  <a:ext cx="530280" cy="60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C9C3381-D4CD-2A72-99DA-9A10B77154F4}"/>
                    </a:ext>
                  </a:extLst>
                </p14:cNvPr>
                <p14:cNvContentPartPr/>
                <p14:nvPr/>
              </p14:nvContentPartPr>
              <p14:xfrm>
                <a:off x="8383347" y="1897293"/>
                <a:ext cx="16560" cy="162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C9C3381-D4CD-2A72-99DA-9A10B77154F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77227" y="1891173"/>
                  <a:ext cx="288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F13025E-98A6-B1DD-C28A-0B2EBC35A5FD}"/>
                    </a:ext>
                  </a:extLst>
                </p14:cNvPr>
                <p14:cNvContentPartPr/>
                <p14:nvPr/>
              </p14:nvContentPartPr>
              <p14:xfrm>
                <a:off x="8560827" y="1856253"/>
                <a:ext cx="195120" cy="311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F13025E-98A6-B1DD-C28A-0B2EBC35A5F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554707" y="1850133"/>
                  <a:ext cx="2073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CD27FE7-97C0-5906-FD71-5E6B1BF606A1}"/>
                    </a:ext>
                  </a:extLst>
                </p14:cNvPr>
                <p14:cNvContentPartPr/>
                <p14:nvPr/>
              </p14:nvContentPartPr>
              <p14:xfrm>
                <a:off x="8850627" y="2331813"/>
                <a:ext cx="268200" cy="37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CD27FE7-97C0-5906-FD71-5E6B1BF606A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844507" y="2325693"/>
                  <a:ext cx="280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25C5C45-1EEF-CB0B-310F-56BC8A0D01BD}"/>
                    </a:ext>
                  </a:extLst>
                </p14:cNvPr>
                <p14:cNvContentPartPr/>
                <p14:nvPr/>
              </p14:nvContentPartPr>
              <p14:xfrm>
                <a:off x="8965467" y="2221653"/>
                <a:ext cx="10440" cy="302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25C5C45-1EEF-CB0B-310F-56BC8A0D01B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59347" y="2215533"/>
                  <a:ext cx="226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EEB597F-8078-F2C2-CEA7-5F799157DABD}"/>
                    </a:ext>
                  </a:extLst>
                </p14:cNvPr>
                <p14:cNvContentPartPr/>
                <p14:nvPr/>
              </p14:nvContentPartPr>
              <p14:xfrm>
                <a:off x="9352467" y="2237853"/>
                <a:ext cx="322920" cy="326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EEB597F-8078-F2C2-CEA7-5F799157DAB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46347" y="2231733"/>
                  <a:ext cx="3351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61FB21D-18E7-207C-1998-EB702F95D305}"/>
                    </a:ext>
                  </a:extLst>
                </p14:cNvPr>
                <p14:cNvContentPartPr/>
                <p14:nvPr/>
              </p14:nvContentPartPr>
              <p14:xfrm>
                <a:off x="9726147" y="1842213"/>
                <a:ext cx="72720" cy="237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61FB21D-18E7-207C-1998-EB702F95D30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20027" y="1836093"/>
                  <a:ext cx="849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003D53D-B809-A182-AC0D-9D12452B5BC3}"/>
                    </a:ext>
                  </a:extLst>
                </p14:cNvPr>
                <p14:cNvContentPartPr/>
                <p14:nvPr/>
              </p14:nvContentPartPr>
              <p14:xfrm>
                <a:off x="9963027" y="1890093"/>
                <a:ext cx="125280" cy="198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003D53D-B809-A182-AC0D-9D12452B5BC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956907" y="1883973"/>
                  <a:ext cx="1375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2518E63-03DD-4528-5B7E-B721C8684253}"/>
                    </a:ext>
                  </a:extLst>
                </p14:cNvPr>
                <p14:cNvContentPartPr/>
                <p14:nvPr/>
              </p14:nvContentPartPr>
              <p14:xfrm>
                <a:off x="10065267" y="2185293"/>
                <a:ext cx="367200" cy="310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2518E63-03DD-4528-5B7E-B721C868425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059147" y="2179173"/>
                  <a:ext cx="37944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214FE5A-25E7-89C9-35BD-D9A1E5061151}"/>
                    </a:ext>
                  </a:extLst>
                </p14:cNvPr>
                <p14:cNvContentPartPr/>
                <p14:nvPr/>
              </p14:nvContentPartPr>
              <p14:xfrm>
                <a:off x="10529307" y="2238933"/>
                <a:ext cx="343800" cy="329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214FE5A-25E7-89C9-35BD-D9A1E506115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523187" y="2232813"/>
                  <a:ext cx="3560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952289-A559-A08C-A0FC-9B385539361F}"/>
                    </a:ext>
                  </a:extLst>
                </p14:cNvPr>
                <p14:cNvContentPartPr/>
                <p14:nvPr/>
              </p14:nvContentPartPr>
              <p14:xfrm>
                <a:off x="10859067" y="1903053"/>
                <a:ext cx="128520" cy="350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952289-A559-A08C-A0FC-9B385539361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852947" y="1896933"/>
                  <a:ext cx="14076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94A1725-C00B-BB9B-3490-95D7353CD3AE}"/>
                    </a:ext>
                  </a:extLst>
                </p14:cNvPr>
                <p14:cNvContentPartPr/>
                <p14:nvPr/>
              </p14:nvContentPartPr>
              <p14:xfrm>
                <a:off x="11126907" y="2024733"/>
                <a:ext cx="235080" cy="269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94A1725-C00B-BB9B-3490-95D7353CD3A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120787" y="2018613"/>
                  <a:ext cx="2473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70D0679-E2CB-229B-1051-1E3194920BF9}"/>
                    </a:ext>
                  </a:extLst>
                </p14:cNvPr>
                <p14:cNvContentPartPr/>
                <p14:nvPr/>
              </p14:nvContentPartPr>
              <p14:xfrm>
                <a:off x="3260187" y="2661213"/>
                <a:ext cx="3389400" cy="612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70D0679-E2CB-229B-1051-1E3194920BF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254067" y="2655093"/>
                  <a:ext cx="340164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D18F0F-25ED-9B2B-28A1-BDCA6F04CF22}"/>
                    </a:ext>
                  </a:extLst>
                </p14:cNvPr>
                <p14:cNvContentPartPr/>
                <p14:nvPr/>
              </p14:nvContentPartPr>
              <p14:xfrm>
                <a:off x="3296187" y="884613"/>
                <a:ext cx="4033800" cy="690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D18F0F-25ED-9B2B-28A1-BDCA6F04CF2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90067" y="878493"/>
                  <a:ext cx="4046040" cy="70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1862FDB-A950-5906-4CC5-CEE3BAE9F294}"/>
                    </a:ext>
                  </a:extLst>
                </p14:cNvPr>
                <p14:cNvContentPartPr/>
                <p14:nvPr/>
              </p14:nvContentPartPr>
              <p14:xfrm>
                <a:off x="8190387" y="3109413"/>
                <a:ext cx="377280" cy="454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1862FDB-A950-5906-4CC5-CEE3BAE9F29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84267" y="3103293"/>
                  <a:ext cx="38952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20DFAAA-6183-7DAF-DE24-23BEF6EB04EB}"/>
                    </a:ext>
                  </a:extLst>
                </p14:cNvPr>
                <p14:cNvContentPartPr/>
                <p14:nvPr/>
              </p14:nvContentPartPr>
              <p14:xfrm>
                <a:off x="8763507" y="2762013"/>
                <a:ext cx="133200" cy="311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20DFAAA-6183-7DAF-DE24-23BEF6EB04E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757387" y="2755893"/>
                  <a:ext cx="1454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D4910B6-0906-4B8F-3C8A-8321C84BB4C6}"/>
                    </a:ext>
                  </a:extLst>
                </p14:cNvPr>
                <p14:cNvContentPartPr/>
                <p14:nvPr/>
              </p14:nvContentPartPr>
              <p14:xfrm>
                <a:off x="9165987" y="2877933"/>
                <a:ext cx="169920" cy="298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D4910B6-0906-4B8F-3C8A-8321C84BB4C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159867" y="2871813"/>
                  <a:ext cx="1821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8A686FB-DC44-D6ED-1A27-C6A409EA4F7D}"/>
                    </a:ext>
                  </a:extLst>
                </p14:cNvPr>
                <p14:cNvContentPartPr/>
                <p14:nvPr/>
              </p14:nvContentPartPr>
              <p14:xfrm>
                <a:off x="7323147" y="3512613"/>
                <a:ext cx="4795560" cy="89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8A686FB-DC44-D6ED-1A27-C6A409EA4F7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317027" y="3506493"/>
                  <a:ext cx="48078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CFC899F-59C5-6E81-2A2F-943373782329}"/>
                    </a:ext>
                  </a:extLst>
                </p14:cNvPr>
                <p14:cNvContentPartPr/>
                <p14:nvPr/>
              </p14:nvContentPartPr>
              <p14:xfrm>
                <a:off x="7921827" y="3824013"/>
                <a:ext cx="369360" cy="421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CFC899F-59C5-6E81-2A2F-94337378232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15707" y="3817893"/>
                  <a:ext cx="3816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7F7EA32-2CFE-589B-9507-E5CB3B61700C}"/>
                    </a:ext>
                  </a:extLst>
                </p14:cNvPr>
                <p14:cNvContentPartPr/>
                <p14:nvPr/>
              </p14:nvContentPartPr>
              <p14:xfrm>
                <a:off x="8673507" y="3797373"/>
                <a:ext cx="110880" cy="155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7F7EA32-2CFE-589B-9507-E5CB3B61700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67387" y="3791253"/>
                  <a:ext cx="1231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34F4806-F07F-4CEE-EFC5-307D47AFE8E6}"/>
                    </a:ext>
                  </a:extLst>
                </p14:cNvPr>
                <p14:cNvContentPartPr/>
                <p14:nvPr/>
              </p14:nvContentPartPr>
              <p14:xfrm>
                <a:off x="8864307" y="4125333"/>
                <a:ext cx="384840" cy="31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34F4806-F07F-4CEE-EFC5-307D47AFE8E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858187" y="4119213"/>
                  <a:ext cx="3970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73330CB-827F-96D5-D16F-D10A93439309}"/>
                    </a:ext>
                  </a:extLst>
                </p14:cNvPr>
                <p14:cNvContentPartPr/>
                <p14:nvPr/>
              </p14:nvContentPartPr>
              <p14:xfrm>
                <a:off x="9147987" y="4014093"/>
                <a:ext cx="68400" cy="229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73330CB-827F-96D5-D16F-D10A9343930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41867" y="4007973"/>
                  <a:ext cx="806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430A9B5-E0E6-BD43-CE13-C791AB8391B4}"/>
                    </a:ext>
                  </a:extLst>
                </p14:cNvPr>
                <p14:cNvContentPartPr/>
                <p14:nvPr/>
              </p14:nvContentPartPr>
              <p14:xfrm>
                <a:off x="8393787" y="3775773"/>
                <a:ext cx="35280" cy="120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430A9B5-E0E6-BD43-CE13-C791AB8391B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387667" y="3769653"/>
                  <a:ext cx="475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0436D7E-5551-BE65-D26A-C4DCE24C8E89}"/>
                    </a:ext>
                  </a:extLst>
                </p14:cNvPr>
                <p14:cNvContentPartPr/>
                <p14:nvPr/>
              </p14:nvContentPartPr>
              <p14:xfrm>
                <a:off x="9636507" y="4035333"/>
                <a:ext cx="238680" cy="308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0436D7E-5551-BE65-D26A-C4DCE24C8E8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30387" y="4029213"/>
                  <a:ext cx="2509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6BF8AAA-3F29-7CED-723D-D4EDBB9C53B4}"/>
                    </a:ext>
                  </a:extLst>
                </p14:cNvPr>
                <p14:cNvContentPartPr/>
                <p14:nvPr/>
              </p14:nvContentPartPr>
              <p14:xfrm>
                <a:off x="9946827" y="3736173"/>
                <a:ext cx="206280" cy="212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6BF8AAA-3F29-7CED-723D-D4EDBB9C53B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940707" y="3730053"/>
                  <a:ext cx="2185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B0EA85A-D639-1AC1-2953-817F29E8EF34}"/>
                    </a:ext>
                  </a:extLst>
                </p14:cNvPr>
                <p14:cNvContentPartPr/>
                <p14:nvPr/>
              </p14:nvContentPartPr>
              <p14:xfrm>
                <a:off x="10344267" y="3739773"/>
                <a:ext cx="164520" cy="207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B0EA85A-D639-1AC1-2953-817F29E8EF3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38147" y="3733653"/>
                  <a:ext cx="1767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B60ADBE-36C7-7FCC-E713-33E76860032A}"/>
                    </a:ext>
                  </a:extLst>
                </p14:cNvPr>
                <p14:cNvContentPartPr/>
                <p14:nvPr/>
              </p14:nvContentPartPr>
              <p14:xfrm>
                <a:off x="10444707" y="4082133"/>
                <a:ext cx="289440" cy="41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B60ADBE-36C7-7FCC-E713-33E76860032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438587" y="4076013"/>
                  <a:ext cx="3016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CF4FDB3-5DA6-B8F6-8C56-3E6CEAC08765}"/>
                    </a:ext>
                  </a:extLst>
                </p14:cNvPr>
                <p14:cNvContentPartPr/>
                <p14:nvPr/>
              </p14:nvContentPartPr>
              <p14:xfrm>
                <a:off x="10600947" y="3919773"/>
                <a:ext cx="37800" cy="267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CF4FDB3-5DA6-B8F6-8C56-3E6CEAC0876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594827" y="3913653"/>
                  <a:ext cx="500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D72557E-940F-8524-DF21-4BC473AAF75D}"/>
                    </a:ext>
                  </a:extLst>
                </p14:cNvPr>
                <p14:cNvContentPartPr/>
                <p14:nvPr/>
              </p14:nvContentPartPr>
              <p14:xfrm>
                <a:off x="10980027" y="4056933"/>
                <a:ext cx="209160" cy="275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D72557E-940F-8524-DF21-4BC473AAF75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973907" y="4050813"/>
                  <a:ext cx="2214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658A737-5543-CD13-67A9-11D58F508C02}"/>
                    </a:ext>
                  </a:extLst>
                </p14:cNvPr>
                <p14:cNvContentPartPr/>
                <p14:nvPr/>
              </p14:nvContentPartPr>
              <p14:xfrm>
                <a:off x="11411307" y="3800613"/>
                <a:ext cx="514080" cy="361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658A737-5543-CD13-67A9-11D58F508C0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405187" y="3794493"/>
                  <a:ext cx="5263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ABF9105-EF4F-3F8E-6BCB-D592AA4CA524}"/>
                    </a:ext>
                  </a:extLst>
                </p14:cNvPr>
                <p14:cNvContentPartPr/>
                <p14:nvPr/>
              </p14:nvContentPartPr>
              <p14:xfrm>
                <a:off x="3552867" y="3862173"/>
                <a:ext cx="2832120" cy="1504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ABF9105-EF4F-3F8E-6BCB-D592AA4CA52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46747" y="3856053"/>
                  <a:ext cx="2844360" cy="15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BA44287-7524-B8E1-4E46-4AA2A24CAB36}"/>
                    </a:ext>
                  </a:extLst>
                </p14:cNvPr>
                <p14:cNvContentPartPr/>
                <p14:nvPr/>
              </p14:nvContentPartPr>
              <p14:xfrm>
                <a:off x="8398107" y="4895733"/>
                <a:ext cx="342360" cy="476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BA44287-7524-B8E1-4E46-4AA2A24CAB3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391987" y="4889613"/>
                  <a:ext cx="35460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7FBEB5E-9226-F0CF-08FF-6F9CE35D5A78}"/>
                    </a:ext>
                  </a:extLst>
                </p14:cNvPr>
                <p14:cNvContentPartPr/>
                <p14:nvPr/>
              </p14:nvContentPartPr>
              <p14:xfrm>
                <a:off x="8880507" y="4686933"/>
                <a:ext cx="290160" cy="368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7FBEB5E-9226-F0CF-08FF-6F9CE35D5A7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874387" y="4680813"/>
                  <a:ext cx="30240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77CA342-E790-638C-E6AD-6C4E11B04AE4}"/>
                    </a:ext>
                  </a:extLst>
                </p14:cNvPr>
                <p14:cNvContentPartPr/>
                <p14:nvPr/>
              </p14:nvContentPartPr>
              <p14:xfrm>
                <a:off x="9413307" y="4797093"/>
                <a:ext cx="265680" cy="259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77CA342-E790-638C-E6AD-6C4E11B04AE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407187" y="4790973"/>
                  <a:ext cx="2779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4FDEB42-ECAA-90F3-F686-FBD5D0237BB2}"/>
                    </a:ext>
                  </a:extLst>
                </p14:cNvPr>
                <p14:cNvContentPartPr/>
                <p14:nvPr/>
              </p14:nvContentPartPr>
              <p14:xfrm>
                <a:off x="7162227" y="5514933"/>
                <a:ext cx="4090680" cy="97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4FDEB42-ECAA-90F3-F686-FBD5D0237BB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156107" y="5508813"/>
                  <a:ext cx="41029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8E68285-19A5-B770-9CE1-FD26DE13FBCA}"/>
                    </a:ext>
                  </a:extLst>
                </p14:cNvPr>
                <p14:cNvContentPartPr/>
                <p14:nvPr/>
              </p14:nvContentPartPr>
              <p14:xfrm>
                <a:off x="10620747" y="917013"/>
                <a:ext cx="1440360" cy="5474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8E68285-19A5-B770-9CE1-FD26DE13FBC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614627" y="910893"/>
                  <a:ext cx="1452600" cy="54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5FE4ECA-301B-9131-9B1B-751719567193}"/>
                    </a:ext>
                  </a:extLst>
                </p14:cNvPr>
                <p14:cNvContentPartPr/>
                <p14:nvPr/>
              </p14:nvContentPartPr>
              <p14:xfrm>
                <a:off x="7519347" y="137253"/>
                <a:ext cx="560160" cy="485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5FE4ECA-301B-9131-9B1B-75171956719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13227" y="131133"/>
                  <a:ext cx="57240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485DDC4-A5AE-86EB-3854-F6FA02E10108}"/>
                    </a:ext>
                  </a:extLst>
                </p14:cNvPr>
                <p14:cNvContentPartPr/>
                <p14:nvPr/>
              </p14:nvContentPartPr>
              <p14:xfrm>
                <a:off x="8274987" y="167853"/>
                <a:ext cx="80280" cy="747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485DDC4-A5AE-86EB-3854-F6FA02E1010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68867" y="161733"/>
                  <a:ext cx="92520" cy="75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57F6019-7B7E-A913-87A6-10D201593E43}"/>
                    </a:ext>
                  </a:extLst>
                </p14:cNvPr>
                <p14:cNvContentPartPr/>
                <p14:nvPr/>
              </p14:nvContentPartPr>
              <p14:xfrm>
                <a:off x="6891867" y="1916373"/>
                <a:ext cx="522720" cy="880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57F6019-7B7E-A913-87A6-10D201593E4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885747" y="1910253"/>
                  <a:ext cx="534960" cy="89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A0E3DEF-7BB1-186F-3BE5-3B24CAFEA159}"/>
                    </a:ext>
                  </a:extLst>
                </p14:cNvPr>
                <p14:cNvContentPartPr/>
                <p14:nvPr/>
              </p14:nvContentPartPr>
              <p14:xfrm>
                <a:off x="7504587" y="2794773"/>
                <a:ext cx="344880" cy="365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A0E3DEF-7BB1-186F-3BE5-3B24CAFEA15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98467" y="2788653"/>
                  <a:ext cx="35712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52FE5C5-2ED0-E41C-E797-981128B44709}"/>
                    </a:ext>
                  </a:extLst>
                </p14:cNvPr>
                <p14:cNvContentPartPr/>
                <p14:nvPr/>
              </p14:nvContentPartPr>
              <p14:xfrm>
                <a:off x="6512787" y="4070613"/>
                <a:ext cx="485640" cy="641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52FE5C5-2ED0-E41C-E797-981128B4470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506667" y="4064493"/>
                  <a:ext cx="49788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4895EB0-03D6-13F0-FCA8-5568E9C6EA73}"/>
                    </a:ext>
                  </a:extLst>
                </p14:cNvPr>
                <p14:cNvContentPartPr/>
                <p14:nvPr/>
              </p14:nvContentPartPr>
              <p14:xfrm>
                <a:off x="6713667" y="4358973"/>
                <a:ext cx="450000" cy="946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4895EB0-03D6-13F0-FCA8-5568E9C6EA7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707547" y="4352853"/>
                  <a:ext cx="462240" cy="9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5BE07C1-9B43-1B26-0F7D-9527C1B3C097}"/>
                    </a:ext>
                  </a:extLst>
                </p14:cNvPr>
                <p14:cNvContentPartPr/>
                <p14:nvPr/>
              </p14:nvContentPartPr>
              <p14:xfrm>
                <a:off x="6033627" y="-29787"/>
                <a:ext cx="2373120" cy="5337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5BE07C1-9B43-1B26-0F7D-9527C1B3C09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027507" y="-35907"/>
                  <a:ext cx="2385360" cy="534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E1BE080-A5B9-A3D1-217C-53E4A4B4E628}"/>
                    </a:ext>
                  </a:extLst>
                </p14:cNvPr>
                <p14:cNvContentPartPr/>
                <p14:nvPr/>
              </p14:nvContentPartPr>
              <p14:xfrm>
                <a:off x="6165027" y="6127280"/>
                <a:ext cx="805680" cy="221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E1BE080-A5B9-A3D1-217C-53E4A4B4E62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58907" y="6121160"/>
                  <a:ext cx="817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580F96F-6F7A-A1EC-1591-2C6EECDA0B11}"/>
                    </a:ext>
                  </a:extLst>
                </p14:cNvPr>
                <p14:cNvContentPartPr/>
                <p14:nvPr/>
              </p14:nvContentPartPr>
              <p14:xfrm>
                <a:off x="6248907" y="6520400"/>
                <a:ext cx="696600" cy="93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580F96F-6F7A-A1EC-1591-2C6EECDA0B1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242787" y="6514280"/>
                  <a:ext cx="7088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BEE1B36-1DD0-A357-B6D3-A6B2F85886E3}"/>
                    </a:ext>
                  </a:extLst>
                </p14:cNvPr>
                <p14:cNvContentPartPr/>
                <p14:nvPr/>
              </p14:nvContentPartPr>
              <p14:xfrm>
                <a:off x="7478307" y="5933960"/>
                <a:ext cx="109080" cy="7254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BEE1B36-1DD0-A357-B6D3-A6B2F85886E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472187" y="5927840"/>
                  <a:ext cx="121320" cy="7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3FB2072-A5C3-887B-6F85-765293D5FFAB}"/>
                    </a:ext>
                  </a:extLst>
                </p14:cNvPr>
                <p14:cNvContentPartPr/>
                <p14:nvPr/>
              </p14:nvContentPartPr>
              <p14:xfrm>
                <a:off x="5377707" y="5474960"/>
                <a:ext cx="3240720" cy="15354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3FB2072-A5C3-887B-6F85-765293D5FFA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371587" y="5468840"/>
                  <a:ext cx="3252960" cy="154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DF853FD-FF4D-C7E9-AA90-633D654E5C5A}"/>
                    </a:ext>
                  </a:extLst>
                </p14:cNvPr>
                <p14:cNvContentPartPr/>
                <p14:nvPr/>
              </p14:nvContentPartPr>
              <p14:xfrm>
                <a:off x="8289747" y="6357680"/>
                <a:ext cx="9000" cy="6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DF853FD-FF4D-C7E9-AA90-633D654E5C5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283627" y="6351560"/>
                  <a:ext cx="21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E8E7DA5-53E4-E1CB-7B3E-D662A5F7AD0C}"/>
                    </a:ext>
                  </a:extLst>
                </p14:cNvPr>
                <p14:cNvContentPartPr/>
                <p14:nvPr/>
              </p14:nvContentPartPr>
              <p14:xfrm>
                <a:off x="7070067" y="2110760"/>
                <a:ext cx="3600" cy="17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E8E7DA5-53E4-E1CB-7B3E-D662A5F7AD0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63947" y="2104640"/>
                  <a:ext cx="15840" cy="29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24678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BE442-FA57-E5AC-8BDD-D6DA86DF9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8BBF53E-0EB2-D29B-19B1-55E9291022DA}"/>
                  </a:ext>
                </a:extLst>
              </p14:cNvPr>
              <p14:cNvContentPartPr/>
              <p14:nvPr/>
            </p14:nvContentPartPr>
            <p14:xfrm>
              <a:off x="10260027" y="817293"/>
              <a:ext cx="1246680" cy="18273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8BBF53E-0EB2-D29B-19B1-55E9291022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53907" y="810813"/>
                <a:ext cx="1258920" cy="18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405F116-BBEF-2FA0-1F85-39456E3D7929}"/>
                  </a:ext>
                </a:extLst>
              </p14:cNvPr>
              <p14:cNvContentPartPr/>
              <p14:nvPr/>
            </p14:nvContentPartPr>
            <p14:xfrm>
              <a:off x="1449747" y="310053"/>
              <a:ext cx="6820920" cy="25563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405F116-BBEF-2FA0-1F85-39456E3D79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3627" y="303933"/>
                <a:ext cx="6833160" cy="256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FE2B526F-42BB-30B7-EC3F-C14D0CCDFBC0}"/>
              </a:ext>
            </a:extLst>
          </p:cNvPr>
          <p:cNvGrpSpPr/>
          <p:nvPr/>
        </p:nvGrpSpPr>
        <p:grpSpPr>
          <a:xfrm>
            <a:off x="830187" y="149853"/>
            <a:ext cx="11147400" cy="5026680"/>
            <a:chOff x="830187" y="149853"/>
            <a:chExt cx="11147400" cy="502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D95EAB8-D37F-03EA-DBBE-9D23ECE661EB}"/>
                    </a:ext>
                  </a:extLst>
                </p14:cNvPr>
                <p14:cNvContentPartPr/>
                <p14:nvPr/>
              </p14:nvContentPartPr>
              <p14:xfrm>
                <a:off x="2689227" y="2875413"/>
                <a:ext cx="430920" cy="1256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D95EAB8-D37F-03EA-DBBE-9D23ECE661E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83107" y="2869293"/>
                  <a:ext cx="443160" cy="12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985986F-24D4-249A-821E-56442835DCAB}"/>
                    </a:ext>
                  </a:extLst>
                </p14:cNvPr>
                <p14:cNvContentPartPr/>
                <p14:nvPr/>
              </p14:nvContentPartPr>
              <p14:xfrm>
                <a:off x="3414267" y="3685053"/>
                <a:ext cx="330480" cy="827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985986F-24D4-249A-821E-56442835DCA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08147" y="3678933"/>
                  <a:ext cx="342720" cy="83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DD2665C-B737-08FA-5A92-8EC50A6F058C}"/>
                    </a:ext>
                  </a:extLst>
                </p14:cNvPr>
                <p14:cNvContentPartPr/>
                <p14:nvPr/>
              </p14:nvContentPartPr>
              <p14:xfrm>
                <a:off x="3974787" y="3458613"/>
                <a:ext cx="526680" cy="519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DD2665C-B737-08FA-5A92-8EC50A6F05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68667" y="3452493"/>
                  <a:ext cx="53892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2B5C1A1-14CA-50E5-84EB-C410680F87C3}"/>
                    </a:ext>
                  </a:extLst>
                </p14:cNvPr>
                <p14:cNvContentPartPr/>
                <p14:nvPr/>
              </p14:nvContentPartPr>
              <p14:xfrm>
                <a:off x="4052547" y="3335493"/>
                <a:ext cx="307440" cy="837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2B5C1A1-14CA-50E5-84EB-C410680F87C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46427" y="3329373"/>
                  <a:ext cx="319680" cy="84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D04BD85-6743-AA00-53A4-B1FBE6560A84}"/>
                    </a:ext>
                  </a:extLst>
                </p14:cNvPr>
                <p14:cNvContentPartPr/>
                <p14:nvPr/>
              </p14:nvContentPartPr>
              <p14:xfrm>
                <a:off x="4602267" y="3190053"/>
                <a:ext cx="586080" cy="751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D04BD85-6743-AA00-53A4-B1FBE6560A8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96147" y="3183933"/>
                  <a:ext cx="59832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5DAA94D-BB86-AF2D-FBAD-C64CF97E962A}"/>
                    </a:ext>
                  </a:extLst>
                </p14:cNvPr>
                <p14:cNvContentPartPr/>
                <p14:nvPr/>
              </p14:nvContentPartPr>
              <p14:xfrm>
                <a:off x="5243787" y="3683613"/>
                <a:ext cx="393480" cy="1180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5DAA94D-BB86-AF2D-FBAD-C64CF97E962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37667" y="3677493"/>
                  <a:ext cx="405720" cy="11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4FF39DD-1D2A-C34F-B3EF-73077646B289}"/>
                    </a:ext>
                  </a:extLst>
                </p14:cNvPr>
                <p14:cNvContentPartPr/>
                <p14:nvPr/>
              </p14:nvContentPartPr>
              <p14:xfrm>
                <a:off x="4529907" y="2612253"/>
                <a:ext cx="1820520" cy="2556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4FF39DD-1D2A-C34F-B3EF-73077646B28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23787" y="2606133"/>
                  <a:ext cx="1832760" cy="256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35F3438-B04F-E514-C2DC-801B64F061AB}"/>
                    </a:ext>
                  </a:extLst>
                </p14:cNvPr>
                <p14:cNvContentPartPr/>
                <p14:nvPr/>
              </p14:nvContentPartPr>
              <p14:xfrm>
                <a:off x="1621107" y="716853"/>
                <a:ext cx="299160" cy="1251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35F3438-B04F-E514-C2DC-801B64F061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14987" y="710733"/>
                  <a:ext cx="311400" cy="12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E51B1EF-C1EA-393D-5858-0F9547746C27}"/>
                    </a:ext>
                  </a:extLst>
                </p14:cNvPr>
                <p14:cNvContentPartPr/>
                <p14:nvPr/>
              </p14:nvContentPartPr>
              <p14:xfrm>
                <a:off x="2116827" y="1628373"/>
                <a:ext cx="88200" cy="446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E51B1EF-C1EA-393D-5858-0F9547746C2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10707" y="1622253"/>
                  <a:ext cx="10044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B61B284-6892-0454-C49C-F615D3B7AD77}"/>
                    </a:ext>
                  </a:extLst>
                </p14:cNvPr>
                <p14:cNvContentPartPr/>
                <p14:nvPr/>
              </p14:nvContentPartPr>
              <p14:xfrm>
                <a:off x="2507427" y="1227693"/>
                <a:ext cx="330120" cy="329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B61B284-6892-0454-C49C-F615D3B7AD7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01307" y="1221573"/>
                  <a:ext cx="3423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F941EC3-04B6-FC6A-0242-26313451DA72}"/>
                    </a:ext>
                  </a:extLst>
                </p14:cNvPr>
                <p14:cNvContentPartPr/>
                <p14:nvPr/>
              </p14:nvContentPartPr>
              <p14:xfrm>
                <a:off x="2585187" y="1147413"/>
                <a:ext cx="231120" cy="630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F941EC3-04B6-FC6A-0242-26313451DA7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79067" y="1141293"/>
                  <a:ext cx="24336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C42CC77-8B84-E51B-AF9C-547384985C61}"/>
                    </a:ext>
                  </a:extLst>
                </p14:cNvPr>
                <p14:cNvContentPartPr/>
                <p14:nvPr/>
              </p14:nvContentPartPr>
              <p14:xfrm>
                <a:off x="2965707" y="1035813"/>
                <a:ext cx="312120" cy="522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C42CC77-8B84-E51B-AF9C-547384985C6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59587" y="1029693"/>
                  <a:ext cx="32436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86E4074-6288-AB2B-AC35-9D8E76CCC6CB}"/>
                    </a:ext>
                  </a:extLst>
                </p14:cNvPr>
                <p14:cNvContentPartPr/>
                <p14:nvPr/>
              </p14:nvContentPartPr>
              <p14:xfrm>
                <a:off x="3438027" y="1485093"/>
                <a:ext cx="87120" cy="698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86E4074-6288-AB2B-AC35-9D8E76CCC6C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31907" y="1478973"/>
                  <a:ext cx="99360" cy="71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6F9A03A-015E-E62E-13F4-D168B601F407}"/>
                    </a:ext>
                  </a:extLst>
                </p14:cNvPr>
                <p14:cNvContentPartPr/>
                <p14:nvPr/>
              </p14:nvContentPartPr>
              <p14:xfrm>
                <a:off x="4023387" y="1302213"/>
                <a:ext cx="799200" cy="52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6F9A03A-015E-E62E-13F4-D168B601F40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17267" y="1296093"/>
                  <a:ext cx="8114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EECB4EF-B589-5818-2E9B-B5E5CF611148}"/>
                    </a:ext>
                  </a:extLst>
                </p14:cNvPr>
                <p14:cNvContentPartPr/>
                <p14:nvPr/>
              </p14:nvContentPartPr>
              <p14:xfrm>
                <a:off x="4414707" y="958773"/>
                <a:ext cx="113040" cy="1031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EECB4EF-B589-5818-2E9B-B5E5CF61114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08587" y="952653"/>
                  <a:ext cx="125280" cy="10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940FAAC-62B2-932E-BF3D-E54DA96C949B}"/>
                    </a:ext>
                  </a:extLst>
                </p14:cNvPr>
                <p14:cNvContentPartPr/>
                <p14:nvPr/>
              </p14:nvContentPartPr>
              <p14:xfrm>
                <a:off x="5158467" y="654933"/>
                <a:ext cx="536040" cy="1362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940FAAC-62B2-932E-BF3D-E54DA96C949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52347" y="648813"/>
                  <a:ext cx="548280" cy="13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45AF192-2A02-742D-8403-5994D3A4F765}"/>
                    </a:ext>
                  </a:extLst>
                </p14:cNvPr>
                <p14:cNvContentPartPr/>
                <p14:nvPr/>
              </p14:nvContentPartPr>
              <p14:xfrm>
                <a:off x="5685147" y="1705773"/>
                <a:ext cx="734400" cy="588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45AF192-2A02-742D-8403-5994D3A4F76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79027" y="1699653"/>
                  <a:ext cx="74664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920D974-053F-5BDE-1E1F-E29393CA1E35}"/>
                    </a:ext>
                  </a:extLst>
                </p14:cNvPr>
                <p14:cNvContentPartPr/>
                <p14:nvPr/>
              </p14:nvContentPartPr>
              <p14:xfrm>
                <a:off x="6365187" y="1188093"/>
                <a:ext cx="454680" cy="578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920D974-053F-5BDE-1E1F-E29393CA1E3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59067" y="1181973"/>
                  <a:ext cx="46692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ADBADFF-F603-64B4-9BD4-E307F4E2D184}"/>
                    </a:ext>
                  </a:extLst>
                </p14:cNvPr>
                <p14:cNvContentPartPr/>
                <p14:nvPr/>
              </p14:nvContentPartPr>
              <p14:xfrm>
                <a:off x="6530787" y="1159653"/>
                <a:ext cx="213480" cy="698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ADBADFF-F603-64B4-9BD4-E307F4E2D18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24667" y="1153533"/>
                  <a:ext cx="225720" cy="71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E3DCB01-E692-D2FA-51E1-21D73CA991C3}"/>
                    </a:ext>
                  </a:extLst>
                </p14:cNvPr>
                <p14:cNvContentPartPr/>
                <p14:nvPr/>
              </p14:nvContentPartPr>
              <p14:xfrm>
                <a:off x="6930027" y="1146693"/>
                <a:ext cx="386640" cy="535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E3DCB01-E692-D2FA-51E1-21D73CA991C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923907" y="1140573"/>
                  <a:ext cx="39888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4B2C86F-8B30-4C5A-FCAE-6F00B3A26497}"/>
                    </a:ext>
                  </a:extLst>
                </p14:cNvPr>
                <p14:cNvContentPartPr/>
                <p14:nvPr/>
              </p14:nvContentPartPr>
              <p14:xfrm>
                <a:off x="7454187" y="1595253"/>
                <a:ext cx="729360" cy="542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4B2C86F-8B30-4C5A-FCAE-6F00B3A2649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48067" y="1589133"/>
                  <a:ext cx="74160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7FA1742-D925-1061-6306-0C0FA4CD2811}"/>
                    </a:ext>
                  </a:extLst>
                </p14:cNvPr>
                <p14:cNvContentPartPr/>
                <p14:nvPr/>
              </p14:nvContentPartPr>
              <p14:xfrm>
                <a:off x="7943787" y="1238853"/>
                <a:ext cx="629280" cy="134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7FA1742-D925-1061-6306-0C0FA4CD281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937667" y="1232733"/>
                  <a:ext cx="6415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149263A-EC4E-CDF6-F3F3-61FF5381DAFE}"/>
                    </a:ext>
                  </a:extLst>
                </p14:cNvPr>
                <p14:cNvContentPartPr/>
                <p14:nvPr/>
              </p14:nvContentPartPr>
              <p14:xfrm>
                <a:off x="8255187" y="976413"/>
                <a:ext cx="51120" cy="921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149263A-EC4E-CDF6-F3F3-61FF5381DAF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49067" y="970293"/>
                  <a:ext cx="63360" cy="9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5707F9A-DBEB-B3AA-411D-0A66E483ACA2}"/>
                    </a:ext>
                  </a:extLst>
                </p14:cNvPr>
                <p14:cNvContentPartPr/>
                <p14:nvPr/>
              </p14:nvContentPartPr>
              <p14:xfrm>
                <a:off x="6770547" y="2107533"/>
                <a:ext cx="1545840" cy="183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5707F9A-DBEB-B3AA-411D-0A66E483ACA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64427" y="2101413"/>
                  <a:ext cx="15580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980049A-4334-15BF-CE7F-7784BB6ED57C}"/>
                    </a:ext>
                  </a:extLst>
                </p14:cNvPr>
                <p14:cNvContentPartPr/>
                <p14:nvPr/>
              </p14:nvContentPartPr>
              <p14:xfrm>
                <a:off x="2777427" y="2151453"/>
                <a:ext cx="1239120" cy="121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980049A-4334-15BF-CE7F-7784BB6ED57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71307" y="2145333"/>
                  <a:ext cx="12513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43A932F-248D-F42F-FC2D-1DB4E7A31645}"/>
                    </a:ext>
                  </a:extLst>
                </p14:cNvPr>
                <p14:cNvContentPartPr/>
                <p14:nvPr/>
              </p14:nvContentPartPr>
              <p14:xfrm>
                <a:off x="6933267" y="2402373"/>
                <a:ext cx="322200" cy="226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43A932F-248D-F42F-FC2D-1DB4E7A3164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927147" y="2396253"/>
                  <a:ext cx="3344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962F352-FEA6-DFCC-25B6-D6261011EF81}"/>
                    </a:ext>
                  </a:extLst>
                </p14:cNvPr>
                <p14:cNvContentPartPr/>
                <p14:nvPr/>
              </p14:nvContentPartPr>
              <p14:xfrm>
                <a:off x="7523307" y="2562933"/>
                <a:ext cx="1080" cy="1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962F352-FEA6-DFCC-25B6-D6261011EF8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517187" y="2556813"/>
                  <a:ext cx="1332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CF025F9-1B9D-6041-E676-B0E66E23CC59}"/>
                    </a:ext>
                  </a:extLst>
                </p14:cNvPr>
                <p14:cNvContentPartPr/>
                <p14:nvPr/>
              </p14:nvContentPartPr>
              <p14:xfrm>
                <a:off x="7645707" y="2566893"/>
                <a:ext cx="527040" cy="204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CF025F9-1B9D-6041-E676-B0E66E23CC5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639587" y="2560773"/>
                  <a:ext cx="5392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56404CE-E633-A106-BC29-8E53B35D1567}"/>
                    </a:ext>
                  </a:extLst>
                </p14:cNvPr>
                <p14:cNvContentPartPr/>
                <p14:nvPr/>
              </p14:nvContentPartPr>
              <p14:xfrm>
                <a:off x="8465427" y="2445933"/>
                <a:ext cx="6840" cy="220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56404CE-E633-A106-BC29-8E53B35D156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459307" y="2439813"/>
                  <a:ext cx="190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68C1E9C-240B-6440-45F4-C22E44C9507B}"/>
                    </a:ext>
                  </a:extLst>
                </p14:cNvPr>
                <p14:cNvContentPartPr/>
                <p14:nvPr/>
              </p14:nvContentPartPr>
              <p14:xfrm>
                <a:off x="2437227" y="2256933"/>
                <a:ext cx="308160" cy="321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68C1E9C-240B-6440-45F4-C22E44C9507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431107" y="2250813"/>
                  <a:ext cx="3204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17C1BB1-0793-68BF-712A-95212EB1461F}"/>
                    </a:ext>
                  </a:extLst>
                </p14:cNvPr>
                <p14:cNvContentPartPr/>
                <p14:nvPr/>
              </p14:nvContentPartPr>
              <p14:xfrm>
                <a:off x="2836467" y="2489493"/>
                <a:ext cx="8280" cy="2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17C1BB1-0793-68BF-712A-95212EB1461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30347" y="2483373"/>
                  <a:ext cx="2052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6ADA57F-0017-2F6D-BA83-7ABC2E9742E2}"/>
                    </a:ext>
                  </a:extLst>
                </p14:cNvPr>
                <p14:cNvContentPartPr/>
                <p14:nvPr/>
              </p14:nvContentPartPr>
              <p14:xfrm>
                <a:off x="3063267" y="2361693"/>
                <a:ext cx="750600" cy="300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6ADA57F-0017-2F6D-BA83-7ABC2E9742E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057147" y="2355573"/>
                  <a:ext cx="7628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ED9776A-5EA5-FC78-25A6-940BB1311D1F}"/>
                    </a:ext>
                  </a:extLst>
                </p14:cNvPr>
                <p14:cNvContentPartPr/>
                <p14:nvPr/>
              </p14:nvContentPartPr>
              <p14:xfrm>
                <a:off x="3903867" y="2257653"/>
                <a:ext cx="312480" cy="389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ED9776A-5EA5-FC78-25A6-940BB1311D1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97747" y="2251533"/>
                  <a:ext cx="32472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678C666-AA3E-87F4-0F7E-29F8CC359A7C}"/>
                    </a:ext>
                  </a:extLst>
                </p14:cNvPr>
                <p14:cNvContentPartPr/>
                <p14:nvPr/>
              </p14:nvContentPartPr>
              <p14:xfrm>
                <a:off x="2013867" y="2752293"/>
                <a:ext cx="2436480" cy="233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678C666-AA3E-87F4-0F7E-29F8CC359A7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007747" y="2746173"/>
                  <a:ext cx="24487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F44CFD2-40EA-B960-EBDB-A49300F6FBDD}"/>
                    </a:ext>
                  </a:extLst>
                </p14:cNvPr>
                <p14:cNvContentPartPr/>
                <p14:nvPr/>
              </p14:nvContentPartPr>
              <p14:xfrm>
                <a:off x="830187" y="312213"/>
                <a:ext cx="628920" cy="4750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F44CFD2-40EA-B960-EBDB-A49300F6FBD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24067" y="306093"/>
                  <a:ext cx="641160" cy="47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F6F69BA-76A9-E598-0042-65A539E7ACF1}"/>
                    </a:ext>
                  </a:extLst>
                </p14:cNvPr>
                <p14:cNvContentPartPr/>
                <p14:nvPr/>
              </p14:nvContentPartPr>
              <p14:xfrm>
                <a:off x="9266427" y="916653"/>
                <a:ext cx="286920" cy="1052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F6F69BA-76A9-E598-0042-65A539E7ACF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60307" y="910533"/>
                  <a:ext cx="299160" cy="10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92697E8-0F0D-2CED-F80E-4C1BAD07CFA6}"/>
                    </a:ext>
                  </a:extLst>
                </p14:cNvPr>
                <p14:cNvContentPartPr/>
                <p14:nvPr/>
              </p14:nvContentPartPr>
              <p14:xfrm>
                <a:off x="9615627" y="1793613"/>
                <a:ext cx="245880" cy="597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92697E8-0F0D-2CED-F80E-4C1BAD07CFA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09507" y="1787493"/>
                  <a:ext cx="25812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26D76F6-035A-5DE4-234A-0049858B1BC3}"/>
                    </a:ext>
                  </a:extLst>
                </p14:cNvPr>
                <p14:cNvContentPartPr/>
                <p14:nvPr/>
              </p14:nvContentPartPr>
              <p14:xfrm>
                <a:off x="10047627" y="1354413"/>
                <a:ext cx="307440" cy="389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26D76F6-035A-5DE4-234A-0049858B1B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041507" y="1348293"/>
                  <a:ext cx="31968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370446C-34C1-6823-457F-1D2937631CE4}"/>
                    </a:ext>
                  </a:extLst>
                </p14:cNvPr>
                <p14:cNvContentPartPr/>
                <p14:nvPr/>
              </p14:nvContentPartPr>
              <p14:xfrm>
                <a:off x="10115307" y="1347573"/>
                <a:ext cx="287640" cy="448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370446C-34C1-6823-457F-1D2937631CE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109187" y="1341453"/>
                  <a:ext cx="29988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A97EE2D-0CDC-17CD-C001-4EEBBAE08D9A}"/>
                    </a:ext>
                  </a:extLst>
                </p14:cNvPr>
                <p14:cNvContentPartPr/>
                <p14:nvPr/>
              </p14:nvContentPartPr>
              <p14:xfrm>
                <a:off x="10555227" y="1337853"/>
                <a:ext cx="317880" cy="393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A97EE2D-0CDC-17CD-C001-4EEBBAE08D9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549107" y="1331733"/>
                  <a:ext cx="33012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B40816A-D781-1695-5543-2E2697CB111A}"/>
                    </a:ext>
                  </a:extLst>
                </p14:cNvPr>
                <p14:cNvContentPartPr/>
                <p14:nvPr/>
              </p14:nvContentPartPr>
              <p14:xfrm>
                <a:off x="10770867" y="1601373"/>
                <a:ext cx="341280" cy="668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B40816A-D781-1695-5543-2E2697CB111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764747" y="1595253"/>
                  <a:ext cx="353520" cy="68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A819E87-9538-0477-8538-C14C77A46E7F}"/>
                    </a:ext>
                  </a:extLst>
                </p14:cNvPr>
                <p14:cNvContentPartPr/>
                <p14:nvPr/>
              </p14:nvContentPartPr>
              <p14:xfrm>
                <a:off x="11313027" y="1390053"/>
                <a:ext cx="450720" cy="615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A819E87-9538-0477-8538-C14C77A46E7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306907" y="1383933"/>
                  <a:ext cx="462960" cy="62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C29C746-7D02-E2E5-024B-F962A80A6448}"/>
                    </a:ext>
                  </a:extLst>
                </p14:cNvPr>
                <p14:cNvContentPartPr/>
                <p14:nvPr/>
              </p14:nvContentPartPr>
              <p14:xfrm>
                <a:off x="9425547" y="283773"/>
                <a:ext cx="2552040" cy="4194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C29C746-7D02-E2E5-024B-F962A80A644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419427" y="277653"/>
                  <a:ext cx="2564280" cy="42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16EEB81-49AD-C715-8111-5CC4F93645E4}"/>
                    </a:ext>
                  </a:extLst>
                </p14:cNvPr>
                <p14:cNvContentPartPr/>
                <p14:nvPr/>
              </p14:nvContentPartPr>
              <p14:xfrm>
                <a:off x="8656587" y="149853"/>
                <a:ext cx="3040200" cy="2617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16EEB81-49AD-C715-8111-5CC4F93645E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50467" y="143733"/>
                  <a:ext cx="3052440" cy="263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6E39A8A-E939-F538-59B0-7F4E5AEA5B57}"/>
                    </a:ext>
                  </a:extLst>
                </p14:cNvPr>
                <p14:cNvContentPartPr/>
                <p14:nvPr/>
              </p14:nvContentPartPr>
              <p14:xfrm>
                <a:off x="2156427" y="2636733"/>
                <a:ext cx="4342320" cy="2539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6E39A8A-E939-F538-59B0-7F4E5AEA5B5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150307" y="2630613"/>
                  <a:ext cx="4354560" cy="25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91E2A50-6FA7-21BA-EF79-072BC54A7E60}"/>
                    </a:ext>
                  </a:extLst>
                </p14:cNvPr>
                <p14:cNvContentPartPr/>
                <p14:nvPr/>
              </p14:nvContentPartPr>
              <p14:xfrm>
                <a:off x="7302627" y="2039133"/>
                <a:ext cx="360" cy="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91E2A50-6FA7-21BA-EF79-072BC54A7E6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96507" y="203301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1975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Goel (DSAI)</dc:creator>
  <cp:lastModifiedBy>Aakash Goel (DSAI)</cp:lastModifiedBy>
  <cp:revision>2</cp:revision>
  <dcterms:created xsi:type="dcterms:W3CDTF">2026-04-26T11:30:12Z</dcterms:created>
  <dcterms:modified xsi:type="dcterms:W3CDTF">2026-04-26T12:07:44Z</dcterms:modified>
</cp:coreProperties>
</file>