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Masters/slideMaster1.xml" ContentType="application/vnd.openxmlformats-officedocument.presentationml.slideMaster+xml"/>
  <Override PartName="/ppt/notesSlides/notesSlide37.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0.xml" ContentType="application/vnd.openxmlformats-officedocument.presentationml.notesSlide+xml"/>
  <Override PartName="/ppt/notesSlides/notesSlide14.xml" ContentType="application/vnd.openxmlformats-officedocument.presentationml.notesSlide+xml"/>
  <Override PartName="/ppt/notesSlides/notesSlide35.xml" ContentType="application/vnd.openxmlformats-officedocument.presentationml.notesSlide+xml"/>
  <Override PartName="/ppt/notesSlides/notesSlide41.xml" ContentType="application/vnd.openxmlformats-officedocument.presentationml.notesSlide+xml"/>
  <Override PartName="/ppt/notesSlides/notesSlide8.xml" ContentType="application/vnd.openxmlformats-officedocument.presentationml.notesSlide+xml"/>
  <Override PartName="/ppt/notesSlides/notesSlide32.xml" ContentType="application/vnd.openxmlformats-officedocument.presentationml.notesSlide+xml"/>
  <Override PartName="/ppt/notesSlides/notesSlide15.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43.xml" ContentType="application/vnd.openxmlformats-officedocument.presentationml.notesSlide+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65.xml" ContentType="application/vnd.openxmlformats-officedocument.presentationml.notesSlide+xml"/>
  <Override PartName="/ppt/notesSlides/notesSlide64.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33.xml" ContentType="application/vnd.openxmlformats-officedocument.presentationml.notesSlide+xml"/>
  <Override PartName="/ppt/notesSlides/notesSlide21.xml" ContentType="application/vnd.openxmlformats-officedocument.presentationml.notesSlide+xml"/>
  <Override PartName="/ppt/notesSlides/notesSlide1.xml" ContentType="application/vnd.openxmlformats-officedocument.presentationml.notesSlide+xml"/>
  <Override PartName="/ppt/notesSlides/notesSlide4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9.xml" ContentType="application/vnd.openxmlformats-officedocument.presentationml.notesSlide+xml"/>
  <Override PartName="/ppt/notesSlides/notesSlide26.xml" ContentType="application/vnd.openxmlformats-officedocument.presentationml.notesSlide+xml"/>
  <Override PartName="/ppt/notesSlides/notesSlide36.xml" ContentType="application/vnd.openxmlformats-officedocument.presentationml.notesSlide+xml"/>
  <Override PartName="/ppt/notesSlides/notesSlide22.xml" ContentType="application/vnd.openxmlformats-officedocument.presentationml.notesSlide+xml"/>
  <Override PartName="/ppt/notesSlides/notesSlide17.xml" ContentType="application/vnd.openxmlformats-officedocument.presentationml.notesSlide+xml"/>
  <Override PartName="/ppt/notesSlides/notesSlide38.xml" ContentType="application/vnd.openxmlformats-officedocument.presentationml.notesSlide+xml"/>
  <Override PartName="/ppt/notesSlides/notesSlide10.xml" ContentType="application/vnd.openxmlformats-officedocument.presentationml.notesSlide+xml"/>
  <Override PartName="/ppt/notesSlides/notesSlide23.xml" ContentType="application/vnd.openxmlformats-officedocument.presentationml.notesSlide+xml"/>
  <Override PartName="/ppt/notesSlides/notesSlide34.xml" ContentType="application/vnd.openxmlformats-officedocument.presentationml.notesSlide+xml"/>
  <Override PartName="/ppt/notesSlides/notesSlide30.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27.xml" ContentType="application/vnd.openxmlformats-officedocument.presentationml.notesSlide+xml"/>
  <Override PartName="/ppt/notesSlides/notesSlide39.xml" ContentType="application/vnd.openxmlformats-officedocument.presentationml.notesSlide+xml"/>
  <Override PartName="/ppt/notesSlides/notesSlide5.xml" ContentType="application/vnd.openxmlformats-officedocument.presentationml.notesSlide+xml"/>
  <Override PartName="/ppt/notesSlides/notesSlide19.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44.xml" ContentType="application/vnd.openxmlformats-officedocument.presentationml.notesSlide+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43.xml" ContentType="application/inkml+xml"/>
  <Override PartName="/ppt/ink/ink44.xml" ContentType="application/inkml+xml"/>
  <Override PartName="/ppt/ink/ink45.xml" ContentType="application/inkml+xml"/>
  <Override PartName="/ppt/notesMasters/notesMaster1.xml" ContentType="application/vnd.openxmlformats-officedocument.presentationml.notesMaster+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theme/theme1.xml" ContentType="application/vnd.openxmlformats-officedocument.theme+xml"/>
  <Override PartName="/ppt/ink/ink29.xml" ContentType="application/inkml+xml"/>
  <Override PartName="/ppt/ink/ink30.xml" ContentType="application/inkml+xml"/>
  <Override PartName="/ppt/theme/theme2.xml" ContentType="application/vnd.openxmlformats-officedocument.theme+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Metadata/LabelInfo.xml" ContentType="application/vnd.ms-office.classificationlabel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3" r:id="rId1"/>
  </p:sldMasterIdLst>
  <p:notesMasterIdLst>
    <p:notesMasterId r:id="rId81"/>
  </p:notesMasterIdLst>
  <p:sldIdLst>
    <p:sldId id="256" r:id="rId2"/>
    <p:sldId id="257" r:id="rId3"/>
    <p:sldId id="258" r:id="rId4"/>
    <p:sldId id="280" r:id="rId5"/>
    <p:sldId id="281" r:id="rId6"/>
    <p:sldId id="282" r:id="rId7"/>
    <p:sldId id="283" r:id="rId8"/>
    <p:sldId id="284" r:id="rId9"/>
    <p:sldId id="285" r:id="rId10"/>
    <p:sldId id="286" r:id="rId11"/>
    <p:sldId id="287" r:id="rId12"/>
    <p:sldId id="288" r:id="rId13"/>
    <p:sldId id="289" r:id="rId14"/>
    <p:sldId id="290"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 id="306" r:id="rId30"/>
    <p:sldId id="307" r:id="rId31"/>
    <p:sldId id="308" r:id="rId32"/>
    <p:sldId id="309" r:id="rId33"/>
    <p:sldId id="310" r:id="rId34"/>
    <p:sldId id="311" r:id="rId35"/>
    <p:sldId id="312" r:id="rId36"/>
    <p:sldId id="313" r:id="rId37"/>
    <p:sldId id="314" r:id="rId38"/>
    <p:sldId id="315" r:id="rId39"/>
    <p:sldId id="316" r:id="rId40"/>
    <p:sldId id="317" r:id="rId41"/>
    <p:sldId id="318" r:id="rId42"/>
    <p:sldId id="319" r:id="rId43"/>
    <p:sldId id="320" r:id="rId44"/>
    <p:sldId id="321" r:id="rId45"/>
    <p:sldId id="322" r:id="rId46"/>
    <p:sldId id="323" r:id="rId47"/>
    <p:sldId id="324" r:id="rId48"/>
    <p:sldId id="325" r:id="rId49"/>
    <p:sldId id="326" r:id="rId50"/>
    <p:sldId id="327" r:id="rId51"/>
    <p:sldId id="328" r:id="rId52"/>
    <p:sldId id="329" r:id="rId53"/>
    <p:sldId id="356" r:id="rId54"/>
    <p:sldId id="330" r:id="rId55"/>
    <p:sldId id="331" r:id="rId56"/>
    <p:sldId id="332" r:id="rId57"/>
    <p:sldId id="333" r:id="rId58"/>
    <p:sldId id="334" r:id="rId59"/>
    <p:sldId id="335" r:id="rId60"/>
    <p:sldId id="336" r:id="rId61"/>
    <p:sldId id="337" r:id="rId62"/>
    <p:sldId id="338" r:id="rId63"/>
    <p:sldId id="339" r:id="rId64"/>
    <p:sldId id="340" r:id="rId65"/>
    <p:sldId id="341" r:id="rId66"/>
    <p:sldId id="342" r:id="rId67"/>
    <p:sldId id="343" r:id="rId68"/>
    <p:sldId id="344" r:id="rId69"/>
    <p:sldId id="345" r:id="rId70"/>
    <p:sldId id="346" r:id="rId71"/>
    <p:sldId id="347" r:id="rId72"/>
    <p:sldId id="348" r:id="rId73"/>
    <p:sldId id="349" r:id="rId74"/>
    <p:sldId id="350" r:id="rId75"/>
    <p:sldId id="351" r:id="rId76"/>
    <p:sldId id="352" r:id="rId77"/>
    <p:sldId id="353" r:id="rId78"/>
    <p:sldId id="354" r:id="rId79"/>
    <p:sldId id="355" r:id="rId80"/>
  </p:sldIdLst>
  <p:sldSz cx="5765800" cy="3244850"/>
  <p:notesSz cx="5765800" cy="3244850"/>
  <p:embeddedFontLst>
    <p:embeddedFont>
      <p:font typeface="Bookman Old Style" panose="02050604050505020204" pitchFamily="18" charset="0"/>
      <p:regular r:id="rId82"/>
      <p:bold r:id="rId83"/>
      <p:italic r:id="rId84"/>
      <p:boldItalic r:id="rId85"/>
    </p:embeddedFont>
    <p:embeddedFont>
      <p:font typeface="Cambria" panose="02040503050406030204" pitchFamily="18" charset="0"/>
      <p:regular r:id="rId86"/>
      <p:bold r:id="rId87"/>
      <p:italic r:id="rId88"/>
      <p:boldItalic r:id="rId89"/>
    </p:embeddedFont>
    <p:embeddedFont>
      <p:font typeface="Cambria Math" panose="02040503050406030204" pitchFamily="18" charset="0"/>
      <p:regular r:id="rId90"/>
    </p:embeddedFont>
    <p:embeddedFont>
      <p:font typeface="Lucida Sans" panose="020B0602030504020204" pitchFamily="34" charset="0"/>
      <p:regular r:id="rId91"/>
      <p:bold r:id="rId92"/>
      <p:italic r:id="rId93"/>
      <p:boldItalic r:id="rId94"/>
    </p:embeddedFont>
    <p:embeddedFont>
      <p:font typeface="Tahoma" panose="020B0604030504040204" pitchFamily="34" charset="0"/>
      <p:regular r:id="rId95"/>
      <p:bold r:id="rId9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D28552-6DB9-4C31-BB9C-5DD673A011D9}">
  <a:tblStyle styleId="{E1D28552-6DB9-4C31-BB9C-5DD673A011D9}"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620" autoAdjust="0"/>
  </p:normalViewPr>
  <p:slideViewPr>
    <p:cSldViewPr snapToGrid="0">
      <p:cViewPr varScale="1">
        <p:scale>
          <a:sx n="167" d="100"/>
          <a:sy n="167" d="100"/>
        </p:scale>
        <p:origin x="110" y="15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3.fntdata"/><Relationship Id="rId89" Type="http://schemas.openxmlformats.org/officeDocument/2006/relationships/font" Target="fonts/font8.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customXml" Target="../customXml/item2.xml"/><Relationship Id="rId5" Type="http://schemas.openxmlformats.org/officeDocument/2006/relationships/slide" Target="slides/slide4.xml"/><Relationship Id="rId90" Type="http://schemas.openxmlformats.org/officeDocument/2006/relationships/font" Target="fonts/font9.fntdata"/><Relationship Id="rId95" Type="http://schemas.openxmlformats.org/officeDocument/2006/relationships/font" Target="fonts/font1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4.fnt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2.fntdata"/><Relationship Id="rId88" Type="http://schemas.openxmlformats.org/officeDocument/2006/relationships/font" Target="fonts/font7.fntdata"/><Relationship Id="rId91" Type="http://schemas.openxmlformats.org/officeDocument/2006/relationships/font" Target="fonts/font10.fntdata"/><Relationship Id="rId96"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font" Target="fonts/font5.fntdata"/><Relationship Id="rId94" Type="http://schemas.openxmlformats.org/officeDocument/2006/relationships/font" Target="fonts/font13.fntdata"/><Relationship Id="rId99" Type="http://schemas.openxmlformats.org/officeDocument/2006/relationships/theme" Target="theme/theme1.xml"/><Relationship Id="rId101"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1.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6.fntdata"/><Relationship Id="rId61" Type="http://schemas.openxmlformats.org/officeDocument/2006/relationships/slide" Target="slides/slide60.xml"/><Relationship Id="rId82"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2.fntdata"/><Relationship Id="rId98" Type="http://schemas.openxmlformats.org/officeDocument/2006/relationships/viewProps" Target="viewProps.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21:28.152"/>
    </inkml:context>
    <inkml:brush xml:id="br0">
      <inkml:brushProperty name="width" value="0.05292" units="cm"/>
      <inkml:brushProperty name="height" value="0.05292" units="cm"/>
      <inkml:brushProperty name="color" value="#FF0000"/>
    </inkml:brush>
  </inkml:definitions>
  <inkml:trace contextRef="#ctx0" brushRef="#br0">10853 2806 0,'0'0'0,"0"0"0,0 0 0,0 0 0,0 0 16,0 0-16,-1 5 15,0 3-15,-2 9 16,1 9-16,-2 8 16,0 4-16,0-4 15,2-3-15,-2-4 16,3-3-1,-3 0-15,0-5 16,0-1-16,0 0 16,-1 0-16,1 0 15,-1 0-15,1-2 16,0-5-16,1-1 16,1-1-16,-1-2 15,1 0-15,2-7 31</inkml:trace>
  <inkml:trace contextRef="#ctx0" brushRef="#br0" timeOffset="1397.44">11196 3027 0,'0'0'0,"0"0"16,0 0-16,0 0 16,0 0-16,0 0 15,0 0-15,0 0 16,-5 0-16,5 0 16,0 0-16,-14 5 15,2-2-15,-4 2 16,-3 3-1,0 2-15,2 1 16,1 2-16,1 3 16,1 5-16,3 0 15,1 0-15,2 2 16,3-1-16,0-1 16,4 2-16,0-1 15,1-2-15,1-3 16,3-2-16,5-1 15,5-1-15,1-3 16,1-8 0,4-6-16,4-4 15,6-5-15,-1-1 16,-5-3-16,1-3 16,-3 0-16,-4 0 15,-1 0-15,-3 1 16,-5-1-16,-5-3 15,-2 2-15,-2 4 16,-3 1 0,-2 3-16,-1 0 15,-3 3-15,-1 0 16,-5 1-16,-4 3 16,-4 1-16,2 3 15,2 0-15,2 2 16,2 0-16,5 0 15,10 0 1,-15 2-16,15-2 16,0 0-16,-9 0 15,9 0-15,0 0 16,12 1-16,16 2 16,5-2-16,2-1 15,-3-2-15,4 0 16,-2-1-16,-3 1 15,-5 1-15,-6 0 16,-5 0 0,-1 0-16,-3 1 15,-11 0-15,13 0 16,-13 0-16,0 0 16,12 1-16,-12-1 15,5 8-15,-3-2 16,-2 4-16,0 2 15,0 2-15,-2 0 16,0 0-16,0-1 16,-1 1-1,1 0-15,0 0 16,1 0-16,1-2 16,1 3-16,3 2 15,3 2-15,4 2 16,5-1-16,0 0 15,-1-4 1,-1-3-16,-3-3 16,-1-3-16,-10-7 15,20 7-15,-7-9 16,2-4-16,0-2 16,0-4-16,-2-3 15,0-2-15,3-4 16,-2-1-16,-2 0 15,-2 3-15,-4 2 16,-2 1 0,-4 2-16,-5-2 15,-4 0-15,-4 2 16,-1 1-16,-2 4 16,-6 4-16,-6 2 15,-7 2-15,1 1 16,3 1-16,7-1 15,5 1-15,-2 4 16</inkml:trace>
  <inkml:trace contextRef="#ctx0" brushRef="#br0" timeOffset="7030.79">12021 3254 0,'0'0'0,"0"0"0,0 0 15,0 0-15,8 0 16,1 0-16,5 0 16,1 0-16,2 0 15,0 1 1,2 0-16,1 1 15,-3-1-15,-2 0 16,0 0-16,3 0 16,0-1-16,1 2 15,0-2-15,0 1 16,2 0-16,-2 0 16,0-1-16,-2 1 15,-2 0-15,0 0 16,1-1-1,-2-1-15,-1 0 16,-2 0-16,-1 1 16,1-1-16,-11 1 15,17-2-15,-17 2 16,15-2-16,-15 2 16,10-1-16,-10 1 15,0 0 1,0 0-16,0 0 15,11-4-15,-11 4 16,0 0-16,0 0 16,0 0-16,0 0 15,0 0-15,0 0 16,0 0-16,0 0 16,0 0-16,0 0 15,0 0-15,0 0 16,11-7-1,-11 7-15,0 0 16,0 0-16,-4-6 16,4 6-16,-11-9 15,11 9-15,-15-13 16,7 6-16,-1-1 16,0 1-16,0-1 15,9 8-15,-15-9 16,15 9-16,0 0 15,-10-4 1,10 4-16,0 0 16,0 0-1,0 0 1,0 0-16,0 0 16,0 0-16,6 8 15,3 0-15,3 1 16,1 0-1,-1-2-15,-2 0 16,1-2-16,-11-5 16,15 9-16,-15-9 15,0 0-15,11 6 16,-11-6-16,0 0 16,0 0-16,-9 13 15,-3 1-15,-4 1 16,0 0-16,0-3 15,3-1 1,1-2-16,0 0 16,5-3-16</inkml:trace>
  <inkml:trace contextRef="#ctx0" brushRef="#br0" timeOffset="8113.55">12803 3025 0,'0'0'0,"0"0"0,8-2 15,9-2-15,13-2 16,9-3-16,3 0 15,0 0 1,-1 0-16,-3 1 16,-1 1-16,-3 0 15,-3 0-15,-4 1 16,-7 2-16,-3 0 16,-3 1-16,-14 3 15</inkml:trace>
  <inkml:trace contextRef="#ctx0" brushRef="#br0" timeOffset="8364.4">13044 3038 0,'0'0'0,"0"0"0,0 0 15,-3 3-15,3-3 16,-12 13-16,3-4 15,-1 5 1,-1 7-16,-1 6 16,2 4-16,0 7 15,1 0-15,1-1 16,0 3-16,3-5 16,1-6-16,2 1 15,-1-9-15,2-8 16</inkml:trace>
  <inkml:trace contextRef="#ctx0" brushRef="#br0" timeOffset="8630.69">12788 3482 0,'0'0'0,"0"-2"0,0 2 0,0 0 0,0 0 15,0 0-15,10-2 16,4 2 0,10 0-16,7-1 15,1-3-15,4-12 16,-1-2-16,-5 3 16,1-2-16,-4 1 15,-1 0-15,-3 2 16,-4 3-16,-3 1 15,0-1 1</inkml:trace>
  <inkml:trace contextRef="#ctx0" brushRef="#br0" timeOffset="9130.67">13247 3205 0,'0'0'0,"0"1"16,0-1-16,-3 19 16,0 5-16,1 7 15,1 5-15,-1-6 16,1-3-1,1-4-15,0-5 0,2 2 16,-1-8-16,0-4 16,-1-8 15,0 0-31,-3-9 16,-2-14-16,4-1 15,5-1-15,3 0 16,5 2-16,2 4 15,-2 1-15,-1 4 16,1 2-16,2 1 16,-3 4-1,2 1-15,2 2 16,2 2-16,1 6 16,-3 2-16,-3 2 15,3 9-15,-2 3 16,-4 2-16,-3 8 15,-4 1-15</inkml:trace>
  <inkml:trace contextRef="#ctx0" brushRef="#br0" timeOffset="9630.62">13579 3087 0,'0'0'0,"0"0"15,0 0-15,0 0 16,5 1-16,-5-1 15,22 6-15</inkml:trace>
  <inkml:trace contextRef="#ctx0" brushRef="#br0" timeOffset="10380.64">14077 2928 0,'0'0'0,"0"0"0,0 0 15,0 0-15,0 0 16,0 0-16,0 5 16,0 8-1,0 11-15,0 7 16,0 2-16,0 9 16,0 5-16,11 15 31,8-2-31,-4-20 15,-1-10-15,-14-30 16,-1 7-16,1-7 16,0 0-16,0 0 15,0 0 1,0 0-16,0 0 16,0 0-16,15-21 15,8-1-15,-1-4 16,-3-12-16,2-1 15,-2 4-15,-3 3 16,-3 8-16,-4 8 16,-3 5-16,-2 3 15,0 2 1,-4 6-16,0 0 16,11-1-16,-3 8 15,7 9-15,1 4 16,-4 1-16,-2-5 15,-4-3-15</inkml:trace>
  <inkml:trace contextRef="#ctx0" brushRef="#br0" timeOffset="10613.15">14621 2904 0,'3'-9'0,"3"-6"0,0-7 16,4-14 0,-4 11-16,0 0 15,-3 12-15,0 4 16</inkml:trace>
  <inkml:trace contextRef="#ctx0" brushRef="#br0" timeOffset="12315.16">14654 2744 0,'0'-4'0,"0"4"0,1-10 0,2-4 16,3 0 0,1 2-16,-2 3 15,2 2-15,-7 7 16,10-12-16,-10 12 15,9-9-15,-3 2 16,-2-2-16,-2 0 16,-1 1-16,-2 2 15,1 6 1,-10-16-16,-6 2 0,-8-1 16,-28 2 15,-16 8-31,-8 2 15,8 2-15,22 4 16,2 1-16,3 4 16,1 0-16,4 2 15,1-1-15,1 1 16,4-1 0,3 0-16,4-1 15,2 2-15,2-2 16,1 5-16,-1 3 15,0 6-15,-1 7 16,-1 4-16,0 11 16,-1 6-16,1 10 15,5 4-15,5-6 16,0 0 0,1-5-16,2-9 15,0-1-15,2-6 16,-2 5-16,0 1 15,3-3-15,1-4 16,4-4-16,11 25 31,4-20-31,7-10 16,5-13-16</inkml:trace>
  <inkml:trace contextRef="#ctx0" brushRef="#br0" timeOffset="12797.33">14999 2747 0,'-1'-2'0,"-5"-6"16,-4-5-16,-8-11 16,1-1-16,0 3 15,-2 3 1,-12-4-16,-14-3 0,-11 5 16,-10 8-1,-5 10-15,3 9 16,3-1-16,10 5 15,10-1-15,7 2 16,10 1-16,6-2 16,7-1-16,4-3 15</inkml:trace>
  <inkml:trace contextRef="#ctx0" brushRef="#br0" timeOffset="16380.17">12842 3745 0,'-2'-1'0,"2"1"0,0 0 15,0 0 1,0 0-16,0 0 16,0 0-16,14-2 15,18 6-15,14-11 16,12-2-16,-1-1 16,11-7-16,-2-11 15,5 1-15,-3-1 16,0 6-16,11 6 15,-7-3-15,3 0 16,3-3 0,-2 2-16,-9-1 15,1 1-15,-10 2 16,-9 2-16,-5 2 16,-10 3-16,-11 5 15,-1 0-15,-4 0 16,-3 3-16,-3 0 15,-12 3 1,0 0-16,0 0 16,-16 10-16,-41 6 15,-16 1-15,-8 1 16,-6 2-16,-11 3 16,-10 3-16,-3 3 15,-1 5-15,17-7 16,-1 1-16,8-7 15,13-6 1,8 0-16,10-1 16,13-3-16,3-4 15,14-5-15,5-1 16,10-1-16,12 0 16,-12 0-16,12 0 15,0 0-15,0 0 16,26-10-16,45-9 15,9-2-15,12-1 16,2 11 0,0 12-16,-3-6 15,-3-6-15,6-28 16,-16 17-16,1-9 16,-9-1-16,-6 5 15,-5-2-15,-9 5 16,-17 9-16,-8 3 15,-6 3-15,-19 9 16,0 0 0,0 0-16,-19-1 15,-38 11-15,-25 9 16,-12 14-16,-9 0 16,-2 3-16,-3 1 15,8-3-15,-3 3 16,12-4-16,13-4 15,4-7-15,8-20 16,11-2-16,7-3 16,10 3-1,13-1-15,6 1 16,8 1-16,11-1 16,-12 0-16,12 0 15,0 0-15,21-14 16,28-1-16,8 4 15,8 0-15,2-2 16,0-5 0,4-4-16,-5 0 15,-10 4-15,-3-1 16,-6 2-16,-7 2 16,-2-2-16,-11 5 15,-9 4-15,-8 3 16,-10 5-16,0 0 15</inkml:trace>
  <inkml:trace contextRef="#ctx0" brushRef="#br0" timeOffset="17580.61">12833 3859 0,'0'0'0,"0"0"0,0 0 16,-3 2-16,3-2 15,0 0-15,0 0 16,-10-1-16,10 1 16,0 0-1,-13-7-15,13 7 16,-14-7-16,14 7 16,-23-5-16,1 2 15,-3 0-15,-4 0 16,0 5-16,-3 3 15,-2 2-15,-2 4 16,-4 3 0,-2 3-16,2 1 15,-2-1-15,2 3 16,-1 4-16,6-1 16,5-2-16,4 1 15,3-1-15,-1 2 16,-2 3-16,2-2 15,2 0-15,4 1 16,0 2-16,0 1 16,4-4-1,4 0-15,3-5 16,-1 4-16,1 1 16,0-4-16,1-1 15,2-6-15,2-4 16,-1 0-16,3-9 15,-2 9-15,2-9 16,0 0-16,1 9 16,-1-9-16,0 0 15,0 0 1,0 0-16,-3-8 16,-1-2-16,0-1 15,0-2-15,1 1 16,-1 2-16,0 3 15,4 7-15,-3-8 16,3 8-16,0 0 16,0 0-1,0 0-15,-11-5 16,11 5-16,-2 10 16,4 9-16,8 12 15,1-1-15,-1-5 16,-2-6-16,-2-7 31,-1-3-31,-5-9 16,21 0-16,0-6 15,6-5 1,3-7-16,-5-2 16</inkml:trace>
  <inkml:trace contextRef="#ctx0" brushRef="#br0" timeOffset="18564.41">10802 3625 0,'0'0'0,"0"0"0,0 0 16,0 0-16,1-2 15,-1 2-15,17 4 16,7 1 0,7 4-16,2-1 15,4 1-15,0 0 16,1-1-16,4-3 15,0-4-15,1 0 16,0 0-16,2 0 16,5 0-16,-1-1 15,-1-1 1,1 1-16,-6 0 16,-1 0-16,-7 0 15,-4-1-15,-2-1 16,-6 1-16,-5 0 15,-4 0-15,-4 0 16,-10 1-16,12-3 16,-12 3-16,0 0 15,0 0-15</inkml:trace>
  <inkml:trace contextRef="#ctx0" brushRef="#br0" timeOffset="19815.45">11679 4752 0,'0'0'0,"0"0"0,0 0 15,0 0-15,0 2 16,0-2 0,-1 12-16,1 2 15,1 1-15,2-1 16,0 0-16,3-1 15,4 6-15,4 1 16,1 0-16,0 0 16,-4-7-16,-2-2 15,0-2-15,-1-2 32,-8-7-17,15 9-15,-15-9 16,16 6-16,-6-4 15,3 0-15,-2-2 16,-11 0-16,0 0 16,12 0-16,-1-1 15,5-3-15,1-5 16,-5-7-16,-3 0 16,6-11-1,1-2-15,-1-2 16,-1 3-16,-7 11 15,-2 5-15,-1 4 16,-4 8-16,3-11 16,-3 11-16,2-6 15,-2 6-15,0 0 16,2-8-16</inkml:trace>
  <inkml:trace contextRef="#ctx0" brushRef="#br0" timeOffset="20147.39">11807 4957 0,'0'0'0,"0"0"15,1 4-15,2 9 16,0 14-16,1 7 16,-1-3-16,0-7 15,1 1-15,-1 1 16,0 1-16,-1-6 16,-1-4-16,-1-6 15,-1-1 1,1-1-16,-2-3 15,2-6-15,-2 8 16,2-8-16,0 0 16</inkml:trace>
  <inkml:trace contextRef="#ctx0" brushRef="#br0" timeOffset="20946.61">11754 4443 0,'0'0'0,"0"0"15,0 0-15,0 0 16,0 2-16,0-2 16,-5 15-16,1-1 15,-1 6-15,-1-4 16,2 0-16,0-3 16,1-3-16,1-2 15,2-8 1,-2 8-16,2-8 15,0 0-15,0 0 16,0 0-16,0 0 16,0 0-16,6-17 15,3-1-15,1 3 16,-2 2-16,0 1 16,-3 4-16,0 0 15,-5 8 1,13-9-16,-3 7 15,4 1-15,5 7 16,11 4-16,2 4 16,-1 2-16,-5-3 15,-3 0-15</inkml:trace>
  <inkml:trace contextRef="#ctx0" brushRef="#br0" timeOffset="24731.1">12037 4187 0,'-2'-1'0,"2"1"15,-14-4-15,-4 0 16,-6 3-16,3 1 16,-4 2-1,-6 4-15,-3 3 16,-3 5-16,4 2 16,-2 3-16,-1 2 15,2 1-15,3 1 16,2 2-16,3 4 15,0 7-15,1 5 16,4 5 0,0 7-16,4 2 15,4-1-15,0 6 16,7 0-16,3 0 16,4-4-16,1-5 15,3 2-15,0 1 16,0-8-16,2-3 15,2-3-15,6 2 16,3-3 0,1-7-16,-2-6 15,0-4-15,2-2 16,2-2-16,7 0 16,5-4-16,1-4 15,2-1-15,3-4 16,9-4-16,7-7 15,1-26 1,5-21 0,-2-2-1,-5-2-15,-11 8 16,0-7-16,-2-25 16,2-5-16,-2-4 15,-8-9-15,-5 14 16,-5-15-16,-9 7 15,-2 7-15,-4 2 16,-8 22 0,-4 13-16,-5 14 15,-4 9-15,-1 6 16,-6 2-16,-4 5 16,-6 5-16,-4 4 15,0 4-15,-5 3 16,0 1-16,0 2 15,1-1-15,8-1 16,1-1-16,5 0 16,3 0-1,1-1-15,4 0 16,4-1-16,12-1 16,-12 2-16,12-2 15,0 0-15,0 0 16,0 0-16,-11 2 15,11-2-15,0 0 16,0 0-16,0 0 16,0 0-1,0 0-15,0 0 16,-3 6-16,3-6 16,0 0-16,0 0 15,0 0-15</inkml:trace>
  <inkml:trace contextRef="#ctx0" brushRef="#br0" timeOffset="26230.18">12293 4974 0,'0'0'0,"4"-1"15,-4 1-15,22-9 16,-2 1-16,4-4 15,4-4-15,3-3 16,4-1-16,-1 0 16,-3 3-16,2 2 15,0 6-15,7 6 16,1 1 0,-9 0-16,-1 1 15,-1 1-15,8 1 16,1 0-16,-3 0 15,-12 0-15,-8 0 16,-4-1-16,0 2 16,3-2-16,-3 1 15,-12-1 1,13 0-16,-13 0 16,0 0-16,0 0 15,0 0-15,0 0 16,-2-9-16,-4-1 15,-3-2-15,-5-1 16,2 2-16,-2-2 16,0 3-16,2 3 15,0-1-15,12 8 16,-10-6 0,10 6-16,0 0 15,0 0-15,0 0 16,6 11-16,4 1 15,4 1-15,0 1 16,1-1-16,-3-3 16,-1-1-16,-11-9 15,15 12-15,-15-12 16,8 8 0,-8 1-16,-4 4 15,-1 6-15,-6-2 16</inkml:trace>
  <inkml:trace contextRef="#ctx0" brushRef="#br0" timeOffset="26797.21">13324 4582 0,'0'0'0,"0"0"16,0 0-16,-3 3 15,-2 5-15,-8 13 16,-4 12-16,1 6 15,2 12-15,4-3 16,3-1-16,2 1 16,4-6-16,2-2 15,0-1 1,1-7-16,0-7 16,0-8-16,-2-17 15,12 6-15,3-9 16,5-3-16,10-1 15,-2-1-15,-1 1 16,-5 0-16,-8 2 16,-1-4-16,-3 1 15</inkml:trace>
  <inkml:trace contextRef="#ctx0" brushRef="#br0" timeOffset="27514.13">13295 4721 0,'0'0'0,"-2"-4"0,2 4 15,0 0-15,-1-9 16,1 9-16,11-12 16,-1 7-1,3-1-15,5 3 16,4 2-16,5 2 15,-1 4-15,-6 1 16,-8-2-16,-12-4 16,10 4-16,-10-4 15,-8 8-15,-10 7 16,-10 1-16,-8 5 16,-4 2-1,-6 3-15,-2 1 16,1 1-16,6 2 15,7 0-15,10-3 16</inkml:trace>
  <inkml:trace contextRef="#ctx0" brushRef="#br0" timeOffset="28412.9">13198 5350 0,'0'0'0,"0"0"0,0 0 15,0 0-15,0 0 16,1 2-16,-1-2 16,15 9-16,6-3 15,4-3-15,-3 0 16,-3-1-16,-3-2 16,-1 2-1,-5-2-15,-10 0 16,13 0-16,-13 0 15,16 9-15,-5 6 16,-2 8-16,-2 5 16,-3-3-16,-4-2 15,-1-6-15,0-5 16,-1-1-16,0-3 16,2-8-16,-4 10 15,4-10 1,0 0-16,-11 4 15,11-4-15,-13-4 16,13 4-16,-13-7 16,13 7-16,0 0 15,-12-4-15,12 4 16,-6 6-16,3 4 16,5 12-16,0-2 15,2-5 1,0-8-16,-4-7 15,16-1-15,0-6 16,4-6-16,-2-3 16,-3-3-16</inkml:trace>
  <inkml:trace contextRef="#ctx0" brushRef="#br0" timeOffset="28797">13163 5911 0,'0'0'0,"0"0"0,0 0 0,-1 2 15,1-2-15,-6 13 16,2-4-16,1 3 15,3 1-15,0-2 16,2 1-16,-1-1 16,0 1-16,2 5 15,0 7-15,0 1 16,-1-4-16,-1-6 16,-1-6-16,0-3 15,0-6-15,0 0 16,8 8-1,12-8-15,11-10 16,-1-3-16,-1-6 16,-11 7-16,2-2 15</inkml:trace>
  <inkml:trace contextRef="#ctx0" brushRef="#br0" timeOffset="29597.23">13039 6424 0,'0'0'0,"0"0"0,0 0 16,-2-2-1,2 2-15,0 0 16,0-9-16,0 9 16,-2-8-16,2 8 15,-4-7-15,4 7 16,-12-3-16,0 2 16,-9 9-16,-8 9 15,-4 10-15,-3 11 16,2 5-1,8-4-15,3 6 16,5-2-16,4-4 16,5-7-16,3-13 15,3-6-15,0-5 16,3-8-16,-1 7 16,1-7-16,0 0 15,0 0 1,9-23-16,0-2 15,-3-2-15,-2 7 16,-3 2-16,0 2 16,-2 2-16,-1 3 15,-2 3-15,4 8 16,-9-7-16,-1 10 16,-4 6-16,-4 11 15,2 5-15,6 1 16,3 3-1,5-3-15,2-4 16,2-5-16,1-6 16,-2-5-16,-1-6 15,9 7-15,-9-7 16,20-4-16,-2-5 16,1-1-16,1-2 15</inkml:trace>
  <inkml:trace contextRef="#ctx0" brushRef="#br0" timeOffset="30197.4">12381 7058 0,'0'0'0,"1"11"16,0 6-16,2 20 15,1 7 1,-1-11-16,-1-3 16,0-8-16,-2-6 15,1-4-15,-1-6 16,0-6-16,0 0 16,0 0-16,2-11 15,0-2-15,1 0 16,3 1-16,6 2 15,10 5 1,3 4-16,2 9 16,-5 5-16,-2 2 15,-4 1-15,-1-3 16,-5-2-16,-2-4 16,2-4-16,4-7 15,2-2-15,3-8 16,-3-1-1,-4-5-15,-2 0 16,-2 0-16,-2-4 16,0 2-16,-3 3 15,-3 5-15,-1 3 16,-1 1-16,2 10 16</inkml:trace>
  <inkml:trace contextRef="#ctx0" brushRef="#br0" timeOffset="30447.38">12763 6897 0,'0'0'0,"-1"2"16,1-2-16,0 0 15,2 11 1,-1 0-16,4 6 16,0-1-16,2 1 15,4-1-15,3-2 16,3-1-16</inkml:trace>
  <inkml:trace contextRef="#ctx0" brushRef="#br0" timeOffset="34032.83">12671 6631 0,'-4'0'0,"-7"6"16,-6 1-16,-26 8 15,-14 0 1,-7-1-16,-5 3 16,0 2-16,-3 7 15,-4 2-15,9-1 16,-1 8-16,12 7 15,5 6-15,6 3 16,11-1-16,8 0 16,12 0-1,10 6-15,13 7 0,12 2 16,20 1 0,9 1-16,15-2 15,2-12-15,-3-7 16,9-16-16,-12-7 15,45-24 1,2-22 0,1-14-16,-4-16 15,-46 9-15,5-12 16,-15 3 0,-6-6-16,-7 3 15,-3-15-15,-6-4 16,-15-23-16,-4 32 15,-13 14-15,-7 4 16,-5-6-16,-20-28 16,-6 14-16,-5 12 15,-5 21 1,-5-4-16,-5 15 16,-5 14-16,0 3 15,-1 21-15,3-3 16,-7 10-16,8 4 15,4-2-15,-2 6 16,15-3-16,7-1 16,11-6-16</inkml:trace>
  <inkml:trace contextRef="#ctx0" brushRef="#br0" timeOffset="62179.59">13137 7126 0,'0'0'0,"0"0"0,0 0 16,1-2-16,-1 2 16,0 0-16,0 0 15,0 0-15,11-4 16,-11 4-16,14-2 15,-14 2 1,19-2-16,-8 1 16,2 1-16,1-1 15,1 1-15,1 0 16,2 0-16,1 0 16,0 0-16,0-1 15,-2-1-15,0 1 16,-2-1-16,-2 0 15,0 1-15,-2 0 16,-1-2 0,-10 3-16,19-3 15,-19 3-15,18-3 16,-18 3-16,14-3 16,-14 3-16,14-2 15,-14 2-15,9-2 16,-9 2-16,10-1 15,-10 1-15,0 0 16,10-2 0,-10 2-16,0 0 15,0 0-15,0 0 16,11-5-16,-11 5 16,0 0-16,0 0 15,0 0-15,0 0 16,0 0-16,0 0 15,0 0-15,0 0 16,0 0 0,0 0-16,0 0 15,6-9-15,-11 3 16,-1-3-16,-2-5 16,-2 0-16,-2-3 15,0 0-15,2 1 16,2 4-16,3 6 15,5 6-15,0 0 16,-13-8 0,13 8-16,0 0 15,0 0-15,0 0 16,0 0-16,0 0 16,0 0-16,-9-7 15,9 7-15,0 0 16,4 9-16,-1 2 15,2 1-15,-2-1 16,0-4-16,3 1 16,1 1-1,-1 0-15,3 2 16,-2-2-16,-7-9 16,7 9-16,-7-9 15,7 7-15,-7-7 16,9 8-16,-9-8 15,0 0-15,8 7 16,-8-7 0,0 0-16,0 0 15,6 7-15,-6-7 16,0 0-16,0 0 16,0 0-16,0 15 15,-2-2-15,-1 4 16,0 1-16,0-1 15,-2 1-15,0-1 16,0-3-16,1-3 16,0-2-1,0 3-15</inkml:trace>
  <inkml:trace contextRef="#ctx0" brushRef="#br0" timeOffset="69063.5">12948 6187 0,'-2'-1'0,"2"1"0,-14-8 0,-4 1 16,0 2-16,0 1 15,-5 3 1,-6 0-16,-6 1 16,4 2-16,1 2 15,1 2-15,-7 7 16,-5 1-16,-1 1 16,-3 1-16,3 1 15,-1 2-15,-1 6 16,-2 4-16,0 3 15,3-2 1,8 1-16,1 1 16,-2 5-16,5-4 15,0 0-15,6-5 16,1-1-16,-1 6 16,2-2-16,0 2 15,3-3-15,3 0 16,-1 7-16,-1 12 15,-1 6-15,3 2 16,3-6 0,3-2-16,3 1 15,2 0-15,4 1 16,4 0-16,2 1 16,1-4-16,1-6 15,2-3-15,3 1 16,3 1-1,1-4-15,0-6 16,3 2-16,6 0 16,6 6-16,6-2 15,3-4-15,-6-6 16,1-6-16,5-2 16,16-5-1,7-2 1,-9-10-16,-6-2 15,-11-6 1,2-11-16,3-2 16,-2-12-16,-1 0 15,-1-3-15,2-5 16,2-5-16,-4-4 16,3-1-16,-3 2 15,1-2-15,3-5 16,-1 3-16,2-2 15,-2 1-15,0-4 16,0-1 0,-6 1-16,-3-14 15,-6-3-15,0-10 16,-5 1-16,-1 1 16,-5 9-16,-3 5 15,-7 11-15,-3 10 16,-4 6-16,-5 9 15,-5 6-15,-6 8 16,-7 4 0,-8 5-16,-11 5 15,-8 6-15,-8 11 16,-3 8-16,0 2 16,6 4-16,9-2 15,13-5-15,7-3 16,5-3-16,5-4 15,2-3-15,5-3 16,12-5 0,-17 3-16,17-3 15,-10-6-15,5-4 16,0-4-16,3 1 16,1 2-16,-1 3 15,2 8-15,0-8 16,0 8-16,0 0 15,0 0-15,2-7 16,-2 7 0,0 0-16,0 0 15,0 0-15,0 0 16,0 0-16,0 0 16,0 0-16,0 0 15,0 0-15,0 0 16,0 0-16,0 0 15,0 0 1,0 0-16,0 0 16,0 0-16,1-7 15,-1 7-15,-3-12 16</inkml:trace>
  <inkml:trace contextRef="#ctx0" brushRef="#br0" timeOffset="71429.96">12168 6970 0,'0'0'0,"0"0"0,-4 3 15,-8 3-15,-11 6 16,-4 1-16,1 0 16,4-3-1,1 1-15,-3 1 16,-3 1-16,-4 0 16,-2-1-16,-4 0 15,-1-4-15,4-1 16,-2-3-16,1-4 15,-2-4-15,-2-4 16,-4-2-16,-1-7 16,1-3-1,0-4-15,3-5 16,2-2-16,0-5 16,3 2-16,-1-6 15,3 1-15,1 0 16,-11-15-1,1 1 1,-1-3-16,6 1 16,12 4-1,1-8-15,2-6 16,5 0-16,2 0 16,2 1-16,2 5 15,-1 1-15,1-1 16,0 1-16,-1-6 15,1 0-15,0 5 16,2-3 0,1 0-16,1 1 15,-1-7-15,1-1 16,2-2-16,-1 1 16,2 1-16,2 6 15,-1 2-15,2 4 16,-2 0-16,1 2 15,0-1-15,0 0 16,0 0-16,-1 4 16,1-2-1,3-3-15,1 0 16,2 5-16,2 4 16,-1 5-16,0 5 15,-1 5-15,0 7 16,0-1-16,1 1 15,2-4-15,1 0 16,1 0 0,2 0-16,1 3 0,0-1 15,2-5 1,1 0-16,-1-2 16,0 6-16,-5 8 15,-4 8-15,-1 4 16,-1 2-16,-3 7 15,4-8-15,-4 8 16,0 0-16,0 0 16,-1-7-16,1 7 15,0 0-15,0 0 16,-10-5 0,-3 5-16,-17 16 15,-9 9-15,0 6 16,4-2-16,7-5 15,5-4-15,4-4 16,2-2-16,2-1 16,4-3-16,2-2 15,9-8 1,-12 11-16,12-11 16,-10 10-16,10-10 15,0 0-15,0 0 16,0 0-16,0 0 15,0 0-15,0 0 16,-10 4-16,10-4 16,0 0-1,0 0-15,5-19 16,13-8-16,7-5 16,-2 4-16,-4 9 15,-1 3-15,2 0 16,-2 1-16,-1 2 15,-4 2-15,-2 3 16,-11 8-16,13-10 16,-13 10-16,12-5 15,-12 5-15,11 0 16,-11 0 0,10 1-16,-10-1 15,0 0-15,11 3 16,-11-3-16,0 0 15,14 5-15,-14-5 16,9 7-16,-9-7 16,17 16-16,-5-3 15,0 5 1,-1 1-16,-1 1 16,1 4-16,-2 2 15,1 2-15,-1 2 16,-2 0-16,0-1 15,-1-3-15,-1-5 16,-2-5-16,1-5 16,-2-2-16,-2-9 15</inkml:trace>
  <inkml:trace contextRef="#ctx0" brushRef="#br0" timeOffset="75512.96">11642 2706 0,'0'0'0,"0"0"15,0 0-15,0 0 16,-4 0-16,4 0 16,-12-4-16,0-1 15,-4-1-15,-2-2 16,1-1-1,-1 0-15,-3-2 16,-4-2-16,-3-2 16,-1 1-16,-2 2 15,-1 1-15,-2-1 16,1 1-16,-1 1 16,0 1-16,-3 2 15,1 0-15,-1 1 16,4 0-1,4 1-15,0 2 16,-1-1-16,2 2 16,1 0-16,2 3 15,3 1-15,2 1 16,2-1-16,3 1 16,3 1-16,0-2 15,1 2-15,-2 1 16,-1 2-1,-1 4-15,-5 2 16,-7 10-16,-5 11 16,-3 5-16,7-1 15,4-5-15,4-3 16,3-3-16,0 0 16,2-1-16,-1 0 15,4 0-15,0-2 16,0-2-1,1 5-15,-1 1 16,2 5-16,2 0 16,1 4-16,2 0 15,1 1-15,2 4 16,3 0-16,4-1 16,4 2-16,1-1 15,3 0-15,3 2 16,2-3-16,1-3 15,2-3 1,1-8-16,0-4 16,4 2-16,3-4 15,2 0-15,2-2 16,0-4-16,3-1 16,1-2-16,-3-5 15,6 0-15,0-2 16,3-5-1,4-1-15,-1-4 16,3-3-16,-2-3 16,1 0-16,0-1 15,0-1-15,24-9 32,4-9-32,-7-8 15,-11 0-15,-19 8 16,0-3-16,-1 1 15,-1-1 1,-2 0-16,-5 0 16,-1-3-16,-5 0 15,-1-3-15,-3-7 16,0-1-16,-3-2 16,-2 0-16,-3 5 15,-4-2-15,-9 3 16,-5 4-16,-8 2 15,-4 3 1,-8 2-16,-9-1 16,-6 2-16,-7 7 15,-7 2-15,0 5 16,2 7-16,1-1 16,7 3-16,4 1 15,7 2-15,7 1 16,6 1-1,6 2-15,6 0 16,9 2-16</inkml:trace>
  <inkml:trace contextRef="#ctx0" brushRef="#br0" timeOffset="77896.13">15756 5978 0,'-49'78'0,"49"-78"0,0 0 15,0 0-15,-11 2 16,11-2-16,-14 7 15,14-7-15</inkml:trace>
  <inkml:trace contextRef="#ctx0" brushRef="#br0" timeOffset="81512.3">9423 3449 0,'0'0'0,"0"0"16,0 0-16,0 2 16,0-2-16,0 9 15,0-1-15,0 3 16,0 2-16,-1 3 16,-1 0-16,1 6 15,-2 3 1,1-1-16,0 0 15,-1-1-15,-1 1 16,0 1-16,-2 1 16,2-4-16,0-2 15,0-1-15,2-4 16,-2 1-16,2-2 16,0-3-16,1-4 15,1-7 1,-1 10-16,1-10 15</inkml:trace>
  <inkml:trace contextRef="#ctx0" brushRef="#br0" timeOffset="82179.62">9633 3714 0,'0'3'0,"0"-3"16,0 0-16,1 6 15,-1-6-15,2 6 16,1 1-16,-3-7 16,8 14-16,-3-7 15,-5-7-15,12 9 16,-1-6-16,2-2 16,2-3-16,1-8 15,3-4-15,-1-1 16,-2 2-1,-2 1-15,-3 1 16,-1 1-16,-3 1 16,0 0-16,-4 3 15,-1-1-15,-1 0 16,-3 0-16,-1 1 16,3 6-16,-10-10 15,0 8-15,-1 2 16,-3 2-1,2 3-15,-1 2 16,1 1-16,1 4 16,-1 3-16,0 6 15,-1 6-15,3 4 16,4 0-16,1 0 16,3-3-16,3-2 15,1-3-15,-1 2 16,3 0-1,6 0 1,6-9 0,12-9-16,10-14 15,6-16-15,8-4 16</inkml:trace>
  <inkml:trace contextRef="#ctx0" brushRef="#br0" timeOffset="95162.16">10387 3507 0,'0'0'0,"0"0"0,0 0 0,0 0 0,0 0 16,1 2-16,-1-2 15,0 0-15,5 7 16,-5-7-16,3 7 16,-3-7-16,0 0 15,4 8-15,-4-8 16,0 0-16,6 6 16,-6-6-1,14 7-15,0 0 16,6 2-16,9 0 15,5 1-15,5-2 16,7 0-16,3 0 16,3 1-16,3 0 15,0 0-15,-3-1 16,-2 1 0,5-1-16,0-1 15,-2 0-15,7 0 16,-4-2-16,2 1 15,3 0-15,-3-1 16,1 1-16,2 0 16,-2 1-16,0-1 15,-2-1-15,-3 0 16,-4-1 0,-5 1-16,-5-1 15,-4-1-15,-8-1 16,-4 0-16,-7 0 15,-4-1-15,-3 0 16,-10-1-16,13 1 16,-13-1-16,0 0 15,13 3-15,-13-3 16,0 0 0,10 2-16,-10-2 15,0 0-15,0 0 16,0 0-16,0 0 15,0 0-15,0 0 16,0 0-16,0 0 16,10 5-16,-10-5 15,0 0-15,0 0 16,0 0-16,0 0 16,0 0-16,0 0 15,0 0 1,0 0-16,0 0 15,6 6-15,-6-6 16,0 0-16,0 0 16,0 0-16</inkml:trace>
  <inkml:trace contextRef="#ctx0" brushRef="#br0" timeOffset="96613.18">11610 2784 0,'0'0'16,"0"0"-16,0 0 0,0 0 15,0 0 1,0 0-16,0 0 15,0 0-15,0 0 16,0 3-16,0-3 16,0 0-16,0 0 15,0 0-15,1 6 16,-1-6-16,0 0 16,18 10-16</inkml:trace>
  <inkml:trace contextRef="#ctx0" brushRef="#br0" timeOffset="102146.21">11834 2894 0,'0'0'0,"0"0"0,0 0 0,2 0 0,-2 0 16,0 0-16,0 0 15,0 0-15,11-8 16,-3 1-16,9-7 16,9-7-16,-2 1 15,3 1 1,2 5-16,-2 3 16,-2 2-16,0 1 15,-2 4-15,0-1 16,-4 2-16,0-1 15,0 1-15,2 1 16,1 0-16,0 2 16,1-1-16,2 0 15,-2 0-15,-3 0 16,-5 0 0,-4 1-16,-11 0 15,14 0-15,-14 0 16,0 0-16,0 0 15,10 4-15,-10-4 16,0 0-16,0 0 16,0 0-16,0 0 15,0 0 1,0 0-16,0 0 16,0 0-16,0 0 15,-20-7-15,3-1 16,-4 0-16,5 4 15,4 0-15,2-1 16,10 5-16,-10-5 16,10 5-16,0 0 15,0 0 1,0 0-16,-5-6 0,5 6 16,0 0-1,0 0-15,0 0 16,0 0-16,0 0 15,0 0-15,0 0 16,0 0-16,0 0 16,13 2-16,-1 4 15,3 7-15,-1-1 16,-5-4 0,-2 0-16,-1 3 15,0 7-15,-2 6 16,-7 7-16,-13 7 15</inkml:trace>
  <inkml:trace contextRef="#ctx0" brushRef="#br0" timeOffset="103162.39">12412 2650 0,'0'3'0,"0"-3"0,0 0 16,2 8-16,0-1 16,-2-1-1,2 1-15,-2-7 16,8 14-16,1-4 15,2-5-15,2 3 16,2 1-16,2 1 16,4 0-16,1-3 15,15-8-15,8-11 16,16-23-16,6 0 16,11-15-1,2 0-15,0-1 16,5-5-16,-12 8 15,-4 4-15,-2 1 16,-15 9-16,-16 12 16,-15 7-16,-7 6 15,-14 9-15,12-8 16,-12 8-16,0 0 16,0 0-1,0 0-15,0 0 16,0 0-16,0 0 15,0 0-15,0 0 16,0 0-16,0 0 16,0 0-16,0 0 15,0 0-15,0 0 16,0 0-16,0 0 16,0 0-1,0 0-15,0 0 16,0 0-16,4 6 15,-4-6-15,0 0 16</inkml:trace>
  <inkml:trace contextRef="#ctx0" brushRef="#br0" timeOffset="105629">13843 4206 0,'0'0'0,"0"0"0,0 0 15,0 0 1,0 2-16,0-2 16,0 0-16,20 7 15,4-3-15,16-2 16,11-4-16,6-6 16,-1-4-16,0-1 15,-1-1-15,-2-3 16,3 1-16,-7 1 15,-1-1 1,-4 3-16,-4 0 16,-9 3-16,-4 2 15,-2 1-15,-6 1 16,-5 0-16,-4 2 16,-10 4-16,12-6 15,-12 6-15,0 0 16,0 0-16,0 0 15,0 0 1</inkml:trace>
  <inkml:trace contextRef="#ctx0" brushRef="#br0" timeOffset="105995.68">14077 4362 0,'2'1'0,"-2"-1"16,0 0-16,3 7 15,-3-7-15,6 17 16,-2-3-16,1 3 15,-1 6 1,0 5-16,1 7 16,-2-9-16,1-6 15,-2-5-15,0-5 16,-1 3-16,1 0 16,-1-2-16,-1-4 15,0-7-15,0 0 16</inkml:trace>
  <inkml:trace contextRef="#ctx0" brushRef="#br0" timeOffset="106745.48">14318 4425 0,'0'0'0,"0"0"0,0 0 15,0 0-15,0 0 16,-2 4 0,2-4-16,-5 17 15,1-1-15,-1 2 16,2 1-16,1 1 16,2-1-16,2 4 15,1-3-15,2-4 16,1-4-16,-6-12 15,18 6 1,-3-11-16,7-8 16,2-6-16,-2-1 15,-6-1-15,-6 1 16,-3-2-16,-2-1 16,-2 1-16,-3 5 15,-1 5-15,-1 3 16,-1 2-16,3 7 15,-11-9 1,11 9-16,-11-6 16,11 6-16,0 0 15,0 0-15,0 0 16,-3-8-16,15-5 16,11-3-16,5-2 15,5 2-15,0 3 16,-5 4-16,-6 4 15,-8 3 1,-4 3-16,-10-1 16,15 10-16,-10 6 15,-3 6-15,0 8 16,-2 4-16,-1-4 16,0-7-16,0-7 15,1-6-15,0-2 16,0-1-16,0-7 15,0 0-15,0 0 16,0 0-16,14-12 16,2-16-1,-3-10-15,-2-1 16,-4 7-16,-5 8 16,-3 6-16,-5 2 15,-5 4-15,-12 4 16,-26 22-16</inkml:trace>
  <inkml:trace contextRef="#ctx0" brushRef="#br0" timeOffset="108579.04">14832 3789 0,'0'0'0,"0"0"0,-3-3 16,3 3-16,-14-14 16,-1 1-16,-6-2 15,0 1 1,-5 1-16,-6 3 16,-12 5-16,-8 6 15,-12 12-15,-4 0 16,-9 10-16,-2 7 15,-14 12-15,5 6 16,2 3-16,0 8 16,12 0-1,-1 10-15,8-2 0,13-6 16,3 35 15,12-12-31,14 11 16,14-4-16,10-24 15,12 15-15,8-4 16,8-10-16,11-4 16,8-12-16,7-5 15,1-12 1,8-12-16,1-6 16,6-15-16,10-11 15,-7-9-15,4-24 16,3 2-16,-9-16 15,1-9-15,-8 8 16,-1-4-16,6-8 16,-3-4-1,-5-23-15,-7 7 16,-9 5-16,-8-4 16,-8 11-16,-5-9 15,-17-32 1,-2 12-1,-18-3-15,-5 32 16,-1 31-16,-1 11 16,3 10-16,2 8 15,4 7 1,-6 3-16,-32 6 16</inkml:trace>
  <inkml:trace contextRef="#ctx0" brushRef="#br0" timeOffset="110246.21">14348 4990 0,'0'0'0,"0"0"0,0 0 16,0 0-16,0 0 15,2-1-15,-2 1 16,12 5-16,5 4 16,6 12-1,3 10-15,-3 8 16,-2 9-16,-7 5 15,-2 11-15,-7 0 16,-4 8-16,-6 8 16,-5 3-16,-9-5 15,-5 4-15,-3-2 16,-4-1-16,-2-3 16,-3-1-1,-3-13-15,4-4 16,-1-4-16,3-5 15,-1-1-15,0-3 16,4-9-16,2-3 16,2-4-16,3-4 15,5-4-15,1-1 16,0-1 0,1-1-16,1 0 15,2-3-15,2-2 16,2-4-16,3-2 15,6-7-15,-11 5 16,11-5-16,-10-6 16,4-3-16,3-10 15,1-10 1,3-3-16,3 2 0,-2 5 16,2 5-1,-1 4-15,-1 1 16,0 2-16,1 3 15,-2 4-15,-1 6 16,0 0-16,0 0 16,0 0-16,-5 9 15,-8 19-15,-4 8 16,1-2-16,4-10 16,4-5-1,4-8-15,-1 2 16,3 4-16,4-3 15,3-1-15,3-3 16,8-2-16,6 3 16,1-4-16,2-11 15,-2 0-15,0-6 16,0-3 0,-3 2-16,1-2 15,1 2-15,-4 1 16</inkml:trace>
  <inkml:trace contextRef="#ctx0" brushRef="#br0" timeOffset="114446.52">11001 3709 0,'0'0'0,"0"0"0,0 0 16,0 0-16,2 2 16,-2-2-1,0 0-15,0 0 16,16 8-16</inkml:trace>
  <inkml:trace contextRef="#ctx0" brushRef="#br0" timeOffset="114863.19">11430 3954 0,'0'0'0,"0"0"0,0 0 0,0 0 0,0 0 15,1-3-15,-1 3 16</inkml:trace>
  <inkml:trace contextRef="#ctx0" brushRef="#br0" timeOffset="115346.35">11607 3982 0,'0'0'0,"0"0"0,0 0 16,0 0-16,0 0 16,0 0-1,0 0-15,0 0 16,0 0-16,0 0 16,0 0-16,0 0 15</inkml:trace>
  <inkml:trace contextRef="#ctx0" brushRef="#br0" timeOffset="115963.06">12056 3913 0,'0'0'0,"1"2"0,-1-2 15,0 0 1,0 0-16,10 4 16,-10-4-16,11-1 15</inkml:trace>
  <inkml:trace contextRef="#ctx0" brushRef="#br0" timeOffset="116646.27">13140 3725 0,'-1'-2'0,"1"2"16,0 0-16,0 0 15,0 0-15,0 0 16,0 0-16,0 0 16,0 0-16,0 0 15,0 0 1,0 0-16,0 0 16,0 0-16,0 0 15,1-10-15,-1 10 16,2-9-16,0 3 15</inkml:trace>
  <inkml:trace contextRef="#ctx0" brushRef="#br0" timeOffset="121945.36">1638 4324 0,'0'0'0,"0"0"16,0 0-16,0 0 15,0 0 1,0 0-16,0 0 16,4 0-16,-4 0 15,14 0-15,-3 0 16,0 0-16,2 0 16,1 1-16,3 1 15,-1 0-15,1 1 16,0-1-16,0 0 15,1 1-15,0-1 16,1 1 0,1-1-16,0 0 15,2-1-15,0-2 16,0-1-16,-1 0 16,-1-1-16,-1-2 15,2 2-15,4-3 16,1 2-16,-3 0 15,-3 0-15,-3 2 16,0-1 0,0 1-16,0 0 15,1-1-15,3 0 16,1 1-16,1 1 16,-3-1-16,-3 1 15,-2 0-15,-1 1 16,0-1-16,2 0 15,-3 0 1,1 1-16,2-1 16,2 0-16,2 0 15,0 0-15,-3 0 16,-1 0-16,-2 0 16,0 1-16,-2-1 15,1 0-15,-1 0 16,0 1-16,0-1 15,2 0-15,4 1 16,-2-2 0,0 2-16,-1-1 15,0 0-15,7-1 16,12-9-16</inkml:trace>
  <inkml:trace contextRef="#ctx0" brushRef="#br0" timeOffset="125396.17">1850 4849 0,'0'0'0,"0"0"15,0 0-15,0 0 16,0 0-16,0 0 15,0 0-15,0 0 16,0-3-16,0 3 16,0 0-16,0 0 15,0 0-15,15-3 16,-15 3 0,18-3-16,-6 0 15,1 1-15,1 1 16,3 1-16,0 1 15,-1-1-15,3 1 16,-2-1-16,-1 0 16,-1 0-16,-2 0 15,1 0-15,-1 0 16,0 0 0,-2-1-16,0 0 15,0-2-15,0 0 16,0 0-16,2 1 15,0-2-15,2 1 16,-1 2-16,-2 0 16,1 1-16,-1 0 15,-1 1-15,3 0 16,0 1-16,-3 0 16,2 1-1,1-1-15,-1 1 16,2 0-16,-1 0 15,3 0-15,1-1 16,1-1-16,0-1 16,1 0-16,1-2 15,0 1-15,3 0 16,2 0 0,-2 0-16,-1 1 15,0-1-15,-4 0 16,0 0-16,1 2 15,-2 1-15,0-2 16,0 1-16,-1 0 16,2 0-16,-2 0 15,-1 1-15,-2-1 16,0 1 0,-1 0-16,1-1 15,-1 2-15,-2 0 16,-11-3-16,18 3 15,-18-3-15,15 3 16,-15-3-16,13 3 16,-13-3-16,0 0 15,13 3-15,-13-3 16,11 1-16,-11-1 16,0 0-1,13 3-15,-13-3 16,0 0-16,0 0 15,11 1-15,-1-10 16</inkml:trace>
  <inkml:trace contextRef="#ctx0" brushRef="#br0" timeOffset="132894.94">9094 4192 0,'0'0'0,"0"0"0,0 0 16,0 0-16,0 2 15,0-2-15,1 12 16,0 0-16,2 5 16,-2 1-16,0-1 15,1 3-15,-1-2 16,1 1-16,-1 1 16,1-3-1,-1 1-15,0 0 16,1 1-16,0 1 15</inkml:trace>
  <inkml:trace contextRef="#ctx0" brushRef="#br0" timeOffset="133961.53">9072 4802 0,'0'0'0,"0"0"16,0 0-16,1-3 16,-1 3-16,17-13 15,-1 1-15,0 0 16,-1 2-16,0 2 16,-1 1-16,-1 3 15,0 2 1,-2 4-16,0 5 15,-2 7-15,-1 7 16,-6 13-16,-5 2 16,-3-4-16,-1-2 15,0-7-15,3-4 16,0-3-16,1-5 16,2-4-16,1-7 15,-2 7 1,2-7-16,0 0 15,0 0-15,23-6 16,-4-5-16,1-3 16,-1 0-16,-4 0 15,-5 5-15,-2 2 16,-8 7-16</inkml:trace>
  <inkml:trace contextRef="#ctx0" brushRef="#br0" timeOffset="134479.78">9203 5471 0,'0'0'0,"-1"-1"16,1 1-16,-2-9 15,1 1-15,-2-4 16,3 0-16,3-4 16,8-3-16,3 2 15,3 1-15,-1 4 16,-4 4-16,-1 2 16,-11 6-1,17-4-15,-17 4 16,13 18-16,-6 6 15,0 11-15,-4 3 16,-1-5-16,-2-11 16,1-6-16,0-3 15,0-4-15,-1-9 16,11 5-16,2-7 16,7-2-16,2-1 15,-1 0-15,-4 1 16,-3 0-1,-3 4-15,-11 0 16,15 15-16,-15 2 16,-8 11-16,-4 6 15,-5-3-15,-3-1 16,4-11-16,2-3 16,1-6-1,2-5-15,1 0 16,-3-3-16</inkml:trace>
  <inkml:trace contextRef="#ctx0" brushRef="#br0" timeOffset="134861.57">9436 5945 0,'0'0'0,"0"2"16,0-2-16,0 7 15,2 1-15,-2 1 16,1 4-16,1 1 16,4 0-16,0-3 15,1-3-15,-7-8 16,22 8-1,-8-8-15,1-2 16,-1-1-16,-1-1 16,-1 1-16,2-1 15,1 0-15,7 6 16,3 6-16,1 8 16,1 6-16,6 9 15</inkml:trace>
  <inkml:trace contextRef="#ctx0" brushRef="#br0" timeOffset="138411.51">9240 3968 0,'0'0'0,"0"0"0,-3-1 0,3 1 16,-13-6-1,13 6-15,-19-8 16,8 5-16,-1 0 16,-3 3-16,-6 4 15,-2 2-15,-1 3 16,1 1-16,-1 0 15,4 1-15,0 2 16,5-1 0,0 1-16,3-1 15,-1 1-15,-1 7 16,-2 7-16,-1 10 16,-3 6-16,3 1 15,1 1-15,0-1 16,2 0-16,0-1 15,4-3-15,3-5 16,1-3 0,2-2-16,1 4 15,2-3-15,0 1 16,1-3-16,1 2 16,1-1-16,0 3 15,1 1-15,0-5 16,1 1-16,-1-8 15,2-2-15,2 2 16,1-2-16,1-1 16,0-2-1,0-4-15,0 0 16,1-2-16,-1 1 16,2 0-16,-1 0 15,-1-2-15,-2-3 16,0 0-16,0 1 15,1 0-15,0 2 32,0 1-17,1 3-15,-2-2 16,-1-3-16,-1-1 16,0 1-16,-1 0 15,1-1-15,0-1 16,1-1-16,-6-6 15,22 8-15,-6-9 16,4-6-16,-2-3 16,0 0-1,-3 0-15,-2 2 16,-3 1-16,-10 7 16,13-8-16,-13 8 15,9-1-15,-9 1 16,12 5-16,-12-5 15,15 12-15,-6-3 16,0-2-16,-9-7 16,15 12-1,-4-7-15,1 1 16,1-1-16,-2-2 16,-11-3-16,19 3 15,-19-3-15,15 0 16,-15 0-16,14 0 15,0 0-15,0 0 16,1-2-16,0-1 16,-4-2-1,1-2-15,-12 7 16,16-11-16,-16 11 16,13-8-16,-13 8 15,14-9-15,-14 9 16,15-8-16,-6-3 15,6-4-15,-1-3 16,-1 1-16,-5 6 16,0-1-16,0-3 15,-1-3 1,-1-4-16,0 2 16,-2 0-16,-1 5 15,0 1-15,-1 0 16,1 3-16,-2 3 15,0-2-15,-2-3 16,-3-6-16,-3-2 16,2 3-1,-3-3-15,1-1 16,-1-2-16,0-6 16,1-6-16,1 2 15,0-3-15,1 3 16,2 2-16,-1 0 15,1 8-15,0 1 16,-2 0-16,-1-3 16,-1 1-16,-2 3 15,-1 2 1,0 2-16,2 1 16,0 1-16,0 0 15,2-1-15,0-1 16,0-3-16,1-3 15,-1-1-15,2 5 16,-1 1-16,1 2 16,1 2-16,-1-2 15,0-1 1,1 2-16,-4 0 16,-1 2-16,-4 3 15,-2 1-15,-1 3 16,-3 2-1,0 4 1,3 1-16,4 1 16</inkml:trace>
  <inkml:trace contextRef="#ctx0" brushRef="#br0" timeOffset="140981.12">9372 4571 0,'0'0'0,"0"0"16,0 0-16,0 0 16,0 0-1,0 0-15,0 0 16,5 2-16,-5-2 15,16 6-15,-3-2 16,4-1-16,5-3 16,3-3-16,2-2 15,0 0-15,1-2 16,4-2-16,1 1 16,-1-2-1,-4 3-15,0-1 16,1-2-16,2-1 15,0-1-15,-3 1 16,-3 0-16,-2-2 16,-3 0-16,-4 0 15,-6 5-15,-2 1 16,-8 7-16,10-9 16,-10 9-16,0 0 15,7-7 1,-7 7-16,0 0 15,-7-10-15,-5 5 16,-5 1-16,-6 2 16,0 2-16,2 0 15,0 1-15,4 0 16,2 0-16,5-1 16,10 0-16,-12 0 15,12 0 1,0 0-16,-10 0 15,10 0-15,0 0 16,5 7-16,9 5 16,11 4-16,5 0 15,-2-3-15,-6-3 16,-3-1-16,-2 3 31,-5 24-15,-7 24-16</inkml:trace>
  <inkml:trace contextRef="#ctx0" brushRef="#br0" timeOffset="142479.99">9438 5220 0,'0'0'0,"-7"0"0,7 0 15,-23-3-15,7 2 16,-1 0-16,-2 3 16,-3 3-16,-1 1 15,3 1-15,-1 1 16,-2 5-1,-3 5-15,2 5 16,2 5-16,2 6 16,1 11-16,4 5 15,3 7-15,2-5 16,7 1-16,4-3 16,8-7-16,3 7 15,3-4 1,1-4-16,5-5 15,5-8-15,2-1 16,13 6 0,2 3-1,-6-5-15,1 2 16,-9-1-16,0 7 16,-2 3-16,-5 0 15,-6-3 1,-2-3-16,0 0 15,-3-8-15,1 0 16,3-7-16,8-6 16,0-5-16,-3-9 15,0-7-15,0-8 16,2-11-16,5-8 16,1-11-16,-4-3 15,-3-5-15,-7-5 16,-4-5-1,-2-11-15,-4-3 16,-4-10-16,2 7 16,-1 0-16,0 8 15,-7 3-15,-7 4 16,2 7-16,-3 5 16,2 4-16,-6 0 15,-1 4-15,-3 8 16,-4 9-1,-4 8-15,0 7 16,0 6-16,-1 6 16,0 9-16,3 8 15,0 6-15,7 0 16,4-2-16,6-4 16,5-4-16,6-2 15,6-1-15,10 0 16</inkml:trace>
  <inkml:trace contextRef="#ctx0" brushRef="#br0" timeOffset="143229.09">9840 5615 0,'0'0'0,"0"0"16,0 0-16,0 0 15,2 2-15,-2-2 16,12 7-16,0-2 16,9 1-16,8 0 15,9-5-15,4-6 16,-2-4-1,-5-2-15,-5-1 16,-3-2-16,3 0 16,2 0-16,-5 2 15,-6 2-15,-9 3 16,-4-2-16,-2-1 16,-1 1-16,-2 3 15,-3 6-15,0 0 16,-2-7-16,-8 4 15,-8 1 1,-4 0-16,2 1 16,4 1-16,1 1 15,3 1-15,1 0 16,11-2-16,-15 5 16,15-5-16,0 0 15,-8 10-15,9-2 16,5 4-1,4 2-15,8 2 16,5 1-16,0-2 16,-3-3-16,-4-3 15,-2-1-15,3 2 16,0 10-16,-3 7 16,-5 10-16,-6-10 15,-2 4-15</inkml:trace>
  <inkml:trace contextRef="#ctx0" brushRef="#br0" timeOffset="153428.85">10270 6426 0,'0'0'0,"0"0"0,0 0 0,0 1 16,2 9-16,4 17 15,3 17-15,0 6 16,1-1-16,-2-2 15,-1-14-15,-2-8 16,-2-11-16,-3-14 16</inkml:trace>
  <inkml:trace contextRef="#ctx0" brushRef="#br0" timeOffset="154578.72">10444 7017 0,'0'0'0,"0"0"16,0 0-16,-3 0 15,3 0-15,0 0 16,0 0 0,0 0-16,0 0 15,-6 10-15,8 3 16,4 4-16,2 2 15,2 0-15,0 0 16,2 0-16,-3-5 16,0-4-16,-9-10 15,14 9-15,-14-9 16,18-4 0,-4-4-16,1-6 15,-1-2-15,1-2 16,-3 0-16,-2 0 15,-2 4-15,-3 4 16,0 3-16,-5 7 16,7-10-16,-7 10 15,24 14-15,6 27 16</inkml:trace>
  <inkml:trace contextRef="#ctx0" brushRef="#br0" timeOffset="155911.57">10683 7612 0,'0'0'0,"0"0"0,0 0 15,0-1-15,-1-6 16,0-15-16,1-10 16,4-5-1,4 1-15,3 5 16,2 2-16,1 5 31,3 10-31,1 8 16,-1 9-16,-2 10 15,-2 8-15,-1 18 16,-1 10-16,-1-4 16,-4-7-1,-3-17-15,-1-7 16,-1-4-16,-1-10 15,0 7-15,0-7 16,0 0-16,0 0 16,0 0-16,14-6 15,-14 6-15,0 0 16,10 1-16,-10-1 16,10 19-1,-5 6-15,-5 13 16,-1-5-16,-7-13 15,-1-7-15,9-13 16,-21 6-16,8-5 16</inkml:trace>
  <inkml:trace contextRef="#ctx0" brushRef="#br0" timeOffset="156344.92">10918 7997 0,'-1'-2'0,"1"2"0,0 0 16,5-10-16,1-2 16,7-7-16,3 1 15,1 1-15,-1 2 16,-1 3-16,-4 2 16,0 5-16,-1 5 15,6 16 1,1 10-16,-1 0 15,-2 0-15,-5-5 16,-1 2-16,-1-6 16,-4-9-16,-3-8 15,16 3-15,10-33 16,12-49-16,-6-58 16,6-68-16</inkml:trace>
  <inkml:trace contextRef="#ctx0" brushRef="#br0" timeOffset="159961.6">5079 4588 0,'0'0'0,"0"0"16,0 0-16,0 0 16,-2 3-16,2-3 15,0 6-15,0-6 16,2 7-16,-2-7 15,10 10-15,1-1 16,2 2 0,4-3-16,3-2 15,3-4-15,4-3 16,2-1-16,2-3 16,1-2-16,-3 2 15,0-3-15,-1 3 16,-1-1-16,-1 4 15,-3 4-15,-1 2 16,-5 1 0,-2-2-16,-5 2 15,0-1-15,-10-4 16,13 5-16,-13-5 16,0 0-16,0 0 15,0 0-15,10 5 16,-10-5-16,0 0 15,0 0-15,0 0 16,0 0-16,0 0 16,0 0-1,0 0-15,0 0 16,0 0-16,0 0 16</inkml:trace>
  <inkml:trace contextRef="#ctx0" brushRef="#br0" timeOffset="164278.51">4982 5414 0,'0'0'0,"0"0"15,0 0-15,0 0 16,0 2-16,0-2 16,0 0-1,0 0-15,0 0 16,0 0-16,2 7 15,-2-7-15,0 0 16,0 0-16,0 0 16,0 0-16,4 6 15,-4-6-15,0 0 16,0 0-16,14 7 16,-14-7-1,17 5 1,-7-5-1,2 2-15,0 0 16,-12-2-16,17 3 16,-17-3-16,13 2 15,-13-2-15,10 2 16,-10-2-16,0 0 16,14 2-1,-14-2-15,10 2 16,-10-2-16,10 0 15,-10 0-15,10 3 16,-10-3-16,11 2 16,-11-2-16,11 1 15,-11-1-15,12 2 16,-12-2-16,10 1 16,-10-1-1,10 2-15,-10-2 16,10 2-16,-10-2 15,11 1-15,-11-1 16,13 1-16,-13-1 16,13 2-16,-13-2 15,12 2-15,-12-2 16,11 1-16,-11-1 16,10 3-16,-10-3 15,0 0 1,13 2-16,-13-2 15,0 0-15,11 2 16,-11-2-16,0 0 16,14 2-16,-14-2 15,14 2-15,-14-2 16,18 2-16,-18-2 16,18 1-16,-8 0 15,0 0 1,-10-1-16,17 4 15,-17-4-15,14 4 16,-14-4-16,13 3 16,-13-3-16,12 4 15,-12-4-15,13 3 16,-13-3-16,13 3 16,-13-3-16,13 0 15,-13 0 1,15-1-16,-15 1 15,14-2-15,-14 2 16,15-2-16,-15 2 16,17-1-16,-17 1 15,16-2-15,-16 2 16,13 0-16,-13 0 16,14 2-16,-14-2 15,14 1 1,-14-1-16,11 2 15,-11-2-15,14 2 16,-14-2-16,12 1 16,-12-1-16,14 2 15,-14-2-15,15 0 16,-15 0-16,14-1 16,-14 1-16,15-1 15,-15 1 1,13-3-16,-13 3 15,10-3-15,-10 3 16,0 0-16,13-2 16,-13 2-16,0 0 15,11-2-15,-11 2 16,0 0-16,13-3 16,-13 3-1,0 0-15,15-2 16,-4 0-16,7-3 15,6-12-15</inkml:trace>
  <inkml:trace contextRef="#ctx0" brushRef="#br0" timeOffset="169661.41">5772 5930 0,'0'0'0,"0"0"0,0 0 16,0-2-16,0 2 15,0 0 1,0 0-16,0 0 16,0 0-16,0 0 15,0 0-15,0 0 16,0 0-16,0 0 15,10-1-15,-10 1 16,0 0-16,13 3 16,-13-3-16,12 2 15,-12-2 1,17 3-16,-6-1 16,-1 0-16,2-2 15,-1 0-15,0 0 16,1 0-16,-1 0 15,2 0-15,-13 0 16,17 0-16,-17 0 16,14 0-16,-14 0 15,14 0 1,-14 0-16,12 0 16,-12 0-16,11 0 15,-11 0-15,12 0 16,-12 0-16,18 0 15,-7 0-15,0 0 16,-1 0-16,0 0 16,-10 0-16,19 0 15,-8 0-15,0 0 16,0 0 0,-11 0-16,18 0 15,-18 0-15,16 0 16,-16 0-16,13 0 15,-13 0-15,15 0 16,-15 0-16,16 0 16,-16 0-16,14 0 15,-14 0-15,14 0 16,-14 0 0,14 0-16,-14 0 15,16 0-15,-16 0 16,14 0-16,-14 0 15,13 1-15,-13-1 16,11 0-16,-11 0 16,15 0-16,-15 0 15,13 2 1,-13-2-16,0 0 16,11 3-16,-11-3 15,0 0-15,0 0 16,10 3-16,-10-3 15,0 0-15,0 0 16,0 0-16,13 2 16,0-2-16</inkml:trace>
  <inkml:trace contextRef="#ctx0" brushRef="#br0" timeOffset="174528.72">1767 5774 0,'0'0'0,"0"0"0,2 1 16,-2-1-16,0 0 15,10 2-15,-10-2 16,23 1-16,-2 1 16,5-1-16,4 0 15,1-1-15,2-1 16,1-2-16,-6 1 15,2 0 1,-6-1-16</inkml:trace>
  <inkml:trace contextRef="#ctx0" brushRef="#br0" timeOffset="175228.56">1562 6233 0,'0'0'0,"0"0"0,0 0 15,0 0-15,0 0 16,0 1-16,0-1 15,0 0-15,0 0 16,15 3-16,1-2 16,4 1-1,3 1-15,5-1 16,3-1-16,3-2 16,4-1-16,3-3 15,3 1-15,12-2 16</inkml:trace>
  <inkml:trace contextRef="#ctx0" brushRef="#br0" timeOffset="176094.64">1514 6691 0,'0'0'0,"0"0"15,0 0-15,0 0 16,0 0-16,4 2 16,-4-2-1,30 8-15,5 0 16,9 4-16,6 2 16,5 8-16,7 11 15,6 7-15</inkml:trace>
  <inkml:trace contextRef="#ctx0" brushRef="#br0" timeOffset="181861.24">7220 4810 0,'0'0'0,"0"0"0,0 0 0,0 0 15,-3-1-15,3 1 16,0 0-16,-12-2 15,12 2 1,-13-1-16,13 1 16,-17 0-16,7 0 15,-2 0-15,-1 0 16,-2 1-16,1 1 16,-1 2-16,-1 5 15,-2 0-15,0 3 16,2 1-16,1-1 15,-1 0-15,0 1 16,1 1 0,0 0-16,1-1 15,1-2-15,2 1 16,0 1-16,1 3 16,0 1-16,1 1 15,1 0-15,0 1 16,3-1-16,-1-2 15,1 2 1,0-2-16,2 0 16,-1 0-16,1 0 15,1-2-15,0-1 16,0-1-16,1 0 16,1-2-16,1-1 15,1 0-15,0 0 16,0 1-16,0 0 15,1 0 1,0 2-16,-1 1 16,1-1-16,1 1 15,-2-1-15,1-1 16,1-2-16,-1-2 16,3 2-16,-1-2 15,2 1-15,0-2 16,-7-6-16,10 11 15,-10-11 1,16 11-16,-3-7 16,2-2-16,0-2 15,-4-1-15,-1 0 16,1-1-16,1 0 16,0-2-16,0-1 15,2-2-15,-1-1 16,-2-1-16,-1 1 15,0 1-15,-2-1 16,1 0 0,1 0-16,2-4 15,1 0-15,2 0 16,0 0-16,-1 1 16,3-3-16,0-3 15,-2-2-15,-3 0 16,-1 2-16,-2 1 15,0-3-15,2-2 16,-1 0 0,1-1-16,-1 1 15,1 0-15,-1 1 16,-2 3-16,-1 3 16,-2 0-16,0-2 15,-1-2-15,-2-3 16,-3 2-16,-3 0 15,-5-5 17,-7 1-32,-1 3 15,-4 2-15,6 8 16,-2 2-16,-1 2 16,-3 1-16,1 3 15,1 2-15,-8 9 16</inkml:trace>
  <inkml:trace contextRef="#ctx0" brushRef="#br0" timeOffset="188395.82">1057 5153 0,'0'0'0,"0"0"15,0 0-15,0 0 16,0 0-16,0 0 16,0 0-16,0 0 15,0 0-15,0 0 16,0 0-16,6 0 16,-6 0-1,21-3-15,-4 2 16,2-1-16,4-4 15,2-1-15,2-4 16,-2-1-16,-2 1 16,-2 0-16,-6 3 15,-3 1-15,-12 7 16,15-7-16,-15 7 16,0 0-1,0 0-15,0 0 16,0 0-16,3-7 15,-15 3-15,-9-2 16,-6 3-16,1-1 16,-1 4-16,2 0 15,3 2-15,1 1 16,0-1-16,3 1 16,0-1-16,2 0 15,4-1 1,1 1-16,11-2 15,-15 1-15,15-1 16,0 0-16,-12 2 16,12-2-16,0 0 15,0 0-15,-9 9 16,6 1-16,-1 8 16,-1 3-16,2 3 15,1 0 1,2 3-16,0 2 15,2 1-15,1 2 16,2 1-16,-1 0 16,0 2-16,1 1 15,-2 1-15,2-2 16,-2 1 0,-2-2-16,-2 1 0,-2 1 15,1 1 1,0-4-16,1-3 15,-1-2-15,-1 2 16,-2 1-16,0 5 16,0-5-16,0 3 15,0 1-15,0 3 16,-1 1-16,1-1 16,1-4-16,-1 0 15,1-3 1,1 0-16,2 0 15,0-2-15,1 0 16,1-4-16,0-2 16,2 1-16,-1 4 15,2 3-15,1 2 16,-2-1-16,1-2 16,-1-2-16,3-3 15,0 1 1,1 2-16,2-3 15,1-3-15,-2-3 16,1-3-16,0 2 16,3-2-16,-1-1 15,0-3-15,-2-3 16,-1 0-16,1-3 16,-9-6-1,18 12-15,-18-12 16,18 8-16,-8-4 15,0-2-15,1-1 16,4-1-16,2-2 16,2 1-16,0-2 15,-3 1-15,0 0 16,-3 0-16,0 1 16,-2-1-16,0 1 15,-1-1-15,1 0 16,2 0-1,2 1-15,1 0 16,4 0-16,-2 1 16,-1 1-16,0-1 15,-3 1-15,-1 0 16,-2 2-16,1 1 16,-1-2-1,-1 2-15,0-1 16,0 0-16,0 1 15,1-1-15,2 2 16,1 0-16,-1-1 16,-3-2-16,0 0 15,-10-2-15,15 1 16,-15-1-16,9 0 16,-9 0-16,0 0 15,0 0 1,0 0-16,0 0 15,0 0-15,0 0 16,0 0-16,-17 0 16,4 0-16,-2 0 15,1 1-15,-2 2 16,-1 3-16,-2 2 16,0 1-16,1 0 15,3 0-15,1-1 16,1-1-1,3 0-15,0 0 16,0-1-16,10-6 16,-17 12-16,17-12 15,-14 7-15,14-7 16,0 0-16,-12-2 16,12 2-16,-6-6 15,6 6 1,-6-12-16,4 5 15,-1-1-15,1-2 16,2 3-16,0 7 16,0-12-16,0 12 15,0-8-15,0 8 16,0 0-16,0-8 16,0 8-16,0 0 15,0 0-15,-4-7 16,4 7-1,0 0-15,-12-8 16,12 8-16,-13-7 16,2 3-16,-4-2 15,-4 3-15,-3 2 16,3-1-16,3 1 16,1 0-16,2 1 15,2-1-15,-1-2 16,3 0-1,-2-2-15,2 0 16,-4-6-16,-2-4 16,-2-4-16,1-4 15,1 0-15,5 0 16,-1-1-16,1-2 16,0 1-16,-1-4 15,-1-2 1,0-2-16,0 1 15,1 2-15,0-1 16,1-3-16,-1-1 16,2-5-16,3 0 15,0 3-15,2 1 16,2 5-16,0 1 16,2 1-16,0-2 15,2 0-15,-1 0 16,1 2-16,0-1 15,-1-1 1,3-3-16,0-1 16,0-2-16,-1 3 15,-1 5-15,-1 1 16,2-2-16,0-3 16,0-1-16,2 5 15,-2 4 1,-1 1-16,1-2 15,0-2-15,0-1 16,1-1-16,0 1 16,-1 2-16,0 0 15,0 2-15,-1 1 16,0 4-16,1 0 16,-1 1-16,0 0 15,0 2-15,0 5 16,-1 2-1,0 2-15,0 1 16,-1 7-16,2-11 16,-2 11-16,0 0 15,2-8-15,-2 8 16,8-7-16,2 1 16,7-1-16,6 1 15,3 0-15,2 2 16,-2 2-1,2 1-15,-3 1 16,-1 0-16,-1 0 16,1 0-16,-3 0 15,-1 0-15,-1 0 16,-2-1-16,-4-1 16,-2 0-16,-11 2 15,13-2-15,-13 2 16,0 0-16,0 0 15,14-8 1</inkml:trace>
  <inkml:trace contextRef="#ctx0" brushRef="#br0" timeOffset="190811.25">536 1025 0,'0'0'0,"0"0"16,6-2-1,5-4-15,7-1 16,3 1-16,3 3 16,4 5-16,3 3 15,0 2-15,1 1 16,1-1-16,2 1 15,5-2-15,3-3 16,2-4 0,2-2-16,2-1 15,1-2-15,-2-1 16,-1 2-16,-3-1 16,1 4-16,1 1 15,1 1-15,-1 0 16,1 0-16,0 0 15,0 0-15,-1 0 16,1-1-16,-2 0 16,-2-1-16,-1-1 15,-1 1 1,3 0-16,0-1 16,-1 1-16,-2 1 15,0 1-15,1 1 16,-1 0-16,-4 1 15,-2 0-15,-2 2 16,0-1-16,-1 0 16,0 0-1,-3 0-15,0 0 16,-1 0-16,-2-1 16,2 0-16,1 1 15,-1-1-15,-2-1 16,-1-1-16,-2 0 15,3-1-15,2 0 16,1-3-16,3-2 16,8-7-1,7-3-15</inkml:trace>
  <inkml:trace contextRef="#ctx0" brushRef="#br0" timeOffset="211961.12">6579 4310 0,'0'0'0,"0"0"0,0 0 16,0 0-16,-2 5 15,-1 2-15,-4 7 16,0 12-16,-1 9 16,3 4-16,-1 2 15,3-1-15,0-3 16,0 2-16,1-2 15,0-3-15,1 1 16,1-1 0,1-1-16,2-4 15,1-8-15,0-3 16,2-3-16</inkml:trace>
  <inkml:trace contextRef="#ctx0" brushRef="#br0" timeOffset="213010.81">6857 4541 0,'0'0'0,"0"0"15,0 0-15,0 0 16,0 0-16,-3 0 16,3 0-16,0 0 15,0 0-15,-10 0 16,10 0-16,0 0 15,-16 9-15,6 2 16,1 7-16,1 5 16,2 2-1,3 1-15,1 0 16,3-2-16,2-4 16,0-3-16,1-3 15,2-2-15,1-2 16,1-3-16,2-5 15,2-2-15,3-4 16,-1-4 0,2-6-16,-2-2 15,-1-2-15,-4 1 16,-3 6-16,-1-3 16,-2-2-16,-3-6 15,-6-4-15,1 8 16,-1 4-16,0 2 15,0 3-15,-1 1 16,7 8 0,-14-10-16,14 10 15,-12-7-15,12 7 16,0 0-16,-11-5 16,11 5-16,0 0 15,0-7-15,4-2 16,7-7-16,4-4 15,4 1-15,0 6 16,-1 5-16,-1 1 16,-5 3-1,1 1-15,-2 4 16,1 2-16,-1 4 16,-1 3-16,-2 2 15,-1 2-15,0 1 16,-3 6-16,3 4 15,-2 3-15,1 3 16,-3-7 0,-1-3-16,1-4 15,-2-4-15,2-4 16,6 3-16,3-2 16,5-2-16,2-4 15,-2-9-15,-1-7 16,2-10-16,2-7 15,-3 1-15,-4 2 16,-4 3-16,-3 2 16,-1 1-1,-1 2-15,-4-1 16,-1 0-16,-3 3 16,-4 3-16,-2 2 15,-6 2-15,-11 12 31,0 11-31</inkml:trace>
  <inkml:trace contextRef="#ctx0" brushRef="#br0" timeOffset="-212935.21">1548 5400 0,'0'0'0,"1"1"0,-1-1 16,0 0-16,4 7 16,-4-7-16,4 8 15,-4-8 1,12 12-16,0-5 15,7-1-15,6-3 16,0-2-16,2-3 16,-1 0-16,0-1 15,1 0-15,-1 1 16,1 0 0,-1 2-16,0 3 15,-2-1-15,2 1 16,3 0-16,-1 1 15,5-2-15,-2-4 16,5-3-16,4-2 16,-4 1-16</inkml:trace>
  <inkml:trace contextRef="#ctx0" brushRef="#br0" timeOffset="-197335.92">2139 3211 0,'0'0'0,"0"0"0,0 0 16,0 0-16,3 2 15,-3-2-15,0 0 16,10 6-16,-10-6 16,21 4-1,-2-4-15,2-4 16,4-3-16,0-1 15,-2 0-15,1 1 16,-2-2-16,0 0 16,-2 1-16,0 0 15,-1 0-15,1 0 16,4-2-16,0 0 16,-2 1-1,-1 1-15,-4 2 16,-2 0-16,-4 3 15,0-1-15,-1 1 16,0 1-16,2 1 16,0 1-16,0 1 15,2 0-15,0 0 16,4-1-16,-2 0 16,1-1-1,2-1-15,1-1 16,2-1-16,0-1 15,2 0-15,2 0 16,-4 1-16,-3 2 16,-2 1-16,0-1 15,1 1-15,3 1 16,3 1-16,3 0 16,3 0-1,-5-1-15,-4 1 16,0 0-16,-3-1 15,0 3-15,4-1 16,3 2-16,1 0 16,0-1-16,-5 1 15,-2-2-15,-2 1 16,-2-1-16,2 0 16,3 1-1,1 1-15,2-1 16,-1 0-16,-2 1 15,1-1-15,2 0 16,1 0-16,1 1 16,1-2-16,-2 2 15,1 0-15,0-2 16,1 0-16,2 0 16,-1-1-16,0 1 15,-1 0 1,0-1-16,1 1 15,1 0-15,1-1 16,0 1-16,1 0 16,3 1-16,-2 0 15,3 1-15,-1-1 16,0-1-16,0 2 16,-1-1-1,1 0-15,1-2 16,0 1-16,-2-4 15,2 1-15,0-2 16,4 0-16,-1-1 16,-1 2-16,-3-1 15,-4 1-15,0-1 16,4 1-16,0 0 16,0-1-16,-3 2 15,-3 2 1,-1 2-16,3-1 15,1 2-15,1-1 16,-2 0-16,0 0 16,0 1-16,1-1 15,0 0-15,1 1 16,-1-2-16,2-1 16,-5-2-16,1 0 15,1 0 1,0-1-16,1-1 15,0 0-15,-2 0 16,-2-1-16,4-1 16,1-2-16,-1 0 15,-1 0-15,-5 1 16,-2 0-16,-1 3 16,-2-1-16,-2 1 15,0 0 1,-1 0-16,-2 1 15,-2 0-15,1 1 16,4-2-16,9 0 16,4 0-16</inkml:trace>
  <inkml:trace contextRef="#ctx0" brushRef="#br0" timeOffset="-196169.01">5787 2665 0,'-3'-7'0,"1"-5"0,2 12 0,-4-15 16,-1-12-16,1 12 15,1 1-15,0 1 16,-3 2-1,-1 0-15,0 1 16,-4 0-16,-3-3 16,-4-1-16,-2 5 15,-2 4-15,-1 3 16,3 2-16,-2 6 16,1 2-16,-2 6 15,0 1-15,1 0 16,0 2-1,4-1-15,-1 1 16,2 0-16,3 7 16,0-1-16,2-4 15,0 4-15,-1 2 16,3 1-16,2 0 16,3-6-16,3-4 15,0 3-15,1 8 16,1 3-1,1 4-15,2 0 16,1-2-16,5 2 16,5 2-16,5 2 15,3-2-15,2-4 16,-2-4-16,-4-8 16,1-4-16,2-4 15,3-5-15,8-1 16,4-4-1,-4-2-15,1-1 16,1-6-16,-1-9 16,6-1-16,1-10 15,-5-1-15,1-4 16,-10 1-16,2-1 16,2-7-16,-4-2 15,-3 0-15,-6 8 16,-3 0-16,-4 4 15,-2-6 1,-2 1-16,-3-2 16,-1 3-16,-7 11 15,-6 5-15,-2-4 16,-7-8-16,-3-2 16,0 6-16,1 14 15,-4 2-15,-9-2 16,1 0-1,-2 4-15,4 5 16,2 1-16,0 1 16,3-1-16,6 0 15,4 3-15,2 11 16</inkml:trace>
  <inkml:trace contextRef="#ctx0" brushRef="#br0" timeOffset="-195286.19">5972 3044 0,'0'0'0,"0"0"0,0 0 16,0 0 0,0 0-16,0 0 15,10-3-15,10-2 16,11-4-16,0 0 16,-2 2-16,5 1 15,2 0-15,5 1 16,1-1-16,-5 1 15,-2 0 1,-6 1-16,0 1 16,-2 0-16,-3 2 15,-5-1-15,-3 1 16,-4 1-16,-12 0 16,15 0-16,-15 0 15,0 0-15,9 0 16,-9 0-16,0 0 15,4-9 1,-5 2-16,-3-4 16,-3 1-16,-2 2 15,-1-1-15,1 3 16,9 6-16,-12-8 16,12 8-16,0 0 15,0 0-15,-12-8 16,12 8-16,0 0 15,0 0-15,0 0 16,0 0 0,14 0-16,-14 0 15,14 12-15,-9 11 16,-7 16-16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25:29.296"/>
    </inkml:context>
    <inkml:brush xml:id="br0">
      <inkml:brushProperty name="width" value="0.05292" units="cm"/>
      <inkml:brushProperty name="height" value="0.05292" units="cm"/>
      <inkml:brushProperty name="color" value="#FF0000"/>
    </inkml:brush>
  </inkml:definitions>
  <inkml:trace contextRef="#ctx0" brushRef="#br0">6475 2980 0,'0'0'0,"0"0"0,0 0 16,0 2-16,0-2 16,0 0-16,0 0 15,1 7-15,-1-7 16,4 12-16,-2-3 16,3 1-16,2 2 15,1 0 1,3-2-16,0-1 15,2-2-15,-1-2 16,3-3-16,1 0 16,3-1-16,-1-2 15,2-1-15,0 0 16,3-1-16,-1-1 16,-1 0-16,-2 0 15,-3 2-15,0-1 16,-3 0-16,1 2 15,1 1 1,2 3-16,1 1 16,0 0-16,-1 0 15,0 0-15,2 1 16,2-2-16,3-1 16,-1-2-16,5 0 15,0-2-15,3 0 16,2-1-1,-1-1-15,-4 0 16,-2 0-16,-6 2 16,1-1-16,-1 1 15,0-1-15,0 1 16,-3 1-16,3 0 16,3 0-16,4 2 15,7 0-15,12-1 16,7 1-16,13-12 15</inkml:trace>
  <inkml:trace contextRef="#ctx0" brushRef="#br0" timeOffset="8383.56">9908 2264 0,'0'0'0,"0"0"0,0 0 0,0 0 0,1 4 16,-1-4-1,4 15-15,-2-9 16,-1 1-16,-1-7 16,3 9-16,-3-9 15,10 7-15,1-3 16,3-3-16,7-5 15,9-7-15,6-8 16,4-9 0,3-2-16,1-3 15,1-5-15,-5 2 16,-2 0-16,-3 2 16,-5 4-16,-4 5 15,-7 7-15,-6 6 16,-6 4-16,-7 8 15,9-7 1,-9 7-16,0 0 16,8-8-16</inkml:trace>
  <inkml:trace contextRef="#ctx0" brushRef="#br0" timeOffset="21933.5">12838 2124 0,'0'0'0,"0"0"0,0 0 0,0 1 16,0-1-16,9 9 15,-9-9-15,11 11 16,-11-11-16,27 2 16,8-18-16,24-17 15,16-26-15,13-13 16,-9-1-1,-1-7-15,-20 22 16,-12 13-16,-8 6 16,-15 14-16,1 1 15,-4 3-15,15 17 16</inkml:trace>
  <inkml:trace contextRef="#ctx0" brushRef="#br0" timeOffset="23332.98">13010 2441 0,'1'-2'0,"-1"2"0,0 0 0,0 0 16,0 0 0,0 0-16,0 0 15,0 0-15,0 0 16,0 0-16,0 0 16,9 14-16,-9-14 15,1 11-15,-1-11 16,2 18-16,1 3 15,1-7 1,0-2-16,0-1 16,0-4-16,2 0 15,-6-7-15,10 13 16,4-1 0,10-2-1,8-11-15,2-16 16,-2-3-16,3-7 15,-3-5-15,3-8 16,0-5 0,4-9-16,5-8 15,0 2-15,2-1 16,-2 6-16,4 5 16,3 1-16,10-5 15,17-12-15</inkml:trace>
  <inkml:trace contextRef="#ctx0" brushRef="#br0" timeOffset="35449.62">13911 2421 0,'0'0'0,"0"0"0,0 0 15,0 0-15,0 2 16,0-2-16,0 10 15,1-3-15,2 7 16,1 2-16,0 2 16,2 2-16,2 2 15,3 2 1,-1 1-16,2-2 16,-4-5-16,1-2 15,-3-6-15,-2-3 16,2 2-16,-3-3 15,-3-6-15,7 11 16,-7-11-16,0 0 16,0 0-16,8 7 15,-8-7 1,0 0-16,0 0 16,0 0-16,0 0 15,10 1-15,-10-1 16,0 0-16,0 0 15,0 0-15,0 0 16,0 0-16,0 0 16,0 0-16,0 0 15,0 0-15,0 0 16,0 0 0,0 0-16,0 0 15,0 0-15,0 0 16,0 0-16,0 0 15,0 0-15,0 0 16,0 0-16,0 0 16,0 0-1,0 0-15,0 0 16,0 0-16,0 0 16,0 0-16,0 0 15,0 0-15,0 0 16,0 0-16,11-4 15,-1-5-15,16-12 16,14-10-16,-1 1 16,-6 5-16,-5 2 15,-6 8-15,-4 1 16,-2 2 0,-5 2-16,-2 3 15,-9 7-15,12-10 16,-12 10-16,0 0 15,9-7-15,-9 7 16,0 0-16,0 0 16,0 0-16,0 0 15,0 0-15,0 0 16,0 0 0,0 0-16,0 0 15,0 0-15,0 0 16,0 0-16,0 0 15,0 0-15,0 0 16,0 0-16,0 0 16,0 0-16,0 0 15,0 0 1,0 0-16,0 0 16,0 0-16,0 0 15,0 0-15,0 0 16,7 9-16,-7-3 15,0 3-15,0 12 16,0 9-16,0 5 16,0 1-16,0-5 15,0 2-15,-1 1 16,-1-3 0,0-4-16,0-9 15,1-5-15,0-3 16,0-3-16,1 0 15,0-7-15,-2 8 16,2-8-16,0 0 16,0 7-16,0-7 15,0 0-15,0 0 16,1 7 0,-1-7-16,0 0 15,0 0-15,0 0 16,0 0-16,2 6 15,-2-6-15,0 0 16,0 0-16,0 0 16,0 0-16,0 0 15,0 0 1,0 0-16,0 0 16,0 0-16,0 0 15,0 0-15,0 0 16,18-10-16,20-21 15,12-10-15,-7 7 16,-6 4-16,-5 5 16,-7 6-16,-5 3 15,-7 5 1,-3 4-16,-10 7 0,12-10 16,-12 10-1,0 0-15,9-7 16,-9 7-16,0 0 15,0 0-15,0 0 16,0 0-16,0 0 16,0 0-16,0 0 15,0 0-15,0 0 16,0 0 0,0 0-16,0 0 15,0 0-15,0 0 16,0 0-16,0 0 15,0 0-15,0 0 16,0 0-16,0 0 16,0 0-16,0 0 15,0 0 1,0 0-16,0 0 0,0 0 16,0 0-1,0 0-15,0 0 16,0 0-16,0 0 15,0 0-15,0 0 16,0 0-16,0 0 16,0 0-16,0 0 15,0 0-15,0 0 16,0 0-16,0 0 16,-2 12-1,-1 0-15,-3 10 16,0 10-16,-2 6 15,-1 5-15,-4 7 16,-5 5-16,-9 10 31,3-14-31,8-14 16,2-13 0,8-11-16,0-3 0,1-2 15,0-1 1,5-7-16,-8 10 15,8-10-15,-8 7 16,8-7-16,0 0 16,0 0-16,-6 7 15,6-7-15,0 0 16,0 0-16,0 0 16,0 0-1,0 0-15,0 0 16,0 0-16,0 0 15,0 0-15,0 0 16,0 0-16,0 0 16,0 0-16,0 0 15,0 0-15,0 0 16,0 0-16,0 0 16,0 0-1,0 0-15,0 0 16,0 0-16,0 0 15,0 0-15,0 0 16,0 0-16,0 0 16,0 0-16,0 0 15,0 0-15,0 0 16,0 0-16,0 0 16,0 0-1,0 0-15,0 0 16,0 0-16,0 0 15,0 0-15,0 0 16,11-9-16,19-13 16,13-8-16,6-5 15,-1 1-15,-3 3 16,-5 3-16,-5 4 16,-6 3-1,-6 6-15,-7 4 16,-7 5-16,-9 6 15,11-7-15,-11 7 16,0 0-16,0 0 16,10-6-16,-10 6 15,0 0-15,0 0 16,0 0-16,0 0 16,11-10-16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27:22.482"/>
    </inkml:context>
    <inkml:brush xml:id="br0">
      <inkml:brushProperty name="width" value="0.05292" units="cm"/>
      <inkml:brushProperty name="height" value="0.05292" units="cm"/>
      <inkml:brushProperty name="color" value="#FF0000"/>
    </inkml:brush>
  </inkml:definitions>
  <inkml:trace contextRef="#ctx0" brushRef="#br0">11420 1910 0,'0'0'0,"1"4"0,5 3 16,8 13-16,10 15 16,3 5-16,6 7 15,4 4-15,7 7 16,5 2-1,-5-5-15,-5-7 16,-7-7-16,-3-6 31,-2-2-31,-5-3 16,-6-4-16,-5-7 16,-4-6-16</inkml:trace>
  <inkml:trace contextRef="#ctx0" brushRef="#br0" timeOffset="363.99">11848 1916 0,'0'0'0,"0"0"16,0 0-16,0 4 15,0-4 1,2 14-16,-3 7 16,-27 26-16,-38 37 15,-7 12-15,7-14 16,17-19-16,14-20 16,10-4-16,4 0 15,1-1-15,1 5 16,2-3-16,3-3 15,2 0 1,1-4-16,4-2 16,5-6-16,4-13 15</inkml:trace>
  <inkml:trace contextRef="#ctx0" brushRef="#br0" timeOffset="648.47">11842 1628 0,'0'0'0,"0"0"15,0 0-15,0 0 16,0 0-16,6-2 15,5-1-15,13-3 16,13-2 0,13-3-16,2-1 15,-10 3-15,-6 1 16,-12 4-16,-7 0 16,-3 2-16,-3 0 15,0-1-15,-11 3 16</inkml:trace>
  <inkml:trace contextRef="#ctx0" brushRef="#br0" timeOffset="895.95">12128 1631 0,'0'0'0,"0"0"15,-2 2-15,1 5 16,0 6-16,2 6 15,5 7-15,0 3 16,5 8 0,-2-2-16,-1-4 15,-1-3-15,-2-2 16,0 5-16,-3 1 16,-2-1-16</inkml:trace>
  <inkml:trace contextRef="#ctx0" brushRef="#br0" timeOffset="1614.2">11915 1609 0,'0'0'0,"0"0"0,0 0 15,0 0-15,0 0 16,0 0-16,11-4 15,39-7-15,44 1 16,5 2 0,-12 3-16,-8-2 15,-2-30-15,-14 19 16,-4-5-16,-5 5 16</inkml:trace>
  <inkml:trace contextRef="#ctx0" brushRef="#br0" timeOffset="2162.89">12704 2115 0,'0'0'0,"0"0"16,0 3-16,2 5 15,0 12 1,6 14-16,4 17 16,2 4-16,0 10 31,0-11-31,-8-18 15,0-9-15,-2-20 16,8-11 0,13-40-16,1-38 15,4 0-15,-5 8 16,-5 15-16,-2 15 16,-7 22-16,-2 11 15,-9 11-15,17 0 16,-2 17-16,2 24 15,-6 14-15,0-4 16,-3 5-16,1-10 16,-3-12-16,-3-9 15,0-11 1,2-6-16,5-6 16,8-9-16,17-21 15,13-23-15,5-17 16,13-24-16,2-6 15</inkml:trace>
  <inkml:trace contextRef="#ctx0" brushRef="#br0" timeOffset="4778.78">11486 2954 0,'0'0'0,"0"0"0,1 2 16,-1-2-16,7 12 16,3 0-1,1 1-15,4-2 16,0-4-16,2 0 15,0-3-15,0-3 16,4-4-16,2-3 16,3-4-16,-2 0 15,-1-2 1,0 1-16,1 0 16,0 0-16,-1-1 15,2-1-15,0-1 16,0 2-16,0 2 15,0 2-15,-1 4 16,0 0-16,-1 2 16,2 1-16,0 0 15,-1 0-15,-3 1 16,-2-2 0,-3 2-16,-2-2 15,0 0-15,-1-2 16,-1 1-16,0 0 15,0 0-15,1 1 16,0 0-16,1 3 16,1 0-16,0 2 15,0-1-15,-1 1 16,-4 0-16,-10-3 16,17 5-16,-17-5 15,14 5 1,-14-5-16,17 5 15,-6-2-15,0-1 16,3 1-16,1-2 16,2 2-16,0-2 15,3 1-15,1-2 16,-2-1 0,-2-1-16,0 1 15,0-1-15,1 1 16,4-1-16,5 0 15,1-1-15,0-1 16,-4 0-16,-2 1 16,-3-2-16,0 2 15,5-1-15,4-1 16,3 0-16,0 2 16,-7 3-1,8 0-15</inkml:trace>
  <inkml:trace contextRef="#ctx0" brushRef="#br0" timeOffset="14763.04">2236 2538 0,'0'0'0,"0"0"0,0 0 16,2-1-16,-2 1 15,25-8-15,1-1 16,11-1-16,2 0 16,5 1-16,-2 2 15,-2 2 1,-1 0-16,-1 2 0,-2 2 15,-2 1 1,-1 1-16,3 1 16,-1-1-16,1 3 15,3 0-15,5 2 16,2-1-16,5 0 16</inkml:trace>
  <inkml:trace contextRef="#ctx0" brushRef="#br0" timeOffset="24229.63">14116 1699 0,'0'0'0,"0"0"0,0 0 0,0 0 16,-3 5-16,1 4 15,-1 4-15,0 1 16,1 3-16,1 3 15,2 5-15,2 3 16,2 3 0,0-4-16,0-5 15,0-7-15,-2-6 16,-3-9-16,9 8 16,3-11-16,11-7 15,6-10-15,1-5 16,-4 2-16,-4 0 15,0 2-15,0-1 16,-1 2-16,-2 5 16,-2 6-1,-3 6-15,-1 2 16,-2 3-16,-1 1 16,-1 5-16,-1-1 15,-1 0-15,-7-7 16,12 10-16,-12-10 15,19 7-15,13-13 16,18-11 0,16-23-16</inkml:trace>
  <inkml:trace contextRef="#ctx0" brushRef="#br0" timeOffset="35562.69">13808 2871 0,'0'0'0,"0"0"0,-1 3 16,-2 5-16,-5 13 16,-4 14-16,-2 7 15,2 2-15,2-1 16,1 0-16,2 0 16,2 0-1,2 1-15,3-5 16,2-6-16,1-1 15,3-9-15,4-9 16</inkml:trace>
  <inkml:trace contextRef="#ctx0" brushRef="#br0" timeOffset="36312.65">14103 3071 0,'0'0'0,"0"0"16,0 0-16,0 6 15,-2 10-15,-2 8 16,-3 2-16,0 1 16,1-2-16,0-1 15,1 2 1,2 0-16,3-1 15,4-1-15,0-7 16,0-8-16,-4-9 16,28-6-1,15-34 1,-9-4-16,-12 7 16,-20 12-1,-4 6-15,1 4 16,-2 4-16,1 4 15,2 7-15,-7-9 16,7 9-16,-14-7 16,14 7-16,-10-3 15,10 3-15,0 0 16,0 0-16,3-10 16,18-5-16,13-3 15,-3 7-15,-11 5 16,-7 4-1,-2 4-15,0 10 16,1 9-16,-3 12 16,-2 11-16,-4-1 15,-3-1-15,0-9 16,-3-7-16,0-7 16,2-11-1,1-8 1,21-2-1,11-25-15,1-21 16,-1-3-16,-8 1 16,-10 9-16,-8 17 15,-3 5-15,-5 7 16,-1 2-16,-4 4 16,-3 2-16,-4 5 15,-3 8 1,-2 7-16,-1 8 15,2 2-15,8-7 16</inkml:trace>
  <inkml:trace contextRef="#ctx0" brushRef="#br0" timeOffset="36846.44">14667 3241 0,'0'0'0,"3"-1"0,-3 1 16,21-7-16,2-1 16,8-1-16,-1 2 15,-3 3 1,-2 1-16,-2 0 15,-3-1-15,-4 1 16,-6-1-16,-1-3 16,-9 7-16,9-11 15,-8 4-15,-1 7 16,-4-11-16,4 11 16,-13-9-16,13 9 31,-18-2-16,8 4-15,10-2 16,-17 12-16,12-4 16,2 2-16,3 1 15,2 1-15,1 1 16,3-1-16,0 0 16,-1-2-16,-2-3 15,-3-7-15,6 11 16,-5-3-1,-3 4-15,-2 3 16,-1 2-16,1-2 16,0-4-16,-1-2 15</inkml:trace>
  <inkml:trace contextRef="#ctx0" brushRef="#br0" timeOffset="37313.51">15084 3093 0,'0'0'0,"0"0"16,0 3-16,0-3 16,2 18-16,-1-1 15,1 0 1,-1-1-16,1-3 15,-2 0-15,0-1 16,0 1-16,-2 1 16,-1 0-16,2-1 15,-1-1-15,1-2 16,0-1-16,-1-1 16,0-1-16,1 0 15,-1 0-15,1 0 16,-1-1-16,2 1 15,0 1 1,0 0-16,2 1 16,-1-2-16,-1-1 15,0-6-15,2 10 16,-2-10-16,0 0 16,1 7-16,-1-7 15,0 0-15,0 0 16,0 0-16,0 7 15,0-7 1</inkml:trace>
  <inkml:trace contextRef="#ctx0" brushRef="#br0" timeOffset="38679.56">14429 2590 0,'0'0'0,"0"0"0,0 0 16,0 0-16,0 0 16,-7-1-16,-7 0 15,-8-2-15,-5-1 16,-1 0-16,-2-2 15,-6 1-15,-3-2 16,-14-1 0,1-1-16,4 1 15,-1 0-15,7 2 16,1 1-16,0 6 16,-1 7-16,-5 6 15,-7-1-15,-1 4 16,1 9-16,4 4 15,7 5-15,5-9 16,3 1 0,3-6-16,1 2 15,0 0-15,7-1 16,0 13-16,3-3 16,1 9-16,2 5 15,4-4-15,3 8 16,6-1-16,6 2 15,10 5-15,7 3 16,8 8 0,10-3-16,4-1 15,8 0-15,6-6 16,5-8-16,6-5 16,6-13-16,8 13 15,69 21 1,-10-34-1,14 9 1</inkml:trace>
  <inkml:trace contextRef="#ctx0" brushRef="#br0" timeOffset="38996.58">15638 3107 0,'1'-6'0,"1"-10"0,-5-14 15,-16-36-15,-10-2 16,-19 0-16,-11 4 16,-11 7-16,-18 11 15,-4 3-15,-5 19 16,3-1-16,8 5 15,10 3 1,4 1-16,5 4 16,-3 5-16,3 6 15,4 6-15,10 3 16,10 2-16,6 3 16,8 5-16</inkml:trace>
  <inkml:trace contextRef="#ctx0" brushRef="#br0" timeOffset="40131.75">13529 4109 0,'0'0'0,"0"3"0,-2 3 15,-4 19-15,-4 19 16,-2 6-16,1 8 16,2-1-16,3 1 15,3-7-15,2 3 16,3-15 0</inkml:trace>
  <inkml:trace contextRef="#ctx0" brushRef="#br0" timeOffset="40629.44">13731 4285 0,'0'0'0,"0"0"0,0 0 15,0 5-15,0 4 16,0 13-16,0 8 15,-1 3-15,0-4 16,0-9-16,1-4 16,0-5-16,0-3 15,0-8 1,7 10-16,-7-10 16,16-7-16,-1-9 15,4-9-15,-4-4 16,-4 7-16,-6 1 15,-4 7-15,-3 4 16,-2 1-16,4 9 16,-6-9-16,6 9 15,0 0-15,0 0 16,0 0 0,0 0-16,0 0 15,11-4-15,11 0 16,-1-1-16,-2 2 15,-3 0-15,0 4 16,0 7-16,9 10 16,2 14-1,-4 3-15,-8-3 16,-8-8-16,-3-9 16,-1-3-16</inkml:trace>
  <inkml:trace contextRef="#ctx0" brushRef="#br0" timeOffset="40763.76">14144 4235 0,'0'0'0,"-3"-4"0,3 4 15,-23-7-15,-3 10 16,-7 14 0,-4 10-16,3 17 15,8-8-15</inkml:trace>
  <inkml:trace contextRef="#ctx0" brushRef="#br0" timeOffset="41828.97">14648 3708 0,'0'0'0,"0"0"0,0 2 16,0-2-16,14 7 15,16-1-15,16 1 16,7-3-16,0-4 16,-1-4-16,0-3 15,-3-2 1,-5 0-16,-3-1 16,-7 1-16,-4-1 15,-7 1-15,-3 1 16,-6 2-16,-3 2 15,-11 4-15,0 0 16</inkml:trace>
  <inkml:trace contextRef="#ctx0" brushRef="#br0" timeOffset="42745.98">13426 4735 0,'0'0'0,"0"0"15,0 0-15,9-1 16,16-2 0,23 0-16,17-2 15,6 0-15,9 0 16,2-6-16,3-6 15,-1-4-15,-2-1 16,-4-4-16,-10-5 16,-4-10-16,0-15 15,-9-5-15,-5-10 16,-11-9-16,-6-2 16,-9 0-1,-13 8-15,-14 8 16,-15 14-16,-22 9 15,-122 13 1,-33 67 0,-1 21-16,17 11 15,103-14-15,-42 36 16,32-18-16,3 24 16,24-18-16,15 10 15,21-2 1,15-3-16,11 5 15,19-19-15,23 0 16,25-13-16,28-19 16,-7-34-16,3-19 15,-10-20-15,12-51 16,-25 3-16</inkml:trace>
  <inkml:trace contextRef="#ctx0" brushRef="#br0" timeOffset="42996.63">14515 3810 0,'0'0'0,"5"-4"16,3-3-16,15-14 16</inkml:trace>
  <inkml:trace contextRef="#ctx0" brushRef="#br0" timeOffset="43162.42">15181 3255 0,'0'0'0,"0"0"0,0 0 15,4 2 1,-4-2-16</inkml:trace>
  <inkml:trace contextRef="#ctx0" brushRef="#br0" timeOffset="47880.58">10925 2759 0,'0'0'0,"0"0"0,2 3 0,-2-3 16,5 12-16,1 5 15,2 4-15,2 3 16,0-2-16,-1-3 16,-1-4-16,-3-8 15,-5-7 1,15 2-16,16-30 16,48-69-16,45-53 15</inkml:trace>
  <inkml:trace contextRef="#ctx0" brushRef="#br0" timeOffset="50662.39">3197 3720 0,'0'0'0,"0"0"15,0 0-15,0 0 16,0 0-16,3 2 15,-3-2-15,20 8 16,2-3-16,4-3 16,3-2-16,0-1 15,3-2-15,2-7 16,1 0-16,0-1 16,-4-2-16,-4 4 15,2-2 1,2 0-16,0 4 15,1 3-15,-6 4 16,1 1-16,-4-1 16,0 1-16,0 0 15,0 0-15,-2 1 16,-3 0-16,-2-2 16,-1 2-1,2-2-15,7-6 16,12-21-16</inkml:trace>
  <inkml:trace contextRef="#ctx0" brushRef="#br0" timeOffset="89711.94">11029 4444 0,'0'0'0,"0"0"0,0 0 0,0 0 0,0 5 15,3 10-15,2 16 16,4 5-16,1 5 16,1-2-16,0-1 15,0-2-15,-1-3 16,-1-3-16,0 0 16,-1-2-16,0-1 15,0-4-15,1-5 16,3-3-1,3-6-15,22-33 32,37-79-32,-13-14 15,-10 24-15,-30 50 16,-4 7-16,-7 10 16,-3 9-1,-3 8-15,-4 9 16,0 0-16,0 0 15,14 5-15,-2 11 16,-1 9-16,2 8 16,-1 8-16,-2 5 15,-2 11-15,-4-1 16,-3-1-16,-3-6 16,2-7-16,0-5 15,3-9 1,1-9-16,0-10 15,-4-9-15,16-4 16,7-28-16,8-24 16,-2-2-16,-6 13 15,-8 15-15,-7 12 16,-1 10-16,-7 8 16,16 4-16,-4 16 15,-4 14 1,-1 19-16,-4 0 15,-4-10-15,1-2 16,0-5-16,0-1 16,-1-1-16,-1-13 15,0-6-15,0-2 16,2-5-16,-1 1 16,0 1-16,1-2 15,2 0 1,-2-8-16,4 13 15,0-7-15,2 0 16,-6-6-16,17 10 16,-7-7-16,1-1 15,-11-2-15,0 0 16,10 3-16,-10-3 16,0 0-16,0 0 15,0 0-15,0 0 16,0 0-1,11 4-15,-11-4 16,0 0-16,0 0 16,0 0-16,0 0 15,6 7-15,-6-7 16,8 15-16,-3-5 16,-2-2-16,-3-8 15,6 11-15,-6-11 16,0 0-1,4 7-15,-4-7 16,0 0-16,0 0 16,0 0-16,0 0 15,4 6-15,-4-6 16,0 0-16,0 0 16,0 0-16,0 0 15,0 0-15,3 7 16,-3-7-1,0 0-15,3 6 16,-3-6-16,1 7 16,-1-7-16</inkml:trace>
  <inkml:trace contextRef="#ctx0" brushRef="#br0" timeOffset="92378.8">11160 4882 0,'0'0'0,"0"0"0,0 0 16,0 0-16,0 2 16,0-2-1,0 0-15,0 0 16,0 0-16,0 0 16,8 9-16,-8-9 15,13 9-15,-13-9 16,10 6-16,-10-6 15,0 0-15,13 7 16,-13-7 0,0 0-16,11 7 15,-11-7-15,0 0 16,11 8-16,-11-8 16,11 1-16,-11-1 15,20-9-15,-4-8 16,6-10-16,4-18 15,-2 1-15,-2-2 16,-3-4 0,-4 5-16,-1 2 15,-3 8-15,-3 9 16,-1 6-16,-2 2 16,0 3-16,-2 4 15,0 2-15,0 2 16,-3 7-16,5-9 15,-5 9-15,0 0 16,0 0-16,0 0 16,0 0-1,0 17-15,-3 5 16</inkml:trace>
  <inkml:trace contextRef="#ctx0" brushRef="#br0" timeOffset="92795.68">11239 4806 0,'0'0'0,"0"0"16,0 0-16,0 0 15,1 3-15,2 3 16,0 4-16,-1 0 15,2-1-15,2-2 16,6-5-16,10-7 16,9-12-16,10-23 15,2-14 1,-2-24-16,3-6 16,-1-7-16,-9 14 15,-7 9-15,-10 14 16,-7 9-16,-2 6 15,-1 7-15</inkml:trace>
  <inkml:trace contextRef="#ctx0" brushRef="#br0" timeOffset="96811.9">10280 3896 0,'0'0'0,"0"0"15,0 0 1,0 0-16,0 0 15,0 0-15,0 0 16,0 0-16,0 0 16,3 3-16,-3-3 15,21 9-15,-2-1 16,6 1-16,4 0 16,6 0-1,3-4-15,1 0 16,4-3-16,2-1 15,-3-1-15,-2-1 16,-6-1-16,-5-1 16,-6 1-16,-8 0 15,-3 1-15,-12 1 16,15-1-16,-15 1 16,0 0-16,11 1 15,-11-1 1,0 0-16,0 0 15,0 0-15,0 0 16,0 0-16,0 0 16,0 0-16,0 0 15,0 0-15,0 0 16,0 0-16,-5-14 16,-2 1-16,0-2 15,-1 0-15,3 4 16,-2-3-1,2 4-15,1 3 16,-1 0-16,5 7 16,-4-7-16,4 7 15,0 0-15,0 0 16,0 0-16,0 0 16,0 0-16,19 9 15,5 0-15,5 1 16,0 0-1,-1 0-15,-6-2 16,-5-1-16,-4-3 16,-13-4-16,13 10 15,-13 4-15,-9 13 16,-8 10-16,-17 7 16,-3-4-16,-3-5 15,4-4-15,5-6 16,9-6-1,5-6-15,5-5 16,12-8-16</inkml:trace>
  <inkml:trace contextRef="#ctx0" brushRef="#br0" timeOffset="97362.04">11268 3583 0,'0'0'0,"-3"0"16,3 0-16,-18 6 16,-3 1-16,-4 0 15,0 3-15,2 4 16,3 1-16,5 0 16,7 0-16,3 0 15,9 0-15,7 0 16,5-3-1,9 3-15,1-3 16,-2-4-16,0-2 16,-6-3-16,-5-1 15,-13-2-15,16 16 16,-16 11-16,-8 17 16,-9 13-16,-5 0 15,0-9-15,3-11 16,7-11-16,3-10 15,3-1 1,4-1-16,5-4 16,7-4-16,13-13 15,24-26-15,18-21 16</inkml:trace>
  <inkml:trace contextRef="#ctx0" brushRef="#br0" timeOffset="99927.93">8226 4933 0,'0'0'0,"0"0"0,2 2 15,-2-2-15,0 0 16,0 0-16,0 0 16,0 0-1,18 6-15,-1-2 16,7 0-16,5-1 16,4 0-16,2-1 15,-1-4-15,2-2 16,-1-1-16,2-1 15,0 1-15,-3-1 16,2-1 0,-1 0-16,-2-3 15,-2-1-15,-4 1 16,-2 1-16,1 0 16,-3 1-16,-1 1 15,-4 0-15,-2 2 16,-2 0-16,-4 1 15,1-1-15,-11 5 16,15-6 0,-15 6-16,15-6 15,-15 6-15,17-4 16,-17 4-16,19-3 16,-19 3-16,18-3 15,-18 3-15,16-4 16,-16 4-16,16-2 15,-16 2-15,19 0 16,-8 1-16,1 0 16,0-1-1,-2 2-15,1-2 16,1 1-16,1 0 16,4-1-16,3 1 15,3 2-15,5 0 16</inkml:trace>
  <inkml:trace contextRef="#ctx0" brushRef="#br0" timeOffset="102845.72">12516 4661 0,'0'-6'0,"0"6"0,0 0 16,0-6-16,0 6 16,0 0-16,7 23 15,2 20-15,-5-6 16,2 12 0,-1-7-16,0 2 0,1 6 15,-1-3 1,0-6-16,-1-3 15,2 9-15,0 4 16,1 6-16,1 9 16,1 2-16,1 7 15,-2-16-15,2 18 16,2-3-16,3 0 31,0 7-15,-6-31-16,-1-2 15,-3-14-15,-2-6 16,-1-1-16,0-3 16,1 2-16,2-2 15,-1-9-15</inkml:trace>
  <inkml:trace contextRef="#ctx0" brushRef="#br0" timeOffset="104628.79">12266 5520 0,'0'0'0,"1"-2"15,-1 2-15,8-12 16,6-4-16,6-4 16,4-5-16,2-2 15,2 0-15,8 1 16,5 2-16,3 0 16,-7 2-16,-1 2 15,2 0-15,0-1 16,2 2-1,-2 6-15,3 5 16,0 3-16,-4 5 16,-1 2-16,-6 0 15,2 0-15,5 0 16,-7-1-16,0 2 16,-4 0-16,-11-1 15,-2-1-15,-3-1 16,-10 0-1,15-3-15,-15 3 16,11-3-16,-11 3 16,10-4-16,-10 4 15,0 0-15,10-5 16,-10 5-16,0 0 16,0 0-16,13-7 15,-13 7-15,11-7 16,-1 2-1,0-1-15,0-1 16,-10 7-16,15-9 16,-15 9-16,14-8 15,-14 8-15,21-11 16,-8 3-16,-1 0 16,-1 1-16</inkml:trace>
  <inkml:trace contextRef="#ctx0" brushRef="#br0" timeOffset="105294.88">13223 4714 0,'0'-4'0,"-3"-3"0,3 7 0,-4-15 0,-4-18 15,1 3-15,1 6 16,3 8-1,1 4-15,1 1 16,-1 3-16,1 2 16,0-1-16,1 7 15,-1-12-15,-1 5 16,0 0-16,-2-2 16,-1 2-16,-5-1 15,-7 4-15,-9 0 16,-10 5-1,1 5-15,1 1 16,4 3-16,-7 2 16,-4 3-16,-4 1 15,2 0-15,1 0 16,0 0-16,2 1 16,2-1-16,-2 0 15,-4 0-15,0-1 16,2-2-1,5-2-15,3-2 16,-2 4-16,-2 6 16,1 3-16,-7 11 31,0 5-31,8-1 16,6 7-16,13-9 15,10 12-15,-2-1 16,5 1-1,7 5-15,0-5 16,7-2-16,3-9 16,-6-7-16,4-6 15,-4-1-15,5 4 16,6 5-16,-1 2 16,-2-13-16,-7-8 15,-8-12-15,28 6 16,0-16-16</inkml:trace>
  <inkml:trace contextRef="#ctx0" brushRef="#br0" timeOffset="111544.76">9969 6030 0,'0'0'0,"0"0"0,0 0 15,0 0-15,1 4 16,1 3-16,0 3 16,0 0-16,0-1 15,0-1 1,1-1-16,-2 1 15,1-2-15,1 1 16,-3-7-16,6 10 16,-6-10-16,0 0 15,12 7-15,-2-9 16,5-13-16,6-14 16,5-12-16,-4-6 15,2-5-15,1-3 16,2-4-1,-2 6-15,-1 0 16,-4 11-16,-4 7 16,-3 5-16,0 9 15,-2 3-15,0 2 16,2-1-16,2-1 16,1-2-16,2-5 15,2-1 1</inkml:trace>
  <inkml:trace contextRef="#ctx0" brushRef="#br0" timeOffset="114478.44">9365 6554 0,'0'0'0,"0"0"0,0 0 15,0 2-15,0-2 16,0 0-16,0 0 15,0 0-15,0 0 16,0 0 0,3 7-16,-3-7 15,5 10-15,1-1 16,1 4-16,2 0 16,-1 2-16,0-2 15,0-1-15,-1 1 16,-1-2-16,0-3 15,-1-1-15,-5-7 16,21 0 0,-2-11-16,5-12 15,2-13-15,3-12 16,-4-8-16,0 1 16,-6 5-16,0 2 15,-4 7-15,-2 7 16,-2 7-16,-3 7 15,-2 5-15,1 1 16,0 4 0,1-1-16,1 0 15</inkml:trace>
  <inkml:trace contextRef="#ctx0" brushRef="#br0" timeOffset="120711.31">10704 6586 0,'0'0'0,"-4"0"0,4 0 15,-25 0-15,6 0 16,4 0-16,3 0 16,12 0-16,-15 0 15,15 0-15,0 0 16,0 0-16,0 0 16,0 0-16,37 3 15,20 1-15,16 1 16,7-1-1,12-5-15,9-1 16,6-4-16,7-1 16,1-2-16,6-2 15,-1 1-15,-2 1 16,-8 0-16,-8 1 16,-19 1-16,-6 1 15,-7 1-15,-15-1 16,-1-4-1,-14 0-15,-8-1 16,-2-6-16,-6 4 16,-4-2-16,-2 3 15,-5 1-15,-2 1 16,-5 2-16,-6 8 16,8-9-16,-8 9 15,4-7-15,-4 7 16,0 0-1,0 0-15,2-6 16,-2 6-16,0 0 16,0 0-16,0 0 15,0 0-15,0 0 16,0 0-16,0 0 16,0 0-16,0 0 15,0 0 1,0 0-16,0 0 15,0 0-15,0 0 16,0 0-16,0 0 16,0 0-16,0 0 15,0 0-15,0 0 16,0 0-16,0 0 16,0 0-16,0 0 15,0 0 1,0 0-16,-15 12 15,-10 10-15,-13 10 16,-1 0-16,3-3 16,-8 3-16,-6-1 15,-5 2-15,-6 4 16,0 0-16,-4 4 16,5 3-16,2 4 15,8-4-15,0 3 16,4-5-1,8-5-15,0-1 16,3-6-16,6-6 16,2-4-16,4-3 15,5-5-15,3-3 16,4-2-16,11-7 16,-12 7-16,12-7 15,0 0-15,0 0 16,-9 4-1,9-4-15,0 0 16,0 0-16,21 2 16,-4 0-16,3-1 15,2-2-15,1-3 16,3 0-16,3-4 16,2 0-16,3-2 15,5-4-15,6-3 16,7-4-1,1-2-15,0-2 16,-1-2-16,7-8 16,2-4-16,2-2 15,-3 2-15,-12 13 16,6 9-16,-2-2 16,-4 6-16,2-1 15,-5 4-15,-4 4 16,-5-1-16,-6 0 15,-3-3 1,-6-2-16,-6 4 16,-4 0-16,-11 8 15,0 0-15,12-7 16,-12 7-16,0 0 16,6 7-16,-6-7 15,0 0-15,0 0 16,2 11-1,-2 16-15,-5-4 16,-6-4-16,-5 1 16,-3 5-16,-13 18 15,5 14-15,7 9 16,-1-2-16,-2 10 31,-3 20-31,6-25 16,4-10-1,7-27-15,4-7 16,0-6-16,2-8 16,2-5-16,1-6 15,1 8-15,-1-8 16,12 6-16,1-4 16,4-4-16,4-6 15,5-7-15,6-9 16,3-6-16,-2-2 15,-3 1 1,-1 0-16,2-3 16,2-2-16,4-4 15,-1 3-15,-5 6 16,3 1-16,2 2 16,-1 3-16,3 1 15,-7 7-15,-1-1 16,-2 1-16,1 1 15,0-1 1,-3 2-16,-2 2 16,-5 2-16,-6 2 15,-3 2-15,-10 7 16,12-7-16,-12 7 16,0 0-16,0 0 15,0 0-15,0 0 16,0 0-16,-12 17 15,-2-1 1,5-2-16,1-4 16,1 1-16</inkml:trace>
  <inkml:trace contextRef="#ctx0" brushRef="#br0" timeOffset="122744.73">10169 7886 0,'0'0'0,"1"1"0,-1-1 16,7 12-16,1 3 16,2-1-1,5-10-15,9-12 16,14-40-16,12-61 16</inkml:trace>
  <inkml:trace contextRef="#ctx0" brushRef="#br0" timeOffset="126678.16">9631 8089 0,'0'0'0,"0"0"15,0 0-15,0 0 16,0 0-16,0 0 15,0 0-15,0 0 16,0 0-16,3 1 16,-3-1-1,0 0 1,18 9-16,-1-3 16,10-3-16,3-1 15,3-2 1,2 0-16,2 0 15,1 0-15,0-1 16,-2-1-16,-4-1 16,-1-2-16,2-1 15,-2-1-15,-2 0 16,-5 1-16,-2 0 16,-4 0-1,0 1-15,-3-1 16,-3 1-16,-2 1 15,-10 4-15,16-6 16,-16 6-16,10-5 16,-10 5-16,0 0 15,0 0-15,0 0 16,0 0-16,10-5 16,-10 5-16,0 0 15,0 0 1,0 0-16,0 0 15,0 0-15,0 0 16,0 0-16,0-7 16,0 7-16,0 0 15,0 0-15,-1-9 16,0 0-16,0-2 16,1 1-16,-1-2 15,0 1-15,0 2 16,0 0-1,0 0-15,-1 2 16,1-2-16,0 3 16,1 6-16,-3-10 15,3 10-15,-4-8 16,4 8-16,0 0 16,-3-7-16,3 7 15,0 0 1,0 0-16,0 0 15,0 0-15,0 0 16,0 0-16,0 0 16,20 7-16,-2-1 15,2 0-15,-1-1 16,-3-1-16,-3-2 16,-2 1-16,-11-3 15,16 3 1,-16-3-16,10 4 15,-10-4-15,0 0 16,8 11-16,-6-2 16,-1 1-16,-2 2 15,-2 7-15,-4 13 16,-5 12-16,-2 3 16,1-7-16,5-10 15,-2 1 16,2 3-31,11 5 16</inkml:trace>
  <inkml:trace contextRef="#ctx0" brushRef="#br0" timeOffset="135594.72">7808 8426 0,'0'0'0,"0"0"0,0 0 16,0 0-16,0 3 16,0-3-16,0 0 15,0 0-15,0 0 16,0 0-16,0 0 16,15 7-16,-2-2 15,7 2-15,3 0 16,4 1-16,5-1 15,14-3 1,15-1-16,3-6 16,0-3-16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30:37.125"/>
    </inkml:context>
    <inkml:brush xml:id="br0">
      <inkml:brushProperty name="width" value="0.05292" units="cm"/>
      <inkml:brushProperty name="height" value="0.05292" units="cm"/>
      <inkml:brushProperty name="color" value="#FF0000"/>
    </inkml:brush>
  </inkml:definitions>
  <inkml:trace contextRef="#ctx0" brushRef="#br0">4149 2358 0,'-4'0'0,"-5"-3"0,-7 0 0,-21 1 16,-7 1-16,-2 1 16,-1 0-16,2 0 15,2 0-15,4 0 16,1 0-1,-1-3-15,2 0 16,1 1-16,2 0 16,-1 0-16,-1 3 15,-1 4-15,1 5 16,1 2-16,1 0 16,-6 1-16,0 0 15,1 0 1,-1 0-16,0 0 15,-2 1-15,0 2 16,3 0-16,0 0 16,1 0-16,-1-1 15,1-1-15,-1-3 16,1-2-16,-1-1 16,0-3-16,-2-2 15,2-5 1,3-1-16,-5-3 15,0-3-15,0-2 16,2-1-16,1 0 16,0 0-16,1 0 15,2 1-15,1 0 16,0 1-16,1 0 16,1 0-16,1 4 15,0 2 1,0 1-16,2 1 15,3 2-15,3 1 16,4 1-16,4 0 16,1 0-16,2 1 15,2-1-15,10-2 16,-15 5-16,15-5 16,0 0-16,-11 4 15,11-4-15,0 0 16,0 0-1,0 0-15,0 0 16,0 0-16,-6 7 16,6-7-16,0 0 15,1 8-15,3 0 16,1 4-16,2 0 16</inkml:trace>
  <inkml:trace contextRef="#ctx0" brushRef="#br0" timeOffset="1300.09">6112 2759 0,'0'0'0,"0"0"15,0 0-15,0 0 16,0 2-16,0-2 16,0 0-16,0 0 15,20 7-15,2-1 16,8-6-16,5-5 15,3-5 1,0-4-16,3-4 16,1-3-16,2-1 15,-1 1-15,-3 1 16,-2 0-16,1 1 16,-3 3-16,2-1 15,4 2-15,4 0 16,8-4-16,2 0 15</inkml:trace>
  <inkml:trace contextRef="#ctx0" brushRef="#br0" timeOffset="4916.75">5739 3092 0,'0'0'0,"0"0"16,0 0-16,0 0 15,0 0-15,0 2 16,0-2-16,0 0 16,-1 7-16,1-7 15,0 0 1,0 0-16,0 0 16,0 0-16,11 6 15,-11-6-15,21 3 16,-7-3-16,2 0 15,-2 0-15,0 0 16,-1 0-16,1 0 16,-2 0-16,-1 0 15,0 0 1,0-1-16,-1 0 16,1 0-16,-11 1 15,18-3-15,-18 3 16,21-4-16,-2-2 15</inkml:trace>
  <inkml:trace contextRef="#ctx0" brushRef="#br0" timeOffset="5816.99">5802 4051 0,'0'0'0,"3"0"0,-3 0 15,27 2-15,20 2 16,22 2-16,16 1 16</inkml:trace>
  <inkml:trace contextRef="#ctx0" brushRef="#br0" timeOffset="12900.73">8432 4505 0,'0'0'0,"0"0"0,0 0 0,3 2 15,-3-2-15,0 0 16,0 0-16,0 0 16,0 0-16,0 0 15,0 0-15,10 7 16,-10-7-16,0 0 16,10 4-1,-10-4-15,16 4 16,-5 0-16,3-1 15,3 1-15,3 0 16,2 0-16,-2-1 16,-1 0-16,-1-2 15,0 0-15,-1-1 16,0 0 0,0 0-16,0 0 15,0 0-15,0 0 16,1 0-16,-4 0 15,-1-1-15,-1 0 16,0-1-16,-2 1 16,-10 1-16,19-5 15,-9 2-15,0-1 16,0 1 0,2-2-16,5 0 15,7-3-15,12-7 16</inkml:trace>
  <inkml:trace contextRef="#ctx0" brushRef="#br0" timeOffset="16350.01">8382 3192 0,'0'0'0,"0"0"15,0 0-15,0 0 16,0 0-16,0 0 16,0 0-16,3 2 15,-3-2-15,10 4 16,5 0-16,10 3 15,6 0 1,7-2-16,6 0 16,3 0-16,6 0 15,6 1-15,13 1 16</inkml:trace>
  <inkml:trace contextRef="#ctx0" brushRef="#br0" timeOffset="18316.57">9477 4273 0,'0'0'0,"0"0"0,0 0 15,0 0-15,0 0 16,0 2-16,0-2 16,0 0-16,0 0 15,0 0-15,0 0 16,4 8-16,-4-8 15,6 8-15,-1-1 16,1 2-16,1-1 16,-1 0-1,0-2-15,-6-6 16,11 11-16,-11-11 16,9 7-16,-9-7 15,24-5-15,5-15 16,16-30-16,9-22 15,0-15-15,3-5 16,-2-6-16</inkml:trace>
  <inkml:trace contextRef="#ctx0" brushRef="#br0" timeOffset="19352.3">9487 2553 0,'0'0'0,"0"0"15,0 0-15,0 0 16,-2 0-16,2 0 15,0 0-15,0 0 16,0 0-16,2 10 16,4 3-16,3 1 15,1 4 1,2-1-16,-3-2 16,1-2-16,-2-2 15,0 0-15,1 0 16,2 3-16,3-1 15,5-1-15,2-2 16,8-7-16,11-11 16,13-17-16,9-11 15,10-24 1,6-9-16,10-11 16,4-9-16</inkml:trace>
  <inkml:trace contextRef="#ctx0" brushRef="#br0" timeOffset="26016.71">10393 4011 0,'0'0'0,"0"0"0,0 0 0,0 0 15,1 2-15,-1-2 16,2 7-16,-2-7 16,0 0-16,5 7 15,-5-7-15,12-6 16</inkml:trace>
  <inkml:trace contextRef="#ctx0" brushRef="#br0" timeOffset="28184.43">11232 3034 0,'0'0'0,"0"0"0,0 0 16,-2-2-16,2 2 15,0 0-15,0 0 16,-6-6-16,6 6 16,0 0-16,-14-6 15,14 6-15,-22-3 16,4 6-16,-4 7 16,3 1-1,-1 6-15,-2 4 16,0 10-16,-2 2 15,0 4-15,0-1 16,0 1-16,0 3 16,2-4-16,5-2 15,3-2-15,1-3 16,3-2-16,1 5 16,2 2-1,5 1-15,4-2 16,10-1-1,6-5 1,4 3-16,-3-15 16,-7-14-16</inkml:trace>
  <inkml:trace contextRef="#ctx0" brushRef="#br0" timeOffset="28451.36">11386 3117 0,'0'-1'0,"0"1"16,-2-16 0,-2-10-16,-8-5 15,-9 5-15,0 8 16,-4 7-16,-3 7 15,-6 11-15,-10 15 16,-19 28-16,-24 29 16,-11 29-16</inkml:trace>
  <inkml:trace contextRef="#ctx0" brushRef="#br0" timeOffset="29816.73">11947 2959 0,'0'0'0,"0"0"15,0 0-15,-2 0 16,2 0-1,-4 9-15,1-1 16,1 5-16,2 3 16,3-1-16,2-2 15,0 1-15,-1-3 16,3-1-16,1-1 16,7-1-16,-1-3 15,9-6-15,10-6 16,11-13-1,7-20-15,0-7 16,1-16-16,-3 8 16,0-1-16,-7 6 15,-7 9-15,-7 5 16,-14 20-16,-7 5 16,-7 11-1,8-6-15,-8 6 0,0 0 16,7-8-1,-7 8-15,0 0 16,0 0-16,0 0 16,6-10-16</inkml:trace>
  <inkml:trace contextRef="#ctx0" brushRef="#br0" timeOffset="31999.57">13238 4011 0,'0'0'0,"0"0"0,0 0 16,0 0-16,-4-1 15,4 1-15,0 0 16,0 0-16,-4-7 15,4 7 1,3-6-16,3-1 16,8-3-16,8-3 15,8-2-15,2 2 16,4-1-16,3 2 16,2-2-16,0 1 15,-3 1-15,-3 3 16,-2 5-16,-3 3 15,-3 1 1,-7 0-16,-4-1 16,-2-1-16,-3 2 15,-11 0-15,13-2 16,-13 2-16,0 0 16,11 0-16,-11 0 15</inkml:trace>
  <inkml:trace contextRef="#ctx0" brushRef="#br0" timeOffset="33949.64">13302 4102 0,'0'0'0,"0"0"0,0 0 15,0 0 1,0-2-16,0 2 16,0 0-16,5-7 15,8-4-15,13-9 16,12-2-16,3 1 15,-1 3-15,-5 8 16,-7 2-16,-6 3 16,-6 3-1,-2 0-15,-2 2 16,-2 1-16,-10-1 16,15 1-16,-15-1 15,11 2-15,-11-2 16,0 0-16,0 0 15,11 4-15,-11-4 16,0 0-16,0 0 16,11 2-1</inkml:trace>
  <inkml:trace contextRef="#ctx0" brushRef="#br0" timeOffset="36515.86">14025 3541 0,'0'0'0,"0"-1"16,0 1-16,0 0 15,0 0-15,0 0 16,0 0-16,0 0 16,14 9-1,-1 1-15,-2 1 16,4 2-16,2 2 15,1 2-15,1 0 16,-3-2-16,-4-4 16,-2-2-16,-1-2 15,0 0-15,-9-7 16,12 9-16,-12-9 16,0 0-1,10 5-15,-10-5 16,0 0-16,0 0 15,12 4-15,-12-4 16,0 0-16,0 0 16,0 0-16,0 0 15,0 0-15,10 1 16,-10-1 0,9-8-16,1-2 15,2-4-15,2-4 16,1-2-16,-5 4 15,0 3-15,-1 1 16,0 0-16,-2 1 16,0 1-16,-3 3 15,-4 7-15,4-7 16,-4 7-16,0 0 16,0 0-1,5-7-15,-5 7 16,0 0-16,0 0 15,0 0-15,0 0 16,-10 8-16,-5 4 16,-7 7-16,-1 3 15,1 2-15,6-3 16,5-5-16,5-8 16,1-1-1,5-7-15,-5 7 16,5-7-16,0 0 15,-5 8-15,5-8 16,0 0-16,0 0 16,-3 7-16,3-7 15,0 8-15,0 2 16,0 1 0,2 3-16,3 4 15,0 3-15,1 4 16,0 1-16,-2 3 15,-1-4-15,-2 3 16,0-3-16,1-4 16,-5-1-16,2-4 15,-1-5-15,2-5 16,0-6-16,-2 10 16,2-10-16</inkml:trace>
  <inkml:trace contextRef="#ctx0" brushRef="#br0" timeOffset="37465.9">13623 4543 0,'0'-2'0,"0"2"16,0 0-16,0 0 16,0 0-16,0 0 15,0 0 1,0 0-16,0 0 15,0 0-15,0 0 16,0 0-16,0 0 16,0 0-16,0 0 15,0 0-15,4-9 16,-4 9-16</inkml:trace>
  <inkml:trace contextRef="#ctx0" brushRef="#br0" timeOffset="37899.5">13277 4073 0,'0'0'0,"0"0"0,0 0 15,0 0-15,0 0 16,2 4-16,5 5 16,10 7-16,13 5 15,7 1-15,6 2 16,6-1-1,3 1-15,-6-2 16,-3-2-16,-5-2 16,-5-3-16,-5-2 15,-6-3-15,-6-3 16,-2-1-16,-4 1 16,0-2-16,-1 2 15,1 0 1</inkml:trace>
  <inkml:trace contextRef="#ctx0" brushRef="#br0" timeOffset="38816.81">14207 4098 0,'0'0'0,"0"0"0,0 0 16,0 0-16,0 0 15,-5 3-15,-11 6 16,-10 4-16,-9 6 16,-7 2-16,8-3 15,0-1-15,6-3 16,2 1-1,-3 1-15,5 0 16,2-2-16,3-3 16,5-2-16,2-2 15,2 0-15,10-7 16,-13 7-16,13-7 16,0 0-16,0 0 15,-11 6-15,11-6 16,0 0-16,0 0 15,0 0 1,0 0-16,0 0 16,0 0-16,0 0 15,-9 4-15,6 3 16,-3 12-16,-1 19 16,-1 4-16,0 1 15,0 3-15,4-11 16,-1 11-1,3-14-15,0-14 16,0 6-16,1-10 16,1 6-16,0 2 15,0-12-15,0-10 16,0 0-16,0 0 16,0 7-16,-3 0 15,3-7-15,-5 7 16,5-7-1,-10-2-15,10 2 16,-18-8-16,8 0 16,10 8-16,-18-15 15,9 7-15,0-6 16,0 0-16,9 14 16,-4-8-16,4 8 15,0 0-15,0 0 16,-3 16-1,4 4-15,5-3 16,3-7-16,4 7 16,9-5-16,5-12 15,1 3-15,-2-6 16,0-4-16,-7 4 16,-2-3-16,-2-4 15,-5 3-15,0-7 16,-3 6-1,-7 8-15,6-10 16,-1 2-16</inkml:trace>
  <inkml:trace contextRef="#ctx0" brushRef="#br0" timeOffset="39383.18">13639 5063 0,'0'0'0,"3"3"16,-3-3-16,22 9 15,5-4 1,13-9-16,6-2 16,2-9-16,-1-4 31,-11 0-31,-13 3 16,-10 3-16,-10 1 15,-7-3-15,-5 2 16,-6 1-16,-7 3 15,-4 4-15,-2 5 16,1 7 0,0 7-16,4 4 15,4 3-15,1 1 16,3 3-16,5 1 16,2 4-16,4-1 15,6 1-15,5 3 16,4-3-1,5-1-15,3-9 16,3-5-16,7-7 16,5-5-16,0-4 15,13-10-15,1 1 16,-3 0-16,-13 4 16,-9 1-16,-7 2 15,-2 0-15,3 1 16</inkml:trace>
  <inkml:trace contextRef="#ctx0" brushRef="#br0" timeOffset="40049.42">14061 5074 0,'0'0'0,"0"0"0,0 0 0,0 0 15,0 0-15,8 1 16,3 0-16,3 0 16,3 1-16,2 0 15,4-1-15,-2-1 16,-2-1-1,-3 0-15,-5 0 0,-11 1 16,15-2 0,-15 2-16,14-1 15,-14 1-15,14-2 16,-14 2-16,14-4 16,-14 4-16,12-9 15,-8 3-15,-3-6 16,-2-2-16,-4-1 15,-3 5-15,-5 0 16,-2 2 0,1 2-16,3 3 15,11 3-15,-11-4 16,11 4-16,0 0 16,0 0-16,0 0 15,0 0-15,20 5 16,-7 1-16,0 3 15,-2 3-15,-2 0 16,-1 4 0,-4-2-16,1-1 15,-3-1-15,-1 0 16,0 0-16,-2-1 16,-2-1-16,-1-1 15,-4-2-15,-4-1 16,0-1-16,-1-1 15,13-4-15,-14 2 16</inkml:trace>
  <inkml:trace contextRef="#ctx0" brushRef="#br0" timeOffset="42949.28">6575 5755 0,'0'0'0,"0"0"0,-3 0 16,3 0-16,0 0 15</inkml:trace>
  <inkml:trace contextRef="#ctx0" brushRef="#br0" timeOffset="43550.28">8399 5459 0,'0'0'0,"0"0"0,0 0 0,0 0 16,0 0-16</inkml:trace>
  <inkml:trace contextRef="#ctx0" brushRef="#br0" timeOffset="44149.66">9468 5624 0,'0'0'0,"-1"1"0,1-1 15,0 0-15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31:25.492"/>
    </inkml:context>
    <inkml:brush xml:id="br0">
      <inkml:brushProperty name="width" value="0.05292" units="cm"/>
      <inkml:brushProperty name="height" value="0.05292" units="cm"/>
      <inkml:brushProperty name="color" value="#FF0000"/>
    </inkml:brush>
  </inkml:definitions>
  <inkml:trace contextRef="#ctx0" brushRef="#br0">6384 2413 0,'0'0'0,"0"0"16,0 0-16,0 0 15,0 0-15,0 0 16,0 0-16,0 0 16,1-2-16,-1 2 15,0 0-15,0 0 16,0 0-16,0 0 15,0 0-15,0 0 16,15-4 0,-5 0-16,3 0 15,-1-1-15,1 0 16,-1 1-16,-1 0 16,0 0-16,2 0 15,0 0-15,-1 0 16,4 2-16,0 0 15,2-1-15,0 1 16,0-1 0,0 1-16,-3 0 15,0-1-15,-2 1 16,-2 1-16,0-1 16,-1 0-16,1 1 15,2-1-15,3 0 16,3 0-16,0-1 15,-4 2-15,-1 0 16,-2-1-16,-1 2 16,-1 0-1,-10 0-15,18 2 16,-18-2-16,18 2 16,-7 0-16,2 0 15,0 1-15,4 0 16,-2 1-16,1-2 15,-1-1 1,-2 0-16,-2-1 16,1 0-16,-12 0 15,19 0-15,-19 0 16,18 0-16,-18 0 16,20 0-16,-8 0 15,2 0-15,0 0 16,0 0-16,1 0 15,-2 0-15,-1-1 16,-1 0-16,1 0 16,-1 0-1,0 1-15,0-1 16,1 0-16,1-1 16,1 1-16,0-1 15,2 0-15,1 1 16,0-1-16,-1 0 15,-4 1-15,0 0 16,-1 1-16,2-2 16,-1 2-1,1-1-15,-1 0 16,0 0-16,1 0 16,-1 1-16,4 0 15,2 1-15,1 0 16,-2 0-16,-2 0 15,0-1-15,-2 2 16,1-2 0,-1 1-16,-2 0 15,0-1-15,-1 0 16,0 0-16,0 0 16,-10 0-16,19 0 15,-8 0-15,-1 0 16,0 0-16,-10 0 15,18 0-15,-18 0 16,18 0-16,-18 0 16,17 0-1,-17 0-15,22-1 16,-1-2-16,14-3 16</inkml:trace>
  <inkml:trace contextRef="#ctx0" brushRef="#br0" timeOffset="2585.67">8402 2327 0,'0'0'0,"0"0"0,0 0 0,0 0 16,0 0 0,0 2-16,0-2 15,0 0-15,23 8 16,-1-2-16,3-2 15,1-2-15,-1-2 16,-3 0-16,-1 0 16,0 0-16,-1 0 15,1 1 1,3 0-16,2 2 16,2 1-16,4-1 15,2 1-15,2 2 16,-1 0-16,-5-1 15,1 0-15,0 0 16,-1-3-16,-1-2 16,0-2-16,1-3 15,1-4 1,1-1-16,0-1 16,-1-1-16,2 1 15,-1-1-15,-1 3 16,-1 1-16,-1 1 15,-2 2-15,-2 0 16,-3 2-16,-2 1 16,-4-1-16,-2 1 15,-3 1 1,-11 1-16,15-2 16,-15 2-16,12-2 15,-12 2-15,0 0 16,12-3-16,-12 3 15,0 0-15,10-2 16,-10 2-16,15-8 16,-3-6-16,6-11 15,-1-9 1,1-8-16,-3 1 16,-4 6-16,-3 5 15,-2 3-15,-4 2 16,-2-1-16,-2-2 15,-1 3-15,-1-1 16,0 1-16,-1 2 16,-1 1-1,2 2-15,-2 1 16,1 3-16,-1 0 16,-1 2-16,-1 1 15,-3 3-15,-7 3 16,-6-3-16,-6 1 15,-4 0-15,-1 2 16,-1 3-16,-5 3 16,1 1-16,-2 2 15,2 1-15,0 0 16,-4 1 0,-2-1-16,0 0 15,2 0-15,2-2 16,-2-2-16,3-3 15,0 0-15,2-2 16,2 1-16,3-1 16,2 1-16,4 2 15,1-2-15,2 2 16,0-1 0,0 1-16,2 0 15,4 1-15,2 0 16,3 0-16,1 0 15,4 1-15,9 1 16,-15-2-16,15 2 16,0 0-16,-12-1 15,12 1 1,0 0-16,0 0 16,0 0-16,0 0 15,-10 5-15,10-5 16,0 0-16,-2 6 15,-1 3-15,-4 8 16,-1 8-16,-1 2 16,0-1-16,1 0 15,0-3-15,0 0 16,0-3-16,2-3 16,0-3-1,0-2-15,2-2 16,0 0-16,-2 2 15,0 0-15,0 0 16,0 0-16,0 0 16,0-1-16,1 0 15,1 1-15,-1-2 16,1 0 0,0 3-16,0-1 15,1 1-15,0 4 16,1 2-16,1 2 15,2 3-15,-1-3 16,2-2-16,0-1 16,0 1-16,-1 1 15,1 3 1,-1 4-16,1 2 16,-1-4-16,1-1 15,-1-5-15,0-3 16,0-4-16,0-3 15,1-3-15,-2-6 16,3 11-16,-3-11 16,13 8-16</inkml:trace>
  <inkml:trace contextRef="#ctx0" brushRef="#br0" timeOffset="8532.86">8155 2982 0,'0'0'0,"0"0"0,0 0 0,0 0 16,0 0-16,0 0 15,0 0-15,0 0 16,4 1-16,-4-1 16,24 3-16,-3-1 15,1-2 1,2-1-16,-3-2 16,1 1-16,-2-1 15,-2-1-15,2 0 16,2 0-16,3-2 15,2 0-15,2-1 16,-3 1-16,-4 1 16,-5 1-16,-4 2 15,-3-2 1,-10 4-16,12-1 16,-12 1-16,0 0 15,12-2-15,-12 2 16,0 0-16,0 0 15</inkml:trace>
  <inkml:trace contextRef="#ctx0" brushRef="#br0" timeOffset="13799.6">8844 3495 0,'0'0'0,"0"0"0,0 0 0,0 2 16,0-2 0,0 0-16,0 0 15,13 8-15,0 0 16,4-1-16,2-2 16,1-3-16,-2-1 15,-1-1-15,-3-1 16,-1 1-16,-2-1 15,-11 1 1,16-1-16,-16 1 16,14 0-16,-14 0 15,17 4-15,-7 4 16,0 4-16,-1 0 16,-2 1-16,-2-2 15,-2 0-15,-1 2 16,-1-1-16,-1 1 15,-2 2-15,0 2 16,-3 2 0,0 4-16,-1 3 15,0 1-15,-1 1 16,1-1-16,0-1 16,4 11-1,5 7 1,4-4-16,-1-8 15,-2-16-15,-2-6 16,-1-3 0,-1-7-16,3 12 15,-4-5-15,-3 2 16,-7 5-16,-4 2 16,-5 0-16,-3-1 15,-7 1-15,-5-4 16,-3-4-16,4-6 15,6-3-15,8-2 16</inkml:trace>
  <inkml:trace contextRef="#ctx0" brushRef="#br0" timeOffset="16299.66">8153 5391 0,'0'0'0,"0"0"15,0 0-15,0 0 16,0 0-16,3-1 15,-3 1-15,13-2 16,-3 0-16,2 1 16,1-1-16,2 0 15,1-1 1,1-2-16,1 0 16,2-2-16,2-2 15,0-1-15,-1-1 16,2-4-16,1-3 15,-1 0-15,-1 1 16,-2 1-16,-1 2 16,0 0-16,-1 1 15,-2 1 1,2 1-16,1 3 16,3-1-16,3 1 15,-1 0-15,-2 0 16,-1 2-16,-3 1 15,-2 0-15,-2 0 16,-1 1-16,-1 1 16,1-1-1,0 0-15,2 0 16,0 2-16,-1 1 16,0 0-16,-1 0 15,-1 2-15,0 1 16,-1-1-16,0 0 15,-1 1-15,1 0 16,-1-1-16,0 1 16,0 0-16,0-1 15,1 1 1,2 0-16,3-1 16,1 1-16,1 0 15,-1 1-15,0 0 16,0 1-16,-2-2 15,-1 0-15,1 1 16,1-1-16,2-1 16,6-2-16,2-2 15,0 0 1,-2 0-16,-1-1 16,-1 0-16,2-2 15,3 0-15,1-1 16,-3 1-16,0 0 15,-1 0-15,0 1 16,-1 0-16,-2 1 16,6 2-1,4 4-15,1 2 16,-3 3-16,-5 0 16,-3-1-16,1 0 15,2 2-15,5 2 16,1 0-16,2 1 15,-8-1-15,-3-1 16,0-2-16,3 3 16,4 0-1,0 1-15,0-1 0,-7-2 16,-2-1 0,-3-1-16,-1-1 15,0-1-15,3 0 16,3 1-16,2 0 15,2 0-15,-6 0 16,-2-3-16,-4 0 16,-2 0-16,5 1 15,0-1 1,0 0-16,0 1 16,3-1-16,2 2 15,3-1-15,-2 0 16,-3-2-16,2-1 15,3-1-15,0 1 16,-2 0-16,3 0 16,3 0-16,3-2 15,-4-5 1,-6 0-16,-2 0 16,2 0-16,7-3 15,6-1-15,-2 2 16,-5 3-16,4 4 15,1 1-15,-2-1 16,-6 1-16,-4-1 16,-2-3-16,6 0 15,1-1 1,3-1-16,3-2 16,-5 0-16,-3 1 15,-6 1-15,1 1 16,2-1-16,3 1 15,1 0-15,-1 2 16</inkml:trace>
  <inkml:trace contextRef="#ctx0" brushRef="#br0" timeOffset="23732.64">9924 2953 0,'0'0'0,"0"0"0,0 0 15,0 2-15,0-2 16,1 14-16,0 3 16,1 2-16,1 2 15,2 1 1,-1-2-16,1-1 16,0-1-16,1 0 15,1 0-15,-1-4 16,2 1-16,1-2 15,0-3-15,1 0 16,0-3-16,2-2 16,4-8-1,2-9-15,2-9 0,0-6 16,-2 3 0,-6 6-16,-1 1 15,-2 4-15,-2 3 16,-1 2-16,-6 8 15,6-8-15,-6 8 16,0 0-16,0 0 16,0 0-16,11-1 15,-11 1 1,20 15-16,-6-1 16,1 5-16,1 3 15,0 1-15,-1-1 16,-3-4-1,-1-2 1,-2-7-16,3-2 16,0-8-16,7-10 15,2-5 1,-2-11-16,-2 0 16,-3-6-16,-2-8 15,-3-1-15,-2 4 16,-2 6-16,-1 9 15,-1 6-15,-2 5 16,0 5-16,-1 7 16,0-9-16,0 9 15,0 0 1,2-10-16</inkml:trace>
  <inkml:trace contextRef="#ctx0" brushRef="#br0" timeOffset="24099.2">10527 2505 0,'0'0'0,"0"0"0,0 0 16,0 0-16,5 0 15,11 0 1,11 0-16,6 0 16,-3 0-16,-1 0 15,-1 0-15,-1-2 16,-6-3-16,-4 0 15,-3 1-15,-4 0 16,-10 4-16,10-3 16,-10 3-16</inkml:trace>
  <inkml:trace contextRef="#ctx0" brushRef="#br0" timeOffset="24282.76">10719 2521 0,'0'0'0,"0"0"16,0 0-16,0 0 16,0 4-16,1 3 15,0 4 1,0 6-16,0 6 16,0 2-16,1 4 15,0 8-15,-3 5 16,-2 4-16,2 0 15</inkml:trace>
  <inkml:trace contextRef="#ctx0" brushRef="#br0" timeOffset="24983.97">11078 2844 0,'0'0'0,"0"0"0,0 0 0,1 2 15,-1-2-15,15 17 16,1 2-16,2 4 15,2 3-15,1-2 16,0 1-16,-3-4 16,6 1 15,-4-4-31,1 3 16,-1-3-16</inkml:trace>
  <inkml:trace contextRef="#ctx0" brushRef="#br0" timeOffset="25199.59">11258 2888 0,'0'0'0,"0"2"0,0-2 16,-4 14-16,-3 14 15,-11 26-15,-9 13 16,-8 0-16</inkml:trace>
  <inkml:trace contextRef="#ctx0" brushRef="#br0" timeOffset="29532.99">5828 5971 0,'0'0'0,"0"0"16,0 0-16,0 0 15,0 2-15,0-2 16,0 0-16,0 0 15,18 11-15,1-3 16,4 2 0,1-3-16,0-1 15,4-2-15,-3-2 16,5-1-16,0 0 16,0-1-16,2 1 15,-3 0-15,0 0 16,3 0-16,-2 0 15,0-1 1,-2-1-16,-4-2 16,0 0-16,-1-1 15,1-1-15,-3 0 16,-1 0-16,-2 1 16,0-2-16,-1 0 15,0 1-15,-2 0 16,-2 1-16,0 1 15,-1 0-15,0-1 16,1 2 0,0-2-16,1 1 15,0 2-15,-2 2 16,0 1-16,-2-1 16,-10-1-16,19 4 15,-9-1-15,2 1 16,-1-2-16,-1 2 15,0-1-15,0 0 16,-1 0 0,-9-3-16,19 4 15,-19-4-15,13 1 16,-13-1-16,9 0 16,-9 0-16,0 0 15,0 0-15,11 0 16,-11 0-16,0 0 15,0 0 1,0 0-16,0 0 16,0 0-16,0 0 15,0 0-15,0 0 16,0 0-16,0 0 16,0 0-16,0 0 15,0 0-15,0 0 16,0 0-16,0 0 15,0 0-15,0 0 16,0 0 0,0 0-16,0 0 15,0 0-15,0 0 16,0 0-16,0 0 16,0 0-16,0 0 15,0 0-15,0 0 16,0 0-16,0 0 15,0 0-15,0 0 16,0 0 0,0 0-16,0 0 15,0 0-15,0 0 16,0 0-16,0 0 16,0 0-16,0 0 15,0 0-15,0 0 16,0 0-16</inkml:trace>
  <inkml:trace contextRef="#ctx0" brushRef="#br0" timeOffset="38249">6280 5930 0,'0'0'0,"0"0"0,0 0 0,0 0 15,0 0-15,0 0 16,0 0-16,0 0 16,0 0-16,0 0 15,0 0 1,0 0-16,0 0 16</inkml:trace>
  <inkml:trace contextRef="#ctx0" brushRef="#br0" timeOffset="42148.12">9058 3829 0,'0'0'0,"0"0"0,0 0 15,0 0-15,4 1 16,-4-1-16,24 8 16,-6-5-16,3-3 15,8-1-15,8-2 16,3-1-16,-1 1 16,-2 0-16,3-1 15,0-1 1,6 0-16,1 0 15,4-2-15,4-9 16,-1-1-16,9-3 16,-1 1-16,0 1 15,9-2-15,-3 5 16,-1-1-16,8 0 16,-13 2-16,6-7 15,2-7 1,-7 2-16,3-4 15,2 0-15,-7 3 16,-2 1-16,-3 1 16,-5 3-16,0 0 15,1-1-15,-2 1 16,-2 1-16,-1 1 16,-7 3-16,-3 1 15,5 0 1,-3 4-16,-3 2 15,-5 3-15,-1 0 16,-2 0-16,0 1 16,-3 0-16,0 3 15,1 3-15,1 1 16,-1 0-16,1 0 16,-3-1-16,3-1 15,-1-1 1,1-3-16,1 0 15,-3-3-15,-3-1 16,-1 1-16,-2 0 16,1 0-16,-1 0 15,-4 1-15,-1 0 16,-3 1-16,-11 6 16,15-8-16,-15 8 15,11-5 1,-11 5-1,0 0 1,0 0-16,5-9 16,-19 0-16,-15-5 15,-14 2-15,2 2 16,0 2-16,7 2 16,7 2-16,10 2 15,6 1 1,11 1-16,-10 0 15,10 0-15,0 0 16,0 0-16,0 0 16,0 0-16,0 0 15,0 0-15,0 0 16,0 0-16,0 0 16,10 7-16,9 0 15,5 0 1,-3-2-16,0 1 15,-2-1-15,-2 0 16,-2 5-16,-4 5 16,-1 5-16,-5 3 15,-7 4-15,-3 0 16,-11 2-16,-7-2 16,-1-5-16,1-7 15,6-5-15,4-3 16,13-7-1</inkml:trace>
  <inkml:trace contextRef="#ctx0" brushRef="#br0" timeOffset="42766.26">12782 1889 0,'0'0'0,"0"0"0,0 0 0,0 0 0,0 0 15,0 2-15,0-2 16,0 15-16,0 5 16,1 6-16,1 3 15,0-3-15,1-2 16,-1-1-1,1-2-15,0-3 16,-2 1-16,2 0 16,-1 0-16,-1 2 15,-4-3-15,-1 4 16,-4 3-16,-4 1 16,-1 1-16</inkml:trace>
  <inkml:trace contextRef="#ctx0" brushRef="#br0" timeOffset="43231.92">12292 2581 0,'0'3'0,"0"-3"15,0 0-15,9 6 16,7-2-16,16-9 16,3 5-16,9-10 15,6 0-15,4-1 16,12-7-1,0 0-15,8-5 16,-3 3-16,-3 5 16,1 5-16,-3 4 15,0-2-15,-4 2 16,-1-1-16,-3 2 16,-2-1-16,-3 1 15,-1 1-15,1-2 16,-6 5-1,-5 1-15,-12 0 16,-5 1-16,-3 2 16,-6 1-16,-5 3 15,-10-1-15,-9 10 16</inkml:trace>
  <inkml:trace contextRef="#ctx0" brushRef="#br0" timeOffset="43714.67">12489 2896 0,'0'0'0,"0"0"16,0 0-16,0 0 15,0 0-15,0 1 16,0-1-16,0 0 15,2 13-15,-1-7 16,0 4 0,1 5-16,0 1 15,0 5-15,1 2 16,0 4-16,0 6 16,0 6-16,-2 2 15,-4 0-15,-1 2 31,-2-3-31,2-8 16,1-16 0,3-16-16,0 0 15,0 0-15,0 0 16</inkml:trace>
  <inkml:trace contextRef="#ctx0" brushRef="#br0" timeOffset="43999.65">12651 3144 0,'0'0'0,"0"0"16,0 0-16,0 0 16,0 0-16,4 0 15,-4 0-15,16-2 16,2-3-16,6-4 15,-2 0-15,0-1 16,3-2 0,5-2-16,1 0 15,-3 0-15,-7 5 16,-6 1-16</inkml:trace>
  <inkml:trace contextRef="#ctx0" brushRef="#br0" timeOffset="44249.18">12723 3029 0,'0'0'0,"0"1"15,0-1-15,-6 11 16,0 2-16,0 6 15,2 4-15,2 4 16,1 0 0,2-2-16,1-1 15,2-4-15,-1-1 16,0-3-16,0-3 16</inkml:trace>
  <inkml:trace contextRef="#ctx0" brushRef="#br0" timeOffset="45099.57">13173 3187 0,'0'0'0,"0"0"15,0 0-15,0 0 16,4-1-16,-4 1 16,14-9-1,5-4-15,7-4 16,2-3-16,-6 3 16,-3-6-16,-5 1 15,-5 3-15,-5-3 16,-4 4-16,-4 2 15,-4 4-15,-4 5 16,-5 4-16,-5 6 16,-4 8-16,2 2 15,1 3 1,7 2-16,1 2 16,1 7-16,2 5 15,7-2-15,1-3 16,4-3-16,3-4 15,0 0-15,4 0 16,1-2-16,6 5 16,4-2-16</inkml:trace>
  <inkml:trace contextRef="#ctx0" brushRef="#br0" timeOffset="45798.9">13377 2700 0,'0'0'0,"0"0"0,1 1 16,-1-1-16,13 7 15,2 7 1,-1-5-16,3 4 16,-2-2-16,-4-7 15,3-7-15,3-15 16,4-23-16,0 1 15</inkml:trace>
  <inkml:trace contextRef="#ctx0" brushRef="#br0" timeOffset="45998.87">13695 2707 0,'0'0'0,"0"-1"0,0 1 15,-1-9-15,1 9 16,0 0-16,-12 21 16,4 5-16,4-11 15,0-1 1,3 10-16,1-5 16,2 4-16,1-1 15</inkml:trace>
  <inkml:trace contextRef="#ctx0" brushRef="#br0" timeOffset="46148.9">13883 2667 0,'0'0'0,"0"-3"16,0 3-16,-5-11 16,-8-6-16,-8 6 15,-10 11-15,-26 24 16</inkml:trace>
  <inkml:trace contextRef="#ctx0" brushRef="#br0" timeOffset="50532.2">11624 3918 0,'0'0'0,"-1"1"16,1-1-16,-4 17 15,0 4-15,-2 5 16,0 2-16,0 0 16,1-1-16,-1-4 15,0-5-15,0-2 16</inkml:trace>
  <inkml:trace contextRef="#ctx0" brushRef="#br0" timeOffset="50898.76">11397 4229 0,'0'0'0,"0"0"0,0 0 16,3 0-16,8 2 16,13-4-16,12-5 15,11-4-15,6-5 16,10-5-1,-1-2-15,6-3 16,-7 1-16,-8-1 16,5-4-16,-12 1 15,2-5-15,0 1 16,-10 5-16,-6 4 16,-3 5-16,-11 4 15,-2 4-15,-5 3 16,-11 8-16</inkml:trace>
  <inkml:trace contextRef="#ctx0" brushRef="#br0" timeOffset="51198.83">11714 4228 0,'0'0'0,"0"0"0,0 0 16,-2 2-16,2-2 16,-5 10-16,3 0 15,2 1-15,1 4 16,2 1-16,1-1 15,3-2 1,2-1-16</inkml:trace>
  <inkml:trace contextRef="#ctx0" brushRef="#br0" timeOffset="51431.84">11848 4255 0,'0'0'0,"3"-1"0,-3 1 16,18-10-16,5-3 16,6-9-16,-3 0 15,-2 4-15,-9 4 16,-2 3-16,-3 1 15,-1 2 1,3-2-16</inkml:trace>
  <inkml:trace contextRef="#ctx0" brushRef="#br0" timeOffset="51599.05">11975 4160 0,'0'0'0,"-1"2"16,1-2-16,-4 16 15,2 5-15,7 2 16,2 1 0,0-5-16,-3-4 15,2-3-15,3 4 16,5 1-16</inkml:trace>
  <inkml:trace contextRef="#ctx0" brushRef="#br0" timeOffset="51799.33">12195 4119 0,'0'0'0,"-1"3"16,1-3-16,0 8 15,4 11-15,4 14 16,2 6-16,3 4 15,0-2-15</inkml:trace>
  <inkml:trace contextRef="#ctx0" brushRef="#br0" timeOffset="52215.92">12395 3703 0,'0'0'0,"0"0"15,0 0-15,0 0 16,0 0-16,10-1 15,10-3-15,10-6 16,4-2 0,-8 3-16,-2-1 15,-6 0-15</inkml:trace>
  <inkml:trace contextRef="#ctx0" brushRef="#br0" timeOffset="52415.26">12429 3813 0,'-1'5'0,"-1"1"15,1 1-15,1-7 16,-1 9-16,1-9 16,0 0-16,11 3 15,6-4-15,6-10 16,1-10-16,-2 4 15,-7 5-15</inkml:trace>
  <inkml:trace contextRef="#ctx0" brushRef="#br0" timeOffset="52614.69">12747 3534 0,'0'0'0,"0"3"16,0-3-16,4 15 15,0-1-15,-1 0 16,0-2 0,-1-1-16,1 2 15,1 2-15,-2 1 16,-1-3-16,1 8 16,-1 3-16</inkml:trace>
  <inkml:trace contextRef="#ctx0" brushRef="#br0" timeOffset="52898.57">12593 3974 0,'0'0'0,"0"0"15,3-2-15,-3 2 16,30-14-16,0 1 15,0-1-15,-1 1 16,0-3-16,7-6 16,3-4-1,6-10-15,-10 6 16,-2-3-16,-15 15 16,-6 7-16,0-1 15</inkml:trace>
  <inkml:trace contextRef="#ctx0" brushRef="#br0" timeOffset="53282.13">12761 4067 0,'0'0'0,"0"0"15,0 0-15,0-1 16,0 1-16,-3-15 15,3 5-15,2 0 16,2 0-16,2 1 16,-6 9-1,13-8-15,-13 8 16,15 6-16,-11 2 16,-1 9-16,-5 5 15,-5 5-15,-1 1 16,-4 4-16,1 1 15,1-6-15,-1-2 16,2-5-16,-1-4 16,1-1-1,4-7-15,5-8 16,-6 9-16,6-9 16,0 0-16,15-5 15,18-11-15,10-17 16,-3 4-16,-1-1 15</inkml:trace>
  <inkml:trace contextRef="#ctx0" brushRef="#br0" timeOffset="53682.12">13211 3623 0,'0'0'0,"0"-4"0,0 4 0,0 0 15,1-8 1,-1 8-16,13-4 16,1 0-16,3 0 15,5 0-15,0 0 16,-1-4-1,-2-20 1,0 7-16</inkml:trace>
  <inkml:trace contextRef="#ctx0" brushRef="#br0" timeOffset="53915.42">13210 3741 0,'0'0'0,"0"0"0,-1 1 15,1-1-15,0 0 16,-2 7-16,2-7 16,0 0-16,0 0 15,0 0 1,11-3-16,5-6 16,6-5-16,-2-1 15,-1 2-15,-1 1 16,0 1-16,6-4 15,1-1-15</inkml:trace>
  <inkml:trace contextRef="#ctx0" brushRef="#br0" timeOffset="54566.24">13686 3424 0,'0'0'0,"0"0"0,0 0 15,0 0-15,-3 2 16,3-2 0,-11 10-16,3 4 15,-2 7-15,1 8 16,2 3-16,3-2 15,2-4-15,2-14 16,0-12 0</inkml:trace>
  <inkml:trace contextRef="#ctx0" brushRef="#br0" timeOffset="54732.17">13744 3408 0,'0'0'0,"0"0"0,0 0 15,-3-2-15,3 2 16,0 0-16,0 0 16,0 0-16,-7 9 15,7-9-15,-3 12 16</inkml:trace>
  <inkml:trace contextRef="#ctx0" brushRef="#br0" timeOffset="55119.19">14073 3299 0,'0'0'0,"-4"5"0,4-5 16,-18 16-16,2-1 16,2 1-16,3-1 15,2-3-15,4 0 16,3 0 0,2 2-16,3 8 15</inkml:trace>
  <inkml:trace contextRef="#ctx0" brushRef="#br0" timeOffset="55382.08">14249 3241 0,'2'0'0,"-2"0"16,27-9-1,11-8-15</inkml:trace>
  <inkml:trace contextRef="#ctx0" brushRef="#br0" timeOffset="58232.78">13099 6002 0,'0'0'0,"0"0"15,0 0-15,0 0 16,0 1-16,0-1 16,0 0-16,0 0 15,2 6-15,-2-6 16,14 8-1,2-5-15,5-2 16,1-2-16,1-1 16,-1 0-16,0 1 15,1-1-15,4 0 16,0 0-16,0 1 16,1-1-16,-5 1 15,3 1 1,-3 3-16,2 2 15,-4 0-15,-4 0 16,-4 0-16,-1-2 16,-1 0-16,0 0 15,-1 0-15,1 1 16,1 0-16,3 0 16,2 1-16,-1 0 15,-1-1-15,1 2 16,-2-2-1,2 0-15,-3-1 16,1-1-16,-1 0 16,1-1-16,1 0 15,4-1-15,1-1 16,0-1-16,-2 0 16,0 0-16,0 0 15,-1-1-15,3-2 16,0 0-1,0 0-15,1-1 16,-2 1-16,0 1 16,1 0-16,-2 1 15,-2 2-15,-1-1 16,2 1-16,0-1 16,-1 1-16,-1-1 15,0 0 1,-1 1-16,0-1 15,-1 0-15,-1 1 16,-1-1-16,0-1 16,-1 0-16,-10 3 15,17-10 1,-8-3 0,1-7-16,1-13 15,-3 1-15,-1-1 16,-4 4-1,0 6-15,-3-1 16,0 2-16,0-5 16,-1-3-16,0-6 15,0 4-15,0 7 16,0 4-16,1 3 16,0-1-16,0-2 15,0 0-15,0-5 16,0 0-1,0 4-15,-3 3 16,1 4-16,-2 4 16,2 0-16,-8 0 15,-11-3-15,2 1 16,0 3-16,4 3 16,0 2-16,-11 0 15,-1 4-15,1 2 16,1 2-1,-1-1-15,-2 1 16,-3-1-16,3 1 16,0-1-16,-1 0 15,0-1-15,1-1 16,1 0-16,4-1 16,-1-1-16,0 0 15,0-1-15,2-2 16,1 1-16,-2 0 15,1-2 1,0 1-16,0-2 16,2-1-16,3 1 15,0 0-15,2 1 16,2 2-16,-3 0 16,3 1-16,-1-1 15,0 2-15,3 0 16,-3 1-1,1 0-15,-2 0 16,1 2-16,2 1 16,-1 2-16,2 1 15,0 1-15,0 0 16,1 2-16,0 2 16,-2 1-16,1 3 15,2 0-15,1 3 16,0 5-1,0-3-15,1 1 16,0 0-16,0 2 16,-1 1-16,0-2 15,-1 4-15,1 1 16,-2 0-16,5-7 16,0-6-16,-3 8 15,2-3-15,-3 12 16,2-6-16,5-11 15,-2 7 1,2-4-16,2-4 16,0-3-16,0-2 15,0 5-15,1 10 16,-1 3-16,2-8 16,1-6-16,-1-1 15,1 0-15,0 0 16,-1 0-1,-1 0-15,0-2 16,-1 2-16,0 1 16,-1 2-16,1 3 15,-1-3-15,1-1 16,-1-4-16</inkml:trace>
  <inkml:trace contextRef="#ctx0" brushRef="#br0" timeOffset="61250.1">8766 6363 0,'0'0'0,"0"0"16,0 0-16,0 0 15,0 0-15,0 0 16,2 2-16,-2-2 16,11 6-16,3 2 15,3-1 1,7 0-16,5-3 16,4-2-16,4-2 15,1-2-15,-1-1 16,-2 0-16,-2 0 15,-3 1-15,-1 0 16,-2-1-16,0 1 16,-2 0-16,-1 0 15,-4 0 1,-2 0-16,-6 0 16</inkml:trace>
  <inkml:trace contextRef="#ctx0" brushRef="#br0" timeOffset="61832.57">8884 6893 0,'0'0'0,"1"3"15,-1-3-15,0 0 16,0 0-16,6 8 16,-6-8-16,9 11 15,1 0 1,7 3-16,9 0 16,5 1-16,6-5 15,5-5-15,-1-3 16,1-6-16,1-4 15,-2-2-15,14-2 32,-7 0-32</inkml:trace>
  <inkml:trace contextRef="#ctx0" brushRef="#br0" timeOffset="62382.1">8915 7464 0,'0'0'0,"-2"0"0,2 0 15,0 0-15,0 0 16,-10 3 0,10-3-16,0 0 31,0 0-31,0 0 15,12 3-15,11-1 16,10-4-16,8-1 16,-1-5-16,2-2 15,0-3-15,1 1 16,-1 0 0,0 2-16,-7 4 15,-4 1-15</inkml:trace>
  <inkml:trace contextRef="#ctx0" brushRef="#br0" timeOffset="62851.1">8899 7892 0,'0'0'0,"0"0"16,0 0-1,0 0-15,0 0 16,0 0-16,0 0 15,0 0-15,0 0 16,14 4-16,17 2 16,15 3-16,11-2 15,13 1-15</inkml:trace>
  <inkml:trace contextRef="#ctx0" brushRef="#br0" timeOffset="80015.03">3599 3223 0,'0'0'0,"0"0"0,0-1 0,0 1 16,0 0-16,0 0 16,0 0-16,0 0 15,18-6-15,2 3 16,1 2-16,4 0 16,1 0-16,4 1 15,2-1 1,4 0-16,0 1 15,2 2-15,3 0 16,4 2-16,0-1 16,0 3-16,4 2 15,-2 2-15,2 1 16,-4-1-16,-3 0 16,4-1-16,0-1 15,-1-3-15,0-3 16,1-2-1,-2-1-15,-1-1 16,-4-2-16,4 1 16,1 0-16,-1-1 15,-2 1-15,-1 1 16,8 2-16,2 2 16,7 0-16,4-1 15,9 1-15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33:05.70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definitions>
  <inkml:trace contextRef="#ctx0" brushRef="#br0">8617 2475 0,'0'0'0,"0"0"0,0 0 0,0 0 16,0 0-16,0-1 16,0 1-16,0 0 15</inkml:trace>
  <inkml:trace contextRef="#ctx0" brushRef="#br0" timeOffset="1200.27">8561 2289 0,'0'0'0,"0"0"16,0 0-16,0 0 16,0 0-1,0 2-15,0-2 16,0 0-16,0 0 15,22 4-15,7-4 16,12-3-16,3-1 16,5 0-16,1 0 15,3-1-15,-1 0 16,-2 2-16,-2-1 16,-1 0-16,-4 1 15,0 1 1,-3-1-16,6 0 15,11 1-15</inkml:trace>
  <inkml:trace contextRef="#ctx0" brushRef="#br0" timeOffset="2600.36">12948 1539 0,'0'11'0,"0"-4"0,0-7 16,-2 9-1,2-9-15,-1 7 16,-1 6-16,-1 4 16,0 3-16,-1 5 15,0 1-15,1-3 16,0 8-16,-1-3 16,1-2-16,1 2 15,0-2 1,0 1-16,2 2 15,3 0-15,0 0 16,3 1-16</inkml:trace>
  <inkml:trace contextRef="#ctx0" brushRef="#br0" timeOffset="3248.76">12879 2354 0,'0'0'0,"0"0"0,0 0 15,5 3-15,9 0 16,14-3-16,3-5 15,-3 1 1,-6 1-16,-4 0 16,-2 2-16,-3 2 15,-1 5-15,-2 9 16,-6-3-16,-4 8 16,-9 3-16,-11 5 15,-8 21-15,-6 5 31,5-6-15,9-15-16,7-13 16,8-11-16,5-9 15,-6 9-15,6-9 16,0 0-16,13 10 16,3-5-16,5-2 15,4-1-15,8-4 16,-1-4-1,-4-2-15,-5 1 16,-4 0-16,-1 2 16,-5-1-16,-1 3 15,-1-1-15,1 8 16</inkml:trace>
  <inkml:trace contextRef="#ctx0" brushRef="#br0" timeOffset="3932.15">12927 3138 0,'0'0'0,"0"0"15,0 0-15,0 0 16,7-1-16,9 0 16,8-2-16,2 1 15,3-2-15,-2 0 16,-5 0-16,-6 2 15,-5 0 1,-11 2-16,16 8 16,-10 4-16,-4 6 15,-9 12-15,-10 3 16,-3-2-16,-2-3 16,6-7-16,2-2 15,2-3-15,3-1 16,2-3-16,3-2 15,2-4-15,2-6 16,2 9 0,-2-9-16,26 12 15,1-5-15,1 2 16,-3-3-16,-3 0 16,-3-1-16,-6-2 15,-3 1-15,-10-4 16,8 14-16,-7-4 15,-5 3 1,-6 6-16,-5 3 16,-12-5-1,-6 5 1,4-8-16,1-2 16,6-2-16,3-5 15,0 3-15,3-2 16,0-2-16</inkml:trace>
  <inkml:trace contextRef="#ctx0" brushRef="#br0" timeOffset="4416.58">12889 3911 0,'0'0'0,"0"0"16,-1 3-16,-1 3 16,-2 10-16,1 10 15,1 6-15,4 2 16,4-2-16,2-5 15,3-2-15,2-6 16,2-6 0,2-9-16,4-4 15,2-7-15,8-18 32,3-18-32,-2 0 15,-9 6-15,-13 17 16,-5 9-16,-5 11 15,4-6-15,-4 6 16,5 6 0,6 12-16,3 12 15,-2 8-15,-1 7 16,-5 6-16,-5 2 16,-4 1-16,-2-7 15,2-11-15</inkml:trace>
  <inkml:trace contextRef="#ctx0" brushRef="#br0" timeOffset="5899.3">12229 1692 0,'0'0'0,"0"0"16,0 0-16,0 0 15,0 2-15,0-2 16,0 0-16,-1 13 15,1 3-15,0 11 16,0 3-16,0 3 16,1 1-16,1 5 15,1 0 1,-1-1-16</inkml:trace>
  <inkml:trace contextRef="#ctx0" brushRef="#br0" timeOffset="6566.24">12244 2539 0,'0'0'0,"0"0"16,0 2-16,0-2 16,2 11-16,2 11 15,3 15-15,1 12 16,-1 7-16,-5 2 15</inkml:trace>
  <inkml:trace contextRef="#ctx0" brushRef="#br0" timeOffset="6983.62">12326 3297 0,'0'0'0,"0"0"0,0 0 0,0 0 16,0 0-16,0 3 15,0 5-15,0 13 16,1 13-16,1 10 15,2 8-15,2 5 16</inkml:trace>
  <inkml:trace contextRef="#ctx0" brushRef="#br0" timeOffset="7270.55">12384 3954 0,'0'0'0,"0"0"0,0 0 0,0 2 16,0-2-16,-2 13 16,0 15-16,2 34 15,1 26 1,2 6-16</inkml:trace>
  <inkml:trace contextRef="#ctx0" brushRef="#br0" timeOffset="9766.2">11880 2309 0,'0'0'0,"0"0"0,0 0 16,0 0-16,0 0 15,0 0-15,10 0 16,10 0-16,12 0 16,5-2-16,4-4 15,3-3-15,3-1 16,-2-2-16,0 3 16,-1-1-1,4-2-15,1 1 16,2-2-16,1 4 15,-1 4-15,1 3 16,-1 1-16,-2 2 16,1-1-16,2 0 15,-1-1-15,0-4 16,-1-2 0,-4-2-16,0-1 15,1-2-15,-2 0 16,-2-1-16,1 1 15,-3-1-15,-1 2 16,-3 2-16,-7 1 16,-2 1-16,-5 2 15,-7 2-15,-4 1 16,-12 2-16,15-2 16,-15 2-16,0 0 15,10-3-15,-10 3 16,0 0-1,0 0-15,0 0 16,0 0-16,0 0 16,0 0-16,0 0 15,6-9-15,-7-2 16,-3-6-16,-2-6 16,-2-3-1,1-3-15,-1-1 16,-1-5-16,2-3 15,1-4-15,2-3 16,4-2-16,0 1 16,2-3-16,-2 9 15,0-1-15,0 6 16,0 4-16,0-2 16,-3 3-16,-2 2 15,1 2 1,-2 7-16,1 3 15,0 1-15,-1 4 16,0 1-16,-4-1 16,-3 0-16,-3 1 15,-8 5-15,-7 3 16,-5 4-16,-3-1 16,-4 4-16,-2 0 15,-1 2 1,-3 2-16,-3 1 15,-2 1-15,-6 1 16,2 1-16,1-2 16,3 0-16,4 0 15,4-3-15,1 1 16,3-2-16,0-1 16,2-3-16,6-2 15,-4 0 1,0-1-16,-4 0 15,1 0-15,1 3 16,-4 4-16,-1 1 16,6 0-16,8-3 15,9 0-15,4-2 16,3-1-16,3 1 16,2-2-16,10-1 15,-14 4 1,14-4-16,0 0 15,-12 5-15,12-5 16,0 0-16,0 0 16,-8 7-16,8-7 15,-7 13-15,4 1 16,-1 5-16,1 7 16,1 3-16,0 2 15,-1 1-15,1 5 16,1 5-1,1 1-15,-1 0 16,1-1-16,0-2 16,-1 2-16,0-1 15,-2-2-15,0-3 16,0-4-16,0-3 16,-1-5-16,2-3 15,0-3 1,-1 0-16,2 0 15,0-1-15,2 3 16,2-2-16,0-1 16,1 0-16,1-1 15,1 0-15,2 0 16,-2-2-16,0-3 16,-1-2-16,-5-9 15,6 10-15,-6-10 16,0 0-1,5 8-15,-5-8 16,0 0-16,0 0 16,0 0-16,5 6 15,-5-6-15,0 0 16,0 0-16</inkml:trace>
  <inkml:trace contextRef="#ctx0" brushRef="#br0" timeOffset="11749.66">12032 2934 0,'0'0'0,"0"0"0,0 0 16,0 0-16,0 1 15,0-1-15,0 0 16,5 8-1,-5-8-15,8 7 16,1 0-16,10 0 16,7-3-16,8 0 15,1-3-15,5-1 16,5-1-16,6-1 16,6-4-16,3-3 15,3-1-15,0 0 16,-2 2-16,0-1 15,0 0 1,-1 1-16,-2 0 16,3-1-16,-1 2 15,-2-1-15,-1 1 16,-4 0-16,0-2 16,-6-3-16,-6 0 15,-3 1-15,-7 1 16,-4 0-16,-6 1 15,-4 1 1,-4 2-16,-3 0 16,-10 6-16,13-9 15,-13 9-15,10-11 16,-7 5-16,-1-5 16,-2-1-16,-2-5 15,-3-3-15,-2 0 16,-1-1-16,-2-2 15,0 0 1,-1-1-16,-1-3 16,-1-1-16,4 0 15,1-2-15,3 1 16,0 0-16,2 5 16,1 5-16,-1 2 15,1 4-15,1-1 16,-1 0-16,1 1 15,-2 1 1,-2 1-16,-4 0 16,-2 1-16,-4 0 15,0 1-15,-8 3 16,-1 1-16,-7 2 16,-3 1-16,2 2 15,-2 2-15,-2 0 16,-3 1-16,-3 1 15,-1 0-15,-1 0 16,0 1 0,-4 0-16,-3 0 15,3 0-15,-1 0 16,2-1-16,-1 2 16,-3-2-16,2 1 15,-4 3-15,-2 2 16,6-1-16,3 2 15,8-1-15,0-1 16,3 1 0,1-2-16,4 0 15,4-3-15,6 1 16,3-3-16,3 0 16,5 0-16,9-3 15,-13 3-15,13-3 16,-13 10-16,3 2 15,3 4 1,1 7-16,3 9 16,2 5-16,3 12 15,3 2-15,1 2 16,3-3-16,0-5 16,1-2-16,0 1 15,-3-7-15,2 1 16,-2-6-16,-1-4 15,-2-5-15,0-7 16,-1-4 0,1-2-16,-4-10 15</inkml:trace>
  <inkml:trace contextRef="#ctx0" brushRef="#br0" timeOffset="13366.1">12209 3115 0,'0'0'0,"0"0"0,0 0 16,0 2-16,0-2 16,0 0-16,0 0 15,0 0-15,24-6 16,7-1-16,8-3 15,7-1-15,1 0 16,2-1 0,-1 1-16,0 0 15,0-1-15,0 1 16,3-1-16,-1 0 16,-1 3-16,1 1 15,-5 4-15,-1 0 16,0 2-16,-3 0 15,-1 1-15,-7 0 16,-4 0 0,-4 1-16,-4 0 15,-4 0-15,-4 0 16,-3 1-16,-10-1 16,13 2-16,-13-2 15,12 2-15,-12-2 16,12 4-16,-12-4 15,11 14-15,-6-3 16,-1 4 0,-2 7-16,-1 4 15,0 5-15,-1 2 16,0 7-16,0 14 31,2-1-31,6 7 16,1-7-16,-1-3 15,-1-5-15,-7-12 16,1-14-16,-1-6 16,0-4-1,0-9-15,2 19 16,-1 0-16,-1-3 16,1-6-16,-1-10 15,0 0-15,0 0 16,0 0-16,0 0 15,0 0-15,0 0 16,-8 7-16,-2 0 16,-11-5-1,-9 7-15,-8-2 16,-16 7-16,1-3 16,4 0-16,0-1 15,3 1-15,-5-1 16,1 0-16,1 3 15,0 7-15,-5 6 16,0-1-16,1-2 16,3-6-1,0-3-15,9-3 16,2-1-16,1 1 16,3 0-16,4-3 15,7-3-15,5-4 16,4-5-16,4-3 15,4-2-15,1-11 16,2-9-16,4-20 16,6-16-1,5 7-15,-1-3 16,2 7-16,-2-3 16,3-8-16,-3 7 15,-1 11-15,-4 13 16,-3 10-16,-3 7 15,0 2-15,0 3 16,0 2-16,0 1 16,1-1-16</inkml:trace>
  <inkml:trace contextRef="#ctx0" brushRef="#br0" timeOffset="14216.39">12163 4037 0,'0'0'0,"0"0"15,0 0-15,-1-2 16,1 2-16,27-9 16,5 2-1,10-1-15,4 0 16,4 0-16,3-2 16,5-5-16,5-1 15,0 0-15,-1 1 16,7-5-16,-1-6 15,-3 3-15,-1 0 16,-9 8-16,3-2 16,-4-1-16,-1-6 15,-2 2 1,-14 6-16,-3 4 16,-10 5-16,-8 3 15,-5 3-15,-11 1 16,13-2-16,-13 2 15,10 5-15,-4 8 16,2 5-16,-3 2 16,-2 3-16,-2 5 15,-2 6-15,0 9 16,-3 8 0,2 0-16,-1 3 15,-1 12 1,2-6-1,1-2-15,0-3 16,0-18-16</inkml:trace>
  <inkml:trace contextRef="#ctx0" brushRef="#br0" timeOffset="14783.08">12680 4693 0,'-4'-1'0,"-6"1"0,-5-1 16,-17-1-16,-6-1 15,-2 0-15,1 1 16,5 2-16,7 2 15,3 2-15,4 2 16,-2 0-16,-1 1 16,0-1-16,2-1 15,7-5 1,14 0-16,-19-14 16,11-6-16,-1-11 15,1-15-15,8-6 16,0-5-16,3-28 31,2-3-31,-2 11 16,-1 17-16,-1 32 15,0 7 1,-1 6-16,-1 2 16,1-1-16</inkml:trace>
  <inkml:trace contextRef="#ctx0" brushRef="#br0" timeOffset="21232.74">13822 1795 0,'0'0'0,"0"0"0,0 0 16,-4 0-16,-7 3 16,-7 5-16,2-2 15,1 0-15,15-6 16,-16 7-16,16-7 15,-12 8-15,12-8 16,-12 9-16,6-1 16,2 1-1,1 0-15,2 2 16,3 1-16,3 6 16,6 4-16,4 1 15,2 2-15,0-1 16,1 2-16,0 0 15,-3 2-15,-8 7 16,-4-2-16,-9-2 16,-5-1-16,-8 3 15,-1-8 1,-4-1-16,0-6 16,5-7-16,2-2 15,7-3-15,10-6 16,-10 3-16,10-3 15,0 0-15,-6-12 16</inkml:trace>
  <inkml:trace contextRef="#ctx0" brushRef="#br0" timeOffset="21699.09">14191 1843 0,'0'0'0,"0"0"0,0 3 16,-1 4-16,0 11 15,-3 12-15,-2 6 16,0 0-16,1 5 15,-3-1-15,-2-4 16,0-6-16,1-7 16,3-6-16,2-6 15,4-11 1,-5 7-16,5-7 16,6-6-16,18-20 15,13-10-15,-2 3 16,-2 7-16,-11 9 15,-8 7-15,-3 4 16,-11 6-16,15-2 16,-15 2-16,22 13 15,-9 4 1,1 3-16,-2 1 16,-2-3-16,-2 1 15,1-2-15,-2-2 16,0-7-16,-7-8 15</inkml:trace>
  <inkml:trace contextRef="#ctx0" brushRef="#br0" timeOffset="30583.31">11798 2163 0,'0'0'0,"0"0"0,0 0 0,0 0 15,0 0 1,0-2-16,0 2 16,0 0-16,0 0 15,0 0-15,0 0 16,0 0-16,2-8 15,-2 8-15,0 0 16,0 0-16,0 0 16,0 0-16,0 0 15,0 0-15,0 0 16,0 0 0,0 0-16,0 0 15,0 0-15,0 0 16,0 0-16,0 0 15,0 0-15,0 0 16,0 0-16,0 9 16,-8 0-16,-7 4 15,-6 3-15,-1-1 16,-1-2 0,1 1-16,-4 1 15,-3 3-15,-5 2 16,-4 3-16,-2 2 15,-1 0-15,-9 2 16,-5-4-16,-6-2 16,-2-2-16,9-5 15,-2-1 1,3-2-16,4 0 16,-5 1-16,0-1 15,3 0-15,0-3 16,0-3-16,3 0 15,-1-2-15,0-1 16,1 1-16,0-1 16,0 0-16,2 0 15,1-2-15,5 0 16,-1 0 0,-3 0-16,2-2 15,2-4-15,4 0 16,1-1-16,2-1 15,0 2-15,2 0 16,2 0-16,0 0 16,0 1-16,-3-1 15,0 0-15,4-1 16,-1 1 0,5 0-16,0 1 15,2-1-15,0 1 16,2 1-16,1-1 15,3 2-15,1 0 16,0-1-16,0 1 16,2 0-16,-2-1 15,3 2-15,1-2 16,-1 1 0,-1 0-16,1-1 15,-2 1-15,2 0 16,0 0-16,2 0 15,0 1-15,-1-2 16,2 2-16,-1-1 16,-1-2-16,1 2 15,-1-1-15,-1-1 16,1 1 0,0-1-16,-1 1 15,2 0-15,0 0 16,10 4-16,-16-6 15,16 6-15,-14-6 16,14 6-16,-11-4 16,11 4-16,0 0 15,-10-4-15,10 4 16,0 0 0,0 0-16,0 0 15,0 0-15,-10 9 16,8 2-16,1 8 15,2 7-15,1 6 16,4 3-16,-1-4 16,1-8-16,-1-7 15,0-1 1,0-3-16,-1-1 16,-1-4-16,-3-7 15,3 6-15,-3-6 16,0 0-16,0 0 15,0 0-15,5-14 16,-3-4-16,0-3 16,-2-2-16,-2 0 15,-1 2-15,-1 2 16,0 2-16,-1 1 16,1 2-1,1 4-15,-1 1 16,2 3-16,0 0 15,1-3-15,5-6 16,11-6-16,2-1 16,6 0-16,5 6 15,-1 2-15,-3 3 16,-1 4-16,-5 2 16,-2 2-1,-3 1-15,-1 1 16,0 1-16,4 4 15</inkml:trace>
  <inkml:trace contextRef="#ctx0" brushRef="#br0" timeOffset="34783.79">9484 4027 0,'0'0'0,"0"0"0,0 0 15,0 0-15,0 0 16,0 0-16,0 0 15,0 0-15,0 1 16,0-1 0,0 0-16,0 0 15,16 4-15,-6-3 16,3 1-16,2-1 16,5 0-16,1-1 15,2-1-15,2-2 16,-1 0-16,0-3 15,-2 0-15,0-1 16,2 0-16,-2 0 16,-2 1-1,0 0-15,-1 1 16,-1 0-16,0 0 16,-1 1-16,-1 0 15,1 0-15,1 1 16,0 0-16,2-1 15,0 1 1,0 1-16,1-2 16,0 1-16,-1 0 15,0 2-15,-4 0 16,-1 0-16,1 0 16,-1 1-16,1-2 15,0-1-15,-1 2 16,0-1-16,-3 0 15,-1 1-15,-1 0 16,-10 1 0,15-2-16,-15 2 15,11-1-15,-11 1 16,0 0-16,13-3 16,-13 3-16,0 0 15,11-2-15,-11 2 16,0 0-16,15-3 15,-15 3-15,13 0 16,-13 0-16,13 0 16,-13 0-1,12 0-15,-12 0 16,0 0-16,10 0 16,-10 0-16,0 0 15</inkml:trace>
  <inkml:trace contextRef="#ctx0" brushRef="#br0" timeOffset="35933.08">11238 3161 0,'0'0'0,"0"1"0,0-1 0,-8 15 16,0 3-16</inkml:trace>
  <inkml:trace contextRef="#ctx0" brushRef="#br0" timeOffset="36682.21">11150 4130 0,'0'0'0,"0"0"0,0 0 16,0 0-16,0 0 15,0 0 1,0 0-16,0 0 16,0 0-16,0 0 15,0 0-15,0 0 16,0 0-16</inkml:trace>
  <inkml:trace contextRef="#ctx0" brushRef="#br0" timeOffset="37881.75">11674 3793 0,'0'0'0,"0"0"0,0 0 0,0 0 15,0 0-15,0 0 16,0 0 0,4 0-16,-4 0 15,14-3-15,-1 0 16,4 1-16,-1 0 15,0 0-15,-1 1 16,-2-1-16,0 0 16,-1 1-1,-1 0-15,3-1 16,0 0-16,-1 0 16,-3 2-16,-10 0 15,15-2-15,-15 2 16,0 0-16,14 0 15,-14 0-15,17 3 16,-17-3-16,12 4 16,-12-4-16,0 0 15,11 2-15,-11-2 16,0 0-16,9 3 16,-9-3-1,12 3-15,-12-3 16,0 0-16,9 2 15,-9-2-15,0 0 16,0 0-16,0 0 16,11 4-16,-11-4 15,0 0-15,0 0 16,0 0 0,0 0-16,10 6 15,-10-6-15,0 0 16,0 0-16,0 0 15,0 0-15,0 0 16,0 0-16,0 0 16,0 0-16,0 0 15,0 0-15,0 0 16</inkml:trace>
  <inkml:trace contextRef="#ctx0" brushRef="#br0" timeOffset="39250.71">9746 4444 0,'0'0'0,"0"0"16,0 0-16,0 0 15,0 0-15,2 3 16,2 5-16,0 1 16,2 3-1,-2-1-15,1-2 16,-2-1-16,0 0 15,-3-8-15,7 10 16,-7-10-16,10 7 16,-10-7-16,25-1 15,-1-11-15,8-10 16,5-15-16,-3-4 16,-5 3-16,-6 6 15,-5 7 1,-4 4-16,-2 4 15,-2 3-15,-1 2 16,-2 3-16,-1 2 16,-6 7-16,8-7 15,-8 7-15,0 0 16,0 0-16,10-4 16,-10 4-16,0 0 15,0 0 1,0 0-16,0 0 15,0 0-15,0 0 16,0 0-16,0 0 16,0 0-16,0 0 15,0 0-15,0 0 16,0 0-16,0 0 16,0 0-1,0 0-15,0 0 16,0 0-16,0 0 15,0 0-15,0 0 16,0 0-16,0 0 16,0 0-16,0 0 15,0 0-15,0 0 16,0 0-16,0 0 16,0 0-1,0 0-15,0 0 16,0 0-16,0 0 15,0 0-15,0 0 16,0 0-16,0 0 16,0 0-16,0 0 15,0 0-15,0 0 16,0 0-16,0 0 16,0 0-16,0 0 15,0 0 1,0 0-16,0 0 15,0 0-15,0 0 16,0 0-16,0 0 16,0 0-16,0 0 15,0 0-15,0 0 16</inkml:trace>
  <inkml:trace contextRef="#ctx0" brushRef="#br0" timeOffset="42749.69">8938 4647 0,'0'0'0,"0"0"16,0 0-16,0 0 15,3 0-15,-3 0 16,0 0-16,0 0 15,0 0-15,0 0 16,0 0-16,0 0 16,0 0-1,0 0-15,0 0 16,0 0-16,0 0 16,0 0-16,0 0 15,0 0-15,15-7 16,-4 4-16,4-2 15,4-1-15,1 1 16,1 2 0,-2 2-16,-1 1 15,-1 0-15,0 0 16,0-2-16,1-1 16,1-1-16,-2-1 15,2-1-15,-1 1 16,0 0-16,-1 0 15,-4 1-15,1-1 16,-3 2 0,-1 1-16,-10 2 15,14-4-15,-14 4 16,13-3-16,-13 3 16,12-3-16,-12 3 15,10 0-15,-10 0 16,11 0-16,-11 0 15,0 0-15,11 2 16,-11-2-16,0 0 16,0 0-1,0 0-15,0 0 16,10 6-16,-10-6 16,0 0-16,0 0 15,0 0-15,0 0 16,0 0-16,0 0 15,0 0-15,0 0 16,0 0-16,0 0 16,0 0-1,0 0-15,0 0 16,0 0-16,0 0 16,10 6-16,-10-6 15,0 0-15,0 0 16,0 0-16,0 0 15,0 0-15,0 0 16,0 0-16,0 0 16,0 0-1,0 0-15,0 0 16,9 0-16,-9 0 16,0 0-16,0 0 15,0 0-15,0 0 16,0 0-16,0 0 15,0 0-15,0 0 16,0 0-16,0 0 16</inkml:trace>
  <inkml:trace contextRef="#ctx0" brushRef="#br0" timeOffset="46735.83">8762 5306 0,'0'0'0,"0"0"0,0 0 15,0 0-15,0 0 16,0 1-16,0-1 16,0 0-16,0 0 15,0 0-15,0 0 16,0 0-16,0 0 16,18 8-1,-5-6-15,2-2 16,3-1-16,-1-3 15,0-1-15,2 0 16,-1-2-16,-1 0 16,1 0-16,-3 0 15,0 1-15,3 0 16,-3-1-16,-1 1 16,1 1-1,-2 0-15,-4 1 16,-9 4-16,17-6 15,-17 6-15,13-5 16,-13 5-16,13-8 16</inkml:trace>
  <inkml:trace contextRef="#ctx0" brushRef="#br0" timeOffset="49149.5">13151 1387 0,'0'0'0,"0"0"15,0 0-15,0 0 16,0 0-16,0 0 16,-4 0-16,4 0 15,-10-3-15,-1-1 16,-1 0-16,-4-1 16,-3 1-16,0 2 15,0 1-15,4 1 16,2 1-16,0 0 15,-1 0 1,-1 3-16,0 3 16,-1 2-16,1 5 15,0-2-15,1 1 16,3-3-16,1-1 16,-2 6-16,1 8 15,0 4-15,2-2 16,2-7-16,0-5 15,-1-3 1,-1 2-16,-1 0 16,-6 9-16,2 5 15,3 6-15,2 0 16,3-12-16,2-1 16,0-3-16,0 3 15,0 2-15,1 2 16,0 3-16,1-3 15,-1 3 1,2 0-16,0-4 16,0-4-16,1-2 15,1-1-15,3 9 16,2 5-16,1-4 16,-2-3-16,0-9 15,2-1-15,-1-3 16,1 1-16,3 1 15,2-3-15,7-5 16,4-2 0,-1-1-16,5 0 15,-4 0-15,-2 0 16,-2-1-16,-2-3 16,0-4-16,3 0 15,1-1-15,5-2 16,4-2-16,-2 0 15,-1-3 1,-4-2-16,0 1 16,5-4-16,2 0 15,-5-3-15,-2-5 16,-4-3-16,-2 3 16,-2 2-16,-2 6 15,-3 0-15,0 2 16,-1-3-16,-4 5 15,0-4 1,-5-7-16,-2 1 16,-2-4-16,-2 11 15,-1 2-15,-1 1 16,-3 4-16,-11-9 31,-4-6-31,-4-3 16,2 3-16,15 14 15,1 3 1,-3 4-16,1-1 16,-3 1-16,2 2 15,1 1-15,2 0 16,2 3-16,10 1 16,-13-2-16,13 2 15,0 0-15,0 0 16,-11-1-1,11 1-15,0 0 16,0 0-16,0 0 16,0 0-16,0 0 15,0 0-15,0 0 16,0 0-16,0 0 16,0 0-16</inkml:trace>
  <inkml:trace contextRef="#ctx0" brushRef="#br0" timeOffset="50632.75">13257 1797 0,'0'0'0,"0"0"16</inkml:trace>
  <inkml:trace contextRef="#ctx0" brushRef="#br0" timeOffset="51932.63">14289 1363 0,'0'0'0,"0"0"16,0 0-16,0 0 15,-6 0 1,6 0-16,-25 0 16,3 2-16,-5 4 15,0 0-15,0 1 16,1 1-16,3 2 15,1 0-15,3 2 16,2 2-16,-1 3 16,4 1-16,3-1 15,4 1 1,5-3-16,7 1 16,2-1-16,6 10 31,6-3-31,0 3 15,8-3-15,2-6 16,-4 2-16,3-15 16,-2-3-16,8-11 15,11-3 1,-8 3-16,3-1 16,-4 2-16,-8 2 15,-7 2-15,-3-4 16,-5 1-16,0-1 15,-3-3-15,-5-6 16,-5-12-16,-5-2 16,-8 2-16,-4 7 15,-7 1 1,-7-3-16,-6 4 16,-3 7-16,0 10 15,-12 16-15,-23 11 16,-15 13-16</inkml:trace>
  <inkml:trace contextRef="#ctx0" brushRef="#br0" timeOffset="53685.12">14417 2389 0,'-2'-1'0,"2"1"16,-10 0-16,-6-1 15,0 0-15,-7 0 16,0 0-16,3 0 16,0 1-16,3 3 15,1 1-15,-2 3 16,5-2 0,0 0-16,0 1 15,3 0-15,1 3 16,0 0-16,5 6 15,0 6-15,3-1 16,2 0-16,3-4 16,5 2-16,7 9 15,6 1-15,-2-5 16,4-5 15,8-5-31,2-4 16,3-6-16,-8-8 15,-3-5-15,-4-2 16,-1-4-16,-3-4 16,-1-7-16,-5-2 15,-3 1-15,-5 3 16,-4 1-16,-5 0 16,-6-1-1,-5 2-15,-8 6 16,-14 6-16,-26 15 15</inkml:trace>
  <inkml:trace contextRef="#ctx0" brushRef="#br0" timeOffset="55515.69">14274 3056 0,'0'0'0,"0"0"16,0 0-16,0 0 16,0 0-16,0 0 15,0 2-15,0-2 16,0 0-1,0 0-15,0 0 16,0 0-16,0 0 16,0 0-16,0 0 15,0 9-15,2-1 16,1 6-16,1 8 16,3 7-16,-1 3 15,0 1 1,0-2-16,0 1 15,0 4-15,-3-4 16,1-5-16,-4-9 16,0-8-16,0-3 15,0-7-15</inkml:trace>
  <inkml:trace contextRef="#ctx0" brushRef="#br0" timeOffset="58015.81">13305 3754 0,'0'0'0,"0"0"15,0 0-15,0 0 16,-1-2-16,1 2 15,0 0-15,0 0 16,-14-5 0,-1 2-16,-9 1 15,-4 8-15,-1 5 16,0 2-16,-1 0 16,4-1-16,-2 0 15,1 1-15,2-2 16,0 1-16,5-1 15,-5 4-15,-2 6 16,2 3-16,-1 3 16,4-2-1,2 1-15,1 2 16,4-1-16,4-1 16,1 5-16,2 5 15,5 2-15,2 1 16,3-8-16,4 0 15,0 1-15,6 7 16,4 0-16,12-5 31,6-8-15,-6-10-16</inkml:trace>
  <inkml:trace contextRef="#ctx0" brushRef="#br0" timeOffset="58299.41">13391 3872 0,'0'-5'0,"1"-19"16,0 2-16,-1-14 16,-6 3-1,-6 11-15,-1 2 16,-2 5-16,-1 7 16,0 2-16,-6 6 15,-11 7-15,-14 22 16</inkml:trace>
  <inkml:trace contextRef="#ctx0" brushRef="#br0" timeOffset="59482.95">14422 3759 0,'0'0'15,"-3"1"-15,3-1 0,0 0 16,-5 6 0,5-6-16,-3 7 15,3-7-15,-4 13 16,1-6-16,-1 4 15,2-2-15,-1 2 16,1 2-16,1-2 16,1 1-1,1 0-15,1 0 16,0-1-16,1 3 16,3 2-16,0 3 15,1-1-15,1 2 16,0-3-16,-1 2 15,1 0-15,-2-2 16,1 1-16,-1-2 16,0 2-16,1 0 15,0 1 1,-3-2-16,-2-2 16,1-3-16,-2-2 15,0-3-15,-1-7 16,0 10-16,0-10 15,0 0-15,0 0 16,0 0-16</inkml:trace>
  <inkml:trace contextRef="#ctx0" brushRef="#br0" timeOffset="61948.65">14765 1498 0,'0'0'0,"0"0"0,0 0 16,0 0-16,0 0 16,0 0-16,0 0 15,0 0-15,0 0 16,3 2-16,-3-2 16,19-4-1,-2 0-15,1 0 16,-2 0-16,-4 1 15,-12 3-15,16-3 16,-16 3-16,10-2 16,-10 2-16,0 0 15,13 5-15,-6 4 16,1 5-16,-1 8 16,-3 10-16,-2 1 15,-4 3 1,-2-3-16,-1-2 15,-1 6-15,0 3 16,-1 1-16,1-3 16,0-1-16,1 3 15,1 6-15,2 1 16,2 2-16,2-1 16,-1-7-16,-1-3 15,1-6 1,0-9-16,0-3 15,-1-9-15,0-4 16,0-7-16,0 10 16,0-10-16,-7 14 15,-9-1-15,-9 5 16,-7-1-16,-1-5 16,4 0-1,2-4-15,-3 0 16,4-1-16</inkml:trace>
  <inkml:trace contextRef="#ctx0" brushRef="#br0" timeOffset="62932.51">14501 3148 0,'0'0'0,"0"0"0,0 0 16,0 0-16,0 0 15,0 0-15,0 0 16,0 0-1,0 0-15,5 0 16,-5 0-16,23-5 16,-1 3-16,2-2 15,-2 1-15,-5 0 16,-1 1 0,-2 0-16,-2 1 0,2 1 15,-1 3-15,2 1 16,1 3-1,1 1-15,-1 3 16,-1 2-16,-2 2 16,-1 0-16,-1 2 15,-3 2-15,0 7 16,-2 5-16,0 3 16,-3 2-16,-2-2 15,0 5 1,-1 4-16,0 0 15,0-3-15,1-6 16,0 0 0,2-5-1,-1-1-15,0 0 16,0 1-16,0-2 16,0-7-16,-1-3 15,0-4-15,-1-3 16,0-1-1,0 0-15,0 0 16,-1-2-16,0 2 16,-2 0-16,-1 1 15,1-2-15,-2 0 16,-1-1-16,-3 2 16,-5-1-16,-5-2 15,-3-3-15,-5 0 16,-2 1-16</inkml:trace>
  <inkml:trace contextRef="#ctx0" brushRef="#br1" timeOffset="73665.62">9802 5171 0,'0'0'0,"0"0"16,0 0-16,0 0 16,0 0-16,0 0 15,2 2-15,-2-2 16,0 0-16,0 0 15,0 0-15,6 6 16,-6-6-16,0 0 16,0 0-16,5 7 15,-5-7 1,0 0-16,0 0 16,14 8-16,-14-8 15,15 8-15,-4-3 16,4 0-16,-1-1 15,1 1-15,0-1 16,-1-1 0,-1 0-16,1 0 15,-3-1-15,0 0 16,-2 0-16,1-1 16,-10-1-16,19 3 15,-9-1-15,-1-1 16,1 1-16,-10-2 15,19 2-15,-8-1 16,0 0-16,2-1 16,0 2-16,1-2 15,-1 1 1,-1-1-16,1 1 16,0 1-16,-1-2 15,-1 1-15,0 0 16,-1 0-16,-10-1 15,16 1-15,-16-1 16,13 2-16,-13-2 16,11 1-1,-11-1-15,0 0 16,14 3-16,-14-3 16,19 5-16</inkml:trace>
  <inkml:trace contextRef="#ctx0" brushRef="#br1" timeOffset="75115.7">10815 5244 0,'0'0'0,"0"0"15,0 0-15,0 0 16,0 0-16,0 0 15,0 0-15,0 2 16,0-2-16,0 0 16,0 0-16,0 0 15,0 0-15,0 0 16,3 7 0,-3-7-16,0 0 15,0 0-15,0 0 16,0 0-16,11 6 15,-11-6-15,0 0 16,15 5-16,-15-5 16,12 2-16,-12-2 15,15 4 1,-15-4-16,17 3 16,-17-3-16,18 1 15,-7-1-15,0 0 16,0 0-16,1 0 15,-1-1-15,0 0 16,-1 0-16,-10 1 16,16-1-16,-16 1 15,13-2-15,-13 2 16,10-2 0,-10 2-16,0 0 15,11-2-15,-11 2 16,0 0-16,0 0 15,0 0-15,14 0 16,-14 0-16</inkml:trace>
  <inkml:trace contextRef="#ctx0" brushRef="#br1" timeOffset="80664.92">11589 5277 0,'0'0'0,"0"-2"16,0 2-16,0 0 16,0 0-16,0 0 15,0 0 1,0 0-1,0 0 1,0 0-16,0 0 16,0 0-16,0 0 15,0 0-15,10 0 16,0 2-16,5 1 16,4-1-16,2 1 15,2-1-15,1-3 16,5-3-16,-1 0 15,-6 0-15,-1 1 16,0-2 0,-2 1-16,5-1 15,-4 1-15,-1 0 16,-1 1-16,-4 1 16,5-2-16,-1 1 15,3-1-15,-1 0 16,-8 1-16,-1 0 15,-11 3-15,12-3 16,-12 3 0,13-4-16,-13 4 15,12-3-15,-12 3 16,21-2-16,-7 1 16,-14 1-16,14 0 15,-14 0-15,0 0 16,15 0-16,-5-4 15,2-4-15,4-4 16,-3-5 0,3-7-16,0-4 15,-5-4-15,0 4 16,-5 6-16,0 1 16,-3 1-16,-1 3 15,0 4-15,-1 1 16,-1-1-16,0-9 15,0-5-15,0 9 16,0 5-16,0-3 16,0-3-1,0-1-15,0 7 16,-1 7-16,-1-1 16,-5-7-16,-5-1 15,-3-2-15,0 3 16,-4 3-16,-5-1 15,-3 0-15,-3 1 16,-2-2 0,-3 1-16,0 2 15,-4 3-15,-1-3 16,3 3-16,2-1 16,3 3-16,-1-1 15,1 0-15,4 1 16,2 1-16,5 1 15,2 0-15,2 0 16,0 1 0,1 2-16,3 0 15,-1 0-15,1 2 16,0 1-16,0 0 16,0 2-16,0 3 15,1 5-15,-2 10 16,0 1-16,3-1 15,1 6-15,0 4 16,2 9-16,3 6 16,1-10-1,1 0-15,2 1 16,1 1-16,0 2 16,0-9-16,0-5 15,0-6-15,0-2 16,0-2-16,0 0 15,1-2-15,0-1 16,0-4 0,0-1-16,-1-10 15,1 9-15,-1-9 16,0 0-16,0 0 16,0 0-16,17-17 15</inkml:trace>
  <inkml:trace contextRef="#ctx0" brushRef="#br1" timeOffset="90782.61">6772 6064 0,'0'0'0,"0"0"0,0 0 0,0 0 16,0 0-16,-3 2 15,3-2-15,0 0 16,0 0-16,0 0 16,0 0-16,0 0 15,0 0-15,0 0 16,3 8-16,-3-8 16,18 9-1,-3-3-15,4-1 16,2-2-16,6 1 15,0-2-15,3-1 16,0-1-16,1-1 16,-1-1-16,1-1 15,0 2-15,-2-1 16,-1 1 0,-4-1-16,-2-1 15,-3 1-15,-3-1 16,-1 1-16,-3 0 15,-1-1-15,-11 3 16,16-4-16,-16 4 16,0 0-16,11-2 15,-11 2-15,0 0 16</inkml:trace>
  <inkml:trace contextRef="#ctx0" brushRef="#br1" timeOffset="92814.61">7875 6180 0,'0'0'0,"0"0"0,1 2 0,-1-2 15,0 0-15,0 0 16,0 0-16,0 0 16,12 5-16,-12-5 15,13 3 1,-13-3-16,17 3 15,-17-3-15,21 3 16,-8-1-16,0-1 16,1 1-16,0-1 15,-2 1 1,0-1-16,1 0 0,-1 0 16,0 0-1,0 0-15,0-1 16,-1 0-16,-1 0 15,0 0-15,2 0 16,-1-1-16,1-1 16,0 0-16,-2 0 15,0 1-15,1-1 16,0 1-16,2-1 16,-1 1-16,1-1 15,-1 0 1,1 1-16,1-1 15,1 1-15,2-1 16,3 0-16,1 1 16,1 1-16,2 1 15,1 0-15,0 0 16,1 0-16,1 0 16,-1-1-1,3 1-15,-1-1 16,-1-1-16,3-3 15,-2 0-15,1 0 16,-4 1-16,1 0 16,-2-1-16,0 1 15,2 0-15,1 1 16,-1 0-16,-1 4 16,-3-2-16,0 3 15,2-1-15,0 1 16,0 0-1,-2-1-15,-3 0 16,-1-1-16,-3 0 16,-3 0-16,-12-1 15,14 2-15,-14-2 16,0 0-16,10 0 16,-10 0-16,0 0 15,0 0-15</inkml:trace>
  <inkml:trace contextRef="#ctx0" brushRef="#br1" timeOffset="93547.93">9803 6151 0,'0'0'0,"0"0"16,0 0-16,3 2 16,-3-2-16,10 1 15,1 0-15,3 1 16,3 0-16,2-2 15,2-2 1,2-5-16,1-3 16,-1-2-16,-3 1 15,-4-2-15,-3 1 16,-3 1-16,-2 3 16,-2 1-16,-6 7 15,8-9-15,-8 9 16</inkml:trace>
  <inkml:trace contextRef="#ctx0" brushRef="#br1" timeOffset="94648.09">10901 6209 0,'0'0'0,"0"0"15,1 2-15,-1-2 16,0 0 0,0 0-16,6 7 15,-6-7-15,0 0 16,16 8-16,-3-4 16,3-1-16,7-6 15,3-1-15,1-4 16,0-1-16,-3-1 15,-4 1-15,-4 1 16,-1-2 0,-3 2-16,-2 1 15,-10 7-15,10-9 16</inkml:trace>
  <inkml:trace contextRef="#ctx0" brushRef="#br1" timeOffset="96297.41">11402 6471 0,'0'0'0,"0"0"15,0 0-15,0 0 16,0 0-16,0 2 15,0-2-15,0 0 16,0 0-16,0 0 16,0 0-1,14 0-15,-14 0 16,17-2-16,-5 1 16,2 0-16,1 0 15,1 1-15,-3-1 16,0 0-16,2 0 15,2 0-15,2 0 16,-3 1-16,-2-1 16,1 0-1,-2 0-15,2 1 16,1 0-16,1 0 16,-3 3-16,-2-1 15,-1 1-15,-11-3 16,17 5-16,-17-5 15,17 4-15,-17-4 16,11 5-16,-11-5 16,12 4-16,-12-4 15,0 0 1,11 6-16,-11-6 16,0 0-16,10 5 15,-10-5-15,0 0 16,12 6-16,-12-6 15,11 8-15,-11-8 16,9 7-16,-9-7 16,10 6-1,-10-6-15,0 0 16,10 8-16,-10-8 16,0 0-16,10 5 15,-10-5-15,0 0 16,0 0-16,9 4 15,-9-4-15,0 0 16,0 0-16,0 0 16,0 0-1,0 0-15,0 0 16,0 0-16,0 0 16,9 7-16,-9-7 15,0 0-15,0 0 16,0 0-16,0 0 15,0 0-15,0 0 16,0 0-16,0 0 16,0 0-16,0 0 15,0 0 1,0 0-16,0 0 16,0 0-16,0 0 15,0 0-15,0 0 16,0 0-16,0 0 15,0 0-15,0 0 16,0 0-16,0 0 16,0 0-1,0 0-15,0 0 16,0 0-16,0 0 16,0 0-16,0 0 15</inkml:trace>
  <inkml:trace contextRef="#ctx0" brushRef="#br1" timeOffset="98130.67">11798 2272 0,'0'0'0,"0"0"0,0 0 15,6 1-15,9 1 16,11 1-16,7-4 16,6-3-16,4-1 15,2 0-15,-6-1 16,-9 1 0,-4 1-16,-3 1 15,5-1-15,1 0 16,0 1-16,3 0 15,-1 1-15,4 0 16,4 0-16,0-1 16,1 0-16,-2 1 15,2 0-15,3-1 16,3 1 0,1-2-16,0-4 15,-1 1-15,2-2 16,-4 3-16,-1-3 15,4 0-15,1-1 16,-1-1-16,1 1 16,-1-1-16,-2 1 15,-1 0 1,-4 3-16,-3 3 16,-4 0-16,-1 0 15,-3 2-15,-2 0 16,-3-2-16,-4 1 15,-5 2-15,-3 0 16,-12 1-16,11-1 16,-11 1-16,0 0 15,12-2-15</inkml:trace>
  <inkml:trace contextRef="#ctx0" brushRef="#br1" timeOffset="100231.43">13365 5367 0,'0'0'0,"0"0"0,0 0 15,0 0 1,0 0-16,0 0 15,0 0-15,0 0 16,0 0-16,0 0 16,2-2-16,-2 2 15,19-17-15,1 0 16,4-3-16,4 0 16,-1 1-16,0 2 15,-2 2 1,-3 4-16,2 1 15,-4 4-15,0 3 16,-3 3-16,-2 3 16,0 2-16,-3 3 15,-2 2-15,0 7 16,-1 4-16,-2 11 16,-3 9-16,-2-2 15,-6 2 1,-1 2-16,-1-8 15,-2 4-15,2-8 16,-3 5-16,-1 10 16,1-8-16,1-3 15,1-9-15,3-6 16,0-4-16,-1 2 16,-1-2-16,-2 12 15,-2 4 1,0 0-16,0 5 15,0-3-15,1 0 16,0-2-16,0 1 16,0 0-16,-1 3 15,1-3-15,3-5 16,1-8-16,2-2 16,-1-1-16,1-2 15,1 1 1,0-3-16,-1-3 15,1-1-15,0-2 16,2-7-16,-1 8 16,1-8-16,0 0 15,-2 7-15,2-7 16,0 0-16,0 0 16,0 0-16,0 0 15,-1 6 1,1-6-16,0 0 15,-9 7-15,-4 2 16,-1 1-16,-2-1 16,0-1-16,-10-4 31,-6-4-31,-2-5 16,7-2-16,10 2 15,7 2-15,10 3 16,-12-5-1,12 5-15,0 0 16,-9-9-16,4 1 16,5-11-16</inkml:trace>
  <inkml:trace contextRef="#ctx0" brushRef="#br1" timeOffset="103082.49">12386 6519 0,'0'0'0,"0"0"16,0 0-16,0 0 15,0 0-15,2 2 16,-2-2-16,12 3 16,2 2-16,5 0 15,6 0-15,3-3 16,2-2-16,3-2 15,-3-2-15,1 1 16,2 0 0,1-1-16,1 1 15,-3 1-15,2 3 16,-3 2-16,1 1 16,-3 0-16,-1-1 15,0 1-15,-2 0 16,-2 1-16,0 1 15,-3-1-15,-1-1 16,-1 1 0,0-1-16,2 0 15,2 1-15,-2-4 16,0 2-16,-4-1 16,-1-1-16,-1-1 15,2 0-15,-2 0 16,0-1-16,1 0 15,-1-1-15,-1 0 16,-2 1-16,-2-1 16,-10 2-1,16-3-15,-16 3 16,10-2-16,-10 2 16,0 0-16,0 0 15,11-3-15,-11 3 16,0 0-16,0 0 15,0 0-15,0 0 16,0 0-16,0 0 16,0 0-1,0 0-15,0 0 16,0 0-16,0 0 16,0 0-16,0 0 15,0 0-15,0 0 16,0 0-16,0 0 15,0 0-15,0 0 16,0 0 0,0 0-16,0 0 15,0 0-15,0 0 16,0 0-16,0 0 16,0 0-16,2-7 15,-2 7 1,-11-12-1,4 0-15</inkml:trace>
  <inkml:trace contextRef="#ctx0" brushRef="#br1" timeOffset="105164.45">6687 6979 0,'0'0'0,"0"0"16,0 0 0,0 0-16,8-5 15</inkml:trace>
  <inkml:trace contextRef="#ctx0" brushRef="#br1" timeOffset="106931.27">7774 6901 0,'0'0'0,"0"0"0,0 2 16,0-2-16,0 0 16,2 7-16,-2-7 15,0 0-15,3 7 16,-3-7 0,5 8-16,1-1 15,0 1-15,0-1 16,1 0-16,1 0 15,-8-7-15,18 11 16,-8-6-16,1-3 16,1 0-16,-1-3 15,3 0-15,1-1 16,0-1-16,1 1 16,-2-1-16,0 1 15,-1-1 1,1 2-16,-1-1 15,1 1-15,1-1 16,-1 0-16,-1 0 16,-1 1-16,-1 0 15,-1-1-15,0 1 16,-10 1-16,19-4 16,-19 4-1,17-3-15,-17 3 16,14-3-16,-14 3 15,12-2-15,-12 2 16,10-1-16,-10 1 16,0 0-16,11 0 15,-11 0-15,0 0 16,0 0-16,0 0 16,0 0-16,13-1 15</inkml:trace>
  <inkml:trace contextRef="#ctx0" brushRef="#br1" timeOffset="108314.35">7848 8153 0,'0'0'0,"0"0"16,0 0-16,0 0 15,0 2-15,0-2 16,0 0-16,0 0 16,0 0-16,0 0 15,0 0 1,11 7-16,-1-3 15,3 2-15,1 0 16,0 0-16,-1-1 16,0-1-16,2-2 15,1-1-15,-1-2 16,1 0-16,-1 1 16,2-1-16,0 0 15,1 0-15,0 0 16,-3 0-1,-1 1-15,-1-2 0,-2 2 16,0-1 0,1 0-16,-2 0 15,-10 1-15,16-3 16,-16 3-16,16-6 16,-16 6-16,15-4 15,-15 4-15,0 0 16,11-4-1,-11 4-15,0 0 16,0 0-16,0 0 16,0 0-16,10-4 15,-10 4-15,0 0 16,0 0-16,0 0 16,0 0-16,0 0 15</inkml:trace>
  <inkml:trace contextRef="#ctx0" brushRef="#br1" timeOffset="110015.3">8957 6987 0,'0'0'0,"0"0"0,0 0 15,0 0-15,0 0 16,4 1-16,-4-1 16,19 6-16,-4-4 15,4-3-15,4-3 16,1-5-16,0-2 15,-3 1-15,-3 1 16,-5 3 0,-1 0-16,-1 1 15,-11 5-15,15-6 16</inkml:trace>
  <inkml:trace contextRef="#ctx0" brushRef="#br1" timeOffset="110831.19">9156 7937 0,'0'0'0,"0"0"0,0 0 16,0 0-16,2-2 15,-2 2-15,13-1 16,-4-1-16,4 0 16,-2 1-16,0 0 15,-11 1 1,19-2-16,-19 2 16,18-6-16,-18 6 15,12-6-15,-12 6 16,0 0-16,0 0 15</inkml:trace>
  <inkml:trace contextRef="#ctx0" brushRef="#br1" timeOffset="114698.06">12408 7267 0,'0'0'0,"0"0"0,0 0 16,0 3-16,0-3 16,3 8-16,-3-8 15,3 11 1,0-3-16,1 2 15,1 2-15,1 2 16,3-1-16,-2-1 16,-1-5-16,-6-7 15,9 8-15,-9-8 16,16 1 0,-1-8-16,3-5 15,3-9-15,2-3 16,4-5-16,1-8 15,3-8-15,-2-8 16,4-16-16,-7 17 16,2-5-16,-3 10 15,-1 7-15,0-2 16,-5 10-16,-4 6 16,-5 9-16,-3 10 15,-7 7 1,13 2-16</inkml:trace>
  <inkml:trace contextRef="#ctx0" brushRef="#br1" timeOffset="115248.65">12533 7763 0,'0'2'0,"0"-2"16,0 0-16,0 0 15,0 0-15,-5 9 16,2 4-16,2 3 16,0-1-1,3-1-15,1 2 0,3 7 16,3 4-1,0-4-15,-2-9 16,3-7-16,0-7 16,4-7-16,6-16 15,6-24-15,6-17 16,-3-3-16,-5 17 16,-2-1-16,2 7 15,2 0 1,0 6-16,-1 7 15,-2 7-15,-3 7 16,-4 4-16,-8 7 31,-8 6-31</inkml:trace>
  <inkml:trace contextRef="#ctx0" brushRef="#br1" timeOffset="122180.7">12154 6811 0,'0'0'0,"0"0"0,0 0 15,-8-3-15,-4-2 16,-5-1-16,1 1 15,3 2-15,-1-1 16,1 1-16,-1 2 16,-1 1-1,-1-1-15,-1 1 16,0 0-16,0 0 16,1 0-16,0 0 15,2 0-15,0 0 16,2 0-16,1 0 15,0-1-15,11 1 16,-19-4-16,9-1 16,-1 0-16,-2-1 15,2 1-15,-1-1 16,0 0 0,0 0-16,1 1 15,1 0-15,-1-1 16,0 1-16,0-1 15,0 1-15,11 5 16,-18-9-16,18 9 16,-16-8-16,16 8 15,-17-9-15,17 9 16,-18-5 0,7 7-16,-3 1 15,1 0-15,2 0 16,11-3-16,-19 4 15,8-4-15,1 1 16,-3-2-16,2 1 16,1-1-16,0-1 15,-3 0 1,0-1-16,1 1 16,-1 0-16,0-1 15,0 0-15,-1 1 16,-3 0-16,1 0 15,0 0-15,3 1 16,-1-1-16,2 0 16,-1 1-16,0 0 15,1 3 1,-3 0-16,1 2 16,2 0-16,0 1 15,0 0-15,0 0 16,2 0-16,-1-1 15,2-1-15,-1-1 16,10-2-16,-17 6 16,17-6-16,-17 4 15,17-4 1,-16 5-16,16-5 16,-15 5-16,15-5 15,-14 5-15,14-5 16,-16 5-16,16-5 15,-18 7-15,18-7 16,-19 7-16,9-3 16,1 1-1,-1-1-15,0 1 0,-2 0 16,0 1 0,-1 1-16,0 1 15,-2 1-15,2-2 16,0 1-16,0-1 15,-3 2-15,1 1 16,1 2-16,2-1 16,2 1-16,-1-1 15,1 1-15,-1 2 16,1-1 0,0 0-16,2 0 15,-2-1-15,0 1 16,1 0-16,-1 1 15,1 1-15,0 1 16,0 2-16,0 1 16,0 1-16,3-1 15,0 1 1,0 2-16,3 1 16,0 1-16,0 1 15,1 0-15,1-1 16,-1-4-16,1-1 15,0-2-15,0-3 16,0-3-16,0 0 16,0 0-16,1 0 15,0 1-15,1 3 16,0 3 0,1 2-16,0 0 15,1-2-15,0-3 16,0 1-16,0-3 15,0 3-15,2-1 16,-1 0-16,3 1 16,0 0-16,-1 0 15,1 0-15,0 0 16,0 0-16,-1 0 16,2 2-1,0 1-15,0 0 16,0 0-1,1 3 1,-1 1-16,1-4 16,-2-2-16,0 2 15,3 2-15,1 1 16,0-1-16,-2-3 16,0 1-1,0-2-15,-2-1 16,2-1-16,-1-1 15,0 0-15,1-2 16,-3-5-16,1 0 16,0-1-16,-7-6 15,14 12-15,-14-12 16,14 11-16,-14-11 16,18 11-1,-18-11-15,17 11 16,-17-11-16,18 11 15,-8-3-15,0 0 16,-2 0-16,-1 0 16,1 1-16,0 0 15,0-1-15,-2-1 16,-6-7-16,11 12 16,-3-4-1,-1 2-15,3-2 16,-1 1-16,-1-3 15,-8-6-15,13 12 16,-13-12-16,12 9 16,-12-9-16,18 12 15,-8-7-15,2 1 16,-3-2 0,1 0-16,-10-4 15,18 6-15,-8-3 16,3 0-16,1 0 15,2 0-15,0 0 16,3-2-16,2-1 16,1-1-16,0 0 15,-6 0-15,-2 0 16,0 0-16,0 1 16,2-1-1,-1 0-15,-1 0 16,0 0-16,4 0 15,3 0-15,0-1 16,-5-1-16,-3 1 16,-1 1-16,-2-1 15,0 0-15,-10 2 16,17-3 0,-17 3-16,18-3 15,-6 1-15,1-1 16,2 0-16,1 0 15,-2 0-15,0 0 16,0 0-16,-3 0 16,3 0-16,-2 2 15,-12 1 1,18-3-16,-18 3 0,16-3 16,-3 1-1,7 1-15,-7 1 16,4 0-16,-17 0 15,9 0-15,-9 0 16,10 0-16,4 0 16,1 0-16,-4 0 15,-11 0-15,13 0 16,-3 0-16,1 0 16,-1 0-16,-10 0 15,16-1 1,-16 1-16,17-5 15,1-1-15,-1 1 16,-7 1-16,0-1 16,-10 5-16,15-13 15,-4 3-15,1 0 16,7-5-16,4-1 16,-10 6-1,-3 2-15,-4-3 16,-1-5-16,4-11 15,-1-2-15,1 1 16,-2-8-16,-1 11 16,0-1-16,-1 2 15,1-3-15,4-19 16,-1 2-16,2-6 16,-4 14-16,0 4 15,0-4 1,1 5-16,1-3 15,1 0-15,-2 5 16,0-1-16,-4 0 16,-4 0-16,0-4 15,-3-3-15,0 2 16,-2 0-16,-1 2 16,-1 1-1,0 3-15,1 2 16,0 0-16,1 3 15,0 3-15,1 2 16,-2-7-16,-1-13 16,0 5-16,0-2 15,2 6-15,0 5 16,1 3-16,1 11 16,0 4-16,3 7 15,-6-8 1,6 8-16,-15-13 15,2 4-15,-2 3 16,-3 3-16,1 2 16,3 0-16,2 0 15,1 0-15,11 1 16,-14-1-16,14 1 16,-13 2-16,13-2 15,-12 3 1,12-3-16,-12 4 15,12-4-15,0 0 16,0 0-16,0 0 16,-10 7-16,10-7 15,0 0-15,0 0 16,0 0-16,0 0 16,0 0-16,0 0 15</inkml:trace>
  <inkml:trace contextRef="#ctx0" brushRef="#br1" timeOffset="124780.99">12289 7139 0,'-3'1'0,"3"-1"16,0 0-1,0 0-15,0 0 16,0 0-16,0 0 16,0 0-16,0 0 15,-3-9-15,12-12 16,1-4-16,5-4 16,5 0-16,2 4 15,1-8-15,-1 9 16,8-5-1,4-1-15,-1 8 16,-1-1-16,-4 19 16,4 11-16,1 0 15,1 5-15,-5-1 16,8 18-16,2 20 16,5 1-16,-4 3 15,-4-10 1,-3-1-16,-8-10 0,-5-5 15,1-1 1,-2-1-16,0 1 31,-2-5-31,-2-4 16,-2-4-16,-4-3 16,-3-3-16,0 0 15,-6-7-15,11 12 16,-5-6-1,-6-6-15,10 11 16,-10-11-16,0 0 16,6 7-16,-6-7 15,0 0-15,0 0 16,0 0-16,0 0 16,0 0-16,0 0 15,0 0-15,1 6 16,-1-6-1,0 0-15,0 0 16,0 0-16,0 0 16,0 0-16,0 0 15,0 0-15,0 0 16,0 0-16,0 0 16,0 0-16,0 0 15,0 0-15,0 0 16,0 0-1,0 0-15,0 0 16,-11-16-16,3 2 16,-4-1-16,-8 1 15,0 4-15,-1 0 16,2 5-16,1 2 16,2 4-16,2 2 15,2 2-15,12-5 16,-19 14-16,12-5 15,0-1 1,1 2-16,1-1 16,2 1-16,0 0 15,4 0-15,1 3 16,3 1-16,1-3 16,1-1-16,-2-2 15,1-1-15,-6-7 16,15 11-16,-5-5 15,2-1 1,2-2-16,-1-2 16,0-2-16,-2-2 15,2-2-15,0-5 16,-1-5-16,0-4 16,-2-5-16,1-7 15,-1-2-15,-1 4 16,-2 4-1,-1 6-15,-2 3 16,1 1-16,-2 2 16,1 2-16,0 1 15,0 2-15,0 2 16,-4 6-16,7-9 16,-7 9-16,0 0 15,0 0-15,0 0 16,0 0-16,10-5 15,-10 5-15,0 0 16,0 0 0,0 0-16,0 0 15,0 0-15,0 0 16,0 0-16,0 0 16,0 0-16,0 0 15,0 0-15,0 0 16,0 0-16,0 0 15,0 0 1,0 0-16,0 0 16,0 0-16,0 0 15,0 0-15,0 0 16,0 0-16,0 0 16,0 0-16,0 0 15,0 0-15,0 0 16,0 0-16,0 0 15,0 0-15,0 0 16,0 0 0,0 0-16,0 0 15,0 0-15,0 0 16,0 0-16,0 0 16,0 0-16,0 0 15,0 0-15,0 0 16,0 0-16,0 0 15,0 0-15,0 0 16,0 0-16,0 0 16,0 0-1,0 0-15,0 0 16,0 0-16,0 0 16,-1 7-16,1-7 15,0 0-15,0 0 16,0 0-16,0 0 15,0 0 1,0 0-16,0 0 16,0 0-16,0 0 15,0 0-15,0 0 16,-11 2-16,11-2 16,-22-7-16</inkml:trace>
  <inkml:trace contextRef="#ctx0" brushRef="#br1" timeOffset="128347.34">13375 2269 0,'0'0'0,"0"-1"16,0 1-16,0 0 15,-7-11-15,3 5 16,-2-2-16,1-1 15,-3 0-15,0-2 16,-2 1-16,-4-2 16,-4-1-1,-4-3-15,-3-1 16,-1 1-16,2 0 16,-2 0-16,0 1 15,1 0-15,-2 2 16,-5 6-16,-5 0 15,-2 4-15,1 2 16,0 3-16,0 2 16,-1 5-16,-2 0 15,-3 3-15,-4 1 16,-2 4 0,1 4-16,3 1 15,5 0-15,3 0 16,3-1-16,2 0 15,3-2-15,2 0 16,1 1-16,4 0 16,1-1-1,4 1-15,3-2 16,-1 3-16,3 1 16,3-1-16,-2 1 15,2-1-15,-2 1 16,1 3-16,-2-2 15,2 2-15,-1-5 16,2 0-16,-3 4 16,-1 2-16,0 3 15,1 4 1,2-4-16,2 4 16,1 1-16,1 2 15,-1 1-15,0-1 16,1 3-16,0 1 15,1 0-15,5 0 16,-1-4-16,1-2 16,-1 4-16,1-1 15,0 0 1,2-2-16,0-3 16,1 0-16,1 1 15,1 5-15,-1-3 16,2-6-16,0-1 15,3 2-15,1 4 16,2 1-16,-2-4 16,1-3-16,-1-1 15,2 5 1,0-4-16,0 2 16,-1-4-16,0-1 15,0 1-15,1 1 16,-1 0-16,0-2 15,-1-1-15,1 3 16,1 2-16,0 0 16,0 2-16,0-3 15,-1 1 1,2 2-16,0 2 0,2-4 16,1 1-1,0-1-15,1-1 16,2 1-16,1 0 15,3 1-15,1 1 16,0-1-16,0-1 16,0 0-16,1-2 15,0 3-15,-3-6 16,2-1 0,1-1-16,1-1 15,1-3-15,0-3 16,2-3-16,5-3 15,4-1-15,2-6 16,-3-3-16,4-3 16,5-3-16,2-1 15,1-5-15,0-6 16,-2-1 0,3-2-16,-1 1 15,0 0-15,4-5 16,-5 3-16,4-8 15,-5 2-15,-2-2 16,1-5-16,-3-3 16,1-3-16,-3-3 15,-1-2-15,-1-5 16,-4-1 0,-2-1-16,-2-3 15,-5-4-15,-2-5 16,-5 3-16,-1-8 15,-4 2-15,-4-3 16,-3-6-16,-5 11 16,-4-6-16,-4-1 15,-1 3-15,-5-7 16,0 3 0,-1 0-16,-3-2 15,1 4-15,-2-1 16,1-2-16,1 6 15,-1 2-15,-1 11 16,-1 4-16,0 1 16,-1 4-16,-3-2 15,-1 8-15,-2 0 16,-3 4-16,0 4 16,-2 4-1,1 6-15,4 6 16,5 5-16,4 5 15,5 4-15,1 3 16,1 1-16,-6 1 16,-15 4-16,-31 7 15,-21 6-15,11 1 16,23-4 0,21-6-16,13-4 15,15-5-15,-16 7 16,5-1-16,-9 4 15,-28 16-15,-20 7 16</inkml:trace>
  <inkml:trace contextRef="#ctx0" brushRef="#br1" timeOffset="137297.56">11945 3886 0,'0'0'0,"0"0"0,0 0 15,0 0-15,0 1 16,0-1-16,0 0 16,0 0-1,25 12-15,6-7 0,5-5 16,3-1 0,6-3-16,1-2 15,0 1-15,-2 1 16,-1 0-16,-1 1 15,3-2-15,3 1 16,0 0-16,5-2 16,2 0-16,-2-1 15,-2-2-15,-3-2 16,0 0-16,-1 1 16,-1-1-1,-1-1-15,-2-9 16,-2-1-16,-3 1 15,-2-1-15,-1 2 16,2-1-16,2-1 16,2 1-16,-2 0 15,1 1-15,0-1 16,-3 1-16,0-3 16,-2-2-16,-4-2 15,2-3 1,-4 1-16,-4 1 15,-4 2-15,-4 3 16,-5 1-16,-2 0 16,-2-2-16,-2-1 15,-5-2-15,-6-2 16,-2 2 0,-4 2-16,-5 4 15,-8-3-15,-6 2 16,-2 4-16,0 2 15,0 1-15,0 3 16,-1 0-16,1 2 16,-2 1-16,-5 1 15,0 1 1,0 1-16,1 1 0,-1-1 16,1 1-1,1 1-15,1 2 16,2-1-16,-2 1 15,-3-1-15,-2 1 16,2 1-16,3 1 16,5 0-16,0 0 15,1 0-15,0 0 16,1 1-16,0 0 16,2 2-1,1-1-15,1 1 16,1 0-16,0 1 15,1-1-15,2 1 16,-1 2-16,-6 5 16,-4 5-16,-3 4 15,5 0-15,6-1 16,2 0-16,2 0 16,2-2-1,5-3-15,3-2 16,2-3-16,2-2 15,-1 3-15,-3 4 16,-2 6-16,-4 4 16,0 3-16,1 2 15,0 2-15,3 4 16,2-1-16,3-2 16,2-3-16,0 4 15,3 3-15,1-1 16,3 5-1,4 0-15,3 0 16,3 5-16,4 1 16,3 3-16,5-2 15,3-4-15,4-7 16,0-7-16,5-8 16,29-15 15</inkml:trace>
  <inkml:trace contextRef="#ctx0" brushRef="#br1" timeOffset="138680.81">11357 1750 0,'0'0'0,"0"0"15,0 0-15,0 0 16,0 1-1,0-1-15,3 12 16,0 4-16,3 2 16,1 3-16,-1-3 15,2 0-15,-2-3 16,-1-2-16,1-2 16,-2-3-16,0-1 15,-4-7 1,7 10-16,-7-10 15,11 8-15,0-3 16,8-3-16,13-9 16,18-15-16,14-12 15,3-17-15,-4-2 16,-4-2-16,-1-1 16,-4 4-16,0 1 15,-4 3-15,-4 5 16,-2 4-16,-1 4 15,-1 3 1,1 2-16,-3 1 16,1 1-16,-2 0 15,-1 1-15,-2 1 16,-4 2-16,-2 2 16,-5 2-16,-2 2 15,-3 4 1,-4 0-16,-5 5 15,-1 0-15,-3 3 16,-7 6-16,10-8 16,-10 8-16,0 0 15,0 0-15,6-8 16,-6 8-16,0 0 16,0 0-16,0 0 15,0 0-15,0 0 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35:19.588"/>
    </inkml:context>
    <inkml:brush xml:id="br0">
      <inkml:brushProperty name="width" value="0.05292" units="cm"/>
      <inkml:brushProperty name="height" value="0.05292" units="cm"/>
      <inkml:brushProperty name="color" value="#00B0F0"/>
    </inkml:brush>
  </inkml:definitions>
  <inkml:trace contextRef="#ctx0" brushRef="#br0">9288 2371 0,'0'0'0,"0"0"0,0 0 0,0 2 16,0-2-16,0 0 15,0 0-15,0 0 16,13 5 0,4-2-16,10 2 15,8 1-15,4-1 16,8-2-16,0 1 16,2-1-16,1-2 15,-1-2-15,1-1 16,-1 0-16,-1-1 15,-4 1-15,-3-2 16,-4 2-16,-5 0 16,-5 0-1,-7 2-15,-6-1 16,-4 0-16,-10 1 16,12-1-16,-12 1 15,0 0-15,0 0 16,10-1-16,-10 1 15,0 0-15,0 0 16,0 0-16,0 0 16,0 0-16,1-8 15</inkml:trace>
  <inkml:trace contextRef="#ctx0" brushRef="#br0" timeOffset="9317.03">10232 2398 0,'2'1'0,"-2"-1"0,12 8 16,3 2-16,1 4 15</inkml:trace>
  <inkml:trace contextRef="#ctx0" brushRef="#br0" timeOffset="11266.15">10875 1667 0,'0'0'0,"0"0"0,0 0 0,0-2 15,0 2-15,0 0 16,-7-8-16,7 8 16,-9-7-16,9 7 15,-15-5-15,4 3 16,-2 0-16,1-1 16,1 2-1,0-1-15,-2 1 16,2 0-16,0 1 15,11 0-15,-17 0 16,6 2-16,1 1 16,-1 4-16,-2 0 15,-2 3-15,-1 2 16,2 0-16,2-2 16,1 2-16,-1-1 15,2 0 1,-1 2-16,2-3 15,1 0-15,-1 1 16,1 0-16,0 1 16,-3 1-16,0 4 15,-1 2-15,0 0 16,1 1-16,1 1 16,0-3-16,0 1 15,1-2 1,1 0-16,1-3 15,-1 2-15,2 1 16,0 1-16,1-2 16,0 5-16,-2 3 15,4 2-15,-2-2 16,3-1-16,1-3 16,1 0-16,1 0 15,3-1 1,2 1-16,4-1 15,3-1-15,1-1 16,1-2-16,4 0 31,5-1-31,10 1 16,1-3-16,-6-2 16,-4-2-16,-4-3 15,6-3 1,2-2-16,2-5 15,8-8-15,-6-2 16,-2-4-16,1-3 16,1 0-16,1-2 15,2 0-15,-8 2 16,-1-5-16,1-11 16,-3 0-16,0-4 15,1 1 1,-2 0-16,-2 0 15,-9 2-15,-4 0 16,-4 3-16,-5 5 16,-6 0-16,-7 3 15,-3 0-15,-3 5 16,-2-1-16,-4 1 16,-3 1-1,-4 3-15,-1 8 16,2 3-16,3 3 15,3 2-15,3 1 16,1 0-16,0 1 16,0 1-16,3 0 15,7 0-15,11 0 16,-14 0-16,14 0 16</inkml:trace>
  <inkml:trace contextRef="#ctx0" brushRef="#br0" timeOffset="12733.93">9668 3741 0,'0'0'0,"0"0"0,0 0 0,0 0 16,1 3-16,-1-3 16,8 9-16,-2-2 15,10-1-15,8-1 16,9-4-16,6-3 16,0-4-16,-2 0 15,-5 0-15,-1-1 16,-2 0-16,4 0 15,-2 1 1,-2-2-16,2 3 16,-3-1-16,-1 0 15,-1 1-15,-2 1 16,-4 1-16,-2 1 16,-5-1-16,-2 1 15,-11 2-15,14-5 16,-14 5-1,0 0-15,0 0 16,10-4-16,-10 4 16</inkml:trace>
  <inkml:trace contextRef="#ctx0" brushRef="#br0" timeOffset="15833.95">11973 2811 0,'0'0'0,"0"0"0,0 0 0,0 0 0,0 0 16,-3-2-16,3 2 15,-14-10-15,3 2 16,-5-2-16,-2 0 16,-1 0-16,-4 1 15,-1 2-15,2 1 16,3 0-16,2 1 15,1 0-15,-1-1 16,0 1-16,1-1 16,2 0-1,0 0-15,2 0 16,-1 1-16,1-2 16,0 2-16,-3-1 15,-2-1-15,-2 0 16,0 2-16,0-1 15,-1 1-15,1 1 16,2 1 0,1 0-16,1 2 15,-2-1-15,-1 0 16,-4 1-16,2 0 16,-1 0-16,1 1 15,0 0-15,2 0 16,1 0-16,1 0 15,2 0-15,0 0 16,0 0-16,1 0 16,1 1-1,1 1-15,-2-1 16,2 1-16,0 0 16,0 0-16,0 0 15,11-2-15,-17 6 16,17-6-16,-14 4 15,14-4-15,-13 5 16,13-5-16,-13 5 16,13-5-1,0 0-15,-13 5 16,13-5-16,-14 5 16,4-3-16,-2 1 15,2-1-15,0 0 16,0 1-16,0 0 15,-2-1-15,0 3 16,-4 1 0,-2 3-16,-1 3 15,-1 2-15,0 0 16,0 2-16,-2 1 16,2 1-16,1-1 15,2-2-15,1 0 16,0 0-16,1 1 15,0-1-15,-2 2 16,5 1-16,1-1 16,2 0-1,1 1-15,1 1 16,1 1-16,1 3 16,1 3-16,1-1 15,1 2-15,2-5 16,0 2-16,2 2 15,1 3-15,1 3 16,1-1 0,0-4-16,-2-1 15,2-1-15,-2 0 16,2-2-16,-1-1 16,1-3-16,1 0 15,0 0-15,1 3 16,-2-3-16,2 1 15,-2-3-15,0-2 16,-3-2-16,3 0 16,-2 2-1,1-3-15,-1 3 16,1 1-16,0 2 16,0 0-16,1 2 15,1-1-15,5 4 16,3 2-16,1-2 15,-1-4-15,-2-4 16,6 2 15,6-1-31,7-2 16,0-2-16,-8-3 16,-3-3-16,-6-1 15,-1-1-15,1 0 16,-1-1-16,1 1 15,1-1-15,7 1 16,2 1-16,1 0 16,-4-2-1,-4 0-15,1-1 16,-1 0-16,0 1 16,-1 0-16,-4-1 15,3 0-15,9 2 16,5 1-16,0 0 15,-6-1-15,-8-2 16,-2 1-16,-2-1 16,-1 0-16,0-1 15,4 1 1,4-1-16,8 1 16,0-3-16,-5-1 15,-1-1-15,-7-1 16,1 2-16,-2 1 15,-1-1-15,0 1 16,3-2-16,6 0 16,0 0-1,1-2-15,-5-4 16,0-1-16,0 0 16,1 1-16,-1-1 15,-1 2-15,-3 0 16,2-1-16,-1 0 15,1 0-15,-1-1 16,5-4-16,4-3 16,1 0-1,-3 0-15,-6 3 16,0-3-16,2-2 16,-1-1-16,1 0 15,0-3-15,-2 3 16,-1 0-16,-2 1 15,-1 2-15,2-3 16,2-4-16,-1 1 16,1 0-16,-5-1 15,-6-5 1,0-3-16,-3-3 16,2 3-16,-2-4 15,1 5-15,0-1 16,0 5-16,0 1 15,-1 1-15,1 2 16,-1 3-16,-1-1 16,-2 1-16,1 0 15,-3 0 1,-1-1-16,-3-2 16,-2-1-16,-3 5 15,-3 1-15,1 3 16,-3 1-16,3 3 15,-1 1-15,2-1 16,1 3-16,-1-3 16,2 4-16,-1-2 15,-2-1 1,0 0-16,-1-2 16,1-2-16,0-2 15,3 1-15,3 4 16,3 2-16,1 2 15,0 0-15,0-2 16</inkml:trace>
  <inkml:trace contextRef="#ctx0" brushRef="#br0" timeOffset="23517.82">12859 3747 0,'0'0'0,"0"-1"0,0 1 0,0 0 0,0 0 16,0 0-16,-12-2 15,12 2-15,0 0 16,0 0-16,-11 3 15,11-3-15,0 0 16,0 0-16,0 0 16,0 0-1,0 0-15,0 0 16,0 0-16,0 0 16,0 0-16,-4 8 15,4-8-15,20 11 16,0-2-16,7-1 15,0 0-15,0-2 16,1 1 0,1-1-16,2-2 0,-1-3 15,0-4 1,1-1-16,0-3 16,1-1-16,2-2 15,-3 2-15,-3 1 16,0 0-16,-2 1 15,0-1-15,-1 1 16,-1 1-16,-1 3 16,-3 1-16,-4 0 15,-3-1 1,-13 2-16,17-2 16,-17 2-16,10 1 15,-10-1-15,0 0 16,11 5-16,-11-5 15,0 0-15,0 0 16,0 0-16,0 0 16,6 7-16,-6-7 15,0 0 1,0 0-16,0 0 16,0 0-16,0 0 15,0 0-15,0 0 16,0 0-16,0 0 15,0 0-15,0 0 16,0 0-16,0 0 16,0 0-16,0 0 15,0 0-15,0 0 32,3-7-17,-3 7-15,0 0 16,6-10-16,-6 10 15,6-10-15,-6 10 16,0 0-16,6-7 16,-6 7-16,0 0 15,0-6-15,0 6 16,-5 10 0</inkml:trace>
  <inkml:trace contextRef="#ctx0" brushRef="#br0" timeOffset="24799.46">13247 3757 0,'0'0'0,"0"0"0,0 0 16,-1-2-16,1 2 15,0 0-15,0 0 16,0 0-16,0 0 16,0 0-16,0 0 15,0 0-15,0 0 16,0 0-16,0 0 16,0 0-1,0 0-15</inkml:trace>
  <inkml:trace contextRef="#ctx0" brushRef="#br0" timeOffset="26483.21">13179 3906 0,'0'0'0,"0"0"0,0 0 16,-1 2-1,1-2-15,0 0 16,-12 10-16,5-4 15,-8 6-15,-4 2 16,-1 0-16,2 0 16,2-2-16,-2-2 15,-1 0-15,-2-2 16,1-1-16,1-1 16,4-2-1,2 0-15,-1-1 16,0 0-16,-1 0 15,-2-1-15,2 0 16,1 0-16,2 0 16,12-2-16,-16 1 15,16-1-15,-10 0 16,10 0-16,0 0 16,0 0-1,-10 0-15,10 0 16,0 0-16,0 0 15,0 0-15,0 0 16,0 0-16,0 0 16,0 0-16,0 0 15,-13 4-15,13-4 16,0 0-16,-10 8 16,10-8-1,0 0-15,-12 8 16,12-8-16,0 0 15,-12 9-15,12-9 16,-11 11-16,11-11 16,-15 11-16,15-11 15,-13 13-15,3-6 16,1 1-16,-1 0 16,1 0-16,9-8 15,-14 11 1,14-11-16,-11 10 15,11-10-15,-10 9 16,10-9-16,-8 9 16,8-9-16,0 0 15,-9 8-15,9-8 16,0 0-16,0 0 16,0 0-1,0 0-15,0 0 16,0 0-16,-10 3 15,10-3-15,0 0 16,0 0-16,0 0 16,0 0-16,0 0 15,0 0-15,0 0 16,-2-7-16,2 7 16,0 0-16,0-7 15,0 7-15,0 0 16,-2-7-1,2 7-15,0 0 16,0 0-16,-2-6 16,2 6-16,0 0 15,0 0-15,0 0 16,0 0-16,0 0 16,0-8-16,0 8 15,0 0 1,1-7-16,-1 7 15,0 0-15,1-8 16,-1 8-16,0 0 16,0-7-16,0 7 15,0 0-15,0 0 16,3-7-16,-3 7 16,0 0-16,0 0 15,0 0-15,0 0 16,0 0-1,0 0-15,0 0 16,0 0-16,0 0 16,-7 9-16,0 1 15,0 0-15,2-1 16,2-3-16,3-6 16,0 0-16,-4 7 15,4-7-15,0 0 16,26-5-16,-5-2 15,6-5 1,-1-1-16</inkml:trace>
  <inkml:trace contextRef="#ctx0" brushRef="#br0" timeOffset="28933.57">11545 4876 0,'0'0'0,"0"0"15,0 0-15,0 0 16,0 0-16,0 0 16,0 0-16,0 0 15,0 0-15,-3-2 16,3 2-1,-4-6-15,4 6 16,0 0-16,0 0 16,0 0-16,-6-7 15,6 7-15,0 0 16,0 0-16,0 0 16,0 0-16,16-4 15,-2-1-15,1-1 16,1 0-1,0 0-15,1 1 16,3 0-16,4 0 16,3 0-16,1 1 15,-2 0-15,0 1 16,1-1-16,0 1 16,0-2-16,0-1 15,0 0-15,0-1 16,-1 0-16,2 0 15,-4 1 1,0-1-16,-2 2 16,2-2-16,1 0 15,-1 1-15,4-2 32,1 1-32,1 2 15,-2 2-15,-6 1 16,-3 1-16,-2-1 15,-1 1 1,-1-1-16,-3 2 16,-1-1-16,-11 1 15,18-2-15,-18 2 16,18 1-16,-18-1 16,17 2-16,-17-2 15,11 0-15,-11 0 16,0 0-1,11 0-15,-11 0 16,0 0-16,0 0 16,0 0-16,0 0 15,10-1-15,-10 1 16,0 0-16,0 0 16,0 0-16,0 0 15,0 0-15,0 0 16,10 3-16,-10-3 15,0 0-15,0 0 16,0 0 0,0 0-16,0 0 15,0 0-15,0 0 16,0 0-16,0 0 16,0 0-16,0 0 15,0 0-15,0 0 16,0 0-1,0 0-15,0 0 16,0 0-16,0 0 16,0 0-16,0 0 15,0 0-15,0 0 16,0 0-16,0 0 16,0 0-16,0 0 15,0 0-15,0 0 16,0 0-16,0 0 15,0 0-15,0 0 16,0 0 0,0 0-16,0 0 15,0 0-15,0 0 16,0 0-16,0 0 16,0 0-16,0 0 15,0 0-15,0 0 16,0 0-16,0 0 15,0 0-15,0 0 16,0 0 0,0 0-16,0 0 15,0 0-15,0 0 16,0 0-16,0 0 16,0 0-16,0 0 15,0 0-15,0 0 16,0 0-16,0 0 15,0 0-15,0 0 16,0 0 0,0 0-16,0 0 15,0 0-15,0 0 16,0 0-16,0 0 16,0 0-16,0 0 15,0 0-15,0 0 16,0 0-16,0 0 15,0 0-15,0 0 16,0 0 0,0 0-16,0 0 15,0 0-15,0 0 16,0 0-16,0 0 16,0 0-16,0 0 15,0 0-15,0 0 16,0 0-16,0 0 15,0 0-15,0 0 16,0 0 0,0 0-16,0 0 15,0 0-15,0 0 16,0 0-16,0 0 16,0 0-16,0 0 15,0 0-15,0 0 16,0 0-16,0 0 15,0 0 1,0 0-16,0 0 16,0 0-16,0 0 15,0 0-15,0 0 16,0 0-16,0 0 16,0 0-16,0 0 15,0 0-15,0 0 16,0 0-16,0 0 15,0 0-15,0 0 16,0 0-16,0 0 16,0 0-1,0 0-15,0 0 16,0 0-16,0 0 16,0 0-16,0 0 15,0 0 1</inkml:trace>
  <inkml:trace contextRef="#ctx0" brushRef="#br0" timeOffset="31050.01">9086 5486 0,'0'0'0,"0"0"16,0 0-16,1-3 15,-1 3-15,3-13 16,-1 6-16</inkml:trace>
  <inkml:trace contextRef="#ctx0" brushRef="#br0" timeOffset="32283.27">10432 2369 0,'0'0'0,"0"0"16,0 0-1,0 0-15,0 0 16,0 0-16,0 0 15,0 0-15,2 0 16,-2 0-16,28-3 16,-1 0-16,2 1 15,1 1-15,0 0 16,-2 1 0,0 2-16,-2 0 15,0 3-15,0 1 16,-4 1-16,1-1 15,-1-1-15,0 1 16,-2-2-16,-3 1 16,-2-3-16,-6 1 15,-9-3-15,10 3 16,-10-3-16,0 0 16,0 0-16,0 0 15</inkml:trace>
  <inkml:trace contextRef="#ctx0" brushRef="#br0" timeOffset="33866.47">7923 5419 0,'0'0'0,"0"0"0,0 0 16,0 0-16,0 0 15,3 3-15,-3-3 16,9 9-16,-2-2 16,1-1-1,-1 1-15,0-2 16,2 3-16,2-2 15,4-2-15,3 1 16,2-1-16,3-1 16,-2-1-16,0-1 15,-1-1-15,-3-1 16,0 0-16,-2 0 16,-3 0-16,0 1 15,0-1 1,-1 0-16,0 1 15,-11 0-15,16 2 16,-16-2-16,12 1 16,-12-1-16,14 2 15,-2-1-15</inkml:trace>
  <inkml:trace contextRef="#ctx0" brushRef="#br0" timeOffset="34583.62">9009 5459 0,'0'0'0,"0"0"15,1 2-15,-1-2 16,0 0-16,0 0 16,6 7-16,-6-7 15,8 7-15,0-1 16,5 3-16,4-1 16,7-3-16,5-2 15,2-1 1,-1-2-16,-2 0 0,-3-1 15,-3-2 1,-1 0-16,-3 1 16,-2-1-16,-3 2 15,-3-1-15,-10 2 16,16-2-16,-16 2 16,0 0-16,11-2 15,-11 2-15,0 0 16,0 0-1</inkml:trace>
  <inkml:trace contextRef="#ctx0" brushRef="#br0" timeOffset="37132.74">10041 5455 0,'0'0'0,"0"0"0,0 0 0,0 0 16,0 0-16,2 1 15,-2-1-15,13 5 16,4-2-16,6 2 15,1-3 1,3 0-16,3-2 16,-2 0-16,1 0 15,-3-2-15,1 2 16,4-1-16,0 1 16,5-2-16,-1-1 15,2-1-15,3-5 16,-1-1-16,0 1 15,-2 0-15,-2-1 16,0 3 0,-6-1-16,-1 3 15,-2 1-15,-1 4 16,1 0-16,-4 2 16,-2 0-16,-2-1 15,0 1-15,-1-1 16,-1 1-16,0-1 15,2 2 1,-1 0-16,0 1 16,0-1-16,-1 0 15,-2 2-15,0-3 16,-3 2-16,0-2 16,0 1-16,-1-1 15,1 1-15,3 1 16,0 1-16,-1 0 15,-2-1-15,0 0 16,0-1 0,-11-3-16,17 5 15,-17-5-15,12 3 16,-12-3-16,11 3 16,-11-3-16,9-1 15,-3-6-15,3-6 16,0-7-16,0-12 31,-1-6-15,-2 0-16,-1 4 15,-3 9-15,2 5 16,-3 1-16,2 0 16,-1 0-16,0 1 15,0-3-15,-1-1 16,-2-1-16,0 0 15,0-1 1,1 4-16,-2 3 16,1 2-16,-1 2 15,-1-1-15,-3 3 16,1 0-16,-1 2 16,0 0-16,-4-2 15,-4 0-15,-4-1 16,-6 2-16,-4 4 15,-1 1-15,-1 3 16,0 2 0,-4 2-16,-4 2 15,-2 0-15,5 3 16,1-1-16,4 1 16,-2 0-16,1 1 15,1-2-15,3 1 16,0-1-16,1 0 15,-1-1-15,2 0 16,-1-3 0,2-1-16,0-1 15,3-1-15,-2 0 16,2-1-16,1-1 16,3 1-16,3 0 15,0-2-15,4 1 16,-2 0-16,2-1 15,0 0-15,10 4 16,-18-8 0,8 4-16,-3-1 15,1 1-15,0 0 16,-1 1-16,-1 0 16,1-1-16,-3 1 15,0 0-15,0 0 16,0 1-16,0 0 15,0-1-15,-1 0 16,-2 1 0,0 1-16,0-1 15,1 0-15,-1 1 16,1 0-16,0 0 16,1 0-16,2 0 15,-1 0-15,3 0 16,-1-1-16,2 0 15,2 1 1,0 0-16,10 1 16,-17 0-16,17 0 15,-14 0-15,14 0 16,-10 2-16,10-2 16,0 0-16,-13 6 15,5 1-15,-2 3 16,0 0-16,4 0 15,1-4-15,5-6 16,-6 10 0,0-3-16,-1 4 15,1-1-15,0-2 16,2-1-16,4-7 16,-9 12-16,1-1 15,-2 5-15,1 0 16,2-3-16,2-4 15,0 1-15,3-1 16,-1 5-16,-1 1 16,2 1-1,1-1-15,1 1 16,1-1-16,0 3 16,4 3-16,-1 3 15,4 1-15,0-1 16,1-3-16,0-2 15,-1-3-15,1 1 16,1 1 0,0-1-16,2 1 15,-2 0-15,0-1 16,-2-2-16,2-2 16,-3-1-16,1-1 15,1 0-15,2-2 16,1-1-16,1-1 15,1-2-15,2-5 16,1-1-16,5-5 16,3-8-1,8-5-15</inkml:trace>
  <inkml:trace contextRef="#ctx0" brushRef="#br0" timeOffset="39332.85">11409 5231 0,'0'2'0,"0"-2"16,2 13-16,0 0 15,0-4-15,-1-3 16,-1-6-16,4 10 15,-4-10-15,0 0 16,17 3-16,-3-8 16,3-7-16,4-8 15,5-5-15,-3-2 16,1 4 0,2-5-16,-2 0 15,-1-3-15,-2 3 16,-4 4-16,-3 3 15,2 5-15,-1 2 16,-4 6-16,-3 1 16,-8 7-16,12-8 15,-12 8-15,0 0 16,0 0-16,11-5 16,-11 5-1,0 0-15,0 0 16,0 0-16,0 0 15,0 0-15,0 0 16,-6 11-16</inkml:trace>
  <inkml:trace contextRef="#ctx0" brushRef="#br0" timeOffset="41765.76">11972 6104 0,'0'0'0,"0"0"0,0 3 16,0 4-16,0 7 16,0 3-1,0 4-15,1-1 16,2-3-16,1 0 15,0-6-15,0-2 16,-4-9-16,6 8 16,-6-8-16,12-2 15,1-6-15,7-7 16,6-11-16,3-9 16,1-6-16,0-1 15,-1 1 1,0-1-16,1-1 0,5-2 15,-1 6 1,-6 7-16,-1 5 16,-6 7-16,0 4 15,-4 2-15,-4 5 16,-4 2-16,-9 7 16,10-6-16,-10 6 15,0 0-15,0 0 16,0 0-1,0 0-15,10-3 16,-10 3-16,0 0 16,0 0-16,0 0 15,0 0-15</inkml:trace>
  <inkml:trace contextRef="#ctx0" brushRef="#br0" timeOffset="45200.71">7673 7818 0,'0'0'0,"0"0"0,0 0 0,0 0 16,0 0-16,4 2 16,-4-2-16,0 0 15,9 8-15,-9-8 16,15 14-16,-4-2 15,1 5-15,2 6 16,-1-1 0,-3-3-16,-1-3 15,-1-3-15,-3-3 16,0 0-16,0-2 16,-1-1-16,-4-7 15,5 10-15,-5-10 16,7 8-16,-7-8 15,10 12-15,-10-12 16,16 11 0,-16-11-16,15 10 15,-15-10-15,19 7 16,-9-5-16,2 0 16,2-1-16,3 0 15,2 0-15,0-1 16,0-1-16,2-1 15,1 0-15,1 0 16,-1-1 0,1 1-16,2 0 0,-1-1 15,-2 0 1,2 1-16,2 0 16,2-1-16,3 2 15,-2 1-15,-1 3 16,-2 1-16,-1 0 15,-1 1-15,2 0 16,0-1-16,-1 2 16,-2-3-1,-1 0-15,-2-1 16,-1-1-16,2 0 16,0 1-16,3 0 15,1 0-15,-1-1 16,0 0-16,-3 0 15,-1 0-15,2-1 16,6 2 0,1-2-16,1 1 15,-3 0-15,-5-1 16,0 2-16,-1-2 16,-1 1-16,3-1 15,3-1-15,0-1 16,-3-2-16,-6-4 15,-2-3-15,-3-6 16,-2-7-16,-3-9 16,-2 1-16,-2 1 15,-1 2 1,-2 7-16,0 2 16,0 6-16,0 2 15,-1 5-15,1 7 16,-2-11-16,2 11 15,0 0-15</inkml:trace>
  <inkml:trace contextRef="#ctx0" brushRef="#br0" timeOffset="46899.39">9766 7727 0,'0'0'0,"0"0"0,0-2 15,0 2 1,0 0-16,0 0 16,0 0-16,0 0 15,0 0-15,0 0 16,0 0-16,1 9 15,2 3-15,-1 5 16,0 0-16,1 0 16,-1-3-16,1-2 15,-1-3-15,0-2 16,-2-7 0,5 10-16,-5-10 15,6 11-15,-6-11 16,0 0-16,13 7 15,-13-7-15,19-2 16,-9 0-16,0-2 16,1 2-16,-1 0 15,1-1-15,0 0 16,0 0 0,1-1-16,-1 0 15,2 0-15,3-1 16,0 1-16,-1 1 15,-2 1-15,-1 0 16,0 2-16,1 1 16,-1 0-16,-1 1 15,-1-1-15,0 2 16,-10-3 0,19 5-16,-19-5 15,18 5-15,-8-2 16,1 0-16,0 1 15,1-1-15,1 0 16,-1 0-16,-12-3 16,14 0-16,-14 0 15,11-8-15,-4 1 16,-1-10 0,-5-15-16,0-5 15,-3 0-15,-4 10 16,2 5-16,0 11 15,3 5-15,1 6 16,0 0-16,0 0 16,0 0-16,0 0 15,0 0-15,-11 10 16,9 0-16,0 2 16</inkml:trace>
  <inkml:trace contextRef="#ctx0" brushRef="#br0" timeOffset="48799.68">10580 7916 0,'0'0'0,"0"0"16,0 0-16,0 0 15,0 0-15,0 2 16,0-2-16,0 0 16,0 0-16,0 0 15,0 0-15,6 8 16,-6-8-16,6 14 16,-1 1-16,3 3 15,-1 0 1,-2-2-16,0-4 15,0 1 1,0-2 0,-1-2-16,0-1 15,-4-8-15,6 8 16,-6-8-16,0 0 16,13 5-16,-13-5 15,17 0 1,-2-1-16,6 0 15,3-1-15,1-2 16,0-1-16,-5 1 16,-2 0-16,-1-1 15,1 1-15,4-3 16,4 0-16,2 0 16,0 4-1,-4 2-15,-6 0 16,-1 0-16,0-1 15,0-1-15,3-2 16,-3 0-16,3-1 16,0-2-16,-4 2 15,-2 0-15,0 1 16,1 2-16,10 5 16,-2 0-1,8 7-15,3 2 16,0 3-16,-1 0 15,-13-5-15,-5-2 16,5 2-16,0 1 16,1-1-16,-2-3 15,-9-4-15,-10-2 16,17 3-16,-17-3 16,20 2-16,-10-1 15,2-1 1,0-1-16,-2-2 15,3 0-15,-13 3 16,13-3-16,-13 3 16,13-8-16,-7-7 15,0-3-15,-2 2 16,-2 5-16,-1 1 16,-2-2-16,-1-10 15,-1-6 1,0 2-16,0-1 15,1 4-15,-1 2 16,2 1-16,-1 13 16,2 7-16,-6-10 15,6 10-15,-7-10 16,7 10-16,0 0 16,-10-2-16,-8 0 15,-2 1-15,1-1 16</inkml:trace>
  <inkml:trace contextRef="#ctx0" brushRef="#br0" timeOffset="50433.56">13764 6530 0,'0'0'0,"0"0"0,-5 0 15,5 0-15,0 0 16,-13-4-16,13 4 16,-11 7-16,11-7 15,-13-1-15,3-6 16,-3-3-16,0-1 15,-3 0 1,-3-4-16,0 0 16,-2-1-16,-3-2 15,-1 2-15,-6 2 16,-5 5-16,0 4 16,-3 2-16,-4 5 15,2 2-15,-4 0 16,2 1-16,0 2 15,-1 0 1,1 0-16,-2-1 16,3 1-16,1-1 15,-2 1-15,1-1 16,2 2-16,0 1 16,1 1-16,-2 5 15,1 2-15,3 0 16,3-1-1,5-2-15,2 0 16,1-3-16,0 5 16,3-5-16,0 2 15,-1-1-15,-2 3 16,-1 24-16,-1 7 16,2-5-16,3-5 15,0 2-15,4 8 16,2 3-1,2-1-15,2 11 0,3-2 16,9 8 0,2-9-16,4-1 15,0-7-15,1 1 16,2-1-16,13 12 31,6 3-31,-4-14 16,3 5-1,-7-17-15,0-1 16,-1-7-16,2 2 16,8 3-16,1 0 15,9 8-15,-7-9 16,2 2-16,6 1 16,-5-11-16,3-5 15,3-4 1,-2 1-16,10 3 0</inkml:trace>
  <inkml:trace contextRef="#ctx0" brushRef="#br0" timeOffset="51049.63">13863 7092 0,'0'0'0,"0"-2"16,0 2-16,1-13 16,0-6-16,1-3 15,0-5-15,-5-1 16,-5-4-16,-4-6 15,-3-1-15,-2 1 16,-1 2 0,1 6-16,3 2 15,0 5-15,-2 5 16,-5 2-16,-16-3 31,-17-3-31,-4 3 16,5 4-16,10 10 15,2 5-15,-4-2 16,0 1 0,5 1-16,1-3 15,1 1-15,2-2 16,0 2-16,2-4 16,3 1-16,-2-2 15,2 3-15,1 12 16</inkml:trace>
  <inkml:trace contextRef="#ctx0" brushRef="#br0" timeOffset="52365.91">12667 7986 0,'0'0'0,"-5"0"0,5 0 16,-20 3-1,5-4-15</inkml:trace>
  <inkml:trace contextRef="#ctx0" brushRef="#br0" timeOffset="53000.14">12425 8009 0,'0'0'0,"0"0"0,0 0 16,0 0-16,0 0 16,0 0-16,0 0 15,0 0-15,8 3 16,3 2-16,6-1 15,9-4-15,8-9 16,5 0-16,4-3 16,1 2-16,4-5 15,4-18 1,-4 7-16,4-4 16,0 2-16,3-1 15,6-3-15,-4 1 16,0 1-16,-1-1 15,-1 2-15,-2-1 16,-2-2-16,1 0 16,-1 1-1,-3 2-15,-3 1 16,-1 2-16,0-1 16,-2 3-16,-1-2 15,0 2-15,-2 0 16,-4 3-16,1 0 15,-4 4-15,-3 2 16,-4 2-16,-1 1 16,-5 3-16,-2 2 15,0 0 1,-5 3-16,-12 4 16,14-5-16,-14 5 15,0 0-15,0 0 16,0 0-16,0 0 15,10-3-15,-10 3 16,0 0-16,0 0 16,0 0-16,0 0 15</inkml:trace>
  <inkml:trace contextRef="#ctx0" brushRef="#br0" timeOffset="53765.78">13806 5956 0,'0'0'0,"0"0"15,0 2-15,0-2 16,0 13-16,0 0 16,0 17-16,0 18 15,-2 17 1,1-1-16,0 11 16,-1-5-16,1 14 15,5 4-15,0-17 16,3 10-16,-1-21 15,0-5-15,1 4 16,-1-4-16,-1 1 16,1-7-16,-1-3 15,-2-7 1,-1 5-16,-1-5 16,-2-6-16,-1-4 15,1-5-15,-1-3 16,0-4-16,0-3 15,0-3-15,-1-1 16,1 0-16,0 0 16,0 0-16,-2 4 15,1 3 1,-1 8-16,-1 7 16,2 5-16,0 8 15,0-6-15,1-2 16,0-4-16,-1-2 15,1-1-15,0-4 16,0-9-16,1-4 16,-1 1-16,1-2 15,-2-2-15,3-10 32</inkml:trace>
  <inkml:trace contextRef="#ctx0" brushRef="#br0" timeOffset="60932.99">14165 2723 0,'0'2'0,"0"-2"0,0 0 0,-2 10 16,2-10-16,-1 14 16,0 10-16,0 10 15,0 2 1,-1 1-16,0 0 16,2 3-16,-1 7 15,0 4-15,-2-10 16</inkml:trace>
  <inkml:trace contextRef="#ctx0" brushRef="#br0" timeOffset="61750.06">14116 3464 0,'0'0'0,"0"0"0,3 1 16,-3-1 0,10-3-16,1 0 15,5-1-15,0 0 16,2-1-16,-2 2 15,-2 0-15,-3 2 16,-2 3-16,2 4 16,-3 4-16,-4 9 15,-4 9-15,-10 10 16,-3 0 0,-3-7-16,-6-4 15,4-4-15,2-3 16,4-6-16,5-7 15,7-7-15,-8 10 16,8-10-16,-8 10 16,8-10-16,0 0 15,0 0 1,0 0-16,17-3 16,11-4-16,3-2 15,0 1-15,1 0 16,-3 1-16,1-1 15,-4 2-15,0 0 16,-7 3-16,-4 1 16,-15 2-16</inkml:trace>
  <inkml:trace contextRef="#ctx0" brushRef="#br0" timeOffset="62400.19">14035 4092 0,'0'0'0,"0"0"0,0 0 15,0 0-15,0 0 16,7-3-16,7 0 16,3-2-16,6-2 15,-2 1-15,1 0 16,5-2 0,-8 4-16,1-1 15,-5 2-15,-4 3 16,-2 0-16,-9 0 15,12 10-15,-11 4 16,0 6-16,-6 11 16,-3 5-16,-8-2 15,2-7-15,4-11 16,3-5-16,3-4 16,0 0-16,0 1 15,4-8 1,-6 9-16,6-9 15,15 14-15,-2-4 16,-1-3-16,2-1 16,-2 0-16,-1-2 15,-11-4-15,17 8 16,-9-1 0,-1 4-16,-1 2 15,-4 2-15,-4 1 16,-2 1-16,-3-1 15,-2-5-15,-12-1 32,-5-4-32,-3-4 15,1-1-15,8 0 16,6 0 0,3-1-16</inkml:trace>
  <inkml:trace contextRef="#ctx0" brushRef="#br0" timeOffset="62933.62">14209 4728 0,'0'0'0,"2"3"0,-2-3 15,0 0-15,6 15 16,0-1-16,3 10 16,0 0-1,-1-2-15,-2-4 16,-2-6-16,0-3 15,-2 0-15,1-3 16,-3-6-16,4 8 16,-4-8-16,13 2 15,-1-3-15,1-2 16,-1-1-16,1-2 16,-1 0-16,-1-2 15,0-2 1,-1 0-16,-3 3 15,-7 7-15,0 0 16,0 0-16,10-3 16,-7 11-16,6 8 15,-2 6-15,-3 0 16,-4-4-16,-2 4 16,-1-2-16,0 0 15</inkml:trace>
  <inkml:trace contextRef="#ctx0" brushRef="#br0" timeOffset="66833.41">14617 2484 0,'-1'-2'0,"1"2"16,-12-9-16,-4 0 15,-3-1-15,-2 0 16,1 3-16,1 0 16,-6-1-16,-5-1 15,-3 1-15,-4 3 16,4 3-16,2-1 15,-8 2-15,-2 2 16,-2 2 0,4 4-16,3 3 15,-1 2-15,-11 20 32,1-1-32,1 25 15,7-7-15,10-5 16,2 32-16,1-17 15,3 22-15,9-7 16,6-14 0,4 1-16,2 0 15,1 6-15,1-2 16,0 6-16,0-1 16,0-2-16,-2 3 15,2 2-15,-1-4 16,0 1-16,0-12 15,1-9-15,0 8 16,0-5 0,0 5-16,2-1 15,-1-5-15,3 1 16,-3-5-16,1-4 16,-2 1-16,3 1 15,1 3-15,1-1 16,2-5-16,0-10 15,-1-8-15,0-5 16,1 11 0,1-1-16,-1 0 15,0-3-15,2 1 16,1 6-16,-3-7 16,0-3-16,-2-1 15,4 10-15,1 7 16,0-5-16,-1-5 15,3 4-15,7-8 16,-3-2 0</inkml:trace>
  <inkml:trace contextRef="#ctx0" brushRef="#br0" timeOffset="67450.03">14829 4720 0,'3'-2'0,"-3"2"15,16-17-15,14-21 16,5-20 0,-1-13-16,-3 4 0,-1-5 15,2-40 17,-11 6-32,-7 12 15,-5 18-15,-7 26 16,-3-5-16,-4-12 15,-3-7-15,-2-6 16,0-4-16,0 2 16,0 0-1,1 4-15,0 2 16,0 4-16,-2 9 16,-5 8-16,-5 6 15,-2 6-15,-5 3 16,-3-1-16,-3 0 15,-2-2-15,2 2 16,3 3-16,2 1 16,3 2-1,5-2-15,2-2 16,2 3-16,3 3 16,0 2-16,2 5 15,2 2-15,-1 0 16,0 5-16,2 5 15,2 3-15,2 3 16</inkml:trace>
  <inkml:trace contextRef="#ctx0" brushRef="#br0" timeOffset="68532.23">12512 1571 0,'0'3'0,"0"-3"0,0 17 16,0 8-16,4 10 16,1 8-16,0 0 15,1 3-15,-2-3 16,2-5-16,-1 2 15,0-1-15,-1-3 16,0-5-16,-1-6 16,0-6-16,-2-4 15,0-4 1,0-3-16,-1-8 16,0 6-16,0-6 15,0 0-15</inkml:trace>
  <inkml:trace contextRef="#ctx0" brushRef="#br0" timeOffset="69333.21">12885 1796 0,'0'0'0,"0"0"16,0 0 0,0 0-16,-1 1 15,1-1-15,0 0 16,0 0-16,-2 12 15,2-3-15,1 2 16,2 1-16,1-2 16,4 0-16,4-1 15,7-4-15,10-7 16,9-7 0,4-6-16,0-5 15,-4-3-15,-5 1 16,-3-1-16,-6 1 15,-3 0-15,-5-1 16,-2 1-16,-7 1 16,-2 2-16,-4 3 15,-2 3 1,-6 0-16,-3-4 16,-6 3-16,-3 2 15,0 6-15,2 6 16,-1 3-16,-3 10 15,-2 0-15,1 3 16,0 4-16,2-1 16,2 4-16,3 4 15,3 7-15,-1 6 16,2 3-16,2-2 16,3-3-1,2-5-15,3-2 16,5-2-16,6-4 15,1-3-15,7-4 16,3-6-16,6-4 16,5-6-16,1-5 15,2-2-15,-2-2 16,0-3 0,-3-1-16,-4-1 15,2-2-15,-1-3 16,0-1-16,5-6 15</inkml:trace>
  <inkml:trace contextRef="#ctx0" brushRef="#br0" timeOffset="69982.17">13523 1512 0,'0'3'0,"-1"3"0,0 0 16,0 6-16,-1 3 15,0 6-15,0 10 16,-2 3 0,2 4-16,-1 2 15,-2 8-15,2 0 16,-1-4-16,1-5 15,1-6-15,0-6 16,2-6-16,1-7 16,0-4-16,-1-10 15,1 8-15,-1-8 16,0 0 0,9-16-16,1-19 15,-1-13-15,-2 0 16,-5 0-16,-2 7 15,-3-3-15,-3 1 16,0 8-16,-1 4 16,1 3-16,0 2 15,1 2-15,0 8 16,2 3-16,2 4 16,0 2-1,1 7-15,1-6 16,9 2-16,11-3 15,12 3-15,3 5 16,-3 6-16,-3 8 16,-6 0-16,-2 5 15,-5 6-15,-6 1 16,-7 7-16,-9-7 16,-5 0-1,-10 1-15,-6-3 16,-3 1-16,-6-2 31,7-7-31,7-16 16,3-11-16,11-7 15</inkml:trace>
  <inkml:trace contextRef="#ctx0" brushRef="#br0" timeOffset="70467.94">13889 1586 0,'-3'2'0,"3"-2"0,-17 10 16,-7 8-16,-1 13 15,3 9-15,6-10 16,-1 20-16,7-12 16,2-3-16,5-6 15,2-15-15,7-3 32,11-4-32,10-9 15,9-8 1,-7-5-16,-4-2 15,-3-4-15,-3 0 16,-2-2-16,-2 0 16,-5-1-16,-5 4 15,-6 1-15,-4 4 16,-2 2 0,-3 1-16,-5 1 15,-1-2-15,1 4 16,2 3-16,13 6 15,-15-5-15,15 5 16,0 0-16</inkml:trace>
  <inkml:trace contextRef="#ctx0" brushRef="#br0" timeOffset="70899.19">14138 1477 0,'0'0'0,"0"0"0,0 4 15,2 2-15,1 10 16,-2 5-16,-7 5 16,-5 4-16,-5 2 15,-4 7-15,0-3 16,6-8-16,6-3 16,0 11 15,6-13-31,13-6 15,0-9-15,8-11 16,6-5-16,11-16 16,29-25-16,-16 0 15,-14-1-15,-13 10 16,-3 5-16,-3 1 16,-6 12-1,-3 6-15,-5 7 16,-2 9-16,2-9 15,-2 9-15,0 0 16,0 0-16,-12 21 16,1 14-16,1 13 15,-4 6-15,3-1 16,-2 0-16</inkml:trace>
  <inkml:trace contextRef="#ctx0" brushRef="#br0" timeOffset="71098.94">14357 1855 0,'2'-2'0,"8"-7"16,7-4-16,19-16 15,4-3-15,-9 9 16,-9 8-16,-5 11 16,1 9-1,-1 5-15,6 10 16,2 16-16,-3 6 15,-3-1-15,-5-13 16,-3-11-16</inkml:trace>
  <inkml:trace contextRef="#ctx0" brushRef="#br0" timeOffset="94182.34">14350 2736 0,'0'0'0,"0"0"0,0 0 0,2 3 16,-2-3-1,4 7-15,-4-7 0,5 11 16,-1-2-1,0 3-15,5 4 16,0 6-16,2-2 16,-1 1-16,1-1 15,1-2-15,-1-3 16,-1-3-16,-1-2 16,-1-3-1,-8-7-15,19 4 16,5-13-16,25-25 15,32-20-15,-3-13 16,-7 4-16,-18 18 16,-9 7-16,-7 5 15,-4 4-15,-5 4 16,0 0-16,-2 3 16,-4 2-16,-2 3 15,-4 3 1,-4 3-16,-2 1 15,-3 3-15,-1 1 16,-6 6-16,9-10 16,-9 10-16,6-10 15,-6 10-15,0 0 16,0 0-16,5-6 16,-5 6-16,0 0 15,0 0 1,3-8-16,-3 8 15,0 0-15,0 0 16,0 0-16,0 0 16,0 0-16,0 0 15,0 0-15,0 0 16,0 0-16,0 0 16,0 0-16,0 0 15</inkml:trace>
  <inkml:trace contextRef="#ctx0" brushRef="#br0" timeOffset="95702.15">14456 4227 0,'0'0'0,"0"0"16,0 0-16,1 3 15,-1-3-15,5 9 16,-5-9-16,8 12 15,-4-5 1,3 4-16,1 2 16,2 3-16,2 1 15,-1 1-15,-1-4 16,-2-2-16,-1-3 16,-7-9-16,19 8 15,-1-10 1,15-9-16,21-18 15,20-20-15,6-15 16,-4 0-16,-7 7 16,-8 5-16,-8 7 15,-6 5-15,-4 4 16,-2 1-16,-5 5 16,-1 0-16,-5 6 15,-4 2-15,-4 4 16,-7 7-1,-3 3-15,-12 8 16,16-8-16,-16 8 16,0 0-16,9-5 15,-9 5-15,0 0 16,0 0-16,0 0 16,0 0-16,0 0 15,0 0-15,10 1 16,-10-1-16,0 0 15,0 0 1,0 0-16,0 0 16,0 0-16,0 0 15,0 0-15,0 0 16,0 0-16,0 0 16,0 0-16,0 0 15,0 0-15,0 0 16,0 0-1,10 7-15,-10-7 16,0 0-16,3 6 16,-3-6-16,0 0 15,0 0-15,2 7 16,-2-7-16,0 0 16,0 0-16,0 0 15,0 0-15,0 0 16,1 6-16,-1-6 15,0 0 1,0 0-16,0 0 16,0 0-16,0 0 15,0 0-15,0 0 16,0 0-16,0 0 16,0 0-16,0 0 15,0 0-15,0 0 16,0 0-16,0 0 15,0 0 1,0 0-16,0 0 16,0 0-16,0 0 15,0 6-15,0-6 16,0 0-16,0 0 16,0 0-16,0 0 15,0 0-15,0 0 16,0 0-1,0 0-15,0 0 16,0 0-16,0 0 16,0 0-16,0 0 15,0 0-15,0 0 16,0 0-16,0 0 16,0 0-16,0 0 15,0 0-15,0 0 16,0 0-16,-11-1 15,11 1 1,-17-11-16</inkml:trace>
  <inkml:trace contextRef="#ctx0" brushRef="#br0" timeOffset="98115.57">14824 3309 0,'0'0'0,"0"0"0,0 0 15,0 0-15,-2 1 16,2-1-16,0 0 15,0 0-15,0 0 16,-12-3-16,12 3 16,-18-6-1,2 1-15,-7 0 16,-7 2-16,-4 0 16,-6 3-16,-5 2 15,2 1-15,-6 2 16,0-2-16,1 2 15,2-2-15,3 0 16,1 0 0,1 1-16,-1-1 15,-1 1-15,-6 2 16,1 3-16,2 1 16,7 1-16,7 0 15,4-1-15,1 1 16,2 3-16,0 3 15,0 4-15,0 2 16,2 1-16,2 3 16,3 5-1,1 9-15,6 4 16,4-2-16,7-1 16,2-4-16,4-3 15,5 0-15,5-1 16,7-5-16,8 1 15,4-4-15,7-3 16,7-4-16,5-9 16,6-5-1,10-8-15,0-8 16,5-7-16,7-6 16,-3-2-16,1-5 15,-2-2-15,-1-3 16,-1-8-16,-6-1 15,-3-2-15,-6-1 16,-9 3 0,-7 0-16,-13 5 15,-9 3-15,-9-1 16,-7-1-16,-9 1 16,-13 1-16,-11 0 15,-16 2-15,-14 0 16,-12 9-16,-54 11 31,12 9-31,-1 19 16,20 2-16,34 3 15,-7 13 1</inkml:trace>
  <inkml:trace contextRef="#ctx0" brushRef="#br0" timeOffset="99048.98">14393 4585 0,'0'0'0,"-6"-5"0,6 5 16,-25-18-16,2 2 16,-2 3-16,-5 4 15,-7 4 1,-3 10-16,-12 2 16,-2 16-16,-2 8 15,-1 3-15,9 0 16,2-1-16,4-2 15,6-3-15,2 7 16,9-2-16,9 14 16,5 2-1,9 6-15,11 2 16,10 8-16,13 2 16,15-5-16,58 25 31,-15-48-31,45 4 15,-53-30-15,-14-31 16,11-8-16,-8-19 16,5-7-1,-4-6-15,-14-9 16,-10 8-16,-8 1 16,-8 8-16,-10 5 15,-6 6-15,-8 5 16,-7 7-16,-4 3 15,-6 3-15,-2 3 16,-4 4-16,-4 0 16,-6 0-16,-8 0 15,-5 3 1,-4 1-16,0 2 16,-3 1-16,-8 2 15,-5 0-15,-6 0 16,0 1-16,10 1 15,8 1-15,12 0 16,10 1-16,7 1 16,5-2-16,12 2 15,-14-1 1,14 1-16,0 0 16,-10-4-16,9-4 15</inkml:trace>
  <inkml:trace contextRef="#ctx0" brushRef="#br0" timeOffset="102916.52">13945 6858 0,'0'0'0,"0"0"0,0 0 16,0 0-16,0 0 15,0 0-15,0 0 16,0 1-1,0-1-15,2 10 16,1 1-16,2 8 16,1 3-16,0 0 15,-1-1-15,0-1 16,1 0-16,-1 1 16,-1-7-16,-2-4 15,1-2 1,-3-8-16,6 7 15,-6-7-15,11 5 16,3-11-16,27-30 31,23-25-31,-8 0 16,-11 11-16,-21 24 16,-3 3-16,-3 3 15,-5 6 1,-2 3-16,0 2 15,-1 1-15,2 0 16,-1 1-16,-1 0 16,0 0-16,0 1 15,-10 6-15,16-11 16,-16 11-16,10-5 16,-10 5-16,0 0 15,0 0-15,0 0 16,9-8-1,-9 8-15,0 0 16,0 0-16,0 0 16,0 0-16,0 0 15,0 0-15,0 0 16,0 0-16,0 0 16,3-7-16,-3 7 15,0 0 1,0 0-16,0 0 15,0 0-15,0 0 16,0 0-16,0 0 16,0 0-16,0 0 15,0 0-15,0 0 16,0 0-16,0 0 16,0 0-16,0 0 15,0 0 1,0 0-16,0 0 15,0 0-15,0 0 16,0 0-16,0 0 16,0 0-16,0 0 15,0 0-15,0 0 16,0 0-16,0 0 16,0 0-16,0 0 15,0 0-15,0 0 16,0 0-16,0 0 15,0 0 1,0 0-16,0 0 16,0 0-16,0 0 15,0 0-15,0 0 16,0 0-16,0 0 16,0 0-16,0 0 15,0 0 1,0 0-16,0 0 15,0 0-15,0 0 16,0 0-16,0 0 16,0 0-16,0 0 15,0 0-15,0 0 16,0 0-16,0 0 16,0 0-16,0 0 15,0 0-15,0 0 16,0 0-16,0 0 15,0 0 1,0 0-16,0 0 16,0 0-16,0 0 15,0 0-15,0 0 16,0 0-16,0 0 16,0 0-16,0 0 15,0 0-15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37:08.571"/>
    </inkml:context>
    <inkml:brush xml:id="br0">
      <inkml:brushProperty name="width" value="0.05292" units="cm"/>
      <inkml:brushProperty name="height" value="0.05292" units="cm"/>
      <inkml:brushProperty name="color" value="#00B0F0"/>
    </inkml:brush>
    <inkml:brush xml:id="br1">
      <inkml:brushProperty name="width" value="0.05292" units="cm"/>
      <inkml:brushProperty name="height" value="0.05292" units="cm"/>
      <inkml:brushProperty name="color" value="#C00000"/>
    </inkml:brush>
  </inkml:definitions>
  <inkml:trace contextRef="#ctx0" brushRef="#br0">2260 2045 0,'0'0'0,"0"0"0,-3 1 16,3-1-16,0 0 16,0 0-1,0 0-15,0 0 16,-10 4-16,10-4 15,0 0-15,0 0 16,0 0-16,13-11 16,2-2-16,7-4 15,7-6-15,3-1 16,3 2-16,0 4 16,0 4-1,1 5-15,2 4 16,-2 5-16,-2 1 15,0 1-15,-4 2 16,2 1-16,0 0 16,-3 2-16,-3-3 15,1 1-15,1 0 16,3 0-16,1 0 16,1 1-16,1 0 15,-2 0 1,2-1-16,-1 1 15,6 1-15,0-2 16,0-1-16,0-3 16,0-1-16,1 0 15,-4 0-15,1 0 16,-2 0-16,-2 0 16,3 0-1,1 0-15,1-1 16,2 0-16,2-3 15,0 0-15,-1-3 16,-1 0-16,0 0 16,-1 0-16,0 1 15,-2 0-15,-3 1 16,3-1-16,-3 1 16,-1 1-1,1-1-15,-3 2 16,0-1-16,1 2 15,2-2-15,3 1 16,0 0-16,-2 0 16,-1 2-16,1-1 15,1 0-15,-1 2 16,-1 1-16,-1 0 16,2 1-16,2 0 15,2 2 1,0 1-16,0 0 15,1 2-15,1 0 16,3-1-16,1 1 16,-1-1-16,1-2 15,-3-2-15,-3-3 16,-3-2-16,-3 0 16,-2 0-1,-6 1-15,-4-1 16,-4 2-16,-4-1 15,-13 2-15,17-1 16,-17 1-16,14 0 16,-14 0-16,0 0 15,13 3-15,-13-3 16,0 0-16,0 0 16,10 4-16,-10-4 15,0 0-15,0 0 16,3 7-1,-3-7-15,0 0 16,0 0-16,0 0 16,0 0-16,0 0 15,0 8-15,0-8 16,0 0-16,0 0 16,0 0-16,0 0 15,0 0 1,0 0-16,0 0 15,0 0-15,0 0 16,0 0-16,0 0 16,0 0-16,0 0 15</inkml:trace>
  <inkml:trace contextRef="#ctx0" brushRef="#br0" timeOffset="3534.12">4895 2571 0,'0'0'0,"0"0"15,0 0-15,0 0 16,0 0-16,-1 2 16,1-2-16,0 0 15,0 0-15,7 12 16,4 1-16,10 1 15,9 1-15,9-3 16,2-2 0,7 0-16,1-4 15,2-3-15,5-1 16,-2-3-16,-1 0 16,0 0-16,-1-10 15,3-2-15,-4-5 16,-5 3-16,-7 2 15,-1-1-15,-5 1 16,-2-3-16,-5-1 16,-6 4-16,-4 4 15,-6 4 1,-10 5-16,16-4 16,-16 4-16,0 0 15,11-3-15,-11 3 16,0 0-16,0 0 15,0 0-15,0 0 16,10 3 0,-10-3-16,0 0 15,0 0-15,0 0 16,0 0-16,0 0 16,0 0-16,0 0 15,0 0-15,0 0 16,0 0-16,0 0 15,0 0-15,0 0 16,0 0-16,0 0 16,0 0-1,0 0-15,0 0 16,0 0-16</inkml:trace>
  <inkml:trace contextRef="#ctx0" brushRef="#br0" timeOffset="6115.72">5502 2635 0,'0'0'0,"-1"-2"0,1 2 0,0 0 16,0 0-16,0 0 15,-2 7-15,2 6 16,2 2-16,1-4 16,2-2-16,0 1 15,0-2 1,-5-8-16,20 6 16,3-17-16,17-16 15,12-27-15,2-4 16,-4 0-16,-1 3 15,1-2-15,0 1 16,-9 5-16,-9 12 16,-10 12-16,-8 11 15,-5 5 1,-3 4-16,-6 7 16,6-8-16,-6 8 15,0 0-15,0 0 16,0 0-16,0 0 15,0 0-15,0 0 16,0 0-16,0 0 16,0 0-16,0 0 15,0 0-15,0 0 16,0 0-16,0 0 16,0 0-1,0 0-15,0 0 16,0 0-16,0 0 15,0 0-15,0 0 16,0 0-16,0 0 16,0 0-16,0 0 15,0 0 1,0 0-16,0 0 0,0 0 16,0 0-1,0 0-15,0 0 16,0 0-16,0 0 15,0 0-15,0 0 16,0 0-16,0 0 16,0 0-16,0 0 15,0 0-15,0 0 16,0 0 0,0 0-16,0 0 15,0 0-15,0 0 16,0 0-16,10 2 15,-10-2-15,0 0 16,0 0-16,0 0 16,0 0-16,0 0 15,0 0-15,0 0 16,0 0-16,3 7 16,-3-7-1,0 0-15,0 0 16,0 0-16,0 0 15,0 0-15,0 0 16,0 0-16,0 0 16,3 7-16,-3-7 15,0 0-15,0 0 16,0 0 0,0 0-16,0 0 15,0 0-15,0 0 16,0 0-16,0 0 15,0 0-15,0 0 16,0 0-16,0 0 16,0 0-16,0 0 15,0 0-15,0 0 16,0 0 0,0 0-16,0 0 15,0 0-15,0 0 16,0 0-16,0 0 15,0 0-15,0 0 16,0 0-16,9 1 16,-9-1-16</inkml:trace>
  <inkml:trace contextRef="#ctx0" brushRef="#br0" timeOffset="10483.54">13785 3596 0,'0'0'0,"0"0"0,0 0 16,0 0-16,0 0 16,0-2-16,0 2 15,0 0-15,0 0 16,0-8-16,0 8 16,0 0-16,0 0 15,0 0-15,0-469 16,0 938-16,11-474 15,-11 5-15,11 0 16,-11 0 0,15-2-16,-15 2 15,20-2-15,-9 2 16,-1 1-16,0 1 16,3-1-16,0 1 15,-3 0-15,0-1 16,0-2-16,-1-1 15,1 0-15,-10 2 16,15 0 0,-15 0-16,14 2 15,-14-2-15,13 1 16,-13-1-16,11 0 16,-11 0-16,15-1 15,-15 1-15,16-2 16,-16 2-16,13-1 15,-13 1-15,16-2 16,-16 2 0,10-1-16,-10 1 15,10 0-15,-10 0 16,0 0-16,11 0 16,-11 0-16,0 0 15,0 0-15,10 0 16,-10 0-16,0 0 15,16 0-15,1-1 16,3-1 0</inkml:trace>
  <inkml:trace contextRef="#ctx0" brushRef="#br0" timeOffset="11515.86">13842 3611 0,'1'1'0,"-1"-1"0,0 0 16,0 8-16,0-8 15,0 0-15,0 0 16,0 0-16,0 0 15,0 0-15,0 0 16,6 8-16,-6-8 16,13 10-16,-4-1 15,6-2 1,11-11-16,12-9 16,7-6-16,-5-4 15,-4 2-15,-5 0 16,-6 2-16,-5 3 15,-5 3-15,-4 4 16,-1 0-16,1-1 16,5-2-16,7-4 15,9-4 1</inkml:trace>
  <inkml:trace contextRef="#ctx0" brushRef="#br0" timeOffset="12366.45">13884 4330 0,'0'0'0,"0"0"16,0 0-1,0 0-15,0 0 16,0 0-16,0 0 16,0 0-16,1 3 15,-1-3-15,2 6 16,0 1-16,2 4 15,1 4-15,-3-6 16,1-2-16,-3-7 16,3 10-16,-3-10 15,4 8-15,4-1 16,5 2 0,6-1-16,-2-8 15,0-2-15,0-3 16,-3-3-16,0 1 15,-1-1-15,0 0 16,-1-1-16,-2-1 16,0-3-16,1-1 15,2-1 1,0-1-16,0 0 16,0 1-16,2 1 15,-2 3-15,-3 2 16,-2 1-16,-1 2 15,2-1-15,-1-1 16,2 1-16,-10 7 16,16-8-16</inkml:trace>
  <inkml:trace contextRef="#ctx0" brushRef="#br0" timeOffset="13016.12">13887 4875 0,'-1'3'0,"1"-3"15,0 0-15,0 0 16,0 0-16,0 0 16,0 0-16,-1 8 15,1 0-15,1-2 16,0 2-16,1 1 16,-1-2-1,1 3-15,-2-10 16,4 8-16,-4-8 15,0 0-15,14 3 16,-14-3-16,19-4 16,-2-2-16,5-6 15,12-11-15,15-19 16,-2-1 0,-5 3-16,-9 9 15,-11 9-15,-5 5 16,-6 4-16,-6 6 15,-5 7-15,0 0 16,7-7-16,-7 7 16,8-9-16</inkml:trace>
  <inkml:trace contextRef="#ctx0" brushRef="#br0" timeOffset="14782.72">13822 5603 0,'0'0'0,"0"0"0,0 0 16,0-2-16,0 2 15,0 0-15,0 0 16,0 0 0,0 0-16,0 0 15,0 0-15,0 0 16,0 0-16,0 0 15,0 0-15,0 0 16,0 0-16,0 0 16,0 0-16,0 0 15,0 0-15,0 0 16,0 0-16,7 9 16,-7-9-1,7 12-15,-1-2 16,-1-3-16,0 0 15,-2 0-15,-3-7 16,7 12-16,-4-6 16,-3-6-16,0 0 15,14-3-15,6-15 16,7-8-16,1-4 16,-3-2-1,-2-3-15,-3-2 16,-5 7-16,1-1 15,-2 2-15,0 6 16,0 3-16,-4 6 16,-3 3-16,-1 2 15,-1 2-15,-1 0 16,-4 7-16,7-12 16,-7 12-1,4-8-15,-4 8 16,0 0-16,4-7 15,-4 7-15,0 0 16,0 0-16,0 0 16,0 0-16,0 0 15,0 0-15,0 0 16,0 0-16,0 0 16,0 0-16,0 0 15,0 0 1,0 0-16,0 0 15,0 0-15,0 0 16,0 0-16,0 0 16,0 0-16,0 0 15,0 0-15,0 0 16,0 0-16,0 0 16,0 0-1,0 0-15,0 0 16,0 0-16,0 0 15,0 0-15,0 0 16,0 0-16,0 0 16,0 0-16,0 0 15,0 0-15,0 0 16,0 0-16,0 0 16,0 0-1,0 0-15,0 0 16,0 0-16,0 0 15,0 0-15,0 0 16,0 0-16,0 0 16,0 0-16,0 0 15,0 0-15,0 0 16,0 0-16,0 0 16,0 0-16,0 0 15,0 0 1,0 0-16,0 0 15,0 0-15,2-7 16,-2 7-16,0 0 16,0 0-16,0 0 15,0 0-15,0 0 16,0 0-16,0 0 16,0 0-1,0 0-15,0 0 16,0 0-16,0 0 15,0 0-15,-4-6 16,4 6-16,0 0 16,0 0-16,0 0 15,0 0 1</inkml:trace>
  <inkml:trace contextRef="#ctx0" brushRef="#br0" timeOffset="20249.24">12419 6778 0,'0'0'0,"0"0"0,0 0 16,0 0-16,0 0 15,0 0-15,2 1 16,-2-1 0,18-1-16,3-4 15,4-4-15,2-1 16,-3 0-16,-3 1 15,-3 3-15,-1-1 16,-1 2-16,-1 3 16,1 3-1,-2 3-15,0 1 16,-1 2-16,-2 3 16,2 6-16,-3 4 15,0 4-15,-2 3 16,-2-1-16,-2 3 15,-3 2-15,0 5 16,-2-3-16,0 1 16,0-4-16,-1-3 15,1-1 1,-1 0-16,1-3 16,-1 4-16,1-1 15,-1 1-15,1-2 16,-1-3-16,1 1 15,-1 0-15,2 0 16,0 4-16,0-1 16,1-3-16,0-3 15,0-4 1,-1-4-16,0-2 16,0-2-16,0-1 15,0-7-15,0 9 16,0-9-16,-2 7 15,2-7-15,-6 7 16,6-7-16,-13 11 16,1-4-1,-2-1-15,-2 1 16,-1-1-16,0-2 16,1-1-16,0-1 15,1 1-15,2-2 16,2 1-16,2-2 15,9 0-15,-18 0 16,18 0-16,-15 0 16,15 0-16,-14-2 15,14 2-15,-13-2 16,13 2 0,-12-2-16,12 2 15,-11-1-15,11 1 16,-13-2-16,13 2 15,-15-1-15,15 1 16,-15-2-16,15 2 16</inkml:trace>
  <inkml:trace contextRef="#ctx0" brushRef="#br0" timeOffset="23916.11">12723 2143 0,'0'0'0,"0"0"0,5-2 16,5-1-16,3 0 16,1 2-16,1 1 15,-1 1-15,1 3 16,-2 2-16,1-1 16,-3 2-16,-1 0 15,-1 4 1,-1 1-16,-2 5 15,-1 4-15,-4 6 16,-5 6-16,-8 7 16,-6 3-16,-6 2 15,-5 1-15,-2 2 16,-1-4-16,2-3 16,2-5-16,5-4 15,2-5-15,5-4 16,2-5-1,4-4-15,2-2 16,2-3-16,6-9 16,-6 10-16,6-10 15,0 0-15,0 0 16,-4 6-16,4-6 16,0 0-16,0 0 15,0 0 1,13-2-16,3-2 15,8-2-15,3-2 16,4-2-16,2-1 16,3-1-16,3-1 15,4-2-15,0 0 16,0-1-16,-2 2 16,0-2-16,0-1 15,0-2-15,-1-1 16,-3 1-1,-3 1-15,-2 2 16,-4 1-16,-3 2 16,-5 2-16,-2 2 15,-1 0-15,-5 2 16,-2-1-16</inkml:trace>
  <inkml:trace contextRef="#ctx0" brushRef="#br0" timeOffset="25049.1">13359 2212 0,'0'0'0,"0"0"0,0 0 16,0 0-16,0 0 15,4 0-15,-4 0 16,0 0-16,17-1 15,3-3-15,8-3 16,8-5 0,1-3-16,5-5 15,1 1-15,0-3 16,-1 1-16,-6 3 16,-8 2-16,-7 2 15,-6 4-15,-5 3 16,-10 7-16,10-8 15,-10 8 1,0 0-16,0 0 16,0 0-16,0 0 15,0 0-15,0 0 16,0 0-16,0 0 16,0 0-16,0 0 15,0 0-15,0 0 16,0 0-16,0 0 15,0 0 1,0 0-16,3-7 16,-3 7-16,0 0 15,13-6-15,13 0 16,4 3-16,-2 3 16,-4 1-16,-5 2 15,-4 2-15,-5 0 16,-2 2-16,-4 2 15,-5 4 1,-5 3-16,-8 6 16,-5 3-16,3-6 15,0-5-15,3-4 16,3-4-16,10-6 16</inkml:trace>
  <inkml:trace contextRef="#ctx0" brushRef="#br0" timeOffset="25733.69">14122 1892 0,'0'0'0,"0"0"0,0 0 15,6-1-15,8 0 16,9-2-16,0 0 15,-5 3-15,-4 2 16,-3 2 0,-2 3-16,-2 4 15,-3 6-15,-5 6 16,-6 4-16,-4 3 16,-4-2-16,2-3 15,2-6-15,3-4 16,2-5-16,3-4 15,3-6-15,4 7 16,14-5 0,22-6-16,12-13 15,8-6-15,2-3 16,0-3-16,-3 1 16,-8 3-16,-9 6 15,-9 2-15,-10 6 16,-7 2-16,-4 4 15,-12 5 1,12-7-16,-12 7 16,0 0-16,0 0 15,0 0-15,10-4 16,-10 4-16,0 0 16,0 0-16,0 0 15,0 0-15,0 0 16,0 0-16,0 0 15,0 0-15,0 0 16,0 0 0,0 0-16,0 0 0,0 0 15,0 0 1,0 0-16,0 0 16,0 0-16,0 0 15,0 0-15,0 0 16,0 0-16,0 0 15,0 0-15,0 0 16,0 0 0,0 0-16</inkml:trace>
  <inkml:trace contextRef="#ctx0" brushRef="#br0" timeOffset="29549.69">13732 3561 0,'0'0'0,"0"0"15,0 0-15,0 2 16,0-2-16,0 0 16,0 0-16,0 0 15,7 9-15,6 0 16,17-1-16,20-4 16,10-3-1,5-6-15,-1-2 16,2-4-16,-3 1 15,1-2-15,-3 0 16,-3 0-16,-2 1 16,0 0-16,-5 2 15,-5 3-15,-7 1 16,-6 0-16,-9 3 16,-6 0 15,-5 0-31,-13 2 15,13-4-15,-13 4 16,4-12-16,-6 3 16,-6-3-16,-7-1 15,-9 0-15,-2 1 16,-1 3-16,4 2 16,8 3-1,3 2-15,12 2 16,-13-2-16,13 2 15,0 0-15,0 0 16,0 0-16,0 0 16,0 0-16,0 0 15,40 16-15,-1-3 16,-3 0-16,-1-1 16,0 0-1,-7-2-15,-5-2 16,-5-1-16,-8-2 15,-10-5-15,6 19 16,-14-2-16,-10 9 16,-5 4-16,-1-6 15,3-2-15,5-7 16,4-4-16,1-2 16,11-9-1,-9 8-15</inkml:trace>
  <inkml:trace contextRef="#ctx0" brushRef="#br0" timeOffset="30149.36">15230 3316 0,'0'0'0,"0"0"0,-3 0 15,3 0-15,-18 0 16,3 2-16,-1 3 16,-2 5-16,1 2 15,-1 5-15,2 2 16,4 1-16,4 5 16,3 1-1,5 6-15,2 1 16,3-3-16,2-3 15,1-2-15,2-4 16,9-6 0,6-6-1,4-6-15,3-11 16,-6-1-16,-2-5 16,-2-4-16,-7 0 15,-5-8-15,-4-1 16,-7-3-1,-7 0-15,-6 3 16,-3 5-16,-3 4 16,-3 8-16,-7 3 15,-4 7-15,-3 9 16,5 8-16</inkml:trace>
  <inkml:trace contextRef="#ctx0" brushRef="#br0" timeOffset="31349.82">13958 4394 0,'0'0'0,"0"0"15,0 0-15,0 0 16,0 0-1,0 0-15,5 2 16,9 4-16,31-1 16,24-1-16,8-5 15,1-4-15,-1-2 16,-5-2-16,-5 1 16,-5 0-16,-2 1 15,-1 0 1,-5 2-16,-4 0 15,-9 1-15,-4 0 32,-10 2-32,-7 0 15,-7 1-15,-13 1 16,0 0-16,0 0 16,0 0-16,-8-12 15,-15 2-15,-12-1 16,-3 2-16,3 3 15,2 1 1,4 2-16,2 1 16,5 0-16,5 2 15,6 0-15,11 0 16,-14 0-16,14 0 16,0 0-16,0 0 15,6 9-15,12 2 16,11 1-16,6-2 15,4-1 1,0-1-16,-3-2 16,-9-1-16,-7-1 15,-4 0-15,-2 1 16,-5 3-16,-4 3 16,-5 5-16,-4 2 15,-4 3-15,0-7 16,-1-4-1,9-10-15,-14 7 16</inkml:trace>
  <inkml:trace contextRef="#ctx0" brushRef="#br0" timeOffset="31815.74">15289 4153 0,'0'0'0,"0"0"15,-1 2-15,1-2 16,-9 20-16,-3 1 16,-3 4-16,0 0 15,-3 3-15,0 0 16,0 1-16,0 1 15,3-5 1,8-1-16,4-2 16,12-5-1,8-7 1,12-6-16,10-13 16,-5-2-16,-1-4 15,-2-7-15,-5-1 16,-5 2-1,-6 2-15,-6 1 16,-6 0-16,-7-4 16,-10-2-16,-7 2 15,-11 4-15,-7 4 16,-6 5-16,-6 7 16,0 7-16,2 7 15,0 7-15,3 9 16</inkml:trace>
  <inkml:trace contextRef="#ctx0" brushRef="#br0" timeOffset="32682.84">13814 4963 0,'0'0'0,"0"-2"0,0 2 15,0 0-15,0 0 16,0 0-16,0 0 15,0 0 1,3-6-16,12 2 16,19 2-16,13 1 15,7 0-15,3 1 16,2 0-16,4 0 16,-1 0-16,-4-3 15,-2-5-15,-3-4 16,-3 0-16,-3 0 15,-5 3 1,-6 0-16,-8 3 16,-9 2-16,-7 1 15,-12 3-15,15-3 16,-15 3-16,0 0 16,0 0-16,0 0 15,-24 0-15,-3 0 16,0-2-16,4 0 15,6 0-15,3 1 16,3 0 0,11 1-16,-11-1 15,11 1-15,0 0 32,0 0-32,0 0 15,36 12-15,-3-1 16,-3-2-16,-6-3 15,-3-2-15,-7-2 16,-14-2-16,14 3 16,-14-3-1,0 0-15,0 0 16,-4 6-16,-14 7 16,-5 4-16,2-5 15,8-2-15</inkml:trace>
  <inkml:trace contextRef="#ctx0" brushRef="#br0" timeOffset="32982.75">15130 4674 0,'0'0'0,"0"0"0,0 2 16,0-2 0,0 7-16,0-7 15,0 9-15,-1-3 16,0 5-16,0 8 16,-1 10-16,0 7 15,1-2-15,1-2 16,-1-2-16,-4-4 15,-9 8-15</inkml:trace>
  <inkml:trace contextRef="#ctx0" brushRef="#br0" timeOffset="33999.16">14025 5572 0,'-3'-3'0,"3"3"15,0 0-15,-11-8 16,11 8-16,-10-1 16,10 1-1,-10-2-15,10 2 16,-11-7-16,11 7 16,0 0-16,0 0 15,0 0-15,0 0 16,0 0-16,0 0 31,11 0-15,34-4-16,20-4 15,-11-2-15,-1 1 16,2 0-16,1 0 16,-2 0-16,-2 1 15,-4-2-15,-1-1 16,-8 1-16,-7 1 15,-8 2-15,-7 3 16,-5 1-16,-12 3 16,12-3-16,-12 3 15,0 0 1,0 0-16,0 0 16,0 0-16,0 0 15,0 0-15,0 0 16,0 0-16,-18-6 15,-8 1-15,3 2 16,7 2 0,2 0-16,3 0 15,11 1-15,-15-1 16,15 1-16,0 0 16,0 0-16,-11 0 15,11 0-15,0 0 16,0 0-16,12 8 15,10 3-15,8 1 16,-4-1-16,-4-2 16,-5-1-1,-2-3-15,-5 0 16,-10-5-16,11 6 16,-11-6-16,-3 15 15,-9 1-15,-8 2 16,-6-2-16,-1-2 15,3-5-15,3-5 16</inkml:trace>
  <inkml:trace contextRef="#ctx0" brushRef="#br0" timeOffset="34299.72">15071 5260 0,'0'0'0,"0"0"15,0 0-15,0 0 16,1 2-16,-1-2 15,8 22-15,3 7 16,3 14-16,-2 4 16,-4 6-16,-2 1 15,-4 1 1,-7-3-16,-5 15 31</inkml:trace>
  <inkml:trace contextRef="#ctx0" brushRef="#br1" timeOffset="43065.92">13684 4705 0,'0'0'0,"0"0"16,0-4-16,0 4 15,-4-13-15,1 3 16,1 2-16,2 8 15,-3-7-15,3 7 16,0 0 0,0 0-16,0 0 15,-11-6-15,1 3 16,-4-2-16,0 0 16,-3-2-16,3-1 15,-2-6-15,3 3 16,0 0-16,0 1 15,-1-1-15,-1 0 16,1 2-16,-2-2 16,3 1-1,-2 0-15,3 4 16,-5 1-16,0 2 16,-3-1-16,0 0 15,-2 0-15,-2 3 16,1 2-16,0-1 15,1 0-15,-3-5 16,0 0 0,2 0-16,4 2 15,4 0-15,1 4 16,3 0-16,0 2 16,11-3-16,-18 5 15,8-1-15,10-4 16,-17 2-16,4-5 15,-4-2-15,0 1 16,1-1 0,0 5-16,2-1 15,1 0-15,1 0 16,0 0-16,-2 1 16,0-1-16,-3 0 15,-1 0-15,-3 0 16,-4 1-16,-2 4 15,2 2-15,1 1 16,7-1-16,1-3 16,3 1-1,1-3-15,1 1 16,11-2-16,-15 2 16,15-2-16,0 0 15,-16-2-15,16 2 16,-19 2-16,4 1 15,0 2-15,-2 6 16,1 4 0,3-4-16,2-1 15,1 0-15,1-3 16,1 0-16,2 0 16,-1 0-16,-1 1 15,-4 5-15,1-1 16,-3 7-16,2 0 15,-1 0-15,3 1 16,0-6 0,1 4-16,-1 1 0,1 9 15,4 2 1,-1-7-16,2-6 16,0-1-16,1 1 15,-2 5-15,0 4 16,0-3-16,1-1 15,1-2-15,1-4 16,0 1-16,0 2 16,1-2-16,0 1 15,0 1 1,1-2-16,-1 2 16,0-1-16,0 0 15,1 1-15,0 1 16,0 1-16,0 4 15,0-2-15,2 1 16,-1 2-16,1 1 16,-1-2-1,1-3-15,0 0 16,3 0-16,0 5 16,1 1-16,0-3 15,0-2-15,1-4 16,1-3-16,0 8 15,2-1-15,1 5 16,0 1-16,-3 0 16,2 3-1,-2-8-15,-2-4 16,-1-1-16,0-4 16,3 8-16,1 1 15,0-3-15,2 2 16,-2-2-16,4 1 15,-2-6-15,1-1 16,0-5-16,4 2 16,1 1-16,2-4 15,-3 0 1,-1-2-16,-1 0 16,2 1-16,1 0 15,0-1-15,-2-1 16,2 0-16,-1-1 15,0-1-15,-1 0 16,-1 0-16,3-1 16,0-2-1,2 0-15,-2 0 16,1-1-16,-1-1 16,2 0-16,2-3 15,-2 1-15,0 1 16,2 1-16,0 0 15,-1 0-15,1 0 16,-1 1-16,2-1 16,3-2-16,4-2 15,2-2-15,-1-3 16,-2 1 0,-3 0-16,-3 2 15,-1-1-15,1 0 16,1-1-16,4-8 31,-1 1-31,-1 0 16,-2 0-16,-3 1 15,0-1-15,-4 2 16,-2 1 0,-2 1-16,-1 2 15,0-2-15,2-1 16,1-4-16,-1-1 15,1 0-15,1-3 16,4-3-16,2-5 16,-1 1-16,0 0 15,-2 1 1,-1 2-16,0 1 16,-4 3-16,1-2 15,-3-4-15,0-5 16,-3 2-16,0 3 15,-1 4-15,-2 2 16,1 1-16,0 0 16,1 2-16,-3-2 15,1 1-15,0-2 16,-2-4 0,-3-5-16,-1-1 15,-3-3-15,1 3 16,0 1-16,-2 0 15,0 3-15,-1-1 16,1 4-16,0 3 16,1 2-16,-1 1 15,-2-1 1,1-2-16,-2 0 16,-1 0-16,0 1 15,-2-1-15,0 2 16,-2-1-16,1 1 15,0 2-15,2 3 16,1 3-16,2 2 16,-1 1-16,3-1 15,-2 3-15,2-1 16,5 7-16,-8-10 16,8 10-1,-7-7-15,7 7 16,0 0-16,0 0 15,-8-7-15,8 7 16,0 0-16,0 0 16,0 0-16,0 0 15,0 0-15,0 0 16,0 0 0,0 0-16,0 0 15,0 0-15,5 7 16,-5-7-16</inkml:trace>
  <inkml:trace contextRef="#ctx0" brushRef="#br1" timeOffset="48582.34">12630 4439 0,'0'0'0,"0"0"16,0 0-16,0 0 16,0 0-16,0 0 15,0 0-15,7-2 16,-7 2-1,16-7-15,-6 3 16,0 0-16,2 0 16,-1 0-16,2 1 15,2 0-15,-1 1 16,1 0-16,2-1 16,0 1-1,1 0-15,-2 1 0,0 1 16,-1 0-16,0 1 15,1 0 1,0 0-16,-1-1 16,0 1-16,2 0 15,1 0-15,3 0 16,1 0-16,0-1 16,-2 1-16,0 0 15,0-1-15,-2 1 16,-1 0-1,-2 0-15,-1 0 16,-1 0-16,3 0 16,1-1-16,2 2 15,-3-1-15,4 0 16,-1 1-16,1-2 16,0 1-16,-4 0 15,3 0-15,0 0 16,0 1-1,1 0-15,-3 0 16,-1 0-16,0 0 16,2 0-16,1 1 15,0-1-15,-1 1 16,0-1-16,-1 1 16,-1 1-16,-3-1 15,-1-1-15,0 1 16,-1-1-1,-11-2-15,19 4 16,-19-4-16,17 4 16,-17-4-16,13 2 15,-13-2-15,12 2 16,-12-2-16,17 1 16,-17-1-16,12-1 15,-12 1-15,0 0 16,13-3-1,-13 3-15,0 0 16,0 0-16,0 0 16,10-4-16,-10 4 15,0 0-15,0 0 16,0 0-16,0 0 16,0 0-16,11-8 15,-11 8-15,5-7 16,-5 7-16,8-12 15,-3 4-15,1-1 16,-1 0 0,-1 0-16,0-2 15,1-2-15,-1-1 16,0-2-16,-2 0 16,0-1-16,-2-2 15,0 0-15,0-2 16,-1 0-1,0 3-15,-1 1 16,1 2-16,-1 1 16,1-1-16,-1 1 15,1-2-15,0 1 16,-1-1-16,1 0 16,-1-2-16,0 0 15,1-1-15,0 1 16,-1 1-16,0-2 15,-2-2 1,1-2-16,-1-2 16,0-1-16,-2-1 15,1 0-15,1 2 16,-1-2-16,-1-5 16,1 1-16,-1-1 15,3 1-15,-1 5 16,2-4-16,0-2 15,0-1 1,0 1-16,-1 1 16,1 3-16,0 0 15,0 1-15,-1 1 16,1 1-16,-1 3 16,0 1-16,0 2 15,1 3-15,-3 0 16,2 2-16,-1 0 15,-2 1 1,1 1-16,-1-2 16,-3 1-16,2 1 15,-3-2-15,1 2 16,0 0-16,-4 1 16,-3-3-16,-3 1 15,-2 0-15,-1 1 16,-1 2-16,-1 1 15,-6 1-15,-6 0 16,-3 2 0,-2 0-16,1 2 15,2 1-15,3-1 16,2 2-16,3 0 16,0 1-16,-2 0 15,-2 0-15,0 0 16,2 1-16,4 1 15,0 1 1,0 1-16,1 0 16,-2 1-16,2 0 15,2 0-15,4-1 16,3 0-16,2 0 16,-1 1-16,0 2 15,-2 0-15,1 0 16,-2 0-16,-3 1 15,0 2-15,3 1 16,4-3 0,2 1-16,3-1 15,1 0-15,2-1 16,-1 1-16,2 0 16,7-7-16,-11 10 15,11-10-15,-9 12 16,5-5-16,0 0 15,-2 3-15,1 2 16,-1 2 0,0 0-16,1 3 15,0 2-15,0 1 16,2 2-16,0 0 16,1-4-16,1 2 15,-1-2-15,1 3 16,-1-1-16,2 6 15,-1 0 1,0 0-16,1-1 16,0-3-16,0 0 15,0 0-15,0 0 16,0 3-16,0 0 16,0 3-16,0 1 15,0-2-15,0 0 16,0 1-16,0 4 15,0 3-15,1-2 16,0 0-16,2-4 16,0 0-1,1 1-15,-2 0 16,1 1-16,1 1 16,-2-1-16,0-6 15,1 0-15,-2-4 16,1-3-16,-1-1 15,1-3 1,-1-2-16,0-2 16,1-2-16,-1-2 15,0 1-15,-1-7 16,1 12-16,-1-12 16,3 11-16,-1-3 15,2 1-15,-2 0 16,1-2-16,0 0 15,0 1-15,0-1 16,1-1-16,0 0 16,0 1-1,1 0-15,2 0 16,0 1-16,1-1 16,-1-1-16,-7-6 15,15 12-15,-15-12 16,16 11-16,-8-4 15,0 0-15,-8-7 16,14 10 0,-14-10-16,14 9 15,-14-9-15,0 0 16,10 8-16,-10-8 16,0 0-16,0 0 15,0 0-15,0 0 16,12 6-16,-12-6 15</inkml:trace>
  <inkml:trace contextRef="#ctx0" brushRef="#br1" timeOffset="63532.36">12974 5161 0,'0'0'0,"0"2"0,0-2 0,0 0 16,10 6-16,-10-6 16,14 5-1,-2-3-15,3-1 16,6-3-16,1-1 16,5-2-16,0-1 15,0 0-15,-5 0 16,-4 2-16,-4 0 15,-2 2-15,-1 0 16,1-1 0,-1 1-16,3 0 15,3-1-15</inkml:trace>
  <inkml:trace contextRef="#ctx0" brushRef="#br1" timeOffset="64249.57">13017 5923 0,'0'0'0,"0"0"15,0 0-15,0 0 16,3-3-16,-3 3 16,16-9-1,-4 4-15,7 1 16,3-1-16,4 1 16,2 1-16,1 1 15,4 0-15,1 2 16,0-2-16,-2 2 15,-3-1-15,-1 1 16,1-2-16,-2-2 16,2-1-1,-6 0-15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38:22.320"/>
    </inkml:context>
    <inkml:brush xml:id="br0">
      <inkml:brushProperty name="width" value="0.05292" units="cm"/>
      <inkml:brushProperty name="height" value="0.05292" units="cm"/>
      <inkml:brushProperty name="color" value="#C00000"/>
    </inkml:brush>
  </inkml:definitions>
  <inkml:trace contextRef="#ctx0" brushRef="#br0">8061 4176 0,'0'0'0,"0"0"0,0 0 0,0 0 0,0 0 16,0 0-16,0 0 16,4 0-1,8 0-15,14 0 16,11 0-16,10 0 15,5-1-15,2-2 16,1-1-16,5-2 16,-2-3-16,5-2 15</inkml:trace>
  <inkml:trace contextRef="#ctx0" brushRef="#br0" timeOffset="164220.35">11145 2351 0,'0'0'0,"0"0"0,0 0 0,0 0 0,0 5 16,-1 2-16,0 10 16,0 8-16,0 4 15,-1 4-15,1-2 16,0-3-16,0-3 15,1-3-15,0-4 16,0 0 0,0-2-16,0 2 0,0 1 15,-2 1 1,0-4-16,-2-4 31,4-12-31,0 0 16,-11-8-16,7-15 15,1-13-15,6 0 16,4-2-16,6-5 16,2 3-1,0 4-15,-1 9 16,-6 11-16,-3 4 16,-5 12-16,4-8 15,-4 8-15,0 0 16,0 0-16,15 2 15,-3 7-15,3 5 16,4 5-16,1 3 16,-2-1-1,-1-3-15,-4-3 16,-2-2-16,-2-6 16,3-8-16,6-8 15,5-5-15,2-10 16,2-4-16,2-5 15,-2-2-15,-4 4 16,-9 11-16,-5 7 16,-6 6-16,-3 7 15,0 0 1,0 0-16,0 0 16,0 0-16,6 7 15,-1 24-15,2 16 16,-5 10-16,-3 0 15</inkml:trace>
  <inkml:trace contextRef="#ctx0" brushRef="#br0" timeOffset="164547.74">11923 2303 0,'0'0'0,"0"0"16,-6 4-16,-9 2 15,-8 6-15,-2 3 16,5 1-16,3-1 15,3 3-15,2 2 16,2 0-16,3-2 16,4 0-16,3-4 15,3 0 1,12 0 0</inkml:trace>
  <inkml:trace contextRef="#ctx0" brushRef="#br0" timeOffset="165130.65">12284 2261 0,'0'0'0,"-2"2"0,2-2 0,0 0 0,-22 20 16,-5 5-16,1 1 16,-3 5-16,-1 3 15,7-9-15,9-10 16,7-7 0,7-8-16,0 0 15,0 0-15,13 5 16,4-7-1,11-9 1,-6 3-16,-1-1 16,-11 5-16,-10 4 15,0 0 1,10 4-16,-9 13 16,-2 15-16,-5 10 15,-2-4-15,2-8 16,1-7-16,1-3 15,2-1-15,4-4 16,8-5-16,7-5 16,8-10-16</inkml:trace>
  <inkml:trace contextRef="#ctx0" brushRef="#br0" timeOffset="165548.17">12450 2703 0,'-2'5'0,"-2"12"16,-5 14-16,-7 31 15</inkml:trace>
  <inkml:trace contextRef="#ctx0" brushRef="#br0" timeOffset="166497.31">11321 3362 0,'0'1'0,"-3"7"16,-2 5-16,-3 17 15,2 5-15,3-3 16,2-8-16,2-9 16,0-7-1,-1-8-15,0 0 16,17-22-16,6-17 15,-4-15-15,-3 2 16,-6 10-16,-5 6 16,-1 14-16,-2 9 15,-2 13-15,1-7 16,-1 7-16,0 0 16,14 9-1,-2 3-15,4 10 16,0 2-16,0 1 15,-1-3-15,-4-6 16,4-10-16,3-10 16,2-8-16,-1-9 15,-2-3-15,-3-1 16,-4 3-16,-4 6 16,-2 4-1,-4 12-15,2-8 16,-2 8-16,0 0 15,4 18-15,2 17 16,1 13-16,-1 8 16,1 0-16,2-13 15</inkml:trace>
  <inkml:trace contextRef="#ctx0" brushRef="#br0" timeOffset="166930.65">11866 3184 0,'0'0'0,"0"0"16,0 0-16,6 4 15,8 3-15,9 8 16,0 11-16,-2 5 16,-3 8-16,0 4 15</inkml:trace>
  <inkml:trace contextRef="#ctx0" brushRef="#br0" timeOffset="167729.9">11915 3196 0,'0'0'0,"0"0"0,0 3 16,-1 4-16,-1 12 16,-1 13-16,0 4 15,0 5 1,1 0-16,-1 2 15,4 0-15,2-4 16</inkml:trace>
  <inkml:trace contextRef="#ctx0" brushRef="#br0" timeOffset="168347.54">12313 3114 0,'0'0'0,"-7"1"0,7-1 16,-19 9-1,2 4-15,-2 5 16,3 1-16,3-3 16,4-4-16,2 1 15,3-3-15,2 0 16,2-1-16,3-2 16,7 1-16,13-5 15,6 2 1,2-5-16,-7-1 15,-8-1-15,-2 0 16,-14 2-16,14-1 16,-14 1-16,4 13 15,-8 15-15,-5 16 16,-4 0-16,-2 5 16,4-11-16,1-8 15,4-5-15,3-8 16,1-6-16,1-4 15,1-7 1</inkml:trace>
  <inkml:trace contextRef="#ctx0" brushRef="#br0" timeOffset="169747.23">10941 1622 0,'0'0'0,"0"0"0,0 0 16,0 8-16,0 21 15,1 16 1,3 1-16,1-5 16,1-1-16,0-4 15,0-4-15,-2-6 16,0-3-16,-1-4 16,-2-5-16,0-7 31,-1-7-31,0 0 15,5-40 1,8-21-16,1-7 16,0 4-16,-4 8 15,0 7-15,-3 12 16,-2 9-16,-2 5 16,-1 6-16,-1 7 15,0 3-15,-1 7 16,0 0-16,1-6 15,-1 6-15,0 0 16,13 2 0,-13-2-16,14 9 15,-8-3-15,-1 2 16,-1-1-16,-2 3 16,-3 2-16,-2 2 15,-1 2-15,-1 1 16,-1 2-16,0-1 15,0 0-15,1-2 16,2 1 0,3-2-16,3-1 15,5 1-15,7-1 16,6 0-16,2-3 16,1-3-16,-3-2 15,-1-2-15,0-4 16,4-6-16,3-3 15,-1 0-15,-4 1 16,-6 2 0,-3-1-16,-5-3 15</inkml:trace>
  <inkml:trace contextRef="#ctx0" brushRef="#br0" timeOffset="170113.47">11218 1370 0,'0'0'0,"0"0"16,2-4-16,4-6 16,10-11-16,11-3 15,1 7-15,0 9 16,-4 6-16,0 6 15,-1 5-15,-6 3 16,-5 4 0,-6 8-16,-7 9 15,-4 7-15,-2 1 16,-1-7-16,4-9 16,-1-8-16,4-5 15,1-3-15,0-9 16,35 2-16,28-34 15,34-20-15,-1-9 16,16-16 0,7-10-16</inkml:trace>
  <inkml:trace contextRef="#ctx0" brushRef="#br0" timeOffset="172215.49">10853 1730 0,'0'0'0,"0"0"0,0 0 16,0 0-16,0 0 16,0 0-16,0 0 15,0 0-15,-3 2 16,3-2-16,0 0 15,0 0-15,-3 11 16,0-1-16,-7 8 16,-6 5-1,1-1-15,1-3 16,2-2-16,-1 1 16,-2 2-16,0 1 15,3 1-15,2-3 16,1-1-16,2-1 15,1 2-15,-1 3 16,2 0-16,0 3 16,1-2-16,1-1 15,2-2 1,0 0-16,1-3 16,1 3-16,0 3 15,2 3-15,0 0 16,0 0-16,1 1 15,-1-1-15,1-1 16,-1-3 0,1 5-16,1 2 15,1 6-15,1 2 16,-3-5-16,0 0 16,-3-5-16,0 4 15,-1 7-15,0 1 16,-1 4-16,0-7 15,-1 1-15,0 6 16,0-1-16,0-1 16,-1-7-16,0-2 15,0 3 1,1 4-16,0 0 16,-1-8-16,1-6 15,2-7-15,0-2 16,0-3-16,0 0 15,0-1-15,0-2 16,0-1-16,1-1 16,1 4-16,1 3 15,0 0 1,-1-3-16,-1-2 16,1-3-16,0 1 15,-1-2-15,1 3 16,-1-2-16,0 3 15,1-3-15,0 2 16,-1 0-16,2 2 16,-1 1-16,2 0 15,0 2 1,2-2-16,-1-2 16,1 3-16,-1-3 15,-1-3-15,-4-7 16,4 9-16,-4-9 15,5 9-15,-5-9 16,2 10-16,-2-10 16,2 8-1,-2-8-15,0 0 16,0 0-16,8 8 16,-8-8-16,16 7 15,-3-7-15,2-3 16,4-2-16,2-5 15,4-3-15,2-3 16,3-2-16,-4 2 16,-6 5-16,-4 2 15,-4 0 1,-3 2-16,-9 7 16,13-10-16,-13 10 15,0 0-15,0 0 16,6-7-16,-6 7 15,0 0-15,-6-14 16</inkml:trace>
  <inkml:trace contextRef="#ctx0" brushRef="#br0" timeOffset="172947.09">10742 1984 0,'0'0'0,"0"0"0,0 0 15,0 0-15,0-2 16,0 2 0,0 0-16,0 0 15,0 0-15,0 0 16,1-7-16,-1 7 15,0 0-15,0 0 16,2-8-16,-2 8 16,0 0-16,0 0 15,0 0-15,0 0 16,0 0 0,5-7-16,5-1 15,15-9-15,1-3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41:50.850"/>
    </inkml:context>
    <inkml:brush xml:id="br0">
      <inkml:brushProperty name="width" value="0.05292" units="cm"/>
      <inkml:brushProperty name="height" value="0.05292" units="cm"/>
      <inkml:brushProperty name="color" value="#C00000"/>
    </inkml:brush>
  </inkml:definitions>
  <inkml:trace contextRef="#ctx0" brushRef="#br0">9130 7065 0,'0'0'0,"0"0"0,0 0 0,0 0 15,0 0-15,8-2 16,12-1-16,17 3 15,15 3-15,11-1 16,9 0 0,14 1-16,4-8 15,22-11-15,14-4 16</inkml:trace>
  <inkml:trace contextRef="#ctx0" brushRef="#br0" timeOffset="5217.46">11013 3085 0,'0'0'16,"0"0"-16,0 0 0,0 1 15,0-1-15,0 0 16,0 0-16,6 10 16,-3-2-16,3 2 15,-1 2-15,1 0 16,1 0-16,0-1 16,3 1-16,2-2 15,5-1-15,11-9 16,17-13-16,33-33 15,27-32 1,20-25-16,14-18 16,9-10-16</inkml:trace>
  <inkml:trace contextRef="#ctx0" brushRef="#br0" timeOffset="6549.83">10960 3848 0,'0'0'0,"0"0"0,0 0 15,0 0-15,0 2 16,0-2-16,0 0 15,0 0 1,0 0-16,0 0 16,0 0-16,0 0 15,21 2-15,20-12 16,27-19-16,21-18 16,19-25-16,13-15 15,14-15-15</inkml:trace>
  <inkml:trace contextRef="#ctx0" brushRef="#br0" timeOffset="7416.62">9881 4620 0,'0'0'0,"0"0"16,0 0-16,3-1 16,16-8-16,28-9 15</inkml:trace>
  <inkml:trace contextRef="#ctx0" brushRef="#br0" timeOffset="7983.57">10743 4736 0,'0'0'0,"0"0"16,0 0-16,0 0 15,0 0-15,15 0 16,25 0-16,40-3 16,15-2-1</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56:17.454"/>
    </inkml:context>
    <inkml:brush xml:id="br0">
      <inkml:brushProperty name="width" value="0.05292" units="cm"/>
      <inkml:brushProperty name="height" value="0.05292" units="cm"/>
      <inkml:brushProperty name="color" value="#00B0F0"/>
    </inkml:brush>
  </inkml:definitions>
  <inkml:trace contextRef="#ctx0" brushRef="#br0">6748 2483 0,'0'0'0,"-2"0"0,2 0 16,-12 7-16,-2 1 16,-1 2-16,1 2 15,-3 3-15,-2 3 16,-2 4 0,0 1-16,-5 8 0,4-1 15,0 1-15,0 2 16,3-4-16,-2 4 15,-1 2 1,1 0-16,1 2 16,2-2-16,2-2 15,0-2-15,3-1 16,-3 3-16,0 1 16,1 2-16,0-1 15,0 1-15,0 0 16,3 0-16,0 2 15,2-1 1,0-4-16,2-1 16,-1-3-16,0 1 15,1-3-15,1 3 16,0-2-16,2 2 16,0 0-16,2-2 15,-1-2-15,0 3 16,1 0-1,-1 1-15,0 3 16,1-1-16,-3 0 16,-2 2-16,-2 0 15,-1 3-15,-1-1 16,0-2-16,-1 1 16,-1 1-16,0 4 15,-2 2-15,-1 3 16,1 1-16,0 0 15,0 3 1,1-1-16,4 0 16,1-1-16,3 2 15,3 0-15,3-5 16,0 0-16,2-2 16,0 2-16,4 4 15,4-3-15,1-1 16,3-1-1,1 1-15,2 0 16,3-3-16,4 1 16,1-5-16,2 3 15,3-2-15,-2-3 16,4-2-16,2 0 16,1-2-16,4-1 15,2-2-15,1-1 16,3-2-16,-4-2 15,4-4 1,2-1-16,4-2 16,2-1-16,-3 1 15,2-1-15,0 1 16,4-2-16,-1-2 16,1 1-16,0-1 15,3 1-15,-3-3 16,-3-2-16,-1-3 15,2 0-15,-1-1 16,1 0 0,-2 1-16,0-2 15,0 1-15,-1 0 16,-2-2-16,2-1 16,0-1-16,0-2 15,-1 0-15,0-2 16,0 0-16,-2 2 15,-1-3 1,1-2-16,-1-1 16,0-1-16,-2 0 15,-2 0-15,2-1 16,-2 1-16,1-3 16,-1-1-16,2-2 15,0-4-15,-4 1 16,0 0-16,-1-3 15,2 0-15,0-3 16,-3 2 0,-1 1-16,0-2 15,0-3-15,0 1 16,0 0-16,-2-3 16,3-3-16,-2-3 15,1-3-15,-6 3 16,-1 1-16,-3-3 15,-2 0-15,-2-3 16,-3 4 0,-2 1-16,-1 2 15,-2 2-15,0-2 16,-3-3-16,0 0 16,-3 3-16,-1 1 15,-1-1-15,-2-4 16,-1-1-16,-2 0 15,0 5-15,0-1 16,-2 0 0,0-4-16,0 1 15,-1-1-15,0 5 16,0 3-16,0-2 16,1-2-16,-1-5 15,1 1-15,-1 2 16,2 1-16,-1 1 15,2-3-15,0-1 16,-1 0 0,1 7-16,-1 3 15,-1 5-15,-2 0 16,-2-2-16,-2-3 16,0 0-16,-3 1 15,0 1-15,-2 2 16,-2 3-16,-2-2 15,-1 2-15,-3-2 16,0 1-16,-1 0 16,0 0-1,0 1-15,-2-1 16,-1-1-16,-1-1 16,-1 1-16,-1-1 15,1 0-15,0 0 16,-1-1-16,-2-1 15,0-2 1,1 1-16,2 2 16,0-1-16,-1 0 15,-1-1-15,0-3 16,1 0-16,1 1 16,0-1-16,0 2 15,0-1-15,0-1 16,-1 0-16,0 0 15,0-1-15,-2 1 16,3 3-16,-2 0 16,-2 0-1,-2 0-15,-2-3 16,0 2-16,3-1 16,-2 2-16,1 2 15,-3 0-15,-1 3 16,0-2-16,0 2 15,-1 1-15,-2-1 16,-1 0-16,-1 2 16,-2 0-1,1 2-15,1 3 16,2 2-16,-1 0 16,-3 1-16,0 2 15,1-1-15,2 3 16,-1-1-16,-1 3 15,1-1-15,1 2 16,0 0 0,2 1-16,-3 1 15,3 4-15,-2 1 16,2 1-16,-1 0 16,0 2-16,-1 4 15,0 2-15,1 5 16,-1 1-16,1 4 15,-3 3-15,0 2 16,-1 5-16,-12 16 16,-19 26-1</inkml:trace>
  <inkml:trace contextRef="#ctx0" brushRef="#br0" timeOffset="7633.88">3160 4150 0,'0'0'0,"0"0"16,0 0-16,0 0 16,0 0-16,0 0 15,3 1-15,-3-1 16,10 2 0,-10-2-16,18 2 15,-5 0-15,0 0 16,2-1-16,-2 1 15,2-1-15,0 0 16,3-1-16,0 0 16,1 0-16,-1 0 15,-2 0-15,0 0 16,1 0 0,-2 0-16,-1 1 15,0-1-15,0 2 16,-1 1-16,0-1 15,-1 1-15,2 0 16,0 1-16,-1-1 16,3 0-16,-4 1 15,3-2-15,-1-2 16,2 0 0,0-2-16,2-2 15,-1 1-15,0 0 16,1-1-16,2 1 15,0 0-15,-3 1 16,2-1-16,-4 1 16,1-1-16,0 1 15,-1-1-15,1 1 16,2 1 0,2 0-16,1 1 15,1 0-15,0 1 16,-2 0-16,-1-1 15,-1 2-15,-1-2 16,1 1-16,2 0 16,2 0-16,0 1 15,-2-2-15,0 1 16,2 0 0,-1 0-16,2-1 15,3 0-15,0 0 16,1-2-16,0-1 15,-2 1-15,1-1 16,0 1-16,-1 0 16,2-1-16,0 0 15,-1 2-15,2-2 16,-1 0-16,0 3 16,1 0-16,1 1 15,-1 2 1,1 0-16,-2 2 15,-2 0-15,-2-1 16,2 1-16,2 0 16,2 1-16,1-1 15,-3 1-15,0-1 16,0 0-16,3 1 16,0 0-1,1 0-15,-4-1 16,0-2-16,0 1 15,0-1-15,3-1 16,0 0-16,1-1 16,-3-2-16,1-1 15,2 1-15,2-1 16,0-1-16,-1 0 16,-3 2-16,-3-2 15,2 0 1,3 1-16,2-1 15,1 0-15,-2 0 16,-2 0-16,2-3 16,-1 1-16,2-1 15,1-1-15,-4 2 16,1-2-16,-1 2 16,0-1-1,-1 0-15,1 1 16,-2 0-16,2 3 15,-1 0-15,-3 1 16,0 0-16,0 1 16,2 2-16,0 0 15,-2 0-15,-1 1 16,0 0-16,-2-2 16,-1 2-1,2-3-15,-1 1 16,0 0-16,-2 0 15,0 0-15,-1 0 16,-1-1-16,-1 1 16,2 0-16,0-1 15,2 2-15,0-2 16,-1 1-16,-1 0 16,-2 0-16,-1-1 15,1 2-15,0-2 16,3 1-1,1 0-15,3 0 16,0-1-16,0 1 16,0-1-16,-1-1 15,2 0-15,1 0 16,1 0-16,1-1 16,-1 0-1,1 1-15,1 1 16,2 0-16,2 0 15,-1 0-15,1 0 16,0 0-16,2 0 16,2 0-16,3-2 15,-3 0-15,2-1 16,-1 0-16,-1 0 16,-1-1-16,1 0 15,1 0 1,-1 1-16,1 0 15,-3 0-15,1 1 16,1 2-16,-4 1 16,0 1-16,2 1 15,-3 3-15,0 0 16,-1 0-16,-1 0 16,2 0-16,1-1 15,-2 2-15,-1-1 16,2 0-1,2 0-15,0 1 16,1 0-16,-1-2 16,-1-2-16,4-2 15,2-1-15,-1-1 16,2-1-16,-2-2 16,3 0-1,1-1-15,-3 2 0,-3-1 16,-2 1-1,1 0-15,1-1 16,-1 3-16,-1 1 16,-1 0-16,5 0 15,0 1-15,0-1 16,-4 0-16,-2 0 16,-1 0-16,3 0 15,-2 0-15,-1 0 16,-5 1-1,0 0-15,0 0 16,2 0-16,3 0 16,3-1-16,-2 2 15,-1-2-15,2 0 16,3 0-16,2-2 16,0-2-16,0 1 15,-2-2-15,0-1 16,0 1-1,1 0-15,1 0 16,0 0-16,2 0 16,4 1-16,0-1 15,0 2-15,0 1 16,1 0-16,0-1 16,4 0-16,-1 1 15,-2 0 1,2-1-16,-2 1 15,-1 1-15,0 0 16,1 2-16,1 1 16,-2 2-16,2 0 15,-3 2-15,3 0 16,0 1-16,-2 1 16,-2-1-16,-1 0 15,-3 0-15,1 2 16,0-1-1,0 2-15,-3-1 16,3-1-16,2 2 16,0-1-16,0-1 15,1 0-15,0-1 16,0-1-16,2-4 16,1 0-16,2-3 15,-2-1-15,0 0 16,0-1-1,1 1-15,2 0 16,1-1-16,2 0 16,0 0-16,0-1 15,2-1-15,-2-2 16,0 1-16,0-2 16,-2 1-16,1 0 15,-2 0-15,0 0 16,-1 1-1,2-2-15,-1 0 16,1-1-16,-4-1 16,-1 2-16,1-1 15,-1 1-15,0 0 16,-1 0-16,-2-1 16,0 0-16,-2-2 15,-1 0-15,-2-1 16,-1-1-16,-5 0 15,-2-1 1,-3 0-16,0 0 16,-1-2-16,-3 2 15,-2 0-15,-2 2 16,-2 2-16,0-1 16,-3-2-16,-1 0 15,-4 0-15,-3 1 16,-1 1-1,-2 1-15,-1 1 16,0-1-16,-2 0 16,-2 1-16,-3-3 15,-5-1-15,-6-2 16,-3 0-16,-3 2 16,-5-2-16,-2 1 15,-2 2-15,-6 1 16,0 1-16,-4 2 15,-1 0 1,1 0-16,-1 1 16,-2 2-16,0-1 15,-1 0-15,-2 1 16,-2-1-16,-1 0 16,0 1-16,-1-1 15,0 0-15,-1 2 16,2 0-1,-3 0-15,0 0 16,0 0-16,2-1 16,0 2-16,-4-1 15,3-1-15,-3 2 16,1-1-16,0 1 16,-3 1-16,2 0 15,0 0-15,-1 2 16,-1 1-16,1 1 15,1-1 1,-1 1-16,1-1 16,-3 1-16,2 1 15,-2 1-15,2 1 16,-2 0-16,1 0 16,3 0-16,-1-3 15,2-1-15,-1-1 16,2 0-1,0 0-15,0 0 16,2-1-16,-1-1 16,3 1-16,0-1 15,-1 0-15,2 1 16,0 0-16,0 0 16,-2 1-16,0-1 15,-3 2-15,0 0 16,1 1-16,0 1 15,4-1-15,-1 0 16,-2 1 0,2-1-16,2 1 15,-3-1-15,-1 1 16,1-1-16,0 0 16,1 0-16,-2-1 15,3-2-15,0 0 16,-1 0-1,-2 1-15,0-1 16,0 0-16,-1 0 16,0 0-16,-2-1 15,1 0-15,1 0 16,-1-1-16,-1-1 16,0 1-16,0-1 15,-1 1-15,3 0 16,-3-2-16,2-2 15,0 0 1,1 1-16,1 0 16,-1-1-16,0 0 15,0 1-15,0 2 16,-3 0-16,4 2 16,-3 0-16,2 2 15,1-1-15,1 0 16,3 1-16,-2 0 15,2 2-15,-4-1 16,3 2 0,0 1-16,3-1 15,-1 1-15,-1-1 16,0 3-16,3-1 16,-2 2-16,0-1 15,0-1-15,1 2 16,2-2-16,-2 1 15,-1 0 1,1-1-16,2 1 16,1-2-16,-2 0 15,-1-2-15,1-1 16,3-2-16,-3-1 16,-3-1-16,0 0 15,1 1-15,0 0 16,-2-2-16,0 2 15,0 0-15,0-2 16,-3 1 0,-1 0-16,-1 0 15,0-1-15,-1 1 16,-2 0-16,-2-1 16,-1 1-16,-1 1 15,1 1-15,-1 2 16,0 1-16,-1 0 15,5-1-15,-2 1 16,-1-2 0,3-3-16,-3 1 15,3-4-15,0 0 16,-1-1-16,3 1 16,-2 0-16,-1-1 15,5 1-15,0 1 16,1-1-16,-1 1 15,0 1-15,2 1 16,2 0 0,-2 2-16,0-1 15,2 2-15,2 0 16,0 2-16,-2-1 16,2 2-16,0-2 15,3 1-15,-3-1 16,0 2-16,1-1 15,-1 0-15,2 2 16,-1 2-16,2-1 16,1 2-16,1 0 15,1 0 1,1 1-16,4 1 16,0 1-16,0 0 15,1-2-15,-1 2 16,2-1-16,2 0 15,1-1-15,4 0 16,2-2 0,-1 1-16,-1 0 15,0 1-15,1-3 16,3-1-16,4 0 16,1-1-16,0 0 15,-1 0-15,0 1 16,0 0-16,0 0 15,1 3-15,2 2 16,-1 1 0,2 1-16,1 1 15,1 1-15,-1 0 16,2 0-16,3-1 16,0-1-16,1 0 15,2 1-15,-1 1 16,1 0-16,2 0 15,-1-2-15,1-1 16,2 2-16,0 1 16,0 4-1,1-1-15,1 0 16,0-2-16,1-1 16,2 1-16,1 1 15,2 0-15,1 0 16,2 0-16,2-2 15,-1-2-15,0 0 16,0-1 0,2 2-16,0-1 15,1-1-15,-2 0 16,0 2-16,-1 1 16,-1 1-16,-1-3 15,-1 0-15,0 0 16,-1-1-16,2 0 15,1-3-15,0 0 16,1-2-16,3 0 16,7-8-1,14-5-15</inkml:trace>
  <inkml:trace contextRef="#ctx0" brushRef="#br0" timeOffset="11000.51">8906 2220 0,'0'0'0,"0"0"0,-5 0 15,5 0-15,-18-1 16,0-1-16,-4 0 15,2 2-15,0-1 32,-3 0-32,-2-2 15</inkml:trace>
  <inkml:trace contextRef="#ctx0" brushRef="#br0" timeOffset="11800.73">8649 2134 0,'0'0'0,"0"0"15,0 0-15,0 0 16,-2 1-16,2-1 16,0 0-16,-4 7 15,4-7-15,-3 11 16,1 0-16,-1 7 16,1 4-16,0 3 15,1 8 1,0 4-16,1 5 15,0-3-15,0 2 16,0-1-16,0 0 16,0-2-16,0-4 15,0-5-15,0-4 16,0-3-16,-1-2 16,0 1-1,1-3-15,-1-1 16,0 0-16,0 0 15,1 3-15,0-4 16,0-1-16,0-1 16,0 1-16,0-1 15,0-2-15,0 1 16,0-1-16,0 0 16,0 1-16,1 3 15,0 0 1,0 1-16,-1-1 15,1-1-15,0-2 16,0 1-16,-1 1 16,1 1-16,-1 3 15,-1-1-15,1 1 16,-1-2-16,0 1 16,0 2-1,1-1-15,-1 1 16,1 0-16,1 1 15,-1 2-15,2 1 16,-1 1-16,1-2 16,1-2-16,0-4 15,0-4-15,0-2 16,-1-2-16,-1-2 16,-1-7-16,3 8 15,-3-8-15,0 0 16,2 6-1,-2-6-15,0 0 16,0 0-16,0 0 16,0 0-16,0 0 15,0 0-15,0 0 16,0 0-16,0 0 16,10 4-16,-10-4 15,0 0-15</inkml:trace>
  <inkml:trace contextRef="#ctx0" brushRef="#br0" timeOffset="13600.22">13525 3929 0,'0'1'0,"0"-1"15,0 0-15,0 0 16,0 0-16,0 0 16,11 7-16,2-4 15,5 0-15,7-2 16,6 1-16,3 0 15,2-2 1,2-1-16,-1-1 16,2-2-16,6-2 15,-1-1-15,-2-2 16,1 2-16,-2 0 16,8-2-16,1 1 15,-8 2-15,2 4 16,-5 3-16,4 2 15,3 0 1,-1 0-16,-1 0 16,-3 0-16,-3 0 15,0 2-15,1-1 16,-2 1-16,-1-1 16,0 0-16,-1 0 15,0 0-15,0 0 16,-1 0-16,1 1 15,-3-2 1,1-1-16,-1-1 16,-1 2-16,0-2 15,-1 1-15,-1-1 16,-4-1-16,-1 0 16,-3 0-16,-3 0 15,-3 0-15,-2 0 16,-3 0-16,0 0 15,-10 0 1</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45:44.714"/>
    </inkml:context>
    <inkml:brush xml:id="br0">
      <inkml:brushProperty name="width" value="0.05292" units="cm"/>
      <inkml:brushProperty name="height" value="0.05292" units="cm"/>
      <inkml:brushProperty name="color" value="#C00000"/>
    </inkml:brush>
    <inkml:context xml:id="ctx1">
      <inkml:inkSource xml:id="inkSrc8">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1" timeString="2026-03-01T10:55:59.788"/>
    </inkml:context>
    <inkml:brush xml:id="br1">
      <inkml:brushProperty name="width" value="0.05292" units="cm"/>
      <inkml:brushProperty name="height" value="0.05292" units="cm"/>
      <inkml:brushProperty name="color" value="#00B0F0"/>
    </inkml:brush>
  </inkml:definitions>
  <inkml:trace contextRef="#ctx0" brushRef="#br0">10078 2853 0,'0'0'0,"0"0"16,-2-2-16,2 2 16,0 0-16,-15-13 15,1 3-15,-8-2 16,-4 2-16,-5 5 15,-6 1 1,-3 1-16,0 0 16,1 2-16,4 0 15,-1 1-15,-3-1 16,-1 0-16,1 0 16,7 1-16,-3 0 15,-2 0-15,0-1 16,-5-1-16,5 1 15,-1 1-15,-6-1 16,0 0 0,-2 0-16,-1 1 15,-1-1-15,0 1 16,-1 2-16,4 0 16,0 0-16,3 0 15,3-1-15,4 1 16,6-1-16,-2 0 15,-2 1-15,-2 0 16,-1 0-16,5-1 16,3 1-1,-1-1-15,-3 1 16,-1-1-16,0 1 16,5 0-16,3 1 15,1 0-15,-3 1 16,-4 3-16,0-1 15,1-1-15,4 0 16,5 1 0,1 0-16,0 0 15,-1 2-15,-1 0 16,2 0-16,0 1 16,2 0-16,-1 3 15,1 1-15,2-1 16,4 2-16,2-2 15,2-1-15,1 0 16,1-2 0,2 0-16,-1 0 15,1 0-15,0 0 16,0 1-16,0 1 16,0 2-16,-1 2 15,-1 3-15,1 1 16,2 0-16,3 0 15,2 1-15,2-3 16,0-1-16,1-1 16,-1-1-1,2 0-15,0 1 16,2 1-16,3 4 16,4 0-16,0-2 15,2-3-15,3 1 16,3-2-16,1 0 15,0-3-15,-1-3 16,2-3 0,8 0-16,6-1 15,-1-2-15,-4-1 16,-4-2-16,4-2 16,2 0-16,1-1 15,-4 1-15,-4-1 16,2 1-16,1 1 15,2 1 1,0 2-16,-2 3 0,-4 0 16,-1 1-16,4-1 15,5 2 1,0 0-16,-2-1 16,-5 0-16,1 0 15,4 1-15,2 0 16,-1 2-16,-3-3 15,17-2 1,11-9 0,0-3-1,-7-4-15,-10 0 16,-1-1-16,5 1 16,-7 0-16,-7 5 15,0 4-15,-8 2 16,6-2-16,-2 2 15,6-1-15,3 0 16,-6 7-16,-7-1 16,-9-1-1,-5 0-15,0-2 16</inkml:trace>
  <inkml:trace contextRef="#ctx0" brushRef="#br0" timeOffset="416.06">10293 2902 0,'0'0'0,"0"-4"0,0 4 15,-19-20-15,-9-1 16,-5 1-16,-2 1 15,-2 0-15,-4-1 16,-6 6-16,0 6 16,3-1-1,8 3-15,4 0 16,7 1-16,3 1 16,5 1-16,1 0 15,16 3-15</inkml:trace>
  <inkml:trace contextRef="#ctx0" brushRef="#br0" timeOffset="2349.85">7380 4192 0,'0'0'0,"0"0"0,0 0 16,0 0-16,0 0 15,0 0-15,0 0 16,0 0-16,0 0 16,0 2-1,0-2-15,10 4 16,26 7-16,33 1 15,8-2-15,2 0 16</inkml:trace>
  <inkml:trace contextRef="#ctx0" brushRef="#br0" timeOffset="2999.14">8520 4109 0,'0'0'0,"0"0"0,0 0 0,0 0 0,2 3 15,-2-3 1,14 9-16,13-1 15,22-2-15,15-3 16,15-3-16,-3-2 16,5 2-16,-12-1 15</inkml:trace>
  <inkml:trace contextRef="#ctx0" brushRef="#br0" timeOffset="3632.77">9339 4167 0,'0'0'0,"0"0"0,0 0 16,0 0-16,10-2 15,23-3-15,28-3 16,12-3-16,2 0 16,9-1-16,-3 1 15</inkml:trace>
  <inkml:trace contextRef="#ctx0" brushRef="#br0" timeOffset="4217.12">10249 4138 0,'0'0'0,"0"0"0,8-1 16,22-2-16,35-5 16,14 0-1,16 0-15,16 1 16,10-1-16,-4 0 15,-9 2-15</inkml:trace>
  <inkml:trace contextRef="#ctx0" brushRef="#br0" timeOffset="25599.95">8288 6957 0,'0'0'0,"0"0"0,0 0 0,0 0 16,7 1-16,3 1 15,5-1-15,3-1 16,1-1-16,4-5 16,2 2-1,1-3-15,0 1 16,-3 0-16,3 0 15,5-1-15,0 2 16,0 1-16,2-1 16,2 1-16,1 0 15,3 0-15,-4 0 16,-2 2-16,-3 1 16,-1 1-1,1 3-15,-2 0 16,0 1-16,-1-1 15,2 0-15,2 0 16,0 1-16,2-1 16,0 0-16,-1-2 15,-1-1-15,0-3 16,-1 0 0,-1-3-16,-3 2 15,0 1-15,-1 2 16,-1 1-16,0 0 15,-1 0-15,0 0 16,1 0-16,-1 1 16,-2 0-16,-1 1 15,-2 0-15,-1 0 16,-1-1-16,-3 1 16,2 0-1,-4 0-15,-11-2 16,17 1-16,-17-1 15,10 2-15,-10-2 16</inkml:trace>
  <inkml:trace contextRef="#ctx0" brushRef="#br0" timeOffset="29265.71">9467 5905 0,'0'0'0,"0"2"15,0-2-15,0 0 16,0 0-16,0 0 16,0 0-16,0 0 15,0 0-15,0 0 16,0 0-16,0 0 15,0 0-15,0 0 16,0 0 0,0 0-16,0 0 15,0 0-15,2 7 16,-2-7-16,5 7 16,-5-7-16,8 9 15,-8-9-15,10 11 31,4-5-31,19-6 16,16-7 0,6-15-16,4-10 15,4-5-15,4-7 16,13-10-16,1 2 16</inkml:trace>
  <inkml:trace contextRef="#ctx1" brushRef="#br1">2544 5613 0,'167'-25'187,"92"0"-171,-126 25 0,-16 0-1,-42 0-15,33 0 16,-16 0 0,-33 0-1,7 0 1,-24 0-1,16 0 1,-16 9 0,-17-9-1,0 0-15,25 0 16,9-9 0,-1 1-1,-16-17 16,8 17-15,67-9 0,-1 9-1,43-1 1,-59 1 0,50 8-1,-92 0-15,109-17 16,-33 9-1,99 8 1,-74 0 0,-51 0-1,67 0 1,-49 0 0,40 0-1,-82 0 16,-9 0-15,25 8 0,-42-8-1,34 0 1,42 0 0,-68-8-1,85-9 1,-51 1-1,16 7 1,-57 9-16,41 0 16,-8 0-1,100 9 1,-84-9 0,-8 8-1,50 9 1,-66-9 15,49 0-15,-50 1-1,-24-1 1,-34-8-16,25 8 16,8-8-1,34 0 1,-59 0-1,26 9 1,24-9 0,-24 0-1,-1 0 1,-33 8-16,50 0 16,0-8-1,-41 17 1,41-17-1,0-8-15,-34-1 32,-15 9-32,24-8 15,8 0 1,-16 8-16,49-9 16,1 1-1,-8 0 1,-51 8-16,42 0 15,8-9 1,18 9 0,-35 0-1,-24 0 1,0-8 0,-26 8-1,26 0 16,-25 0-15,8 0 0,33 0-1,-24-17 1,-1 17 0,34 0-1,-26 0 1,18-8-1,-34 8 1,0-8 0,0 8-1,-8 0 1,-9 0 0,9 0-1,16 0 32,-16-9-31,-9 9-16,25 0 15,-16-8 1,8 8 0,-17-8-16,9 8 15,-9 0 1,9 0-1,-9 0 1,9 0 0,-17-9-1,8 9 1,1-8 15</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46:37.946"/>
    </inkml:context>
    <inkml:brush xml:id="br0">
      <inkml:brushProperty name="width" value="0.05292" units="cm"/>
      <inkml:brushProperty name="height" value="0.05292" units="cm"/>
      <inkml:brushProperty name="color" value="#00B0F0"/>
    </inkml:brush>
  </inkml:definitions>
  <inkml:trace contextRef="#ctx0" brushRef="#br0">9692 3985 0,'0'0'0,"0"0"0,0 0 15,0 0-15,0 0 16,0 0-16,0 2 16,0-2-16,0 0 15,0 0-15,0 0 16,0 0-16,0 0 15,0 7-15,0-7 16,0 0-16,2 7 16,-2-7-1,4 7-15,-4-7 16,5 9-16,1-2 16,0 0-16,2 2 15,4 0-15,3-2 16,9-1-16,7-6 15,5-5-15,4-4 16,3-7-16,-6 0 16,-4-1-1,-8 2-15,-5 2 16,-3 0-16,-2 0 16,-3 4-16,-4 2 15,-8 7-15,10-9 16,-10 9-16,0 0 15,0 0-15,10-7 16,1 5-16</inkml:trace>
  <inkml:trace contextRef="#ctx0" brushRef="#br0" timeOffset="1066.78">9249 3497 0,'0'0'0,"1"2"0,-1-2 15,0 0-15,3 7 16,-3-7 0,0 0-16,0 0 15,12 2-15,32-20 16</inkml:trace>
  <inkml:trace contextRef="#ctx0" brushRef="#br0" timeOffset="14065.49">2433 5437 0,'0'0'0,"0"0"0,0 0 15,5 2-15,-5-2 16,12 3-16,-12-3 15,20 5-15,-8-1 16,3-1-16,4 2 16,5-1-1,6-1-15,3-3 16,4-2-16,8-4 16,9-6-16,0 0 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47:15.162"/>
    </inkml:context>
    <inkml:brush xml:id="br0">
      <inkml:brushProperty name="width" value="0.05292" units="cm"/>
      <inkml:brushProperty name="height" value="0.05292" units="cm"/>
      <inkml:brushProperty name="color" value="#00B0F0"/>
    </inkml:brush>
    <inkml:context xml:id="ctx1">
      <inkml:inkSource xml:id="inkSrc43">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1" timeString="2026-03-01T10:50:36.059"/>
    </inkml:context>
  </inkml:definitions>
  <inkml:trace contextRef="#ctx0" brushRef="#br0">7372 2117 0,'0'0'0,"0"0"0,0 2 15,0-2-15,0 0 16,0 0-16,0 0 16,5 7-1,-5-7-15,0 0 16,0 0-16,0 0 16,0 0-16,3 6 15,-3-6-15,0 0 16,0 0-16,0 0 15,0 0-15,0 0 16,0 0 0,0 0-16,0 0 15,0 0-15,0 0 16,0 0-16,0 0 16,0 0-16,0 0 15,5 9-15,-5-9 16,7 7-16,-7-7 15,10 10-15,-10-10 16,9 8-16,-9-8 16,8 10-1,-8-10-15,10 9 16,-10-9-16,9 12 16,-9-12-16,9 11 15,-9-11-15,8 11 16,-8-11-16,10 10 15,-10-10-15,9 10 16,-9-10-16,11 7 16,1-6-16,7-2 15,7-6 1,5-5-16,4-8 16,0-2-16,1-3 15,1-3-15,2 0 16,-1 1-16</inkml:trace>
  <inkml:trace contextRef="#ctx0" brushRef="#br0" timeOffset="1232.05">5869 2415 0,'0'0'0,"0"0"0,0 0 16,3 0-16,-3 0 16,12 4-16,-2 0 15,5 2-15,4-1 16,4 0-16,3-2 15,0-2-15,0-1 16,-2-1-16,-1 1 16,4 0-16,5 0 15,1 0 1,-2 0-16,-3 0 16,-5 0-16,-1-1 15,4 0-15,5 0 16,5 1-16,-2-1 15,-4 0-15,-4 1 16,4-2-16,2 1 16,0 1-16,0-1 15,-4 1 1,-3-2-16,0 1 16,5-2-16,2 0 15,2-1-15,-4 1 16,-3 1-16,0-1 15,4 0-15,5 1 16,0-1-16,0 1 16,-4 0-16,-1-3 15,2 0 1,1 0-16,0 0 16,0 1-16,1-2 15,5-1-15,4 0 16,9-6-16,8-5 15</inkml:trace>
  <inkml:trace contextRef="#ctx0" brushRef="#br0" timeOffset="6599.39">13057 1709 0,'0'0'0,"0"0"0,0 0 0,0 0 15,0 0-15,0 0 16,0 0-16,-3 0 15,3 0-15,0 0 16,0 0 0,-22-8-16,-3 3 15,-13 0-15,2 2 16,2 2-16,2 1 16,1 7-16,0 5 15,5 4-15,5-2 16,7-5-16,3-2 15,11-7 1,-11 10-16,11-10 16,-12 14-16,8-2 15,2 5-15,2 2 16,3-1-16,5 1 16,9-2-16,11 1 15,10 1-15,6-4 16,-1-5-16,-6-2 15,-7-2-15,-8-1 16,-5 0 0,-5 2-16,-12-7 15,16 11-15,-16-11 16,10 13-16,-8-6 16,-3 3-16,-7 4 15,-9 1-15,-16 2 16,-12 1-16,-13-5 15,1 0-15,5-5 16,9 0-16,11-2 16,7-3-1,6 1-15,5-1 16,3-2-16,11-1 16,-11 1-16,11-1 15</inkml:trace>
  <inkml:trace contextRef="#ctx0" brushRef="#br0" timeOffset="7166.28">12655 2465 0,'0'0'0,"0"0"0,0 0 16,-2 4-16,2-4 15,0 0-15,-2 8 16,2-8 0,-1 21-16,1 7 15,3 4-15,2 2 16,1-7-16,-2-7 16,3 0-16,2 8 15,0 0-15,-1 4 16,-1-3-16,-3-8 15,-2-7-15,-2-14 16,1 10-16,0-3 16,0-1-1,-1-6-15,-3-8 16</inkml:trace>
  <inkml:trace contextRef="#ctx0" brushRef="#br0" timeOffset="7699.67">12754 2358 0,'0'0'0,"0"0"15,0 0-15,-1-1 16,1 1-16,0 0 16,0 0-16,0 0 15,0 0 1,0 0-16,0 0 16,18 4-16,7 17 15,2-1-15,-3 0 16,-3-4-16,6 5 15,1 4-15,-4 7 16,-3-6-16,-8-10 16,3 4-1,-1 0-15,-1 5 16,-4-7-16,-4-6 16,-1-6-16,-1 1 15,-4-7-15,6 8 16,-6-8-16,0 0 15,0 0-15,0 0 16,8 6-16,-8-6 16,6-22-1,-1-3-15,-1-6 16,-2 2-16,-2-1 16,-1-2-16,-1 4 15,0 9-15,0 4 16,-2-5-16,3 8 15,-1-1-15,1-1 16,1 7-16,-1-2 16,1 9-1,0 0-15,0-7 16,0 7-16,0 0 16</inkml:trace>
  <inkml:trace contextRef="#ctx0" brushRef="#br0" timeOffset="8299.17">12787 2385 0,'0'0'0,"0"0"16,0-2-16,0 2 15,0 0-15,-2-7 16,2 7-16,0 0 15,0 0-15,0 0 16,-13-3-16,13 3 16,0 0-1,-11-3-15,11 3 16,-11 6-16,11-6 16,-19 10-16,19-10 15,-18 9-15,8-2 16,0 0-16,0 3 15,0 4-15,3-7 16,1 3-16,1-2 16,0 0-1,1 0-15,4-8 16,-1 8-16</inkml:trace>
  <inkml:trace contextRef="#ctx0" brushRef="#br0" timeOffset="9350.2">13492 2346 0,'0'0'0,"0"0"0,0 0 15,0 0-15,-1 3 16,1-3-16,0 0 16,0 0-16,0 0 15,-13 5 1,13-5-16,-11 0 16,11 0-16,-17-1 15,17 1-15,-19 0 16,8 1-16,11-1 15,-19 4-15,9-2 16,-4 1-16,0 1 16,-1 5-16,2 0 15,-1 1-15,4 2 16,2-3 0,0 4-16,1 3 15,2-6-15,1-1 16,1-3-16,3-6 15,-3 10-15,1-1 16,2 0-16,2 1 16,2-3-16,2 0 15,4 5-15,5 6 16,2-2 0,-1-7-16,0-4 15,0-3-15,-2-1 16,0 0-16,-3 1 15,1 0-15,-2 2 16,1 0-16,-1-1 16,2 3-16,-1 4 15,-3-3-15,-2 4 16,-1-4 0,-2 7-16,-3-1 15,-8 6-15,-11 6 16,-7-6-16,-13 1 15,-1-8-15,-1 4 16,3-3-16,5 0 16,5-1-16,9-6 15,3-2 1,5-1-16,11-3 16,-17 0-16,17 0 15,0 0-15,-12-4 16</inkml:trace>
  <inkml:trace contextRef="#ctx0" brushRef="#br0" timeOffset="11866.14">12311 2428 0,'0'3'0,"0"-3"16,-2 6-16,2-6 15,0 0-15,0 0 16,8-6-16,18-16 16,30-14-16,11-2 15,-2 7-15,-3 0 16,1 2-16,-11 4 16,-13 10-16,-4 4 15,-8 5 1,-3 1-16,2 1 15,5 0-15,-1 1 16,3-1-16,-1 1 16,-2 2-16,7-1 15,0-1-15,2 1 16,0-1 0,-3 1-16,-3 0 15,-3 0-15,-6 0 16,-4 0-16,-2 0 15,-4 2-15,0-2 16,0 0-16,0 0 16,-1-2-16,-1 0 15,1-1-15,0-3 16,1 0-16,-1 0 16,-2-2-1,-1 1-15,-1-1 16,-1-2-16,0-3 15,0-3-15,-1-3 16,-1-6-16,0-9 16,-5-5-16,-4 4 15,-3-3-15,-1-4 16,-4-1-16,-2-9 16,0 10-1,0-1-15,-3 6 16,0 11-16,-4 1 15,-2 2-15,-1-2 16,-4-3-16,6 4 16,1 5-16,-2 3 15,-2 1-15,-4 0 16,-4 2 0,-11-1-16,-7 4 15,0 3-15,0 7 16,3 4-16,1 1 15,-1 2-15,0 0 16,-1 0-16,-2 1 16,3 1-16,1 3 15,0 4-15,-4 7 16,1 0-16,2 0 16,5 0-1,3-3-15,2 4 16,3-2-16,1 2 15,6-3-15,-2 3 16,6 4-16,5-4 16,1 3-16,5-7 15,0 0-15,0 1 16,1 7-16,-1 4 16,2 2-16,2 5 15,0-3 1,0 3-16,1-1 15,4 5-15,7 5 16,-2-2-16,1-5 16,0-2-16,-1-2 15,2 1-15,4 4 16,0-1-16,0-3 16,-1-2-1,1-2-15,2-2 16,2 0-16,2 5 15,1 0-15,0-3 16,-1-5-16,1-2 16,1 3-16,0-2 15,-4-4-15,2 0 16,-4-3-16,3 2 16,2 6-1,-3-3-15,1 2 16,-1-3-16,-4-8 15,-2-3-15,1 2 16,0 0-16,2 3 16,-1-3-16,3 2 15,2 5-15,1-3 16,0 3-16,-2-5 16,2 0-1,2 2-15,0-2 16,1 0-16,0-1 15,0 0-15,0-2 16,1 2-16,1 1 16,2 0-16,1 0 15,2-1-15,1 1 16,-1-1-16,-1-3 16,-4 0-16,1-3 15,4 2 1,3-1-16,3 1 15,-2-3-15,-2-2 16,-3-1-16,-1 0 16,4 1-16,3-1 15,2 0-15,-2-1 16,-4-1-16,-1-2 16,9-5-16,13-5 15,13-8 1,6-3-16,-6 0 15,-10 2-15,-9 3 16,-7 1-16,-8 1 16,0-1-16,-3 2 15,0-1-15,-1 0 16,1-2-16,-3 0 16,-1-1-16,-4 1 15,-1 1-15,-2-3 16,-3-1-1,-1-5-15,-1 3 16,-2-4-16,0-1 16,-3 3-16,1-10 15,0 4-15,1-3 16,-1 2-16,-1 14 16,-1 6-16,0 2 15,-1-6 1,0-8-16,1 1 15,-1-10-15,0 0 16,0-9-16,0 14 16,1 14-16,0-2 15,0-3-15,-2-9 16,-1-10-16,-1 8 16,-1-7-16,0 2 15,0 4-15,-2 0 16,-1 4-1,2 5-15,0 1 16,0 3-16,1 1 16,0 1-16,2 1 15,-1-1-15,0-2 16,0-2-16,-1-2 16,-1 1-16,-1 0 15,-1 1-15,-1 3 16,0-1-1,1-1-15,-1 3 16,1 0-16,2 1 16,-1 2-16,1 0 15,1 1-15,1 2 16,4 7-16,-5-10 16,5 10-16,0 0 15,0 0-15,0 0 16,0 0-1,0 0-15</inkml:trace>
  <inkml:trace contextRef="#ctx0" brushRef="#br0" timeOffset="55782.08">13278 3524 0,'0'0'0,"0"0"0,0 0 16,0 0-16,-2 0 16,2 0-16,0 0 15,0 0-15,0 0 16,0 0-16,-8 13 16,1-1-1,-1 8-15,-4 7 16,0 8-16,-1 3 15,1 0-15,0-1 16,1 0-16,-1 0 16,2-3-16,-1-2 15,2-2-15,0-1 16,2-5-16,0-4 16,1 0-1,1-5-15,2-2 16,0-1-16,1-3 15,1-2-15,1-7 16,-1 10-16</inkml:trace>
  <inkml:trace contextRef="#ctx0" brushRef="#br0" timeOffset="57132.61">13373 3757 0,'0'0'0,"0"0"0,0 0 16,-3 0-16,3 0 16,-6 7-16,-1 1 15,-2 1 1,-2 3-16,0 4 15,2 4-15,1 2 16,5 4-16,2-2 16,2-1-16,3-1 15,2-2-15,-1-2 16,2-2-16,1 0 16,1-1-16,1-1 15,-1-2 1,0-3-16,0-2 15,0 0-15,-9-7 16,15 8-16,-15-8 16,14 2-16,-14-2 15,13-2-15,-13 2 16,17-15-16,-7 3 16,-2-2-16,-3-3 15,0-2 1,-2 0-16,-2-1 15,-4 1-15,-1-1 16,-1 0-16,-4-1 16,-2 1-16,1 5 15,-2 1-15,3 4 16,0 2-16,9 8 16,-12-9-16,12 9 15,0 0 1,0 0-16,0 0 15,0 0-15,0 0 16,0 0-16,0 0 16,-7-7-16,7 7 15,25-13-15,6-3 16,1 0-16,-6 3 16,-8 4-1,-5 4-15,-13 5 16,17-7-16,-17 7 15,12-3-15,-12 3 16,10-2-16,-10 2 16,0 0-16,12 1 15,-12-1-15,15 9 16,-7 0-16,2 5 16,-1 2-1,-2 3-15,0 2 0,-1 3 16,-1 0-1,1 1-15,-1 0 16,0-1-16,2 0 16,-1-6-16,1-2 15,2-1-15,0-2 16,-2-2-16,0-2 16,-1-3-16,-6-6 15,9 8-15,-9-8 16,0 0-1,11 8-15,-11-8 16,0 0-16,12-3 16,-1-7-16,1-6 15,-1-3-15,-4-1 16,-2 0-16,-1-1 16,-3 2-16,-1 0 15,-1 1 1,-3 3-16,1-1 15,-2 2-15,1 0 16,-4 2-16,1 2 16,1 2-16,6 8 15,-16-10-15,16 10 16,-14-7-16,14 7 16,-15-4-16,15 4 15,-21-2-15,3 1 16,3 1-1</inkml:trace>
  <inkml:trace contextRef="#ctx0" brushRef="#br0" timeOffset="58549.7">13842 3715 0,'0'0'0,"0"0"0,0 0 16,0 0-16,0 0 16,0 0-16,0-2 15,0 2-15,0 0 16,0 0-16,2-7 16,-2 7-16,8-11 15,2-3-15,9-8 16,8-5-1,8-2-15,3 0 16,-1 3-16,-2 3 16,-5 4-16,-7 5 15,-4 3-15,-6 3 16,-2 2-16,-11 6 16,15-7-16,-15 7 15,12-7-15,-12 7 16,12-6-16,-12 6 15,10-7 1,-10 7-16,11-6 16,-11 6-16,0 0 15,11-7-15,-11 7 16,0 0-16,0 0 16,11-7-16,-11 7 15,0 0-15,0 0 16,9-7-16,-9 7 15,0 0 1,0 0-16,0 0 16,9-7-16,-9 7 15,0 0-15,0 0 16,0 0-16,0 0 16,0 0-16,0 0 15,7-7-15,-7 7 16,0 0-16,0 0 15,0 0-15,0 0 16,0 0 0,13-6-16,-4 3 15</inkml:trace>
  <inkml:trace contextRef="#ctx0" brushRef="#br0" timeOffset="59231.78">14155 3235 0,'0'0'0,"0"0"0,0 0 0,0 0 15,5 0-15,-5 0 16,18 1-16,-3 1 15,9-1-15,6-2 16,2-1 0,-4 1-16,-6 0 15,-6 0-15,-4 0 16,-12 1-16,16 0 16,-16 0-16,0 0 15,10 0-15,-10 0 16,0 0-16,0 0 15,0 0 1,0 0-16,0 0 16,6 8-16,-6-8 15,0 12-15,0 0 16,-1 4-16,-3 9 16,-2 6-16,-1 2 15,2-4-15,0 0 16,1-3-16,-1-2 15,1-2-15,-1-4 16,2-3 0,-1-1-16,0-1 15,0-1-15,0-1 16,1-1-16,-1 0 16,-1 1-16,1-1 15,-1-1-15,3-1 16,2-8-16</inkml:trace>
  <inkml:trace contextRef="#ctx0" brushRef="#br0" timeOffset="60249.2">14721 3099 0,'0'0'0,"0"0"0,0 0 15,0 0-15,-3 0 16,3 0-16,0 0 15,0 0-15,-13 0 16,13 0 0,-13 0-16,2 0 15,-9 2-15,-10 2 16,-2 6-16,3 1 16,6 1-16,3 1 15,2 2-15,1 2 16,4 1-16,4-3 15,4-4-15,2 0 16,5 1-16,2 2 16,5-2-1,4 1-15,1-5 16,2 0-16,0-5 16,-1 0-16,-2-3 15,-1-2-15,-2 0 16,-10 2-16,16-9 15,-11 3-15,1-1 16,-2 0 0,0-1-16,-1 0 15,-1 2-15,0-1 16,-2 7-16,2-11 16,-2 11-16,1-8 15,-1 8-15,0 0 16,2-7-16,-2 7 15,0 0-15,0 0 16,0 0-16,0 0 16,0 0-16,0 0 15,0 0 1,0 0-16,-2 13 16,0 5-16,1 6 15,1 2-15,0-1 16,0 1-16,0-1 15,0-5-15,0-3 16,0-3-16,0-2 16,0-1-1,0-1-15,0-1 16,0 0-16,1-2 16,0 0-16,-1-7 15,1 9-15,-1-9 16,0 0-16,6 9 15</inkml:trace>
  <inkml:trace contextRef="#ctx0" brushRef="#br0" timeOffset="61033.01">15008 3108 0,'0'0'0,"0"0"0,0 0 15,0 0-15,0 0 16,-3-1 0,3 1-16,0 0 15,-11-3-15,11 3 16,-15 3-16,3 0 16,-4 3-16,-1 2 15,2 2-15,2 0 16,1 1-16,2 2 15,3-1-15,0 0 16,4 0-16,2 0 16,0-1-16,1-2 15,2 3 1,3 2-16,3 2 16,1-1-16,2 2 15,1-3-15,0-1 16,-2-1-16,0-1 15,-1-1-15,1 0 16,-1-3-16,-3 0 16,0-1-16,-1 1 15,-1 0 1,-1 1-16,-1-2 16,-2-6-16,2 11 15,-3-4-15,-1 0 16,-5 3-16,-9 3 15,-7-1-15,-5 1 16,0-5-16,3 0 16,2-3-1,3-2-15,3-1 16,5-2-16,1-1 16,11 1-16,-16-3 15,16 3-15,-10-4 16,10 4-16,0 0 15,0 0-15,-9-10 16,8-1-16</inkml:trace>
  <inkml:trace contextRef="#ctx0" brushRef="#br0" timeOffset="61382.61">14910 3068 0,'0'0'0,"0"0"16,0 0-16,0 0 15,0 0-15,0 0 16,0 0-16,2-2 16,-2 2-16,17-8 15,12-1 1,22-1-16,3 2 16,-2 1-16,-14 1 15,-7 2-15,-5 1 16,-5 0-16,-3 2 15,-3-1-15,4 1 16,4-2-16</inkml:trace>
  <inkml:trace contextRef="#ctx0" brushRef="#br0" timeOffset="62099.29">14569 3221 0,'0'0'0,"0"0"16,0 0-16,0 0 15,0 0-15,0 0 16,0 0-16,0 0 16,0 0-16,0 0 15,0 0-15,2 2 16,-2-2 0,12 13-16,-3 0 15</inkml:trace>
  <inkml:trace contextRef="#ctx0" brushRef="#br0" timeOffset="62799.42">14635 3077 0,'0'0'0,"0"0"16,0 0-16,0 0 15,0 0-15,3 3 16,-3-3-16,11 14 16,-4-4-16,-1 5 15,0 6-15,-2 4 16</inkml:trace>
  <inkml:trace contextRef="#ctx0" brushRef="#br0" timeOffset="63715.27">13962 4130 0,'0'0'0,"0"0"0,0 0 0,0 0 15,0 0-15,0 0 16,0 0-16,1 4 16,4 4-16,5 8 15,6 8-15,1 3 16,1 0 0,-2 0-16,3-2 15,4-3-15,1 2 16,-1-3-16,-4-3 15,0-1-15,-1-1 16,-1 1-16,1-1 16,-4-4-16,-2-1 15,-3-3-15,-2-1 16,-7-7-16,12 11 16,-12-11-1</inkml:trace>
  <inkml:trace contextRef="#ctx0" brushRef="#br0" timeOffset="64381.99">13954 4544 0,'0'0'0,"0"0"15,0 0-15,0 0 16,0 0-16,0 0 16,0 0-16,0 0 15,0 0-15,2-2 16,-2 2-16,11-4 16,-1 1-16,3-2 15,2 2 1,1 0-16,-1 0 15,4 1-15,0 1 16,1 1-16,-2 1 16,-3 0-16,-2 0 15,-1 2-15,0-3 16,-3 3-16,-9-3 16,17 2-16,-17-2 15,12 1 1,-12-1-16,14 2 15,-3-1-15,5 0 16</inkml:trace>
  <inkml:trace contextRef="#ctx0" brushRef="#br0" timeOffset="64815.27">14357 4222 0,'0'0'0,"0"0"0,0 0 16,0 0-16,0 0 16,0 0-16,0 0 15,-3 1-15,3-1 16,-3 14-16,0 0 16,0 3-16,-1 5 15,-1 0-15,0 0 16,-1-5-1,2-2-15,0-3 16,0-1-16,1-3 16,1-1-16,2-7 15,-5 12-15,3-3 16</inkml:trace>
  <inkml:trace contextRef="#ctx0" brushRef="#br0" timeOffset="65598.59">14799 4342 0,'0'0'0,"0"0"0,0 0 15,-4-1-15,4 1 16,-21-2-16,-2 4 15,-10 6 1,-4 7-16,-1 7 16,0 4-16,7-4 15,7-2-15,7-6 16,7-5-16,4-3 16,6-6-16,-8 8 15,8-8-15,-5 7 16,5-7-1,-2 7-15,2-7 16,0 12-16,2-3 16,4 2-16,2 4 15,2 1-15,1-1 16,0 0-16,-1-2 16,-1-2-16,2 4 15,1-1-15,0 2 16,1-2-1,-5-1-15,-5 6 16,-4 3-16,-4 4 16,-3-1-16,-5-1 15,-2-2-15,-2-3 16,-2-5-16,2-8 16,-4-5-16,-1-3 15,-3-4-15,2 0 16,0-2-1,3 1-15,2-1 16,2 3-16,3 0 16,2 0-16,11 5 15,-17-7-15,17 7 16,-10-4-16,10 4 16,0 0-16,0 0 15,-9-10-15</inkml:trace>
  <inkml:trace contextRef="#ctx0" brushRef="#br0" timeOffset="66282.31">15152 4167 0,'0'0'0,"0"0"0,0 0 16,0 0-16,-4 3 16,-2 5-16,-9 10 15,-8 14-15,-12 12 16,-6 11-16,-7 7 15,2-1-15,6-6 16,13-5 0,12-4-16,7-8 15,5-6-15,4 3 16,1 4-16,4 3 16,1-4-16,3-6 15,5-5-15,16 2 31,8 3-31,7-6 16,-4-8 0,-10-13-16,5-6 15</inkml:trace>
  <inkml:trace contextRef="#ctx0" brushRef="#br0" timeOffset="66815.08">14580 4319 0,'0'0'0,"0"0"16,0 0 0,0 0-16,0 0 15,0 0-15,0 0 16,3-2-16,-3 2 16,17-5-16,7 1 15,6-1-15,4 2 16,-3 1-16,-5-1 15,-3 1-15,-3 1 16,-3-1 0,-3 2-16,-4-1 15,2 0-15,-1 0 16,0 0-16</inkml:trace>
  <inkml:trace contextRef="#ctx0" brushRef="#br0" timeOffset="67516.24">15156 4414 0,'0'0'0,"1"1"0,-1-1 16,3 8-16,1 1 15,1 3-15,2 4 16,0 0-16,-1 4 15,-2 4-15,0 4 16,-2-1 0,0 1-16,0 1 15,0-7-15,-1 3 16,-1-4-16,-1-2 16,0-2-16,1-5 15,0-3-15,0-9 16,0 0-16,0 0 15,-10-4-15,-7-14 16,-7-18-16,0-3 16,3-3-1,5 6-15,6 9 16,6 8-16,1 0 16,5 2-16,8-11 31,6-5-31,4 3 15,0 6-15,-6 12 16,1 2-16,2 2 16,0 0-1,2 2-15,1 2 16,2 3-16,0 0 16,-1 1-16,-3 0 15,-1 1-15,-4-1 16,-2 1-16,-11-1 15,15 2-15,-15-2 16</inkml:trace>
  <inkml:trace contextRef="#ctx0" brushRef="#br0" timeOffset="67765.03">15211 4536 0,'0'0'0,"0"0"0,0 0 16,0 0-16,0 0 15,6 1 1,-6-1-16,12 3 16,-12-3-16,20 6 15,-2-3-15,6-3 16,5-2-16,0-3 15,-2-1-15,-3-2 16,3-5-16</inkml:trace>
  <inkml:trace contextRef="#ctx0" brushRef="#br0" timeOffset="68182.08">15413 4172 0,'0'0'0,"0"0"16,0 0-16,0 0 16,2 1-16,-2-1 15,15 14-15,0 1 16,3 4-16,1-1 15,-1 1-15,-2 4 16,-1 3-16,-1 1 16,2 3-16,-1 1 15,-1-2 1,3 13 0,-6 4-1,-6 3-15,-4 1 16,-6-12-16,-17 4 15,-4 1-15,-9-5 16,3 1-16,8-8 16,3-5-1,5-6-15,6-8 16,0 1-16</inkml:trace>
  <inkml:trace contextRef="#ctx0" brushRef="#br0" timeOffset="72498.53">13075 4309 0,'0'0'0,"0"0"0,0 0 16,3-1-1,-3 1-15,0 0 16,11-6-16,-11 6 16,16-5-16,-4 1 15,5-2-15,6-1 16,7-1-16,6-1 16,4 0-16,5-1 15,0 1 1,-1-1-16,-3 1 15,-1 0-15,-3 1 16,-2 1-16,-4 0 16,-2 1-16,-3 2 15,-2-1-15,-3 2 16,-2 1-16,-2-1 16,-2 1-16,-3 1 15,-12 1-15,16-2 16,-16 2-1,12 0-15,-12 0 16,10 0-16,-10 0 16,12 0-16,-12 0 15,13 0-15,-13 0 16,15 0-16,-4 0 16,3 1-16,2 0 15,4 0-15,-7 1 16</inkml:trace>
  <inkml:trace contextRef="#ctx0" brushRef="#br0" timeOffset="75215.98">13431 4370 0,'0'0'0,"0"0"16,0 0-16,0 0 16,0 0-16,0 0 15,0 2-15,0-2 16,-3 14-16,0 10 15,-2 7-15,0 8 16,0-4 0,-2 7-16,-1 6 15,1-1-15,0 4 16,1-10-16,-3 16 16,5-12-16,-1 9 15,4-4-15,1-12 16,1-1-16,-1-5 15,1-2-15,0-1 16,0-2-16,1-4 16,-1-2-1,0-4-15,0 1 16,1-3-16,-1 0 16,1-2-16,0 0 15,-1-3-15,0-1 16,0-3-16,-1-6 15,1 10 1,-1-10-16,0 9 16,0-9-16,0 9 15,0-9-15,0 0 16,0 0-16,0 0 16,0 0-16,-11 3 15,11-3-15,0 0 16,-14-8-16,14 8 15,-11-6-15,11 6 16,-10-2-16,10 2 16,0 0-1,-11-2-15,11 2 16,0 0-16,-16-5 16,6 3-16,-3-1 15,0-2-15,0-1 16,2 3-16,11 3 15,-15-7-15,15 7 16,0 0 0,-12-5-16,12 5 15,0 0-15,0 0 16,0 0-16,0 0 16,0 0-16,0 0 15,0 0-15,0 0 16,0 0-16,0 0 15,0 0-15,6 9 16,1 0-16,1 3 16,0 0-1,0 3-15,-1-2 16,-1-1-16,0 1 16,-1-2-16,0 0 15,-1-4-15,-4-7 16,8 10-16,-8-10 15,9 8-15,-9-8 16,15 4-16,-5-4 16,0-2-1,1 0-15,2-3 16,1-2-16,3-6 16,2-4-16,1-5 15,0 0-15,-2 3 16,-5 1-16,-1 5 15,-3 2-15,-2 3 16,-1 2 0,-6 6-16,10-11 15,-10 11-15,9-10 16,-9 10-16,9-9 16,-4 2-16,5-4 15,6-6-15,7-5 16</inkml:trace>
  <inkml:trace contextRef="#ctx0" brushRef="#br0" timeOffset="78865.22">13432 5683 0,'0'0'0,"0"0"0,0 0 15,0 0-15,0 0 16,0 0-16,-2 2 16,2-2-16,-2 10 15,-2 7-15,-3 18 16,1 8-16,-1-2 16,2 0-1,-1-1-15,1-7 16,0 3-16,2-6 15,-2-4-15,2 4 16,-1-4-16,1-2 16,2-7-16,-1-6 15,2-5-15,0-6 16,-2 6-16,2-6 16,0 0-16,0 0 15,0 0 1,-12-6-16,5-25 15,3-36-15,10-11 16,9 12-16,0 9 16,0 10-16,-5 19 15,-3 7-15,-2 9 16,-3 6-16,-2 6 16,5-9-16,-5 9 15,4-9 1,-4 9-16,3-9 15,-3 9-15,0 0 16,0 0-16,0 0 16,14 10-16,-3 2 15,4 9-15,2 6 16,2 8-16,-1 1 16,2 6-1,-2-5-15,-2-3 16,-1-1-16,-5-12 15,-2-6-15,0-5 16,-8-10-16,13 5 16,-13-5-16,23-8 15,-5-11-15,7-20 16,0-14-16,-4 6 16,-4 0-1,-4 9-15,-4 2 16,-1 5-16,-4 7 15,-1 5-15,-1 11 16,-2 8-16,1-10 16,-1 10-16,0 0 15,0 0-15,0 0 16,0 0-16,0 0 16,0 0-16,0 0 15,0 0 1</inkml:trace>
  <inkml:trace contextRef="#ctx0" brushRef="#br0" timeOffset="79531.86">14027 5552 0,'0'0'0,"-2"-1"16,2 1-16,0 0 16,0 0-16,-2 12 15,0 10-15,-2 17 16,2-7-16,-1 6 16,-1 6-16,1 6 15,2-7-15,0-5 16,1-5-1,1-7-15,-1-1 16,0-4-16,0-7 16,1-4-16,0-3 15,-1-7-15,2 7 16,-2-7-16,0 0 16,5-7-16,2-19 15,-6-6-15,-6-10 16,0 2-1,-1 9-15,-1-5 16,3 12-16,-1-1 16,1 2-16,2 4 15,3-1-15,1 1 16,1 1-16,1 5 16,-2 4-16,1 0 15,0-1 1,1-3-16,-1 2 15,-1 4-15,-2 7 16,10-12-16,5 2 16,11-7-16,6-2 15,4 0-15,-5 2 16,-3 3-16,-8 4 16,-5 3-16,-3 2 15,2 2-15,-3 1 16,0 1-1,-11 1-15,16 2 16,-16-2-16,15 4 16,-15-4-16,11 4 15</inkml:trace>
  <inkml:trace contextRef="#ctx0" brushRef="#br0" timeOffset="79848.39">14010 5730 0,'0'0'0,"0"0"0,1 2 16,-1-2-16,0 0 15,8 8-15,-8-8 16,19 7-1,4-10-15,3 1 16,-2-3-16,7-2 16,-8 2-16,0-2 15,-1 1-15,-9 3 16,-1 0-16,-12 3 16,20-6-16,0-1 15</inkml:trace>
  <inkml:trace contextRef="#ctx0" brushRef="#br0" timeOffset="81748.38">14371 3813 0,'0'0'0,"0"0"0,0 0 0,0 0 16,1-1-16,-1 1 15,0 0-15,16-6 16,0 1-1,10-3-15,6 0 16,6-1-16,3 1 16,3-2-16,3 0 15,-3 0-15,0 1 16,-2 0-16,-5 2 16,0 1-16,-3-1 15,-1 2-15,-4-1 16,0 2-1,-1-1-15,1 0 16,-2 2-16,0 0 16,-3-1-16,-2 1 15,0 1-15,0 0 16,-1-1-16,1-1 16,0 0-16,1-2 15,1-1-15,-1-1 16,3-2-1,0 0-15,0-2 16,2 0-16,-2 0 16,-1-2-16,-3 0 15,-5 2-15,-3-1 16,-1 1-16,0-4 16,1-4-16,3-2 15,0-6-15,-2-4 16,-2-2-16,-1-2 15,-2 1 1,-1 0-16,-3 0 16,-2-2-16,-4-5 15,-2-2-15,-3-1 16,-3 2-16,-3-1 16,-3 5-16,-2 1 15,-1 2-15,-2 0 16,-1 2-1,1 4-15,-2 2 16,-1 3-16,-3 1 16,0 4-16,-2 1 15,-2 1-15,-3 0 16,-6 3-16,-6 0 16,-5 2-16,-6 3 15,-2 3-15,1 3 16,3 2-16,4 2 15,2 3-15,3 2 16,1 2 0,5 0-16,-4 3 15,3 3-15,-1 5 16,-1 0-16,1 2 16,-1 1-16,0 3 15,5 1-15,6-1 16,2 0-1,4 1-15,-1 2 16,-3 6-16,2-1 16,3-1-16,4-3 15,0-2-15,-3 6 16,0 0-16,3 1 16,5 0-16,0 0 15,2 2-15,0 0 16,2 2-16,2-5 15,2 1 1,3 0-16,1-1 16,4 2-16,1-2 15,3-2-15,-3-2 16,2-1-16,-1-2 16,2 3-16,3 0 15,1 0-15,2-2 16,-1-5-16,3-3 15,-1 2-15,2 0 16,0-1 0,3 0-16,2-5 15,-1-2-15,4 0 16,4 0-16,4-4 16,4-2-16,4-2 15,-1-2-15,11-2 16,15-7-16,17-10 15,10-10-15,-10 4 16,-16 2 0,-12 6-16,-12 2 31,-5 3-31,-9 2 16,-7 3-16,-8 2 15,-12 3-15,13-3 16,-13 3-16,0 0 15</inkml:trace>
  <inkml:trace contextRef="#ctx0" brushRef="#br0" timeOffset="83250.36">14489 2234 0,'0'0'0,"0"0"0,0 0 15,4 4-15,5 4 16,3 4-16,3 4 16,-3-2-1,3 1-15,-4-1 16,-1-2-16,0 1 16,0-2-16,-3 0 15,2 1-15,0 0 16,0 0-16,0 1 15,-1-2-15,-1-2 16,1-2 0,0 0-16,-8-7 15,16 8-15,-5-8 16,2-2-16,2-6 16,7-8-16,11-15 15,18-22-15,12-12 16,6-6-16,1 0 15,1 3-15,-4 9 16,-8 7 0,-9 8-16,-10 9 15,-7 1-15,-6 3 16,-4 0-16,-3 3 16,-2 4-16,-2 3 15,2-2-15,-1 2 16,1 1-16,1 1 15,5-2-15,3 0 16,-4 2 0,-3 3-16,-5 4 15,-4 1-15,-1 4 16,-10 7-16,12-10 16,-12 10-16,0 0 15,9-7-15,-9 7 16,0 0-16,0 0 15,0 0-15,0 0 16,0 0-16,0 0 16,10-4-1,-10 4-15,0 0 16,0 0-16,0 0 16,0 0-16,0 0 15,0 0-15,0 0 16,0 0-16,0 0 15,0 0-15,0 0 16,0 0 0,0 0-16,0 0 15,0 0-15,0 0 16,0 0-16,0 0 16,0 0-16,0 0 15,0 0-15,0 0 16,0 0-16,0 0 15,0 0-15,0 0 16,0 0-16,0 0 16,0 0-1,0 0-15,0 0 16,9 6-16,-9-6 16,0 0-16,0 0 15,0 0-15,0 0 16,0 0-16,0 0 15,2 6-15,-2-6 16,0 0-16,0 0 16,0 0-1,0 0-15,0 0 16,0 0-16,0 0 16,0 0-16,0 0 15,0 0-15,0 0 16,0 0-16,0 0 15,0 0-15,0 0 16,0 0-16,0 0 16,0 7-1,0-7-15,0 0 16,0 0-16,0 0 16,0 0-16,0 0 15,0 0-15,0 7 16,0-7-16,-3 9 15,1-3-15,0 2 16</inkml:trace>
  <inkml:trace contextRef="#ctx0" brushRef="#br0" timeOffset="86265.6">14273 6666 0,'0'0'0,"0"0"0,0 0 16,-3-1-16,3 1 16,-10-6-16,10 6 15,-15-8-15,4 4 16,-3 2 0,-4 1-16,-2 0 15,-6 2-15,-2 1 16,3 2-16,5 0 15,8 0-15,0 0 16,3 1-16,9-5 16,-19 15-16,9 0 15,-1 5-15,2 5 16,2-2-16,4-5 16,1-1-16,3-4 15,2-1 1,0-2-16,5-2 15,6-1-15,7-1 16,10-8-16,6-11 16,2-11-16,3-7 15,-12 3-15,-5 3 16,-9 6-16,-6 6 16,-5 3-16,-1 3 15,-4 7 1,4-7-16,-4 7 15,0 0-15,0 0 16,1-7-16,-1 7 16,0 0-16,0 0 15,0 0-15,0 0 16,-6 9-16,-7 13 16,-4 12-1,-1 9-15,2 4 16,4-2-16,1 1 15,5-2-15,0-3 16,1-4-16,0-4 16,4-6-16,0-4 15,2-4-15,0-4 16,0-1-16,0-5 16,2-3-1,-3-6-15,1 9 16,-1-9-16,0 0 15,8 6-15</inkml:trace>
  <inkml:trace contextRef="#ctx0" brushRef="#br0" timeOffset="86914.96">14659 6774 0,'0'0'0,"0"0"0,0 0 0,0 0 16,-3 0-16,3 0 15,-12 0 1,-1 0-16,-2 1 15,0 2-15,-2 0 16,-3 4-16,-1 4 16,0 6-16,1 3 15,2-1-15,7-3 16,1-2-16,0 1 16,2 0-16,-1 0 15,5-2 1,0-3-16,2 1 15,1-2-15,1 0 16,0-1-16,1 0 16,1 1-16,1-1 15,1 2-15,1-1 16,0 2-16,1 1 16,0 3-16,3 2 15,-1 0-15,1 0 16,-3-4-1,-2 1-15,-5 3 32,-7 1-32,-3 1 15,-7-3-15,-1-8 16,0-2-16,-2-4 16,1-2-16,3-1 15,3 0 1,4-1-16,10 2 15,-13-4-15,13 4 16,0 0-16,-11-7 16,11 7-16,-4-10 15,2-1-15</inkml:trace>
  <inkml:trace contextRef="#ctx0" brushRef="#br0" timeOffset="87348.63">14532 6794 0,'0'0'0,"0"0"15,0 0-15,0 0 16,0 0-1,0 0-15,0 0 16,0 0-16,0 0 16,0 0-16,3 0 15,-3 0-15,15 1 16,3 0-16,8-3 16,8-8-16,4-2 15,-3-1-15,-3 1 16,0-1-1,-6 2-15,-1 0 16,-5 2-16,-6 1 16,1 2-16,-3 1 15,-1 1-15,0 2 16,-1 2-16,-10 0 16,15 0-16</inkml:trace>
  <inkml:trace contextRef="#ctx0" brushRef="#br0" timeOffset="87765.25">15232 6584 0,'0'0'0,"-1"2"0,1-2 16,-12 20-16,-9 14 16,-11 17-16,-4 2 15,-5 10-15,7-11 16,1-1-1,3-8-15,9-14 16,3-4-16,4-6 16,2 0-16,-1 7 15,2 3-15,-1 2 16,5-5-16,2-5 16,1-2-16,1-5 15,1-2 1,0-3-16,2-9 15,-1 8-15,1-8 16,0 0-16,0 0 16</inkml:trace>
  <inkml:trace contextRef="#ctx0" brushRef="#br0" timeOffset="87981.72">14828 6915 0,'0'0'0,"0"0"0,0 0 15,0 2-15,0-2 16,0 0-16,0 0 16,0 0-16,0 0 15,0 0-15,0 0 16,-2 7-1</inkml:trace>
  <inkml:trace contextRef="#ctx0" brushRef="#br0" timeOffset="88333.15">15119 7094 0,'0'0'0,"0"0"16,0 0-16,0 0 15,0 0-15,0 0 16,0 0-16,0 0 15,0 0 1,0 0-16,0 0 16,0 0-16,3 0 15,-3 0-15,0 0 16,0 0-16,0 0 16,0 0-16</inkml:trace>
  <inkml:trace contextRef="#ctx0" brushRef="#br0" timeOffset="100914.79">14337 5203 0,'0'0'0,"0"0"0,0 0 0,0 0 0,0 0 16,0 0-16,0-2 15,0 2-15,0 0 16,0 0-16,0 0 15,-1-6-15,1 6 16,11-8-16,11-1 16,8 1-16,6 3 15,2 0 1,1 2-16,-1 2 16,2 0-16,4 1 15,2 0-15,-1 1 16,-1-1-16,4 1 15,5 0-15,13-2 16,7-6-16,-3-3 16,-4-2-16,-9 0 15,-2 0-15,-4-1 16,1 1 0,-4 1-16,-5-2 15,-8 1-15,-4-6 16,-6 0-16,-1 1 15,-5 0-15,-6 3 16,-3 0-16,0-1 16,0-3-16,0-7 15,0-6-15,0-1 16,-1 2 0,-1-2-16,-1-5 15,-1-9-15,-3-2 16,-6 5-16,0 0 15,-1 4-15,-5-1 16,-1 0-16,-2 4 16,-4 1-16,0-1 15,-1 2-15,0-2 16,-2-2 0,1 2-16,3 1 15,1 3-15,0 1 16,-3 2-16,-1 1 15,-1 2-15,-2 0 16,1 4-16,-1 4 16,-1 1-16,-2 2 15,-1 4-15,-2 3 16,-1 3-16,2 3 16,-1 2-16,-1 2 15,-4 5 1,-1 1-16,-1 4 15,1 0-15,6-2 16,2 1-16,2 0 16,1-1-16,2-1 15,2 1-15,2-1 16,-2 0 0,-3 2-16,-2 2 15,-1 1-15,0 1 16,-2 1-16,-2 1 15,1 0-15,1-1 16,2-1-16,4-2 16,0-1-16,0 1 15,1-1-15,0 0 16,0 1-16,1 1 16,-1 1-1,0 0-15,3 2 16,1-1-16,2 0 15,0 0-15,1 1 16,0 2-16,-2 2 16,4 0-16,-1 2 15,0 0-15,-1 3 16,-2 4-16,1 1 16,0 0-1,1 2-15,1 4 16,2-1-16,1-3 15,6-6-15,-1 2 16,2-2-16,1 2 16,1 1-16,3 3 15,2 10-15,0 1 16,5 3 0,9 2-16,11 4 15,17 9-15,22-3 16,25-11-16,34-15 15,144-14 1,792 54 0</inkml:trace>
  <inkml:trace contextRef="#ctx0" brushRef="#br0" timeOffset="112731.76">14584 3632 0,'0'0'0,"0"0"0,0 0 0,0 0 16,0 0-16,0 0 15,0 0-15,0 0 16,0 0-16,0 0 15,0 0-15,0 0 16,0 2-16,0-2 16,0 0-1,0 0-15,0 0 16,0 0-16,0 0 16,6 9-16,-6-9 15,27 1-15</inkml:trace>
  <inkml:trace contextRef="#ctx0" brushRef="#br0" timeOffset="113331.28">14450 4943 0,'0'0'0,"0"0"0,2 0 15,-2 0-15,0 0 16,0 0-16,10 2 15,-10-2-15,0 0 16,0 0-16,10 6 16,-10-6-1,0 0-15,0 0 16,2 6-16,-2-6 16</inkml:trace>
  <inkml:trace contextRef="#ctx0" brushRef="#br0" timeOffset="120381.03">4837 4334 0,'0'0'0,"0"0"0,5 0 15,6 0-15,7 0 16,2 0-16,1 0 16,2 0-16,6 0 15,6 1-15,3 0 16,0-1-16,2 3 15,5-1-15,7 1 16,4 0-16,2 0 16,0 1-16,2-2 15,0-2 1,1 0-16,-1 0 16,3 0-16,-2 0 15,4 2-15,1 2 16,9 4-16,1 4 15,4 1-15</inkml:trace>
  <inkml:trace contextRef="#ctx1" brushRef="#br0">2744 6990 0,'9'8'219,"-1"9"-203,9-1-1,-9 1 1,-8-9 0,8-8-1,-8 9 1,17-9 0,-17 8-1,9-8 63,-1 0-46,-8-8-1,8 8-16,17-25-15,34-9 16,16-7 0,0-1-1,8-33 1,-49 58 0,-1-16-1,-25 33 1,1 0-1,-1-9 1</inkml:trace>
  <inkml:trace contextRef="#ctx1" brushRef="#br0" timeOffset="2800.73">3612 8491 0,'100'8'235,"109"26"-220,-134-18 1,16-7 0,-57 7-1,-9-16 1,-17 0-16,1 0 15,7 0 1,-7 0 0,16 0 15,0 0-15,25-8-1,-17 8 1,25-8-1,-41 8 1,16 0 0,-24 0-1,-1 0 1,0-9 0,18 9-1,-1-8 1,50 0-1,-34 8 1,34 0 15,51 0 1,-60 0-17,-41 0 1,25 0-1,-33 0 1,-9 0 0,9 0 15</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51:40.010"/>
    </inkml:context>
    <inkml:brush xml:id="br0">
      <inkml:brushProperty name="width" value="0.05292" units="cm"/>
      <inkml:brushProperty name="height" value="0.05292" units="cm"/>
      <inkml:brushProperty name="color" value="#00B0F0"/>
    </inkml:brush>
    <inkml:context xml:id="ctx1">
      <inkml:inkSource xml:id="inkSrc1">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1" timeString="2026-03-01T10:53:44.257"/>
    </inkml:context>
  </inkml:definitions>
  <inkml:trace contextRef="#ctx0" brushRef="#br0">2930 7402 0,'0'0'0,"0"0"0,-3-3 15,3 3-15</inkml:trace>
  <inkml:trace contextRef="#ctx1" brushRef="#br0">4404 3078 0,'0'75'203,"0"0"-187,-8-42 0,8-16-1,0 0 1,0-9-1,0 0 17,0 9 30,0 33-31,0-25-15,0-8 0,0-1-1,0-7 1,0-468 0,0 943-1,0-426 1,0-16-1,0-17 1,0 25 0,0-25-1,0 17 17,0-17-32,0-17 31,0 0-31,0 17 15,0-16 1,0 7 0,0-7-16,0 32 15,0-24 1,0 17 0,0-9-1,0-9 1,8 9-1,-8-16 1,0 7 0,0 18-1,0-18 1,0 1 0,0 33-16,0-25 31,0 25-16,0-25 1,0 8 0,0 34-1,0-25 1,0-9 0,0-16-16,9 8 15,-9 17 1,0-17-16,0 16 15,0 9 1,0 1 0,0-26-16,-9 33 15,1-8 1,8-8 0,0-9 15,-8-8-16,8 33 1,0-24 0,0 24-1,0-16 1,0-17 0,0 8-1,0-16 1,0 8-1,0 0 1,0-8 0,0 8-1,0 0 1,0 8 0,0-8 15,0 0-16,0-16-15,0 16 16,0-9 0,0 1-1,0-9-15,0 17 16,0-16 0,0 16-1,0-17 1,0 25-1,-9-8 1,9-16 0,0 24-1,0-25 1,0 9 15,0 8-15,0-17-1,0 1 1,0 7 0,0-7-1,0 16 1,-8-8 0,8 8-1,0-17 1,0 9-1,0-9 1,0 0 0,0 9-1,0 8 1,0-8 0,0-9 15,0 9-16,0-1 1,0-7 0,0-1-1,0 0 1,0 1 15,0-1 16,0 9-16,0-476 16,0 934-31,0-466-1,0 7 1,0 9 0,0-16-1,0-1 1,0 0 0,0 1 15,0-1-16,0 0 1,0 9 0,0-8 15,0-1 16</inkml:trace>
  <inkml:trace contextRef="#ctx0" brushRef="#br0" timeOffset="130414.16">1561 3987 0,'0'0'0,"0"0"0,0 0 15,0 0-15,0 0 16,0 0-16,0 2 16,0-2-16,5 19 15,0 6 1,2 6-16,-1 4 15,-4 6-15</inkml:trace>
  <inkml:trace contextRef="#ctx0" brushRef="#br0" timeOffset="131014.02">1517 4371 0,'0'0'0,"0"0"0,2-3 16,-2 3-16,15-10 15,-1 5-15,7 2 16,1 3-1,-1 6-15,-3 5 16,-2 11-16,-1 9 16,-6 8-16,-2 4 15,-11 11-15,-5 4 32,0-9-32,1-10 15,4-16 1,1-6-16,4-5 15,2 0-15,3-3 16,2 0-16,8-1 16,1 1-16,7 0 15,7-3-15,4 1 16,-3-5-16,-8 0 16,-8-1-16,-4 0 15,-12-1-15,17 2 16,-17-2-1</inkml:trace>
  <inkml:trace contextRef="#ctx0" brushRef="#br0" timeOffset="131563.91">1645 5191 0,'0'0'0,"1"-2"0,-1 2 16,10-10-16,1-2 15,0 3-15,2 4 16,-3 2-16,0 9 16,0 8-16,1 7 15,0 10-15,-6 3 16,-1 2-1,-4 0-15,0-8 16,0-7-16,3-6 16,5-2-16,1-2 15,-2-3-15,-1-1 16,0 0-16,1 5 16,-4 3-16,-9 8 15,-2-4-15,-7 3 16,-5 2-1,-1-3-15,-1-3 16,-5 3-16,1-2 16,0 0-16,3-2 15</inkml:trace>
  <inkml:trace contextRef="#ctx0" brushRef="#br0" timeOffset="131830.94">1525 5848 0,'0'0'0,"1"6"15,0 2-15,2 7 16,1 4-16,1-2 16,0-4-16,1-5 15,6-4-15,3-3 16,1-2-16,0-2 15,-5 0 1,-1 1-16,0 2 16,8 7-16,7 16 15,9 5-15,5 11 16,-1-5-16</inkml:trace>
  <inkml:trace contextRef="#ctx0" brushRef="#br0" timeOffset="132730.32">4638 3966 0,'0'0'0,"-1"2"16,1-2-16,-5 10 16,-4 4-16,0 5 15,-2 1-15,1 0 16,0-1-16,1 0 15,0-2 1,3-6-16,3-3 16,3-8-16,0 8 15,5 0-15,5 4 16,5 3 0,4 4-16,4 2 15,-1-1-15,-8-7 0,-7-3 16,-5 6-16,-8 4 15,-3-1 1,-8 2-16,-3-4 16,3-5-16,4-3 15,2-2-15,11-7 16,-16 12 0,8-2-16,5 8 0,0 2 15</inkml:trace>
  <inkml:trace contextRef="#ctx0" brushRef="#br0" timeOffset="133196.92">4695 4640 0,'0'0'0,"-4"-2"0,4 2 15,0 0-15,-9 3 16,9-3-16,-16 9 16,2 3-16,-1 5 15,2-2-15,4 2 16,-1 0-16,2 3 15,0-3-15,4-5 16,1 4 0,2-6-16,1-10 15,1 9-15,-1-9 16,0 0-16,0 0 16,10 1-1,-10-1 1,0 0-16,13 7 0,-13-7 0,9 8 15,-9-8 1,3 12-16,-2-2 0,-3 3 16,-1 5-1,0 2-15,5 9 16</inkml:trace>
  <inkml:trace contextRef="#ctx0" brushRef="#br0" timeOffset="133462.54">4638 5124 0,'0'0'0,"0"0"16,0 0-16,1 2 15,9-1-15,6 3 16,3-1-16,-3 0 15,-4-1-15,-12-2 16,14 2 0,-14-2-16,0 0 15,8 18-15,-4-1 16,0 1-16,0-2 16</inkml:trace>
  <inkml:trace contextRef="#ctx0" brushRef="#br0" timeOffset="133797.07">4743 5527 0,'0'0'0,"0"0"0,0 0 0,-3 3 16,-2 6-16,-4 4 16,0 3-16,6 0 15,4 0-15,2 0 16,2 0-16,-1-5 15,-1-2 1,3 3-16,1 5 16,-2-5-16</inkml:trace>
  <inkml:trace contextRef="#ctx0" brushRef="#br0" timeOffset="133980.35">4702 5512 0,'0'0'0,"-5"-1"0,-7 0 0,-12-6 0,-4-7 16</inkml:trace>
  <inkml:trace contextRef="#ctx0" brushRef="#br0" timeOffset="135180.64">2271 4321 0,'0'0'0,"0"0"15,0 0-15,0 0 16,0 0-16,0 0 16,6 3-16,-6-3 15,22 7 1,-3-2-16,1-2 16,4-1-16,2-1 15,2-1 1,1 0-16,2-1 15,-31 1-15,33 0 0,4-2 0,0 0 16,-4 0-16,-1 1 16,1-1-1,3 0 1,2 1-16,-3-1 16,-3 0-16,-2 1 0,3-1 15,3 0-15,0 1 16,-7-1-16,-6 1 15,4 0-15,3-1 16,4 1-16,2-2 16,-4 0-1,-2-1-15,0 0 16,7-3-16,2 0 16,-2 1-16,-7 1 15,-2 0-15,2 0 16,6 0-16,3-2 15,-3 2-15,-2 0 16,-3 1-16,-1 0 16,0 0-16,2 2 15,0 4 1,-2 3-16,-3-1 16,0 0-16,3 0 15,4 1-15,0-1 16,-5 1-16,-4 1 15,-2-2-15,0 2 16,4 0 0,1 1-16,-1-2 0,-3 0 15,1-3 1,-2-1-16,3-2 16,3-1-16,1-1 15,1 0-15,-4 0 16,-4 0-16,-3 0 15,0 1-15,-1 0 16,4-2-16,0 1 16,3 0-16,1 0 15,-4-1 1,-3 2-16,-4 1 16,2-1-16,1 1 15,4-1-15,2 1 16,2 2-1,-3 2-15,-4-1 0,-1 1 16</inkml:trace>
</inkml:ink>
</file>

<file path=ppt/ink/ink1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54:49.306"/>
    </inkml:context>
    <inkml:brush xml:id="br0">
      <inkml:brushProperty name="width" value="0.05292" units="cm"/>
      <inkml:brushProperty name="height" value="0.05292" units="cm"/>
      <inkml:brushProperty name="color" value="#00B0F0"/>
    </inkml:brush>
  </inkml:definitions>
  <inkml:trace contextRef="#ctx0" brushRef="#br0">12208 6637 0,'0'0'0,"0"0"0,0 0 0,0 0 0,0 0 16,2 0 0,-2 0-16,0 0 15,19 3-15,-7-1 16,2 0-16,2 0 15,1 0-15,4 2 16,2-2-16,4-4 16,-2-2-16,0 0 15,0 0 1,0 0-16,1-2 16,-2 1-16,-1 0 15,-1 0-15,-1 1 16,0 0-16,1 0 15,-2 0-15,0 0 16,1 0-16,0 3 16,3 1-16,-1 3 15,1 1-15,-2-2 16,0 0 0,1 0-16,-1 1 15,4-1-15,0 2 16,-2-1-16,-1 0 15,-1 2-15,-1-1 16,-1-1-16,-1 1 16,-2-1-1,1 0-15,0 1 0,-4-2 16,0 0-16,-2 0 16,-2 0-1,-10-2-15,18 2 16,-18-2-16,15 4 15,-15-4-15,20 6 16,-6-2-16,0 0 16</inkml:trace>
  <inkml:trace contextRef="#ctx0" brushRef="#br0" timeOffset="2099.66">14589 6069 0,'0'0'0,"0"0"15,0 0-15,0 0 16,0 0-16,0 0 16,0 3-16,0-3 15,3 11-15,-1 2 16,2 7-16,1 7 16,-1 7-16,0 7 15,-2 0 1,-2 2-16,-2-1 15,-1 2-15,2-8 16,0 0-16,-1-7 16,2-5-16,-1-3 15,2-4-15,0-4 16,1 1-16,0-2 16,2-2-16,-1 0 15,-3-10 16</inkml:trace>
  <inkml:trace contextRef="#ctx0" brushRef="#br0" timeOffset="2866.9">14628 6168 0,'0'0'0,"0"0"0,0 0 16,0 0-16,0 0 16,0 0-16,3 0 15,-3 0-15,0 0 16,0 0-16,20-4 16,4-3-16,10-3 15,10-8 1,3 0-16,3-1 15,3-2-15,-6 4 16,-1 3-16,-3 4 16,-5 3-16,-6 2 15,-2 2-15,-2 3 16,-3 1-16,-4 2 16,-7 1-16,-3 0 15,-11-4-15,12 7 16,-12-7-1,4 17-15,-8 4 16,-7 12-16,-8 7 16,-4 6-16,0-2 15,0 0-15,2-4 16,4-7-16,1 1 16,6 1-16,4 4 15,1-3-15,3-7 16,0-4-16,2-5 15,-1-3 1,0-4-16,0 1 16,-3-2-16,-6-1 15,-8-1-15,-4 0 16,-5-3-16,-3-2 16,2-1-1,-2-2-15,1-3 0,-1-1 16,-1 0-1,0 0-15,1 0 16,2 0-16,3-1 16,4-1-16,4 0 15,4-1-15,2 2 16,11 3-16,-15-6 16,15 6-16,0 0 15,-11-4-15,11 4 16,0 0-1,-4-12-15,9-8 16</inkml:trace>
  <inkml:trace contextRef="#ctx0" brushRef="#br0" timeOffset="3183.82">14897 6140 0,'0'0'0,"0"0"0,0 0 16,0 0-16,-2-2 15,2 2-15,0 0 16,0 0-16,0 0 16,-17 13-16,3 17 15,-8 19-15,3 9 16,5-4-1,2-3-15,6-4 16,4-5-16,2-4 16,2-7-16,3-10 15,1-3-15,0-5 16,-1-3-16,0-4 16,-5-6-16,0 0 15</inkml:trace>
  <inkml:trace contextRef="#ctx0" brushRef="#br0" timeOffset="3567.03">14594 6447 0,'0'0'0,"0"0"15,0 0-15,0 0 16,0 0-16,0 0 15,0 0 1,0 0-16,3 1 16,7 1-16,17-4 15,14-5-15,6-7 16,9-7-16,-1-1 16,-2 0-16,-9 5 15,-16 7-15,-4 5 16,-3 4-16,-4 1 15,1 2 1,-2 0-16,-4 1 16,0 0-16,-12-3 15,14 5-15,-14-5 16,0 0-16,13 6 16,-13-6-16</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0" timeString="2026-03-01T10:58:21.477"/>
    </inkml:context>
    <inkml:brush xml:id="br0">
      <inkml:brushProperty name="width" value="0.05292" units="cm"/>
      <inkml:brushProperty name="height" value="0.05292" units="cm"/>
      <inkml:brushProperty name="color" value="#00B0F0"/>
    </inkml:brush>
  </inkml:definitions>
  <inkml:trace contextRef="#ctx0" brushRef="#br0">10461 5055 0</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58:48.421"/>
    </inkml:context>
    <inkml:brush xml:id="br0">
      <inkml:brushProperty name="width" value="0.05292" units="cm"/>
      <inkml:brushProperty name="height" value="0.05292" units="cm"/>
      <inkml:brushProperty name="color" value="#00B0F0"/>
    </inkml:brush>
  </inkml:definitions>
  <inkml:trace contextRef="#ctx0" brushRef="#br0">7829 2476 0,'0'0'0,"0"0"0,0 0 0,0 0 16,0 2-16,0-2 16,0 0-16,19 5 15,21 0-15,30-4 16,21-7-16,9-4 15,9-1-15,0-2 16,-6 3-16</inkml:trace>
  <inkml:trace contextRef="#ctx0" brushRef="#br0" timeOffset="7781.22">7305 6260 0,'0'0'0,"3"0"0,-3 0 0,13 2 16,6-1-16,7 3 15,8 1-15,6-4 16,8-6-16,3-4 16</inkml:trace>
</inkml:ink>
</file>

<file path=ppt/ink/ink1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59:22.903"/>
    </inkml:context>
    <inkml:brush xml:id="br0">
      <inkml:brushProperty name="width" value="0.05292" units="cm"/>
      <inkml:brushProperty name="height" value="0.05292" units="cm"/>
      <inkml:brushProperty name="color" value="#00B0F0"/>
    </inkml:brush>
  </inkml:definitions>
  <inkml:trace contextRef="#ctx0" brushRef="#br0">11261 4251 0,'0'0'0,"0"0"0,0 0 15,0 0-15,0 0 16,0 0-16,0 0 16,3 0-16,-3 0 15,0 0 1,0 0-16,12 0 15,-12 0-15,20-2 16,-8-1-16,-1 0 16,1-1-16,-1 0 15,1 0-15,2-1 16,0 0-16,4-1 16,1 0-16,-1 1 15,-2 0 1,-1 0-16,-1 2 15,0-1-15,-1-1 16,1 1-16,-2 1 16,0 0-16,1 0 15,1 0-15,-1 2 16,1-1-16,0 1 16,1-1-16,-1 0 15,0 1 1,-2-1-16,2 2 15,1 0-15,0 0 16,1 0-16,-2 2 16,1-1-16,0 1 15,1 1-15,0-1 16,-1 1-16,0-1 16,2 1-16,0-1 15,2 0 1,1 1-16,-3-1 15,3 1-15,-1-1 16,0 1-16,0-1 16,-1-2-16,1 1 15,1 0-15,1-1 16,-1 1-16,1 0 16,0 0-16,-1 0 15,0 0-15,-1-1 16,0 0-1,2 0-15,0 0 16,1 0-16,-2 0 16,-2 0-16,1 0 15,-2 0-15,0 0 16,-2 0-16,2 0 16,1 0-16,1 0 15,0 1-15,0 1 16,-3-1-1,0 0-15,0 1 16,-3 0-16,1-1 16,1 1-16,1 1 15,2-1-15,2 1 16,0 0-16,1 1 16,0-1-16,2 0 15,1 1 1,2-1-16,2 0 15,-1-1-15,1 0 16,2-2-16,-2-2 16,-2 0-16,0-1 15,0-1-15,2 0 16,0-2-16,4 0 16,4-4-16,6-1 15,-5-3 1</inkml:trace>
  <inkml:trace contextRef="#ctx0" brushRef="#br0" timeOffset="1082.46">10585 4664 0,'0'0'0,"0"0"16,0 0-16,0 0 15,0 0 1,0 0-16,0 0 15,1 3-15,-1-3 16,8 7-16,1 2 16,2 0-16,2-1 15,2 0-15,-1-2 16,2 0-16,0-1 16,0-2-16,2 3 15,0-3-15,2 0 16,3 1-1,2-1-15,2 0 16,0-1-16,1 0 16,0 1-16,0-1 15,3 1-15,0-1 16,-2 0-16,0-1 16,-5-1-16,1-1 15,1 0-15,0 0 16,1 1-1,1-1-15,-2 0 16,0 0-16,-3 0 16,0 0-16,0 1 15,0-1-15,1 0 16,0 0-16,0 0 16,-1 0-16,-1 1 15,-2-1 1,0 0-16,1 1 15,-1-1-15,4 0 16,1 0-16,-1 0 16,1 0-16,-3 1 15,1-1-15,0 0 16,1 0-16,3 0 16,1 1-16,1-1 15,-1-1-15,1 2 16,-2 0-16,5-2 15,4 1 1,0 1-16,5-1 16,0 0-16,3 1 15,0-1-15,-3 0 16,2-2-16,-3 0 16,1-1-16,-1 1 15,-6 0-15,-1 1 16,-3 1-16,-2 0 15,1 0-15,-3 2 16,1 1 0,-5 2-16,5 1 15,5 0-15,20 3 16</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0:59:51.552"/>
    </inkml:context>
    <inkml:brush xml:id="br0">
      <inkml:brushProperty name="width" value="0.05292" units="cm"/>
      <inkml:brushProperty name="height" value="0.05292" units="cm"/>
      <inkml:brushProperty name="color" value="#00B0F0"/>
    </inkml:brush>
  </inkml:definitions>
  <inkml:trace contextRef="#ctx0" brushRef="#br0">4899 5068 0,'0'0'0,"0"0"0,6-2 15,-6 2-15,22-5 16,-4 4-16,2 1 16,1 2-1,3 2-15,0 0 16,0 1-16,2 0 15,-1 0-15,2 1 16,0 0-16,1-1 16,1 2-16,0-2 15,1 0-15,1-1 16,-1-1 0,2-3-16,2 0 15,1 0-15,5-4 16,6-1-16,5-2 15,3-2-15</inkml:trace>
  <inkml:trace contextRef="#ctx0" brushRef="#br0" timeOffset="3783.78">2473 7952 0,'0'0'0,"0"0"16,0-2-16,0 2 15,0 0-15,5-8 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04:52.881"/>
    </inkml:context>
    <inkml:brush xml:id="br0">
      <inkml:brushProperty name="width" value="0.05292" units="cm"/>
      <inkml:brushProperty name="height" value="0.05292" units="cm"/>
      <inkml:brushProperty name="color" value="#00B0F0"/>
    </inkml:brush>
    <inkml:context xml:id="ctx1">
      <inkml:inkSource xml:id="inkSrc49">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1" timeString="2026-03-01T11:06:53.989"/>
    </inkml:context>
    <inkml:brush xml:id="br1">
      <inkml:brushProperty name="width" value="0.05292" units="cm"/>
      <inkml:brushProperty name="height" value="0.05292" units="cm"/>
      <inkml:brushProperty name="color" value="#EE0000"/>
    </inkml:brush>
  </inkml:definitions>
  <inkml:trace contextRef="#ctx0" brushRef="#br0">13131 2343 0,'0'0'0,"0"0"0,0 0 0,0 0 15,0 0-15,0 3 16,-1 3-16,0 6 15,0 7-15,-1 2 16,1 4-16,1 1 16,1-2-16,0 1 15,1 1 1,0-1-16,1-2 0,-2-4 16,2-5-1</inkml:trace>
  <inkml:trace contextRef="#ctx0" brushRef="#br0" timeOffset="902.79">13069 2341 0,'0'0'0,"0"0"0,0 0 0,0 0 0,0 0 16,0 0-16,0 0 15,0 0-15,2-2 16,-2 2-16,13-8 16,6-2-16,6 1 15,3 3-15,-3 2 16,-5 2 0,-2 2-16,-4 1 15,0 1-15,-3 2 16,-1 1-16,-10-5 15,17 11-15,-12-5 16,0 2-16,-2 1 16,-2 2-16,-2 1 15,-1 3-15,-3 0 16,0 0-16,-2-2 16,1-1-1,-1-1-15,0-1 16,1-2-16,6-8 15,-7 10-15,7-10 16,0 0-16,-6 7 16,6-7-16,0 0 15,0 0-15,0 0 16,0 0-16,13 5 16,5-2-1,7 2-15,0-3 16,-1-1-16,-4-1 15,-5 0-15,-4 0 16,-11 0-16,17 0 16,-17 0-16,17 8 15,-9-2-15,-1 1 16,-3 3-16,-1 0 16,-2 2-16,-2 1 15,-4 0 1,-2 1-16,-8 2 15,-7 2-15,-6-3 16,-2-2-16,3-5 16,0-4-16,-3-2 15,-5-6-15,3-3 16,4-2-16,5 3 16,7 1-16,5 2 15,11 3 1,-14-6-16,14 6 15,0 0-15,-6-15 16</inkml:trace>
  <inkml:trace contextRef="#ctx0" brushRef="#br0" timeOffset="1533.49">13848 2459 0,'0'0'0,"0"0"16,0 0-16,0 0 16,0 0-16,0 0 15,0 0 1,0 0-16,0 0 15,0 0-15,0-2 16,0 2-16,-2-7 16,-1 0-16,-1-3 15,-3-3-15,-4-2 16,-4 2-16,-3 1 16,-3 5-16,0 3 15,-1 4 1,-1 4-16,2 2 15,1 4-15,2 2 16,0 4-16,1 2 16,4 2-16,2 1 15,3-1-15,5 0 16,3-1-16,3 0 16,2-3-16,1-1 15,2-2 1,3 1-16,3-1 15,3-1-15,11 0 16,10-2-16,7-1 16,2-5-16,-6-2 15,-3-2-15,-5-1 16,-9 0-16,-6 0 16,-7 0-16,-11 1 15,15 0 1,-15 0-16,0 0 15</inkml:trace>
  <inkml:trace contextRef="#ctx0" brushRef="#br0" timeOffset="1900.17">13095 2989 0,'0'0'0,"0"0"16,3 0-16,8 0 15,20 0-15,16 0 16,7-1-16,8-4 16,7-3-16,4 0 15,3-1-15,3 0 16,5 1-16,-4 0 16,-10 6-16,-4 2 15,-10 2-15,-9 2 16,-6 2-1,-8 0-15</inkml:trace>
  <inkml:trace contextRef="#ctx0" brushRef="#br0" timeOffset="5382.08">14691 4254 0,'0'0'0,"0"0"0,0 0 15,0 0-15,0-1 16,0 1-16,0 0 15,0 0-15,0 0 16,0 0-16,0 0 16,0 0-1,-13-3-15,2 1 16,-3 0-16,-2 0 16,-3 1-16,0 1 15,1 1-15,0 1 16,1 1-16,0-1 15,2 2-15,3-1 16,1 0-16,-1 0 16,-1 1-1,1 2-15,0 0 16,-1 2-16,0-1 16,1 0-16,-3 1 15,2 1-15,-1 1 16,0 0-16,3 0 15,-1-1-15,2 0 16,0 1 0,1 0-16,1 1 15,0-1-15,0 3 16,-1-1-16,1-1 16,4-2-16,-1 0 15,2 1-15,0 0 16,1-1-16,1 1 15,2 5 1,1 5 0,2 2-1,2-3-15,0-3 16,1-3-16,2 1 16,-1 0-16,-1-5 15,2 1-15,0-4 16,2 2-16,3-2 15,4 0-15,1-2 16,-1-1-16,-3-3 16,0 1-1,0 0-15,1 2 16,0 0-16,-4-1 16,1 0-16,1 0 15,2-1-15,5-3 16,-1 1-16,0-4 15,-2-3-15,-3 4 16,-1-3-16,-1 3 16,3-2-1,-4 1-15,-2 0 16,0 1-16,2-2 16,1-4-16,1 1 15,1-1-15,0 0 16,0 1-16,0-1 15,-2 1-15,-2 0 16,0 2-16,-2 0 16,0-2-16,0 0 15,-2 1 1,0-3-16,-1-2 16,0-1-16,-2 1 15,-1 0-15,-2 1 16,1 4-16,-2-3 15,0 0-15,-1-3 16,-3-1-16,-1-2 16,-1 3-1,-1 1-15,0 1 16,0 2-16,-1 2 16,1-1-16,-1 2 15,-2 0-15,0 0 16,-2-2-16,-1 2 15,-2 0-15,0-1 16,0 1-16,2 3 16,2 0-16,11 4 15,-16-5-15,16 5 16,0 0 0,-9-3-16,9 3 15,0 0-15</inkml:trace>
  <inkml:trace contextRef="#ctx0" brushRef="#br0" timeOffset="8133.43">14002 3774 0,'0'0'0,"0"0"0,0 0 16,0-2-16,0 2 16,0 0-1,0 0-15,2 8 16,-1 5-16,-1 10 15,0 1-15,-1-1 16,-2 6-16,-1 2 16,0 4-16,-3 2 15,-3 3-15,-1 0 16,-3 1-16,4-5 16,0-1-1,-1 4-15,2 5 16,5 4-16,0-11 15,2-3-15,0-2 16,-1 19-16,3-4 16,3 13-16,3 5 31,-1-14-31,1 17 16,-2-27-1,-1-7-15,0-7 16,-1-2-16,1-1 15,3-1-15,0 2 16,-2-6-16,0-1 16,3-4-16,4 4 15,2 3-15,-1-1 16,-2 0-16,-4-5 16,-2 1-16,-2-4 15,0-5 1,0 2-16</inkml:trace>
  <inkml:trace contextRef="#ctx0" brushRef="#br0" timeOffset="10384.92">14154 3638 0,'0'0'0,"0"0"16,0 0-16,0 0 16,0 0-16,1 1 15,-1-1-15,0 0 16,0 0-16,0 0 15,5 8 1,-5-8-16,0 0 16,0 0-16,12 5 15,-12-5-15,24 6 16,0-3-16,11-2 16,5-3-16,8-3 15,7-1-15,2-1 16,1-1-16,2 1 15,-2 0 1,-7 1-16,-8 3 16,-8 1-16,-4 2 15,-5 1-15,-3 0 16,-4 1-16,-3-1 16,-3-1-16,-3 1 15,-10-1 1,14 2-16,-14-2 15,0 0-15,11 3 16,-11-3-16,0 0 16,0 0-16,0 0 15,0 0-15,0 0 16,0 0-16,0 0 16,0 0-16,0 0 15,0 0-15,0 0 16,0 0-16,0 0 15,0 0 1,0 0-16,0 0 16,0 0-16,0 0 15,0 0-15,0 0 16,0 0-16,0 0 16,0 0-16,0 0 15,0 0-15,0 0 16,0 0-16,0 0 15,0 0 1,0 0-16,0 0 16,0 0-16,0 0 15,0 0-15,0 0 16,0 0-16,0 0 16,0 0-16,0 0 15,0 0-15,0 0 16,0 0-16</inkml:trace>
  <inkml:trace contextRef="#ctx0" brushRef="#br0" timeOffset="11682.66">14526 3624 0,'0'0'0,"0"0"16,0 0-16,3 2 16,-3-2-16,0 0 15,0 0-15,10 3 16,-10-3-16,14 4 15,6 1 1,12 2-16,13 0 16,6 0-16,-2-2 15,-3 0-15,-2-2 16,-4 1-16,-8-2 16,-2 1-16,-5 3 15,0-1-15,-2 1 16,1 2-16,-1 1 15,-1 0 1,-1 1-16,-4-2 16,-1 1-16,-2 1 15,0-1-15,-2 2 16,0 1-16,-2 3 16,0 1-16,0 5 15,0 1-15,-2 1 16,1 2-16,-2-2 15,-2 6-15,0 2 16,-1 3-16,0 4 16,1-1-1,-2 3-15,-1-3 16,0-2-16,-1 21 31,-3 5-31,-1 4 16,-3-2-16,0-18 15,-3 3-15,0-4 16,2-8 0,0-2-16,1-2 15,3-2-15,1-9 16,1-1-16,1-6 16,1 1-16,-1-2 15,-1 8-15,-6 12 16,-3 7-16,2-2 15,2-12-15,3-11 16,1-3 0,0 0-16,-1 3 15</inkml:trace>
  <inkml:trace contextRef="#ctx0" brushRef="#br0" timeOffset="13882.85">14057 5256 0,'0'0'0,"0"0"0,0 0 15,0 0-15,0 0 16,3-1-16,-3 1 16,21-11-16,-2 3 15,9-3 1,0 0-16,1 1 16,-1 1-16,-3 1 15,2-2-15,1 2 16,1 1-16,-1 1 15,0-1-15,1 0 16,2 0-16,4-1 16,1 0-16,-2 0 15,2-1-15,0 1 16,0 0 0,1 0-16,-2 0 15,1 0-15,2 0 16,-2-1-16,-1 2 15,-6 2-15,-5 0 16,-3 1-16,-4 1 16,-1 0-16,-3 0 15,-1 2 1,-1 0-16,-11 1 16,16-4-16,-16 4 15,15-3-15,-15 3 16,19-3-16,-8 1 15,3 0-15,1 1 16,2-2-16,-1 1 16,-1-1-16,-1 1 15,-3-1 1,-1 1-16,-10 2 16,13-4-16,-13 4 15,10-3-15</inkml:trace>
  <inkml:trace contextRef="#ctx0" brushRef="#br0" timeOffset="14682.3">14306 3698 0,'0'0'0,"0"0"0,0 0 0,0 0 0,-4-1 15,4 1-15,0 0 16,-6-9-16,6 9 16,-8-12-1,3 6-15,1-1 16,-1 1-16,0-2 15,-1 0-15,-3 1 16,-7 0-16,-7 0 16,-6-1-16,-2 2 15,2 1-15,5 4 16,4 2 0,2 0-16,4 0 15,-1 2-15,3 1 16,-5 3-16,-1 4 15,2-1-15,1-1 16,4-2-16,1-2 16,1 3-16,-2 4 15,2-1-15,2-1 16,1 2 0,0 1-16,1-1 15,1 2-15,2-4 16,-1 3-16,1 4 15,1 1-15,-1 3 16,2-1-16,0-2 16,4 1-16</inkml:trace>
  <inkml:trace contextRef="#ctx0" brushRef="#br0" timeOffset="26816.43">13994 5055 0,'0'0'0,"0"0"0,0 0 15,0 0-15,0 0 16,0 0-16,0 0 15,0 0 1,0 2-16,0-2 16,0 6-16,2 3 15,0 4-15,1 3 16,0 4-16,1 2 16,0 1-16,-1 0 15,1-1-15,0 2 16,-2 0-16,0-1 15,0 0-15,-1-2 16,-1-2 0,-1 1-16,1-2 15,0-1-15,0 3 16,0 1-16,0-1 16,0-2-16,0-1 15,0-6-15,0 0 16,0 0-16,0-3 15,0-1 1,0-7-16,0 7 16,0-7-16,0 7 15,0-7-15,0 8 16,0-8-16,0 10 16,0-10-16,0 10 15,0-10-15,2 14 16,1-6-16,1 1 15,1-1 1,0-1-16,-1 0 16,0 4-16,1 3 15,-3 1-15,0 2 16,-1-3-16,-2 1 16,0-2-16,0 0 31,1 2-31,-1 0 15,0-1-15,1-3 16,-1 2 0,0 3-16,1 3 15,2 1-15,1-2 16,1-4-16,-1-2 16,0-3-16,0-1 15,0-1-15,-3-7 16,3 10-16,-3-10 15,9 8 1,4-2-16,11-3 16,12-3-16,5-2 15,-1-3-15,7-5 16,0 0-16,1 1 16,-1 0-16,-6 0 15,-7 1-15,-3-1 16,1 1-1,3-2-15,5 1 0,-3 3 16,-4 3 0,-5 2-16,1-2 15,-1 1-15,2 0 16,0 2-16,-1 1 16,3 6-16,5 2 15,-1 0-15,-5-3 16,-1 1-16,-5-2 15,-3-2-15,-5-1 16,-2-2 0,-1 1-16,0 0 15,-3 0-15,-11-1 16,15-1-16,-15 1 16,0 0-16,13-2 15,-13 2-15,0 0 16,0 0-16,0 0 15,10-7-15,-10 7 16,7-14 0,-2 0-16,-1-2 15,-1-1-15,-3 0 16,-1-3-16,-2-1 16,-2-4-16,-1-2 15,0-1-15,0 2 16,0 5-16,2 3 15,1 3-15,0 0 16,0-2-16,2-3 16,1-5-1,2-3-15,0-4 16,-1 3-16,-2 1 16,-3 2-16,1 4 15,-1 3-15,0 0 16,1 2-16,0 3 15,1 0-15,0 2 16,0 0 0,2-1-16,0-2 15,2 0-15,-1 0 16,1-2-16,-1 1 16,1 1-16,-1 0 15,1 1-15,-1 1 16,1 0-16,-1 2 15,1 1-15,-1 1 16,1 1-16,0-1 16,0-1-1,1 0-15,0 0 16,-1 2-16,0 0 16,1 2-16,-1-1 15,-2 7-15,3-10 16,-3 10-16,3-7 15,-3 7-15,0 0 16,0 0 0,0 0-16</inkml:trace>
  <inkml:trace contextRef="#ctx0" brushRef="#br0" timeOffset="28366.56">14576 5345 0,'0'0'0,"0"0"0,0 0 16,0 0-16,0 0 16,0 0-16,0 0 15,0 0 1,-3-2-16,3 2 16,0 0-16,-16-4 15,6 1-15,-5 1 16,-4-1-16,-2 3 15,2 0-15,3 2 16,4 0-16,1 0 16,11-2-1,-18 6-15,18-6 16,-16 7-16,16-7 16,-16 11-16,16-11 15,-15 11-15,15-11 16,-12 12-16,12-12 15,-9 11-15,9-11 16,-8 12-16,4-5 16,1 1-16,2 1 15,0 1 1,1 3-16,1 1 16,3 1-16,0-2 15,-1-1-15,2 0 16,-1 0-1,2 0 1,2 2-16,2 1 16,2-1-16,3-1 15,1-3-15,2-1 16,1-4 0,-1-1-16,2 0 15,0-2-15,-1-1 16,-2-1-16,-3-1 15,2-3-15,-1-2 16,1-3-16,0 1 16,-3 2-1,1-2-15,0 1 16,2-2-16,0 1 16,1-1-16,-2 0 15,-1 2-15,-1 0 16,0-2-16,-2-4 15,-2-2-15,-1-2 16,-3 2-16,-1 1 16,-3 1-16,-1-1 15,0 1 1,-1 2-16,-2 1 16,-2-1-16,-1-1 15,-3-2-15,-6-1 16,-4-1-16,-5 1 15,-3 2-15,1 2 16,-1 3-16,2 2 16,0 3-16,-5 2 15,-7 4 1,-11 10-16,-11 5 16,-15 6-16</inkml:trace>
  <inkml:trace contextRef="#ctx0" brushRef="#br0" timeOffset="30699.24">14128 5865 0,'0'0'0,"0"0"16,0 0-16,0 2 15,0-2-15,0 0 16,0 0-16,0 0 16,-4 7-1,4-7-15,-2 7 16,-1 1-16,0-1 15,0 1-15,-2 6 16,0 2-16,0 2 16,-2 3-16,1-4 15,-1 6-15,0 0 16,-2 2 0,2-4-16,3-4 15,-2-2-15,2-1 16,-2 0-16,1-2 15,0 0-15,4 0 16,1 3-16,2 1 16,2 0-16,-1 1 15,-1 1-15,-5 2 16,-6 3 0,4-7-16,1-3 15,1-2-15,2 0 16,-1 1-16,1-1 15,0 0-15,0 0 16,1 2-16,-1 1 16,1-1-16,-1 4 15,0 2-15,0 0 16,0-1 0,-2-3-16,1 4 15,1-4-15,0 1 16,0 0-16,2-6 15,1 3-15,-1-6 16,1 3-16,2 1 16,-2-1-16,2 3 15,-4-13-15,5 16 16,0 3-16,0-7 16,2 5-1,-3-9-15,-4-8 16,4 10-16,-4-10 15,0 0-15,0 0 16,16-2-16,-16 2 16,19-12-16,-10 6 15,-9 6-15,20-14 16,-1 5 0,14 6-16,9 1 15,-7 3-15,-4 0 16,7-1-16,3 1 15,3 0-15,-8-1 16,-15-1-16,-4 0 16,4-2-16,3 0 15,1 1-15,5-2 16,-3 3-16,0-1 16,-2 1-1,-6 0-15,4 0 16,2 1-16,0 2 15,5 1-15,-4 0 16,-3-1-16,-3 1 16,-5-1-16,4 1 15,3-1-15,0 0 16,-2 0 0,-2 1-16,2 0 15,0-1-15,-1 1 16,-8-3-16,-11 0 15,17 2-15,-17-2 16,14 1-16,-14-1 16,12-1-16,-2 0 15,-10 1-15,18-1 16,-18 1-16,10-1 16,-10 1-1,11-1-15,-11 1 16,0 0-16,0 0 15,0 0-15,18-5 16,-18 5-16,11-3 16,-11 3-16,0 0 15,13-9-15,-7-8 16,3-20-16,3-5 16,-4 10-1,3 2-15,-1 6 16,0-3-16,1-12 15,-2-7-15,-2 6 16,-1-3-16,-1 6 16,-1-10-16,-2 0 15,0 9-15,1 2 16,-2 9-16,1-4 16,-1 3-16,0 5 15,0 2 1,0 5-16,-1-11 31,2-6-31,-1 0 16,1 3-16,-1 17 15,1 3-15,-1 2 16,0 1-16,-1 7 16,2-11-16,-2 11 15,2-8 1,-2 8-16,0 0 15,2-8-15,-2 8 16,0 0-16,2-7 16,-2 7-16,0 0 15</inkml:trace>
  <inkml:trace contextRef="#ctx0" brushRef="#br0" timeOffset="31915.95">14663 6157 0,'-1'-2'0,"1"2"0,0 0 0,-4-6 16,-2-1-16,-1-3 15,-3-2-15,0-1 16,1 2-16,0 3 16,-3-1-16,-3-1 15,-1 0-15,0 5 16,4 5-16,-4 3 16,-1 3-16,-2-1 15,1 2 1,3-1-16,-1 1 15,2 1-15,1 0 16,3 0-16,1 0 16,1 0-16,-1 3 15,1 1-15,0 0 16,4 2-16,6 3 16,1 2-16,1-2 15,0 1 1,-1-3-16,1 0 15,1-1-15,3-1 16,1 1-16,1 0 16,3 3-1,2 1 1,-1-1-16,-1-3 16,-3-2-16,0-1 15,0 0 1,-3 0-16,3 0 15,1-1-15,5-2 16,6 1-16,-1-2 16,-1-3-16,-2-2 15,-6-1-15,-1-1 16,-11 0-16,17-1 16,-5-2-16,7-7 15,3-4-15,-2-3 16,-5 3-1,-5 4-15,0-1 16,0-2-16,1 0 16,2-1-16,0-2 15,0-4-15,-1-5 16,-4-3-16,-2-2 16,-2-1-1,-5 4-15,-3-3 16,-2 3-16,-2 4 15,-2 4-15,0 5 16,2 4-16,0 1 16,-1 3-16,-3-2 15,-2 0-15,-2 0 16,1 2-16,2 0 16,0 1-16,-1 1 15,-2 3-15,2 0 16,0 1-1,0 1-15,-1 0 16,-1 1-16</inkml:trace>
  <inkml:trace contextRef="#ctx0" brushRef="#br0" timeOffset="39416.43">13892 2085 0,'0'0'0,"0"0"0,0 0 15,0 0-15,1-4 16,-1 4-16,6-18 16,1-9-16,7-18 15,16-11-15,9-6 16,0 3-16,6-4 16,-3 8-16,-10 14 15,-5 8 1,-11 12-16,-1 4 15,1-2-15,0-1 16,0 2-16,-3 2 16,-3 2-16,-1 1 15,-1-1-15,0-1 16,-2 2-16,0 2 16,-2 2-16,-4 9 15,4-7 1,-4 7-16,0 0 15,0 0-15,-3-9 16,3 9-16,0 0 16,0 0-16,-10-7 15,10 7-15,-12-5 16,12 5-16,-13-5 16,13 5-16,-12-5 15,12 5-15,-12 0 16,12 0-1,-14 2-15,14-2 16,-16 4-16,16-4 16,-16 5-16,16-5 15,-14 4-15,14-4 16,0 0-16,-11 4 16,11-4-16,0 0 15,0 0-15,0 0 16,0 0-1,0 0-15,0 0 16,0 0-16,0 0 16,0 0-16,-11 2 15,11-2-15,0 0 16,0 0-16,-8 8 16,8-8-16,-1 7 15,1-7 1,0 0-16,0 0 15,0 0-15,0 0 16,0 7-16,0-7 16,11-2-16,7-1 15,9-1-15,4-3 16,-1 0-16,1 0 16,-7 1-16,-4 1 15,-6 1-15,-4 2 16,-10 2-1,12-2-15,-12 2 16,0 0-16,0 0 16,0 0-16,0 0 15,0 0-15,9 7 16,-9-7-16,3 8 16,-3 2-16,2 2 15,0 4-15,0 0 16,-1 0-1,-1 5-15,-1 2 16,-9 9-16</inkml:trace>
  <inkml:trace contextRef="#ctx0" brushRef="#br0" timeOffset="39749.74">14774 1075 0,'0'0'0,"0"0"16,0 0-16,0 0 15,0 0-15,3 0 16,-3 0-1,0 0-15,23-17 16,10-5-16,15-9 16,10-5-16,0 3 15,-6 6-15,-6 5 16,-16 8-16,-8 4 16,-8 3-16,-14 7 15,13-12-15</inkml:trace>
  <inkml:trace contextRef="#ctx0" brushRef="#br0" timeOffset="39999.07">14982 742 0,'0'0'0,"0"0"0,0 0 16,0 4-16,0 7 15,2 10 1,-2 7-16,1 4 16,0-1-16,0 0 15,0 3-15,1 1 16,1 5-16,0 2 16,0 0-16,1 2 15,0-2-15</inkml:trace>
  <inkml:trace contextRef="#ctx0" brushRef="#br0" timeOffset="40999.66">14253 2351 0,'0'0'0,"0"0"16,0 0-16,0 0 16,2 3-16,-2-3 15,17 11-15,-2 0 16,6 3-16,1-2 16,0-1-16,9-1 15,3-3-15,4-3 16,1 1-1,-4-3-15,-3 0 16,3-2-16,-2-2 16,-4 0-16,-6 0 15,-9 2-15,-5-2 16,-9 2-16,10 0 16,-10 0-16,0 0 15,0 0-15,0 0 16,0 0-16,7-7 15,-12-5-15,-3-7 16,-8-5 0,-3-1-16,1 4 15,3 3-15,3 5 16,2 3-16,3 3 16,7 7-16,-8-9 15,8 9-15,0 0 16,0 0-1,0 0-15,0 0 16,0 0-16,0 0 16,0 0-16,-1 12 15,10 3-15,1 0 16,3 2-16,0 3 16,0-2-16,-2-1 15,-1-3-15,-2 4 16,-4 5-16,-5 5 15,-4 0-15,-4 1 16,-3-1 0,0-3-16,2-6 15,1-5-15,3-4 16,2-2-16,4-8 16,-6 9-16</inkml:trace>
  <inkml:trace contextRef="#ctx0" brushRef="#br0" timeOffset="41349.31">15002 2491 0,'0'0'0,"0"0"0,0 0 16,0 0-16,3 1 16,-3-1-16,22 4 15,-1-1-15,3-4 16,0-1-16,-1-1 15,-2 2-15,-1-2 16,-3 2 0,-1-1-16,-2 0 15,0 1-15,-1 0 16,0-1-16,-2 2 16,-1 2-16</inkml:trace>
  <inkml:trace contextRef="#ctx0" brushRef="#br0" timeOffset="70283.77">15415 948 0,'0'0'0,"0"0"0,0 0 0,0 0 0,0 0 16,-3 0-16,3 0 16,0 0-16,0 0 15,0 0 1,0 0-16,0 0 15,0 0-15,0 0 16,-1 7-16,1-7 16,0 0-16,0 0 15,0 0-15,0 0 16,0 0-16,9 9 16,4-3-16,3 2 15,-2-1-15,-3-1 16,-11-6-1,18 9-15,-18-9 16,14 6-16,-14-6 16,11 9-16,-5-1 15,1 3-15,1 3 16,1 2-16,-2 0 16,-1 0-16,0 1 15,-1 0 1,1 3-16,-1 3 15,-1 3-15,0 5 16,-4 1-16,-2 0 16,-2 1-16,1-5 15,-1-2-15,0 3 16,-2-1-16,0 1 16,0 2-16,1-5 15,-1 1-15,2-3 16,1 1-16,-2 3 15,1-2 1,0 1-16,1-4 16,1-1-16,-2 2 15,-1 1-15,-2 0 16,0-1-16,-2-4 16,1-2-16,-2 0 15,-5 5 1,-5 0-16,0 0 15,2-5-15,5-6 16,1-4-16,3-1 16,9-7-16,-16 9 15,16-9-15,-16 6 16,16-6-16,-16 5 16,16-5-16,-12 0 15,12 0-15,0 0 16,-12-2-16,12 2 15,0 0 1,-13-7-16,13 7 16,-11-12-16,11 12 15,-8-12-15,8 12 16,-7-10-16,7 10 16,-4-7-16,4 7 15,0 0-15,0 0 16,-5-8-16,5 8 15,0 0 1,0 0-16,0 0 16,0 0-16,0 0 15,0 0-15,0 0 16,0 0-16,0 0 16,0 0-16,5 11 15,-2-4-15,1 1 16,0 1-1,-1 1-15,3 1 16,1-1-16,0 0 16,2-2-16,2 0 15,-1-1-15,4 0 16,2-3-16,5-5 16,5-4-16,6-6 15,2-2 1,-2-1-16,-5 1 0,-3 1 15,0 2 1,-3 1-16</inkml:trace>
  <inkml:trace contextRef="#ctx0" brushRef="#br0" timeOffset="77999.63">12727 4632 0,'0'0'0,"0"0"0,0 0 16,0 0-16,1-5 16,-1 5-16,0 0 15,0 0-15,0 0 16,7 7-16,5-6 15,18-10 1,16-2-16,14-6 16,5-1-16,16-5 15,4-6-15,5-1 16,9-1-16,11 3 16,13 4-16,5 0 15,-6 3-15,12 7 16</inkml:trace>
  <inkml:trace contextRef="#ctx0" brushRef="#br0" timeOffset="78966.12">12721 5690 0,'0'3'0,"0"-3"0,0 0 16,2 7-16,-2-7 15,18 7-15,26-13 16,23 2-16,16-13 16,13-8-16,-3-1 15,17-6-15,0 1 16,6-2-16,9 4 15,-4 10 1,11 7-16,-13 0 16,18 1-16,-8 2 15,2 2-15,-3 7 16</inkml:trace>
  <inkml:trace contextRef="#ctx0" brushRef="#br0" timeOffset="79864.53">12804 6508 0,'0'2'0,"0"-2"0,0 0 16,0 0-1,0 0-15,0 0 16,0 0-16,0 0 16,0 0-16,3-7 15,-3 7-15,33-14 16,16 2-16,15 1 15,20-5-15,7 0 16,24-4-16,20-4 16,9-1-1,31-6-15,-3 1 16,14-3-16,8 10 16</inkml:trace>
  <inkml:trace contextRef="#ctx0" brushRef="#br0" timeOffset="101014.34">12942 3933 0,'0'0'0,"0"0"0,0 0 16,-3-2-16,3 2 15,0 0-15,-6 9 16,0 4-16,1 12 15,0 14 1,3 6-16,1 1 16,0-3-16,0-3 15,1-2-15,-2-8 16,2-4-16,-1-1 16,0-4-16,0-3 15,2-3-15</inkml:trace>
  <inkml:trace contextRef="#ctx0" brushRef="#br0" timeOffset="101598.47">12943 3993 0,'0'0'0,"0"0"0,0 0 15,0 0-15,0 0 16,-2-2-16,2 2 16,0 0-16,-4-12 15,3 2-15,4-5 16,6-7-16,5-1 15,1 1 1,2 4-16,-2 5 16,-4 2-16,0 1 15,-5 3-15,-6 7 16,9-8-16,-9 8 16,20-3-16,1 4 15,5 7-15,-4-1 16,-2 2-16,-6-1 15,-3-3 1,-2 2-16,-5 1 16,0 4-16,-3 7 15,-6 1-15,-5 4 16,-7 3-16,-3-2 16,-2-3-16,-3-2 15,1-1-15,0-3 16,5-3-16,2-4 15,5-5-15,0-1 16,2 0 0,10-3-16,-16 1 15,16-1-15,0 0 16,0 0-16,0 0 16</inkml:trace>
  <inkml:trace contextRef="#ctx0" brushRef="#br0" timeOffset="101915.1">13469 3943 0,'0'0'0,"0"2"16,0-2-16,0 0 15,0 0-15,2 10 16,2-1-16,0 8 16,4 4-1,0 7-15,-1 6 16,-1 5-16,-4-2 16,-2-2-16,-1-1 15,0 3-15,0-2 16,-1 2-16,-3 5 15</inkml:trace>
  <inkml:trace contextRef="#ctx0" brushRef="#br0" timeOffset="102865.58">12987 5433 0,'0'0'0,"0"0"0,0 0 16,0-2-16,0 2 16,0 0-16,0 0 15,0 0-15,-3 12 16,-4 18-16,-1 17 15,2 3-15,1-3 16,2-11-16,0 0 16,1-5-16,0-4 15,1-3 1,2-5-16,1-2 16</inkml:trace>
  <inkml:trace contextRef="#ctx0" brushRef="#br0" timeOffset="103365.54">12954 5525 0,'0'0'0,"0"-3"0,0 3 0,0 0 0,-3-16 16,0 1-16,1-3 16,1-6-1,4-5-15,15-11 16,9-4-16,22-8 16,11 2-16,-3 8 15,-7 10-15,-13 11 16,-8 8-16,-7 3 15,-5 3-15,-5 4 16,-2 4-16,-2 6 16,-4 5-16,-4 7 15,-8 9 1,-9 13-16,-9 4 16,-4-4-16,-6-1 15,-2-3-15,-4 2 16,3-7-16,4-5 15,5-9-15,4-5 16,4-3-16,2-2 16,4-2-1,4-1-15,12-5 16,-16 1-16,16-1 16,0 0-16,0 0 15,-5-16-15</inkml:trace>
  <inkml:trace contextRef="#ctx0" brushRef="#br0" timeOffset="104015.35">13452 5365 0,'0'0'0,"0"0"16,0-3-16,0 3 16,2-16-16,2 4 15,0-2 1,5-2-16,2 0 16,7-2-16,7-2 15,5 1-15,0-1 16,-1 5-16,-2 3 15,-5 5-15,-4 2 16,-2 2-16,-3 4 16,-1 2-16,-1 1 15,-1 3 1,-4 4-16,-3 10 16,-10 11-16,-9 9 15,-12 10-15,-6-1 16,-5 3-16,-5-1 15,6-9-15,6-9 16,9-10-16,10-11 16,6-5-16,7-8 15,-9 9-15,9-9 16,-4 10 0,4-10-16,5 8 15,8 6-15,9-7 16,13-3-16,-1-8 15,5-9-15,-5 5 16,12 0 0,5 1-1,-9 2 1,-10 0-16,-18 3 16,-4 2-16,-10 0 15,13-2-15,-13 2 16,10 11-16,-6 0 15</inkml:trace>
  <inkml:trace contextRef="#ctx0" brushRef="#br0" timeOffset="104582.28">13211 6243 0,'0'0'0,"0"0"0,0 0 15,0 0-15,0 1 16,-2 8 0,-4 16-16,-4 26 15,-4 13-15,-2 3 16,1-5-16,1-7 15,2-7-15,3-8 16,2-5-16,6-6 16,4-8-16</inkml:trace>
  <inkml:trace contextRef="#ctx0" brushRef="#br0" timeOffset="105065.52">13133 6301 0,'0'0'0,"0"0"0,0 0 16,0-2-16,0 2 15,3-15-15,3-1 16,4-5-16,7-6 16,5-1-16,2 0 15,0 5-15,-3 3 16,0 4 0,-2 5-16,-2 3 15,-3 4-15,-1 3 16,0 1-16,-2 3 15,1 2-15,-4 5 16,-2 7-16,-5 6 16,-5 7-16,-7 3 15,-3-1-15,-4-3 16,-1-3 0,0-6-16,0-4 15,5-5-15,3-4 16,11-7-16,-16 8 15,16-8-15,0 0 16,-12 5-16,12-5 16,0 0-16</inkml:trace>
  <inkml:trace contextRef="#ctx0" brushRef="#br0" timeOffset="105798.31">13600 6055 0,'0'0'0,"0"0"0,0 0 0,0 0 16,0 0-1,3 0-15,-3 0 16,10-3-16,-10 3 15,19-5-15,-9 1 16,-10 4-16,19-9 16,-8 3-16,1 0 15,-2 0-15,-10 6 16,15-8 0,-15 8-16,11-5 15,-11 5-15,11 5 16,-7 10-16,-6 13 15,-10 9-15,-9 3 16,-3 0-16,-4-2 16,4-6-16,4-5 15,4-7-15,4-6 16,4-5 0,3-3-16,5-6 15,-8 10-15,8-10 16,0 0-16,0 0 15,0 0-15,0 0 16,17-2-16,11-7 16,1 0-16,-7 4 15,1 4-15,-1 1 32,0 4-32,1 2 15,-2 7 1,-7-2-16,-5 1 15,-3 3-15,-8 5 16,-2 8-16,-9 5 16,-15 6-16,-2-6 15,-14 1-15,4-6 16,10-10-16,1 0 16,10-8-1,4-3-15,4-3 16,0 1-16,0 1 15,11-6-15,-15 9 16,15-9-16,0 0 16</inkml:trace>
  <inkml:trace contextRef="#ctx0" brushRef="#br0" timeOffset="108831.46">12566 7148 0,'0'0'0,"0"0"0,0 0 16,0 0-16,0 2 15,0-2-15,0 0 16,0 0-16,0 0 15,0 7 1,2-1-16,0 6 16,2 4-16,0 7 15,-2 6-15,-2 8 16,-1 6-16,-3-2 16,-4 4-16,-4 4 15,0-5-15,0 1 16,0-10-16,4-4 15,0-5-15,4-12 16,0-4 0,4-10-16,-2 8 15</inkml:trace>
  <inkml:trace contextRef="#ctx0" brushRef="#br0" timeOffset="109332.36">12555 7189 0,'0'0'0,"0"0"15,0 0-15,1-2 16,4-8-16,4-6 15,2-8-15,3-3 16,1 5 0,5-1-16,3 2 15,1 5-15,-2 3 16,-2 4-16,-3 2 16,-2 2-16,-3 2 15,4 4-15,-1 5 16,-1 0-16,0 9 15,-3 6-15,-2 8 16,-6 6 0,-8-6-16,-3 1 15,-2-2-15,0-7 16,-3-1-16,-1 0 16,-4 0-16,-2-3 15,3-3-15,0-7 16,2-3-16,2-3 15,-1 0 1,5-1-16,9 0 0,-17-5 16,17 5-1,-10-4-15,10 4 16,0 0-16</inkml:trace>
  <inkml:trace contextRef="#ctx0" brushRef="#br0" timeOffset="109782.13">12995 7145 0,'0'0'0,"0"0"0,0 0 15,-2 0-15,2 0 16,0 0-16,0 0 16,0 0-16,-12 6 15,2 3-15,-1 9 16,-2 8-16,-2 6 15,2 1-15,0 3 16,4 0-16,2 1 16,3-3-1,2-2-15,2-5 16,2 0-16,0-4 16,3 1-16,-2-6 15,0-7-15,2 1 16,-4-5-16,-1-7 15</inkml:trace>
  <inkml:trace contextRef="#ctx0" brushRef="#br0" timeOffset="110163.86">13037 7469 0,'0'0'0,"0"0"0,-2-1 16,2 1-16,0 0 15,0 0-15,0 0 16,8-8-16,2 4 16,4-1-1,3 0-15,3 0 16,-2 0-16,-2 2 16,-3 1-16,1 0 15,4-2-15,3 1 16,1 1-16,-3 1 15,-1 0-15,-6 0 16</inkml:trace>
  <inkml:trace contextRef="#ctx0" brushRef="#br0" timeOffset="110481.55">13199 7304 0,'0'0'0,"0"1"0,0-1 16,-3 11-16,0 5 15,0 6-15,-2 6 16,0 2-16,-1-1 15,3-2-15,-1 1 16,2 3 15,-1 2-31,0-7 16,2-6-16,0-7 16,0-6-16</inkml:trace>
  <inkml:trace contextRef="#ctx0" brushRef="#br0" timeOffset="110898.52">13550 7271 0,'0'0'0,"0"0"16,0 0-16,-2 4 16,-2 7-16,-3 16 15,3 8 1,1-4-16,1-2 16,1 3-16,-1-2 15,2 7-15,2-2 16,-1-2-16,0 4 15,0-12-15</inkml:trace>
  <inkml:trace contextRef="#ctx0" brushRef="#br0" timeOffset="111432.55">13501 7360 0,'0'0'0,"-3"-4"0,3 4 0,-9-19 15,3-2-15,4-5 16,3-2-16,2 1 15,1-3-15,3 3 16,3 1-16,0 2 16,1 3-16,-1 7 15,3 5-15,4 4 16,2 6 0,-1 4-16,3 5 15,2 6-15,-1 6 16,-3 3-16,-3 8 31,-7 3-31,-1 5 16,-8-5-16,-5-12 15,-1-4-15,-3-4 16,-3 0 0,1-3-16,-5-3 15,3-4-15,-1 0 16,3-3-16,11-3 15,-13 2-15,13-2 16,0 0-16,0 0 16</inkml:trace>
  <inkml:trace contextRef="#ctx0" brushRef="#br0" timeOffset="112281.48">13969 7238 0,'0'0'0,"0"0"15,-1-2-15,1 2 16,-2-10-16,1 2 15,6-9-15,13-5 16,6-3-16,-6 8 16,-3 5-16,-1 3 15,2 3-15,1 1 16,0 4 0,-17 1-16,17 16 15,-6 0-15,-8 6 16,-5 3-16,-5 9 15,-2 2-15,-1 4 16,-2-1-16,-13-1 16,1-5-16,7-11 15,4-5-15,5-5 16,-1 1 0,-2 0-16,5-6 15,6-7-15,-8 9 16,8-9-16,0 0 15,0 0-15,0 0 16,0 0-16,0 0 16,0 0-16,18-8 15,-4 5-15,-1-2 16,8-1 0,-6 2-16,5-2 15,3 0-15,2 2 16,-7 2-16,-18 2 15,0 0-15,13 0 16</inkml:trace>
  <inkml:trace contextRef="#ctx0" brushRef="#br0" timeOffset="112731.74">14294 7415 0,'0'0'0,"5"-1"0,-5 1 0,0 0 16,33-11-16,4 0 15,4-2-15,-1 0 16,0 2-16,0-1 16,-3 3-16,-3-1 15,-5 2-15,-5 1 16,-3 1 0,-1 0-16,-4 3 15</inkml:trace>
  <inkml:trace contextRef="#ctx0" brushRef="#br0" timeOffset="113015.29">14565 7134 0,'0'0'0,"-1"2"15,1-2-15,0 0 16,-8 13-16,1-1 15,-3 7-15,-3 12 16,3 11-16,1 6 16,-3 15-1,1 9 1,5-10 0,3-10-16,6-22 15,0-11-15,4-6 16,5-1-16</inkml:trace>
  <inkml:trace contextRef="#ctx0" brushRef="#br0" timeOffset="113298.72">14953 7260 0,'0'0'0,"0"0"15,0 0-15,0 4 16,-3 7-16,-2 15 16,-6 11-1,-3-1-15,2-5 16,0-1-1,1-1 1,1-4-16,4-5 16</inkml:trace>
  <inkml:trace contextRef="#ctx0" brushRef="#br0" timeOffset="113798.72">14892 7267 0,'0'0'0,"0"0"0,0 0 0,-2-3 16,2 3-1,-7-14-15,2 4 16,1 1-16,3-4 15,4-4-15,5-3 16,4-1-16,3 1 16,1 3-16,3 2 15,1 2-15,-1 3 16,0 4-16,-3 5 16,3 8-16,-2 8 15,-1 4 1,-4 2-16,-5-1 15,-2 0-15,-3 3 16,-11 6 0,-5 2-1,-4-4-15,-4-3 16,7-11-16,0-5 16,-1 0-1,1-1-15,2-2 16,2-2-16,11-3 15,-13 3-15,13-3 16,0 0-16</inkml:trace>
  <inkml:trace contextRef="#ctx0" brushRef="#br0" timeOffset="114481.36">15297 7159 0,'0'0'0,"0"0"0,0 0 16,0 0-16,2-1 15,-2 1 1,17-5-16,-1 3 15,2 4-15,1 1 16,-3 1-16,-4-2 16,-12-2-16,16 8 15,-11 5 1,-4 15 0,-7 21-16,-11 5 15,-8-13 1,-4-8-16,8-12 15,2-5-15,8-6 16,3-4-16,8-6 16,-12 9-16,12-9 15,0 0-15,0 0 16,0 0-16,0 0 16,0 0-1,0 0-15,14-8 0,1 2 16,6 4-1,-1 2-15,4 2 16,0 3-16,-4 4 16,-7 5-16,-2 1 15,-4-3-15,-4-3 16,0 0-16,-3-1 16,-3 3-16,-8 8 15,-6 4-15,-13-1 16,0-7-1,2-6-15,1-3 16,4-3-16,-1-3 16,-6-3-16,-3 0 15,-1-1-15,4 2 16,6 3-16,0 1 16</inkml:trace>
  <inkml:trace contextRef="#ctx0" brushRef="#br0" timeOffset="115714.09">12542 7872 0,'0'2'0,"0"-2"0,-6 8 16,1 0-16,5-8 16,-14 8-16,14-8 15,0 0 1,-9 5-16,9-5 15,0 0-15,0 0 16,10 6-16,4-3 16,8-2-16,4-1 15,7-1-15,4 0 16,2 0-16,4 5 16,-2 3-16,0-2 15,1-5-15,3 1 16,2 0-16,-2 1 15,0 3 1,-1-2-16,3 1 16,-2-2-16,1-11 15,-5 3-15,-1 0 16,-3 0-16,-2 4 16,7-3-16,1 1 15,6-1-15,-1 0 16,-3 1-1,5 4-15,-7 0 16,1 0-16,1-2 16,-5-2-16,0-2 15,1 0-15,6 1 16,-1 0-16,-5 1 16,-7 1-16,1-1 15,8 0-15,3-1 16,-7 1-1,0 1-15,4 1 16,1 0-16,3 1 16,-5 0-16,1 0 15,5 0-15,-1 0 16,-5 1-16,2 0 16,2-2-16,1 1 15,-3 0-15,-7 1 16,2-3-16,2 1 15,-1-1-15,-4 1 16,-4 0 0,4 0-16,2-1 15,-1 1-15,-6 1 16,-8 1-16,-2 0 16,-1-1-16,3-1 15,1-2-15,-1 2 16,-2 0-1,-6 0-15,0 0 16,-2 0-16,0 2 16,-2-1-16,-11 1 15,14-3-15,-14 3 16,0 0-16</inkml:trace>
  <inkml:trace contextRef="#ctx0" brushRef="#br0" timeOffset="116230.98">13963 8134 0,'-3'0'0,"3"0"0,-11 7 15,11-7-15,-13 7 16,13-7-16,-16 7 16,3-3-16,-3 4 15,-1-1-15,-5 9 16,-1 8-1,4 2-15,0 11 0,2 0 16,5-8 0,3-1-16,2-6 15,2-4-15,2-5 16</inkml:trace>
  <inkml:trace contextRef="#ctx0" brushRef="#br0" timeOffset="116864.84">13938 8233 0,'0'0'0,"0"0"0,0 0 16,-2-2-16,2 2 16,0 0-16,0 0 15,0 0-15,0 0 16,0 0-1,0 0-15,13 2 0,-6 8 16,2 6 0,-2 2-16,-2 0 15,1 9-15,-2-1 16,-3 4-16,-1-3 16,0 1-16,3-1 15,10-2-15,-5-7 16,-1-6-16,-1-1 15,-1-5-15,-5-6 16,0 0 0,0 0-16,-1 7 15,1-7-15,-18-3 16,0-1-16,8 1 16,10 3-16,-14-3 15,14 3-15,-33-1 16,16 2-16,-3 0 15,2 1-15,5-1 16,-2 1 0,4-2-16,1 2 15,10-2-15,-16 1 16,16-1-16,0 0 16,0 0-16,0 0 15,0 0-15,0 0 16,16 9-16,-3-7 15,9-2 1,4-2-16,11-3 16,11-2-16,-12 0 15,-5 0-15,-11-1 16,-4 3-16,-4 1 16,13-5-16,5 0 15</inkml:trace>
  <inkml:trace contextRef="#ctx0" brushRef="#br0" timeOffset="117865.2">14177 8034 0,'3'-2'0,"-3"2"16,0 0 0,-12-12-16,-18 4 15,7-1-15,-2 2 16,2 1-16,-6-1 16,-8 4-16,4 6 15,3 0-15,-2 3 16,-12 4-1,-9 4 1,0 0 0,0 3-16,11 4 15,0 5-15,5 6 16,5 0-16,5-1 16,1 1-16,0 3 15,-3 12-15,4 3 16,6-4-16,5-3 15,10-5-15,4 5 16,2 0-16,6 0 16,6-3-1,9-7-15,0-4 16,4-1-16,2 1 16,8-2-16,6-2 15,-4-9-15,3-3 16,-2-3-16,2-4 15,5-3-15,9 1 16,-3-8 0,3-8-16,-3-3 15,-4-4-15,-1 1 16,-7 1-16,4-4 16,-9 2-16,5-1 15,-3-1-15,2-5 16,-3-12-16,-9 0 15,-2 0-15,-10 12 16,-3-1-16,-3-16 16,0-7-1,-6 1-15,-1 9 16,-4 4-16,-5-3 16,-6-6-16,-4-1 15,-3 7-15,-9 3 16,-3 3-16,-7 5 15,-46-6 1,-13 1 0,-18 25-16,8 9 15,25 15 1,-13 6-16,1 4 16,-5 1-16,-5 14 15,-6 18-15</inkml:trace>
  <inkml:trace contextRef="#ctx1" brushRef="#br0">1643 8449 0</inkml:trace>
  <inkml:trace contextRef="#ctx0" brushRef="#br0" timeOffset="121698.39">3082 6581 0,'0'0'0,"0"0"0,0 0 16,-3 0-16,3 0 16,0 0-16,0 0 15,0 0-15</inkml:trace>
  <inkml:trace contextRef="#ctx0" brushRef="#br1" timeOffset="126698.59">12570 6984 0,'0'0'0,"-2"0"0,2 0 16,-16-4-16,-5-6 16,-4-13-16,0-2 15,5 6 1,-4-3-16,-2 3 16,-3 1-16,2 1 15,6 6-15,1 6 16,1 4-16,4 2 15,5 0-15,10-1 16,0 0-16,0 0 16</inkml:trace>
  <inkml:trace contextRef="#ctx0" brushRef="#br1" timeOffset="127580.89">13702 6867 0,'0'0'0,"0"0"0,0 0 0,-1 2 16,1-2-16,0 0 16,0 0-1,3 11-15,0-3 16,0 2-16,2-2 15,-5-8-15,25 4 16,-3-8-16,3-3 16,0-1-16,-1-5 15,-3 4-15,-2-1 16,-6 2-16,-1 2 16,1-2-1,0 1-15,0-2 16,0 2-16,1 1 15,2-1-15,3 0 16,3 3-16,2-1 16,8 2-16,0 0 15</inkml:trace>
  <inkml:trace contextRef="#ctx0" brushRef="#br1" timeOffset="128381.25">15203 6862 0,'0'0'0,"6"-3"0,7-5 15,25-13-15,23-13 16,6-3-16,0-1 16,0 1-16,-4 6 15,-7 5 1,-11 4-16,-11 6 15,-8 5-15,-9 2 16,-17 9-16,0 0 16,10-5-16,-10 5 15,0 0-15,10-4 16,-10 4-16,0 0 16,9-7-1</inkml:trace>
  <inkml:trace contextRef="#ctx0" brushRef="#br1" timeOffset="158147.95">9302 1959 0,'2'-2'0,"-2"2"0,8-12 0,1-1 16,2 0-1,-2 2-15,-2 2 16,-7 9-16,5-6 15,-5 6-15,0 0 32,0 0-32,-5 10 15,-4 2-15,-4 2 16,-2-2 0,0-1-16,3-1 15,-1-1-15,2-1 16,-1 0-16,3 0 15,1-1-15,2 3 16,5 6-16,8 4 16,10 3-16,10 2 15,6-1-15,8-3 16,0-2 0,-3-3-16,-6-3 15,-3-1-15,-5-3 16,-2 1-16,-3 7 15,-4 3-15,-6 7 16,-9 2-16,-9 6 16,-12 5-16,-18 1 15,-12 10-15,-21-2 16,-7-1-16,-6 1 16,-6 1-1,-2-1-15,-7-3 16,-8-8-16,6-6 15,-14 5-15</inkml:trace>
</inkml:ink>
</file>

<file path=ppt/ink/ink2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08:20.764"/>
    </inkml:context>
    <inkml:brush xml:id="br0">
      <inkml:brushProperty name="width" value="0.05292" units="cm"/>
      <inkml:brushProperty name="height" value="0.05292" units="cm"/>
      <inkml:brushProperty name="color" value="#EE0000"/>
    </inkml:brush>
  </inkml:definitions>
  <inkml:trace contextRef="#ctx0" brushRef="#br0">5926 4406 0,'0'0'0,"0"0"0,0 0 16,8 4-16,17 4 16,36-6-16,22-10 15,10 0-15</inkml:trace>
  <inkml:trace contextRef="#ctx0" brushRef="#br0" timeOffset="1630.33">7083 4331 0,'0'0'0,"1"-2"15,-1 2 1,13-8-16,1 0 16,5 0-16,8-2 15,10-2-15,16-1 16,5 1-16,3 2 15</inkml:trace>
  <inkml:trace contextRef="#ctx0" brushRef="#br0" timeOffset="2346.67">6605 4249 0,'0'0'0,"0"0"16,0 0-16,3 0 15</inkml:trace>
  <inkml:trace contextRef="#ctx0" brushRef="#br0" timeOffset="7614.26">10818 3194 0,'0'0'0,"9"1"0,8 4 0,34 7 15,20 2-15</inkml:trace>
  <inkml:trace contextRef="#ctx0" brushRef="#br0" timeOffset="8047.94">10579 3702 0,'0'0'0,"0"0"0,0 0 16,5 0-16,15 0 15,37-2-15,28-10 16,13-13-16</inkml:trace>
  <inkml:trace contextRef="#ctx0" brushRef="#br0" timeOffset="8614.02">10585 4804 0,'0'0'0,"0"0"16,0 0-1,0 0-15,9 3 16,12 3-16,33 1 16,24-10-16,9-5 15</inkml:trace>
  <inkml:trace contextRef="#ctx0" brushRef="#br0" timeOffset="24713.5">7169 8322 0,'0'0'0,"0"0"0,0 0 0,0 0 16,0 0-16,0 2 15,0-2-15,0 0 16,0 0-16,0 0 15,11 7-15,4 0 16,13-1-16,10-2 16,6-4-1,8-2-15,2-1 16,9-4-16</inkml:trace>
  <inkml:trace contextRef="#ctx0" brushRef="#br0" timeOffset="25163.88">8050 8305 0,'0'0'0,"0"0"0,0 0 16,0 0-1,1 1-15,-1-1 16,19 11-16,15 6 15,18 2-15,9-8 16,0-7-16</inkml:trace>
  <inkml:trace contextRef="#ctx0" brushRef="#br0" timeOffset="55980.18">11862 5334 0,'0'0'0,"1"-2"0,-1 2 0,20-19 16,15-12-16,10-4 16,-4 3-16,-9 6 15,-11 11-15,-8 4 16,-13 11 0,13-10-16,-13 10 0,0 0 15,0 0 1,-5-7-16,-12 2 15,-14 5-15,-5 3 16,2 3-16,0 2 16,-1 1-16,1 1 15,3 1-15,4 1 16,5-2-16,4 2 16,2 2-16,2 3 15,2 6 1,0 5-16,4 3 15,4 2-15,2 1 16,3 5-16,1-1 16,1 0-16,2 1 15,0-4-15,1-1 16,2-2 0,0-1-16,1 0 15,2-1-15,0-1 16,0-1-16,2-5 15,1 0-15,1-5 16,4-1-16,8-3 16,15-11-16,11-6 15,14-15-15,0-4 16,-4-3-16</inkml:trace>
  <inkml:trace contextRef="#ctx0" brushRef="#br0" timeOffset="57245.56">12488 5394 0,'0'0'0,"0"0"0,0 0 15,-7 0-15,7 0 16,-23 0-16,7 0 16,1 0-16,4 1 15,11-1-15,-17 2 16,17-2-16,-11 1 16,11-1-16,0 0 15,0 0 1,-10 3-16,10-3 15,0 0-15,0 0 16,0 0-16,0 0 16,0 0-16,0 0 15,0 0-15,0 0 16,0 0-16,0 0 16,0 0-1,0 0-15,0 0 16,0 0-16,0 0 15,0 0-15,0 0 16,0 0-16,0 0 16,0 0-16,0 0 15,0 0-15,-10 6 16,6 1-16,-1 6 16,-4 6-16,5 8 15,4 1 1,5 1-16,6-1 15,7-4-15,8-6 16,8-8-16,11-7 16,31-17-1,-9 1 1,-10-13-16,-22 5 16,-25 4-16,-11-5 15,-19-7 1,-24-8-16,-4-3 15,3 11-15,11 9 16,5 4-16,8 5 16,2 3-16,5 1 15,3 3-15,0 0 16,11 4-16,-19 0 16,8 6-16,-2 3 15</inkml:trace>
  <inkml:trace contextRef="#ctx0" brushRef="#br0" timeOffset="57596.73">12999 5456 0,'0'0'0,"0"0"0,0 0 15,-2 3-15,-4 5 16,-6 8-1,-9 11-15,0 2 16,-8 14-16,4 19 16,6-15-16,6 6 15,9-17-15,5-1 16,3-6-16</inkml:trace>
  <inkml:trace contextRef="#ctx0" brushRef="#br0" timeOffset="58229.46">13321 5101 0,'0'0'0,"0"0"0,0 0 15,2 3 1,3 4-16,10 10 16,4 15-16,0 11 15,-3 9-15,-3 9 16,-3-7-16,-2 5 16</inkml:trace>
  <inkml:trace contextRef="#ctx0" brushRef="#br0" timeOffset="58496.11">13742 5444 0,'-1'2'0,"1"-2"0,0 0 16,-3 6-16,0 3 15,-8 22-15,-13 28 16,-16 12-16,-1-13 16,5-3-1</inkml:trace>
  <inkml:trace contextRef="#ctx0" brushRef="#br0" timeOffset="58946.89">14041 5188 0,'0'0'0,"-3"0"0,3 0 15,0 0-15,-12 3 16,3 3-16,-6 19 16,-3 9-16,6-1 15,4-1-15,20-5 31,22-2-31,31-7 16,8-17 0,-33-7-16,-11-15 15,-11-9-15,-13-17 16,-19-15-16,-13 4 16,-4 14-16,-1 11 15,1 11-15,1 5 16,-1 7-1,-1 3-15,-3 6 16,1 5-16,3 3 16,5 3-16,9 3 15,9 0-15</inkml:trace>
  <inkml:trace contextRef="#ctx0" brushRef="#br0" timeOffset="59179.46">14415 5312 0,'0'0'0,"0"0"16,-4 5-16,-10 14 15,-19 28-15,-20 26 16,-3 3-16,6-4 15,13-21 17,16-4-32</inkml:trace>
  <inkml:trace contextRef="#ctx0" brushRef="#br0" timeOffset="59629.49">14743 5239 0,'0'0'0,"0"0"0,0 0 16,-1 1-16,-5 9 15,-8 13-15,-8 19 16,4 5-1,19 13 1,14-11 0,19-7-16,15-14 15,-4-22-15,1-14 16,-4-16-16,-3-20 16,-11-19-16,-15-12 15,-13 9-15,-5 14 16,-4 15-16,-2 8 15,-6 2-15,-10 3 16,-10 3 0,-12 5-16,-4 8 15,2 5-15,10 5 16,12 1-16,9 0 16,8 0-16,12-3 15,0 0-15,-10 1 16,10-1-16</inkml:trace>
  <inkml:trace contextRef="#ctx0" brushRef="#br0" timeOffset="60029.38">14964 4629 0,'0'0'0,"0"0"15,0 0-15,3 0 16,10 0-16,26 2 16,19 5-1,7 4-15,-4 6 16,-9 0-16,-6 8 16,-10 2-16,-8 21 31,-11 22-31,-16 10 15,-17 4-15,3-25 16,-5-1 0,0 6-16,2-6 15,8 2-15,5-9 16,9-2-16,1-5 16,0-1-16,1-1 15,-13-5-15,-18 5 16,-18-8-16,-35 1 15,-32-13-15,3-23 16</inkml:trace>
  <inkml:trace contextRef="#ctx0" brushRef="#br0" timeOffset="61346.51">13911 5661 0,'0'0'0,"0"0"15,0 0-15,-1 3 16,1-3-16,0 0 16,0 0-1,0 0-15,18 7 16,12-1-16,14 4 16</inkml:trace>
  <inkml:trace contextRef="#ctx0" brushRef="#br0" timeOffset="61646.12">14743 5710 0,'0'0'0,"5"-3"0,4-2 16,17 0-16,13-1 15,1 1-15,-8 1 16,-4 1-16,-1 2 15,-2 4-15,1-1 16</inkml:trace>
  <inkml:trace contextRef="#ctx0" brushRef="#br0" timeOffset="66563.25">12525 5297 0,'0'0'0,"3"-2"0</inkml:trace>
  <inkml:trace contextRef="#ctx0" brushRef="#br0" timeOffset="67382.13">13355 5741 0,'0'0'0,"0"0"0,2 0 15,-2 0-15,27-4 16,4 1-16,6 5 16,-2 0-16,-1 0 15,0-5-15,-6 2 16</inkml:trace>
  <inkml:trace contextRef="#ctx0" brushRef="#br0" timeOffset="67967.3">13920 5737 0,'0'-5'0,"0"5"15,0-9-15,1-6 16,1 3-16,4-4 16,13 4-1,23-2-15,21-6 16,6 10-16</inkml:trace>
  <inkml:trace contextRef="#ctx0" brushRef="#br0" timeOffset="73145.81">12394 5997 0,'0'0'0,"0"0"0,0 0 15,0 1-15,0-1 16,0 0-16,0 0 16,0 0-16,0 8 15,0-8 1,6 8-16,-6-8 15,26 5-15,-2-3 16,9-5-16,5 0 16,3-5-16,3-6 15,2 1-15,5-1 16,0-1-16,7 0 16,-2 1-16,2 0 15,1 2-15,0 0 16,1 4-16,-5 0 15,-2 0 1,-4 0-16,0 1 16,-4 0-16,-5 2 15,2 3-15,-4 3 16,1-1-16,2 2 16,-2-1-16,0-1 15,0 2-15,-1 4 16,5-1-1,-4 1-15,3-4 16,-4-2-16,2 0 16,1 0-16,-2 0 15,1 0-15,-1 0 16,-3-1-16,2 0 16,2-1-16,-1 0 15,2 1-15,2-1 16,-5 0-1,0 0-15,-1-1 16,-2 0-16,2 1 16,-2 0-16,-4 0 15,-3 0-15,-4-1 16,-1 2-16,-3-1 16,-3 0-16,0 1 15,-3-1-15,-2-1 16,-1 0-16,-11 3 15,17-4 1,-17 4-16,14-3 16,-14 3-16,13-3 15,-13 3-15,19-6 16,-6 2-16,6-3 16,5-1-16,3-2 15,6-1-15,4-2 16</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09:43.477"/>
    </inkml:context>
    <inkml:brush xml:id="br0">
      <inkml:brushProperty name="width" value="0.05292" units="cm"/>
      <inkml:brushProperty name="height" value="0.05292" units="cm"/>
      <inkml:brushProperty name="color" value="#EE0000"/>
    </inkml:brush>
  </inkml:definitions>
  <inkml:trace contextRef="#ctx0" brushRef="#br0">7870 3660 0,'0'0'0,"0"0"0,-2-1 15,2 1-15,-12-2 16,12 2-1,-20-6-15,6 0 16,-2-1-16,-3-2 16,1-1-16,3 1 15,0 1-15,-1-1 16,-3-1-16,-4 0 16,-2 1-16,-2 2 15,0 4-15,-2 1 16,-1 1-16,0 1 15,-2 3 1,-1 1-16,-1 4 16,0 2-16,4 0 15,0 0-15,3 1 16,1-1-16,5-1 16,-5 1-16,-2-1 15,-1 1 1,3-3-16,4 0 15,-1 0 1,-1 1 0,0 0-16,-2 2 15,7 0-15,1 1 16,6 0-16,-1-1 16,3 3-16,-2-1 15,0 3-15,0 2 16,1-1-1,1-1-15,1 0 16,1-2-16,0 1 16,0-1-16,0 5 15,-1 0-15,1 4 16,0 0-16,3-2 16,3 1-16,0-3 15,-1-2-15,1 1 16,-1-2-1,2 2-15,-2 0 16,0 1-16,0 1 16,-1-1-16,0 0 15,0 2-15,-1 1 16,2 2-16,-2 1 16,1-1-16,-1-1 15,1 0-15,-1-1 16,1-1-1,1 1-15,-1 0 16,0 1-16,1 1 16,1-1-16,0-2 15,2 2-15,1-3 16,1 2-16,-1-2 16,1-1-16,-1 2 15,0 0-15,1-2 16,0-2-16,1-1 15,-1-2 1,1-1-16,0 1 16,1 2-16,-1 1 15,1 0-15,-1 0 16,3 1-16,-2-1 16,0-1-16,1 0 15,1-3-15,-1 1 16,2 1-1,-1-4-15,0 0 16,0-1-16,0 0 16,2 0-16,-1-1 15,3 2-15,0 0 16,0 2-16,3 0 16,-1-1-16,0-1 15,-1-2-15,0 0 16,3 0-16,1 0 15,2-1 1,0-1-16,0 1 16,-2-2-16,3 0 15,2-2-15,1-2 16,4 0-16,0 0 16,-3-1-16,-1 1 15,-2 1-15,-3 0 16,-1 0-16,2 0 15,2 0 1,7 1-16,1 0 16,-1 4-16,-4-2 15,-4 0-15,-2-1 16,0 0-16,-1 0 16,1 0-16,7 2 15,2 0-15,3-3 16,-4 0-16,-6-1 15,-1-1 1,1-1-16,-3 0 16,0 0-16,7 0 15,2 0-15,1 0 16,-2 0-16,-5 0 16,-3-1-16,-2 0 15,0 0-15,1 1 16,-1-2-16,1 1 15,1 1 1,5-2-16,3 1 16,1-3-16,-2 1 15,-4-1-15,-3 0 16,-2-1-16,2-1 16,-1-1-16,3-1 15,1-2-15,-2 1 16,-1 1-16,2-1 15,-1-1 1,0 0-16,0-4 16,-1 2-16,1-2 15,-3 0-15,1 1 16,-1-1-16,1-3 16,2-1-16,3-5 15,-1 1-15,-1-1 16,-2 5-16,-3 1 15,-1 1 1,-1 0-16,0 0 16,-2 0-16,0-2 15,0-1-15,-1-1 16,1-5-16,-2-2 16,0-5-16,-2 3 15,-1 5-15,0 0 16,0-1-16,0-2 15,1-4-15,-1-2 16,0 2 0,-2 2-16,0 5 15,0-1-15,-1-1 16,1-4-16,-1-1 16,-1 0-16,-2 2 15,0 5-15,0 2 16,-1 2-16,0-2 15,-1-1-15,-1-3 16,0 0 0,0 2-16,-2 1 15,-1 2-15,-1 2 16,-4-2-16,-3 2 16,-2 2-16,1 2 15,1 0-15,-3 0 16,2-1-16,0 0 15,0-1-15,-1-1 16,0 0-16,0 1 16,-1-1-1,0 3-15,-2 3 16,1 3-16,-1-1 16,-2 2-16,-4-1 15,-3 1-15,-2 3 16,0 3-16,0 0 15,1 0-15,-1 1 16,-3-2 0,0-2-16,2 1 15,0-2-15,-3 0 16,-7 1-16,-13 10 16</inkml:trace>
  <inkml:trace contextRef="#ctx0" brushRef="#br0" timeOffset="6699.54">6111 4765 0,'0'0'0,"0"0"0,0 0 15,0 0-15,0 0 16,4-1-16,-4 1 16,10 0-16,-10 0 15,13 0-15,-13 0 16,11-1-1,-11 1-15,0 0 16,0 0-16,0 0 16,0 0-16,0 0 15,0 0 1,0 0 0,0 0-16,0 0 15,0 0-15,0 0 16,0 0-16,0 0 15,0 0-15,0 0 16,0 0 0,0 0-16,0 0 15,10-5-15,-10 5 16,20 1-16,-9 0 16,1 0-16,1 0 15,2 0-15,-2-1 16,-1 0-16,-1 0 15,2 0-15,0 1 16,4 5 0</inkml:trace>
  <inkml:trace contextRef="#ctx0" brushRef="#br0" timeOffset="15016.12">5397 6066 0,'0'0'0,"0"0"0,0 0 0,0 0 0,0 0 16,0 0-1,0 0-15,0 0 16,0 0-16,6 0 16,7 0-16,8-1 15,8-4-15,3-1 16,3-1-16,0 0 15,3 0-15,-1 1 16,14-3 15,1-1-31,-4 0 16,-6 0-16,-18 1 16,-2 1-16</inkml:trace>
  <inkml:trace contextRef="#ctx0" brushRef="#br0" timeOffset="18249.39">6392 5987 0,'0'0'0,"0"0"0,0 0 0,0 0 16,0 0-1,0 0-15,0 0 16,0 0-16,0 0 15,6 3-15,-6-3 16,26 15-16,-4-3 16,3-1-16,2-1 15,4-1-15,3-1 16,1 0-16,0 1 16,2-1-1,4 1-15,2-1 16,1 1-16,0-2 15,0 1-15,3-1 16,4 1-16,1-3 16,-1-3-16,2-1 15,-1-3-15,1-1 16,1 0 0,-1-1-16,2-1 15,1-1-15,-3 1 16,0-1-16,2 1 15,-2 0-15,2-1 16,0 0-16,1-1 16,-1-1-16,2 0 15,-6 0-15,-4-1 16,-4 1-16,-4 2 16,-3 0-1,-4 1-15,-4 1 16,-1 0-16,-2 2 15,-2 1-15,-1 1 16,0 1-16,-1 0 16,0 0-16,2-1 15,4 1-15</inkml:trace>
  <inkml:trace contextRef="#ctx0" brushRef="#br0" timeOffset="20967.04">10138 5821 0,'0'0'0,"-1"-1"0,1 1 16,-11-8-16,-2-1 15,-6 1-15,-3-1 16,-1 1-16,-1 1 16,0 2-1,-4 1-15,-2 1 16,-1 0-16,0 1 15,-2-1-15,-1 1 16,0 0-16,-1-1 16,2 0-16,-1 2 15,2-1-15,1 1 16,0 2-16,1 2 16,-2 0-16,-1 3 15,-2 2-15,1-1 16,0 3-1,0 2-15,0 2 16,1 1-16,-1 0 16,2-1-16,2 2 15,-2 0-15,3 1 16,0 0-16,3-1 16,1-1-16,-2 3 15,-2 3 1,1 3-16,1 3 15,3 0-15,1 1 16,2-3-16,1-1 16,1 0-16,-1 1 15,0 2-15,2 1 16,1 3-16,0 0 16,1-1-16,2-2 15,2 0 1,-1 4-16,1 5 15,1 0-15,2 1 16,-1-2-16,1 1 16,0 3-16,0 2 15,0 3-15,1 2 16,3 4-16,1 3 16,3-5-16,2 2 15,1 1-15,2 1 16,2 0-1,6-4-15,4-2 16,6 1-16,2-4 16,0-5-16,0-4 15,6 0-15,4 0 16,7 1-16,1-5 16,-3-7-16,6-2 15,3-5-15,2 1 16,2-3-1,2 2-15,-1-1 16,1-4-16,6 0 16,-2-5-16,0-2 15,6 1-15,-3-1 16,4 0-16,0 0 16,-1 0-16,-4-2 15,2-2-15,6-7 16,-6 1-1,5-5-15,-2-1 16,-7 0-16,1-1 16,-3-2-16,-1-2 15,-1-1-15,-5-4 16,-2-5-16,1-4 16,-6-1-16,-4 0 15,-5 1-15,-1-3 16,1-3-1,-2 0-15,-2-3 16,-6 3-16,-5-3 16,-2-7-16,-4-3 15,-4-2-15,-2 1 16,-5-3-16,-2-3 16,-4-3-16,-2 2 15,-2 2 1,-6-3-16,-5 0 15,-3 0-15,-5-1 16,-1 2-16,-1 1 16,-2 1-16,-4 0 15,-3-1-15,-1 3 16,-5 1-16,0 2 16,-2 1-16,-1 3 15,-5 4 1,-1-1-16,-3 2 0,0 2 15,-1 4 1,-3 4-16,-5 3 16,4 6-16,-1 0 15,2 3-15,0 2 16,1 3-16,0 4 16,4 6-16,-1 2 15,3 4-15,3 1 16,3 5-1,4 0-15,0 3 16,-4-1-16</inkml:trace>
</inkml:ink>
</file>

<file path=ppt/ink/ink2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10:13.476"/>
    </inkml:context>
    <inkml:brush xml:id="br0">
      <inkml:brushProperty name="width" value="0.05292" units="cm"/>
      <inkml:brushProperty name="height" value="0.05292" units="cm"/>
      <inkml:brushProperty name="color" value="#EE0000"/>
    </inkml:brush>
  </inkml:definitions>
  <inkml:trace contextRef="#ctx0" brushRef="#br0">8175 3866 0,'0'0'0,"0"0"0,0 0 15,0 0-15,0 0 16,0 1-16,0-1 15,0 0 1,0 0-16,0 0 16,0 0-16,2 7 15,-2-7-15,0 0 16,0 0-16,0 0 16,2 8-16,-2-8 15,1 10-15,1-3 16,-1 4-16,1-3 15,-1 0-15,1-1 16,-2-7 0,6 10-16,-6-10 15,20 4-15,3-8 16,10-10-16,6-8 16,4-11-16,3-3 15,4-6-15,0-3 16,-3 2-16,-1 3 15,-9 6-15,-4 6 32,-7 9-17,-5 5-15,-4 4 16,-3 1-16,4-3 16</inkml:trace>
  <inkml:trace contextRef="#ctx0" brushRef="#br0" timeOffset="5101.14">10437 1800 0,'0'0'0,"0"0"0,0 0 0,0 0 15,0 0-15,-1 5 16,0 4-16,-2 6 16,-1 9-16,1 3 15,0 2 1,0 0-16,-1 0 15,-1 1-15,-2-3 16,-1 3-16,-1-1 31</inkml:trace>
  <inkml:trace contextRef="#ctx0" brushRef="#br0" timeOffset="6033.8">10700 1964 0,'0'0'0,"0"0"0,0 0 0,0 0 16,0 0-16,-2 5 16,-2 2-16,-2 7 15,-4 5-15,-2 5 16,0 1-1,0 0-15,2-5 16,3-4-16,4-1 16,0-4-16,5 1 15,0-2-15,6-3 32,9-3-32,10-2 15,2-6-15,-9-4 16,-1-3-1,-3-5-15,-4 4 16,-2-1-16,-4 3 16,-3 0-16,-2-1 15,-2 1-15,-3-1 16,-2 0-16,0 1 16,0 3-16,-2 0 15,8 7-15,-10-10 16,10 10-16,0 0 15,-8-7 1,8 7-16,0 0 16,0 0-16,16-10 15,9 4-15,-2 1 16,-5 3-16,-3 1 16,-1 2-16,-3 2 15,-1 2-15,-1 4 16,-1 6-16,0 9 15,-3 2 1,-5 2-16,-2-2 16,-1-2-16,-1-1 15,1-6-15,1-6 16,2-11-16,3 7 16,-3-7-16,19-2 15,-2-5-15,2-11 16,2-2-16,-3-6 15,-4 0 1,-5 5-16,-3 3 16,-4 3-16,-2 3 15,-2 3-15,1 2 16,1 7-16,-7-8 16,-11 10-16,-15 6 15,-9 13-15,4 12 16</inkml:trace>
  <inkml:trace contextRef="#ctx0" brushRef="#br0" timeOffset="6783.55">10713 2558 0,'0'0'0,"0"0"0,-2 0 15,2 0-15,0 0 16,-18 8-16,0 1 16,-7 4-16,-8 3 15,-1 4-15,5 3 16,3 3-16,8-3 15,2 0 1,7-4-16,4-5 16,2-2-16,3-12 15,2 7-15,-2-7 16,33-15-16,2-2 16,2-6-16,-6 4 15,-4 1-15,-7 3 16,-4 2-16,-4 5 15,-4 1 1,-8 7-16,17 1 16,-8 6-16,1 8 15,-7 8-15,-6 8 16,-3 15-16,-6 3 16,0-7-16,1-6 15</inkml:trace>
  <inkml:trace contextRef="#ctx0" brushRef="#br0" timeOffset="7017.97">10897 2933 0,'0'0'0,"-2"2"0,2-2 16,-5 19-16,3 0 16,6 12-16,-2-11 15</inkml:trace>
  <inkml:trace contextRef="#ctx0" brushRef="#br0" timeOffset="7183.62">10941 2825 0,'0'0'0,"0"0"0,0 0 0,-6-2 15,-4 2-15,-6 4 16,-7 6-16,-3 3 15,0 6-15</inkml:trace>
  <inkml:trace contextRef="#ctx0" brushRef="#br0" timeOffset="8300.78">11013 2896 0,'0'0'0,"-4"0"15,4 0-15,-11 3 16,11-3-16,-14 4 15,14-4-15,-11 1 16,11-1-16,-15 6 16,0 8-1,0 6-15,0 2 16,5-2-16,3-2 16,3-2-16,4 0 15,6 3-15,5 1 16,12-5-16,6-5 15,5-7-15,7-5 16,4-3 0,-1-6-16,-4-2 15,-9-1-15,-8-1 16,-4-3-16,-2-3 16,-5-3-16,-6-1 15,-4 3-15,-5 3 16,-3 1-16,-7 3 15,-4 1-15,-6-1 16,-8 3 0,-2 5-16,-14 5 15,-8 8-15,-2 4 16,6 4-16,12 0 16,8 2-16,8 7 15,4-4-15</inkml:trace>
  <inkml:trace contextRef="#ctx0" brushRef="#br0" timeOffset="10299.73">10577 3479 0,'0'0'0,"0"0"0,1-1 16,-1 1-16,0 0 15,17-11-15,-17 11 16,21-6-16,-9 6 15,0 3-15,-1 2 16,-1 5-16,-1 6 16,-3 4-16,-3 5 15,-4-2 1,-3 0-16,-4-2 16,0-4-16,0-3 15,0-3-15,1-1 16,3-3-16,4-7 15,-5 8-15,5-8 16,2 9-16,3-2 16,3 1-16,4-2 15,4-1-15,5-3 16,5-2 0,3-3-16,-5-3 15,-4 2-15,-5 1 16,-4 1-16</inkml:trace>
  <inkml:trace contextRef="#ctx0" brushRef="#br0" timeOffset="10683.08">10978 3603 0,'0'0'0,"0"0"0,0 0 15,2 2-15,-2-2 16,3 7-16,-3-7 16,-1 17-16,-2 1 15,-1 3-15,1-2 16,1-4-16,2-7 16,2-1-1,-2-7-15,9 12 16,-2-5-16,-7-7 15,21 5-15,-5-11 16,0-5-16,-1-2 16,-4-1-16,-1 0 15,-1-4-15,-5-3 16,-4 2 0,-5 2-16,-6 4 15,-6 3-15,-11 6 16,-11 6-16,-6 8 15,5 6-15,3-1 16</inkml:trace>
  <inkml:trace contextRef="#ctx0" brushRef="#br0" timeOffset="11116.49">10686 4126 0,'0'2'0,"-2"6"0,1 6 15,-1 15-15,1 5 16,0-4-16,1-5 16,0 1-16,1 0 15,0-2-15,-1-5 16,4-5-16</inkml:trace>
  <inkml:trace contextRef="#ctx0" brushRef="#br0" timeOffset="11433.38">11016 4172 0,'0'0'0,"0"0"16,0 1-16,0-1 16,0 21-16,0 6 15,-1 2-15,-1 3 16,-2 3-16,0-1 16,1-5-16,0-1 15,0-6 1,0-3-16,0-4 15,2-6-15,1-9 16</inkml:trace>
  <inkml:trace contextRef="#ctx0" brushRef="#br0" timeOffset="11583.31">11157 4258 0,'-1'-2'0,"1"2"0,-7-13 15,-6-7-15,-10 3 16,-11 12-16,-13 10 16,-8 11-16</inkml:trace>
  <inkml:trace contextRef="#ctx0" brushRef="#br0" timeOffset="12683.15">11101 4506 0,'0'0'0,"0"0"0,4-1 16,-4 1-1,22-5-15,-8 0 16,1-5-16,0-10 16,1-3-16,-1-4 15,-2 2-15,-2 3 16,-5 3-16,0 0 16,-3 3-16,0 1 15,0 4-15,-2 3 16,-1 1-1,0 7-15</inkml:trace>
  <inkml:trace contextRef="#ctx0" brushRef="#br0" timeOffset="13966.75">10281 1631 0,'0'0'0,"0"0"0,0 0 16,0 0-16,-3 1 15,3-1 1,0 0-16,-10 9 16,2 0-16,-9 11 15,-15 9-15,-6 3 16,4-3-16,4-2 16,-1 2-16,2 11 15,5 1-15,3 4 16,3 1-1,5 6-15,4 4 16,4 8-16,6 3 16,4 1-16,2-1 15,5 2-15,1 1 16,3 3-16,3 2 16,-2-1-16,-1-7 15,-1 0-15,1 0 16,-1-4-16,1 2 15,-3 2 1,-3-4-16,-2 1 16,-3 0-16,-2-4 15,-1-2-15,0-3 16,1 3-16,-1-4 16,0-1-16,0 1 15,-1-4-15,3 3 16,2-1-16,0 4 15,1 2 1,-1 1-16,-1 3 16,-6-3-16,-2-1 15,-3-1-15,-1-8 16,0-2-16,0-5 16,1-5-16,0-5 15,3-7-15,1-4 16,2-7-1,2-4-15,-2-10 16,23 7-16,22-23 31</inkml:trace>
  <inkml:trace contextRef="#ctx0" brushRef="#br0" timeOffset="14966.61">11269 1954 0,'0'0'0,"0"0"0,0-2 16,0 2-16,0-8 15,0 8-15,3-15 16,11-2-16,13-5 15,13 1-15,2 7 16,-4 4 0,-6 4-16,-7 2 15,-5 4-15,-3 4 16,0 3-16,0 4 16,0 5-16,1 8 15,0 12-15,-2 9 16,-3 6-16,-2 6 15,-3 6-15,-1 3 16,-2 2 0,0 3-16,-1-2 15,0-1-15,1-1 16,-1 2-16,1 2 16,0 3-16,5 3 15,4 1-15,2 3 16,-1 0-16,1 4 15,-2 1 1,-4 2-16,-2-4 16,-3-4-16,-1-3 15,-1-4-15,1-2 16,-1-11-16,0-1 16,0 0-16,1 13 31,-4 12-31,-3-12 15,1-10-15,0-22 16,0-11 0,1 2-16,-1-3 15,0-4-15,-1-1 16,-2-3-16,-2-2 16,-5 1-16,-2-3 15,-10-1-15,-8-9 16,-5-4-16,-10-4 15,7-7 1,-3-1-16,3-3 16,-2-10-16</inkml:trace>
  <inkml:trace contextRef="#ctx0" brushRef="#br0" timeOffset="15816.4">9140 3168 0,'0'0'0,"0"0"0,0 0 0,0 0 16,0-3-16,0 3 16,13-17-16,11-4 15,14-2-15,1 4 16,5 1-16,3 3 15,-4 3-15,-3 2 16,-8 0 0,-3 3-16,-7 2 15,-6 3-15,-3 1 16,-3 2-16,1 4 16,-2 4-16,-1 5 15,-5 10-15,-4 6 16,-6 9-16,-3 2 15,-5 0-15,0-3 16,0-4-16,1-2 16,0-3-1,3-5-15,0-2 16,3-5-16,1-2 16,2-3-16,-1-1 15,3-2-15,0 0 16,1-1-16,3 1 15,3 1-15,10 5 16,12-3 0,15-7-16,15-12 15,6-8-15,-3-4 16,-7-1-16,-7 0 16,-5 1-16,-10 1 15,-7 6-15,-9 2 16,-3 1-16,-3 3 15</inkml:trace>
  <inkml:trace contextRef="#ctx0" brushRef="#br0" timeOffset="16866.34">11857 2823 0,'0'0'0,"0"0"15,5-1-15,8 0 16,13-3-16,11 0 16,8 0-1,9-1-15,6 1 0,7-1 16,0-1 0,0-5-16,0-3 15,-4 1-15,-3 0 16,-6 0-16,0 1 15,-6 2-15,-2 1 16,-4 2-16,-3 3 16,-7 0-1,-3 1-15,-6 2 16,-6 0-16,-5 1 16,-12 0-16,12 0 15,-12 0-15,0 0 16,0 0-16,0 0 15,0 0-15,-17-3 16,-12-3-16,-3-2 16,3 1-16,1 0 15,2 1 1,-1-1-16,4 2 16,1 0-16,5 1 15,5 1-15,12 3 16,-14-3-16,14 3 15,0 0-15,0 0 16,-10-3-16,10 3 16,0 0-16,0 0 15,20-3 1,10-1-16,-2 5 16,-4 4-16,-4 3 15,-4 5-15,-3 6 16,-3 5-16,-6 8 15,-8 3-15,-14 2 16,-12 0-16,-3-4 16,-1-2-1</inkml:trace>
  <inkml:trace contextRef="#ctx0" brushRef="#br0" timeOffset="25500.45">13104 1709 0,'0'0'0,"0"0"0,0 0 16,0 0-16,0 0 15,0 0-15,0 0 16,0 4 0,1 4-16,3 4 15,1 8-15,0 6 16,1 1-16,-1-4 15,0-1-15,0-1 16,-1-1-16,1 1 16,-1 1-16,0-2 15,0-3 17</inkml:trace>
  <inkml:trace contextRef="#ctx0" brushRef="#br0" timeOffset="26082.91">13091 1788 0,'0'0'0,"0"0"16,0-1-16,0 1 16,-3-11-16,1-3 15,0-1-15,-2 0 16,2 4 0,1 1-16,0 0 15,1 3-15,1 0 16,-1 7-16,2-12 15,-2 12-15,3-7 16,-3 7-16,7-6 16,7 3-16,8 1 15,5 5-15,0 1 16,-2 4-16,-1 1 16,-4-1-1,-6-1-15,-1 0 16,-13-7-16,15 9 15,-15-9-15,9 9 16,-9-9-16,7 9 16,-8 2-16,-4 5 15,-5 3-15,-4-1 16,-9 2-16,-2-1 16,-2-3-1,3-4-15,4-4 16,6-3-16,1-2 15,13-3-15,-14 3 16,14-3-16,0 0 16,0 0-16</inkml:trace>
  <inkml:trace contextRef="#ctx0" brushRef="#br0" timeOffset="26583.09">13478 1626 0,'0'0'0,"0"0"15,0 0-15,0 0 16,0 0-16,2 4 15,-2-4-15,7 12 16,-2 0-16,1 2 16,0 2-16,-1 4 15,0 4-15,-1-2 16,1-1-16,-1 0 16,-1-3-16,1 0 15,-2-3 1,1-2-16,0 0 15,0 1-15,1 3 16,0 1-16</inkml:trace>
  <inkml:trace contextRef="#ctx0" brushRef="#br0" timeOffset="27432.82">13226 2559 0,'0'0'0,"0"0"0,0 0 15,0 0-15,0 0 16,0 3-16,0-3 16,4 8-16,-2 1 15,1 1-15,1 5 16,-2 1-16,0 4 16,0 4-16,-1-2 15,-1-1 1,0-2-16,0-1 15,3-3-15,1-5 16</inkml:trace>
  <inkml:trace contextRef="#ctx0" brushRef="#br0" timeOffset="27982.8">13215 2592 0,'0'0'0,"0"0"15,0 0-15,0 0 16,0-3-16,0 3 16,0-16-16,0 2 15,0-1 1,0 3-16,0 0 15,1 0-15,1 2 16,0 0-16,2 0 16,1 2-16,0 1 15,3-1-15,3 2 16,6 0-16,3 1 16,4 2-16,-3 3 15,-3 2-15,-1 0 16,-3 3-1,-3-1-15,-11-4 16,17 9-16,-17-9 16,10 10-16,-8-3 15,-2 4-15,-4 2 16,-5 0-16,-4-2 16,-3 1-16,-3-2 15,0 0-15,3-4 16,2 0-1,2-2-15,12-4 16,-14 6-16,14-6 16,0 0-16,0 0 15</inkml:trace>
  <inkml:trace contextRef="#ctx0" brushRef="#br0" timeOffset="28616.4">13561 2414 0,'0'0'0,"0"0"0,0 0 0,0 0 16,0 0-16,0 0 15,0 0 1,3-1-16,-3 1 16,12-4-16,-12 4 15,20-7-15,-9 4 16,1-1-16,-1 1 16,-11 3-16,17-5 15,-17 5 1,12-2-16,-12 2 15,9 3-15,-9-3 16,12 10-16,-3 0 16,-2 5-16,-2 3 15,-3 5-15,-7 5 16,-6 4-16,-3-2 16,2-4-16,2-8 15,2-5-15,2-2 16,1-3-1,2-1-15,3-7 16,-5 8-16,5-8 16,0 0-16,9 8 15,5-5-15,9-2 16,1-2-16,3-2 16,1-2-16,-1 1 15,0 0-15,-3 1 16,1 0-16,-3-1 15,-2 2 1,-4 0-16,-6 1 16,-10 1-16,13-1 15,-13 1-15,0 0 16,0 0-16</inkml:trace>
  <inkml:trace contextRef="#ctx0" brushRef="#br0" timeOffset="29333.1">13297 3304 0,'0'0'0,"0"0"15,0 0-15,0 0 16,0 0-16,0 0 16,0 0-16,1 2 15,5 5-15,4 6 16,1 7-16,-1 6 15,-2 4 1,-3 0-16</inkml:trace>
  <inkml:trace contextRef="#ctx0" brushRef="#br0" timeOffset="29900.49">13233 3306 0,'0'0'0,"0"0"0,0 0 0,0 0 0,0 0 16,0-1-16,0 1 15,3-8 1,1-3-16,8-7 16,11-6-16,4 0 15,1 4-15,-3 5 16,-6 5-16,-3 4 16,-4 2-16,-2 0 15,1 2-15,-1 1 16,-10 1-16,19 0 15,-9 1-15,0 1 16,1 2 0,1 1-16,-2 0 15,-10-5-15,14 9 16,-9-2-16,-2 3 16,-5 5-16,-7 6 15,-4 4-15,-3-2 16,-1-3-16,2-5 15,2-4-15,2-2 16,2-3 0,9-6-16,-16 9 15,16-9-15,-11 6 16,11-6-16,0 0 16,-11 4-16,11-4 15,0 0-15</inkml:trace>
  <inkml:trace contextRef="#ctx0" brushRef="#br0" timeOffset="30633.09">13770 3215 0,'0'0'0,"0"0"16,0 0-16,0 0 15,0 0-15,0 0 16,0 0-16,0 0 16,0 0-16,0 0 15,5 0-15,-5 0 16,10 0-16,-10 0 15,16 0 1,-16 0-16,20 0 16,-8 0-16,-1 0 15,0 1-15,-1 1 16,-10-2-16,18 7 16,-18-7-16,10 11 15,-7 1-15,-7 5 16,-4 5-16,-4 0 15,-2-2-15,1-3 16,4-6 0,2-3-16,7-8 15,-9 8-15,9-8 16,0 0-16,0 0 16,0 0-16,0 0 15,12 1-15,8-4 16,0 0-16,-3 0 15,-3 1-15,0 2 16,-3 0 0,-11 0-16,15 5 15,-12 2-15,-2 2 16,-2 6-16,-10 4 31,-10 12-31,-10 6 16,-1-8-16,8-13 15,3-10-15,1-1 16,0 1 0,2-2-16,2 0 15,3-1-15,3 1 16,0 0-16,3 4 16,-1 0-16</inkml:trace>
  <inkml:trace contextRef="#ctx0" brushRef="#br0" timeOffset="31216.2">13301 3374 0,'0'0'0,"0"0"16,0 0-16,0 0 15,0 0-15,0 0 16,0 0-16,3 2 15,-3-2-15,7 8 16,-1-2-16,2 6 16,0 3-16,0 5 15,-1 4 1,0-2-16,-3-2 16,-1-7-16,-1-2 15,1 2-15,0 3 16,1 9-16,-1-3 15,0-10-15,-2 0 16,2-1-16</inkml:trace>
  <inkml:trace contextRef="#ctx0" brushRef="#br0" timeOffset="31633.17">13475 3962 0,'0'0'0,"0"0"0,0 0 15,0 0-15,2 5 16,0 1-16,2 3 15,2 2-15,0 4 16,0 7-16,0 4 16,-2 3-1,-1 1-15,-1-1 16,1 4 0</inkml:trace>
  <inkml:trace contextRef="#ctx0" brushRef="#br0" timeOffset="32200.43">13501 4018 0,'0'0'0,"-1"-3"16,1 3-16,-2-16 16,-1 4-16,3-3 15,2-3 1,6-1-16,3-3 16,8-4-16,2 4 15,8-2-15,3 1 16,-5 6-16,-1 4 15,-5 5-15,-2 3 16,-2 2-16,-1 2 16,-3 2-16,1 2 15,-2 1 1,-3 8-16,-1 12 16,-1 2-16,-3 5 15,-7-12-15,-6 5 16,-6 6-16,-5-1 15,-4-3-15,1-7 16,-3-5-16,5-3 16,3-4-16,4-1 15,1-2-15,1-1 16,1-1 0,11-2-16,-17 1 15,17-1-15,0 0 16,-12 0-16,12 0 15,0 0-15</inkml:trace>
  <inkml:trace contextRef="#ctx0" brushRef="#br0" timeOffset="32900.23">14004 3786 0,'0'0'0,"0"-4"0,0 4 16,0 0-16,0 0 15,0 0-15,0 0 16,0 0-16,0 0 15,0 0-15,0 9 16,-1 1-16,-1 4 16,-2 3-16,1 1 15,-2 4-15,0 2 16,-1 3 0,2-5-16,5-6 15,0-1-15,6-1 16,8-2-16,3-1 15,1-3-15,-5-2 16,-14-6-16,16 6 16,2-11-16,5-2 15,1-7 1,-13-3-16,-6-2 16,-1-1-16,5-11 15,2 1-15,8 2 16,-9 8-16,-4 11 15,-4 2-15,0-1 16,1 0-16,-2 2 16,-1 6-16,0 0 15,0 0-15,0 0 16,7 12 0,-19 12-16,1 7 15,-8 13-15,1-2 16,-1 3-16,-1 4 15,6 0-15,12-5 16,-1 3-16,7-2 16,16-1-16,-6-2 15,-4-15-15,-8-11 16,0-2 0,-1-2-16,6 1 15,7 1-15</inkml:trace>
  <inkml:trace contextRef="#ctx0" brushRef="#br0" timeOffset="34550.42">13037 2274 0,'0'0'0,"0"0"15,0 0-15,0 0 16,0 0-16,0 0 16,0 0-16,0 0 15,4-1-15,-4 1 16,26-5-16,7 0 16,4-3-1,-2-1-15,-11 1 16,-4 1-16,-6 1 15,-2-1-15,-2 2 16,-10 5-16,11-6 16,-11 6-16,12-4 15,-12 4-15,0 0 16,11-5-16,-11 5 16,0 0-1,0 0-15,12-4 16,-12 4-16,15-6 15,-2 0-15,5-2 16,3-3-16,5 0 16,-2 0-16,1 2 15,-5 2-15,0 1 16,1 0-16,-5 1 16,0 1-1,-16 4-15,17-4 16,-17 4-16,13-6 15,-13 6-15,12-4 16,-12 4-16,16-5 16,-16 5-16,19-6 15,-7 3-15,2 0 16,1-4-16,1 2 16,-1-2-16,2 0 15,-2-1 1,1 1-16,-2 1 15,-1-1-15,3 0 16,-3 0-16,3 0 16,0-1-16,-1 1 15,3 0-15,-1 2 16,1-1-16,5 1 16,-3 0-1,8-1-15,-7 1 16,2 0-16,-5 1 15,-4 1-15,2-1 16,-2 0-16,4 1 16,-5 0-16,-2 0 15,0 1-15,1 0 16,0-1-16,-1 1 16,-11 2-16,17-3 15,-17 3 1,12-3-16,-12 3 15,0 0-15,10-3 16,-10 3-16,0 0 16,0 0-16,0 0 15,0 0-15,12-3 16,-12 3-16,0 0 16,12-3-16,-12 3 15,0 0 1,0 0-16,0 0 15</inkml:trace>
  <inkml:trace contextRef="#ctx0" brushRef="#br0" timeOffset="36217.12">13192 2926 0,'0'0'0,"0"0"16,0 0-16,0 1 16,0-1-16,0 0 15,0 0 1,0 0-16,0 0 0,0 0 15,0 0 1,13 6-16,-13-6 16,14-5-16,-14 5 15,19-4-15,-8 4 16,2 0-16,2-1 16,3 0-16,3 0 15,1 1 1,2-1-16,-1 0 15,-1 0-15,0-1 16,-1-3-16,0 1 16,2 0-16,0 0 15,2 0-15,-2 0 16,0 1-16,2-1 16,1 1-16,9-2 15,17-10-15,26-8 16,30-11-16,15-2 15,4-2 1,-15 11-16,-18 6 16,-24 8-16,-16 4 15,-14 4-15,-9 0 16,-7 2-16,-4 1 16,-5 2-16,-3 0 15,-1 0-15,-11 0 16,15 0-1,-15 0-15,0 0 16,11 0-16,-11 0 16,0 0-16,0 0 15,0 0-15,0 0 16,11-1-16,-11 1 16,0 0-16,0 0 15,0 0-15,0 0 16,0 0-16,0 0 15,0 0 1,0 0-16,10-5 16,-10 5-16,0 0 15,0 0-15,0 0 16,0 0-16,0 0 16,0 0-16,0 0 15,0 0-15,0 0 16,0 0-16,0 0 15,0 0 1,0 0-16,0 0 16,0 0-16,0 0 15,0 0-15,0 0 16,0 0-16,0 0 16,0 0-16,0 0 15,0 0-15,0 0 16,0 0-1,0 0-15,0 0 16,0 0-16,0 0 16,0 0-16</inkml:trace>
  <inkml:trace contextRef="#ctx0" brushRef="#br0" timeOffset="38382.97">8474 4461 0,'0'0'0,"0"0"0,0 0 15,0 0-15,0 0 16,0 3-16,1 5 16,2 9-16,0 5 15,3 6-15,0 1 16,0-3-16,-1-3 15,1-6-15,-2-2 16,-1-6 0,-3-9-16,5 10 15,-5-10-15,26-2 16,23-19-16,29-23 16,2-8-16,8-9 15,1-4-15,2-4 16,-6 4-16,-9 7 15,-13 9-15,-13 11 16,-11 9-16,-12 11 16,-7 6-1,-7 4-15,-13 8 16,10-5-16,-10 5 16</inkml:trace>
  <inkml:trace contextRef="#ctx0" brushRef="#br0" timeOffset="46950.45">12177 5584 0,'0'0'0,"0"0"0,0 0 0,2 0 15,-2 0 1,0 0-16,19 0 16,-5 1-16,-1-1 15,1 0-15,1 0 16,6 1-16,6-1 15,4 0-15,4 0 16,-2-1 0,-1 0-16,0 0 0,5 0 15,2-3 1,3-1-16,-1-1 16,-4 1-16,6-1 15,0 1-15,-5 1 16,-4-1-16,-4 3 15,-4 5-15,-2 3 16,-5-1-16,-3-1 16,-2-1-16,-2-2 15,-2-1 1,-10 0-16,13-1 16,-13 1-16,0 0 15,0 0-15,0 0 16,0 0-16,0 0 15</inkml:trace>
  <inkml:trace contextRef="#ctx0" brushRef="#br0" timeOffset="63433.23">12234 7615 0,'0'0'0,"0"0"0,0 0 15,3 1-15,-3-1 16,0 0-16,0 0 15,0 0-15,0 0 16,0 0-16,0 0 16,0 0-16,0 0 15,0 0-15,7 11 16,-2-1 0,-4 11-16,-1 3 15,-1 4-15,0-1 16,-1 1-16,1 1 15,0-3-15,-3-2 16,0-1-16,1 0 16,0-3-16,1-4 15,1-6-15,0-2 16,0 0 0,1-8-16,0 0 15,0 0-15,0 0 16</inkml:trace>
  <inkml:trace contextRef="#ctx0" brushRef="#br0" timeOffset="64516.17">12535 7709 0,'0'0'0,"0"0"0,-3 3 16,3-3-16,-11 5 16,11-5-16,-16 4 15,16-4-15,-11-2 16,11 2-16,0 0 16,-11-2-1,11 2-15,0 0 16,0 0-16,0 0 15,0 0-15,-6 17 16,7 6-16,1 4 16,1-1-16,-1-10 15,2-5-15,1-4 16,-5-7-16,17 15 16,-7-6-16,1 1 31,-2-2-16,6-9-15,1-2 16,0-1-16,1-7 16,4-5-16,-1-3 15,-5 0-15,-8 6 16,-4 2-16,-7 2 16,-6 0-1,-5 0-15,-1 3 16,-4 6-16,-2 3 15,-1 2-15,3 1 16,4-2-16,4 1 16,12-5-16,-13 5 15,13-5-15,0 0 16,0 0-16,-9 7 16,9-7-1,10-4-15,18-10 16,16-15-16,1-2 15,-3 0-15,-8 7 16,-3 3-16,-4 1 16,-5 7-16,-4 5 15,-3 5-15,-5 3 16,1 6-16,-1 3 16,1 8-16,-1 4 15,-3 1 1,-1-3-16,-1 1 15,0 0-15,-1-1 16,1-2-16,-1-4 16,-3-3-16,2 0 15,2 1-15,3-2 16,-1 0-16,-7-9 16,13 9-1,-13-9-15,18-8 16,-3-13-16,-1-10 15,-6-4-15,-5 10 16,-4 5-16,-2 2 16,-2 3-16,1 4 15,-2 2-15,1 1 16,5 8-16,-20-9 16,0 10-16,-6 5 15</inkml:trace>
  <inkml:trace contextRef="#ctx0" brushRef="#br0" timeOffset="65299.91">12086 8160 0,'0'0'0,"0"0"16,0 0-16,0 0 16,0 0-16,0 0 15,0 0-15,0 0 16,0 0-16,3 0 16,-3 0-16,27 0 15,0 0-15,8 0 16,6-1-1,5-3-15,9-13 16,5-12-16,5-6 16,-4-4-16,-4 2 15,16-9 1,-14 9 0,4 14-16,-10 13 15,-15 8 1,-2 2-16,-2 2 15,0 2-15,5-1 16,-2 0-16,-3 0 16,3-6-16,1-3 15,13-5-15,-10 2 16,-5 2-16,-7 4 16,0 7-16,8 11 15,-7-6 1,8-13-16,-5-3 15,4 0-15,-3 0 16,0 9-16,1-4 16,-11 2-16,-2-1 15,-12 2-15,-3 10 16,-7-11-16,7 16 16,-4-10-16,-3-6 15,0 0-15,-11 8 16,0-1-1</inkml:trace>
  <inkml:trace contextRef="#ctx0" brushRef="#br0" timeOffset="88132.41">6527 6698 0,'0'0'0,"0"0"0,2 2 16,-2-2-16,12 9 16,-1-1-16,4 2 15,4 2-15,4-1 16,5 0-1,9-4-15,10-3 16,6-4-16,2-7 16,0-2-16,4-4 15,4-3-15,2 2 16</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0" timeString="2026-03-01T11:11:58.775"/>
    </inkml:context>
    <inkml:brush xml:id="br0">
      <inkml:brushProperty name="width" value="0.05292" units="cm"/>
      <inkml:brushProperty name="height" value="0.05292" units="cm"/>
      <inkml:brushProperty name="color" value="#EE0000"/>
    </inkml:brush>
    <inkml:context xml:id="ctx1">
      <inkml:inkSource xml:id="inkSrc1">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1" timeString="2026-03-01T11:11:59.241"/>
    </inkml:context>
  </inkml:definitions>
  <inkml:trace contextRef="#ctx0" brushRef="#br0">317 7599 0</inkml:trace>
  <inkml:trace contextRef="#ctx1" brushRef="#br0">1414 7821 0,'0'0'0,"0"0"0,0 0 0,0 0 16,0 0-16,0 0 16,-3-1-16,3 1 15</inkml:trace>
</inkml:ink>
</file>

<file path=ppt/ink/ink26.xml><?xml version="1.0" encoding="utf-8"?>
<inkml:ink xmlns:inkml="http://www.w3.org/2003/InkML">
  <inkml:definitions>
    <inkml:context xml:id="ctx0">
      <inkml:inkSource xml:id="inkSrc0">
        <inkml:traceFormat>
          <inkml:channel name="X" type="integer" max="1920" units="cm"/>
          <inkml:channel name="Y" type="integer" max="1200" units="cm"/>
          <inkml:channel name="T" type="integer" max="2.14748E9" units="dev"/>
        </inkml:traceFormat>
        <inkml:channelProperties>
          <inkml:channelProperty channel="X" name="resolution" value="55.65217" units="1/cm"/>
          <inkml:channelProperty channel="Y" name="resolution" value="55.81395" units="1/cm"/>
          <inkml:channelProperty channel="T" name="resolution" value="1" units="1/dev"/>
        </inkml:channelProperties>
      </inkml:inkSource>
      <inkml:timestamp xml:id="ts0" timeString="2026-03-01T11:14:53.957"/>
    </inkml:context>
    <inkml:brush xml:id="br0">
      <inkml:brushProperty name="width" value="0.05292" units="cm"/>
      <inkml:brushProperty name="height" value="0.05292" units="cm"/>
      <inkml:brushProperty name="color" value="#00B0F0"/>
    </inkml:brush>
    <inkml:context xml:id="ctx1">
      <inkml:inkSource xml:id="inkSrc1">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1" timeString="2026-03-01T11:14:54.556"/>
    </inkml:context>
    <inkml:brush xml:id="br1">
      <inkml:brushProperty name="width" value="0.05292" units="cm"/>
      <inkml:brushProperty name="height" value="0.05292" units="cm"/>
      <inkml:brushProperty name="color" value="#FFC000"/>
    </inkml:brush>
    <inkml:brush xml:id="br2">
      <inkml:brushProperty name="width" value="0.05292" units="cm"/>
      <inkml:brushProperty name="height" value="0.05292" units="cm"/>
      <inkml:brushProperty name="color" value="#EE0000"/>
    </inkml:brush>
    <inkml:brush xml:id="br3">
      <inkml:brushProperty name="width" value="0.05292" units="cm"/>
      <inkml:brushProperty name="height" value="0.05292" units="cm"/>
      <inkml:brushProperty name="color" value="#92D050"/>
    </inkml:brush>
  </inkml:definitions>
  <inkml:trace contextRef="#ctx0" brushRef="#br0">1743 6723 0</inkml:trace>
  <inkml:trace contextRef="#ctx1" brushRef="#br0">1481 6688 0,'0'0'0,"0"0"0,0 0 0,0 0 15,1 2 1,-1-2-16,13 13 16,-2 0-16,8 5 15,9 7-15,11 7 16,6-2-16,2-2 15,3 0-15,-2-2 16,0 0-16,-1-1 16,-5-2-16,-2-2 15,-5-1-15,-1-2 16,-3-1 0,-2-3-16,-2-1 15,0 0-15,-2-2 16,2-1-16,1-1 15,-1 1-15</inkml:trace>
  <inkml:trace contextRef="#ctx1" brushRef="#br0" timeOffset="6299.56">6646 3649 0,'0'0'0,"0"0"0,0 0 0,0 0 16,0 0-16,0 0 16,0 0-16,0 0 15,4 0-15,-4 0 16,12 0-16,-3 0 16,3-1-16,5 0 15,2-3 1,1 0-16,-1 0 15,0 1-15,-2 0 16,0-1-16,0 1 16,1 0-16,3-1 15,1 0-15,2 0 16,-1 0-16,0 2 16,0 0-1,1 1-15,-1 0 16,1 0-16,-2 1 15,1-1-15,-1 0 16,-2 0-16,-1 1 16,0-1-16,-1 1 15,0 0-15,-3 1 16,0-1-16,-2 2 16,0-1-16,-1-1 15,0 1 1,-1 0-16,3 0 15,-1 1-15,0 0 16,2-1-16,-2 1 16,1-1-16,-1 1 15,-2 0-15,0-1 16,1 1-16,0-1 16,1 1-16,1 0 15,-1-1-15,2 0 16,-1 0-1,-2-1-15,2 0 16,-2 0-16,3 0 16,-1 0-16,-3 0 15,2 0-15,-1 0 16,1 0-16,2 0 16,-1 0-1,2 0-15,-1 0 16,0 1-16,-3-1 15,0 2-15,-1 1 16,-1-1-16,-10-2 16,17 5-16,-17-5 15,13 5-15,-13-5 16,11 4-16,-11-4 16,0 0-16,14 5 15,-14-5 1,0 0-16,12 8 15,-12-8-15,10 5 16,-10-5-16,12 7 16,-12-7-16,12 5 15,-12-5-15,0 0 16,0 0-16,10 5 16,-10-5-16,0 0 15,0 0-15,0 0 16,0 0-1,0 0-15,0 0 16,7 7-16,-7-7 16,0 0-16,0 0 15,0 0-15,5 9 16,-5-9-16,3 10 16,-1-3-16,-1 1 15,1-1-15,-1 1 16,1-1-1,-1 2-15,1 0 16,-1-1-16,1 0 16,-1 1-16,0-1 15,1 0-15,-1-1 16,1 0-16,-2-7 16,3 12-16,-3-12 15,3 11-15,-3-11 16,2 10-1,-2-10-15,1 8 16,-1-8-16,1 8 16,-1-8-16,2 10 15,-2-10-15,2 11 16,-2-4-16,1 0 16,-1 1-16,0 1 15,0 2-15,0-1 16,0 1-1,0-1-15,0-1 16,0 1-16,0 0 16,0 0-16,0 2 15,0-2-15,0-1 16,0 1-16,0 0 16,0 0-16,0-1 15,0 1-15,0-2 16,0 0-1,0 1-15,1 0 16,0 1-16,1 0 16,-1 0-16,1-1 15,-1 0-15,1-1 16,-1 0-16,1-1 16,-1 0-16,1 1 15,-1 1-15,1 1 16,-1-1-16,0-1 15,1 0 1,-1 0-16,1-1 16,-1 0-16,1 1 15,0 1-15,0-1 16,2-1-16,-2-1 16,0 1-16,0 0 15,0-1-15,0 2 16,1-1-16,-1 2 15,0-2 1,-1 1-16,1 1 16,-1 2-16,1 0 15,-1-1-15,0 0 16,1 0-16,-1-1 16,0 2-16,-2-1 15,0-1-15,-2 0 16,1 1-1,-2 0-15,0 1 0,0 0 16,1-1 0,1-1-16,-1 1 15,-1 2-15,0 0 16,0-1-16,1-1 16,0-2-16,2 0 15,-2 1-15,0 0 16,2-2-16,-1 1 15,1 2 1,0 0-16,1 0 16,0 2-16,1 1 15,-1 1-15,1-3 16,0 0-16,0 0 16,-1 0-16,1 0 15,-1-1-15,2 0 16,-2 0-16,0 1 15,0-1 1,0 0-16,0 0 0,0 1 16,0 0-1,0 1-15,0 0 16,0 1-16,0-1 16,0 3-16,0-2 15,0 1-15,-2-2 16,2-2-16,-1-1 15,1-1-15,-1 0 16,0 1 0,0-1-16,1 2 15,-1 1-15,0-2 16,0 2-16,1 0 16,-1 1-16,0 0 15,0-2-15,1 0 16,-1 0-16,0-1 15,0 1 1,1 0-16,2 2 16,0-1-16,0-2 15,1 0-15,-1 0 16,0 0-16,0 1 16,0-4-16,0 2 15,-1 1-15,0 1 16,-2 0-16,0 1 15,-1-1-15,0-2 16,-1-2 0,1 1-16,2-7 15,-4 9-15,4-9 16,0 0-16,-7 8 16,7-8-16,0 0 15,-13 7-15,13-7 16,-16 3-16,5 0 15,1 0 1,0-1-16,-1 0 16,-2 0-16,-6 0 15,-3-2-15,-2-1 16,-2 0-16,2 0 16,-3 0-16,3 0 15,2 1-15,-3-2 16,-3 0-16,-4-1 15,1 0-15,4 2 16,3 0 0,2-1-16,-1 1 15,-1-2-15,-4 2 16,1-1-16,2 1 16,6 0-16,3 0 15,1 0-15,-1 1 16,0-1-16,-2 0 15,-5 0-15,-1-1 16,3 0 0,2 0-16,0 0 15,1 1-15,-1-1 16,0 1-16,0-2 16,-6 0-16,3 0 15,0 0-15,2 0 16,3 1-16,-1-1 15,-1 1-15,-1-1 16,1 1 0,1 0-16,2 1 15,0-1-15,1 0 16,0 1-16,1 0 16,-2 2-16,1 2 15,0-1-15,2 1 16,2-1-16,2 1 15,9-3 1,-15 3-16,15-3 16,0 0-16,-15 1 15,15-1-15,0 0 16,-13-5-16,13 5 16,0 0-16,-5-8 15,4 1-15,1-2 16,1-2-16,0 1 15,1 0-15,0-1 16,0-2 0,2 0-16,-2-2 15,1 1-15,1-1 16,-1-1-16,0-6 16,0-3-16,-1-2 15,-1-1-15,0 6 16,-1-1-16,-1-1 15,0-1-15,-1 0 16,1-2 0,-3 1-16,1 2 15,0 4-15,-1 1 16,0 1-16,-3 0 16,-2-4-16,-1-1 15,-1-1-15,2 4 16,-1 1-16,1 2 15,0-3-15,-1 0 16,1 2 0,0-2-16,2 0 15,3-3-15,2 1 16,1-2-16,1 1 16,1 0-16,0 0 15,2 2-15,0-1 16,2 0-16,-2 1 15,1 1-15,-1 1 16,-1 0-16,-1 0 16,0-4-1,-1 1-15,0 1 16,0 0-16,0 2 16,0 0-16,0 1 15,0 1-15,0 2 16,0 2-16,0 0 15,0 1-15,0 0 16,0-1-16,0-1 16,0 2-1,0 1-15,0 0 16,0 1-16,1-1 16,1 0-16,0-3 15,1-1-15,2-2 16,-2 0-16,1 0 15,-1 1-15,-1 1 16,1 0-16,0 1 16,-1 0-1,-2 2-15,-1 0 16,0 0-16,-1 1 16,1 1-16,-1 1 15,1 1-15,0 2 16,1 6-16,-3-10 15,3 10-15,-2-9 16,2 9-16,0 0 16,-1-8-1,1 8-15,7-8 16,-7 8-16,18-9 16,-5 5-16,2 0 15,0 3-15,2 0 16,2 1-16,-1 1 15,1 0-15,1 1 16,-3-1 0,-4 0-16,0 0 15,-13-1-15,16 1 16,-16-1-16,10 2 16,-10-2-16</inkml:trace>
  <inkml:trace contextRef="#ctx1" brushRef="#br0" timeOffset="7516.76">6880 3581 0,'0'0'0,"0"0"16,0 0-16,0 0 16,-6 0-16,6 0 15,0 0-15,-13-7 16,8 0 0,-2-6-16,2-12 15,0-14-15,2-14 16,5-8-16,2-8 15,2-6-15,4-3 16,3-3-16,2 2 16,3 6-16,9-23 31,-3 18-15,-1 7-16,-3 15 15,-8 20-15,-1 3 16,-1 4-16,-3 6 15,-1 7-15,-3 4 16,0 4-16,-1 1 16,-2 7-16,1-9 15,-1 9 1,-2-7-16,2 7 16,-10-6-16,-12 6 15,-13 4-15,-10 9 16,0 6-16,5 0 15,0 3-15,4 0 16,6-2-16,8-4 16,6-5-16,6-3 15,10-8-15,-9 6 16,9-6 0,0 0-16,0 0 15,36-16-15,32-18 16,1-5-16,-4 0 15,-3-2-15,-5 4 16,0 0-16,-8 3 16,-11 7-16,-6 6 15,-10 7 1,-5 6-16,-3 5 16,-4 5-16,2 3 15,-2 7-15,-3 11 16,-4 7-16,-3 5 15,-5 0-15,0-6 16,0-4-16,2-2 16,-1-4-16</inkml:trace>
  <inkml:trace contextRef="#ctx1" brushRef="#br0" timeOffset="8233.35">7637 1970 0,'0'0'0,"0"0"0,0 0 0,0 0 0,0 2 16,-3 9-16,-5 16 16,-2 17-16,0 6 15,2-1 1,-1 0-16,2-5 16,1-9-16,1-10 15,3-10-15,0-7 16,2-8-16,0 0 15,0 0-15,0 0 16,-9-16-16,6-18 16,7-17-16,3-9 15,6-4-15,2-3 16,2 3 0,2 2-16,0 9 15,-1 7-15,-2 8 16,-2 8-16,2 3 15,-1 4-15,1 5 16,-1 5-16,-1 5 16,3 4-16,0 4 15,4 5-15,0 4 16,3 5 0,-1 8-16,0 3 15,0 4-15,-1 4 16,-2 3-16,-3 2 15,-1 0-15,-2-2 16,-3-5-16,0-2 16,-1-1-16,-3-3 15,0-3-15,-3-5 16,-1-5 0,0-3-16,-3 0 15,-4-1-15,-9 0 16,-17-4-1</inkml:trace>
  <inkml:trace contextRef="#ctx1" brushRef="#br0" timeOffset="8433.34">7697 2080 0,'0'0'0,"0"0"0,0 0 0,-2-3 15,2 3-15,0 0 16,-7-9-16,7 9 15,5-14-15,12-6 16,15-9-16,11-1 16,3 4-16,1 0 15,-3 2-15,-5 4 16,-3 3 0,-2 1-16,-7 5 15</inkml:trace>
  <inkml:trace contextRef="#ctx1" brushRef="#br0" timeOffset="8883.23">8137 1805 0,'0'0'0,"0"0"0,0 0 0,0 0 16,0 0-16,2 2 15,-2-2-15,14 13 16,2 2-16,1 5 16,3 3-16,1 3 15,1 0-15,0-2 16,2-2 0,1-4-16,-4-3 15,-2-6-15,-3-1 16,-1-4-16,-3 0 15,0-4-15,-1-3 16,-1-3-16,-1-8 16,1-4-16,-4-8 15,-1-6-15,-2 0 16,-4-2-16,-2 2 16,-2 4-1,1 3-15,0 3 16,-2 1-16,1 1 15,0 2-15,2 3 16,2 6-16</inkml:trace>
  <inkml:trace contextRef="#ctx1" brushRef="#br0" timeOffset="9716.26">8903 1669 0,'0'0'0,"0"0"0,0 0 0,0 0 0,0 0 15,0 0-15,-5 3 16,-5 2-16,-8 5 16,-7 2-1,-3 2-15,-1 1 16,-1-1-16,3 0 15,0 0-15,6 0 16,8-1-16,5 2 16,6-1-16,5 0 15,5-2-15,9-2 16,8-5 0,10-4-16,6-4 0,0-6 15,-5-2 1,-8-2-16,-6-1 15,-4 3-15,-4 1 16,-5 1-16,-2 3 16,-7 6-16,6-6 15,-6 6-15,0 0 16,0 0-16,0 0 16,0 0-16,0 0 15,0 0 1,1 29-16,-4 12 15,0 7-15,-1 4 16,2 2-16,-1 1 16,4 1-16,3 1 15,3-10-15,3 1 16,1-7-16,-1 0 16,-1-3-1,0-6-15,-4-5 0,-3-1 16,-4-2-1,-5 0-15,-4-2 16,-4-2-16,-6-1 16,-6-8-16,-1-7 15,-5-5-15,4-6 16,5-4-16,-1-8 16,4-4-16,5-5 15,6-3 1,7-11-16,3-5 15,11-3-15,12-5 16,6 3-16,11-3 16,2 3-16,-1 8 15,1 3-15,-5 7 16,-5 6-16,-6 8 16,-7 4-1,-4 3-15,-4 3 16,-4 2-16,-7 8 15</inkml:trace>
  <inkml:trace contextRef="#ctx1" brushRef="#br0" timeOffset="9933.43">9350 1822 0,'0'0'0,"0"0"0,0 0 16,0 0-16,0 0 16</inkml:trace>
  <inkml:trace contextRef="#ctx1" brushRef="#br1" timeOffset="19266.25">8000 3650 0,'0'0'0,"0"0"15,0 0-15,0 0 16,0 1-16,0-1 15,0 7-15,0-7 16,0 13-16,1-4 16,-1 4-16,1 1 15,0 2-15,-1-3 16,1-1 0,0 2-16,-1 0 15,1 1-15,-1 2 16,0 0-16,0-2 15,1 1-15,-1-1 16,2 1-16,0 1 16,0 1-16,1-1 15,-2-2-15,1-2 16,-1 0 0,0 0-16,0 0 15,-1 0-15,-1-1 16,1-1-16,-1 1 15,-1 0-15,0-1 16,-1-1-16,1-1 16,0 0-16,0 2 15,-1 1-15,1 0 16,0-1 0,1-2-16,-1 1 15,1-1-15,-1 1 16,2 1-16,-1 0 15,1 1-15,0-1 16,0-2-16,1 1 16,-1-2-16,1 1 15,0 0-15,0 0 16,-1 0-16,1 0 16,0 2-1,0 1-15,-1 1 16,1 1-16,-1-3 15,1 0-15,0-1 16,-1-1-16,1 0 16,0 1-16,0 1 15,0 1-15,-1-2 16,1-1-16,0 0 16,0-1-1,0-1-15,-1 1 16,1 0-16,0 1 15,-1 0-15,0 1 16,0 1-16,0 1 16,0 1-16,0 0 15,-1 0-15,0 0 16,0 3 0,-2 1-16,1-2 15,0 0-15,1-3 16,0-2-16,0 1 15,-1 0-15,1 4 16,-1 2-16,1-1 16,-1 2-16,0-3 15,1 3-15,-1 2 16,1-2-16,-1 1 16,2-1-1,-1 1-15,0 1 16,0 1-16,1 1 15,-1-1-15,0 0 16,0 0-16,1-1 16,0-2-16,0-1 15,2-1-15,-1-2 16,1 0-16,-1-1 16,1 3-16,0 0 15,0 0 1,2-1-16,-1-2 15,0 0-15,-1 1 16,1 0-16,0-2 16,0-2-16,0-1 15,1-1-15,-1-1 16,2-1-16,-5-6 16,11 12-1,-11-12-15,13 11 16,-13-11-16,15 8 15,-15-8-15,18 7 16,-18-7-16,19 4 16,-6-2-16,2-1 15,1-1-15,-2 1 16,0 1-16,0-2 16,2 1-16,3 0 15,3-1 1,0 1-16,1 1 15,-2-2-15,-2 1 16,-2-1-16,-3 1 16,0 1-16,0-2 15,0 0-15,2 2 16,1-1-16,2-1 16,-1 1-16,-1 0 15,-1-1 1,-2 1-16,-1 0 15,-1 0-15,0 0 16,-1 0-16,1-1 16,-1 2-16,0-1 15,1 1-15,1 2 16,-2 0-16,-1 0 16,-10-4-16,16 6 15,-16-6 1,13 5-16,-13-5 15,11 4-15,-11-4 16,0 0-16,11 4 16,-11-4-16,0 0 15,0 0-15,11 2 16,-11-2-16,0 0 16,0 0-16,11-2 15,-11 2 1,0 0-16,10-9 15,-10 9-15,7-11 16,-4 5-16,-2-1 16,2-1-16,-1 1 15,1 0-15,-2-3 16,0-1-16,-1-1 16,0 1-16,-1 0 15,0-1 1,1 0-16,-1-1 15,0 0-15,0 1 16,0-1-16,1 3 16,-1 0-16,1 0 15,0 1-15,0-1 16,0-1-16,0 1 16,0-2-16,0-1 15,0-2 1,0-1-16,1 0 15,-1-3-15,1 1 16,0-1-16,0 1 16,0 2-16,-1 0 15,1 1-15,0-1 16,-2-1-16,-1 1 16,-2-6-16,-1-1 15,0-1 1,-1 1-16,1 0 15,0 2-15,0 2 16,-1 0-16,1-1 16,0 1-16,0 0 15,0 1-15,0-2 16,0-2-16,3 0 16,1 0-16,1 2 15,0 3-15,2-2 16,-1 1-1,1-1-15,0-1 16,-1 2-16,1-4 16,-1 1-16,1 0 15,-1 2-15,0 1 16,0 2-16,-1-1 16,1-1-16,0-1 15,0-3-15,-1 2 16,1 0-1,0-1-15,0 0 16,1 2-16,0 0 16,0 1-16,1 0 15,0 0-15,0-1 16,0 0-16,0 0 16,0-1-16,0 1 15,-1 2-15,0-2 16,-1 1-1,-1 1-15,-1 0 16,0 0-16,-1-1 16,-2-2-16,0 0 15,-1-3-15,-1 0 16,0 0-16,0 4 16,-1 0-16,-2 2 15,2 0 1,-3-1-16,2 1 15,-1 1-15,0 1 16,0 1-16,0 2 16,-1-2-16,1 3 15,-1 0-15,0 0 16,-1 2-16,-2 0 16,1 2-16,-2-1 15,2 3-15,-1 2 16,1 1-1,0 0-15,1 1 0,0 0 16,2 0 0,9 1-16,-17 0 15,17 0-15,-15 0 16,15 0-16,-11 2 16,11-2-16,0 0 15,-10 3-15,10-3 16,0 0-1,0 0-15,0 0 16,-10 4-16,10-4 16,0 0-16,0 0 15,0 0-15,0 0 16,0 0-16,-10 4 16,10-4-16,0 0 15,0 0-15,0 0 16,-14 2-1,14-2-15,-17 0 16,5 0-16,-1 0 16,-1 0-16,-3 0 15,0 0-15,0 0 16,-1 0-16,0 0 16,0 0-16,1 0 15,2 0-15,1 0 16,3 0-1,1 0-15,10 0 16,-17 0-16,17 0 16,-14 0-16,14 0 15,-10 0-15,10 0 16,0 0-16,0 0 16,-12 4-16,12-4 15,0 0-15,0 0 16,-4 6-16,0 1 15,-2 2 1,1 2-16,-1 0 16,2-1-16,1 1 15,0 1-15,1 0 16,0 1-16,0 2 16,0 0-16,0 0 15,1 1-15,1-1 16,-2 2-1,2-1-15,-1 2 0,1 2 16,-1-6 0</inkml:trace>
  <inkml:trace contextRef="#ctx1" brushRef="#br1" timeOffset="20533.05">8533 3549 0,'0'0'0,"0"0"16,-3 2-16,3-2 15,0 0-15,0 0 16,-11 0 0,11 0-16,-6-8 15,5-1-15,1-5 16,5-9-16,7-8 16,6-5-16,9-3 15,11-1-15,7-2 16,4 3-16,7-2 15,4-1-15,11-3 16,6 1 0,2 5-16,4 4 15,-2 1-15,0 2 16,-3 1-16,-7 4 16,0 2-16,-4 2 15,-3 3-15,-2 2 16,-4 3-16,-6 1 15,-1 1 1,-11 3-16,-3 0 16,-7 4-16,-6 2 15,-5 2-15,-5 1 16,-14 1-16,16-2 16,-16 2-16,0 0 15,10 0-15,-10 0 16,0 0-16,0 0 15,-13 1-15,-7-1 16,-4-3-16,-3-2 16,-1-2-1,-1-1-15,-1-1 16,0 0-16,-3 0 16,3 0-16,4 0 15,5 0-15,4 1 16,2 0-16,0 0 15,4 1 1,11 7-16,-16-9 16,16 9-16,0 0 15,-11-8-15,11 8 16,0 0-16,0 0 16,15-9-16,5 4 15,8 2-15,3 4 16,4 3-16,-3 3 15,-4 1-15,-2 1 16,-5 0-16,-2 0 16,-2 4-1,-7 0-15,-2 3 16,-4 4-16,-4 3 16,-5 5-16,-9 2 15,-7 3-15,-6 2 16,-1-3-16,2-4 15,6-7-15,4-2 16,3-5-16,4-1 16,2-4-1,6 0-15</inkml:trace>
  <inkml:trace contextRef="#ctx1" brushRef="#br1" timeOffset="21150.56">10349 2136 0,'0'0'0,"0"0"0,0 0 16,0 0-16,0 4 16,3 4-16,3 7 15,1 4-15,0 7 16,0 8-16,-1 5 15,-4 1-15,-2 2 16,-2-2 0,-3 1-16,1 4 15,-2-5-15,1 0 16,0-4-16,1-4 16,0-2-16,1-6 15,1-3-15,0-3 16,1-3-16,1-4 15,1-3-15,2-1 16,-3-7-16,15 8 16,-5-8-16</inkml:trace>
  <inkml:trace contextRef="#ctx1" brushRef="#br1" timeOffset="21449.65">10387 2552 0,'0'0'0,"0"0"16,0 0-1,-2-1-15,2 1 16,-6-9-16,3 1 16,3-5-16,11-10 15,9-5-15,11-4 16,11-2-16,2 0 15,6-1-15,-2 3 16,-4 7-16,-6 3 16,-3 5-1,-8 4-15,-5 4 16,-7 3-16,-5 2 16,-10 4-16,10-3 15,-10 3-15,0 0 16</inkml:trace>
  <inkml:trace contextRef="#ctx1" brushRef="#br1" timeOffset="21800.2">10347 2555 0,'0'0'0,"3"2"16,-3-2-16,27 11 16,3 0-1,2 1-15,3 2 16,2 1-16,3 2 16,1 2-16,-6-1 15,1-2-15,-5 0 16,-1-2-16,0 2 15,-5 0-15,-3-3 16,-5-1-16,-2-3 16,-5-1-1,-3-1-15,-7-7 16</inkml:trace>
  <inkml:trace contextRef="#ctx1" brushRef="#br1" timeOffset="22450.31">11322 2292 0,'0'0'0,"0"0"16,0 0-16,-3-2 16,3 2-16,0 0 15,0 0-15,-16-1 16,-2 9-16,-8 6 15,4 2-15,0 1 16,3 2-16,3 0 16,2 0-16,3 3 15,3 3-15,4 2 16,6 3 0,5 3-16,5 2 15,6-2-15,2-4 16,2-5-16,3-2 15,5-3-15,2-4 16,0-6-16,-1-3 16,-4-5-16,-2-2 15,-3-4 1,-2-1-16,-2 0 16,2-5-16,-1-5 15</inkml:trace>
  <inkml:trace contextRef="#ctx1" brushRef="#br1" timeOffset="23066.5">11618 2090 0,'0'0'0,"0"0"16,0 0-16,0 0 15,0 0-15,1 4 16,1 6-16,3 10 15,0 7-15,2 4 16,-4 2-16,-1 1 16,0 3-16,-2-5 15,-1-1 1,0-4-16,0-4 16,0-2-16,0-1 15,1 0-15,-1-1 16,1 0-16,-1-2 15,2 1-15,1-1 16,3-5-16,8-1 16,5-3-16,8-3 15,3-3 1,1-5-16,2-11 16,1 1-16</inkml:trace>
  <inkml:trace contextRef="#ctx1" brushRef="#br1" timeOffset="25316.46">12161 2258 0,'0'0'0,"0"0"0,0 0 0,-3 0 0,3 0 15,-13-2-15,1 0 16,-7 1-16,-4 3 16,-1 3-16,-3 5 15,1 6-15,3 3 16,3 0-16,4 0 16,3-1-1,4-3-15,4-3 16,5 0-16,4 0 15,6-1-15,3-3 16,5-2-16,7-4 16,8-7-16,4-2 15,-4-5-15,-7 0 16,-6-1 0,-4-1-16,-4 1 15,-4 2-15,-3 4 16,-5 7-16,5-9 15,-5 9-15,0 0 16,3-7-16,-3 7 16,0 0-16,0 0 15,0 0-15,2 9 16,-1 1 0,2 2-16,3-1 15,8 1-15,9-3 16,9 0-16,7-6 15,-5-5-15,1-5 16,2-4-16,0-5 16,-1-4-16,-6-1 15,-4 0-15,-6 1 16,-6 4 0,-4 2-16,-4 3 15,-2 0-15,-3 1 16,-3 0-16,-4 0 15,-9-1-15,-8 1 16,-9 5-16,-1 5 16,5 3-16,6 2 15,7 1-15,3-1 16,3 2-16,2 1 16,2 4-1,5 2-15,10 6 16,9 6-16,12 3 15,5 0-15,3-3 16,0-6-16,2 0 16,-3-4-16,-3-2 15,-11-4-15,-6-3 16,-5-1-16,-3 0 16,-5 4-1,-5 2-15,-5 3 16,-16 5-16,-9 3 15,-3-2-15,4-6 16,5-6-16,6-4 16,2-3-16,2-3 15,4-3-15,3-2 16,6-9 0,12-7-16,20-13 0,13-6 15,3 5 1,5-2-16,2 0 15,0-1-15,-4 3 16,-5 4-16,-8 4 16,-5 2-16,-7 3 15,-7 4-15,-8 4 16,-2 1 0,-5 3-16,-5 0 15,-10-2-15,-9 2 16,-11 1-16,-8 6 15,-1 6-15,4 2 16,6 5-16,7 1 16,4 3-16,6 2 15,5 1-15,6 2 16,7 3-16,12 6 16,12 3-1,13 3-15,5-4 16,-1-6-16,3 2 15,-5-4-15,-6-2 16,-6-4-16,-9-4 16,-6-2-16,-4 1 15,-4 1-15,-6 6 16,-11 8-16,-10-1 16,-13 0-1,-3-2-15,-4-7 16,6-2-16,10-5 15,3-4-15,6-3 16,3-4-16,2-3 16,7-5-16,9-10 15,14-5-15,19-9 16,4 3-16,7-4 16,-3 1-16,4 0 15,-3 1-15,-10 5 16,-7 0-1,-6 5-15,-2-2 16,-6 2-16,-3 2 16,-8 3-16,-6 1 15,-6-2-15,-6 1 16,-5 3-16,-5 6 16,-9 3-1,-4 4-15,0 9 16,2 3-16,2 6 15,6 5-15,3 2 16,6 0-16,5 1 16,5 1-16,2 0 15,10 7-15,6 1 16,12 3-16,15-4 16,-1-9-16,11-8 15,10-9 1,-1 0-16,-1-6 15,1-1-15,-9-7 16,4-11-16,-6-2 16,-11 0-16,0 1 15,-12 3-15,-1 0 16,-5-1-16,-7 2 16,-4 0-16,-6 1 15,-12-3 16,-13-2-31,-9 2 16,-3 5-16,11 9 16,3 6-16,3 4 15,4 0-15,1 0 16,13-5-16,-15 14 16,14-1-1,6 6-15,6 6 16,11 1-16,8 6 15,-2-6-15,7 5 16,4 2-16,-4-5 16,-5-6-16,-12-10 15,5 1-15,1 2 16,-3 0-16,-6-4 16,-9-3-16,-6-8 15,-7 22 1,-13 11-16,-24 0 15,-7 7-15,-15-32 16,-4-11-16,-5 6 16,-4-3-16,1 2 15,-11 3-15,11 1 16,-7-1-16,0 4 16,-3-16-16</inkml:trace>
  <inkml:trace contextRef="#ctx1" brushRef="#br1" timeOffset="26016.45">10183 3276 0,'0'0'0,"0"0"16,0 0-16,-3 0 16,3 0-16,0 0 15,0 0-15,29-14 16,18-6-16,14-3 16,5-1-16,8-1 15,5-2-15,7 3 16,5-2-16,7 1 15,0 2 1,8 2-16,-1 3 16,3 1-16,6-1 15,-4 2-15,19-5 16,-21 4-16,22-4 16,-22 2-16,17-7 15,3-7-15,-13 6 16,15 6-1,-13 21-15,-1-5 16,-4-4-16,3-32 16,-16 20-16,12-12 15,-5 9-15,-4 7 16,2 4-16,-3 16 16,-12-7-16,-2-2 15,-10-8-15,-12-3 16,0 2-16,-5 6 15,-8 1 1,-10 1-16,-9-1 16,-5 1-16,-7 0 15</inkml:trace>
  <inkml:trace contextRef="#ctx1" brushRef="#br1" timeOffset="30450.27">10764 5134 0,'0'0'0,"0"0"16,0 0-16,0 0 16,0 0-16,5 0 15,9-2-15,5 0 16,3-1 0,2 1-16,7-2 15,4 0-15,1-1 16,-6 2-16,-5 0 15,-8 1-15,-3-1 16,-3 1-16,-11 2 16,15-5-1,-15 5-15,0 0 0,0 0 16,0 0 0,0 0-16</inkml:trace>
  <inkml:trace contextRef="#ctx1" brushRef="#br1" timeOffset="30967.49">10764 5088 0,'0'0'0,"0"0"0,-3 2 15,3-2-15,0 0 16,0 0 0,0 0-16,-10 5 15,10-5-15,0 0 16,-5 9-16,2-1 15,-1 5-15,-2 2 16,-1 5-16,-2 7 16,1 5-16,1 1 15,1-1-15,2-3 16,-1 5 0,1 2-16,2 2 15,-1-4-15,1-8 16,1-4-16,0-5 15,1-2-15,1-3 16,0 0-16,-1-3 16,1-1-16,1-1 15,0-1-15,-2-6 16,8 12 0,-2-5-16,5 1 15,6-2-15,8-4 16,6-3-16,2-5 15,1-1-15,5-1 16,4-1-16,-2 1 16,-4 0-16,-10 1 15,-2-1-15,3 1 16,-1-1 0,-3 3-16,-6 2 15,-6 2-15,-12 1 16,15-2-16</inkml:trace>
  <inkml:trace contextRef="#ctx1" brushRef="#br1" timeOffset="32983.17">11471 5196 0,'0'0'0,"0"0"16,0-2-16,0 2 16,0 0-16,0 0 15,-6-7 1,6 7-16,0 0 15,0 0-15,-12-3 16,12 3-16,-10 3 16,10-3-16,-13 5 15,13-5-15,-17 9 16,10 0-16,1 1 16,4 1-16,3 4 15,1 1-15,6 2 16,0-3-1,1 0-15,2-3 16,6 2-16,7-3 16,7-2-16,-2-4 15,-7-4-15,-3-2 16,-2-2-16,0-2 16,-1 0-16,-2-3 15,0-3-15,-2-1 16,-2-2-1,-4-1-15,-3-3 16,-3-2-16,-4-1 16,-2 0-16,-2 4 15,-2 1-15,-4 1 16,-2 2-16,-5 1 16,-6 4-1,0 5-15,-1 5 16,5 3-16,6 2 15,0 5-15,4 4 16</inkml:trace>
  <inkml:trace contextRef="#ctx1" brushRef="#br1" timeOffset="33702.66">12010 5354 0,'0'0'0,"0"0"0,-3 3 16,3-3-16,-10 11 16,3-4-16,-4 5 15,-1 2-15,-2 1 16,0 1-1,0-2-15,1 2 16,-1 1-16,1 0 16,3-1-16,2-2 15,1-3-15,2-1 16,1-3-16,4-7 16,-6 10-16,6-10 15,0 0-15,0 0 16</inkml:trace>
  <inkml:trace contextRef="#ctx1" brushRef="#br1" timeOffset="34317.12">12344 5057 0,'0'0'0,"0"0"0,0 0 0,0 0 0,0 0 16,0 0-1,0 0-15,0 0 16,0 0-16,0 0 16,0 0-16,-3 1 15,3-1-15,0 0 16,-1 13-16,0-2 16,1 3-16,0 4 15,1 2-15,2 4 16,0 2-16,1 0 15,-1 0 1,0-2-16,0-4 16,-1-3-16,0-3 31,-1-2-31,1-1 16,-1-3-16,0-1 15,-1-7-15</inkml:trace>
  <inkml:trace contextRef="#ctx1" brushRef="#br1" timeOffset="34900.32">12751 5354 0,'0'0'0,"0"0"16,0 0-16,0 0 16,-1 3-16,1-3 15,-8 11-15,1 1 16,-2 4-16,-3 2 16,2 1-16,0-1 15,-2 2-15,1 1 16,2-3-16,3-5 15,0-4-15,2-2 16,0 1 0,-1-3-16,5-5 31</inkml:trace>
  <inkml:trace contextRef="#ctx1" brushRef="#br1" timeOffset="35716.18">13258 5210 0,'0'0'0,"0"0"0,0 0 15,-2-3-15,2 3 16,-8-13-16,0 3 15,0 1-15,-4-1 16,-2 1-16,-1 3 16,0 1-1,-2 1-15,2 3 16,0 0-16,3 2 16,0 1-16,2 3 15,-1 1-15,0 2 16,2 2-16,2 3 15,1 3-15,2 2 16,0 1 0,3 3-16,3-3 15,2 3-15,2-1 16,2 1-16,2-3 16,0-4-16,2-2 15,0-1-15,3-2 16,-1 0-16,3-4 15,3-3-15,-2 0 16,-1-1-16,-1-4 16,-3-3-1,-1-4-15,-1-4 16,-2-4-16,-2-3 16,-1-1-16,-2-3 15,-3 0-15,-1-1 16,-5 0-16,1 4 15,-4 1-15,-1 1 16,-2 3-16,-2 1 16,1 3-1,-1 3-15,3 4 16,0 2-16,10 3 16,-15-3-16,15 3 15,0 0-15</inkml:trace>
  <inkml:trace contextRef="#ctx1" brushRef="#br1" timeOffset="36365.62">13445 4962 0,'0'-3'0,"0"3"15,0 0-15,0 0 16,17-9-16,2 2 16,9 1-16,2 9 15,3 2-15,-1-1 16,-4-1-16,0 1 15,-2-2-15,-2 1 16,-5-1 0,-2-1-16,-4-1 15,-2 1-15,-11-1 16,19 2-16,-19-2 16,17 17-16,-8 0 15,-3 3-15,-4 1 16,-2-3-16,0-2 15,-2 5-15,-2 1 16,1 0-16,-3 6 16,1 1-1,0 4-15,0-3 16,0-3-16,1 1 16,-1-5-16,2 3 15,3-2-15,-2-1 16,1-4-16,0-7 15,0 1-15,0-4 16,0 2-16,-2-1 16,0-2-16,-6-1 15,-6-1 1,-9-1-16,-10-7 16,-3-1-16,-5-2 15,-2-1-15,4 0 16,-5 1-16,6 0 15</inkml:trace>
  <inkml:trace contextRef="#ctx1" brushRef="#br1" timeOffset="39316.05">12323 4670 0,'0'0'0,"0"-4"0,0 4 0,0-13 16,0 13-16,0 0 16,0 0-16,0 0 15,0 0-15,0 0 16,0 0-16,0 0 16,0 0-1,-4 8-15,0 5 16,0 6-16,4-12 15,0 0-15,2 1 16,-2-8-16,7 12 16,-7-12-16,13 13 15,-6-6-15,0 0 16,-7-7-16,12 1 16,-12-1-16,21-5 15,-9 2 1,4-1-16,7-2 15,3-3-15,3-8 16,-3 5-16,4-4 16,3 1-16,-2 1 15,4-3-15,-5 3 16,-1 1-16,-5 3 16,-4 4-16,-3 2 15,-2 0 1,-1 0-16,-2-2 15,-12 6-15,16-6 16,-16 6-16,14-3 16,-14 3-16,13-6 15,-13 6-15,0 0 16,0 0-16,0 0 16,0 0-1,12 1-15</inkml:trace>
  <inkml:trace contextRef="#ctx1" brushRef="#br1" timeOffset="41549.36">10851 5999 0,'0'0'0,"0"0"15,0 0-15,0 0 16,0 0-1,0 0-15,0 0 16,5-1-16,-5 1 16,16-6-16,-2 3 15,11 0-15,2-1 16,-1 1-16,-4 0 16,-7 2-16,-1-1 15,-4 1 1,-10 1-16,14-1 15,-14 1-15,0 0 16,0 0-16,0 0 16,0 0-16,-17-3 15,-9 2-15,-1 1 16,0 0-16,0 0 16,6 2-16,3 0 15,0 0-15,-2 1 16,-3 0-1,-1 1-15,3-1 16,6-1 0,3 2-1,1 2-15,1 8 16,0 7-16,0 5 16,1 1-16,2-2 15,2 0-15,-2 1 16,2 2-1,1 1-15,1 6 16,0 2-16,3-3 16,-2-1-16,2-7 15,1-1-15,0-4 16,2-5-16,-1-5 16,-1-4-16,-1-7 15,2 11-15,-2-11 16,2 7-16,-2-7 15,0 0 1,0 0-16,3 7 16,-3-7-16,0 0 15,0 0-15,0 0 16,0 0-16,0 0 16,0 0-16,2 6 15,-2-6-15,0 0 16,0 0-16,0 0 15,0 0 1,0 0-16,2 7 16,-2-7-16,0 0 15,0 0-15,0 0 16,0 0-16,0 0 16,14 7-16,-14-7 15,14 6-15,-14-6 16,11 5-1,-11-5-15,0 0 16,0 0-16,0 0 16,0 0-16,0 0 15,13-3-15,-13 3 16,10-3-16,-10 3 16,0 0-16,0 0 15,9-3-15,-9 3 16,0 0-1,0 0-15,0 0 16,0 0-16,16-6 16,-3 3-16,8-2 15,12-1-15,-2 1 16,2 1-16,-4-3 16</inkml:trace>
  <inkml:trace contextRef="#ctx1" brushRef="#br2" timeOffset="73348.99">11179 6216 0,'0'0'0,"0"0"16,0 0-16,-4-3 15,4 3 1,-6-8-16,6 8 16,-7-7-16,7 7 15,0 0-15,-6-8 16,6 8-16,0 0 16,0 0-16,-13-6 15,13 6-15,-15 0 16,15 0-16,-15 3 15,15-3-15,-13 11 16,7 0 0,1 3-16,2 7 15,0 0-15,1 0 16,1-3-16,2-3 16,1-1-16,1-1 15,2 0-15,7-1 16,6-1-16,3-2 15,-1-5-15,-2-2 16,-3-3-16,1-2 16,0-2-1,1-6-15,3-4 16,-1-2-16,-1-1 16,-6 4-16,-2 1 15,-3 0-15,-4 0 16,-2-1-16,-5-2 15,-3 2-15,-3 0 16,-1 1 0,-2 3-16,-4 1 15,-2 1-15,-2 2 16,-1 2-16,2 2 16,1 1-16,2 1 15,3 1-15,3 0 16,11-1-16,-16 4 15</inkml:trace>
  <inkml:trace contextRef="#ctx1" brushRef="#br2" timeOffset="73682.32">11413 6341 0,'0'0'0,"-3"-2"0,3 2 0,0 0 0,-8-10 15,8 10-15,-5-8 16,5 8-16,0 0 16,0 0-16</inkml:trace>
  <inkml:trace contextRef="#ctx1" brushRef="#br2" timeOffset="74599.38">11591 6149 0,'0'0'0,"0"0"16,0 0-1,0 0-15,0 0 16,0 0-16,2-1 16,-2 1-16,13-5 15,-1 1-15,5-1 16,3-1-16,1 1 15,-1 3-15,-1 4 16,0 3-16,-4 0 16,-3 2-1,-3 0-15,-2 0 16,-1 2-16,-2 1 16,-1 2-16,-2 0 15,-2 1-15,-3 2 16,-3-1-16,-1 2 15,-1-3-15,0 0 16,0-2-16,2-3 16,7-8-16,-10 8 15,10-8 1,0 0-16,0 0 16,0 0-16,0 0 15,0 0-15,11 7 16,1-6-16,7-1 15,2-1-15,3-2 16,-2-1-16,-5 1 16,-3 0-1,-1 1-15,-1-1 16,-1 1-16,0 0 16,-11 2-16,16-4 15,-16 4-15,11-2 16,-11 2-16,11 3 15</inkml:trace>
  <inkml:trace contextRef="#ctx1" brushRef="#br2" timeOffset="74949.7">12027 6358 0,'0'0'0,"0"0"15,0 0-15,-3 1 16,3-1-16,-10 9 15,-1 3-15,-2 3 16,1 5-16,-3 7 16,0 4-16,1-4 15,3-5 1,5-10-16,1-4 16,2-1-16,3-7 15,-3 9-15,3-9 16</inkml:trace>
  <inkml:trace contextRef="#ctx1" brushRef="#br2" timeOffset="75882.3">12378 6183 0,'0'0'0,"0"0"0,0 0 0,0 0 16,-3 1-16,3-1 15,-14 6 1,3-1-16,-2 0 16,1 1-16,0 1 15,2 3-15,1 1 16,1 6-16,0-1 15,2 2-15,5-2 16,6-1-16,5 0 16,4 1-16,5-3 31,1-7-15,4-6-16,0-4 15,-6-1-15,-1-4 16,-4-3-16,-2 0 15,-3-2-15,-7-3 16,0-1-16,-5-3 16,-2 3-16,-1 5 15,-4-1-15,0 4 16,-4 2 0,-2 3-16,-2 1 15,3 3-15,3 2 16,2 2-16,11-3 15,-15 9-15,15-9 16,-7 10-16,14-1 16</inkml:trace>
  <inkml:trace contextRef="#ctx1" brushRef="#br2" timeOffset="76116">12626 6222 0,'0'0'0,"0"0"0,0 0 0,1 1 15,-1-1-15,0 0 16,0 0-16,0 7 15,0-7-15,0 0 16,0 0-16</inkml:trace>
  <inkml:trace contextRef="#ctx1" brushRef="#br2" timeOffset="76632.94">12803 6125 0,'0'0'0,"0"0"0,0 0 15,-3 0-15,3 0 16,0 0-16,0 0 15,0 0-15,-11-1 16,11 1-16,0 0 16,0 0-16,0 0 15,0 0-15,0 0 16,0 0 0,0 0-16,-10 4 15,10-4-15,0 0 16,0 0-16,0 0 15,0 0-15,0 0 16,0 0-16,0 0 16,0 0-16,0 0 15,0 0-15,0 0 16,0 0-16,0 0 16,0 0-16,0 0 15,0 0 1,0 0-16,0 0 15,0 0-15,0 0 16,-5 7-16</inkml:trace>
  <inkml:trace contextRef="#ctx1" brushRef="#br2" timeOffset="77699.62">12698 6163 0,'0'0'0,"0"0"16,0 0-16,0 0 15,0 0-15,0 0 16,7 1 0,4 0-16,4 2 15,4-3-15,-4 0 16,3 0-16,1 0 15,-4 0-15,-1 0 16,-4 0-16,-10 0 16,16 0-16,-16 0 15,13 1-15,-13-1 16,12 14-16,-8-1 16,-2 4-16,-3 4 15,-1 1-15,-2 4 16,-2-1-1,-3-3-15,3-6 16,1-2-16,1-5 16,0 0-16,0-2 15,2 2-15,0 0 16,1-2-16,1-7 16</inkml:trace>
  <inkml:trace contextRef="#ctx1" brushRef="#br2" timeOffset="77982.8">13073 6445 0,'0'0'0,"0"-2"0,0 2 16,0 0-16,0 0 15,-15 20-15,6-6 16,0 0-16,3-4 16,-4 4 15,-4 8-31,-1-1 15,4-4-15,4-4 16</inkml:trace>
  <inkml:trace contextRef="#ctx1" brushRef="#br2" timeOffset="78732.24">13355 6227 0,'0'0'0,"0"0"0,-2-2 16,2 2-16,0 0 15,-15-9-15,4 4 16,-6 1-1,-3 2-15,0 2 16,3 3-16,3 1 16,0 0-16,0 6 15,2 7-15,-1 5 16,2 2-16,3-2 16,5-4-1,2-1-15,3 2 16,5 0-16,1 0 15,-1-4-15,5-5 16,5-2-16,6-1 16,1-4-16,-6-5 15,-1-2-15,-2-1 16,-3-2-16,-1 0 16,-2-1-16,-1 0 15,-1-3-15,1-3 16,2-5-1,-4-2-15,-4 1 16,-4 1-16,-4 0 16,1 3-16,-1 5 15,1 2-15,-2 1 16,-3 1-16,0 3 16,-4 2-16,0 2 15,4 2 1,-1 2-16</inkml:trace>
  <inkml:trace contextRef="#ctx1" brushRef="#br2" timeOffset="79366.41">13578 6287 0,'0'0'0,"0"0"0,-2-1 15,2 1-15,0 0 16,0 0-16,0 0 15,0 0 1,0 0-16</inkml:trace>
  <inkml:trace contextRef="#ctx1" brushRef="#br2" timeOffset="79765.92">13768 6121 0,'0'0'0,"0"0"0,0 0 0,0 0 15,-2 4 1,0 6-16,-4 6 16,1 5-16,-3 5 15,0 6-15,3 1 16,1-3-16,3-6 16,-1-5-1,1-2 1,1-3-16,1 0 15,1-3 1,1-4-16,-3-7 16,18 8-16,-18-8 15</inkml:trace>
  <inkml:trace contextRef="#ctx1" brushRef="#br2" timeOffset="80315.97">13896 6055 0,'0'0'0,"0"0"0,0 0 15,0 0-15,0 0 16,6-1-16,11-4 15,7 1-15,2-2 16,1 3 0,0-1-16,-7 1 15,-4 3-15,-5 3 16,2 1-16,2-1 16,-5 1-16,2 0 15,-12-4-15,15 9 16,-11-2-16,-3 7 15,-2 3 1,0 3-16,1 3 16,-2-1-16,-4 4 15,-1 4-15,-1 3 16,-2-2-16,0 2 16,-1-3-16,-2 3 15,1-1-15,4 3 31,8 11-31,5-6 16,-2-9 0,-1-16-16,-2-3 15,-2-2-15,-9-3 16,-12-2-16,-5-3 16,4-4-16,-6-2 15,-6-7-15</inkml:trace>
  <inkml:trace contextRef="#ctx1" brushRef="#br2" timeOffset="83598.8">8825 4920 0,'0'0'0,"0"0"0,0 0 15,2 0-15,-2 0 16,0 0-16,0 0 16,0 0-16,0 0 15,13 1-15,-2 0 16,5 0 0,3 1-16,1-1 15,-1-2-15,2-1 16,3-1-16,1-2 15,2 0-15,-2 0 16,-3 1-16,-3 1 16,-4 0-16,-4 2 15,-11 1 1,17-2-16,-17 2 16,0 0-16,11-2 15,-11 2-15,0 0 16,0 0-16,0 0 15,0 0-15,0 0 16,0 0-16,0 0 16,10 1-16,-10-1 15,0 0 1,0 0-16,0 0 16,0 0-16,0 0 15,0 0-15,0 0 16,0 0-16,0 0 15,0 0-15,0 0 16,0 0-16,0 0 16,0 0-16,0 0 15,0 0-15,0 0 16,0 0 0,0 0-16,0 0 15,0 0-15,0 0 16,0 0-16,0 0 15,0 0-15,0 0 16,0 0-16,0 0 16,0 0-16,0 0 15,0 0 1,0 0-16,0 0 16,0 0-16,0 0 15,0 0-15,0 0 16,0 0-16,0 0 15,0 0-15,0 0 16,0 0-16,0 0 16,0 0-16,0 0 15,0 0-15,0 0 16,0 0 0,0 0-16,0 0 15,0 0-15,0 0 16,0 0-16,0 0 15,0 0-15,0 0 16,0 0-16,0 0 16,0 0-16,0 0 15,0 0-15,0 0 16,0 0 0,0 0-16,0 0 15,0 0-15,0 0 16,0 0-16,0 0 15</inkml:trace>
  <inkml:trace contextRef="#ctx1" brushRef="#br2" timeOffset="84532.74">9517 4929 0,'0'0'0,"0"0"0,0 0 16,0 0-16,0 0 15,0 0 1,0 0-16,0 0 15,0 0-15,6 0 16,7 0-16,11 0 16,8 0-16,5 0 15,-1 0-15,4 0 16,2-1 0,4 1-16,0-2 15,-1 1-15,1 0 16,2-1-16,-1-1 15,-1 2-15,2-1 16,1 0-16,-2-1 16,-1 1-16,0 0 15,-1 0-15,0-1 16,-5 0-16,-2-1 16,1 1-1,-2 0-15,-4 1 16,-3-2-16,-7 2 15,-3 0-15,-4 1 16,-4 0-16,-1 0 16,-11 1-16,16-2 15,-16 2-15,0 0 16,11-2-16,-11 2 16,0 0-1,0 0-15,0 0 16,0 0-16,0 0 15,0 0-15,0 0 16,0 0-16,10-2 16,-10 2-16</inkml:trace>
  <inkml:trace contextRef="#ctx1" brushRef="#br2" timeOffset="88249.5">11271 5539 0,'0'0'0,"0"0"16,0 0-16,0 0 16,0 0-16,0 0 15,0 0-15,0 0 16,0 0-16,4 3 16,-4-3-16,24 6 15,-5-2-15,5-1 16,2-2-16,2-1 15,0 0 1,2-1-16,2-1 16,1 0-16,-1 0 15,-4 0-15,0 2 16,-3-2-16,-1 1 16,-1 0-16,-3-1 15,-2 0-15,-1 1 16,-2-1-16,-3 1 15,-12 1-15,16-1 16,-16 1 0,0 0-16,13-2 15,-13 2-15,0 0 16,0 0-16,0 0 16,0 0-16,0 0 15,0 0-15,0 0 16,9-2-16,-9 2 15,0 0-15,0 0 16,0 0 0,0 0-16,0 0 15,0 0-15,0 0 16,0 0-16,0 0 16,0 0-16,0 0 15,0 0-15,0 0 16,0 0-16,0 0 15,0 0-15,0 0 16,0 0 0,0 0-16,0 0 15,0 0-15,0 0 16,0 0-16,0 0 16,0 0-16,0 0 15,0 0-15,0 0 16,0 0-16,0 0 15,0 0-15,0 0 16,0 0 0,0 0-16,0 0 15,0 0-15,0 0 16,0 0-16,0 0 16,0 0-16,0 0 15,0 0-15,0 0 16,0 0-16,0 0 15,0 0-15,0 0 16,0 0 0,0 0-16</inkml:trace>
  <inkml:trace contextRef="#ctx1" brushRef="#br2" timeOffset="89832.06">11495 5577 0,'0'0'0,"0"0"0,0 0 16,0 0 0,0 0-16,0 0 15,0 0-15,0 0 16,0 3-16,0-3 16,0 8-16,0-8 15,0 13-15,0-3 16,0 3-16,-1 2 15,1-2-15,-1-1 16,-1-1-16,1 3 16,-2-2-16,2 0 15,-1-2 1,0 0-16,0 1 16,0 0-16,1-2 15,-1-1-15,1 0 16,-1-2-16,2-6 15,-3 12-15,3-12 16,-3 10 0,3-10-16,-1 8 15,1-8-15,-2 9 16,2-9-16,-1 12 16,1-12-16,-2 8 15,2-8-15,-1 7 16,1-7-16,-2 8 15,2-8-15,-1 6 16,1-6-16,0 0 16,0 0-16,0 0 15,-2 7 1,2-7-16,0 0 16,0 0-16,0 0 15,0 0-15,0 0 16,0 0-16,0 0 15,0 0-15,-11-3 16,11 3-16,-14-9 16,14 9-16,-11-9 15,11 9 1,0 0-16,0 0 16,-9-6-16,9 6 15,0 0-15,0 0 16,-2 9-16,4 0 15,0 1-15,3 2 16,4-1-16,9-5 16,3-3-1,6-6-15,4-4 16,2-6-16,2-7 16,1-2-16,1-3 15,-3 4-15</inkml:trace>
  <inkml:trace contextRef="#ctx1" brushRef="#br2" timeOffset="91382.64">12134 5601 0,'0'0'0,"0"0"16,0 0-16,0 0 16,0 0-16,0 0 15,0 0-15,0 0 16,0 0 0,5 2-16,7 2 15,12-2-15,7-2 16,4-4-16,3-1 15,-3-1-15,-2 1 16,0 0-16,-2 0 16,3 1-16,-1-1 15,-3 1-15,-5 3 16,-5 0-16,-3 1 16,-4 1-1,-3 0-15,-10-1 16,13 1-16,-13-1 15,0 0-15,0 0 16,0 0-16,10 3 16,-10-3-16</inkml:trace>
  <inkml:trace contextRef="#ctx1" brushRef="#br2" timeOffset="95998.61">10809 7570 0,'2'-5'0,"5"-9"0,2-8 15,11-24-15,1-3 16,-1 2-16,-1 3 16,-4 5-16,-3 3 15,-3 6-15,-1 3 16,-4 10-16,-4 4 31,-4 4-15,-5 1-16,-4 2 15,-2 2-15,-4 5 16,-6 7-16,-7 7 16,2 4-16,2 4 15,2 0-15,1 2 16,5 4-16,2 2 15,2 6-15,3 3 16,3-2 0,4 3-16,6-3 15,2 0-15,1-9 16,1-6-16,-3-3 16,2 3-16,1 4 15,2-4-15,2-3 16,4-8-1,1-7-15,8 0 16,3-8-16,0-4 16,3-5-16,2-2 15,-5 2-15,3-2 16,12-1-16,-4 1 16,-2 1-16,-6-11 15,-4-5-15,-3-1 16,-7 5-16,-6 9 15,-4 4-15,-1 4 16,-2 8 0,0-6-16,0 6 15,0 0-15,-4 9 16,-2 10-16,-3 5 16,1 1-16,2-5 15,1-1-15,1-1 16,-1-1-16,1-2 15,3-7-15,1-8 16,-1 11-16,3-4 16,4 0-1,4 0-15,3-4 16,5-3-16,6-2 16,1-3-16,-3-6 15,-2-8-15,-7-7 16,-2-1-16,-4 0 15,-1 2 1,-4 7-16,-2 6 16,-2 6-16,2 6 15,-15-6-15,1 9 16,-3 5-16,-3 6 16,4 2-16,5-3 15,4 0-15,6-4 16,3-1-16,10 2 15,12-3-15,4-5 16,5-19 0,-3-10-16,3 1 15,4-4-15,-7 6 16,-5 3-16,-6 6 16,-7 6-16,-12 9 15,12-11-15,-12 11 16,0 0-16,0 0 15,0 0-15,0 0 16,-2 11 0,-13 11-16,1-2 15,-3 3-15,-3 5 16,0 0-16,-1-1 16,5-5-16,0 12 15,5 20-15,1-4 16,4 10-16,1-13 15,1 0-15,-9 3 16,1-19 0,1-9-16,4-7 15,-2 2-15,-3 5 16,-6 6-16,-3-4 16,1-12-16,5-9 15,4 0-15,1-3 16,-1-3-16,11 3 15,-13-11-15,11 3 16,2-5 0,4-13-16,2-19 15,9-9-15,9 0 16,-3 22-16,6 15 16,-6 4-16,-4 5 15,1 0-15,-7 5 16,-11 3-16,16-6 15,-7-1-15,2-7 16,6-6-16</inkml:trace>
  <inkml:trace contextRef="#ctx1" brushRef="#br2" timeOffset="96432.25">11743 7208 0,'0'0'0,"0"0"16,2 1-16,-2-1 15,0 0-15,0 16 16,-3-1-16,-2 5 16,-4 5-1,-6 7-15,-4 6 16,1-5-16,1-2 16,-4 5-16,-3 12 15,5 6-15,2-7 16,8-20-16,4-8 15,2-4-15,0-2 16,3 3-16,-1-1 16,5 4-1,5-4-15,-1-5 16,6-4-16,4-6 16,5 2-16</inkml:trace>
  <inkml:trace contextRef="#ctx1" brushRef="#br2" timeOffset="98465.33">11970 7424 0,'-3'0'0,"3"0"0,0 0 15,-18-2-15,18 2 16,-11-3-16,11 3 15,0 0-15,0 0 16,0 0-16,-15-4 16,5 2-16,0 0 15,0 3 1,-1 2-16,-3 1 16,4 2-16,0 4 15,0 3-15,0 3 16,3-2-16,2 0 15,3 0-15,1 1 16,2 1-16,1 3 16,3-1-16,8 0 15,1-3-15,6-3 16,5 0 0,-3-4-16,1-3 15,-2-1-15,-5-2 16,5-4-16,1-1 15,-3-3-15,-7 0 16,-4 0-16,-3-2 16,0-3-16,1-5 15,-1-4-15,2-5 16,-1 1 0,0 4-16,-5 4 15,-2 2-15,-9-1 16,-1 3-16,-5-2 15,3 6-15,-1 1 16,-5 2-16,1 5 16,-5 2-16,-1 4 15,-1 3 1,5-2-16,5 0 0,15-7 16,-15 8-1,15-8-15</inkml:trace>
  <inkml:trace contextRef="#ctx1" brushRef="#br2" timeOffset="98748.83">12267 7466 0,'0'0'0,"0"0"0,0 0 0,0 0 16,2-2 0,-2 2-16,0 0 15,0 0-15,0 0 16,0 0-16,0 0 15,0 0-15,-1-6 16</inkml:trace>
  <inkml:trace contextRef="#ctx1" brushRef="#br2" timeOffset="99398.83">12387 7327 0,'0'0'0,"0"0"16,0 0-16,-3 0 15,3 0-15,0 0 16,0 0-16,0 0 16,0 0-16,-10 4 15,10-4-15,0 0 16,0 0 0,0 0-16,10-3 15,4-1-15,5-4 16,4 1-16,-1 2 15,-1 2-15,-3 1 16,-4 2-16,-2 2 16,-12-2-16,15 2 15,-15-2-15,0 0 16,12 3 0,-12-3-16,0 0 15,0 0-15,12 7 16,-12-7-16,4 9 15,-2 0-15,-2 4 16,-2 7-16,-2 1 16,-1-1-16,-1 2 15,1 0-15,-3 1 16,2 0-16,1 2 16,-3 0-1,3 1-15,0-1 16,3 0-16,-1-3 15,3-4-15,0-3 16,2-6-16,-2-9 16,6 11-16</inkml:trace>
  <inkml:trace contextRef="#ctx1" brushRef="#br2" timeOffset="99947.83">12630 7199 0,'0'0'0,"0"0"16,0 0-16,0 0 16,0-2-16,0 2 15,0 0-15,0 0 16,0 0-16,14 4 16,-1 3-16,2 1 15,2 1 1,2 4-16,-1 4 15,-2 1-15,-2 1 16,-1 2-16,-3 5 16,-1 4-16,-3 3 15,-4-1-15,-2 2 16,-5 7-16,-1-4 16,-4-3-1,-1-2-15,-6-1 16,-4 7-16,-2 1 15,0-2-15,4-8 16,3-9-16,1-3 16,3-5-16,2-5 15,10-7-15,-10 7 16,10-7-16,0 0 16</inkml:trace>
  <inkml:trace contextRef="#ctx1" brushRef="#br2" timeOffset="101115.52">12973 5555 0,'0'0'0,"1"1"16,-1-1-16,0 0 15,10 6-15,3 2 16,7 1-16,7-1 16,-1-9-1,-1 1-15,5 0 16,6 8-16,7-1 15,-1 1-15,-6-16 16,0 2-16,-4-1 16,2 1-16,4 13 15,-9-5-15,-2 6 16,-7 1-16,-6-4 16,-2-1-16,-12-4 15,14-2-15,-14 2 16,10-5-1,-10 5-15,0 0 16,0 0-16</inkml:trace>
  <inkml:trace contextRef="#ctx1" brushRef="#br2" timeOffset="105915.49">8471 5341 0,'0'0'0,"0"0"0,0 0 16,0 0-1,0 0-15,-2 2 16,2-2-16,0 0 16,0 0-16,-10 7 15,10-7-15,0 0 16,0 11-16,0-11 15,2 9-15,-2-9 32,6 13-32,-3-6 15,-3-7 1,5 11-16,-5-11 16,3 10-16,-3-10 15,2 10-15,-2-10 16,3 11-16,-3-11 15,4 13-15,-2-5 16,1 2-16,1 1 16,-1 1-1,1 3-15,2 2 16,-1 0-16,1-2 16,1 1-16,3 1 15,1 1-15,4 0 16,2-2-16,6 0 15,3-1-15,0 0 16,-1-1-16,-3-2 16,1 1-1,0-1-15,1 2 16,0-1-16,1 0 16,1 1-16,1 1 15,0 0-15,-4-2 16,1 0-16,-2 0 15,-2 1-15,1 1 16,-2 0-16,-2-1 16,2 0-16,-3 1 15,0 1 1,-1 1-16,0 0 16,-1 1-16,-2 2 15,1 1-15,-1 1 16,2 2-16,-2 2 15,1 0-15,-3 2 16,2 3-16,-2 2 16,1 0-16,-2-2 15,1 0 1,1 1-16,1-1 16,0-1-16,1 1 15,0-4-15,2 0 16,3 0-16,0-2 15,0-1-15,1 1 16,1-1-16,-2-1 16,-1-1-1,-1-2-15,1 0 16,-1 0-16,0 0 16,2-2-16,1 0 15,0 0-15,2 1 16,1 0-16,-2 0 15,0-1-15,-2-2 16,0-1-16,-1 1 16,-2-1-16,0 2 15,-4 0 1,-5 1-16,0 1 16,-1 0-16,-1 1 15,-2-1-15,-1 0 16,0-1-16,0-1 15,0 0-15,0 0 16,-1 0-16,1 0 16,0 2-16,-1-1 15,1 3 1,0-3-16,2-1 16,2 0-16,3 2 15,2 1-15,1-4 16,-1-4-16,1-2 15,0-2-15,2-2 16,4 1-16,4-2 16,3 1-16,4-2 15,-2-2-15,-1 0 16,-1-1 0,-2 0-16,1 0 15,-1-1-15,-2 1 16,0 0-16,-2 0 15,-3-1-15,-2 0 16,-13 0-16,16 0 16,-16 0-16,0 0 15,13-2-15,-13 2 16,0 0 0,0 0-16,7-7 15,-10-1-15,-4-4 16,-8-3-16,-6 0 15,-1 0-15,1 3 16,3 3-16,3 2 16,3 2-16,2 2 15,10 3-15,-14-4 16,14 4 0,0 0-16,0 0 15,-10-2-15,10 2 16,0 0-16,0 0 15,1 6-15,4 2 16,3 4-16,2 2 16,4 0-16,1-1 15,0-1-15,-2-2 16,-5-3 0,-8-7-16,12 10 15,-12-10-15,2 10 16,-11-1-16,-8 5 15,-12 5-15,-3 0 16,2-3-16,-2-5 16,5-2-16,2-4 15</inkml:trace>
  <inkml:trace contextRef="#ctx1" brushRef="#br2" timeOffset="107815.43">13064 7485 0,'0'0'0,"0"0"16,0 0-16,0-1 15,0 1 1,0 0-16,0 0 15,0 0-15,0 0 16,0 0-16,0 0 16,0-7-16,0 7 15,0 0-15,0 0 16,16-5-16,2 2 16,5 0-1,0-1-15,-2 1 16,-1 1-16,-5-1 15,-3 1-15,-1 2 16,-1-1-16,-10 1 16,13-1-16,-13 1 15,0 0-15,13 0 16,-13 0-16</inkml:trace>
  <inkml:trace contextRef="#ctx1" brushRef="#br2" timeOffset="108148.87">13198 7302 0,'0'0'0,"0"0"0,0 0 0,0 0 15,0 0-15,-1 3 16,1-3-16,-2 13 16,0 1-16,-1 5 15,-1 4-15,0 6 16,-1 0-16,1 0 16,2-3-1,-1 0-15,1 0 16,1 3-16,1 1 15,0-1-15,0-7 16,1-3-16,-1-4 16,2 0-16,2-2 15,2-2-15</inkml:trace>
  <inkml:trace contextRef="#ctx1" brushRef="#br2" timeOffset="108832.35">13749 7481 0,'0'0'0,"0"0"16,0 0-16,0 0 16,0 0-16,-2-1 15,2 1-15,-8-10 16,8 10-16,-11-10 16,11 10-16,-19-9 15,7 6 1,-1 1-16,2 1 15,1 2-15,0 1 16,10-2-16,-20 11 16,9 0-16,0 4 15,2 1-15,3 1 16,3 0-16,3 1 16,3 0-16,2 0 15,1 0 1,4 0-16,3-2 15,2 0-15,4-1 16,-1-5-16,2-1 16,0-5-16,1-4 15,0-2-15,0-3 16,0-2-16,-1-4 16,-2-2-16,-3-2 15,-3-4-15,-3-2 16,-6-6-1,-5 0-15,-6-3 16,-3-1-16,-7 2 16,-3 1-16,-4 3 15,-6 6-15,-7 6 16,-4 4-16,-2 6 16,2 3-16,0 5 15</inkml:trace>
  <inkml:trace contextRef="#ctx1" brushRef="#br2" timeOffset="109582.44">10279 7706 0,'0'0'0,"0"0"0,0 0 15,0 0-15,0 0 16,0 0-16,0 0 16,0 0-16,0 0 15,4-2-15,-4 2 16,23-8-1,-7 3-15,2-1 16,-4 1-16,0 1 16,-2-1-16,0 2 15,-1 0-15,0-1 16,-11 4-16,18-5 16,-18 5-16,11-11 31</inkml:trace>
  <inkml:trace contextRef="#ctx1" brushRef="#br2" timeOffset="109917.9">10383 7504 0,'0'0'0,"0"0"0,0 0 15,0 0-15,0 0 16,0 0 0,2 2-16,-1 5 15,3 5-15,0 3 16,-1 5-16,-1 1 16,-1 2-16,-4 4 15,0 2-15,-4 4 16,-1-1-16,3-3 15,-1-2 1,0-3-16,2-3 16,0-3-16,1-4 15,1-5-15,2 1 16</inkml:trace>
  <inkml:trace contextRef="#ctx1" brushRef="#br2" timeOffset="110681.8">9965 7677 0,'0'0'0,"0"0"0,3 1 15,-3-1-15,0 0 16,0 0-16,0 0 15,10 0 1,-10 0-16,0 0 16,0 0-16,0 0 15,0 0-15,-10-4 16,10 4-16,-20 3 16,9 1-16,-2 2 15,2 0-15,1 2 16,1 3-16,1 2 15,1 2 1,2-1-16,4 3 16,2 0-16,4 3 15,3 3-15,2-3 16,4 0-16,2-4 16,1-2-16,0 0 15,5-1-15,-1-4 16,-1-4-16,-1-2 15,-4-4-15,-2-2 16,0-6 0,0-3-16,-1-4 15,-2-1-15,1-2 16,-2-3-16,-2-3 16,-5 1-16,-3 3 15,-4 2-15,-2 3 16,-7-2-16,-4 2 15,-6 3 1,-4 6-16,-2 7 16,-2 5-16,3 6 15,4 1-15,4 1 16,4 1-16</inkml:trace>
  <inkml:trace contextRef="#ctx1" brushRef="#br2" timeOffset="112065.21">9978 8030 0,'0'0'0,"0"0"0,0 0 15,0 0-15,1 2 16,-1-2 0,2 11-16,0 0 15,-1 6-15,0 7 16,1 2-16,0 1 16,2 0-16,1-3 15,1-4-15,3-2 16,4-3-16,4 0 15,3-2-15,2 0 16,6-4 0,7-3-16,5-4 15,6-4-15,1-1 16,4-6-16,1-1 16,6-3-16,1-1 15,1-1-15,5-1 16,-1-1-16,2 1 15,1 1-15,1 2 16,-3 1-16,4 2 16,-1 3-1,-2-1-15,4 1 16,-3 3-16,-1 1 16,2 2-16,-3 2 15,2-1-15,1 0 16,-3 1-16,0 0 15,3 0-15,0-1 16,4 1-16,-3 0 16,-2 0-1,3 0-15,0-1 16,-3 1-16,2 0 16,-1 0-16,-4-1 15,4 0-15,-4 0 16,-1 0-16,5-2 15,-6 0-15,-7-2 16,7 0-16,-6 0 16,0 1-1,1 0-15,-4 0 16,2-1-16,-4 1 16,4 0-16,-4-1 15,-1 1-15,-3 1 16,0-1-16,4 1 15,-2 0-15,-2 0 16,-4 0 0,4 1-16,-1-1 15,-7 1-15,-10 1 16,6-1-16,4 0 16,-2 0-16,-8 1 15,-13-1-15,-4 0 16,-12 1-16,14-1 15,-14 1-15,0 0 16,10-8-16,-10-4 16,-1-4-16,-4-5 15,-2 3 1,0 2-16,0-5 16,-3-3-16,3-3 15,2-5-15,3 4 16,-1 3-16,1 1 15,1 6-15,2 1 16,1 1-16,-1 0 16,1 4-1,-1-1-15,-1 4 16,0 2-16,-2 2 16,-2-3-16</inkml:trace>
  <inkml:trace contextRef="#ctx1" brushRef="#br2" timeOffset="114015.58">12353 4923 0,'0'0'0,"-3"1"15,3-1-15,-14 4 16,-3 1-16,1 2 15,2 1-15,1 1 16,4 1-16,-1 4 16,-1 6-1,-1 2-15,2-2 0,1-2 16,3-4 0,3-1-16,-2 1 15,1 3-15,0 0 16,0 12-16,0 7 15,2 4-15,2-7 16,0-7-16,0-1 16,1 7-16,1 5 15,3 3-15,2-5 16,-2-10 0,4-2-16,5-1 15,7 1-15,4-2 16,2-1-16,1-1 15,-3-6-15,4 2 16,3-11-16,2-4 16,2 0-16,-7-4 15,-3-1-15,-1 0 16,0-3 0,-2-2-16,3-3 15,1-6-15,-3-1 16,-7-3-16,-5-4 15,-2-6-15,0-4 16,-3 1-16,-9-3 16,-6 2-16,-19-19 31,-5-2-15,-3 10-16,0 9 15,9 13-15,-1 1 16,0 2-16,1 3 15,3 8-15,2 6 16,2 5-16,-4 0 16,-5 0-16,-4 0 15</inkml:trace>
  <inkml:trace contextRef="#ctx1" brushRef="#br2" timeOffset="119581.1">12727 4721 0,'0'0'0,"8"-6"0,8-5 16,24-21-16,-5 1 15,-9 2-15,-12 14 16,-14 15-16,10-11 16,-10 11-1,0 0-15,6-7 16,-6 7-16,0 0 16,0 0-16,0 0 15,4-7-15</inkml:trace>
  <inkml:trace contextRef="#ctx1" brushRef="#br3" timeOffset="188714.42">12119 4722 0,'0'0'0,"0"0"16,0 0-16,0 0 15,0 0-15,0 0 16,0 0-16,0 0 16,0 0-1,2-3-15,-2 3 16,27-19-16,-3 5 16,6 2-16,1 2 15,2 1-15,-1-1 16,-2 0-16,-6 4 15,-6-1-15,-1 6 16,2 6-16,-1-2 16,-1-1-1,0-1-15,2-3 16,3 2-16,1 0 16,5-5-16,-2 0 15,-1-4-15,-5 4 16,0 4-16,-1 1 15,-2 1-15,-1 0 16,-2-2-16,0 1 16,-2 0-16,1 1 15,-1 1 1,-1-2-16,-2 2 16,2 5-16,1 7 15,1 0-15,-1 4 16,-4-3-16,-2 5 15,0-1-15,-3-1 16,-1 2-16,-1-4 16,0 3-1,-1-4-15,-1 4 16,1 8-16,-1 3 16,-1-4-16,0-4 15,-2 3-15,0-4 16,1 1-16,-2 1 15,0 3-15,1 2 16,0-1-16,1-1 16,0-1-1,0 0-15,-1-2 16,1-2-16,0 3 16,0 4-16,-2 4 15,0-3-15,1-6 16,1-4-16,-1-2 15,2-3-15,0 0 16,-1 1-16,0 0 16,-1 3-16,1-3 15,0 1 1,1-2-16,0-1 16,1 3-16,-1-4 15,1-1-15,1 2 16,-1 2-16,0 7 15,1-1-15,0-9 16,0-12-16,0 11 16,-1-4-1,0 4-15,-2 9 16,0 1-16,1-4 16,0-7-16,2-10 15,-1 9-15,1-9 16,-2 12-16,1-6 15,1-6-15,-6 12 16,6-12-16,-15 4 16,4-6-1,-3 0-15,-4-1 16,2 1-16,-3 3 16,-1 3-16,3-3 15,-1 2-15,-1-1 16,2 1-16,0 0 15,3-1-15,-1 1 16,1-1-16,3 1 16,-2-1-16,2 0 15,-2 0 1,1 0-16,0 1 16,0 0-16,2 0 15,1-1-15,-1 0 16,-1 0-16,-2-2 15,1 1-15,-1-1 16,2 0-16,1 0 16,10 0-16,-16-1 15,16 1 1,-11-4-16,11 4 16,-12-8-16,12 8 15,-12-8-15,12 8 16,-12-9-16,3 3 15,-2-4-15,2-4 16,-2-4-16,3 1 16,1 2-16,1-6 15,2 1-15,0 0 16,1 0 0,-2-4-16,0-1 15,0-4-15,1 0 16,1 2-16,3-1 15,0 0-15,0-1 16,0 1-16,0 2 16,0-1-16,-4 3 15,3-1 1,-2-1-16,2 0 16,-1 1-16,1-2 15,-1 1-15,2 2 16,-1-3-16,1 5 15,1 1-15,-1-4 16,0 1-16,0-4 16,0-3-16,0 6 15,0-3-15,1-5 16,2 2 0,0-4-16,1 3 15,-1 8-15,0 6 16,-1 2-16,1-2 15,1-1-15,0 1 16,-1 0-16,-1 7 16,-1 1-16,1 1 15,-2 9-15,1-9 16,-1 9 0,0 0-16,2-6 15,-2 6-15,15-19 16</inkml:trace>
  <inkml:trace contextRef="#ctx1" brushRef="#br3" timeOffset="193614.51">12528 5781 0,'0'0'0,"0"0"16,0 0-16,0 0 15,0 0 1,0 0-16,0 0 16,0 0-16,0 7 15,0 4-15,0-1 16,0 2-16,0 1 16,0-4-16,0 0 15,0 0-15,0-1 16,0 0-16,0 1 15,-1-1 1,-1 3-16,1-1 16,-1-2-16,1-1 15,-1 1-15,-1 2 16,0-2-16,2 0 16,1-8-16,-5 11 15,2-4-15,0 0 16,3-7-16,-4 7 15,4-7-15,0 0 16,0 0 0,-3 6-16,3-6 15,0 0-15,0 0 16,0 0-16,0 8 16,0-8-16,0 0 15,3 8-15,-3-8 16,0 0-1,7 10-15,-1-4 16,0 1-16,2 1 16,-1 0-16,-2-2 15,-5-6-15,13 11 16,-13-11-16,11 7 16,-11-7-16,0 0 15,10 6-15,-10-6 16,0 0-16,0 0 15,0 0 1,0 0-16,0 0 16,0 0-16,0 0 15,0 0-15,0 0 16,0 0-16,-20-10 16,7 4-16,1 0 15,-1-1-15,4 1 16,9 6-16,-15-11 15,15 11 1,-10-7-16,10 7 16,0 0-16,0 0 15,-10-7-15,10 7 16,0 0-16,0 0 16,0 0-16,-4-7 15,4 7-15,0 0 16,0 0-16,0 0 15,0 0 1,0 0-16,0 0 16,0 0-16,0 0 15,0 0-15,0 0 16,0 0-16,0 0 16,0 0-16,0 0 15,11 0-15,-11 0 16,0 0-16,0 0 15,0 0-15,19-5 16</inkml:trace>
  <inkml:trace contextRef="#ctx1" brushRef="#br3" timeOffset="197580.64">12206 6600 0,'0'0'0,"0"0"16,0-1-16,0 1 16,0 0-16,0 0 15,0 0-15,-7-8 16,7 8-16,-3-6 16,3 6-1,0 0-15,0 0 16,0 0-16,11-6 15,8 0-15,7-1 16,-2 2-16,4 0 16,8-2-16,1 5 15,0 3-15,-3 2 16,3 0 0,3 0-16,4 2 15,-3-1-15,-8 0 16,0-1-16,-2-2 15,2 2-15,0-1 16,-6 0-16,-3-2 16,-5 0-16,-4 0 15,-5 0-15,-10 0 16,12 0-16,-12 0 16,0 0-16,0 0 15,0 0 1,10-3-16,-10 3 15,0 0-15,0 0 16,0 0-16,0 0 16,0 0-16,0 0 15,0 0-15,0 0 16,0 0-16,0 0 16,0 0-1</inkml:trace>
  <inkml:trace contextRef="#ctx1" brushRef="#br3" timeOffset="198931.22">12441 6789 0,'1'-10'0,"-1"10"16,3-8-16,-3 8 15,2-7-15,-2 7 16,0 0-16,0 0 16,0 0-16,0 0 15,0 0-15,0 0 16,0 0-16,-9 11 16,-7 10-1,2-3-15,4-6 16,-4 5-16,0 0 15,0 2-15,0-1 16,8-10-16,6-8 16,0 0-16,0 0 15,0 0-15,5-17 16,6 1-16,-1 2 16,1 2-16,5-7 15,1 2 1,0 5-16,1 1 15,-2 6-15,0-2 16,-5 3-16,-1 2 16,-10 2-16,16 0 15,-16 0-15,12 3 16,-5 5-16,2 10 16,1 7-16,-3 10 15,-4-7 1,-3-15-16,0 11 15,-1-4-15,1 0 16,0-3 0,0-9-1,0-8-15,-1 10 16,1-10-16,-18 9 16,-7 0-16,-7 0 15,3-3-15,1 1 16,-1 0-1,1-1-15,1 0 16,4 0-16,7-2 16,4-2-16,12-2 15,-13 2-15,13-2 16,0 0-16,0 0 16,22 0-16,3 0 15,1-1 1,5 1-16,6 0 15,7 0-15,-2 0 16,-9-3-16,2 1 16,4-1-16,0-2 15,-2 1-15,-9-3 16,-9 2-16,-1-1 16</inkml:trace>
  <inkml:trace contextRef="#ctx1" brushRef="#br3" timeOffset="199864.56">11725 6761 0,'0'0'0,"-1"-2"0,1 2 16,-4-9-16,4 9 16,-4-11-16,4 11 15,-5-7-15,5 7 16,-12-7-16,-3 4 16,-7 3-16,-5 2 15,-5 4-15,-2 3 16,1 2-1,5 3-15,5 0 16,3 4-16,4 6 16,5 1-16,3-1 15,8-2-15,6-4 16,9-6-16,10-5 16,14-12-16,6-5 15,4-4-15,4-8 16,-7 3-1,-3-2-15,-9-5 16,-8 0-16,-6 5 16,-6 4-16,-5 8 15,-9 9-15,0 0 16,3-8-16,-3 8 16,-20-3-16,1 8 15,-1 1-15,-1 5 16,7 1-1,3 1-15</inkml:trace>
  <inkml:trace contextRef="#ctx1" brushRef="#br3" timeOffset="200513.91">13573 6803 0,'0'0'0,"-2"2"16,2-2-16,-11 9 15,-4 4 1,-5 5-16,-1 1 16,0 3-16,9-6 15,8 3-15,6 3 16,4-3-16,4-2 16,3-6-16,16-7 15,19-4-15,14-10 16,-4-16-1,-16 8-15,-3-4 16,-18 9-16,-6 4 16,-6 1-16,-7 1 15,-6-4-15,-11-1 16,-20-1-16,-38-14 31,-6 10-31,8 12 16,19-1-1,26 3-15,-2-2 16,-1-6-16,0-3 16,2-5-16</inkml:trace>
  <inkml:trace contextRef="#ctx1" brushRef="#br3" timeOffset="202347.5">3817 7560 0,'0'0'0,"0"0"0,0 0 0,0 0 0,4 2 15,8 0-15,8 0 16,4-1-16,2 0 16,0-1-1,0 0-15,1-1 16,-1 0-16,-2-1 16,-2 0-16,-2 0 15,-2 0-15,-1 0 16</inkml:trace>
  <inkml:trace contextRef="#ctx1" brushRef="#br3" timeOffset="203613.37">4505 7766 0,'0'0'0,"0"0"0,0 0 0,0 0 0,0-2 16,0 2-16,2-14 16,2-4-16,4-4 15,3-6-15,4-7 16,3-10-16,5-13 15,7-10-15,6-13 16,1-4-16,0 3 16,-8 16-1,-11 14-15,-6 9 16,-4 6-16,-5 8 16,-2 7-16,-3 8 15,2 14-15,-5-7 16,-8 12-16,-13 13 15,-9 20-15,3 7 16,3 10-16,3 9 16,3 8-1,7-1-15,4 3 16,7-6-16,3-7 16,4-6-16,5-6 15,4-11-15,4-2 16,7-6-16,2-6 15,0-9-15,4-15 16,-1-13-16,11-22 16,6-3-16,-5 0 15,-3 1 1,-9 4-16,-5 1 16,-7 6-16,-5 7 15,-5 8-15,-2 4 16,-3 7-16,0 0 15,0 0-15,0 26 16,0 8-16,-1-2 16,0-6-16,1-4 15,-1-7 1,1-5-16,0-10 16,3 9-16,8-9 15,10-15-15,8-22 16,0-8-16,-13 3 15,-8 12-15,-5 6 16,-6 8-16,-1 4 16,-1 5-16,-6 4 15,-4 2-15,-2 5 16,1 7 0,8 0-16,3 2 15,6 0-15,6 0 16,10-7-16,14-11 15,20-26-15,12-29 16,-7 1-16,-6-6 16,-16 15-16,-9 11 15,-9 12 1,-6 10-16,-4 7 16,-6 10-16,0 0 15,14 11-15,-4 21 16,-7 27-16,-7 12 15,-6 22-15,-2-9 16,-2 16-16,-4 30 31,0-18-31,-6-3 16,5-44 0,4-22-16,0-12 15,-1-13-15,-1-9 16,-2-12-16,4-7 15,0-2-15,1-13 16,2-11-16,7-11 16,7-1-16,6 5 15,6 3 1,4 2-16,4 3 16,2 4-16,0 2 15,-2 7-15,-3 4 16,-1 0-16,7-5 15,6-18-15,13-31 16,14-22-16</inkml:trace>
  <inkml:trace contextRef="#ctx1" brushRef="#br3" timeOffset="203930.9">5722 6979 0,'0'0'0,"0"0"15,0 0-15,-4 3 16,4-3-16,-28 12 16,1 9-16,-4 18 15,0 5-15,1 15 16,3 7 0,4 2-16,3 4 15,5 0-15,6-9 16,5-10-16,6-14 15,0-7-15,4-12 32,6-7-32,10-7 15,19-18-15,4-14 16,-3-1 0,7-36-16,-25 11 15</inkml:trace>
  <inkml:trace contextRef="#ctx1" brushRef="#br3" timeOffset="204147.94">5870 7142 0,'0'0'0,"0"0"0,0 3 16,0 4-16,0 16 15,-2 20-15,-7 15 16,-2-3-16,0 1 15,1-9-15,1-4 16,2-7-16,1-4 31</inkml:trace>
  <inkml:trace contextRef="#ctx1" brushRef="#br3" timeOffset="204447.56">6116 6874 0,'0'0'0,"0"0"16,0 0-16,0 0 15,3 4-15,9 11 16,9 17-16,0 17 15,-3 8-15,-7 13 16,-5 4-16,-5 0 16,-31 19-1,-3-18 1,-10 7 0,6-22-16,18-26 15,-7 0-15,-4-20 16</inkml:trace>
  <inkml:trace contextRef="#ctx1" brushRef="#br3" timeOffset="205030.96">6467 7383 0,'0'0'0,"0"0"0,1-1 16,-1 1-16,0 0 15,13-4-15,4 0 16,6-1-16,7 1 16,2 2-1,-3 0-15,0 0 16,-4 1-16,-2 1 15,-4-4-15,0 0 16,-4-2-16,-3 2 16,-12 4-16,0 0 15</inkml:trace>
  <inkml:trace contextRef="#ctx1" brushRef="#br3" timeOffset="205246.86">6550 7617 0,'0'0'0,"9"-1"0,5-1 16,17-3-16,2 0 15,2-2-15,1-9 16,-4-4-16,-2 1 16</inkml:trace>
  <inkml:trace contextRef="#ctx1" brushRef="#br3" timeOffset="206197.78">7529 7268 0,'0'0'0,"0"0"0,-4 0 0,4 0 16,-9 0-1,9 0-15,-20-3 16,6 2-16,0-1 15,-1 0-15,-4 5 16,-3 7-16,-3 6 16,-2 6-16,1 3 15,5 0-15,5 1 16,2-1-16,7 2 16,2 4-16,4-3 15,4-5 1,3-8-16,7 0 15,8-2-15,9-2 16,5-6-16,0-8 16,5-9-16,3-7 15,0-7-15,-3-5 16,-4-1-16,-3-3 16,-4-1-16,-3 0 15,-6 3 1,-6 5-16,-6 7 15,-6 3-15,-5 6 16,-3 0-16,-7 2 16,-9 0-16,-14 5 15,-20 7-15,-5 6 16,-12 9-16,-3 4 16,0 3-16</inkml:trace>
  <inkml:trace contextRef="#ctx1" brushRef="#br3" timeOffset="214379.95">12626 6737 0,'0'9'0,"0"-9"0,0 0 15,0 0-15,-7 8 16,-4 3-16,-3-4 16,-9 0-16,-7 2 15,2-2-15,6-1 16,5 0-16,3-3 16,-2 4-16,5-4 15,11-3-15,-16 6 16,16-6-1,-16 15-15,6 18 16,-1 5-16,5-9 16,5-10-16,1-9 15,1 3-15,4 5 16,4 6-16,10 3 16,9-6-16,6-10 15,-2-9-15,-1-3 16,-7-5-1,-1 1-15,-2-3 16,0-1-16,-3 1 16,-4 2-16,-1-8 15,-2 0-15,-11-6 32,-13-2-32,-20-1 15,-23-11 1,2 12-16,-19 2 15,-1 2-15,8 5 16,8 7-16,6 8 16,5 7-16</inkml:trace>
  <inkml:trace contextRef="#ctx1" brushRef="#br3" timeOffset="-213716.52">11950 6854 0,'0'0'0,"-4"-3"0,4 3 16,0 0-16,0 0 16,-13 3-16,6 4 15,2 4-15,1-3 16,2-2-16,2-6 16,-3 16-16,1-3 15,1 7-15,0-3 16,0-6-16,1-3 15,0-1 1,0-7-16,0 8 16,0-8-16,0 0 15,0 8-15,0-8 16</inkml:trace>
  <inkml:trace contextRef="#ctx1" brushRef="#br3" timeOffset="-211799.71">5009 8312 0,'0'0'0,"6"0"0,6 0 15,17 1-15</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17:07.754"/>
    </inkml:context>
    <inkml:brush xml:id="br0">
      <inkml:brushProperty name="width" value="0.05292" units="cm"/>
      <inkml:brushProperty name="height" value="0.05292" units="cm"/>
      <inkml:brushProperty name="color" value="#EE0000"/>
    </inkml:brush>
  </inkml:definitions>
  <inkml:trace contextRef="#ctx0" brushRef="#br0">4496 5874 0,'0'0'0,"0"0"0,0 0 16,0 0-16,0 0 15,0 0-15,0 0 16,0 0-16,0 0 15,0 0-15,0 0 16,2-1 0,-2 1-16,0 0 15,18 0-15,-6 0 16,1-1-16,7 0 16,2-1-16,4 0 15,4 0-15,0-1 16,3 1-16,1-1 15,0 0-15,-1 1 16,3 0 0,-1-2-16,3-2 15,1 0-15,2 0 16,-3 0-16,-2 2 16,-6-2-16</inkml:trace>
  <inkml:trace contextRef="#ctx0" brushRef="#br0" timeOffset="582.96">4979 6381 0,'0'0'0,"6"-1"0,-6 1 0,13-1 16,19-3-16,9-2 16,2 2-1,0-4-15,4-5 16,-2-1-16</inkml:trace>
  <inkml:trace contextRef="#ctx0" brushRef="#br0" timeOffset="1099.76">5034 6830 0,'0'0'0,"0"0"0,0 0 16,6-5-16,7-5 16,5-3-1,4 6-15,-2 2 16,2 0-16,5-2 16</inkml:trace>
  <inkml:trace contextRef="#ctx0" brushRef="#br0" timeOffset="1449.86">4902 7363 0,'0'0'0,"0"0"0,0 0 0,2 2 0,-2-2 15,13 5 1</inkml:trace>
  <inkml:trace contextRef="#ctx0" brushRef="#br0" timeOffset="9316.18">5825 4631 0,'0'0'0,"0"0"0,0-1 0,0 1 16,0 0-16,0 0 16,0 0-16,0 0 15,0 0 1,0 0-16,-5-8 16,5 8-16,0 0 15,0 0-15,20-3 16,-1-2-16,4-1 15,4-1-15,5 0 16,7 1-16,2 3 16,2 1-16,2 2 15,3 2 1,0-2-16,0 1 16,3 0-16,-3 0 15,1-1-15,-2 0 16,-1 0-16,-1 1 15,3 1-15,-1-1 16,1 0-16,2 1 16,2 0-1,2-1-15</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20:17.101"/>
    </inkml:context>
    <inkml:brush xml:id="br0">
      <inkml:brushProperty name="width" value="0.05292" units="cm"/>
      <inkml:brushProperty name="height" value="0.05292" units="cm"/>
      <inkml:brushProperty name="color" value="#00B0F0"/>
    </inkml:brush>
  </inkml:definitions>
  <inkml:trace contextRef="#ctx0" brushRef="#br0">11626 5386 0,'0'0'0,"0"0"0,0 0 15,0 0-15,0 0 16,0 0-16,7 4 16,-7-4-16,21 9 15,-5-3-15,7 0 16,5-1-16,3-2 15,1-1-15,-2-2 16,-2-1 0,0-1-16,1-2 15,-1 1-15,-6-1 16,-7 0-16,-6 2 16,-9 2-16,12-3 15,-12 3-15,0 0 16,9-2-16,-9 2 15,0 0-15,0 0 16,0 0 0,0 0-16,0 0 0,0 0 15</inkml:trace>
  <inkml:trace contextRef="#ctx0" brushRef="#br0" timeOffset="786.31">11538 5473 0,'0'0'0,"0"0"16,0 0-16,0 1 15,0-1-15,0 0 16,0 7-16,0-7 15,0 8 1,0-1-16,1 0 16,3 3-16,4 3 15,4 0-15,2-1 16,2 1-16,0-1 16,1-1-16,-1-2 15,0 1-15,-1-1 16,0 0-16,0-1 15,-2 0-15,-2-2 16,-1 1-16,-10-7 16,14 9-1,-14-9-15,6 8 16,-6-8-16,2 13 16,-7-1-16,-6 3 15,-9 0-15,-4-2 16,-2 1-16,-1-1 15,-1-1-15,1 1 16,2-3-16,1 0 16,0 0-1,3-2-15,2 2 16,4 0-16,3 0 16,0 1-16,3 0 15,1 0-15,3-1 16,1 0-16,2-1 15,1-1-15,1-1 16,1 0-16,2 2 16,3 0-1,4 0-15,4 4 16,8 0-16,7-3 16,6-2-16,1-3 15,3 0-15,5-2 16,3-1-16,-3-1 15,-4-1-15,-4 0 16,5 0-16,-2 0 16,-5 0-16,-5-1 15,-9 0 1,-5 0-16,-2 0 16,-13 1-16,17-2 15,-17 2-15,18-1 16,-7 0-16</inkml:trace>
  <inkml:trace contextRef="#ctx0" brushRef="#br0" timeOffset="2133.28">11577 5480 0,'0'0'0,"0"0"0,-3-3 16,3 3-16,-8-7 16,8 7-16,-7-10 15,7 10 1,-4-14-16,3 6 16,0-1-16,1-1 15,2-1-15,3 0 16,3-1-16,2 1 15,0 2-15,3 2 16,4-1-16,4 3 16,0 1-16,3 4 15,2 1-15</inkml:trace>
  <inkml:trace contextRef="#ctx0" brushRef="#br0" timeOffset="3433.52">11470 6174 0,'0'0'0,"0"0"0,0 0 15,0 0-15,0 0 16,0 3-16,0-3 16,-2 8-16,2 0 15,-2 3-15,1 4 16,2 2-16,1 1 16,-1 0-1,1-1-15,-1-1 16,1 0-16,-1-3 15,0-2-15,0 0 16,-1 1-16,1 1 16,-1-1-16,2 0 15,-1-4-15,0-2 16,-1-6-16,2 10 16,-2-10-16,0 0 15,3 7 1,-3-7-16,14 0 15,-14 0-15</inkml:trace>
  <inkml:trace contextRef="#ctx0" brushRef="#br0" timeOffset="3784.1">11481 6372 0,'2'-2'0,"-2"2"16,15-9-16,7-2 15,9 0-15,1-1 16,2-1-16,-3 2 16,-3 1-16,-3 0 15,-4 2-15,-5 2 16,-4 2-16,-12 4 16,14-4-16,-14 4 15,0 0 1</inkml:trace>
  <inkml:trace contextRef="#ctx0" brushRef="#br0" timeOffset="4117.99">11437 6363 0,'0'0'0,"0"0"16,0 0-16,0 0 16,2 2-16,-2-2 15,9 8-15,1 0 16,5 4-16,4 4 16,2 1-16,-1-4 15,0-4 1,0 1-16,2 0 15,0-1-15,-3-1 16,-3-1-16,-3-1 16,0-2-16,3-4 15,3 0-15,-1-2 16</inkml:trace>
  <inkml:trace contextRef="#ctx0" brushRef="#br0" timeOffset="6232.99">12485 5468 0,'0'0'0,"0"0"0,0 0 16,0 0-16,0 0 15,0 0 1,-2 2-16,2-2 16,-8 9-16,1-2 15,-1 7-15,2 2 16,2 3-16,5 2 16,3 0-16,6 1 15,4-2-15,6-3 16,9-3-1,3-5-15,2-4 16,-2-8-16,-5 0 16,-2-2-16,-3-3 15,-4 0-15,-2-1 16,-4 1-16,-3 1 16,-3 0-16,-6 7 15,8-11-15,-8 11 16,0 0-16,4-7 15,-4 7-15,0 0 16,0 0 0,0 0-16,0 0 15,0 0-15,-7 7 16,1 5-16,-4 16 31,1 14-31,1 9 16,4 0-16,2-16 15,-1 7 1,2 7-16,1 1 16,3-2-16,3-7 15,0-10-15,-2-9 16,-1-3-16,-2-7 16,-5 0-16,-6-1 15,-4 0-15,-4-4 16,-8-7-16,0 0 15,4-6 1,3 2-16,2-2 16,2-3-16,1-5 15,4 1-15,4-1 16,4-7-16,5 2 16,7-9-16,6-7 15,1 13-15,7 0 16,0 0-16,-1 5 15,3 1-15,-4 1 16,-1 9 0,0 0-16,-1 0 15,-3 0-15,5-8 16</inkml:trace>
  <inkml:trace contextRef="#ctx0" brushRef="#br0" timeOffset="6683.13">12947 5909 0,'0'-4'0,"0"4"0,0 0 0,0 0 0,-1-6 16,1 6-16,0 0 15,-3 7-15,3-7 16,-3 17 0,2 3-16,4 18 31,-2-2-31,2-6 16,0-2-16,0-2 15,0 0-15,-4 7 16,-1-8-16,1-6 15,-1-3-15</inkml:trace>
  <inkml:trace contextRef="#ctx0" brushRef="#br0" timeOffset="6983.21">13038 6081 0,'0'0'0,"4"-3"0,5-3 15,9-8 1,7-2-16,-6 5 16,-5 3-16,-1 1 15,-2 3-15,1 0 16</inkml:trace>
  <inkml:trace contextRef="#ctx0" brushRef="#br0" timeOffset="7250.71">12981 6150 0,'0'0'0,"2"0"0,-2 0 15,17 3-15,1 1 16,2 5 0,0 2-16,4 3 15,-1 4-15,-6-4 16,4 1-16,-3-2 16</inkml:trace>
  <inkml:trace contextRef="#ctx0" brushRef="#br0" timeOffset="7833.74">13391 5497 0,'0'0'0,"0"0"0,0 0 15,0 3-15,0-3 16,-6 14-16,4-1 15,-5 5-15,1 7 16,-1 10 0,2 2-16,2-5 15,2-5-15,0-6 16,1-2-16,0-1 16,2 1-16,1 0 15,4-1-15,2-4 16,4 0-16,3-5 15,5-2-15,3-7 16,1-3-16,9-7 16</inkml:trace>
  <inkml:trace contextRef="#ctx0" brushRef="#br0" timeOffset="8469.84">13623 5670 0,'0'0'0,"0"0"0,0 0 16,0 0-16,-2 4 16,-5 5-16,-3 5 15,1 1-15,1-2 16,5-1-16,2-1 15,2 3-15,5 2 16,6-1-16,6-2 16,1-8-16,2-5 15,-1-3 1,-5-3-16,-2 0 16,-4-2-16,-2 0 15,-3 2-15,-1-1 16,0-1-16,-2 1 15,0-1-15,-1 8 16,-1-8-16,1 8 16,0 0-1,0 0-15,-9-6 16,9 6-16,0 0 16,0 0-16,29-18 15,1 2-15,4-2 16,-6 4-16,-4 0 15,-6 1-15,-6 2 16,-3 4-16,-9 7 16,9-9-1,-9 9-15,0 0 16,0 0-16,0 0 16,0 18-16,-4 4 15,-6 6-15,-3 9 16,0 2-16,-2-3 15,1 3-15,-1 0 16,0 2-16,-2 6 31</inkml:trace>
  <inkml:trace contextRef="#ctx0" brushRef="#br0" timeOffset="8700.1">13689 6104 0,'0'0'0,"0"0"16,0-5-16,0 5 15,8-13-15,5 2 16,8-7-16,8-7 15,3-25-15,-1 6 16,-11 15-16</inkml:trace>
  <inkml:trace contextRef="#ctx0" brushRef="#br0" timeOffset="9335.32">14278 5526 0,'-2'0'0,"2"0"0,0 0 0,0 0 0,-10 9 16,3 3-16,-5 9 15,5 4-15,-5 6 16,5-11-16,2-3 15,0 5-15,11-5 16,15-2 0,14-13-1,20-18 1,-15 2-16,-10-3 16,-9 1-16,-1 1 15,-5 2-15,-5 4 16,-3 3-16,-7 6 15,7-8-15,-7 8 16,0 0-16,0 0 16,0 0-16,0 0 15,-4 12 1,-2 8-16,-5 9 16,0 1-16,0 3 15,0 3-15,-1 3 16,1 3-16,0 4 15,0 4-15,1-4 16,-5 20 0</inkml:trace>
  <inkml:trace contextRef="#ctx0" brushRef="#br0" timeOffset="9549.58">14077 6128 0,'0'0'0,"6"-4"15,-6 4-15,22-15 16,0-2 0,-4 2-16,10-9 15,-6 5-15,1 1 16,14 0-16,-3 2 15</inkml:trace>
  <inkml:trace contextRef="#ctx0" brushRef="#br0" timeOffset="10499.98">14601 6017 0,'0'0'0,"0"0"16,0 0-16,0 0 15,-1-2-15,1 2 16,0 0 0,0 0-16,-9 10 15,-1 6-15,-3 9 16,-1 4-16,1 3 15,5-2-15,4 0 16,-3 13 0,0 2-1,1-7-15,0-9 16,2-13-16,0-3 16,-4 5-1,-4-4-15,1-6 16,11-8-16,-15 3 15,15-3-15,0 0 16,-11-5-16,11 5 16,0-8-16,4 0 15,-1-1-15,2 3 16,-5 6 0,15-12-16,0 2 15,9-2-15,8-1 16,5 1-16,-2 5 15,2 0-15,-4 1 16,-3 0-16,-2 0 16,-2-2-16,-3-4 15,-3 0-15,-6 1 16,-6 4 0,-5 0-16</inkml:trace>
  <inkml:trace contextRef="#ctx0" brushRef="#br0" timeOffset="10782.76">14460 6311 0,'0'0'0,"0"0"15,0 0-15,4 3 16,-4-3-16,16 15 15,-3-5-15,6 2 16,7 4-16,3-1 16,1 0-16,-3-1 15,2 1-15,0 0 16,3 4 0,1-1-16,-8-3 15,-1-1-15,-5-8 16</inkml:trace>
  <inkml:trace contextRef="#ctx0" brushRef="#br0" timeOffset="11499.58">14512 5263 0,'0'0'0,"0"0"16,0 0-16,0 0 15,0 0-15,0 0 16,0 0-16,0 0 16,-4 2-16,4-2 15,-24 15-15,5-4 16,-2 1-16,1 2 16,1-2-16,3 0 15,3 0 1,3-4-16,10-8 15,-11 10-15,11-10 16,0 0-16,-3 8 16,3-8-16,12-2 15,2-2-15,3-4 16,3-4-16,0 0 16,-3 1-1,-4 1-15,-2 2 16,-3 2-16,-8 6 15,18-11-15,-4 10 16,6 6-16,4 3 16,0 5-16,3 3 15,2 5-15,-4 0 16</inkml:trace>
  <inkml:trace contextRef="#ctx0" brushRef="#br0" timeOffset="14100.29">12858 6509 0,'0'0'0,"0"0"16,0 0-16,0 0 15,0 0-15,0 0 16,0 0-1,0 0-15,0 0 16,0 0-16,0 0 16,0 0-16,3 1 15,-3-1-15,26 3 16,-1-2-16,0-2 16,4 0-16,4-2 15,2 1-15,-2-1 16,-4 1-16,-4 1 15,-3 0 1,-1 0-16,2 0 16,1 1-16,-1-1 15,-4 0-15,-5 0 16,-4 1-16,-10 0 16,13 0-16,-13 0 15,0 0-15,10 0 16,-10 0-16,0 0 15,0 0-15,0 0 16,0 0 0,0 0-16,0 0 15,0 0-15,0 0 16,0 0-16,0 0 16,10 0-16,-10 0 15,0 0-15,0 0 16,0 0-16,0 0 15,0 0 1,0 0-16,0 0 16,0 0-16,0 0 15,0 0-15,0 0 16,0 0-16,0 0 16,0 0-16,0 0 15,0 0-15,0 0 16,0 0-16,0 0 15,0 0-15,0 0 16,0 0 0,0 0-16,0 0 15,0 0-15,0 0 16,0 0-16,0 0 16,0 0-16,0 0 15,0 0-15,0 0 16,0 0-16,0 0 15,0 0-15,0 0 16,0 0 0</inkml:trace>
  <inkml:trace contextRef="#ctx0" brushRef="#br0" timeOffset="15566.83">12948 6347 0,'0'0'0,"0"0"16,0 0-16,0 0 15,-3-6-15</inkml:trace>
  <inkml:trace contextRef="#ctx0" brushRef="#br0" timeOffset="19033.91">12979 6256 0,'0'0'0,"0"0"0,0 1 15,0-1 1,0 0-16,0 0 15,0 0-15,0 0 16,0 0-16,-4 6 16,4-6-16,0 0 15,0 0-15,0 0 16,0 0-16,0 0 16</inkml:trace>
  <inkml:trace contextRef="#ctx0" brushRef="#br0" timeOffset="20449.81">14873 6343 0,'0'0'0,"0"0"15,0 0-15,0 0 16,0 0-1,0 0-15,0 0 16,0 0-16,0 0 16,0 0-16,0 0 15,0 0-15,0 0 16,0 0-16,0 0 16,0 0-16,0 0 15,0 0-15,0 0 16,0 0-16,0 0 15,0 0 1,0 0-16,0 0 16,0 0-16,0 0 15,-3 0-15,3 0 16,0 0-16,0 0 16,0 0-16,-12-2 15,12 2-15,0 0 16,0 0-1,0 0-15,-7-9 16,7 9-16</inkml:trace>
  <inkml:trace contextRef="#ctx0" brushRef="#br0" timeOffset="23283.66">10679 6833 0,'0'0'0,"0"4"0,0-4 15,0 9-15,0-9 16,-2 10-16,2-10 16,-1 10-16,1-2 15,0 4-15,0 3 16,0 5-16,2 1 15,0-3 1,1-3-16,4-1 16,2-2-16,3-1 15,0-4-15,5-4 16,5-6-16,10-8 16,4-6-16,4-7 15,2-3-15,2-3 16,3-2-16,-4 3 15,-4 3-15,-1 0 16,-4 3-16,-5 3 16,-3 3-1,-2 2-15,-1 0 16,3 1-16,1 0 16,-4 7-16,1 1 15,-3 3-15,-4 0 16,-1 0-16,-3 1 15,-2 0 1,-11 2-16,17-6 16,-17 6-16,11-4 15,-11 4-15,0 0 16,11-4-16,-11 4 16,0 0-16,0 0 15,0 0-15,0 0 16,0 0-16,8-7 15,-8 7-15,0 0 16,0 0 0,0 0-16,0 0 15,0 0-15,0 0 16,0 0-16,0 0 16,0 0-16,0 0 15,0 0-15,0 0 16,0 0-16,0 0 15,0 0-15,0 0 16,0 0 0,0 0-16,0 0 15,0 0-15,0 0 16,0 0-16,0 0 16,0 0-16,0 0 15,0 0-15,0 0 16,0 0-16,0 0 15,0 0-15,0 0 16,0 0 0,0 0-16,0 0 15,0 0-15,0 0 16,0 0-16,0 0 16,0 0-16,0 0 15,0 0-15,0 0 16,0 0-16,0 0 15,0 0 1,0 0-16,0 0 16,0 0-16,0 0 15,0 0-15,0 0 16,0 0-16,0 0 16,0 0-16,0 0 15,0 0-15,0 0 16,0 0-16,0 0 15,0 0-15,0 0 16,0 0-16,0 0 16,0 0-1,0 0-15,0 0 16,0 0-16,0 0 16,0 0-16,0 0 15,0 0-15,0 0 16,0 0-16,0 0 15,0 0-15,0 0 16,0 0 0,0 0-16,0 0 15,0 0-15,0 0 16,0 0-16,0 0 16,0 0-16,0 0 15,0 0-15,0 0 16,0 0-16,0 0 15,0 0-15,0 0 16,0 0-16,0 0 16,0 0-16,0 0 15,0 0 1,0 0-16,0 0 16,0 0-16,0 0 15,0 0-15,0 0 16,0 0-16,0 0 15,0 0-15,0 0 16,0 0-16,0 0 16,0 0-1,0 0-15,0 0 16,0 0-16,0 0 16,2-6-16,-2 6 15</inkml:trace>
  <inkml:trace contextRef="#ctx0" brushRef="#br0" timeOffset="28416.96">6870 7880 0,'0'0'0,"0"0"0,0 0 0,4 0 16,-4 0-16,28 5 15,0-1-15,3 0 16,3-1-16,2-3 16,8-2-16,2-4 15,6-2-15</inkml:trace>
  <inkml:trace contextRef="#ctx0" brushRef="#br0" timeOffset="29517.05">8714 7781 0,'0'0'0,"0"0"16,0-2-16,0 2 15,0 0 1,-2-8-16,2 8 16,0-7-16,0 7 15,0 0-15,0-8 16,0 8-16,0 0 16,3-6-16,-3 6 15,0 0-15,18-11 16,-6 5-16,2 1 15,6 0-15,3 2 16,6 0 0,3 2-16,2-1 15,2 1-15,-2-1 16,4 1-16,2-2 16,-4 2-16,1-1 15,0 0-15,0 1 16,-1-1-16,-5 0 15,-5 0-15,-6 0 16,-2 0 0,-2 2-16,1-2 15,1 1-15,3-1 16,-1 0-16</inkml:trace>
  <inkml:trace contextRef="#ctx0" brushRef="#br0" timeOffset="31382.8">10360 7750 0,'0'0'0,"0"0"0,0 0 16,4 0 0,-4 0-16,13-2 15,2 1-15,8 0 16,5-1-16,3-2 16,1-2-16,0-1 15,1 0-15,0 0 16,0 0-16,1 1 15,4-2-15,5 3 16,-4 0-16,4 4 16,0 1-1,1 2-15,0-1 16,-7 0-16,1 0 16,2 0-16,1 0 15,-1-1-15,-4-3 16,-4 0-16,3 1 15,2 0-15,1 0 16,-6 0-16,-4 0 16,-3 1-1,4 0-15,2-1 16,0 0-16,-4 2 16,-6-2-16,-5 1 15,-3 0-15,-2 0 16,-1 1-16,0-1 15,-10 1-15,17-2 16,-17 2-16,19-1 16,-19 1-1,15 4-15,-15-4 16,10 3-16,-10-3 16,0 0-16,0 0 15,11 3-15,-11-3 16,0 0-16,0 0 15,0 0-15,0 0 16,0 0-16,9 7 16,-9-7-16,0 0 15,0 0 1,0 0-16,0 0 16,0 0-16,0 0 15,3 6-15,-3-6 16,0 0-16,0 0 15,0 0-15,0 0 16,0 0 0,0 0-16,0 0 15,3 7-15,-3-7 16,0 0-16,0 0 16,0 0-16,0 0 15,0 0-15,0 0 16,4 6-16,-4-6 15,0 0-15,0 0 16,0 0-16,3 7 16,-3-7-16,0 0 15,0 0 1,0 0-16,0 0 16,0 0-16,0 0 15,0 0-15,0 0 16,0 0-16,0 0 15,0 0-15,0 0 16,0 0-16,0 0 16,0 0-1,0 0-15,0 0 16,0 0-16,0 0 16,0 0-16,0 0 15,0 0-15,0 0 16,0 0-16,0 0 15,0 0-15,0 0 16,0 0-16,0 0 16,0 0-16,0 0 15,0 0 1,0 0-16,0 0 16,0 0-16,0 0 15,2 6-15,-2-6 16,0 0-16,0 0 15,0 0-15,0 0 16,0 0-16,0 0 16,0 0-16,0 0 15,0 0 1,0 0-16,0 0 16,0 0-16,0 0 15,0 0-15,0 0 16,0 0-16,0 0 15,0 0-15,0 0 16,0 0-16,0 0 16,-4-6-16,4 6 15,0 0 1</inkml:trace>
  <inkml:trace contextRef="#ctx0" brushRef="#br0" timeOffset="34016.36">8585 7822 0,'0'0'0,"0"0"0,0 0 15,0 0-15,0 0 16,0 0-16,0 0 15,0 0-15,3-1 16,-3 1-16,23-9 16,-2 1-16,2 0 15,7 0-15,3 2 16,5 0-16,5 2 16,0 0-1,0 0-15,4 0 16,1 0-16,2 1 15,1 0-15,-1 1 16,-1 1-16,0-1 16,-2 3-16,2 0 15,1-1 1,-3 1-16,-2-1 16,-8-2-16,-4 0 15,-5-1-15,-5-1 16,-5 2-16,-4-1 15,-14 3-15,13-3 16,-13 3-16,0 0 16,0 0-16,0 0 15,0 0-15,-17-12 16,-31 4-16,-15 5 16,-2 7-1,1 4-15,-1 4 16,1 0-16,1 0 15,5-1-15,5-2 16,3 0-16,4-2 16,3-3-16,4-4 15,5-1-15,6-3 16,6 1 0,9 1-16,13 2 15,-16-2-15,16 2 16,0 0-16,0 0 15,0 0-15,0 0 16,20-11-16,19 7 16,7 1-16,5 0 15,2 3-15,2 0 16,3 2 0,-2-1-16,-2 0 15,-1-2-15,-5-1 16,-6 0-16,-3-2 15,-6 1-15,-7-2 16,-8 1-16,-5 2 16,-13 2-16,10-3 15,-10 3-15,0 0 16,-23-14-16,-25 5 16,-21 3-1,-5 6-15,-9 3 16,2 4-16,-2 5 15,2 1-15,2 2 16,4-1-16,4 0 16,9-2-16,5-2 15,9 0-15,12-3 16,10-2 0,9 0-16,8-4 15,9-1-15,0 0 16,0 0-16,0 0 15,0 0-15,22 10 16,25-8-16,11-3 16,6-1-16,8-2 15,-1 1-15,4 0 16,0-1 0,-1 1-16,0 0 15,-3-1-15,-3 1 16,-3-1-16,-6 0 15,-7-4-15,-11-1 16,-10-2-16,-10 3 16,-9 3-16,-12 5 15,11-6-15,-11 6 16,0-8-16,-20-3 16,-33 0-16,-29 1 15,-9 10 1,-4 6-16,-4 4 15,-1 2-15,-2 1 16,7 4-16,2 1 16,10-1-16,9-2 15,11-1-15,11-4 16,14-2-16,12-3 16,10-2-1,16-3-15,-13 3 16,13-3-16,0 0 15,0 0-15,28 0 16,30 0-16,12 0 16,10 0-16,3 0 15,6 0-15,-1 0 16,3-2-16,0-1 16,-3-1-1,-5-1-15,-5-1 16,-3-2-16,-7 0 15,-8-3-15,-10 0 16,-10 0-16,-12 1 16,-9 3-16,-9 3 15,-10 4-15,0 0 16,7-10-16,-18 0 16,-17-6-16,-34 3 15,-11 3 1,-12 8-16,-1 5 15,0 5-15,-4 1 16,5 3-16,4-1 16,12-1-16,6-2 15,11-1-15,7-2 16,11-1-16,10-3 16,7 0-1,6-1-15,11 0 16,-10 0-16,10 0 15,0 0-15,0 0 16,0 0-16,13-8 16,19 1-16,11 2 15,-3 1-15,-1 0 16,-4-1-16,-5 2 16</inkml:trace>
  <inkml:trace contextRef="#ctx0" brushRef="#br0" timeOffset="36299.76">10462 7739 0,'0'0'0,"0"2"0,0-2 0,0 0 16,0 0-16,0 0 15,-6 6-15,6-6 16,0 0-16,0 0 16,0 0-16,0 0 15,0 0-15,29 10 16,25-4-16,8-2 16,10-3-16,1-3 15,10-3-15,-2-1 16,-1-2-1,2 0-15,-12 1 16,2 0-16,-5-1 16,-9 3-16,-7 0 15,-9 1-15,-11 1 16,-7 0-16,-8 2 16,-16 1-16,15-2 15,-15 2-15,0 0 16,0 0-1,0 0-15,0 0 16,-36 12-16,-44-3 16,-5-7-16,4-2 15,4 1-15,-4 0 16,1 0-16,-3 0 16,10 0-16,5 2 15,-1 0-15,10 1 16,7 0-1,9-2-15,13 1 16,9-2-16,6 0 16,15-1-16,-13 1 15,13-1-15,0 0 16,0 0-16,0 0 16,0 0-16,0 0 15,59 0-15,19-2 16,-2-3-1,2-2-15,7-1 16,-1 1-16,3 2 16,-3 2-16,-2-1 15,-3 2-15,-8 0 16,-6 0-16,-10 1 16,-8 0-16,-11 0 15,-11 0-15,-12 0 31,-13 1-15,0 0-16,-28-7 16,-37-4-16,-11 8 15,-5 2-15,-3 4 16,-10 0-16,3 1 16,3 1-16,0 1 15,5 3 1,5-3-16,4 1 15,12-3-15,7 1 16,11-2-16,13-1 16,5 0-16,10-1 15,6 0-15,10-1 16,0 0-16,0 0 16,0 0-16,13 0 15,42 0-15,16 0 16,4 0-16,8-2 15,4-2 1,4-2-16,1 0 16,-4 2-16,2-1 15,-8 1-15,-2 0 16,-10 0-16,-9 0 16,-10-2-16,-11 1 15,-11 0-15,-10 1 16,-19 4-1,16-2-15,-16 2 16,0 0-16,-24-9 16,-36-5-16,-16 11 15,-5 1-15,-5 4 16,-5 1-16,0 2 16,-1-1-16,2 0 15,3 1-15,1 0 16,11 1-16,5 2 15,12-1 1,14-3-16,10 1 16,11-3-16,11 0 15,12-2-15,-10 1 16,10-1-16,0 0 16,0 0-16,30 6 15,33 3-15,7-7 16,4-4-16,4-1 15,2 0 1,1-1-16,1 0 16,-9 0-16,-3 1 15,-4-1-15,-10 2 16,-9 0-16,-14-2 16,-9 1-16,-10 1 15,-14 2-15,15-4 16,-15 4-1,0 0-15,0 0 16,0 0-16,-52-10 16,-33 9-16,1 4 15,0 2-15,-3 2 16,-6 3-16,6-2 16,1 1-16,8 0 15,12 0-15,4 1 16,9-2-16,8-2 15,11-1 1,9-2-16,10-1 16,5 0-16,10-2 15,0 0-15,-9 2 16,9-2-16,0 0 16,38-7-16,24-1 15,11 3-15,-2 1 16,13-1-16,-3 2 15,1-1 1,2 1-16,-10 1 16,0-3-16,-12 1 15,-9-1-15,-6 0 16,-11 1-16,-7 0 16,-10 1-16,-8 1 15,-11 2-15</inkml:trace>
  <inkml:trace contextRef="#ctx0" brushRef="#br0" timeOffset="39620.19">7252 5562 0,'0'0'0,"0"0"15,0 2-15,0-2 16,0 0-16,0 0 15,1 9-15,-1-9 16,4 15-16,-1-2 16,4 3-16,3 2 15,3 3-15,3-1 16,2-1 0,1-1-16,4-1 15,0 0-15,2-2 16,-2-1-16,-4-2 15,-1-2-15,-2 1 16,0 0-16,0 0 16,0-2-16,-2 1 15,-4-2 1</inkml:trace>
  <inkml:trace contextRef="#ctx0" brushRef="#br0" timeOffset="40283.4">7826 5587 0,'0'0'0,"0"0"0,0 0 16,-1 1-16,1-1 15,0 0-15,0 0 16,0 0-16,0 0 16,0 0-16,-8 9 15,0-1-15,-8 10 16,-4 3-16,-2 4 16,3-1-1,1 0-15,0 0 16,1-2-16,3 0 15,1-4-15,2-2 16,3-4-16,1-2 16,2-4-16,5-6 15,-5 9-15,5-9 16,0 0 0,-4 8-16,4-8 15,0 0-15,0 0 16,-1 6-16,1-6 15,0 0-15,0 0 16,0 0-16,0 0 16,0 0-16,0 0 15,0 0-15,0 0 16,0 0 0,-1 7-16,1-7 15,-2 12-15,0 1 16,-1 3-16,0 3 15,0 4-15,1 3 16,0-2-16,1 0 16,0 1-16,1 0 15,-1-2-15,1-2 16,-1-1 0,0-5-16,1 3 15</inkml:trace>
  <inkml:trace contextRef="#ctx0" brushRef="#br0" timeOffset="41066.08">7481 5040 0,'0'0'0,"0"0"15,0 0-15,0 0 16,0 0-16,0 3 16,0-3-16,-4 8 15,0 9-15,-7 12 16,-2 8-16,-1-2 16,1-4-1,2-5-15,2-8 16,4-3-16,0-7 15,5-8-15,-3 9 16,3-9-16,0 0 16,0 0-16,27-29 15,6-8-15,2 0 16,-3 1-16,-3 4 16,-5 6-1,-5 5-15,-6 8 16,-5 4-16,-8 9 15,8-9-15,-8 9 16,0 0-16,0 0 16,0 0-16,14 3 15,-5 6-15,3 4 16,3 4-16,1 0 16,0 2-16,1 1 15,3 0 1,4 0-16,0-1 15,-2-5-15</inkml:trace>
  <inkml:trace contextRef="#ctx0" brushRef="#br0" timeOffset="41649.19">7957 5915 0,'0'0'0,"0"0"0,0 0 15,0 0-15,-2 3 16,2-3-16,-5 11 15,0 3-15,-3 9 16,0 3-16,1 5 16,0 2-16,2-1 15,2-4-15,0-2 16,2-2-16,0 0 16</inkml:trace>
  <inkml:trace contextRef="#ctx0" brushRef="#br0" timeOffset="42016.51">8135 5935 0,'0'0'0,"0"0"0,0 0 15,0 0-15,4-3 16,4-3-16,9-5 16,11-1-1,8 1-15,3 1 16,2 1-16,-2 1 15,0 3-15,-1-1 16,-2 2-16,-5 1 16,-5 1-16,-6 0 15,-5 2-15,-4-1 16,-11 1-16</inkml:trace>
  <inkml:trace contextRef="#ctx0" brushRef="#br0" timeOffset="42300.19">8314 5768 0,'0'0'0,"0"0"0,0 0 15,0 0 1,0 1-16,0-1 15,0 12-15,1 4 16,1 8-16,-1 5 16,1 5-16,-1 0 15,1-2-15,-1 1 16,1 1-16,-1-3 16,2-3-16,2-7 15,4-2 1</inkml:trace>
  <inkml:trace contextRef="#ctx0" brushRef="#br0" timeOffset="42700.11">8765 5547 0,'0'0'0,"0"0"0,0 0 16,0 0-16,0 0 15,0 0-15,0 0 16,4 4-1,3 7-15,5 5 16,2 5-16,3 1 16,2 0-16,3 0 15,1-4-15,1 2 16,1 0-16,-1 0 16,-3-2-16,-1-4 15,-2-3-15,-1-2 16,1-3-1,1-1-15</inkml:trace>
  <inkml:trace contextRef="#ctx0" brushRef="#br0" timeOffset="42982.39">9315 5539 0,'0'0'0,"0"0"16,0 0-16,0 0 16,-2 0-16,2 0 15,0 0-15,-21 12 16,-1 6-16,-5 4 16,3 2-16,-2 1 15,1-1-15,2 0 16,1 0-1,1-1-15,4-3 16,3-4-16,2-1 16,2-3-16,3-1 15,3-2-15,3-2 16</inkml:trace>
  <inkml:trace contextRef="#ctx0" brushRef="#br0" timeOffset="43299.55">9133 5896 0,'0'0'0,"0"0"15,0 0-15,0 0 16,0 0-16,0 1 16,0-1-16,0 0 15,-2 11-15,-1 2 16,-2 8-16,1 6 15,-1 4 1,0 3-16,1-1 16,-2 3-16,-3-1 15,-1 0-15,0-3 16,2-4-16,1-3 16,1-5-1,2-5 1,1-3-16,3-2 15</inkml:trace>
  <inkml:trace contextRef="#ctx0" brushRef="#br0" timeOffset="43933.59">9365 6057 0,'0'0'0,"0"0"0,0 0 0,3-3 16,-3 3-16,22-10 15,-3 5-15,3 4 16,0 5-16,-2 3 16,-2 4-16,-4 5 15,-3 3-15,-6 7 16,-5 2-1,-5 3-15,-8 2 16,-4 0-16,-3-1 16,1-5-16,1-5 15,3-4-15,4-5 16,3-3-16,3-4 16,5-6-16,-7 8 15,7-8-15,0 0 16,0 0-16,8 9 15,12-3 1,14-6-16,1-2 16,4-5-16,-1-4 15,1-2-15,1 1 16,-6 0-16,-4 1 16,-7 0-16,-6 0 15,-2-1-15,-5-1 16</inkml:trace>
  <inkml:trace contextRef="#ctx0" brushRef="#br0" timeOffset="44365.86">8950 5014 0,'0'0'0,"0"0"0,0 0 0,0 0 0,-4 7 16,-4 6-16,-6 13 15,-1 3-15,-1-1 16,2-2 0,0 2-16,-1-3 15,5-5-15,1-5 16,9-15-16</inkml:trace>
  <inkml:trace contextRef="#ctx0" brushRef="#br0" timeOffset="44666.42">9022 4949 0,'0'0'0,"0"0"16,0 0-16,0 0 16,0 0-16,3 3 15,5 4-15,9 8 16,9 7-16,4 3 15,2 1 1,3-2-16,-4-3 16,0-2-16,-5-2 15,-1-3-15,-4 0 16,0-2-16,0 1 16,-1-1-16,1 2 15</inkml:trace>
  <inkml:trace contextRef="#ctx0" brushRef="#br0" timeOffset="45099.82">9867 5759 0,'0'0'0,"-1"-2"16,1 2-16,0 0 15,0 0-15,0 0 16,0 0 0,0 0-16,0 0 15,24-1-15,13 1 16,8-1-16,2-5 16,0 0-16,-6 1 15,-5 1-15,-6 1 16,-6 1-16,-6 0 15,-2 0-15,-4 2 16,-12 0 0</inkml:trace>
  <inkml:trace contextRef="#ctx0" brushRef="#br0" timeOffset="45399.39">9838 6039 0,'0'0'0,"0"0"0,0 0 15,0 1-15,0-1 16,0 0-16,0 0 16,17 9-16,10-9 15,13-5-15,2-5 16,0-2-16,7-4 15,-4 0-15,-2 1 16,-7 2-16,-6 1 16,-1 0-1,-5 0-15,-3 1 16,-3 2-16,-1 0 16,3-4-16</inkml:trace>
  <inkml:trace contextRef="#ctx0" brushRef="#br0" timeOffset="45799.35">10544 5456 0,'0'0'0,"0"0"0,0 2 16,0-2-1,0 0-15,3 6 16,-3 3-16,3 7 16,-1 11-16,1 8 15,-1 4-15,0 6 16,1 1-16,-1-2 15,1 3-15,-1-1 16,0 1-16,2 1 16,0 1-1,2-5-15,0-3 16,-1-8-16,0-6 16,1-6-16,1-5 15,0-3-15</inkml:trace>
  <inkml:trace contextRef="#ctx0" brushRef="#br0" timeOffset="46382.39">9129 6002 0,'0'0'0,"0"-2"0,0 2 16,0-8-16,0-1 15,0 1-15,0 0 16,-1-3-16,-1-2 15,-4-8 1,-3-11 0,-3 3-1,2 5-15,-1 8 16,-1 3-16,-1 1 16,0 2-16</inkml:trace>
  <inkml:trace contextRef="#ctx0" brushRef="#br0" timeOffset="50666.39">9517 4843 0,'0'0'0,"-6"-3"16,6 3-16,-23-10 15,3 3-15,-3-1 16,1 2-1,1 1-15,-3 2 16,-2-2-16,-2 0 16,-4 1-16,1 2 15,-2 1-15,3 1 16,-2 0-16,-1 0 16,2 0-16,-2 0 15,6 1 1,3 1-16,5 0 15,1 2-15,0-1 16,-4 3-16,-5 3 16,-2 2-16,-1 2 15,4 3-15,2 2 16,0 4-16,2-1 16,1 1-16,0 4 15,-2 2 1,3 3-16,-1 0 15,2-2-15,1 2 16,0 0-16,1 2 16,1-1-16,1 2 15,1 0-15,1 1 16,4 3-16,1 1 16,3 2-16,2-2 15,1 2-15,1 3 16,3 1-1,2 3-15,0-4 16,3-1-16,2 1 16,2-3-16,1-1 15,0-2-15,0-1 16,2 0-16,1 1 16,0 3-16,2-2 15,-1 0 1,1-4-16,3 1 15,0-1-15,0-1 16,0 2-16,1-3 16,2 3-16,4 0 15,2-2-15,1 1 16,-1-6-16,0-1 16,2-3-16,4-3 15,4-1 1,-2-5-16,-3-3 0,0-2 15,4-1 1,3-2-16,-2-3 16,-5-6-16,1 1 15,4-4-15,1 0 16,-3-3-16,-4-3 16,-4-1-16,3-5 15,4-3-15,2-2 16,-2-4-1,-5-1-15,-2-3 16,-5-1-16,0 1 16,-2-3-16,-1 0 15,-2-4-15,-4 3 16,-3-2-16,-3-5 16,-2-3-16,-5-7 15,0-2-15,-3-2 16,-2 4-1,-10-33 1,-11-12 0,-3 2-16,0 13 15,8 27-15,-2-1 16,-3-1-16,-2-2 16,-3-1-16,0 0 15,0 5-15,2 2 16,0 5-1,-4 2-15,1 4 16,-4 6-16,3 5 16,-1 8-16,-4 5 15,-3 5-15,-3 5 16,-4 6-16,0 6 16,2 1-16,6 2 15,8 0-15,4 2 16</inkml:trace>
  <inkml:trace contextRef="#ctx0" brushRef="#br0" timeOffset="54234.69">10510 7829 0,'0'-1'0,"0"1"16,7-8-16,3-2 15,9-3 1,9-2-16,5 1 16,5 0-16,8 4 15,5 2-15,7 1 16,6 3-16,-3 1 15,4 1-15,1 0 16,-3 1-16,3 1 16,0-1-16,-4 0 15,1 0 1,-2 0-16,-1 1 16,-2-1-16,-4 0 15,-5 0-15,-7 1 16,-5 0-16,-5 0 15,-9 0-15,-6 0 16,-3 0-16,-4-3 16,-10 3-1,9-9-15</inkml:trace>
  <inkml:trace contextRef="#ctx0" brushRef="#br0" timeOffset="56949.69">2565 6334 0,'0'0'0,"0"0"16,0 0-16,0 0 15,0 0-15,0 0 16,0 0-16,6 0 16,14 0-16,20 0 15,15 0 1,9 0-16,14-3 15,8-4-15,14-5 16,-1-5-16</inkml:trace>
  <inkml:trace contextRef="#ctx0" brushRef="#br0" timeOffset="57850.11">2915 6879 0,'0'0'0,"0"0"0,0 0 16,3-2-16,6 1 16,17-2-16,16-1 15,6-2-15,1 0 16,3 0-16,1 1 16,-2 0-16,-1 3 15,-3 4-15,4 3 16,-1 1-1,-3 1-15,-1-2 16,-3 1-16,-3-1 16,-1 1-16,-5-1 15</inkml:trace>
  <inkml:trace contextRef="#ctx0" brushRef="#br0" timeOffset="58549.55">2721 7018 0,'0'0'0,"0"0"0,0 0 16,0 0-16,0 0 15,0 2-15,0-2 16,-2 7-16,-3 9 16,-1 9-16,-2 5 15,0 4-15,4 1 16,1 2-1,3-3-15,0-4 16,5 1-16,2-2 16,4 1-16,2-4 15,-1-2-15,5 0 16,6 0-16,3-3 16,4-2-16,1-2 15,5-4-15,4-1 16,1-3-16,0-3 15,6-1 1,3-3-16,1-1 16,1-1-16,0 0 15,-1 0-15,-2 0 16,-6 0-16,-4 1 16,1 1-16,0 2 15,-2 2-15,-9 2 16</inkml:trace>
  <inkml:trace contextRef="#ctx0" brushRef="#br0" timeOffset="64282.33">4232 1143 0,'0'0'0,"0"0"0,0 0 0,3-1 16,-3 1-16,12-1 16,0-1-1,8 0-15,7-2 16,4 1-16,4-1 15,-1 1-15,2-1 16,3 1-16,4 0 16,1-1-16,2 1 15,2 0-15,0-2 16,-1-1-16,-1 1 16,1-1-16,-3 1 15,-4 0 1,0 0-16,-1 2 15,4 1-15,-1 0 16,-3 0-16,1 1 16,-2-1-16,0 2 15,-6 1-15,-4 0 16,-1 0-16,-3-1 16,2 1-1,-2 0-15,1 0 16,0 0-16</inkml:trace>
  <inkml:trace contextRef="#ctx0" brushRef="#br0" timeOffset="147264.6">13225 1768 0,'0'0'0,"0"0"0,0 0 16,0 0-16,0 0 15,0 0-15,-4 0 16,4 0-16,-21 0 16,0 1-16,-3 4 15,-1 4-15,3 0 16,0 1 0,0 1-16,1 1 15,2 1-15,4-1 16,1 1-16,3-1 15,0 1-15,2 0 16,2 0-16,2 2 16,1-1-16,2 2 15,3-3-15,2 2 16,4-2-16,4 2 16,5-2-16,6-2 15,6-2 1,2-2-16,1-1 15,-6-2-15,-3-2 16,-5 0-16,-3-2 16,-2-1-16,-2 0 15,-10 1-15,18-2 16,-8 2-16,6-1 16,-4 0-1</inkml:trace>
  <inkml:trace contextRef="#ctx0" brushRef="#br0" timeOffset="148231.64">13409 1901 0,'0'0'0,"0"0"15,0 0-15,2-2 16,-2 2-16,10-3 16,-10 3-16,19-5 15,-9 3 1,2-1-16,1 1 15,3-1-15,2-1 16,0 1-16,-3 0 16,-1 0-16,-2 1 15,3 0-15,-1-1 16,2 0-16,-4 2 16,-1-1-16,-2 1 15,-9 1-15,17-3 16,-17 3-1,15-2-15,-15 2 16,13 0-16,-13 0 16,0 0-16,0 0 15,11 0-15,-11 0 16,0 0-16,0 0 16,0 0-16,0 0 15,0 0 1,0 0-16,0 0 15,0 0-15,-7-9 16,-1 2-16,-1-2 16,-1 2-16,10 7 15,-16-10-15,16 10 16,0 0-16,-11-7 16,11 7-16,0 0 15,0 0 1,0 0-16,0 0 15,0 0-15,0 0 16,0 0-16,0 0 16,0 0-16,2 7 15,5 0-15,3 1 16,-2-1-16,2 0 16,-10-7-16,10 10 15,-10-10-15,6 6 16,-6-6-1,4 12-15,-4-3 16,-4 3-16,-1 2 16,-3 1-16,0-2 15,3-4-15,5-9 16</inkml:trace>
  <inkml:trace contextRef="#ctx0" brushRef="#br0" timeOffset="148864.6">14152 1915 0,'0'0'0,"0"0"16,0 0-16,0 0 16,-3 0-16,3 0 15,-20 6-15,-6 1 16,-4 2-16,-2 2 16,7-3-16,3 1 15,6-1-15,4 0 16,12-8-1,-16 11-15,16-11 16,-3 13-16,6-4 16,3 2-16,4 0 15,2 0-15,4-3 16,2 1-16,0-4 16,1-1-16,3-4 15,-1-2 1,-1-2-16,-4-1 15,-4 1-15,-12 4 16,15-10-16,-15 10 16,10-11-16,-8 4 15,-1 1-15,-1-2 16,-3-2-16,-2 0 16,1 1-16,-1 2 15,5 7-15,-11-11 16,11 11-1,-18-9-15,7 6 16,-2 1-16,-3-1 16,-4 3-16,0-2 15,4 2 1</inkml:trace>
  <inkml:trace contextRef="#ctx0" brushRef="#br0" timeOffset="149048.68">14245 1921 0,'0'0'0,"0"0"0,0 0 16,0 0-16,0 0 16,0 0-16,0 0 15,0 0-15,0 0 16,0 0-1,1 2-15</inkml:trace>
  <inkml:trace contextRef="#ctx0" brushRef="#br0" timeOffset="149931.16">14724 1828 0,'0'0'0,"0"0"15,-5 0 1,-4 0-16,-7 1 16,2 0-16,3 1 15,11-2-15,-17 4 16,17-4-16,-12 8 16,12-8-16,-7 13 15,5-3-15,3 2 16,2 3-16,3 4 15,2 1 1,2-1-16,2-2 16,2 0-16,3 0 15,0 1-15,0-1 16,-1-1-16,-3-1 16,0 1-16,-2 1 15,-1-2-15,-2 2 16,-1-5-16,-2 0 15,-2 1 1,-5 1-16,-3 1 16,-5 0-16,-4-2 15,-4-1-15,0-4 16,-1-1-16,1-4 16,-1-1-16,3-2 15,2-2-15,1-1 16,4-3-16,0 0 15,9 6-15,-7-13 16,6 3 0,3-3-16,4-3 15,4-1-15,2-1 16,1-1-16,2 0 16,-1 0-16,-2 2 15,0 2-15,-3 3 16,-2 2-16,0 1 15,-1 1 1,-2 1-16,0 0 16,-2 1-16,-1-3 15,-3-2-15,-5-5 16,-7-6-16,-6 1 16,-3 0-16,-2 3 15,4 3-15,1 6 16,3 4-16</inkml:trace>
  <inkml:trace contextRef="#ctx0" brushRef="#br0" timeOffset="150548.23">13218 2374 0,'0'0'0,"0"0"16,0 0-16,1 4 15,2 5-15,3 5 16,0 8 0,4 6-16,2 5 15,0 5-15,-1-2 16,0 1-16,-3-4 16,1 5-16,0-2 15,-4-6-15,0-5 16</inkml:trace>
  <inkml:trace contextRef="#ctx0" brushRef="#br0" timeOffset="151014.56">13279 2349 0,'0'0'0,"0"0"16,0 0 0,0 0-16,0 0 15,0 0-15,0 0 16,0 0-16,6 0 16,9-3-16,20 0 15,11 3-15,3 6 16,-6 3-16,-8-1 15,-7 4-15,-7 0 16,-3 5-16,-5 3 16,-4 3-1,-5 9-15,-8 3 16,-5 0-16,-3-3 16,-4-2-16,-2-2 15,-1-3-15,-2-1 16,0-4-16,0-2 15,2-5-15,0-3 16,3-5-16,2-3 16,3 1-1,11-3-15,-14 0 16,14 0-16,0 0 16,-12-11-16,13 2 15</inkml:trace>
  <inkml:trace contextRef="#ctx0" brushRef="#br0" timeOffset="151648.18">13740 2567 0,'0'0'0,"0"0"0,0 0 0,0 0 15,0 0-15,4 0 16,-4 0-16,16 2 16,3-1-1,8 2-15,11 0 16,5 0-16,1 0 16,2 0-16,-7 0 15,-2 0-15,-7 0 16,-8-1-16,-6 0 15,-6-2-15,-10 0 16,14 2-16,-14-2 16,0 0-1,0 0-15,8-15 16,-11-1-16,-1-1 16,-2 2-16,1 3 15,-2 2-15,0 1 16,1 1-16,0 2 15,6 6-15,-7-9 16,7 9-16,0 0 16,0 0-16,0 0 15,0 0 1,0 0-16,0 0 16,-3 10-16,9 6 15,4 4-15,1 0 16,-1 0-16,0-3 15,-2-1-15,-2-1 16,-1-5-16,-3 2 16,-9 7-1,-7 6-15,-9 2 16,-8-5-16,2-3 16,0-9-16</inkml:trace>
  <inkml:trace contextRef="#ctx0" brushRef="#br0" timeOffset="152214.35">14523 2609 0,'0'0'0,"0"0"0,0 0 15,0 0 1,0 0-16,0 0 16,-4 2-16,4-2 15,-16 10-15,2 0 16,-4 2-16,-1 2 15,3 3-15,2 1 16,0 3-16,4-1 16,0 2-1,4-1-15,4 0 16,6-4-16,7 0 16,2-4-16,0-4 15,1-5-15,2-4 16,2-4-16,5-9 15,3-6-15,0-8 16,-3-3-16,-6 2 16,-7 2-16,-5 5 15,-3 2 1,-6 3 0,-9-2-1,-4 0-15,-8 4 16,3 4-16,1 4 15,4 4-15,4 1 16,13 1-16,-10 3 16,10-3-1</inkml:trace>
  <inkml:trace contextRef="#ctx0" brushRef="#br0" timeOffset="152398.49">14927 2708 0,'0'0'0,"0"0"0,0 0 16,0 0-16,0 0 16,0 0-16,0 0 15</inkml:trace>
  <inkml:trace contextRef="#ctx0" brushRef="#br0" timeOffset="153114.37">15193 2637 0,'0'0'0,"0"0"0,0 0 0,0 0 0,0 0 16,0 0-16,-3-2 15,-10-7-15,-13-8 16,-9-6 0,-3 5-16,-2 8 15,6 5-15,6 5 16,5 2-16,7 1 15,3 1-15,13-4 16,-15 12-16,13-1 16,4 1-16,3 4 15,5 1 1,0-2-16,6-1 16,2-3-16,4 2 15,0-6-15,2-7 16,1-3-16,-2-3 15,-5 0-15,-4 0 16,-3 2-16,-11 4 16,17-8-16,-17-461 15,12 934-15,-12-465 16,0 0 0,11-5-16,-11 5 15,0 0-15,0 0 16,10-2-16,-10 2 15,9 7-15,-3 1 16,-1 3-16,1 3 16,-2 6-16,-4 4 15,0 5-15,-3 2 16,-1 6 0,-2 1-16,-1 3 15,-2 11 1,1-4-1,1-9-15,2-8 16,2-12-16,0-6 16,-1-2-16,4-11 15,-5 7 1</inkml:trace>
  <inkml:trace contextRef="#ctx0" brushRef="#br0" timeOffset="154533.23">13026 3064 0,'0'0'0,"0"0"15,0 0-15,0 0 16,3-2-16,-3 2 15,14-6-15,11-2 16,21-3-16,22-3 16,13 2-16,3 5 15,0 2-15,-15 5 16,-11 0-16,-12 2 16,-9 2-1,-9 0-15</inkml:trace>
  <inkml:trace contextRef="#ctx0" brushRef="#br0" timeOffset="155498.66">12886 2191 0,'0'0'0,"0"0"15,0 0-15,0 0 16,1-2-16,-1 2 16,27-15-16,22 1 15,28-3-15,13 3 16,10 1-16,9 5 16</inkml:trace>
  <inkml:trace contextRef="#ctx0" brushRef="#br0" timeOffset="159697.74">13345 3410 0,'0'0'0,"0"0"16,0 3-16,0-3 15,2 17 1,1 3-16,4 10 16,3 10-16,1 2 15,2-2-15,-1-2 16,3-4-16,2 4 15,-3-6-15,-5-12 16</inkml:trace>
  <inkml:trace contextRef="#ctx0" brushRef="#br0" timeOffset="160214.32">13346 3517 0,'0'0'0,"1"-3"0,-1 3 0,0 0 0,3-14 15,0 2 1,1-2-16,1 0 16,1 2-16,3 1 15,4-1-15,4-1 16,5 2-16,0 2 15,-3 4-15,-4 2 16,-4 2-16,-1 1 16,-10 0-1,14 5-15,-9 2 16,-1 1-16,-5 6 16,-2 3-16,-6 2 15,-4 3-15,-3-3 16,-3-1-16,1-3 15,2-2-15,4-4 16,2-2-16,10-7 16,-12 11-16,8-4 15,4 0 1,8 3-16,8 3 16,8 2-16,2-2 15,-4-3-15,-4-1 16,9 2-1,6-1 1,-5-2-16,2-1 16,-9-3-16</inkml:trace>
  <inkml:trace contextRef="#ctx0" brushRef="#br0" timeOffset="160830.96">13782 3517 0,'0'0'0,"4"0"0,-4 0 16,24 0 0,0-2-16,0-3 15,-5 0-15,0 1 16,-4-1-16,-2 0 15,-2 2-15,0-2 16,9 2-16,5 1 16,-3 0-16,-8 2 15,-3-1 1,0 0-16,-1-1 16,-10 2-16,9-7 15,-10-2-15,-5-2 16,-1-2-16,-11-2 15,-1 9-15,-4 0 16,3 3-16,6 2 16,14 1-16,-13 0 15,13 0 1,0 0-16,0 0 16,0 0-16,4 13 15,6-5-15,-2-1 16,2 2-16,9 3 15,-1-3-15,1 0 16,-6-2-16,-13-7 16,14 13-16,-8 1 15,-4-5-15,-3 0 16,1-9 0,-2 12-16,-2 8 15,0 4-15,-4-2 16,-8 5-16,10-16 15,-4 0-15,-1-1 16,11-10-16,-14 3 16</inkml:trace>
  <inkml:trace contextRef="#ctx0" brushRef="#br0" timeOffset="161399.92">14519 3443 0,'0'0'0,"0"0"0,0 0 0,-1-1 0,1 1 16,0 0-16,-11-7 15,11 7-15,-19-9 16,8 7-16,-1 4 16,-4 3-16,-3 6 15,1 5-15,4 2 16,3-4-16,3 1 16,1-1-1,3-1-15,5-1 16,2 0-16,3 4 15,1 1-15,0 3 16,1-3-16,4-4 16,3-2-16,1-1 15,-4-4-15,3-5 16,0-6 0,1-6-16,-4 1 15,0-10-15,-1-1 16,-5-1-16,-1 1 15,-4 2-15,-3 0 16,-4 1-16,-5-2 16,-3 2-16,-4 4 15,0 2-15,4 4 16,14 8 15,-13-3-31,13 3 16</inkml:trace>
  <inkml:trace contextRef="#ctx0" brushRef="#br0" timeOffset="161615.32">14842 3439 0,'0'0'0,"0"0"0,0 0 15,0 0-15,2 0 16,-2 0-16,0 0 16,0 0-16,0 0 15,0 0-15,0 0 16</inkml:trace>
  <inkml:trace contextRef="#ctx0" brushRef="#br0" timeOffset="162298.32">14894 3210 0,'0'0'15,"0"0"-15,0 0 16,0 0-16,0 0 15,2 1-15,-2-1 16,13 5-16,-2-2 16,3 3-16,2-1 15,2 1-15,5 2 16,2-2 0,0 0-16,-2-2 15,-5 0-15,-3-2 16,-2 0-16,-1 0 15,-2-1-15,-10-1 16,16 3-16,-16-3 16,11 1-16,-11-1 15,0 0-15,10 3 16,-10-3-16,0 0 16,0 0-16,10 6 15,-10-6 1,7 13-16,-7 0 15,0 2-15,-3 4 16,-3 0-16,0 1 16,-2-1-16,1 1 15,-1-1-15,-1 3 32,-3 5-32,1 1 15,0 5 1,2-3-16,3-4 15,2-6-15,3-3 16,0 0-16,1 3 16,0 1-16,0-1 15,0-6-15,0-3 16,-1-3-16,1-8 16,-1 10-1,1-10-15,0 0 16,-4 7-16,4-7 15,0 0-15</inkml:trace>
  <inkml:trace contextRef="#ctx0" brushRef="#br0" timeOffset="162698.78">14932 3531 0,'0'0'0,"0"0"0,0 0 16,0 0-16,3 1 16,-3-1-16,0 0 15,18 5 1,0-4-16,2-1 15,3-3-15,-3 1 16,2 0-16,4-1 16,1 1-16,3-1 15,-3 0-15,-3 0 16,-3-1-16,-4 1 16,-3 1-16,0 0 15,0 1 1,-1-1-16,-2 1 15,-11 1-15,14-1 16,-14 1-16,0 0 16</inkml:trace>
  <inkml:trace contextRef="#ctx0" brushRef="#br0" timeOffset="166047.68">15016 1572 0,'0'0'0,"0"-1"16,0 1-16,0 0 16,-2-10-16,1 3 15,1 7-15,-4-12 16,1 6-16,0-3 16,-2-1-16,-2-5 15,-8-4-15,-8-3 16,-5 0-16,-5 0 15,-3 1 1,-5-3-16,-2 5 16,1 0-16,4 3 15,6 5-15,6 1 16,3 1-16,2 1 16,1 1-16,0 2 15,-1-1-15,-2 0 16,-1 1-1,1 1-15,-1 0 16,1 0-16,-5 1 16,-1 1-16,-2 2 15,1 2-15,2 2 16,-2 1-16,-1 1 16,-2 1-16,0 1 15,1 2-15,7 1 16,6 0-1,1 5-15,-2 2 16,0 1-16,0 1 16,4-5-16,-2 2 15,-2 2-15,3-1 16,0 1-16,2-1 16,4-4-16,0 3 15,3-2-15,0-3 16,2 7-16,-2 4 15,1 8-15,3-3 16,1-7 0,3-6-16,0-3 15,0 3-15,2 7 16,0 8-16,0-5 16,0 1-16,0-3 15,2-3-15,0 2 16,3-2-16,1 3 15,0 3 1,0 2-16,3 2 16,-3-3-16,1 0 15,-1 0-15,1-1 16,-1 0-16,1 0 16,0 0-16,-2-2 15,0-4-15,0 0 16,0 6-1,1 1-15,-1-2 16,0-2-16,0-4 16,1 11-16,3 11 15,-2 1-15,-3-10 16,-1-4-16,-2-8 16,-1-3-16,0 1 15,0-1-15,2 7 16,3 3-16,-1-1 15,-1-3 1,1 4-16,-2 3 16,-3 2-16,0-1 15,-1-8-15,2-5 16,-2 1-16,2 1 16,0 3-16,0 3 15,2-1-15,0-2 16,0 1-16,2 1 15,-2 1 1,1 3-16,0-1 16,-1 0-16,-1 5 15,1 1-15,0 9 16,-1 5-16,-6-2 16,-3-2-16,0-5 15,1-7-15,2-2 16,3-7-16,2 2 15,1 3-15,1-5 16,-1-5 0,2-2-16,0 0 15,3 7-15,0-1 16,0-3-16,4 2 16,0-1-16,2-2 15,-2-3-15,0-3 16,3 2-16,2-2 15,6-1-15,5-3 16,5-2 0,-3-3-16,-6 0 15,-4-1-15,2 2 16,0-1-16,2 0 16,7 2-16,3 1 15,3 0-15,-7-1 16,-3-1-16,-3 2 15,-4 2-15,2 3 16,5 2 0,4 3-16,-1-1 15,-5-2-15,-6-6 16,5 0-16,5-3 16,9-4-16,0-1 15,-7-1-15,-4-1 16,-2 1-16,4-1 15,-3 1-15,4 0 16,-4 0 0,-2-2-16,-1 1 15,-5 0-15,-1-3 16,1-1-16,0-1 16,-1-2-16,-3 2 15,-1 0-15,-4 2 16,-9 6-16,15-12 15,-5 5 1,0-1-16,6-5 16,-2 2-16,-1-3 15,-3 3-15,-3 1 16,-1 1-16,-1-11 16,1-24-16,-1-15 15,-1-10-15,-1 5 16,-1 5-16,0-6 15,0 5 1,1 4-16,0-20 31,4-8-31,3-6 16,1 10-16,-3 30 16,-1 5-16,-1 7 15,-1 4-15,-1 3 16,0-1-16,-2-1 15,-2 0-15,-2-2 16,-2-3 0,-3-3-16,0-1 15,0 3-15,0 2 16,1 2-16,-3 0 16,0 4-16,0 2 15,-2-1-15,0 0 16,0 0-16,0 1 15,1 2-15,0-2 16,-1-2 0,-3-1-16,1 0 15,-1 1-15,-1-1 16,-2 2-16,0 2 16,-1 1-16,2 2 15,0 2-15,1-1 16,0 1-16,1 3 15,3 0-15,-1 1 16,2-2 0,-1 1-16,1 1 15,0 0-15,0 1 16,1 0-16,-1-2 16,0 1-16,-2-2 15,1 1-15,-2 2 16,-1 0-16,-1-1 15,0 2-15,0 0 16,1 1 0,1 2-16,2 3 15,1 1-15,1 1 16,0 1-16,2 1 16,7 7-16,-10-7 15,10 7-15,0 0 16,0 0-16,0 0 15,0 0-15,0 0 16,0 0 0,0 0-16,0 0 15,-2 9-15,2-9 16,6 7-16,-6-7 16,-1 7-16,1-7 15,-29 11-15,1-4 16</inkml:trace>
  <inkml:trace contextRef="#ctx0" brushRef="#br0" timeOffset="168301">14092 4134 0,'0'0'0,"0"2"0,0-2 16,0 0 0,1 9-16,4-1 15,0 1-15,3 3 16,3 0-16,3-2 15,0 0-15,2-2 16,1 0-16,2 1 16,2-2-16,-5-1 15,0 0 1,-3-1-16,0 0 16,0 0-16,1 0 15,-2-1-15,-1 0 16,-11-4-16,16 8 31,-16-8-31,8 10 16,-8-10-16,2 11 15,-2-11-15,-5 11 16,-1-2 0,-3 0-16,-5 4 15,-4 3-15,-4 2 16,-6 4-16,0-1 15,3-1-15,1-2 16,6-4-16,3-2 16,3-3-16,3-3 15,9-6 1,-15 16-16,8-5 0,1 0 16,-2 4-1,3-5-15,-3 8 16,4-7-16,2-5 15,2-6-15</inkml:trace>
  <inkml:trace contextRef="#ctx0" brushRef="#br0" timeOffset="168700.06">14651 4197 0,'0'0'0,"0"0"15,0 0-15,0 0 16,-3 4-16,1 2 16,-1 2-16,-2 2 15,3 4-15,1 4 16,2 6-16,1 4 16,1 6-1,2-2-15,0 0 16,1 14-1,2 1 1,-1 2-16,0-16 16</inkml:trace>
  <inkml:trace contextRef="#ctx0" brushRef="#br0" timeOffset="-209782.85">14003 7077 0,'0'0'0,"0"0"0,0 0 15,0 0-15,0 0 16,0 0-16,0 0 16,-2-2-1,2 2-15,0 0 16,0 0-16,-14-2 16,14 2-16,-17 1 15,6 2-15,1 2 16,-1 1-16,1 3 15,-1 1-15,3 2 16,1 0-16,2 1 16,0 1-1,2 2-15,1 1 16,4 3-16,0 0 16,5-2-16,-2-4 15,4-2-15,5-1 16,10-5-16,20-7 15,22-7-15,47-27 32,-30 9-17,-13 2-15,-25 5 16,-30 12-16,-6-1 16,-5 0-16,-5-5 15,-5-3-15,-5-4 16,-6 1-16,-2 1 15,-9 5-15,-2 3 16,-2 2-16,1 4 16,3 2-1,4 1-15,1 0 16,3 1-16,3-1 16,2 0-16,3 1 15,12 0-15,-19 1 16,7 0-16,-7 7 15,-5 6-15,0 2 16</inkml:trace>
  <inkml:trace contextRef="#ctx0" brushRef="#br0" timeOffset="-208816.17">14565 7161 0,'0'0'0,"0"0"16,0-1-16,0 1 15,0 0-15,8-8 16,-8 8-16,20-6 16,-4 2-16,3 1 15,0 1 1,-1 1-16,1-1 16,-2 1-16,0-1 15,-5 2-15,-3-2 16,-9 2-16,14-1 15,-14 1-15,0 0 16,12-3-16,-12 3 16,0 0-16,0 0 15,0 0 1,0 0-16,0 0 16,0 0-16,0 0 15,6-7-15,-12-1 16,-1-2-16,-2 0 15,0 0-15,1 2 16,0 2-16,8 6 16,-8-7-16,8 7 15,0 0 1,0 0-16,0 0 16,0 0-16,0 0 15,0 0-15,0 0 16,-4 7-16,9 1 15,3 3-15,2-1 16,0 1-16,0-2 16,-2-1-16,0 0 15,-1-1 1,-1 1-16,-1 1 16,-1 0-16,-1 3 15,-1 1-15,-2 6 31</inkml:trace>
  <inkml:trace contextRef="#ctx0" brushRef="#br0" timeOffset="-208266.46">14960 7123 0,'0'0'0,"0"0"0,0 0 16,0 0-1,0 0-15,0 0 16,-2 5-16,-3 3 0,-2 4 16,-2 2-1,4-3-15,3 0 16,2 1-16,8 1 31,7-1-31,4-2 16,0-3-16,-7-5 15,-1-2 1,-11 0-16,16-8 0,-9 1 16,-3-2-1,-3-4-15,-2-7 16,-3 1-16,-3 5 15,-1 3-15,-1 5 16,9 6-16,-18-7 16,7 7-16,-5 3 15</inkml:trace>
  <inkml:trace contextRef="#ctx0" brushRef="#br0" timeOffset="-208066.44">15190 7176 0,'0'0'0,"0"0"0,0 0 15,0 0-15,0 0 16,2-2-16,-2 2 15</inkml:trace>
  <inkml:trace contextRef="#ctx0" brushRef="#br0" timeOffset="-207614.09">15321 6977 0,'0'0'0,"0"0"0,0 0 15,4 2-15,8 1 16,4 0 0,1 0-16,-1 0 15,-3 0-15,-3-3 16,-10 0-16,14 2 15,-14-2-15,0 0 16,12 3-16,-12-3 16,0 0-16,0 0 15,0 0-15,9 9 16,-7 0-16,-2 5 16,-4 12-1,-3 4-15,0 2 16,1-6-16,1-6 15,2-3-15,0 0 16,1 0-16,-1 2 16,2 1-16,1-3 15,1-3-15,0-5 16,0-1-16,-1-8 16,1 11-1</inkml:trace>
  <inkml:trace contextRef="#ctx0" brushRef="#br0" timeOffset="-206583.39">14182 7678 0,'0'0'0,"0"0"0,0 0 16,0 0-16,0 0 16,-7 2-16,-6 0 15,-4 3-15,-6 0 16,-1 1-16,-2 2 16,-1 0-1,3 3-15,6 0 16,3-3-16,3 1 15,3-2-15,2 1 16,2 3-16,0 3 16,3 5-16,-1 6 15,1 0-15,3-1 16,2-2-16,5-1 16,8-3-1,10-2-15,11-6 0,10-9 16,11-15-1,12-6 1,-1-6 0,-20 8-16,-24 9 15,-14 6-15,-11 3 16,7-11-16,-3-2 16,-4-5-16,-7-4 15,-8-5-15,-7-9 16,-3 1-1,0 9-15,5 8 16,4 5-16,5 4 16,11 9-16,-17-10 15,17 10-15,-10-7 16,10 7-16,0 0 16,0 0-1,-16 3-15</inkml:trace>
  <inkml:trace contextRef="#ctx0" brushRef="#br0" timeOffset="-205899.44">14465 7766 0,'0'0'0,"0"0"0,0 0 0,0 0 16,0 0-16,3 2 15,-3-2-15,15 16 16,0-4-16,9-2 16,8 2-16,1-3 15,-6-2-15,-7-2 16,-6-2-1,-1 0-15,-3-1 16,-10-2-16,18 2 16,-18-2-16,18 0 15,-18 0-15,13-7 16,-13 7-16,8-10 16,-7 3-1,-1-4-15,-3-6 16,-2 3-16,-1 4 15,1 2-15,-2 1 16,-1 1-16,-1-1 16,9 7-16,-15-10 15,15 10-15,-8-7 16,8 7-16,0 0 16,0 0-16,0 0 15,0 0-15,0 0 16,0 0-1,0 0-15,12 10 16,-5-4-16,2 4 16,0-2-16,-3 0 15,-1-1-15,-3 3 16,-2 1-16,0-1 16,0 2-16,-1-2 15,0 4-15,-1-2 16,1-1-1,-1-4-15,-1 1 16,-1 3-16,0-1 16,0 0-16,2-3 15</inkml:trace>
  <inkml:trace contextRef="#ctx0" brushRef="#br0" timeOffset="-203883.2">15050 7736 0,'0'0'0,"0"0"0,0 0 15,0 0-15,-2-2 16,2 2-16,0 0 16,0 0-16,-9-9 15,9 9-15,0 0 16,0 0-16,0 0 15,0 0-15,0 0 16,-11 0-16,6 7 16,-4 4-1,-6 6-15,-3 5 16,4-2-16,6-6 16,5-2-16,4 1 15,4 2-15,4 5 16,2 2-16,2-5 15,-2-3 1,-2-4-16,-2-2 16,0 0-16,-7-8 15,9 8-15,-9-8 16,0 0-16,0 0 16,11 2-16,-11-2 15,7-11-15,-2-3 16,-3-1-16,0 2 15,-1-1 1,-2 3-16,-1 0 16,0 2-16,-1 0 15,-1-1-15,-1 1 16,0 0-16,1 2 16,4 7-16,-5-7 15,5 7-15,0 0 16,-4-8-16,4 8 15,0 0-15,0 0 16,-6-6-16,6 6 16,0 0-1,0 0-15,0 0 16</inkml:trace>
  <inkml:trace contextRef="#ctx0" brushRef="#br0" timeOffset="-202849.26">15290 7719 0,'0'0'0,"0"2"0,0-2 16,0 0 0,0 0-16,0 0 15,0 0-15,14-3 16,-3 2-16,3-1 16,0 0-16,-3 2 15,-11 0-15,17-2 16,-17 2-16,17 4 15,-17-4-15,13 12 16,-12 1-16,-1 1 16,-6 4-1,-1-3-15,-3 5 16,-5 1-16,0-1 16,2-4-16,4-6 15,0 1-15,0-1 16,1 0-16,1-2 15,7-8-15,-8 9 16,8-9-16,0 0 16,-5 6-1,5-6-15,0 0 16,0 0-16,0 0 16,0 0-16,0 0 15,9 8-15,3-3 16,8 1-16,2-2 15,-11-2-15,1 0 16,-12-2-16,15 4 16,-15-4-1,9 6-15,-10 6 16,-2 6-16,-3 2 16,1-5-16,1-3 15,-1 3-15,-4 8 16,-3-2-16,-1-2 15,1-6-15,4-8 16,0 2-16,8-7 16,-18 5-1,6-10-15,-3-4 16,-4-3-16,2 0 16,0 1-16,4 3 15</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38:11.604"/>
    </inkml:context>
    <inkml:brush xml:id="br0">
      <inkml:brushProperty name="width" value="0.05292" units="cm"/>
      <inkml:brushProperty name="height" value="0.05292" units="cm"/>
      <inkml:brushProperty name="color" value="#FF0000"/>
    </inkml:brush>
  </inkml:definitions>
  <inkml:trace contextRef="#ctx0" brushRef="#br0">12015 1663 0,'0'0'0,"0"0"0,0 0 0,0 0 16,0 0-16,0 0 15,0 0-15,0 0 16,1 3-16,-1-3 15,3 16-15,0 0 16,1 8-16,2 4 16,-3 1-16,-1 1 15,-1-4-15,0-3 16,0-4 0,-1 0-16,1-2 15,1-1-15,0-4 16,0-1-16,0-4 15,-2-7-15,2 8 16,-2-8-16,0 0 16,0 0-16,0 0 15,0 0 1,14-7-16,-6-4 16,0 0-16,-2 0 15,-2 2-15,-1 2 16,-3 7-16,4-10 15,-4 10-15,0 0 16,0 0-16,13-7 16,7 7-16,7 5 15,-1 6-15,0 2 16,-3 1 0,-2-1-16,-3 0 15,-4-2-15,0 0 16,-2-2-16,-3-2 15,-9-7-15,13 10 16,-13-10-16,0 0 16,0 0-16,16-12 15,-7-7-15,-5-3 16,-3 0 0,-1 1-16,-2 3 15,0 1-15,1 1 16,-3 0-16,1 1 15,0 1-15,0 1 16,1 1-16,-1 2 16,2 1-16,0 1 15,-1 1-15,2 7 16,0-10-16,0 10 16,0 0-1,0-7-15,0 7 16,0 0-16,0 0 15,0 0-15,0 0 16,0 0-16,0 0 16,0 0-16,12-1 15,-12 1 17</inkml:trace>
  <inkml:trace contextRef="#ctx0" brushRef="#br0" timeOffset="499.01">12585 1881 0,'0'0'0,"0"0"16,0 0-16,0 0 15,0 0-15,0 0 16,0 0-16,0 0 16,0 0-16,3 2 15,-3-2-15,7 12 16,-2-2-16,1 3 16,1 2-1,-1 1-15,-1-2 16,-2-2-16,0 0 15,0-2-15,-2 2 16,-1-1-16,-1-2 16,1-1-16,0-8 15,-2 6-15,2-6 16</inkml:trace>
  <inkml:trace contextRef="#ctx0" brushRef="#br0" timeOffset="683.66">12663 1770 0,'0'0'0,"0"0"0,0 0 16,0 0-1,0 0-15,0 0 16,0 0-16,0 0 15,0 0-15</inkml:trace>
  <inkml:trace contextRef="#ctx0" brushRef="#br0" timeOffset="1566.54">12839 1766 0,'0'0'0,"0"0"0,0 0 0,0 0 0,0 0 15,0 0 1,0 0-16,0 0 15,4 2-15,-4-2 16,14 10-16,-5-2 16,1 3-16,1 4 15,0 1-15,-2-1 16,-2 0-16,-2-2 16,0-1-1,-3-2-15,-1-2 16,-1 0-16,0-8 15,0 11-15,0-11 16,0 0-16,-2 7 16,2-7-16,0 0 15,0 0-15,0 0 16,-11-13-16,7 4 16,0-1-16,2-1 15,2-1-15,0-1 16,1 0-1,3-1-15,1 0 16,0 3-16,2 2 16,0 2-16,2 0 15,1 1-15,-10 6 16,14-7-16,-14 7 16,0 0-16,13-2 15,-13 2-15,13 8 16,-4 1-1,0 4-15,-2 3 16,-1 2-16,-1 2 16,-1 2-16,0 0 15,-1-4-15,0-2 16,-1-4-16,1-3 16,-2 0-16,0-3 15,-1-6 1,3 11-16,-3-11 15,0 0-15,4 7 16,-4-7-16,0 0 16,0 0-16,0 0 15,0 0-15,0 0 16,0 0-16,0 0 16,8-9-1,-8 9-15,3-6 16,-3 6-16,0 0 15,0 0-15,0 0 16,4-8-16</inkml:trace>
  <inkml:trace contextRef="#ctx0" brushRef="#br0" timeOffset="2449.76">13187 1835 0,'0'0'0,"0"3"16,0-3-16,3 14 15,0 2-15,4 4 16,0 1-16,0-1 16,0-4-1,-2-4-15,0-2 0,-2-1 16,0-3-1,-3-6 1</inkml:trace>
  <inkml:trace contextRef="#ctx0" brushRef="#br0" timeOffset="2632.87">13119 1660 0,'0'0'0,"0"0"0,0 0 0,0 0 0,0 0 16,0 0-16,0 0 15,0 0-15,0 0 16,0 0-16,0 0 16,0 0-16</inkml:trace>
  <inkml:trace contextRef="#ctx0" brushRef="#br0" timeOffset="3050.7">13544 1629 0,'0'0'0,"0"0"0,0 0 0,0 0 15,0 0-15,0 0 16,-2 4-16,0 3 16,-1 8-16,-2 10 15,-2 7-15,-1 3 16,1-1-1,1-3-15,0-3 16,2-4-16,3-4 16,3-3-16,3 1 15,3-2-15,3 1 16,4-2-16,-1-1 16,1-5-16,-3-3 15,0-2-15,-1-2 16,0-3-1,-3-6-15,-1-7 16</inkml:trace>
  <inkml:trace contextRef="#ctx0" brushRef="#br0" timeOffset="3486.19">13395 1793 0,'0'0'0,"0"0"0,0 0 0,4 0 15,-4 0-15,21 0 16,-3-1-16,2-1 16,7-1-16,0 0 15,4-1 1,-1 1-16,-5 1 0,0-1 15,-1 1 1,-5 0-16,-4 1 16,-4 0-16,-11 1 15,14-2-15,-14 2 16,0 0-16,0 0 16,0 0-16,11 13 15,-9 3-15,0 7 16,-1 1-16,-1-1 15,-1-1 1,1-1-16,0-3 16,0-2-16,0-4 15,0-12 1</inkml:trace>
  <inkml:trace contextRef="#ctx0" brushRef="#br0" timeOffset="3668.02">13644 1680 0,'0'0'0,"0"0"0,0 0 16,0 0-16,0 0 16,0 0-16,0 0 15,0 0-15,0-2 16,0 2-16</inkml:trace>
  <inkml:trace contextRef="#ctx0" brushRef="#br0" timeOffset="4616.77">14012 1815 0,'0'0'0,"0"0"0,0 0 0,0 0 16,0 0-16,0 0 16,-6-3-16,-3-4 15,-4-3-15,-4-1 16,-7 4-16,-4 7 15,-1 2 1,4 7-16,5 3 16,1 3-16,3 4 15,6-1-15,5-3 16,2 0-16,3-5 16,3-1-16,1 0 15,2-1-15,-6-8 16,15 9-16,-15-9 15,14 3-15,-14-3 16,16-3 0,-16 3-16,13-5 15,-13 5-15,0 0 16,11-4-16,-11 4 16,18-4-16,4 9 15,4 3-15,2 1 16,-2 0-16,0 0 15,2 0-15,-1-5 16,-1-4 0,-5-3-16,-3-5 15,1-7-15,-1-5 16,-3-9-16,-3-2 16,-4-6-16,-4-3 15,-3 2-15,-2 1 16,-3 2-16,-7-9 15,-11-5-15,-14-3 16,-1 11 0,5 15-16,7 10 15,10 9-15,1 4 16,4 3-16,0 4 16,0 4-16,3 10 15,5 7-15,7 8 16,5 1-16,5 4 15,4-1-15,6 2 16,1-3 0,-1-6-16,-1-1 15,-3-5-15,-1-3 16,-4-3-16,-3-3 16,-1-2-16,-3-4 15,0 0-15,-3-1 16,-6-8-16,9 8 15,-9-8-15,0 0 16,0 0 0,9 7-16,-9-7 15,0 0-15</inkml:trace>
  <inkml:trace contextRef="#ctx0" brushRef="#br0" timeOffset="7350.06">14466 1824 0,'0'0'0,"0"0"15,0 0-15,3 1 16,-3-1-16,4 11 16,-1-2-16,1-2 15,0 0 1</inkml:trace>
  <inkml:trace contextRef="#ctx0" brushRef="#br0" timeOffset="7584.28">14509 1625 0,'0'0'0,"0"0"0,0 0 0,0 0 16,0 0-16,0 0 15,0 0-15,1-2 16,-1 2-16,0 0 16</inkml:trace>
  <inkml:trace contextRef="#ctx0" brushRef="#br0" timeOffset="8266.02">14762 1870 0,'0'0'0,"0"0"0,0 0 0,3-3 16,-3 3-16,21-18 15,-2 2-15,1 0 16,-1 1-16,-2 1 16,-5 1-16,-2 0 15,-5 1-15,-1 2 16,-2 0-16,-3 1 16,-2 1-1,1 1-15,-2 0 16,4 7-16,-10-8 15,10 8-15,-12-3 16,12 3-16,-18 6 16,9 2-16,1 1 15,3 1-15,1-2 16,2 2-16,4 1 16,3 1-1,6 3-15,3 1 16,1 0-16,0-2 15,-3-2-15,0-1 16,-3-2-16,-3 0 16,-6 8-16,-7 1 15,-7 5-15,-9-1 16,-12-1-16,-4 1 16</inkml:trace>
  <inkml:trace contextRef="#ctx0" brushRef="#br0" timeOffset="10368.87">16009 3990 0,'-94'-43'0,"94"43"0,0 0 0,0 0 16,21 0-16,-5-1 16,0 0-16,-6-1 15,-10 2 1,14-1-16,-14 1 15,10 0-15,-10 0 16,14 1-16,-14-1 16,0 0-16,0 0 31</inkml:trace>
  <inkml:trace contextRef="#ctx0" brushRef="#br0" timeOffset="10650.05">15979 3911 0,'-53'4'0,"53"-4"0,0 0 0,16-1 0,2 0 0,-3 0 0,-5 0 0,-10 1 0,13-1 0,-13 1 0,0 0 0,13-3 0,-13 3 0,0 0 0,0 0 16,0 0-16,0 0 15,0 0-15</inkml:trace>
  <inkml:trace contextRef="#ctx0" brushRef="#br0" timeOffset="11401.4">11382 1943 0,'0'0'0,"0"0"0,0 4 16,1 3-16,1 9 15,4 10-15,5 10 16,5 5 0,2 0-16,-2-2 15,0-2-15,-2-3 16,-4-3-16,-2-1 16,-1-3-16,-2-3 15,-1-5-15,0-5 16</inkml:trace>
  <inkml:trace contextRef="#ctx0" brushRef="#br0" timeOffset="11832.9">11663 1727 0,'0'0'0,"0"0"0,0 0 0,0 0 16,0 1-16,6 6 15,4 8 1,5 4-16,1 7 16,0 9-16,-1 9 15,-5 5-15,-5 5 16,-5 2-16,-5 1 16,-6 3-16,-5-2 15,-3 0-15,-3-3 16,-1 0-16,-2-2 15,-2 0 1,2-7-16,0-5 16,4-8-16</inkml:trace>
  <inkml:trace contextRef="#ctx0" brushRef="#br0" timeOffset="12484.39">11573 3072 0,'0'0'0,"0"0"0,0 0 0,0 0 0,1-3 16,-1 3-16,7-17 16,-1 6-16,2 2 15,0 0-15,4 1 16,5 2-16,4 2 15,-2 3 1,-4 3-16,-4 1 16,0 3-16,1 3 15,1 5-15,-2 2 16,-1 5-16,-5 5 16,-4 0-16,-3 1 15,-2-3-15,0-7 16,1-2-16,1-3 15,-1-3-15,3-9 16,-2 9-16,2-9 16,0 0-1,0 0-15,2 7 16,-2-7-16,17 4 16,4-6-16,6-6 15,1-2-15,-5 0 16,-7 2-16,1-1 15,-5 1-15,2 2 16,-2-1 0,-2 2-16,-10 5 15,16-8-15,-6 3 16,-10 5-16</inkml:trace>
  <inkml:trace contextRef="#ctx0" brushRef="#br0" timeOffset="12849.79">11950 2816 0,'0'0'0,"0"0"0,0 0 16,6 3-16,5 6 15,6 4-15,9 8 16,6 8-16,2 9 16,-4 2-16,-9 1 15,-15 7 1,-7 8-16,-9 10 16,-16 9-16,5-8 15,-2-6-15,0-9 16,6-12-16,0-3 15,4-6-15,3-9 16,3-4-16,5-1 16</inkml:trace>
  <inkml:trace contextRef="#ctx0" brushRef="#br0" timeOffset="13233.85">12566 3046 0,'0'0'0,"0"0"0,0 0 16,0 0-16,0 0 15,0 0 1,-2 2-16,2-2 16,-5 18-16,1 6 15,2 12-15,3 6 16,0 3-16,2-1 15,1 1-15,0-9 16,2-7-16,-1-9 16</inkml:trace>
  <inkml:trace contextRef="#ctx0" brushRef="#br0" timeOffset="13717.43">12535 3067 0,'0'0'0,"0"0"0,-2-3 16,-2-7-16,0-8 16,2-5-16,1-1 15,1 2-15,2-8 16,2-1-16,1 5 15,4 5-15,5 9 16,1 3-16,2 0 16,3-2-16,-1 1 15,-3 3-15,-2 3 16,2 9 0,-1 4-16,1-3 15,-4-1-15,-1 1 16,-11-6-16,18 10 15,-10-1-15,-1 1 16,-3 0-16,-3-2 16,-11 8-16,-9 16 15,-13 7 1,-2-6-16,5-7 16,4-6-16,7-5 15,3-5-15,15-10 16,-13 10-16,13-10 15,0 0-15,0 0 16,0 0-16,0 0 16,0 0-16</inkml:trace>
  <inkml:trace contextRef="#ctx0" brushRef="#br0" timeOffset="14249.18">12899 2921 0,'0'0'0,"0"0"0,0 0 0,0 0 0,0 0 16,0 0 0,0 0-16,0 0 15,0 0-15,0 0 16,5 0-16,-5 0 15,26 10-15,-3 3 16,-2 1-16,-1 1 16,-3 1-16,-2 3 15,0 11 17,0 5-32,-6-1 15,-4-7-15,-5-8 16,-2-3-16,-5-2 15,-2-5-15,9-9 16,-17 8-16,17-8 16,-15-2-16,15 2 15,-13-18-15,7-2 16,6-5 0,2-3-16,4 1 15,0 3-15,3 1 16,1-3-16,3 1 15,-1 0-15,0 5 16,-2 5-16,-2 2 16,1 1-16,-2 2 15,0 2-15,-1 0 16,-6 8 0</inkml:trace>
  <inkml:trace contextRef="#ctx0" brushRef="#br0" timeOffset="14750.07">13325 3053 0,'0'0'0,"0"0"16,0 0-16,0 0 15,0 0-15,0 0 16,3-3-16,2-3 16,5-6-16,3-3 15,3-6 1,0-4-16,0-1 16,-4 2-16,-4 6 15,-4 5-15,-3 3 16,-1 1-16,-1 3 15,1 6-15,-13-11 16,-2 9-16,-5 4 16,-2 6-16,3 2 15,1 3-15,3 5 16,1 5 0,3 3-16,6 0 15,5 0-15,5-2 16,4-1-16,5 1 15,10-2-15,2 1 16,5-5-16,1-3 16,-7-5-16,6-4 31,5-7-31</inkml:trace>
  <inkml:trace contextRef="#ctx0" brushRef="#br0" timeOffset="15399.7">13789 2986 0,'0'0'0,"0"0"0,0 0 0,-1-3 0,1 3 16,-3-11-16,0-2 15,-5-2-15,-7-5 16,0 2-16,-2 10 16,-3 6-16,-6 12 15,-1 0-15,2 2 16,3 2 0,7 0-16,3 7 15,7-3-15,5 3 16,6 1-16,8 3 15,8-1-15,2-6 16,2 1-16,3-3 16,-5-5-16,-5-4 15,-3-9-15,-2-4 16,-1-7-16,-3-13 16,-7-9-1,-7-24-15,-5-6 16,-2 5-16,-3-4 31,3 14-31,-1 3 16,4 12-16,3 15 15,2 8-15,2 3 16,1 9-16,-2-8 16,2 8-1,0 0-15,1 14 16,3 21-16,4 11 15,2 12-15,5-5 16,6-2-16,9 0 16,-5-11-16,1-2 15,-2-5-15,-7-7 16,-2-4-16,-6-5 16,-1-7-16,-5-2 15</inkml:trace>
  <inkml:trace contextRef="#ctx0" brushRef="#br0" timeOffset="15649.42">13992 2879 0,'0'0'0,"0"0"0,0 0 15,0 0 1,0 0-16,0 5 15,2 5-15,0 5 16,3 2-16,2 5 16,4 3-16,2-1 15,-1-3-15,-5-7 16,-2 0 15,-6-4-31</inkml:trace>
  <inkml:trace contextRef="#ctx0" brushRef="#br0" timeOffset="15833.54">13981 2691 0,'-1'5'0,"1"-5"0,0 0 15,-2 6-15,2-6 16,0 0-16,0 0 15,0 0-15,0 0 16,0 0-16,0 0 16</inkml:trace>
  <inkml:trace contextRef="#ctx0" brushRef="#br0" timeOffset="16200.16">14277 2824 0,'0'0'0,"-4"2"16,4-2-1,0 0-15,-10 2 16,10-2-16,0 0 15,-14 4-15,14-4 16,-13 11-16,8 5 16,5 10-16,4 7 15,8 2-15,1-4 16,7 2-16,28 0 31,9-2-15,-2-4-16,-14-14 15,-18-8-15,5-1 16,-1-4-16</inkml:trace>
  <inkml:trace contextRef="#ctx0" brushRef="#br0" timeOffset="17216.71">14580 2801 0,'0'0'0,"0"0"0,-1-2 0,1 2 15,0 0-15,0 0 16,-3-8-16,3 8 16,0 0-16,0 0 15,3 11-15,1 6 16,3 7-16,3 1 16,1 1-16,2-2 15,0 0-15,1-2 16,1 1-1,3-1-15,0-4 16,18 0 0</inkml:trace>
  <inkml:trace contextRef="#ctx0" brushRef="#br0" timeOffset="17651.93">14544 2919 0,'0'0'0,"0"0"0,0 0 0,0 0 0,0 0 16,0-2-1,0 2-15,0 0 16,0 0-16,8-8 16,1 1-16,10-1 15,8-2-15,9 0 16,3 1-16,-3 0 16,-6 3-16,-8 2 15,-7 0-15,-5 2 16,-10 2-16,11-1 15,-11 1 1,10 1-16,-10-1 16,10 10-16,-3-3 15,1 3-15,-1 6 16,3 4-16,-1 1 16,-1-3-16,-3-3 15,0-4-15,-2-2 16</inkml:trace>
  <inkml:trace contextRef="#ctx0" brushRef="#br0" timeOffset="17849.86">14809 2757 0,'0'0'0,"0"-1"0,0 1 0,0 0 15,0 0-15,0 0 16,0 0-16,0 0 16,0 0-16,0 0 15</inkml:trace>
  <inkml:trace contextRef="#ctx0" brushRef="#br0" timeOffset="18616.36">15070 2821 0,'0'0'0,"0"0"0,0 0 0,0 0 0,0 0 16,-2 1-16,2-1 15,-14 14-15,-2 4 16,3 7-16,8 6 15,7-4 1,4-2-16,5-4 16,-1-5-16,0-4 15,1-3-15,1-4 16,-1-4-16,0-5 16,-4-7-16,-3-11 15,-10-12-15,-6-5 16,-6 6-1,-1 7-15,1 9 32,4 4-32,4 4 15,10 9-15,-9-7 16,9 7-16,0 0 16,26-16-16,13 3 15,3 6-15,-3 5 16,-3 3-16,-6 2 15,-6 0 1,-5 0-16,-6 2 16,-3 2-16,-3 6 15,-2 5-15,-1 5 16,-1 7-16,-1 3 16,-2 0-16,-1-3 15,-1-9-15,-1-4 16,2-7-16,1-10 15,3 7-15,12-12 16,8-13 0,2-8-16,-4-5 15,-7 7-15,0 2 16,-4 6-16,4 7 16,7 7-16,5 6 15,4 8-15,-3 8 16,0 8-16,-7 3 15,-4 7 1,-1-1-16,-4-7 16,-3-3-16,-3-10 15,-1-6-15,-1-1 16,11-2-16</inkml:trace>
  <inkml:trace contextRef="#ctx0" brushRef="#br0" timeOffset="19999.8">13807 2285 0,'0'0'0,"0"0"15,0 0-15,7 0 16,-7 0-16,20 3 16,-4-3-1,2 0-15,1 0 16,4-1-16,0-1 16,2 2-16,1-2 15,3-3-15,2 0 16,4-4-16,1 0 15,-2 0 1,2 0-16,-5 1 16,2 0-16,-2 1 15,-5 3-15,-3 1 16,-5 3-16,-1 0 16,-2 0-16,3 1 15,1 1-15,1 0 16,5 1-16,-2 1 15,1-1-15,1 0 16,0 0-16,4 2 16,7-1-1,1 0-15,0-4 16,-4-3-16,-3 1 16,4-1-16,1 0 15,0 1-15,-3 0 16,-6 1-16,-2-1 15,0-1-15,4 1 16,2-1 0,-1 1-16,-2 0 0,-6 0 15,0 0 1,3 1-16,3-1 16,-1-1-16</inkml:trace>
  <inkml:trace contextRef="#ctx0" brushRef="#br0" timeOffset="22416.19">13963 3349 0,'0'0'0,"0"0"0,0 0 16,3-3-16,-3 3 15,0 0-15,17-3 16,-17 3 0,20-4-16,-7 2 15,6-1-15,5 2 16,0 0-16,0 1 15,-1 1-15,1 0 16,0-1-16,3 1 16,2 0-16,1 0 15,5-1-15,-1 0 16,2-3 0,3-2-16,3-2 15,4-2-15,22-3 31,6-1-31,-4 0 16,-13 5-16,-20 3 16,-6 1-16,-2 1 15,3-2 1,2 1-16,-3 0 16,-3 1-16,-7 0 15,-5 2-15,0-3 16,-1 0-16,-2 0 15,-2 0-15,-11 4 16,16-6-16,-16 6 16,0 0-16,10-5 15,-10 5 1,0 0-16,0 0 16,0 0-16,8-6 15,-8 6-15,0 0 16,0 0-16,0 0 15,0 0-15,0 0 16,0 0-16,0 0 16,0 0-16,0 0 15,0 0 1,0 0-16,0 0 16,0 0-16,0 0 15,0 0-15,0 0 16,0 0-16,0 0 15,0 0-15,0 0 16,0 0-16,0 0 16,0 0-16,0 0 15,0 0-15,0 0 16,0 0 0,0 0-16,0 0 15,0 0-15,0 0 16,0 0-16,0 0 15,0 0-15,0 0 16,0 0-16,0 0 16,0 0-16,0 0 15,0 0-15,0 0 16,0 0 0,0 0-16,0 0 15,0 0-15,0 0 16,0 0-16,0 0 15,0 0-15,0 0 16,0 0-16,0 0 16,0 0-16,0 0 15,0 0-15,0 0 16,0 0-16,0 0 16,0 0-16,0 0 15,0 0 1,0 0-16,0 0 15</inkml:trace>
  <inkml:trace contextRef="#ctx0" brushRef="#br0" timeOffset="23966.16">11929 3921 0,'0'0'0,"0"0"0,0 0 15,-3 0-15,3 0 16,0 0-16,0 0 16,0 0-1,0 0-15,1-6 16,8-2-16,7-2 15,2 2-15,2 3 16,-4 2-16,-3 3 16,-1 0-16,-12 0 15,16 0-15,-16 0 16,17 3 0,-17-3-16,17 8 15,-17-8-15,16 11 16,-7 0-16,-4 4 15,-3 6-15,-7-1 16,-2 1-16,0-4 16,-1-2-16,1-3 15,3-4-15,4-8 16,-4 8-16,4-8 16,0 0-1,-1 7-15,1-7 16,0 0-16,0 0 15,0 0-15,-2 6 16,2-6-16,12 3 16,1-1-16,6 1 15,5 1-15,-5-2 16,-1 1-16,-2-2 16,0 1-16,-2 1 15,0-1 1,-3 3-16,-11-5 15,15 11-15,-8-3 16,0 2-16,0 3 16,-5 5-16,-2 2 15,-8 1-15,0 0 16,-3-4-16,-2-2 16,-4 0-16,-2 0 15,-2-3 1,3-4-16,2-1 15,2-3-15,3-1 16,-1-1-16,1-1 16,-1 2-16,2-2 15,10-1-15,-10 1 16,10-1-16,0 0 16,-10 0-16,10 0 15,-14 0 1,1 1-16,4 0 15,9-1-15,-16 2 16,16-2-16,0 0 16</inkml:trace>
  <inkml:trace contextRef="#ctx0" brushRef="#br0" timeOffset="24766.17">12359 3808 0,'0'0'0,"0"0"0,0 0 0,0 0 0,1-3 15,-1 3-15,0 0 16,0 0-16,17 11 16,-7-3-16,7 8 15,0 2 1,0 10-16,2 5 15,-3-2-15,-1 3 16,-4-1-16,1 3 16,-2 1-16,0 6 15,-4-3-15,-2-3 16,-3 2-16,-1-2 16,-1-1-16,-3-3 15,-1 0-15,-2-3 16,-2-5-1,1-3-15,0-7 16,1-5-16,-1 0 16,1-3-16,1 0 15,-3 1-15,-2 3 16,1 0-16,1-1 16,9-10-16,0 0 15,0 0-15,0 0 16,0 0-16,0 0 15,0 0 1,0 0-16,0 0 16,0 0-16,0 0 15,0 0-15,0 0 16,0 0-16,0 0 16,0 0-16</inkml:trace>
  <inkml:trace contextRef="#ctx0" brushRef="#br0" timeOffset="26316.14">11640 3440 0,'0'0'0,"0"0"0,0 0 16,3 0-16,-3 0 15,16 2-15,-2-1 16,6 1-1,9 0-15,1-3 16,6-2-16,4 0 16,4-1-16,5-2 15,0 2-15,-2-1 16,-7 1-16,3-1 16,0 2-16,1-2 15,-4 2-15,-3 0 16,-7 1-16,-4 1 15,-4 2 1,0 1-16,1 1 16,0-1-16,1 2 15,-2-1-15,0-3 16,-1-1-16,-1 0 16,0 0-16,0 0 15,2-1-15,3 0 16,6-2-16,2-1 15,1 1 1,-1-1-16,1 2 16,2-1-16,-1-1 15,-2 1-15,-8 1 16,-2 0-16,-1 2 16,1 0-16,2 2 15,2-1-15,0 1 16,-5 0-1,0-1-15,-2 2 16,-1-2-16,0 1 16,-2-1-16,3 0 15,0 0-15,-2 0 16,1 0-16,-2 0 16,3 0-16,0 0 15,1 0-15,3 0 16,-1-1-16,2-1 15,-2 2-15,1-1 16,-3 0 0,-1 1-16,0-1 15,-1 1-15,1 0 16,2 0-16,-1 0 16,-1 0-16,0 0 15,-1 1-15,-1 0 16,0 0-16,1 1 15,1 0 1,-1 0-16,1-1 16,1-1-16,0 1 15,0 0-15,-4 0 16,0-1-16,-2 0 16,-2 0-16,0 0 15,-13 0-15,18 0 16,-18 0-16,13 0 15</inkml:trace>
  <inkml:trace contextRef="#ctx0" brushRef="#br0" timeOffset="29315.53">15067 3266 0,'0'0'0,"0"0"0,0 0 15,0 0-15,0 0 16,5-1-16,-5 1 16,10-1-16,-10 1 15,22-4 1,-5 3-16,5 0 16,2 1-16,0 1 15,-1-1-15,-2 1 16,-3 0-16,-3 0 15,-1-1-15,-1 2 16,-1-2-16,0 1 16,0 0-16,0 0 15,2-1-15,2 1 16,1-1-16,1-1 16,-3 1-1,-2-1-15,-3 0 16,-10 1-16,11-1 15,-11 1-15</inkml:trace>
  <inkml:trace contextRef="#ctx0" brushRef="#br0" timeOffset="29849.39">15097 3475 0,'0'0'0,"0"0"0,0 0 15,0 0-15,0 0 16,0 0-16,0 0 15,0 0-15,0 0 16,0 0-16,0 0 16,0 0-16,0 3 15,1 5 1,0 2-16,-1 2 16,1 2-16,0 2 15,0 2-15,-1 1 16,1 1-16,-1-1 15,0-2-15,-1-1 16,1-4-16,0-2 16</inkml:trace>
  <inkml:trace contextRef="#ctx0" brushRef="#br0" timeOffset="30516.3">15337 3465 0,'0'0'0,"0"0"0,0 0 16,0 0-16,0 0 15,0 0-15,0 0 16,0 0-16,0 0 16,0 0-16,0 0 15,0 0-15,0 0 16,0 0-16,-6 4 16,-2 5-1,-6 5-15,-2 6 16,-1 3-16,1 4 15,3-2-15,3-2 16,4-5-16,2-2 16,3-1-16,2 0 15,1 1 1,2 2 0,2-2-1,4-2-15,1-4 16,2-2-16,0-3 15,0-2-15,-1-1 16,-1-3-16,1-2 16,3-3-16,0-3 15,-3 1-15,-2 2 16,-10 6-16,8-9 16,-8 9-1,2-7-15,-2 7 16,-6-10-16,-2 3 15,-5 1-15,-4 0 16,-2 3-16,0 1 16,4 2-16,3 1 15,2 1-15,10-2 16,-13 2-16,13-2 16,0 0-1,0 0-15</inkml:trace>
  <inkml:trace contextRef="#ctx0" brushRef="#br0" timeOffset="31199.44">15066 3486 0,'0'0'0,"0"0"16,0 0-16,0 0 16,0 0-1,0 0-15,1 4 16,1 4-16,0 1 15,1 4-15,1 4 16,0 1-16,0 2 16,-1 1-16,-1-3 15,-1-1-15,1-1 16,0 1-16,-1 2 16,1 2-16,1 0 15,-2-2 1,1-3-16,-2-7 15,1-2-15,-1 0 16,0-7-16,0 10 16</inkml:trace>
  <inkml:trace contextRef="#ctx0" brushRef="#br0" timeOffset="33999.61">13076 4104 0,'0'0'0,"0"0"0,0 0 0,3 1 16,-3-1-16,12 1 15,1 0-15,5-1 16,4-2-16,-1-1 15,0-2 1,0-1-16,0 0 16,-1-2-16,-1 0 15,-5 1-15,-4 1 16,-10 6-16</inkml:trace>
  <inkml:trace contextRef="#ctx0" brushRef="#br0" timeOffset="34433.23">13051 4067 0,'0'0'0,"0"0"0,0 0 0,0 0 15,-3 5-15,1 4 16,-4 6-16,0 4 15,1 2 1,1 3-16,1 3 0,2 0 16,0-1-1,2-2-15,0-1 16,1-3-16,1-2 16,1 1-16,2 0 15,1 1-15,2-2 16,0-1-16,1-2 15,2-1-15,0-1 16,3-3 0,3 0-16,2-2 15,2-6-15,0-1 16,1-5-16,1-7 16,-1-3-16,-4-4 15,-3-2-15,-9 7 16</inkml:trace>
  <inkml:trace contextRef="#ctx0" brushRef="#br0" timeOffset="34632.46">13073 4333 0,'0'0'0,"0"0"0,0 0 16,0 0 0,3 0-16,-3 0 15,22-4-15,1-3 16,7-3-16,6-4 16</inkml:trace>
  <inkml:trace contextRef="#ctx0" brushRef="#br0" timeOffset="35215.6">13303 4210 0,'0'0'0,"0"0"0,0 0 15,0 0-15,3 0 16,-3 0-16,12-1 15,-2 0-15,2 0 16,1 1 0,0 2-16,4 2 15,1 2-15,-2-1 16,-2 0-16,-3 0 16,0 1-16,-2 1 15,1 1-15,-1 0 16,-1 1-16,-3 0 15,-2 3-15,-5 0 16,-4 2 0,-4 3-16,-4-3 15,-1-1-15,2-3 16,1-5-16,2-1 16,10-4-16,-11 3 15,11-3-15,0 0 16,-10-7-16,8-3 15,3-6-15,3-6 16,5-2 0,2-1-16,3 2 15,0 1-15,0 5 16,-2 1-16,-1 5 16,-2 4-16,-9 7 15,10-8-15,-10 8 16,0 0-16,0 0 15,16-9-15,-6 5 16</inkml:trace>
  <inkml:trace contextRef="#ctx0" brushRef="#br0" timeOffset="35716.15">13623 4136 0,'0'0'0,"0"0"0,0 0 15,0 0-15,3 1 16,-3-1-16,13 2 16,-2 1-1,3 0-15,1 1 16,-1 2-16,0 1 16,-2 1-16,1 0 15,1 3-15,-3 2 16,-1 0-16,-2 1 15,-4 0-15,-1 1 16,-3 2-16,-5 1 16,-2 2-1,-2-3-15,-1-3 16,-3-2-16,0-4 16,0-2-16,2-3 15,11-3-15,-17-2 16,10-5-16,2-5 15,5-8-15,5-7 16,7-7 0,8-1-16,-1 3 15,1 3-15,-3 7 16,-5 5-16,-3 6 16,-1 2-16,-4 3 15,-4 6-15,8-9 16,-8 9-16,0 0 15,10-5-15,-10 5 16,25 0-16</inkml:trace>
  <inkml:trace contextRef="#ctx0" brushRef="#br0" timeOffset="36481.69">13984 4217 0,'0'0'0,"-3"0"15,3 0-15,0 0 16,0 0-16,0 0 16,0 0-16,-12-3 15,12 3 1,0 0-16,-11 7 16,4 1-16,1 4 15,-1 6-15,2 2 16,4-3-16,3-4 15,5 1-15,0-2 16,10-1-16,1-2 16,2-7-1,0-3-15,-5-1 16,-1-3-16,-14 5 16,7-8-16,-9-2 15,-1-6-15,-3-6 16,-2 2-16,-2 2 15,-2 4-15,5 3 16,1 3-16,6 8 16,-7-8-16,7 8 15,-7-7 1,7 7-16,0 0 16,0 0-16,10-5 15,12 0-15,-1 4 16,2 5-16,-2 5 15,8 3-15,-6 0 16,3 3-16,2 2 16,-5-2-16,1 2 15,-9-2-15,-2 3 16,-3 1 0,-4 4-16,-6-7 15,0-1-15,-2-3 16,-3-5-16,5-7 15,-22 0-15,7-7 16,8 0-16,3-1 16,0-4-16,3-4 15,2 0 1,0-1-16,4 0 16,-1 2-16,3-4 15,1-4-15,-1 0 16,-1 3-16,1 5 15,-1 2-15,-2 3 16,0 2-16,-4 8 16,7-10-16,-7 10 15,10-4 1,-10 4-16</inkml:trace>
  <inkml:trace contextRef="#ctx0" brushRef="#br0" timeOffset="36849.69">14450 4329 0,'0'0'0,"0"0"0,0 0 15,0 0-15,-4 1 16,4-1-16,-3 6 16,-3 4-16,0 3 15,-1 2 1,-2 1-16,2-1 16,-2 2-16,-1 3 15,1-1-15,1-1 16,1-3-16,2-1 15,2 2-15,3-1 16,0-3-16,0-5 16,0-7-16,1 12 15,-1-12 1</inkml:trace>
  <inkml:trace contextRef="#ctx0" brushRef="#br0" timeOffset="37982.05">14863 4157 0,'0'0'0,"0"0"16,0 0-16,0 0 16,0 1-16,0-1 15,0 0-15,-7 12 16,-1 2 0,-4 6-16,-5 11 15,-3 4-15,0 2 16,-1 0-16,3-5 15,3-3-15,4-3 16,7-8-16,2-3 16,2-1-1,0-14 1</inkml:trace>
  <inkml:trace contextRef="#ctx0" brushRef="#br0" timeOffset="38432.8">14814 4149 0,'0'0'0,"0"0"15,0 0-15,0 0 16,8-2-16,2-1 15,5 2-15,4 6 16,4 9-16,2 1 16,-4 3-16,-4 0 15,-3 3-15,-2 2 16,-2-1-16,-1 6 31,0 0-15,-1 0-16,-3-6 15,-4-8-15,-1-7 16,0-7-16,-1 12 16,-10-6-16,-12 9 15,-12 0-15,0-5 16,-13 4-16,-7-2 16,-4 3-16,6-2 15,7-2 1,9-2-16,9-3 15,12-6-15</inkml:trace>
  <inkml:trace contextRef="#ctx0" brushRef="#br0" timeOffset="41066.58">15256 4461 0,'0'0'0,"0"0"0,0 0 16,0 0-16,0 0 16,-7 0-16,-9 6 15,-20 14-15,-11 13 16,6-2-16,10-2 16,12-3-16,7-8 15,5-3-15,1-2 16,1-1-16,1 2 15,-2 2 1,-2 11-16</inkml:trace>
  <inkml:trace contextRef="#ctx0" brushRef="#br0" timeOffset="41984.4">15323 4246 0,'0'0'0,"0"0"0,0 0 15,0 0-15,0 0 16,1 5-16,-1 5 16,1 8-1,-2 9-15,-3 6 16,-5 1-16,0-3 16,1-5-16,3-7 15,1-7-15,2-4 16,2-8-16,-2 7 15,2-7 1,0 0-16,15-12 16,-2-1-16,0-3 15,-2 0-15,-2 0 16,-2 1-16,-1 2 16,-3 5-16,1 2 15,-4 6-15,2-6 16,-2 6-16,0 0 15,10 1-15,-10-1 16,19 17 0,-8-1-16,0 3 15,-1-3-15,-2-1 16,-1-4-16,-2-4 16,-5-7-16,7 10 15,-7-10-15,13-3 16,1-9-16,3-15 15,-2-5-15,-5-5 16,-2 3 0,-1 1-1,0 2 1,-1 6-16</inkml:trace>
  <inkml:trace contextRef="#ctx0" brushRef="#br0" timeOffset="43098.74">15534 4456 0,'0'0'0,"0"0"0,0 0 15,0 0-15,-4 5 16,-2 2 0,-2 4-16,0 0 15,2 4-15,1 2 16,0 2-16,0-2 16,0 0-16,1-4 15,2-4-15,-1 1 16,-1 1-16,2-1 15,2-10-15,-2 6 16,2-6 0,0 0-16,0 0 15,1-5-15,1-5 16,1-4-16,1-2 16,-1 0-16,5 0 15,6 0-15,5 3 16,-1 0-16,-1 6 15,-4 2-15,-13 5 16,16-4-16,-16 4 16,12 1-1,-12-1-15,6 16 16,-4-1-16,-7 6 16,-7 4-16,-6 4 15,-1-1-15,4-1 16,3-5-16,2 0 15,1-4-15,2-4 16,0 0 0,1-2-16,2-3 15,2-3-15,2-6 16</inkml:trace>
  <inkml:trace contextRef="#ctx0" brushRef="#br0" timeOffset="43632.35">15606 4629 0,'0'0'0,"0"0"16,0 0-16,0 0 15,2 1-15,-2-1 16,0 0-16,11 5 16,-11-5-16,11 3 15,-11-3 1,13 2-16,-13-2 16,10-2-16,-10 2 15,12-7-15,-5 0 16,-3-2-16,-1-3 15,-5 1-15,-2 1 16,-3 3-16,-4 2 16,-3 3-1,1 4-15,-1 3 16,-5 8-16,1 6 16,1 2-16,8 0 15,3-6-15,5 2 16,9 5-16,3 4 15,7 0-15,-3-4 16,-4-10-16,-3-2 16,1-2-16,-3-2 15,3 2 1,4 0-16,5-1 16,0-2-16</inkml:trace>
  <inkml:trace contextRef="#ctx0" brushRef="#br0" timeOffset="45682.25">15739 4627 0,'0'0'0,"0"0"0,0 0 0,0 0 15,0 0-15,0 0 16,0 0-16,0 2 16,0-2-16,2 11 15,0-1-15,1 3 16,0-2 0,-1 3-16,0-2 15,-2-12-15,0 0 16,0 21-16,0-10 15,0-3-15,0 0 16,0-2-16,0-6 16,0 7-16,0-7 15,0 0-15,0 0 16,0 0 0,0 0-16,0 0 15,0 0-15,13-10 16,-7 3-16,-1 0 15,-5 7-15,7-10 16,-7 10-16,4-6 16,-4 6-16,0 0 15,0 0 1,0 0-16,0 0 16,0 0-16,0 0 15,15 3-15,-10 5 16,2 3-16,-2 0 15,-1-2-15,-3-2 16,-1-7-16,2 8 16,-2-8-16,0 0 15,0 0-15,0 0 16,0 0-16,8-8 16,-5-1-1,-1-1-15,0-4 16,0 1-16,0-2 15,0 1-15,3 1 16</inkml:trace>
  <inkml:trace contextRef="#ctx0" brushRef="#br0" timeOffset="48249.27">10889 3235 0,'0'0'0,"0"0"0,0 0 15,0 0-15,0 0 16,0 0-16,9 0 16,4 0-16,4 0 15,5 0-15,3 0 16,5 0-1,-1 0-15,3 0 16,-3 0-16,0 0 16,0 0-16,0 0 15,-3 0-15,0 0 16,-4 1-16,-3 2 16,-3 0-16,-3 1 15,-2-1-15,-1-1 16,-10-2-16,13 4 15,-13-4 1,0 0-16,11 2 16,-11-2-16,0 0 15,12 3-15,0-2 16,3-6-16</inkml:trace>
  <inkml:trace contextRef="#ctx0" brushRef="#br0" timeOffset="50084.65">10881 3276 0,'0'0'0,"0"0"15,0 0-15,0 0 16,0 0-16,0 0 16,0 0-16,0 0 15,0 0-15,0 4 16,2 6-1,0 5-15,3 9 16,-1 5-16,-3 5 16,1 3-16,-1 5 15,0-4-15,-1 4 16,0 0-16,-1 2 16,1-2-16,0-4 15,0-1-15,0-4 16,-1-2-16,1-1 15,0-4 1,0 2-16,-1-1 16,0-2-16,0-1 15,-1-2-15,0-1 16,0-4-16,0-1 16,1-1-16,0 1 15,-1-1-15,1 0 16,2-2-16,0-2 15,0-1 1,0-2-16,2-1 16,-3-7-16,1 8 15,-1-8-15,0 0 16,2 7-16,-2-7 16,0 0-16,3 8 15,-3-8-15,1 9 16,-1-2-16,2 0 15,0 2 1,0 0-16,0-1 16,0-1-16,1 1 15,0 0-15,0 1 16,0-1-16,1 1 16,-1 0-16,1 0 15,0 0-15,-1-2 16,0-1-16,-3-6 15,4 11 1,-4-11-16,4 7 0,-4-7 16,0 0-1,5 8-15,-5-8 16,0 0-16,0 0 16,0 0-16,0 0 15,10 6-15,-10-6 16,13 2-16,0 1 15,8-2 1,4-1-16,4 0 16,-1-2-16,-1-1 15,0 1-15,4-3 16,1 1-16,0 0 16,2 0-16,-2 0 15,-2 1-15,2 0 16,-1 3-16,-3 2 15,-2 1 1,-3-1-16,-1 2 16,0 0-16,0 0 15,-2 0-15,-1 0 16,0-2-16,-1 2 16,-2-1-16,-2-1 15,-1 0-15,-2-1 16,-11-1-16,17 2 15,-17-2-15,11 1 16,-11-1-16,0 0 16,0 0-1,0 0-15,10-1 16,-10 1-16,0 0 16,0 0-16,0 0 15,1-7-15,-1 7 16,-5-14-16,-3-3 15,-9-9 1,-7-4-16,-3 2 16,-1 2-16,2 4 15,4 5-15,4 4 16,6 1-16,4 6 16,8 6-16,-10-7 15,10 7-15,0 0 16,0 0-16,0 0 15,0 0-15,0 0 16,16 19-16,5 2 16,3-1-1,3 0-15,0-2 16,-1 0-16,-2-3 16,-1-1-16,0 0 15,-1-1-15,-2 0 16,-2-2-16,-3-2 15,-3-2-15,-2-1 16,-10-6 0,15 9-16,-15-9 15,9 7-15,-9-7 16,7 6-16,-9 7 16,-12 13-16,-13 16 15,-10 0-15,5-8 16,3-6-16,8-8 15,4-7-15,6-3 16,11-10-16,-11 8 16,11-8-1</inkml:trace>
  <inkml:trace contextRef="#ctx0" brushRef="#br0" timeOffset="50916.08">11291 3019 0,'0'0'0,"0"0"16,0 0-16,-3 0 15,3 0-15,0 0 16,0 0-16,0 0 16,0 0-1,0 0-15,0 0 16,13 3-16,3 8 16,5 4-16,1 4 15,0 1-15,-3-2 16,2 2-16,-2-2 15,-3-2-15,-2-2 16,-2-3 0,-3 0-16,-1 0 15,-3-2-15,-1-2 16,-2 0-16,-1-1 16,-1 2-16,-3 3 15,-4 2-15,-5 5 16,-5 1-16,-4 0 15,-2 2-15,1-3 16,-1 1-16,-1 0 16,2 1-16,0 3 15,2 0 1,2 1-16,2 1 16,2-2-16,3-4 15,2-1-15,3-1 16,4-1-16</inkml:trace>
  <inkml:trace contextRef="#ctx0" brushRef="#br0" timeOffset="54048.41">12272 5105 0,'0'0'0,"0"0"15,0 0-15,0 0 16,0 0 0,-2-1-16,2 1 15,0 0-15,0 0 16,0 0-16,0 0 15,0 0-15,0 0 16,-6-7-16,6 7 16,0 0-16,0 0 15,0 0-15,0 0 16,0 0-16,0 0 16,-2 7-16,2 4 15,0 9 1,1 6-16,1 4 15,0 4-15,0 1 16,1 0-16,-2 1 16,1-4-16,-1-2 15,0-7-15,0-4 16,0-4-16,-1-5 16,0-4-1,0-6-15,0 7 16,0-7-16,0 0 15,0 0-15</inkml:trace>
  <inkml:trace contextRef="#ctx0" brushRef="#br0" timeOffset="54782.57">12282 4988 0,'0'0'0,"0"0"15,0 0-15,0 0 16,0 0-16,1-2 16,-1 2-16,11-9 15,8-2 1,7 0-16,4 2 15,1 3-15,-5 3 16,-5 2-16,-4 2 16,-2 1-16,-1 3 15,-2 2-15,-3 7 16,-4 6-16,-10 9 16,-4 5-16,-8 3 15,-3-1 1,0-6-16,3-6 15,5-8-15,2-3 16,4-5-16,6-8 16,-9 10-16,9-10 15,0 0-15,0 0 16,0 0-16,-5 6 16,5-6-16,12 3 15,1-1 1,6 1-16,3 1 15,0-1-15,-1 0 16,-3-1-16,-3 1 16,-4 1-16,-1 5 15,-2 8-15,-5 6 16,-6 10-16,-10 5 16,-5 0-16,-5-5 15,0-9 1,1-6-16,2-4 15,3-4-15,1-2 16,3-1-16,2-4 16,1 0-16,10-3 15,-14 0-15,14 0 16,-10-4-16,10 4 16,-10-14-1</inkml:trace>
  <inkml:trace contextRef="#ctx0" brushRef="#br0" timeOffset="55015.14">12859 4972 0,'0'0'0,"0"0"0,0 0 16,0 0-1,0 0-15,0 0 16,0 0-16,-1 9 16,-5 21-16,-5 37 15,-7 16-15,-2-2 16,2-7-16,4-13 16,4-11-16,10-7 15</inkml:trace>
  <inkml:trace contextRef="#ctx0" brushRef="#br0" timeOffset="56015.21">12177 6114 0,'0'0'0,"0"0"0,0 0 15,0 0 1,0 6-16,2 7 15,5 14-15,2 9 16,2 4-16,2 6 16,-2 1-16,1-3 15,-2-1-15,0-3 16,-1-4-16,-2-4 16,-1-5-16,0 0 15</inkml:trace>
  <inkml:trace contextRef="#ctx0" brushRef="#br0" timeOffset="56764.98">12289 6008 0,'0'0'0,"0"0"15,0 0-15,0 0 16,0 0-16,0-1 16,0 1-16,10-11 15,6-2-15,11-1 16,4 5-16,1 5 15,-2 4-15,-4 4 16,-4 3 0,-4 4-16,-3 1 15,-3 4-15,-6 7 16,-7 5-16,-7 7 16,-6 0-16,-6-2 15,-1-3-15,1-6 16,3-4-16,3-6 15,2-2 1,3-5-16,9-7 16,-11 11-16,11-11 15,0 0-15,-7 6 16,7-6-16,0 0 16,0 0-16,0 0 15,0 0-15,0 0 16,17 4-16,2 0 15,3 0 1,4 1-16,-2-1 16,-2 2-16,-5 4 15,-3 5-15,-3 3 16,-5 6-16,-5 6 16,-8 5-16,-5 0 15,-6-5-15,-2-6 16,-1-9-16,2-4 15,3-3 1,2-3-16,4-3 16,10-2-16,-13 3 15,13-3-15,0 0 16,0 0-16,0 0 16</inkml:trace>
  <inkml:trace contextRef="#ctx0" brushRef="#br0" timeOffset="57515.88">12736 6114 0,'0'0'0,"0"0"0,0 0 0,0 0 0,0 0 15,2-2-15,-2 2 16,17-13-16,1 2 16,5 0-16,3 1 15,2 5-15,-2 3 16,-3 5-16,-3 6 15,-4 2-15,-3 19 32,-4 14-17,-8 11-15,-7-4 16,-4-11-16,-8 1 16,-2-5-16,1-4 15,0-5-15,3-8 16,5-7-16,2-3 15,9-9 1,-12 11-16,12-11 16,-9 10-16,9-10 15,-6 7-15,6-7 16,-4 10-16,3-3 16,1-7-16,0 8 15,0-8-15,0 9 16,0-9-16,0 7 15,0-7-15,0 0 16,22 10-16,13-17 16,5 1-1,2-3-15,7-6 16,-3-1-16,0-4 16,-8 4-16,0 0 15,1 3-15,1 0 16,-7 4-16,-13 2 15,-3 3-15,-5 1 16,1 1-16,-1 1 16,-12 1-1,17 0-15,-17 0 16,0 0-16,0 0 16,0 0-16</inkml:trace>
  <inkml:trace contextRef="#ctx0" brushRef="#br0" timeOffset="58949.55">13435 5946 0,'2'-6'15,"-2"6"-15,-3-11 16,1-1-16,-5 2 16,-11-8-16,-6 3 15,-13 3-15,-3 2 16,-4 1-16,1 0 15,-3 2-15,-1 2 16,-3 18-16,3-5 16,-1 3-1,-1-1-15,2-3 16,0 2-16,0-3 16,-1 2-16,0 1 15,1-7-15,0-3 16,5 1-16,-3 0 15,2 0 1,2 0-16,1 0 16,3 2-16,3 0 15,0 1-15,0 1 16,6 3-16,3 3 16,2 1-16,1 4 15,-1 1-15,2-1 16,3-2-16,0 0 15,1 1-15,-1 2 16,-1 2-16,0 2 16,2 4-1,1-1-15,5 1 16,1-1-16,3-1 16,1-1-16,2-1 15,3 0-15,-1 1 16,2 2-16,0 2 15,2 0-15,2 2 16,3 0 0,3 1-16,4-1 15,2 2-15,2 1 16,0-2-16,1 3 16,1-5-16,-1-3 15,4 1-15,0-2 16,6 3-16,0-2 15,0 0-15,1-2 16,1-7-16,5 1 16,7-10-1,4 1-15,1-9 16,1-4-16,27 0 31,11-4-31,-1 1 16,-7 0-16,-32 5 15,2-1-15,-3 1 16,0 1-16,2-1 16,-4 1-16,0-2 15,1-5 1,1-8-16,-3 1 16,4-4-16,-8 3 15,-9 4-15,2 0 16,-1-1-16,1-3 15,1-8-15,0-3 16,-5 0-16,1-6 16,-10 6-1,-9-11-15,-4-7 16,-4-3-16,-2-1 16,-2 14-16,0 4 15,-2 0-15,-2 6 16,-1 2-16,0 4 15,-1 4-15,-1 0 16,-1 5-16,0 0 16,-2 0-16,-2-1 15,-5-1 1,-1-2-16,1 1 16,1 5-16,4 2 15,1 3-15,2 1 16,1 1-16,0 1 15,-1 1-15,-3 2 16,-5 2-16,-5 3 16,-1 1-16,3 1 15,5-1 1,7-3-16,10-3 16,-10 5-16,10-5 15,0 0-15,0 0 16,0 0-16,0 0 15,0 0-15,0 0 16,0 0-16,0 0 16</inkml:trace>
  <inkml:trace contextRef="#ctx0" brushRef="#br0" timeOffset="60881.75">12474 2220 0,'0'0'0,"0"0"0,0 0 0,0 0 15,0 0-15,0 2 16,0-2-16,0 0 15,13 12-15,5-3 16,9-4-16,11 1 16,9-4-16,7-3 15,9-5-15,2 0 16,2-2 0,-5 1-16,2 1 15,1-1-15,3 1 16,1-1-16,8-1 15,0 1-15,5-1 16,7 1-16,15-2 16,19-2-16,7 0 15,0 1-15,-10 0 16,-3 3 0,-15 3-16,-5 1 15,-10 1-15,-9 1 16,-3 0-16,-9 0 15,-6 1-15,-1-1 16,-6 0-16,-6 0 16,-2 1-16,-5 0 15,-3 0-15,-3 2 16,-5 0 0,-4 1-16,-3 0 15,-6 0-15,-4-1 16,-12-2-16,13 3 15,-13-3-15,10 3 16,-10-3-16,0 0 16,11 5-16,-11-5 15,0 0-15,0 0 16,6 6-16,-6-6 16,0 0-1,0 0-15,0 0 16,0 0-16,0 0 15,5 7-15,-5-7 16,0 0-16,0 0 16,0 0-16,0 0 15,0 0-15,0 0 16,0 0-16,12 4 16</inkml:trace>
  <inkml:trace contextRef="#ctx0" brushRef="#br0" timeOffset="61633.15">15193 1757 0,'0'0'0,"0"0"0,0 0 15,1 4-15,5 4 16,4 8-16,7 11 16,8 9-16,4 4 15,6 3 1,2 2-16,2-3 15,1 0-15,-1-4 16,-6-7-16,-2-4 16,-2-7-16,-6-3 15,-5-5-15,-8-5 32</inkml:trace>
  <inkml:trace contextRef="#ctx0" brushRef="#br0" timeOffset="61999.5">15433 1844 0,'0'0'0,"0"0"0,0 0 15,0 0-15,0-2 16,0 2-16,0 0 16,0 0-16,-12 15 15,-11 18-15,-10 17 16,-2 9-16,-4 4 16,3-3-16,3-6 15,5-8 1,6-10-16,6-5 15,7-4-15,2-7 16,3-5-16,1-4 16,2-2-16,1-9 15,-1 11-15,1-11 16,0 0-16</inkml:trace>
  <inkml:trace contextRef="#ctx0" brushRef="#br0" timeOffset="65499.01">13078 5274 0,'0'0'0,"0"0"16,0 0-16,0 0 16,0-1-16,0 1 15,0 0-15,0 0 16,0 0-16,7-9 16,2 1-16,6-1 15,5-2-15,2 1 16,0 1-16,2 3 15,2 1-15,3-1 16,1 2-16,3-1 16,-2 1-1,-2 1-15,0 0 16,-1-1-16,2 2 16,0 1-16,-5 0 15,0 0-15,-7 1 16,-2 0-16,-1 1 15,-3 1 1,-1 0-16,-1 0 16,0 2-16,0 1 15,-10-5-15,17 12 16,-10-5-16,2 2 16,-2 5-16,0 2 15,0 3-15,-1 2 16,-1-1-16,-3 0 15,-1 1-15,-1 0 16,0-1 0,0 0-16,0-2 15,0 1-15,0-1 16,0-2-16,0-2 16,0 0-1,2 7 1,-1-2-16,1-1 15,0-7-15,-1 1 16,3 11 0,-2-4-16,0 4 15,-2-11-15,0-12 16,0 0-16,-2 6 16,2-6-16,-9 10 15,1 6-15,1-5 16,4-4-16,3-7 15,-2 8-15,-2-1 16,0 3-16,1-3 16,3-7-1,-6 6-15,6-6 16,0 0-16,0 0 16,0 0-16,-10 7 15,10-7-15,0 0 16,-12 1-16,-1-10 15,-6-3-15,0-2 16,1 2-16,5 3 16,3 3-1,10 6-15,-16-11 16,16 11-16,-13-9 16,13 9-16,0 0 15,0 0-15,0 0 16,-8-7-16,8 7 15,0 0-15,2 7 16,3 2 0,-1-2-16,3 2 15,4 2-15,4 5 16,3 0-16,2-6 16,1-6-16,7-10 15,-2 3-15,-3-1 16,-3 0-16,-2 2 15,-2 0-15,-1-1 16,3 0-16,-1-6 16,-4-1-16,1-2 15,-14 12 1,14-13-16,-1-1 16</inkml:trace>
  <inkml:trace contextRef="#ctx0" brushRef="#br0" timeOffset="67198.52">13661 6534 0,'0'0'0,"0"0"0,0 0 15,3-4-15,3-3 16,1-1-16,2 1 16,2-3-16,4 3 15,3-2 1,5 1-16,0 2 16,0 1-16,0 2 15,-6 1-15,-3 2 16,0 2-16,0 4 15,1 11 1,0 7 0,-2 1-16,-5 0 15,-2 0-15,-3 3 16,-1 1 0,-4 5-16,-2-4 15,0-6-15,0-2 16,1-6-16,-2-3 15,2-1-15,-1-2 16,0 1-16,1 0 16,-1 1-16,1-2 15,-1 1-15,1 0 16,1-1 0,1 2-16,0-1 15,-1 1-15,1-2 16,0-3-16,1-7 15,-2 11-15,2-11 16,-1 6-16,1-6 16,0 0-16,0 0 15,-13 2 1,13-2-16,-15-5 16,15 5-16,-14-9 15,14 9-15,-11-8 16,11 8-16,0 0 15,-7-6-15,7 6 16,0 0-16,0 0 16,0 0-16,10 1 15,7 4-15,5 1 16,7-2 0,-1-3-16,2-2 15,0-4-15,-2-6 16,-1-3-16,-3-2 15,-7 6 1,-17 10 0</inkml:trace>
  <inkml:trace contextRef="#ctx0" brushRef="#br0" timeOffset="67748.86">13002 7407 0,'0'0'0,"0"0"15,0 0-15,-2 0 16,2 0 0,0 0-16,0 0 15,0 13-15,3 6 16,3 4-16,0-3 15,4 2-15,2-3 16,0 0-16,1 2 16,0-2-16,-2-1 15,0 1 1</inkml:trace>
  <inkml:trace contextRef="#ctx0" brushRef="#br0" timeOffset="68516">12958 7364 0,'0'0'0,"0"0"15,0 0-15,0 0 16,0 0-16,0-3 15,0 3-15,8-12 16,2-3-16,8-5 16,3 0-16,4 3 15,0 4 1,-3 4-16,0 4 16,-2 3-16,2 2 15,-4 0-15,-2 4 16,1 1-16,-3 2 15,0 1-15,-3 5 16,-4 6-16,-5 3 16,-6 4-16,-3 0 15,-4 1-15,-3-3 16,3-6 0,1-5-16,3-3 15,3-4-15,4-6 16,-6 8-16,6-8 15,0 0-15,-5 7 16,5-7-16,0 0 16,0 0-16,0 0 15,1 7 1,-1-7-16,13 8 0,3-5 16,3-1-1,0 2-15,0-2 16,-2 2-16,0 1 15,-3 2-15,-3 2 16,-1 4-16,-3-1 16,-4 0-16,-2 1 15,-4 5-15,-3 5 16,0-8-16,-1-2 16,-1-1-1,0-3-15,-2 2 16,1-4-16,1-1 15,8-6-15,-13 10 16,13-10-16,0 0 16,-12 7-16,12-7 15,0 0 1,0 0-16,0 0 0</inkml:trace>
  <inkml:trace contextRef="#ctx0" brushRef="#br0" timeOffset="69349.06">13481 7330 0,'0'0'0,"0"0"16,0 0-1,0 0-15,0 0 16,0 0-16,4-3 15,-4 3-15,0 0 16,18-9-16,-5 3 16,0-2-16,2 1 15,6-5 1,3-1 0,3 1-1,-4 7-15,-10 2 16,-13 3-16,16 3 15,-11 4-15,-1 4 16,-3 2-16,-2 4 16,-2 2-16,-2 2 15,-2 0-15,0-3 16,0-2-16,0-3 16,1-5-16,2-1 15,4-7 1,-5 6-16,5-6 15,0 0-15,0 0 16,0 0-16,0 0 16,14 2-16,-3-2 15,0 0-15,-1 0 16,-10 0-16,17 1 16,-17-1-16,16 2 15,-16-2 1,17 6-16,-4 1 15,1 5-15,2 3 16,-4-1-16,-3-4 16,-3 2-16,-4 3 15,-5 5-15,-4 2 16,-6-2-16,-2-2 16,-2 0-16,0-4 15,2-3 1,2-4-16,13-7 15,-12 7-15,12-7 16,0 0-16,0 0 16,0 0-16,0 0 15</inkml:trace>
  <inkml:trace contextRef="#ctx0" brushRef="#br0" timeOffset="72932.44">5860 4145 0,'0'0'0,"0"0"0,0 0 0,0 0 0,0 0 16,0 0 0,3 0-16,-3 0 15,10 3-15,-10-3 16,19 4-16,-6-2 16,0 1-16,3-2 15,1 1-15,0-2 16,1 2-16,1-2 15,1 1-15,-1 0 16,-1 0-16,0-1 16,2 0-1,1 0-15,-1-2 16,0-1-16,1 1 16,0-1-16,1 0 15,-1-1-15,3 1 16,-2 0-16,-1-1 15,-1 2-15,-1-1 16,-1 0-16,-1 1 16,1 0-16,0-1 15,-1 1 1,-2-1-16,0 1 16,-2 1-16,-1-1 15,-2 1-15,-10 1 16,13-2-16,-13 2 15,0 0-15,11-2 16,-11 2-16,0 0 16,0 0-1,0 0-15,0 0 16,0 0-16,0 0 16,0 0-16,10-1 15,-10 1-15,0 0 16,0 0-16,0 0 15,0 0-15,0 0 16</inkml:trace>
  <inkml:trace contextRef="#ctx0" brushRef="#br0" timeOffset="73899.28">7357 4188 0,'0'0'0,"0"0"0,0 0 16,0 0-16,0 0 15,0 0-15,5-3 16,8-5-16,12-1 15,8 0-15,5 0 16,3 2-16,1 0 16,0 0-16,-4 1 15,-5-1-15,-4 4 16,-6 0 0,-4 1-16,-4 2 15,-4 1-15,0 3 16</inkml:trace>
  <inkml:trace contextRef="#ctx0" brushRef="#br0" timeOffset="76197.49">5556 5967 0,'0'0'0,"0"0"0,0 0 16,0 0-16,0 0 15,0 0-15,5 1 16,-5-1-16,16 3 16,-3-2-1,1 2-15,5-1 16,2 0-16,2-1 15,0 0-15,2-1 16,3-1-16,1 0 16,0-2-16,1 0 15,0-1-15,-2 1 16,-2-1 0,-6 2-16,-2 0 15,-4 0-15,-1 1 16,-1 0-16,-2 0 15,1 1-15,3 2 16,-1 3-16</inkml:trace>
  <inkml:trace contextRef="#ctx0" brushRef="#br0" timeOffset="77048.72">7243 6051 0,'0'0'0,"0"0"0,0 0 16,0 0-16,4 0 16,7-3-16,8 2 15,3-2-15,0 0 16,0 1-16,-3 0 16,1-1-1,2 2-15,-2 1 16,2 2-16,-2 3 15,-3 3-15</inkml:trace>
</inkml:ink>
</file>

<file path=ppt/ink/ink3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39:59.186"/>
    </inkml:context>
    <inkml:brush xml:id="br0">
      <inkml:brushProperty name="width" value="0.05292" units="cm"/>
      <inkml:brushProperty name="height" value="0.05292" units="cm"/>
      <inkml:brushProperty name="color" value="#FF0000"/>
    </inkml:brush>
  </inkml:definitions>
  <inkml:trace contextRef="#ctx0" brushRef="#br0">3337 4002 0,'0'0'0,"0"0"0,0 0 0,0-1 15,0 1-15,0 0 16,0 0-16,0 0 16,0 0-1,0 0-15,0 0 0,0 0 16,0 0-1,0 0-15,0 0 16,0-7-16,0 7 16,0 0-16,0 0 15,14-4-15,-14 4 16,20-5-16,-8 4 16,1-1-1,1 2-15,1-1 0,3 0 16,3 0-1,0 0-15,1 0 16,0 0-16,-2 1 16,-2 0-16,-1 0 15,-1 0-15,2 0 16,-2 0-16,0 0 16,0 0-16,0 0 15,-1 0 1,1 0-16,0 0 15,1 0-15,-1 0 16,0 0-16,-2 0 16,2-1-16,0 0 15,1-1-15,1-2 16,0 1-16,-1 0 16,-3 1-16,0-1 15,-1 0 1,0 0-16,0-1 15,-3 1-15,-10 3 16,18-6-16,-18 6 16,18-5-16,-18 5 15,14-4-15,-14 4 16,14-4-16,-14 4 16,14-3-16,-14 3 15,14-4-15,-14 4 16,12-2-1,-12 2-15,12-1 16,-12 1-16,15 2 16,-15-2-16,13 1 15,-13-1-15,15 2 16,-15-2-16,14 2 16,-14-2-1,14 1-15,-14-1 16,11 2-16,-11-2 15,0 0-15,14 3 16,-14-3-16,18 3 16,-1 0-16</inkml:trace>
  <inkml:trace contextRef="#ctx0" brushRef="#br0" timeOffset="3816.87">13402 2583 0,'0'0'0,"0"0"0,0 0 16,0 0-16,1-2 15,-1 2-15,0 0 16,22-7-16,9-2 15,14-3-15,6 1 16,3 4-16,6 3 16,2 1-16,1 0 15,-4 0-15,-2 1 16,-5 0 0,-1 1-16,-5 2 15,-1 1-15</inkml:trace>
  <inkml:trace contextRef="#ctx0" brushRef="#br0" timeOffset="5733.45">4238 4446 0,'0'0'0,"4"-2"0,8 0 0,22-5 16,24-2-16,12-1 15,11 0-15,8 3 16,6 0-16</inkml:trace>
  <inkml:trace contextRef="#ctx0" brushRef="#br0" timeOffset="8332.15">4817 4996 0,'0'0'0,"0"0"0,0 0 16,4 2-16,-4-2 15,15 3-15,-6 0 16,3-1-16,0-1 16,1 0-1,2 0-15,0 0 16,0-1-16,1 1 15,1 1-15,1-2 16,0 0-16,0 0 16,0 0-16,-2 0 15,-1 0-15,1 0 16,0 1-16,-1-1 16,0 2-16,1 0 15,0 1-15,-1-2 16,3 1-1,2 1-15,2-1 16,-1 1-16,0-1 16,-1 0-16,0 1 15,0-1-15,2 0 16,0-2-16,3 0 16,0-2-16,-1-1 15,0 1-15,-3 1 16,0-1-1,0-1-15,0 0 16,1 0-16,1 1 16,0 0-16,-2-1 15,-2 0-15,0 2 16,-1-2-16,-1 0 16,0 1-16,0 0 15,1 0-15,-1 0 16,0 2-1,0 1-15,-1 0 16,0 1-16,-3 0 16,0-1-16,-1 1 15,0 0-15,-2-1 16,1 1-16,-1-1 16,1 0-16,1 0 15,0 0-15,2-1 16,0 0-1,-1 0-15,2 0 16,0 0-16,0-1 16,0-1-16,1 1 15,-1-3-15,1 0 16,-2 0-16,0 1 16,2 0-16,2 0 15,0-1-15,-1 0 16,1 0-1,-2 1-15,0-1 16,-1 1-16,2 0 16,0 0-16,-3-1 15,0 1-15,-2 1 16,0-1-16,0 2 16,1-1-16,0 1 15,1 0-15,-2 0 16,-1 1-1,-1 0-15,2 1 16,1 0-16,1 0 16,2 2-16,-1 0 15,1-1-15,0 0 16,0 1-16,-1-1 16,2 1-16,-1-1 15,0 0-15,1 1 16,0 0-1,-3-1-15,1 0 16,0 0-16,2-1 16,1 0-16,-1 0 15,-1-1-15,-1 2 16,0-2-16,-1 1 16,3 0-16,-2 0 15,2 0-15,0-1 16,-1 0-1,0-1-15,0 1 16,0 0-16,-1 0 16,0 0-16,0-1 15,1 0-15,2 0 16,-1-1-16,-1 0 16,0 1-16,2-1 15,0 0 1,4 1-16,6-1 15</inkml:trace>
  <inkml:trace contextRef="#ctx0" brushRef="#br0" timeOffset="12434.6">8677 5614 0,'0'0'0,"0"0"0,0 0 0,0 0 16,0 0-16,0 0 16,0 0-16,0 0 15,1 1 1,-1-1-16,0 0 16,0 0-16,0 0 15,0 0-15,10 8 16,-10-8-16,5 7 15,-5-7-15,6 10 16,-6-10-16,9 12 16,-5-6-16,2 2 15,-1 0 1,4 1-16,8-2 16,14-4-16,18-9 15,16-20-15,12-8 16,0-9-16,4-4 15,-6 2-15,-4 4 16,-11 4-16,-11 9 16,-8 4-16,-11 8 15,-7 5 1,-5 4-16,-5 4 16,-1 2-16</inkml:trace>
  <inkml:trace contextRef="#ctx0" brushRef="#br0" timeOffset="13699.58">9707 6218 0,'0'0'0,"0"0"0,0 0 16,-1 1 0,1-1-16,0 0 15,0 0-15,1 9 16,-1 1-16,1 0 15,0 2-15,0-1 16,1 1-16,1 0 16,-1-1-16,0 0 15,1-1-15,1-2 16,1-1 0,5 1-16,7-3 0,8-2 15,14-9 1,13-15-16,12-8 15,10-12-15,-3-2 16,3-3-16,-3-1 16,-5 3-16,-3 0 15,-7 6-15,-9 6 16,-5 5-16,-5 5 16,-6 6-1,-4 3-15,-5 1 16</inkml:trace>
  <inkml:trace contextRef="#ctx0" brushRef="#br0" timeOffset="15466.39">10702 6705 0,'0'0'0,"0"0"0,0 0 16,0 0-16,0 1 15,0-1-15,0 0 16,0 0-16,2 9 16,1 0-16,0 2 15,0 3-15,0-2 16,1 1-1,0 0-15,3-1 16,0-1-16,0-1 16,1 0-16,5-1 15,7-3-15,10-6 16,11-6-16,17-15 16,7-6-16,5-10 15,1-8-15,0 2 16,4-2-1,-5 2-15,-1 1 16,-8 4-16,-6 5 16,-6 4-16,-9 4 15,-6 7-15,-8 5 16,-8 6-16,-5 3 16,-13 4-16,16-3 15,-16 3 1</inkml:trace>
  <inkml:trace contextRef="#ctx0" brushRef="#br0" timeOffset="16483.34">9775 7366 0,'0'0'0,"0"0"0,0 0 16,0 0-16,0 0 15,0 0-15,0 0 16,0 0-1,2 4-15,1 4 16,1 3-16,1 2 16,0 1-16,1 0 15,0 0-15,2 0 16,1-2-16,2 1 16,4-2-16,3-4 15,12-7-15,13-13 16,20-18-16,14-17 15,3-9 1,4-5-16,-8 7 16,-3 1-16,-7 6 15,-8 7-15,-8 6 16,-7 10-16,-5 8 16,-5 4-16,-8 5 15,-5 5-15,-5 1 16,-2 1-16</inkml:trace>
  <inkml:trace contextRef="#ctx0" brushRef="#br0" timeOffset="18531.88">2481 7614 0,'0'0'0,"0"0"0,0 0 16,0 0-16,0 0 16,0 0-16,0 0 15,0 0-15,5-2 16,7-3-16,9-2 15,6-2-15,3 0 16,0 0 0,-1-1-16,0 2 15,-2-1-15,0 1 16,-9 3-16</inkml:trace>
  <inkml:trace contextRef="#ctx0" brushRef="#br0" timeOffset="21181.81">4012 5911 0,'0'0'0,"0"0"0,0 0 0,0 0 15,0 0-15,5 1 16,-5-1 0,23 6-16,-5-1 15,2 0-15,3 0 16,1-1-16,1-1 15,-4-3-15,0 0 16,-1 0-16,-3-1 16,-2 0-16,-4 0 15,-11 1-15,16-2 16,-16 2-16,0 0 16,9 0-1,-9 0-15,0 0 16,0 0-16,0 0 15,0 0-15,-10-7 16,-9 2-16,-4 0 16,-2 3-16,1 1 15,1 1-15,6 0 16,-1 0 0,2 0-16,2-1 15,0 0-15,5 1 16,9 0-16,-13-2 15,13 2-15,0 0 16,0 0-16,0 0 16,0 0-16,0 0 15,0 0-15,0 0 16,0 0 0,19-2-16,9 4 15,3 0-15,-2 1 16,-2-1-16,-4 0 15,-3 1-15,-5-1 16,-4 0-16,-11-2 16,12 3-16,-12-3 15,0 0-15,0 0 16,8 7-16,-8-7 16,0 0-1,0 0-15,-7 6 16,-4-1-16,-8-1 15,-2-2-15,1-1 16,0-1-16,3-1 16,2-1-16,2 1 15,0-1-15,2 1 16,11 1-16,-16-2 16,16 2-1,0 0-15,-11-1 16,11 1-16,0 0 15,0 0-15,0 0 16,0 0-16,0 0 16,0 0-16,20 3 15,13 1-15,7 2 16,2 1-16,-1-3 16,-2-2-1,-4 0-15</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1:03.702"/>
    </inkml:context>
    <inkml:brush xml:id="br0">
      <inkml:brushProperty name="width" value="0.05292" units="cm"/>
      <inkml:brushProperty name="height" value="0.05292" units="cm"/>
      <inkml:brushProperty name="color" value="#FF0000"/>
    </inkml:brush>
  </inkml:definitions>
  <inkml:trace contextRef="#ctx0" brushRef="#br0">2014 2485 0,'6'1'0,"15"2"0,18-3 0,65-6 16,7-6-16,15-2 15</inkml:trace>
  <inkml:trace contextRef="#ctx0" brushRef="#br0" timeOffset="515.64">2070 4831 0,'0'0'0,"0"0"0,0 0 15,4 0-15,16 0 16,37-2-16,37-9 16,13-8-16,7-5 15,12-1 1,-8 1-16</inkml:trace>
  <inkml:trace contextRef="#ctx0" brushRef="#br0" timeOffset="998.85">1801 7181 0,'0'0'0,"0"0"15,0 0-15,2 1 16,12 4-16,37 6 16,48-10-16,25-3 15</inkml:trace>
  <inkml:trace contextRef="#ctx0" brushRef="#br0" timeOffset="8733.58">2142 2433 0,'0'0'0,"0"0"0,0 0 16,0 0-16,5 0 15,15 4-15,37 5 16,37-2-16,23-9 16,14-8-16</inkml:trace>
  <inkml:trace contextRef="#ctx0" brushRef="#br0" timeOffset="17582.86">13411 2431 0,'0'0'0,"0"0"0,0 0 0,0 0 16,0 0-16,-2 2 15,2-2-15,0 0 16,0 0-16,0 0 16,0 0-16,0 0 15,0 0-15,0 0 16,0 0-16,0 0 16,17 6-16,16-7 15,17-9 1,16-9-16,18-12 15,23-10-15</inkml:trace>
  <inkml:trace contextRef="#ctx0" brushRef="#br0" timeOffset="18698.9">13630 2926 0,'0'0'0,"0"0"0,0 0 0,0 0 16,0 0-16,0 0 16,0 0-16,-3 0 15,3 0-15,0 0 16,0 0-16,36-14 16,18-4-16,31-11 15,24-10-15,30-13 16,-1-16-1</inkml:trace>
  <inkml:trace contextRef="#ctx0" brushRef="#br0" timeOffset="20965.64">12808 3360 0,'0'0'0,"0"0"0,0 0 15,0 0-15,0 0 16,0 0 0,0 0-16,0 0 15,0 0-15,0 0 16,5-2-16,-5 2 16,15-5-16,-5 2 15,5-3-15,4-2 16,1-4-16,0 1 15,-3 2 1,-3 1-16,-4 2 16,-10 6-16,17-8 15,-17 8-15,16-3 16,-16 3-16,14 1 16,-14-1-16,14 6 15,-14-6-15,15 13 16,-8-5-16,-2 3 15,1 2-15,-3 2 16,0 5 0,-2 4-16,-1 3 15,-1 2-15,-1 1 16,-1-1-16,2-1 16,-3 0-16,1 0 15,0 3-15,0-2 16,-1-1-16,1-2 15,0 0-15,0-2 16,1-2 0,0-4-16,0 0 15,0-2-15,-1 0 16,2-2-16,-2-2 16,1-4-16,-1-1 15,3-7-15,-4 10 16,4-10-16,-8 11 15,0-5 1,-4 2-16,-4 2 16,-2-2-16,0 0 15,-1 0-15,-3-1 16,3 0-16,-2-2 16,3 0-16,3 0 15,3-3-15,12-2 16,-18 6-16,18-6 15,-16 5 1</inkml:trace>
  <inkml:trace contextRef="#ctx0" brushRef="#br0" timeOffset="28883.41">7774 2471 0,'0'0'0,"0"0"0,0 0 15,0 0-15,0 0 16,0 0-16,0 0 15,7 0 1,-7 0-16,16-3 16,-3 2-16,5-2 15</inkml:trace>
  <inkml:trace contextRef="#ctx0" brushRef="#br0" timeOffset="46418.45">14030 8241 0,'0'0'0,"0"0"0,0 0 0,0 0 15,0 0-15,0 0 16,5-1-16,-5 1 16,15-1-16,-5 0 15,4 0-15,5-3 16,8-14 0,4-1-16,2-3 15,-4 3-15</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2:16.118"/>
    </inkml:context>
    <inkml:brush xml:id="br0">
      <inkml:brushProperty name="width" value="0.05292" units="cm"/>
      <inkml:brushProperty name="height" value="0.05292" units="cm"/>
      <inkml:brushProperty name="color" value="#FF0000"/>
    </inkml:brush>
  </inkml:definitions>
  <inkml:trace contextRef="#ctx0" brushRef="#br0">2185 3502 0,'0'0'0,"0"0"0,0 0 16,0 0-16,0 0 16,0 0-16</inkml:trace>
  <inkml:trace contextRef="#ctx0" brushRef="#br0" timeOffset="516.51">2280 4038 0,'0'0'0,"0"0"16,0 0-16,0 0 16,0 0-16,0 0 15,0 0-15</inkml:trace>
  <inkml:trace contextRef="#ctx0" brushRef="#br0" timeOffset="899.11">2294 4421 0,'0'0'0,"0"0"16,0 0-16,0 0 15,0 0-15,0 0 16,0 0-16</inkml:trace>
  <inkml:trace contextRef="#ctx0" brushRef="#br0" timeOffset="2933.14">2307 5034 0,'0'0'0,"0"0"0,0 0 0,0 0 15,-3 0-15,3 0 16,0 0-16</inkml:trace>
  <inkml:trace contextRef="#ctx0" brushRef="#br0" timeOffset="6090.91">2292 3478 0,'0'0'0,"0"2"0</inkml:trace>
  <inkml:trace contextRef="#ctx0" brushRef="#br0" timeOffset="10667.11">3034 2617 0,'0'0'0,"-3"-2"0,3 2 0,0 0 16,0 0-16,-6-7 15,6 7-15</inkml:trace>
  <inkml:trace contextRef="#ctx0" brushRef="#br0" timeOffset="11014.98">3843 2559 0,'0'0'0,"0"0"0,0 0 0,0 0 0</inkml:trace>
  <inkml:trace contextRef="#ctx0" brushRef="#br0" timeOffset="13982.65">5386 3422 0,'0'0'0,"0"0"0,0 0 0,0 0 15,0 0-15,0 0 16,0 0-16</inkml:trace>
  <inkml:trace contextRef="#ctx0" brushRef="#br0" timeOffset="14582.27">5271 3894 0,'0'0'0,"0"0"16,0 0-16,0 0 15,0 0-15</inkml:trace>
  <inkml:trace contextRef="#ctx0" brushRef="#br0" timeOffset="15249.78">5353 4797 0,'0'0'0,"0"0"16,0 0-16,0 0 15</inkml:trace>
  <inkml:trace contextRef="#ctx0" brushRef="#br0" timeOffset="22216.26">14129 2899 0,'0'0'0,"0"0"0,0 0 16,0 0-16,0 0 16,0 0-16,0 3 15,0 3 1,0 12-16,0 18 15,1 10-15,4 11 16,0-2-16,0-2 16,1 7-1</inkml:trace>
  <inkml:trace contextRef="#ctx0" brushRef="#br0" timeOffset="23181.64">14041 3856 0,'0'0'0,"0"0"0,0 0 0,0 0 16,3-4-16,6-7 16,6-3-16,5 0 15,5 0-15,8 1 16,1 5-16,2 0 15,-3 3 1,-4 2-16,0 2 16,-2 2-16,-2 3 15,-5 4-15,-2 1 16,-5 1-16,-2 0 16,-2 0-16,-4 0 15,-2 4-15,-3 2 16,-3 5-1,-4 1-15,-4 1 16,-2 1-16,-1-4 16,3-1-16,0-4 15,2 0-15,0 0 16,0-2-16,3-2 16,0-2-16,0-1 15,3-1-15,3-7 16,-6 12-16,5-6 15,3 2 1,4 2-16,5 1 16,9-1-16,12-4 15,9-2-15,8-6 16,6-3-16,-4-2 16,-1 0-16,-2 1 15,-4-1-15,-1 2 16,-5 0-16,-3 3 15,-2 0 1</inkml:trace>
  <inkml:trace contextRef="#ctx0" brushRef="#br0" timeOffset="24448.62">14358 4719 0,'0'0'0,"0"0"0,0 0 0,2-2 0,-2 2 16,17-9-16,-1-1 16,7-4-16,6 2 15,4 0 1,3 2-16,4 5 0,-2 1 15,-2 3 1,-4 1-16,-1 2 16,-4 0-16,-2 0 15,-3 1-15,-3 4 16,-3 0-16,-4 0 16,-2-1-16,-3 1 15,-3 1-15,-1 3 16,-5 3-16,-5 7 15,-5 5-15,-5 0 16,-4-1 0,1-3-16,1-3 15,3-4-15,4-3 16,2-2-16,3-4 16,7-6-16,-9 9 15,9-9-15,0 0 16,0 0-16,-5 6 15,5-6 1,0 0-16,17 6 16,6-1-16,8-2 15,0-3-15,0-1 16,-5 0-16,-2 0 16,-1 0-16,0 0 15,0 1-15,-1 0 16,-2 2-16,-4 2 15,-4-2-15,-12-2 16,17 7 0,-17-7-16,8 15 15,-8-3-15,-4 3 16,-4 2-16,-6 3 16,-4-1-16,-6 1 15,-2-3-15,-3-1 16,-4-3-16,-7-2 15,-5 0 1,-7-2-16,-6-2 16,0-1-16,-13-1 15,-5-2-15,-11 0 16,-16 0-16,1 0 16,-16 0-16,-1 0 15,-8 3-15,-4 3 16,3 8-16,-12 3 15,1 4-15,7 3 16,17-1-16</inkml:trace>
  <inkml:trace contextRef="#ctx0" brushRef="#br0" timeOffset="31131.93">7733 3984 0,'0'0'0,"0"0"0,2-1 0,10-3 16,27-9-16,33-10 15,15-4-15</inkml:trace>
  <inkml:trace contextRef="#ctx0" brushRef="#br0" timeOffset="31597.95">7782 4774 0,'0'0'0,"0"0"0,0 0 15,6-2-15,21-6 16,36-5-16</inkml:trace>
  <inkml:trace contextRef="#ctx0" brushRef="#br0" timeOffset="32615.67">7973 3116 0,'0'0'0,"0"0"0,0 0 16,0 0-16,0 0 16</inkml:trace>
  <inkml:trace contextRef="#ctx0" brushRef="#br0" timeOffset="36482.47">4346 6984 0,'0'0'0,"0"0"0,0 0 16,0 0-16,0 0 15,0 0-15,8 3 16,-8-3-16,21 8 16,-4-1-16,5 0 15,4-2-15,2-2 16,1-1-16,-2 0 16</inkml:trace>
  <inkml:trace contextRef="#ctx0" brushRef="#br0" timeOffset="42317.25">10952 6273 0,'0'0'0,"0"0"0,0 0 15,0 0-15,0 2 16,0 7-16,0 12 16,-1 5-16,-2 4 15,-2 7 1,-2 7-16,-5 4 16,1-4-16,-1 0 15,-1-2-15,2-5 16,2-3-16,3-10 15,2-4-15,2-5 16,1-6 0</inkml:trace>
  <inkml:trace contextRef="#ctx0" brushRef="#br0" timeOffset="42916.2">10900 6203 0,'0'0'0,"0"0"0,0 0 0,0-1 0,0 1 15,0 0-15,0 0 16,-3-7-16,3 7 15,0 0-15,0 0 16,14 4-16,-2 4 16,2 8-16,2 9 15,3 6-15,-1 2 16,1-1-16,-2 2 16,-2-3-1,0 3-15,0-2 16,-2-2-16,1-3 15,4-5-15,3-2 16,-1-4-16,-3-4 16,-2-3-16,-3-3 15,-12-6 1,17 8-16,-17-8 16,15 3-16,-15-3 15,20-7-15,-2-11 16,5-7-16,3-11 15,2-4-15,-2-6 16,-1-5-16,-2-2 16,-5 5-16,-1 1 15,-1 5-15,-2 4 16,-3 6 0,-1 6-16,-2 6 15,-2 7-15,-2 2 16,0 3-16,-4 8 15,2-8-15,-2 8 16</inkml:trace>
  <inkml:trace contextRef="#ctx0" brushRef="#br0" timeOffset="43415.29">10427 7274 0,'0'0'0,"0"0"0,0 0 0,5-3 16,13-5-16,23-12 15,11-5 1,9-4-16,2-2 0,3-1 16,3 2-1,3 3-15,-3 3 16,7 4-16,-5 1 15,-9 5-15,0 0 16,-9 2-16,-5 1 16,-2 1-16,-8 0 15,-7 2-15,-7 2 16,-7 2-16,-5 2 16,-12 2-16,10-2 15,-10 2 1,-2 7-16</inkml:trace>
  <inkml:trace contextRef="#ctx0" brushRef="#br0" timeOffset="44298.29">10843 7279 0,'0'0'0,"0"0"0,0 0 0,-2 4 15,-2 3-15,0 10 16,-2 12-16,6 8 16,0-1-1,0 1-15,1 5 16,2 0-16,0-6 15,0-6-15,-2-7 16,2-7-16,-2-3 16,0-5-16,-1-8 15,1 8-15,-1-8 16,0 0-16,0 0 16,0 0-1,-6-9-15,2-8 16,-1-17-16,4-9 15,2-3-15,6 1 16,2 2-16,3-7 16,6 0-16,3 4 15,1 8-15,1 8 16,0 5-16,-1 3 16,-1 6-16,-1 4 15,-1 5-15,2 1 16,-4 4-1,-3 3-15,-14-1 16,16 12-16,-13 2 16,-5 8-16,-3 4 15,-7 6-15,-1 2 16,-3-4-16,2-2 16,3-9-16,2-5 15,2-4 1,2-4-16,5-6 15,-6 7-15,6-7 16,0 0-16,0 9 16,5-3-16,4 3 15,8 1-15,13 2 16,5 0-16,-1-3 16,-9-3-16,-9-2 15,-4 0-15,-2 5 16,-2 1-1,-3 1-15,-4 6 16,-7-1-16,-10 3 16,-7-2-16,-9 0 15,-1-3-15,-9-4 16,-4-3-16,-2-4 16,5-1-16,9-3 15,7-3 1,3-3-16,3-5 15,10-4-15,9-11 16,19-24-16</inkml:trace>
  <inkml:trace contextRef="#ctx0" brushRef="#br0" timeOffset="44581.99">11990 6377 0,'0'0'0,"0"0"0,0 0 0,0 0 15,0 0 1,0 0-16,6 0 15,19-4-15,21-1 16,7-2-16,1 0 16,-5 0-16,2-3 15</inkml:trace>
  <inkml:trace contextRef="#ctx0" brushRef="#br0" timeOffset="44831.68">11932 6624 0,'0'0'0,"-3"1"0,3-1 0,0 0 0,0 0 16,0 0-16,0 0 15,0 0 1,12 4-16,22-5 15,21-8-15,4-2 16,0-1-16,-1-3 16,-5 3-16,1-1 15,0-1-15</inkml:trace>
  <inkml:trace contextRef="#ctx0" brushRef="#br0" timeOffset="45448.12">12657 6060 0,'0'0'0,"0"0"0,0 0 16,0 0-16,-2 1 16,2-1-16,-4 22 15,2 5-15,3 6 16,5 3-16,-1-2 16,7 2-16,2-3 15,3-6-15,2-3 16,13-10 15,13-8-31,4-4 16,-3-14-16,-19 0 15,-3-5-15,-1-3 16,-3 1-16,-3-1 16,-3 1-16,-2 1 15,-4 4-15,-2 5 16,-4 2-1,-2 7-15,3-7 16,-3 7-16,0 0 16,0 0-16,0 0 15,0 0-15,0 0 16,2 14-16,-2 14 16,0 7-16,0 5 15,-2-2-15,1-4 16,-1-1-16,2-5 15,0-3 1,2-1-16,2 1 16</inkml:trace>
  <inkml:trace contextRef="#ctx0" brushRef="#br0" timeOffset="45899.57">12554 6830 0,'-3'9'0,"2"-2"0,1-7 0,0 0 0,0 0 15,16 4-15,14 0 16,13-1-16,6 1 16,5-2-16,11-7 15,-3-14-15,8-11 16,-8 7-16,-6 8 15,8 3 1,-5 2-16,-6 3 16,6-2-16,-19 16 15,3 9-15,-6-5 16,-8 2-16,-15-9 16,-14-4-16,0 0 15,-1 9-15,-31 22 16</inkml:trace>
  <inkml:trace contextRef="#ctx0" brushRef="#br0" timeOffset="46614.42">12726 7149 0,'0'0'0,"1"-3"0,-1 3 15,8-13-15,4-6 16,6-5-16,2 2 16,12 11-16,-1 2 15,1 3-15,-5 0 16,-9 3-16,-3 0 15,-3 1 1,-1 5-16,-11-3 16,18 14-16,-13 6 15,-4 6-15,-5 9 16,-8-1-16,-3-1 16,-7 2-16,-7 6 15,-1-1-15,-4-1 16,6-6-16,1-4 15,2-2-15,2-2 16,-1 0 0,7-8-16,1-4 15,6-5-15,10-8 16,-11 9-16,11-9 16,0 0-16,0 0 15,0 0-15,-10 6 16,10-6-16,0 0 15,0 0-15,14-4 16,3-3 0,6-6-16,1-1 15,-7 4-15,6-3 16,-1 0-16,0 1 16,3-1-16,-4 4 15,-2 3-15,1 2 16,-4 2-16,-1 2 15,3 2-15,0 4 16,1 1 0,1 4-16,-1-3 15,-4 2-15,2-2 16,1-6-16,2-6 16</inkml:trace>
  <inkml:trace contextRef="#ctx0" brushRef="#br0" timeOffset="47314.79">13719 6530 0,'0'0'0,"0"0"0,0 0 15,9-1-15,15-4 16,22-7-16,-1-2 15,1 2-15,-7 4 16,-16 5-16</inkml:trace>
  <inkml:trace contextRef="#ctx0" brushRef="#br0" timeOffset="47547.99">13689 6709 0,'1'-6'0,"-1"-4"15,0 1-15,0-2 16,0 11-16,15-5 16,14 2-16,15 4 15,1-2-15,2-8 16,14 0-16</inkml:trace>
  <inkml:trace contextRef="#ctx0" brushRef="#br0" timeOffset="47998.55">14368 6218 0,'0'0'0,"1"-2"15,-1 2-15,27-12 16,2 4-16,-1 5 15,1 7-15,0 11 16,-4 6-16,-3 8 16,-9 4-1,-8 5-15,-8-1 16,-24 23 0,-13 2-1,6-12-15,4-10 16,13-19-16,0 1 15,4-6-15,2-3 16,11-13-16,-3 8 16,3-8-16,32 11 15,23-2 1,34-18-16,25-2 16,24-12-16</inkml:trace>
  <inkml:trace contextRef="#ctx0" brushRef="#br0" timeOffset="59381.44">5362 3346 0,'0'0'0,"0"0"0,0 0 0,-4 0 16,4 0-16,0 0 16,0 0-16,0 0 15,0 0-15</inkml:trace>
  <inkml:trace contextRef="#ctx0" brushRef="#br0" timeOffset="59798.05">5322 3954 0,'0'0'0,"0"0"0,0 0 15,0 0 1,0 0-16,1-1 15,-1 1-15</inkml:trace>
  <inkml:trace contextRef="#ctx0" brushRef="#br0" timeOffset="60115.6">5482 3545 0,'0'0'0,"0"0"0,0 0 0,0 0 0</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3:29.534"/>
    </inkml:context>
    <inkml:brush xml:id="br0">
      <inkml:brushProperty name="width" value="0.05292" units="cm"/>
      <inkml:brushProperty name="height" value="0.05292" units="cm"/>
      <inkml:brushProperty name="color" value="#FF0000"/>
    </inkml:brush>
  </inkml:definitions>
  <inkml:trace contextRef="#ctx0" brushRef="#br0">9037 4841 0,'0'0'0,"0"0"0,0 2 16,0-2-16,0 0 16,0 0-16,0 0 15,0 0-15,0 0 16,11 6 0,6-4-16,3-1 15,4-2-15,1-1 16,4-1-16,0-2 15,0-1-15,1 1 16,-2-1-16,0 0 16,-1 0-16,1 0 15,0 1 1,-2-1-16,1 2 16,-2-1-16,-2 2 15,1 1-15,-1 3 16,2 1-16,-2 1 15,1 1-15,-2 0 16,1 2-16,-2-2 16,0 2-16,-1-1 15,1 2-15,1-2 16,2 1 0,-2 0-16,1-1 15,0 0-15,2 0 16,0-2-16,4 0 15,1 0-15,0-2 16,2 1-16,-2-2 16,3 0-16,0-3 15,1 1-15,0-1 16,2-1 0,-1-1-16,0 0 15,0 0-15,-2 0 16,-2 1-16,-3-2 15,-1 2-15,-2-1 16,-4 0-16,-1 1 16,-2 0-16,1 0 15,-3 0-15,1 0 16,-2-1 0,-1 1-16,-3-2 15,-11 6-15,14-7 16,-14 7-16,13-13 15,-8 4-15,-1-3 16,-1-3-16,-2-4 16,-2-4-16,-2-1 15,-1 0-15,-4-3 16,-1 2-16,0 1 16,-3-1-1,0 2-15,-4-3 16,-1 1-16,-1 2 15,1 0-15,-2 1 16,-1 1-16,-4 1 16,-1 3-16,-5 3 15,-3 3-15,-5 1 16,-6 4 0,-1 1-16,-2 3 15,-2 1-15,2 2 16,2 1-16,-1-1 15,0 2-15,-2 0 16,-2 0-16,2 1 16,1-1-16,0-1 15,2 2 1,0-2-16,1 2 16,2-2-16,0 0 15,1 1-15,1-1 16,4 1-16,0 0 15,2-3-15,1 2 16,0-2-16,3-2 16,0 2-16,-1-3 15,3 0-15,0 1 16,-2-1-16,4 1 16,2 0-1,3 0-15,4 1 16,4 1-16,3-1 15,0 1-15,10 0 16,-16 1-16,16-1 16,-14 5-16,14-5 15,-15 15-15,8 2 16,1 6 0,3 3-16,3 1 15,2 0-15,2 1 16,0 4-16,1 2 15,1 3-15,0-1 16,0-3-16,2 1 16,1 1-16,0-1 15,1-1-15,0-3 16,1-4-16,-1-3 16,3-1-1,3-5-15,5-4 16,4-3-16,7-6 15,11-6-15,11-14 16</inkml:trace>
  <inkml:trace contextRef="#ctx0" brushRef="#br0" timeOffset="3282.42">7344 7802 0,'0'0'0,"0"0"0,0 0 15,0 0 1,0 0-16,0 0 16,3-1-16,-3 1 15,23-5-15,-1 0 16,8 1-16,7 3 16,9 2-16,1 3 15,6 2-15,5 3 16,3-1-16,3 1 15,4 0-15,7 1 16</inkml:trace>
  <inkml:trace contextRef="#ctx0" brushRef="#br0" timeOffset="8847.83">13910 7809 0,'0'0'0,"0"0"0,0 0 0,0 0 16,0 0-16,0 0 15,0 0-15,0 0 16,0 0-16,0 0 16,0 0-1,0 1-15,0-1 16,0 0-16,0 0 15,0 0-15,0 0 16,0 0-16,0 0 16,16 5-16,-5-8 15,10-5-15,7-9 16,5-6-16,2-4 16,3-4-16,4-4 15,2-2-15,1-1 16,-4 3-1,-6 7-15,-6 4 16,-6 5-16,-5 5 16,-1 3-16,-5 4 15,-12 7-15,12-6 16,-12 6-16,0 0 16,0 0-1,0 0-15,0 0 16,0 0-16</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2:03:39.651"/>
    </inkml:context>
    <inkml:brush xml:id="br0">
      <inkml:brushProperty name="width" value="0.05292" units="cm"/>
      <inkml:brushProperty name="height" value="0.05292" units="cm"/>
      <inkml:brushProperty name="color" value="#FF0000"/>
    </inkml:brush>
  </inkml:definitions>
  <inkml:trace contextRef="#ctx0" brushRef="#br0">2919 1394 0,'0'0'0,"0"0"0,0 0 0,0 2 16,0-2-16,6 19 15,3 5 1,1 5-16,1 2 15,-1-3-15,3 2 16,3 1-16,2-1 16,0-3-16,0 0 15,0-3-15,-1 2 16,1-3-16,-3-1 16,0-1-1,-2-1-15,2 0 0,-1 1 16,-2-3-1</inkml:trace>
  <inkml:trace contextRef="#ctx0" brushRef="#br0" timeOffset="398.91">3385 1438 0,'0'0'0,"0"0"0,0 0 16,0 0-1,0 0-15,-2 2 16,-4 5-16,-13 12 16,-9 13-16,-1-1 15,3 0-15,2 3 16,1 2-16,2 1 16,2-3-16,2-4 15,5-4-15,2-6 16,1-2-16,2-1 15,3-3 1</inkml:trace>
  <inkml:trace contextRef="#ctx0" brushRef="#br0" timeOffset="765.69">3118 1846 0,'0'0'0,"0"0"16,0 0-16,0 0 15,-2 5-15,-1 7 16,-4 8-16,1 6 15,1 4 1,2 1-16,0 0 16,0-3-16,0 1 15,0-2-15,-1-1 16,2-2-16,1 1 16,1-3-16,0 1 15,0-2 1,1-1-16,4-1 15</inkml:trace>
  <inkml:trace contextRef="#ctx0" brushRef="#br0" timeOffset="2836.16">2429 2296 0,'0'0'0,"0"0"15,0 0-15,0 0 16,3 2-16,-3-2 15,27 7-15,4 1 16,9 0 0,7-2-16,3-2 15,1-1-15,6-4 16,-2-1-16,9-1 16,-7 0-16,2-1 15,5 0-15,-2 1 16,3-1-16,0 0 15,-5 1-15,-3-1 16,-1 2 0,-3 0-16,-6-1 15,-2 1-15,-6 0 16,-4 2-16,-5-1 16,-6 0-16,-6 0 15,-4 2-15,-5 0 16,-9-1-1,13 3-15,-13-3 0,0 0 16,10 5 0,-10-5-16,0 0 15,0 0-15,6 7 16,-6-7-16,0 0 16,0 0-16,1 7 15,-1-7-15,-2 8 16,-3 4-16,-1 11 15,-3 13-15,-3 3 16,-1 8 0,1 8-16,-3 5 15,2 0-15,-2 4 16,1 6-16,1 5 16,-1 8-16,5 1 15,0-2-15,4 3 16,-1 1-16,2 4 15,-1-1-15,2-5 16,1-2 0,-2-1-16,3-4 15,1-1-15,-1-5 16,0-8-16,0-7 16,1-6-16,1-7 15,0-3-15,-1-7 16,0-8-16,0-7 15,0-6-15,0-4 16,0-8 0,0 10-16,0-10 15,0 0-15,0 7 16,0-7-16,0 0 16,0 0-16,0 0 15,-12 2-15,-18-2 16,-22 0-16,-2 1 15,1 1-15,-4 0 16,-1 3-16,-7 0 16,3 3-1,2-1-15,-2 2 16,5 0-16,2-1 16,1 0-16,4 0 15,5-2-15,0 1 16,2-2-16,3 1 15,0-1-15,6 0 16,4-1-16,-3 0 16,-1-1-1,2-2-15,0-2 16,5-2-16,-1-4 16,1-5-16,2-5 15,3-7-15,2-8 16,7-10-16,5-12 15,6-7-15,8-7 16,2-3-16,7-3 16,0-1-1,2-1-15,0 0 16,-1-1-16,0 2 16,-2 5-16,-2-1 15,-7-3-15,-1 5 16,-1-2-16,-1 4 15,0 0-15,1 1 16,-1 2-16,0 1 16,0 1-16,2 2 15,1 4 1,3 4-16,0 0 16,-1 5-16,0 4 15,-1 5-15,-2 6 16,1 3-16,-1 2 15,-1 2-15,-1 4 16,-1 3-16,-1 4 16,-1 4-1,0 3-15,1 7 16,-1-8-16,1 8 16,0 0-16,0 0 15</inkml:trace>
  <inkml:trace contextRef="#ctx0" brushRef="#br0" timeOffset="3665.63">3120 2578 0,'0'0'0,"0"0"16,0 0-16,0 0 15,0 0-15,0 0 16,0 0-16,0 0 16,0 2-16,0-2 15,0 0 1,2 12-16,-1 2 16,-2 8-16,-2 6 15,-1 1-15,-1 0 16,-2 1-16,2-1 15,-2-1-15,-1 4 16</inkml:trace>
  <inkml:trace contextRef="#ctx0" brushRef="#br0" timeOffset="5632.52">2871 3234 0,'0'0'0,"0"0"0,0 0 0,0 0 16,0 0-16,0 0 15,0 0-15,0 0 16,0 0-16,0 0 16,2-1-16,-2 1 15,16-8 1,-1 1-16,3-1 16,0 0-16,-1 1 15,-2 2-15,-1-1 16,-2 3-16,-1 1 15,2 0-15,-3 2 16,0 1-16,-10-1 16,17 7-16,-9 0 15,0 2-15,0 0 16,-2 4 0,-2 3-16,-3 3 15,-3 1-15,-3 0 16,-1 1-16,-2-3 15,-2 0-15,-1-1 16,2-5-16,1-1 16,2-4-16,6-7 15,-8 10-15,8-10 16,0 0 0,-9 7-16,9-7 15,0 0-15,0 0 16,0 0-16,0 0 15,0 0-15,0 0 16,0 0-16,0 0 16,0 0-16,0 0 15,0 0 1,0 0-16,0 0 16,0 0-16,0 0 15,0 0-15,0 0 16,0 0-16,0 0 15,0 0-15,0 0 16,0 0-16,0 0 16,0 0-16,0 0 15,0 0 1,0 0-16,0 0 16,0 0-16,0 0 15,-9 3-15,9-3 16,0 0-16,0 0 15,0 0-15,0 0 16,0 0-16,0 0 16,0 0-16,0 0 15,0 0-15,0 0 16,0 0 0,0 0-16,0 0 15,0 0-15,0 0 16,0 0-16,0 0 15,0 0-15,0 0 16,-5 7-16,5-7 16,0 0-16,0 0 15,0 0 1,0 0-16,0 0 16,0 0-16,0 0 15,-4 7-15,4-7 16,-12 10-16,2-1 15,-1 0-15,4-2 16,7-7-16,-12 11 16,1 0-16,-5 4 15,1 2-15,4-5 16,3-5-16,8-7 16,-8 8-16,8-8 15,0 0 1,-6 6-16,6-6 15,0 0-15,0 0 16,0 0-16,0 0 16,0 0-16,0 0 15,0 0-15,0 0 16,0 0 0,0 0-16,0 0 15,12-4-15,15-8 16,15-2-16,1 1 15,-5 3-15,-4 3 16,-3-1-16,-3 4 16,-1 0-16,-3 0 15,0 2-15,-4 1 16,-2-1-16,-6 1 16,-12 1-1,13 0-15,-13 0 16</inkml:trace>
  <inkml:trace contextRef="#ctx0" brushRef="#br0" timeOffset="6450.14">2768 3929 0,'0'0'0,"0"0"16,0 0-16,0 0 16,0 0-16,0-3 15,0 3-15,12-10 16,3 1 0,6 1-16,0 0 15,-1 3-15,0 0 16,-3 3-16,-1 2 15,-3 0-15,0 2 16,-2 1-16,-11-3 16,17 7-16,-9-1 15,-1 3-15,0 2 16,-1 2-16,-2 3 16,-2 2-16,-2-2 15,0-4 1,-2-2-16,1-3 15,0 0-15,1-7 16,-3 8-16,3-8 16,0 0-16,0 0 15,0 0-15,0 0 16,0 0-16,0 0 16,0 0-1,17-3-15,-2-2 16,-2 1-16,-1 3 15,1 2-15,-3 2 16,-10-3-16,14 9 16,-10 0-16,-3 3 15,-8 7 1,-7 9 0,-11 5-1,-4-4-15,0-7 0,-2-6 16,-4 0-1,-4-3-15,0-4 16,-5-2-16,3-3 16,-1-2-16,8-2 15,3-1-15,3 0 16,0-4-16,1-2 16</inkml:trace>
  <inkml:trace contextRef="#ctx0" brushRef="#br0" timeOffset="8231.57">3710 2369 0,'0'0'0,"0"0"0,0 0 0,0 0 16,0 0-16,0 0 16,0 0-16,0 0 15,3 1-15,-3-1 16,28 3-16,10-4 16,13-5-16,3 0 15,2-3-15,6-1 16,3-2-1,3-1-15,5-1 16,-2 0-16,5 0 16,2-1-16,1 1 15,2 3-15,2 0 16,-4 1-16,7 0 16,-6 0-16,4-1 15,-2 3-15,-2-2 16,2 2-1,-2 0-15,1 0 16,0-1-16,-1 2 16,-4-1-16,-3 1 15,-4 0-15,-3 1 16,1-1-16,-7 3 16,-7 2-16,1 4 15,-7 0-15,-3 2 16,-3 3-16,-8 0 15,-4 3 1,-5 2-16,-5 2 16,-4 0-16,0 3 15,-3 1-15,0 5 16,-4 8-16,-1 9 16,-4 5-16,-6 4 15,-4 6 1,-2 5-16,-4 9 15,-3 7-15,-2-1 16,-1 3-16,0-2 16,1 0-16,-3 6 15,2-2-15,4-2 16,-2 1-16,3-10 16,-1 4-16,0-1 15,2-4-15,1-9 16,-1 4-1,2-6-15,1-6 16,-4 2-16,-2-12 16,-5-3-16,-5 4 15,1-7-15,-1-3 16,-2-1-16,-5-5 16,-10-3-16,-3-2 15,-1-2-15,-4-1 16,-4-1-16,-5 0 15,-2-3 1,-3-4-16,-1-2 16,-5 1-16,1-2 15,1-1-15,1-2 16,2 0-16,-2-3 16,-2 0-16,6-1 15,-7 2-15,1-2 16,2 1-1,-6 0-15,9 0 16,-2 0-16,1 0 16,4-1-16,1 1 15,2 0-15,0 0 16,3-1-16,2 2 16,3-4-16,-3 1 15,2-1-15,-1-1 16,3 1-1,3-1-15,0 2 0,2-1 16,2 1 0,0 0-16,5-1 15,4 0-15,5-3 16,3 1-16,4 0 16,4-2-16,3-5 15</inkml:trace>
  <inkml:trace contextRef="#ctx0" brushRef="#br0" timeOffset="9130.91">4143 2491 0,'0'0'0,"0"0"0,0 0 16,0 0-16,0 0 15,0 0-15,4-1 16,8 0 0,6-2-16,3 0 15,1 0-15,-2-1 16,-2-1-16,-3-1 16,-4 0-16,-11 6 15,14-7-15,-14 7 16,0 0-16</inkml:trace>
  <inkml:trace contextRef="#ctx0" brushRef="#br0" timeOffset="9498.5">3995 2555 0,'0'0'0,"0"0"0,0 0 16,0 0-16,0 0 15,-2 3-15,2-3 16,0 0-16,0 0 16,-6 9-1,3-3-15,0 2 16,-2 3-16,0 3 16,1 2-16,0 2 15,2 2-15,-1 2 16,1 1-16,1-3 15,1-1-15,-1-2 16,2-3 0,2 0-16,0-1 15,1-1-15,2-3 16,1 0-16,4-1 16,8-1-16,9-2 15,11-5-15,2-5 16,8-3-16</inkml:trace>
  <inkml:trace contextRef="#ctx0" brushRef="#br0" timeOffset="10415.14">5973 2301 0,'0'0'0,"0"0"0,0 0 16,0 0-1,0 0-15,0 0 16,0 0-16,0 0 16,5 1-16,10 0 15,7 2-15,3 0 16,0-1-16,0 0 15,0 1-15,-3-2 16,-2 1 0,-2 0-16,-2 2 15,-2 3-15,-3 1 16,2 3-16,-2 4 16,-2 4-16,-3 5 15,-2 4-15,-2 6 16,0 2-16,-2-1 15,0-4-15,-1-6 16,1-1-16,0-4 16,0-3-1,0 0-15,-1-2 16,1-4-16,-1-3 16,1-8-16,-5 11 15,-4-4-15,-12 3 16,-11 0-16,-8-1 15,-5-3-15,2-5 16,-2-2-16</inkml:trace>
  <inkml:trace contextRef="#ctx0" brushRef="#br0" timeOffset="13232.51">3377 2554 0,'0'0'0,"0"0"0,-1-2 15,1 2-15,-4-7 16,4 7-16,-6-9 16,6 9-1,-8-14-15,2 6 16,-1-2-16,1 0 15,-3-1-15,-3 1 16,-3 0-16,0 0 16,-2 1-16,-4 0 15,-3 3 1,-1 1-16,-3 2 16,1 2-16,-1 1 15,-1 2-15,2 0 16,1 2-16,3 2 15,0 0-15,2 3 16,0 3-16,0 1 16,4-1-16,0 2 15,2 1-15,3 1 16,1 2 0,3 2-16,1-1 15,1 1-15,1 6 16,2 5-16,5 2 15,4 2-15,1-4 16,4-3-16,1-2 16,6 3-16,4-1 15,2-2-15,0-1 16,1-5-16,2 1 16,0-4-1,6-4-15,4-5 16,2-2-16,-1-2 15,-6-4-15,3-5 16,5-4-16,4-5 16,-4-3-16,-2-3 15,-3-2-15,-1-3 16,-3 0-16,-3 0 16,-6-1-1,-4-5-15,-4-6 16,-4 2-16,-4 2 15,-6 2-15,-6-4 16,-5-4-16,-6-2 16,-6 4-16,-8 6 15,-3 4-15,-12 5 16,-9 7 0,-20 6-16,-18 14 15,-26 25-15,-19 17 16</inkml:trace>
  <inkml:trace contextRef="#ctx0" brushRef="#br0" timeOffset="14700.37">4473 2525 0,'0'0'0,"-3"-3"0,3 3 0,0 0 16,0 0-16,-7-7 16,7 7-16,0 0 15,0 0-15,0 0 16,0 0-16,0 0 16,0 0-16,-10-5 15,10 5 1,0 0-16,-7 14 15,2-1-15,-1 5 16,0 3-16,0 1 16,2 0-16,1 1 15,4 1-15,3 1 16,1-4-16,1-1 16</inkml:trace>
  <inkml:trace contextRef="#ctx0" brushRef="#br0" timeOffset="16581.68">4746 2737 0,'0'0'0,"0"0"0,0 0 15,0 0-15,0 0 16,0 2-16,0-2 15,-8 17-15,0 1 16,0 5 0,-1 1-16,-1 1 15,3-4-15,0-4 16,3-5-16</inkml:trace>
  <inkml:trace contextRef="#ctx0" brushRef="#br0" timeOffset="17248.84">5132 2493 0,'0'0'0,"-1"-2"15,1 2-15,0 0 16,0 0-16,-10-5 16,10 5-16,-11 4 15,1 1-15,-5 8 16,1 7-16,3-1 15,4 1-15,3-4 16,4 1 0,5 0-16,4 0 15,3-3-15,1-3 16,0-2-16,4-3 16,2-3-16,4-3 15,1-3-15,1-4 16,-2-3-16,-2-4 15,-6-5-15,-8-3 16,-4-3-16,-4-1 16,-4 0-1,-4 2-15,-4 2 16,-4 7-16,-1 3 16,-4 4-16,0 3 15,3 4-15,2 3 16,4 2-16</inkml:trace>
  <inkml:trace contextRef="#ctx0" brushRef="#br0" timeOffset="17531.41">5510 2670 0,'0'0'0,"0"0"16,0 0-16,-2 6 16,-5 12-16,-3 12 15,-3 7-15,1 2 16,-1-5-16,2-3 15,0 0-15,2-4 16,3-11-16</inkml:trace>
  <inkml:trace contextRef="#ctx0" brushRef="#br0" timeOffset="18081.38">5913 2467 0,'0'0'0,"0"0"0,0 0 15,0-2-15,0 2 16,0 0-16,0 0 16,0 0-16,-11-3 15,11 3-15,-24 7 16,5 4-16,0 5 15,-1 3-15,1 0 16,4 0-16,3-3 16,3-1-1,3-1-15,5 0 16,5 4-16,6 2 16,6 0-16,4-5 15,2-6-15,2-7 16,-1-2-16,1-5 15,1-7-15,0-12 16,-4-6-16,-7-12 16,-11 1-1,-13 2-15,-12 3 16,-12 8-16,-20 8 16,-40 19-16</inkml:trace>
  <inkml:trace contextRef="#ctx0" brushRef="#br0" timeOffset="19899.16">4171 3217 0,'0'0'0,"-1"-4"0,1 4 0,-2-12 16,1 3-16,-1 0 16,2 1-16,-1-1 15,0-2 1,-1 0-16,-3-1 16,-3-1-16,-3-2 15,-2 3-15,-1 1 16,-1 3-16,-2 0 15,0 3-15,4 1 16,2 3-16,11 1 16,-19 3-1,9 3-15,-4 5 0,1 7 16,1 6 0,2 1-16,2 3 15,1 0-15,3-1 16,-1 4-16,1-1 15,-1 2-15,2 1 16,-2-3-16,2-1 16,0-1-16,-1-2 15,2-2-15,1-4 16,4-4 0,3-5-16,3-2 15,9-2-15,6-5 16,3-3-16,2-2 15</inkml:trace>
  <inkml:trace contextRef="#ctx0" brushRef="#br0" timeOffset="20484.73">4356 3253 0,'0'0'0,"0"0"16,0 0 0,0 0-16,-2 3 15,2-3-15,-14 15 16,4-1-16,0 1 15,3 0-15,2-4 16,3-2-16,2 0 16,2 0-16,3 3 15,2-1-15,2-4 16,2-3 0,3-4-16,1-4 15,0-6-15,0-1 16,-5 0-16,-3 1 15,-3 0-15,-2-2 16,-2 0-16,-2 2 16,-2-1-16,-4 0 15,-3 2-15,-5 0 16,-5 3 0,0 4-16,3 2 15,1 4-15,2 1 16,6 4-16</inkml:trace>
  <inkml:trace contextRef="#ctx0" brushRef="#br0" timeOffset="20749.82">4593 3353 0,'0'0'0,"-1"2"16,1-2-16,-6 17 16,-2 5-16,-2 6 15,-2 7-15,-3 5 16,1-2 0,3-2-16,3-6 15,2-4-15,2-3 16,3-4-16,1-7 15,0 0-15</inkml:trace>
  <inkml:trace contextRef="#ctx0" brushRef="#br0" timeOffset="21034.85">4982 3196 0,'0'0'0,"-1"-1"0,1 1 16,0 0-16,0 0 16,0 0-16,0 0 15,0 0 1,-10 21-16,5 3 15,0 12-15,0 6 16,1 0 0</inkml:trace>
  <inkml:trace contextRef="#ctx0" brushRef="#br0" timeOffset="21514.82">5328 3402 0,'0'0'16,"0"0"-16,-3 5 0,-3 4 15,-10 13-15,-2 9 16,-2 6-16,1-2 15,8-6-15,6-6 16,4-13-16</inkml:trace>
  <inkml:trace contextRef="#ctx0" brushRef="#br0" timeOffset="21949.31">5659 3236 0,'0'0'0,"0"0"0,0 0 16,0 0-16,-6 4 15,-5 3 1,-6 5-16,-2 3 15,5 1-15,3 7 16,2 1-16,4-1 16,3-8-16,3-6 15,7-2-15,7-2 16,5-7-16,5-11 16,-1-5-16,-5-2 15,-5 1 1,-5 4-16,-3-1 15,-3 1-15,-4-2 16,-2 2-16,-6-1 16,-4 3-16,-3 6 15,-4 5-15,-2 5 16,2 3-16,5 0 16</inkml:trace>
  <inkml:trace contextRef="#ctx0" brushRef="#br0" timeOffset="22331.47">5726 3087 0,'0'0'0,"3"-2"0,-3 2 16,34-15-16,7 3 16,1 2-16,3 1 15,-2 4 1,-3 1-16,-2 2 15,-11 3-15,-7 2 16,-5 2-16,-4 1 16,-2 1-16,-2 8 15,-4 10-15,-3 13 16,-5 10-16,-6-1 16,-3 5-16,-1 7 15,-1-8 1,2 3-16,-2-10 31,5-10-31,-6 15 16,1-12-16,-1-11 15,-20 3-15,-3-20 16,-9-2-16,-10 0 16</inkml:trace>
  <inkml:trace contextRef="#ctx0" brushRef="#br0" timeOffset="22899.21">4125 3804 0,'0'0'0,"-1"-3"0,1 3 16,-4-13-16,1 5 16,1 1-16,2 7 15,-9-10-15,0 8 16,-5 2-1,-4 5-15,-3 11 16,0 4-16,0 9 16,0 7-16,1 3 15,-1 7-15,4 0 16,2 1-16,3 3 16,3-3-16,2-2 15,3-4-15,5-11 16,11-5-1,6-7-15,6-7 16</inkml:trace>
  <inkml:trace contextRef="#ctx0" brushRef="#br0" timeOffset="27631.67">5626 3879 0,'0'0'0,"0"0"0,0 0 16,0 6 0,0 8-16,0 12 15,-2 3-15,0-1 16,-1 0-16</inkml:trace>
  <inkml:trace contextRef="#ctx0" brushRef="#br0" timeOffset="28081.59">5285 4066 0,'0'0'0,"0"0"0,0 0 16,-4 0-16,4 0 15,-22 15-15,-2 3 16,5 4-16,1 8 16,1 3-16,4-2 15,2-7-15,5-9 16</inkml:trace>
  <inkml:trace contextRef="#ctx0" brushRef="#br0" timeOffset="28599.82">4918 3960 0,'0'0'0,"0"0"0,0 0 0,-3-4 0,3 4 16,-23-10-16,8 6 15,-1-1-15,3 4 16,2 4-16,-3 5 16,1 7-16,-1 5 15,4 3-15,4 0 16,4-2-16,3-3 16,4-1-16,8 0 15,10-3 1,4-6-16,0-6 15,-6-5-15,-4-3 16,-2-2-16,-1-4 16,1-8-16,-1-8 15,-5-4-15,-5 0 16,-3 4-16,-3 5 16,-1 7-1,-9 3-15,-7 2 16</inkml:trace>
  <inkml:trace contextRef="#ctx0" brushRef="#br0" timeOffset="28951.16">4595 4094 0,'0'0'0,"0"0"0,-2 3 16,2-3-16,-16 19 16,0 3-16,-1 5 15,1 0-15,5-8 16,1-1-16,0-1 16</inkml:trace>
  <inkml:trace contextRef="#ctx0" brushRef="#br0" timeOffset="29464.66">4288 4042 0,'0'0'0,"-4"1"15,4-1-15,-15 6 16,1-1-16,0 0 16,-2 2-16,2 2 15,0 4 1,1 2-16,0 5 15,3 8-15,4 2 16,5-2-16,3-5 16,2-6-16,1-6 15,3-2-15,4-5 16,9-7-16,5-9 16,2-6-16,-5-3 15,-7-2 1,-3 3-16,-5-3 15,-6-3-15,-6 1 16,-3 1-16,-5 3 16,0 8-16,-6 5 15,-4 7-15,-1 5 16,-3 4-16</inkml:trace>
  <inkml:trace contextRef="#ctx0" brushRef="#br0" timeOffset="30098.88">5798 3687 0,'0'0'0,"0"0"0,0 1 16,0-1-16,0 0 15,0 0-15,3 9 16,-3-9-1,19 11-15,-4-9 16,2 2-16,0-1 16,2 2-16,0 2 15,-5 3-15,0 1 16,-4 2-16,-4 7 16,-1 3-16,2 23 31,-1-2-16,2 7-15,-1-5 16,-3-20-16,0-4 16,-4-11-16,-8 1 15,-6-1-15,-7 0 16,-16-1-16,-14-1 16,-4-1-16,-4 0 15,9-2 1</inkml:trace>
  <inkml:trace contextRef="#ctx0" brushRef="#br0" timeOffset="33599.14">6390 2646 0,'0'0'0,"0"0"0,0 0 0,0 0 15,3 3-15,5 4 16,3 2-16,4 1 16,5-1-16,4-3 15,8-2-15,10-7 16,8-15-16,11-6 15,5-15-15,6-9 16,3-8-16,-2-1 16,3-4-16,-2 2 15,0 2 1,0 7-16,0 10 16,-1 6-16</inkml:trace>
  <inkml:trace contextRef="#ctx0" brushRef="#br0" timeOffset="34415.24">6211 3242 0,'0'0'0,"0"0"0,0 0 0,0 0 15,0 0-15,3 5 16,6 5-16,5 7 15,4 4-15,-1 4 16,0-1 0,0 0-16,2-1 0,15-8 15,17-10 1,25-20-16,23-24 16,7-10-16,10-20 15,-5 0-15,1-3 16,-15 9-16,-9 5 15,-11 8-15,-5 5 16,3 10-16,-9 10 16,0 1-16</inkml:trace>
  <inkml:trace contextRef="#ctx0" brushRef="#br0" timeOffset="36316.56">6283 3923 0,'0'0'0,"0"0"0,0 0 0,0 0 0,0 0 16,0 0-16,0 3 16,0-3-16,4 10 15,-1 1-15,4 4 16,2 7 0,2 3-16,1 1 15,2-2-15,3-2 16,6-3-16,10-6 15,14-10-15,18-15 16,17-19-16,12-20 16,0-6-16,0-5 15,-8 1-15,-12 8 16,-7 6-16,-6 3 16,-6 5-1,-5 5-15,-7 6 16,-11 9-16,-8 6 15,-7 4-15,-5 5 16,-12 4-16,15-6 16,-15 6-16,0 0 15,10-2-15,-10 2 16,0 0-16,0 0 16,0 0-1,0 0-15,0 0 16,0 0-16,10 5 15,-10-5-15,0 0 16,0 0-16,0 0 16,0 0-16,0 0 15,0 0-15,0 0 16,0 0 0,0 0-16,0 0 15,0 0-15,0 0 16,0 0-16,0 0 15,0 0-15,0 0 16,0 0-16,0 0 16,0 0-16,0 0 15,0 0-15,0 0 16,0 0 0,0 0-16,0 0 15,0 0-15,0 0 16,0 0-16,0 0 15,0 0-15,0 0 16,0 0-16,0 0 16,0 0-16,0 0 15,0 0-15,0 0 16,4 7 0,-4-7-16,0 0 15,0 0-15,0 0 16,0 0-16,0 0 15,0 0-15,0 0 16,0 0-16,0 0 16,0 0-16,0 0 15,0 0-15,0 0 16,0 0-16,0 0 16,0 0-16,0 0 15,0 0 1,0 0-16,0 0 15,0 0-15,0 0 16,0 0-16,0 0 16,0 0-16,0 0 15,0 0-15,0 0 16,0 0 0,0 7-16,0-7 15,0 0-15,0 0 16,0 0-16,0 0 15,0 0-15,0 0 16,0 0-16,0 0 16,0 0-16,0 0 15,0 0-15,0 0 16,0 0-16,0 0 16,0 0-1,0 0-15,0 0 16,0 0-16,0 0 15,0 0-15,0 0 16,0 0-16,0 0 16,0 0-16,0 0 15,0 0-15,0 0 16,0 0-16,0 0 16,0 0-16,0 0 15,0 0 1,0 0-16,0 0 15,0 0-15,0 0 16,0 6-16,0-6 16,0 0-16,0 0 15,0 0-15,0 0 16,0 0-16,0 0 16,0 0-1,0 0-15,0 0 16,0 0-16,0 0 15,0 0-15,0 0 16,0 0-16,0 0 16,0 0-16,0 0 15,0 0-15,0 0 16,0 0-16</inkml:trace>
  <inkml:trace contextRef="#ctx0" brushRef="#br0" timeOffset="43749.28">9294 1774 0,'0'0'0,"0"0"0,0 0 0,0 0 16,0 0-1,-2 3-15,-1 3 16,-2 11-16,-6 21 15,-1 16-15,0 6 16,1 6-16,1-2 16,1-3-16,1 0 15,2-8 1,1-6-16,1-6 16,0-8-16,1-8 15,1-5-15,2-4 16</inkml:trace>
  <inkml:trace contextRef="#ctx0" brushRef="#br0" timeOffset="44266.17">8910 1781 0,'0'0'0,"0"0"0,0 0 0,0 0 0,3 0 15,9 0-15,20 2 16,22 3-16,4 6 15,2 3-15,1 4 16,0 2-16,2 3 16,-4-1-16,-2-2 15,-5-2-15,-9-2 16,-7 1-16,-7-1 16,-7 3-16,-6 3 15,-5 4 1,-8 7-16,-10 6 15,-9 1-15,-12 0 16,-4-1-16,-4-5 16,-3-3-16,-3-3 15,-1-8-15,-2-4 16,0-6-16,2-5 16,3-3-1,7-5-15,1-3 16,4-3-16</inkml:trace>
  <inkml:trace contextRef="#ctx0" brushRef="#br0" timeOffset="45382.06">9503 3141 0,'0'0'0,"0"-4"0,0 4 15,0-12 1,1 1-16,-1-1 15,-3 0-15,-2 1 16,-5-1-16,-5 0 16,-7 1-16,-7 2 15,-8 4-15,-1 5 16,-1 5-16,1 3 16,5 4-1,3 5-15,5 6 0,2 5 16,0 5-1,4 10-15,3 4 16,6 5-16,6 3 16,8 0-16,3 0 15,6-4-15,4-12 16,3-9-16,10-10 16,4-9-16,4-8 15,9-16-15,1-12 16,2-8-16,-5 2 15,-10 2 1,-4 0-16,-7 5 16,-3 3-16,-4 4 15,-6 5-15,-3 4 16,-8 8-16,11-7 16,-11 7-16,10 9 15,-6 10-15,-2 12 16,-8 15-1,-4 4-15,-2 2 16,-4 0-16,-2 0 16,-1 5-16,-6 20 31,-3 6-31,5-13 16,6-18-16,8-20 15,3-6-15,3-2 16,2-3-1,2-5-15,0-8 16</inkml:trace>
  <inkml:trace contextRef="#ctx0" brushRef="#br0" timeOffset="46914.13">9446 3060 0,'0'0'0,"0"-2"0,0 2 0,1-14 16,1 0 0,4-6-16,7-1 15,6-5-15,13-5 16,9-1-16,9 1 16,2 2-16,1 3 15,-3 3-15,-3 3 16,-8 4-16,-6 3 15,-6 2-15,-7 3 16,-5 1-16,-4 4 16</inkml:trace>
  <inkml:trace contextRef="#ctx0" brushRef="#br0" timeOffset="47415.18">9329 3044 0,'0'0'0,"4"-4"16,4-2-16,20-12 16,22-5-1,8 1-15,4 5 16,3 0-16,3 0 16,-9 1-16,-1 2 15,-5 0-15,-9 3 16,-11 1-16,-8 4 15,-11 3 1,-14 3-16,16-5 16,-16 5-16</inkml:trace>
  <inkml:trace contextRef="#ctx0" brushRef="#br0" timeOffset="48398.83">9343 4711 0,'0'0'0,"0"0"0,0 0 16,0 0-16,-2 5 15,-2 7-15,-4 12 16,-2 9 0,0-1-16,1 1 15,1-4-15,3-3 16,2-8-16,0-4 16,1-6-16,2-8 15,-1 9-15,1-9 16,0 0-16,0 0 15,0 0-15,0 0 16,0 0-16,0 0 16,0 0-16,0 0 15,0 0 1,2 6-16,-2-6 16,0 0-16,0 0 15,0 0-15,0 0 16,0 0-16,17-15 15</inkml:trace>
  <inkml:trace contextRef="#ctx0" brushRef="#br0" timeOffset="48749.08">9584 4708 0,'0'0'0,"0"0"0,0 0 0,0 0 15,0 0-15,0 0 16,0 0-16,-7 0 16,-3-1-1,-10 2-15,-12 7 16,-10 7-16,-2 6 16,0 12-16,-1 4 15,1 6-15,5 2 16,4 0-16,9-2 15,9 1-15,7-8 16,8-1-16,7-1 16,9-3-16,9 1 15,13-8 1,4-6-16,10-11 16,1-11-16,1-10 15,6-5-15,-6 3 16,4-1-16</inkml:trace>
  <inkml:trace contextRef="#ctx0" brushRef="#br0" timeOffset="49265.12">9300 5770 0,'0'0'0,"0"0"16,0 0-1,0 0-15,-5 7 16,-4 12-16,-10 28 16,0 14-16,2 10 15,4 7-15,10 51 31,1-21-31,8-20 16</inkml:trace>
  <inkml:trace contextRef="#ctx0" brushRef="#br0" timeOffset="49780.84">9294 5829 0,'0'-2'0,"0"-4"0,0-6 16,-2-14-16,2-8 15,0 1-15,5-1 16,5 5 0,4 6-16,8 2 15,7 5-15,9 3 16,2 4-16,1 8 15,-1 6-15,-7 4 16,-5 5-16,-5 2 16,-4 2-1,-6-1-15,-8 2 16,-11 5-16,-13 5 16,-8 5-16,-10-1 15,-7 4-15,-2-1 16,2-5-16,7-5 15,9-6-15,4-4 16,2-1-16,2-2 16,4-3-16,6-3 15,10-7-15,0 0 16,-8 8 0,8-8-16,5 10 15,11 5-15,8 7 16,10 7-16,-1-1 15,1-5-15,20 2 32</inkml:trace>
  <inkml:trace contextRef="#ctx0" brushRef="#br0" timeOffset="52382.13">9897 2242 0,'0'0'0,"0"0"0,4 0 16,12 0-16,20 0 15,12 0-15,3 1 16,0 3-16,-2 1 16,-2 1-16,-6-2 15,-2 0-15,-5-1 16,-2-2-16,-4 1 16,-4-4-16,-1 1 15,-1-2-15,-5-2 16</inkml:trace>
  <inkml:trace contextRef="#ctx0" brushRef="#br0" timeOffset="52730.8">10362 2049 0,'0'0'0,"0"0"0,0 0 0,0 0 16,0 0-16,3 1 15,-3-1 1,25 12-16,-3 1 15,3 1-15,-2 1 16,0 2-16,-4-3 16,-3 0-16,-4-2 15,-3-3-15,-3-1 16,-2 1-16,-3 4 16,-7 7-16,-9 11 15,-14 9-15,-14 8 16</inkml:trace>
  <inkml:trace contextRef="#ctx0" brushRef="#br0" timeOffset="53699.31">10996 1938 0,'0'0'0,"0"0"0,0 0 16,-1 9 0,-4 14-16,-5 32 15,-5 21-15,-5 16 16,0 4-16</inkml:trace>
  <inkml:trace contextRef="#ctx0" brushRef="#br0" timeOffset="54164.44">10103 3383 0,'0'0'0,"0"0"16,3 0-16,11 0 16,29 0-16,15 0 15,2 3-15,-4 1 16,-3 1-16,-3-2 15,-3 0-15,-2-1 16,-4 1 0,-5-1-16,-9-2 15</inkml:trace>
  <inkml:trace contextRef="#ctx0" brushRef="#br0" timeOffset="54465.03">10558 3234 0,'0'0'0,"0"0"0,0 0 0,0 0 16,0 0-16,0 0 15,1 2-15,-1-2 16,15 18-16,0 0 15,4 5 1,-2-3-16,-3-3 16,-4-3-16,-4 1 15,-7 1-15,-11 9 16,-16 14-16,-13 10 16,-3 4-16,4-6 15</inkml:trace>
  <inkml:trace contextRef="#ctx0" brushRef="#br0" timeOffset="54816.13">10908 3356 0,'1'-1'0,"-1"1"0,8-10 15,6 2-15,8 5 16,2 5 0,-2 10-16,-5 6 15,-6 9-15,-10 11 16,-12 9-16,-17 9 16,-4-1-16,-10 3 31,10-16-31,13-15 15,11-16 1,8-11-16,26 6 16,44-10-16,21-6 15,-7-2-15,-5-8 16</inkml:trace>
  <inkml:trace contextRef="#ctx0" brushRef="#br0" timeOffset="55214.41">10043 4886 0,'0'0'0,"0"0"0,0 0 0,0-2 16,0 2-16,0 0 15,12-7-15,24 2 16,19 1-16,10 2 16,9 3-1,-2 1-15,2 0 16,-3 0-16,-15-1 16</inkml:trace>
  <inkml:trace contextRef="#ctx0" brushRef="#br0" timeOffset="55514.36">10443 4740 0,'0'0'0,"-3"2"0,3-2 15,0 0-15,-13 2 16,13-2-16,0 0 15,0 0-15,0 0 16,0 0-16,0 0 16,4 16-1,16 0-15,5-1 16,-1-4-16,-6-2 16,-6-3-16,-12-6 15,12 7-15,-12 2 16,-10 12-16,-16 19 15,-10 7-15,-6 1 16</inkml:trace>
  <inkml:trace contextRef="#ctx0" brushRef="#br0" timeOffset="56048.24">10901 4879 0,'0'0'0,"0"-3"16,0 3-16,4-12 15,3 2-15,11 1 16,5 0-16,5 5 15,-2 4-15,-2 3 16,-1 5 0,-2 2-16,-5 1 15,-5-1-15,-4-2 16,-6 2-16,-7 3 16,-13 8-16,-11 10 15,-6 0-15,1 1 16,4-7-16,8-5 15,5-4-15,13 7 32,11 10-32,14 12 15,7-1 1,-8-14-16,-1-6 16,-5-5-16,-4-6 15,-3-4-15,-6-9 16,2 14-16,-14-2 15,-12 2-15,-7-4 16,-3-4-16,-4 1 16,0-1-1</inkml:trace>
  <inkml:trace contextRef="#ctx0" brushRef="#br0" timeOffset="56464.27">10135 5829 0,'0'0'0,"0"0"0,0 0 0,4 0 16,13 3-16,19 3 15,15 3-15,4-1 16,5 1-16,5-2 15,-5-3-15,4 1 16,14-5 0,-14-5-1,-8-4 1,-18-8-16,-24 5 16,-8 0-16</inkml:trace>
  <inkml:trace contextRef="#ctx0" brushRef="#br0" timeOffset="56798.19">10634 5691 0,'0'0'0,"-3"-1"0,3 1 0,-14-6 15,14 6 1,-11-3-16,11 3 16,0 0-16,0 0 15,0 0-15,-2 11 16,14 12-16,8 6 15,5 7-15,-1 0 16,2 2-16,1-1 31,-6-8-15,-4-9-16,-7-8 16,-10-12-16,-7 15 15,-15 1-15,-4 0 16,-3 3-16,-13 7 15,3-1-15,8-4 16,6-1-16,10-7 16,15-13-16</inkml:trace>
  <inkml:trace contextRef="#ctx0" brushRef="#br0" timeOffset="57216.98">10986 5665 0,'0'0'0,"0"0"0,0 0 0,0 3 15,4 6-15,4 10 16,3 10-16,-1 11 15,-3 3-15,-1 1 16,-1-10-16,4-2 31,18-5-15,13-12-16,4-15 16,-7-15-16,-1-21 15,1-15-15,-3 1 16,-11 11-16,-4 6 15,-10 12-15,-2 7 16,-3 6-16,-4 8 16,3-7-16,-3 7 15,0 0 1,0 0-16,-4 37 16,-11 30-16,-10 31 15,-6 20-15</inkml:trace>
  <inkml:trace contextRef="#ctx0" brushRef="#br0" timeOffset="58065.02">11344 5763 0,'0'0'0,"0"0"0,0-1 16,0 1-16,0 0 16,0 0-1,0 0-15,0 0 16,-14 23-16,-10 19 15,0 13-15,3 13 16,4 5-16,1 0 16,-8 52-1,6-30 1</inkml:trace>
  <inkml:trace contextRef="#ctx0" brushRef="#br0" timeOffset="59564.37">10585 2283 0,'0'0'0,"0"0"16,0 0-16,-2 3 15,-10 14-15,-19 27 16,-26 30-16,-3-2 16,-9 9-16</inkml:trace>
  <inkml:trace contextRef="#ctx0" brushRef="#br0" timeOffset="63131.95">12400 1882 0,'0'0'0,"0"0"0,0 0 16,0 0-16,0 0 15,-6 0-15,-10 0 16,-12 0-16,2 0 15,-1 3-15,6 2 16,3-1 0,-1 1-16,4 2 15,-2 2-15,2 5 16,3 0-16,1 2 16,5 3-16,5 6 15,4 3-15,3 6 16,3 5-16,-2-2 15,1 1-15,-1-2 16,-4 4-16,-8 3 16,-6-3-1,0-5-15,-3-4 16,4-8-16,1-2 16,-1 2-16,5 2 15,9 5-15,10-2 16,21-3-16,31-6 15,28-26-15</inkml:trace>
  <inkml:trace contextRef="#ctx0" brushRef="#br0" timeOffset="63981.04">15149 1967 0,'0'0'0,"0"0"16,0 0-16,0 0 16,0 0-16,6 0 15,13 0 1,16 0-16,5 2 16,-3 0-16,-5 2 15,0 1-15,1 1 16,-2-1-16,-4 1 15,-6-1-15,-6-1 16,-4 1-16,-11-5 16,18 13-1,-11-2-15,0 8 16,0 6-16,0 8 16,-2 4-16,-1-4 15,0 6-15,0 3 16,1-1-16,1 3 15,2-4-15,3 0 16,-1-4-16,0-8 16,-4-5-16,-1-6 15,0-4-15,-5-2 16,-12 2 0,-26 4-16,-34 2 15,-16 3-15</inkml:trace>
  <inkml:trace contextRef="#ctx0" brushRef="#br0" timeOffset="67231.78">10647 2633 0,'0'0'0,"0"0"16,0 0-16,1-2 15,-1 2-15,13-2 16,10-1-16,21-1 16,15 1-1,2 1-15,8 5 16</inkml:trace>
  <inkml:trace contextRef="#ctx0" brushRef="#br0" timeOffset="76583.34">12697 2024 0,'0'0'0,"0"0"0,0 0 16,0 4-16,0 9 15,0 21-15,0 13 16,0 10-16,0 6 16,0 1-16</inkml:trace>
  <inkml:trace contextRef="#ctx0" brushRef="#br0" timeOffset="77030.71">12955 2350 0,'0'0'0,"0"0"0,0 0 0,0 0 0,0 0 16,-2 3-16,-8 13 15,-15 24 1,-2 11-16,-1 2 16,-11 19-16</inkml:trace>
  <inkml:trace contextRef="#ctx0" brushRef="#br0" timeOffset="77697.71">13387 2104 0,'0'0'0,"0"0"15,0 0-15,0 0 16,0 0-16,0 0 16,-1 2-1,1-2-15,-5 12 16,-2 1-16,-2 5 16,7 5-16,1 5 15,3-1-15,2-6 16,2-6-16,5-1 15,8-5-15,3 2 16,2-6 0,4-9-16,1-2 15,-1-8-15,-5-4 16,-4 1-16,-5-4 16,-3-4-16,-6-2 15,0-2-15,-6 2 16,-3 5-16,-4 3 15,-13 1-15,-5 4 16,-10 6-16,3 10 16,4 6-1,0 7-15,5 0 16</inkml:trace>
  <inkml:trace contextRef="#ctx0" brushRef="#br0" timeOffset="77947.89">13724 2305 0,'0'0'0,"0"-2"0,0 2 16,0 0-16,0 0 15,0 0-15,0 0 16,-7 10-16,-9 14 15,-13 21-15,-7 12 16,7-12 0,3-4-16,10-19 15,-5-15-15</inkml:trace>
  <inkml:trace contextRef="#ctx0" brushRef="#br0" timeOffset="78447.58">14175 2201 0,'0'0'0,"0"0"0,0 0 0,-5 3 0,-1 4 15,-8 7-15,-1 1 16,2 3-16,6-2 15,3-2-15,1-4 16,6 2 0,11 9-16,3 0 0,5-4 15,7-10 1,5-5-16,3-6 16,-3-9-16,-10-5 15,-5-1-15,-1-4 16,-5 2-16,-6 0 15,-3 3-15,-8-3 16,-12-4-16,-7 2 16,-7 3-1,-3 9-15,3 10 16,-11 2-16,2 10 16</inkml:trace>
  <inkml:trace contextRef="#ctx0" brushRef="#br0" timeOffset="78697.92">14561 2345 0,'0'0'0,"0"0"0,0 0 15,3 1-15,-3-1 16,5 10-16,-1-1 15,-4 9-15,-8 9 16,-6 7-16,-8 12 16,-3 1-16,-5 0 15,2-6 1</inkml:trace>
  <inkml:trace contextRef="#ctx0" brushRef="#br0" timeOffset="79198.03">15142 2277 0,'0'0'0,"0"0"0,-4 1 16,4-1-16,-22 10 15,4 2-15,-2 3 16,3 2-16,3 1 15,5 1-15,3 0 16,6 2-16,3-2 16,5 0-16,6-2 15,4-3-15,7-6 16,4-6 0,0-6-16,-2-4 15,-5-2-15,-5-2 16,-2-5-16,-2-4 15,-4-3-15,-5 0 16,-7-1-16,-13-3 16,-17-2-1,-18 3-15</inkml:trace>
  <inkml:trace contextRef="#ctx0" brushRef="#br0" timeOffset="80147.92">12890 1799 0,'0'0'0,"0"0"0,0-2 16,0 2-16,0 0 16,-21-9-16,-12 5 15,-12 9-15,1 3 16,0 11-16,1-1 15,-1 6-15,0 4 16,8-1-16,4 9 16,3 3-16,5 3 15,3 10-15,7 6 16,9 11 0,11-5-16,11-10 15,4-5-15,14 8 16,32 5-1,13-20 1,7-28-16,-6-33 16,-24-10-16,4-13 15,-4-4-15,-4-10 16,-6-10 0,-6-1-16,-11-12 15,-16 3-15,-16-3 16,-15 6-16,-18 0 15,-26 6-15,-49 6 16,-59 29-16</inkml:trace>
  <inkml:trace contextRef="#ctx0" brushRef="#br0" timeOffset="81830.67">13535 3435 0,'0'0'0,"0"0"0,0 0 16,0 5-16,0 9 15,0 26-15,-8 40 16,-23 44-16</inkml:trace>
  <inkml:trace contextRef="#ctx0" brushRef="#br0" timeOffset="82948.17">14607 4934 0,'0'0'0,"0"0"0,0-1 16,0 1-16,0 0 16,0 0-16,0 0 15,0 14-15,0 27 16,0 38-16,0 19 16</inkml:trace>
  <inkml:trace contextRef="#ctx0" brushRef="#br0" timeOffset="83731.7">15573 6199 0,'0'0'0,"0"0"0,0 2 0,0-2 15,0 18-15,0 18 16,1 33-16,4 25 16,5 20-16,2 9 15</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3:57.916"/>
    </inkml:context>
    <inkml:brush xml:id="br0">
      <inkml:brushProperty name="width" value="0.05292" units="cm"/>
      <inkml:brushProperty name="height" value="0.05292" units="cm"/>
      <inkml:brushProperty name="color" value="#FF0000"/>
    </inkml:brush>
  </inkml:definitions>
  <inkml:trace contextRef="#ctx0" brushRef="#br0">6806 3133 0,'0'0'0,"0"0"0,0 0 15,0 0-15,0 0 16,6 1-16,11 1 16,18 2-16,7-4 15,5-1 1,1-2-16,4 1 16,-1-1-16,-1 1 15,-1-1-15,-3 2 16,0-1-16,-3-2 15,3 0-15</inkml:trace>
  <inkml:trace contextRef="#ctx0" brushRef="#br0" timeOffset="468.19">6610 3753 0,'0'0'0,"0"0"15,0 0-15,0 0 16,0 0-16,0 0 15,7 1-15,10 1 16,19 1-16,14-1 16,8-3-1,8-2-15,3-1 16,3 0-16,3 0 16,-2-1-16,8 0 15,-4 0-15</inkml:trace>
  <inkml:trace contextRef="#ctx0" brushRef="#br0" timeOffset="3332.76">10138 3054 0,'0'0'0,"0"0"0,0 0 15,3 0 1,-3 0-16,0 0 15,0 0-15,0 0 16,0 0-16,0 0 16,0 0-16,0 0 15,18 6-15,-1-1 16,3 0-16,2 2 16,5-1-16,3 1 15,5-1 1,4-1-16,6-2 15,4 0-15,7-2 16,6 0-16,4-2 16,6 0-16,0-1 15,4 1-15,0 1 16,-2-1-16,1 0 16,-4 0-16,6 1 15</inkml:trace>
  <inkml:trace contextRef="#ctx0" brushRef="#br0" timeOffset="4550.75">9464 3213 0,'0'0'0,"0"0"0,0 0 15,0 0-15,0 0 16,0 0-16,0 0 15,0 0 1,9 0-16,14 0 16,15 0-16,11 0 15,6-2-15,0 1 16,2-2-16,-1 1 16,1-1-16,4-3 15,1 0-15,4-1 16,2-2-16,-1 0 15,1-1 1,-1 1-16,-2 0 16,1 0-16,2 1 15,-1 1-15,3-1 16,3 3-16,-1 0 16,3 0-16,-1 3 15,-4 1-15,-3 1 16,-1 0-16,-1 0 15,0 0 1,-1 0-16,-2 0 16,-1 0-16,-5 0 15,1-1-15,3-2 16</inkml:trace>
  <inkml:trace contextRef="#ctx0" brushRef="#br0" timeOffset="5299.08">9601 3768 0,'0'0'0,"0"0"0,0 0 0,0 0 15,0 0-15,0 0 16,0 0-16,12 1 16,10 2-16,12 1 15,9 1-15,5-1 16,5 0-16,1-2 15,3 0 1,1-2-16,3-2 16,5 0-16,-2 0 15,2-1-15,2 0 16,-3 1-16,7-1 16,4 0-16,-2-1 15,4 1-15,-5 0 16,8 3-16,-3 2 15,4 2 1,5 2-16,0 0 16,5 2-16,5-1 15,5 2-15,0-1 16</inkml:trace>
  <inkml:trace contextRef="#ctx0" brushRef="#br0" timeOffset="7166.68">9518 2421 0,'0'0'0,"0"0"0,0 0 0,0 0 15,0 0-15,-2 0 16,2 0-16,0 0 15,0 0-15,0 0 16,0 0-16,0 0 16,0 0-16,0 0 15,0 0 1,-3 7-16,3-7 16,0 0-16,3 9 15,-3-9-15,0 0 16,4 7-16,-4-7 15,0 0-15,0 0 16,0 0 0,8 6-16,7-7 0,47-35 15</inkml:trace>
  <inkml:trace contextRef="#ctx0" brushRef="#br0" timeOffset="7917.22">10214 3964 0,'0'0'0,"0"0"0,0 0 0,0 0 0,3 0 15,15-2 1</inkml:trace>
  <inkml:trace contextRef="#ctx0" brushRef="#br0" timeOffset="10768.07">6963 3716 0,'0'0'0,"0"0"0,0 0 0,0 0 15,0 0-15,3 1 16,-3-1-16,0 0 16</inkml:trace>
  <inkml:trace contextRef="#ctx0" brushRef="#br0" timeOffset="12582.92">6375 5746 0,'0'0'0,"0"0"16,0 0-16,0 0 15,0 0-15,-2 1 16,2-1-16,0 0 16,0 0-16,0 11 15,-2 5-15</inkml:trace>
  <inkml:trace contextRef="#ctx0" brushRef="#br0" timeOffset="14566.6">8876 7832 0,'0'0'0,"0"0"0,0 0 16,0 0-16,0 2 16,0-2-1,0 0-15,1 15 16,-1 0-16,3 5 16,0 1-16,1 0 15,-1-1-15,1-3 16,-1-3-16,1-2 15,2-1 1,1-1-16,6-3 0,8-4 16,12-11-1,15-12-15,8-12 16,-1-6-16,-1-5 16,0-1-16,-1-2 15,0 1-15,-5 2 16,-1 3-16,-7 5 15,-1 1-15,-5 5 16,-5 5-16,-5 6 16,-5 4-1,-3 5-15,-5 2 16,-11 7-16,17-6 16,-17 6-16,10-3 15,-10 3-15,0 0 16,0 0-16,11 1 15,-11-1-15,0 0 16,0 0-16,0 0 16,0 0-16,0 0 15,0 0 1,0 0-16,0 0 16</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4:16.251"/>
    </inkml:context>
    <inkml:brush xml:id="br0">
      <inkml:brushProperty name="width" value="0.05292" units="cm"/>
      <inkml:brushProperty name="height" value="0.05292" units="cm"/>
      <inkml:brushProperty name="color" value="#FF0000"/>
    </inkml:brush>
  </inkml:definitions>
  <inkml:trace contextRef="#ctx0" brushRef="#br0">7272 4713 0,'0'0'0,"0"0"15,0 0-15,0 0 16,3 1-16,-3-1 16,35 9-16,35 1 15,27-5 1</inkml:trace>
  <inkml:trace contextRef="#ctx0" brushRef="#br0" timeOffset="4914.63">7413 5763 0,'0'0'0,"0"0"0,0 0 0,-3 0 0,3 0 16,0 0-1,0 0-15,0 0 16,0 0-16,55 4 15,26-2-15</inkml:trace>
  <inkml:trace contextRef="#ctx0" brushRef="#br0" timeOffset="6148.81">7533 6827 0,'0'0'0,"0"0"16,0 0-16,0 0 15</inkml:trace>
  <inkml:trace contextRef="#ctx0" brushRef="#br0" timeOffset="19784.74">9858 3911 0,'0'0'0,"0"0"0,0 0 15,0 0 1,0 0-16,0 0 16,0 0-16,2-1 15,7-6-15,29-8 16,31-9-16,4-2 15</inkml:trace>
  <inkml:trace contextRef="#ctx0" brushRef="#br0" timeOffset="20234.75">10013 4327 0,'0'0'0,"0"0"0,0 0 0,0 0 0,0 0 16,0 0-16,0 0 15,19-8-15,36-8 16,19-7 0</inkml:trace>
  <inkml:trace contextRef="#ctx0" brushRef="#br0" timeOffset="20998.69">10101 4844 0,'0'0'0,"0"0"0,5-1 16,17-3-16,51-14 15,42-23-15</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4:31.466"/>
    </inkml:context>
    <inkml:brush xml:id="br0">
      <inkml:brushProperty name="width" value="0.05292" units="cm"/>
      <inkml:brushProperty name="height" value="0.05292" units="cm"/>
      <inkml:brushProperty name="color" value="#FF0000"/>
    </inkml:brush>
  </inkml:definitions>
  <inkml:trace contextRef="#ctx0" brushRef="#br0">12499 3519 0,'0'0'0,"0"0"0,0 0 0,0 0 16,0 0-16,0 0 15,0 2 1,0-2-16,0 0 15,0 0-15,0 0 16,0 0-16,0 0 16,0 0-16,0 0 15,0 0-15,0 0 16</inkml:trace>
  <inkml:trace contextRef="#ctx0" brushRef="#br0" timeOffset="12081.72">12000 3236 0,'0'0'0,"0"0"0,0 0 16,0 0-16,0 0 15,0 0-15,0 0 16,0 0-16,2 4 15,-2-4-15,9 13 16,-1-2-16,0-1 16,1 0-16,-1-1 15,1-1-15,-2-2 16,-7-6 0,11 9-16,-11-9 15,10 6-15,-10-6 16,23 7-16,5-7 15,14-7-15,3-7 16,1-1-16,-2-3 16,0 2-16,-3-2 15,1 2 1,-1-1-16,1-1 16,0-2-16,-3 3 15,0-1-15,5-2 16,7 1-16,11 0 15</inkml:trace>
  <inkml:trace contextRef="#ctx0" brushRef="#br0" timeOffset="17298.68">5916 3421 0,'0'0'0,"0"0"16,0 0-16,0 0 15,0 0-15,0 0 16,0 0-16,5 1 16,-5-1-16,18 7 15,-2-2 1,2 0-16,4 2 15,2-1-15,4 0 16,2-1-16,-1-2 16,1-1-16,-1 1 15,2-3-15,3 1 16,-1 0-16,2 0 16,-2 0-16,0 0 15,0-1 1,2 1-16,2 0 15,-2 2-15,3-1 16,-1 1-16,-1-1 16,0 1-16,-2 1 15,1-1-15,1 1 16,0-1-16,0-1 16,3-1-1,-3-2-15,1-1 16,0-1-16,1-1 15,-1-2-15,-2 2 16,3-1-16,-2 0 16,-1 0-16,-1 0 15,-3 2-15,1-1 16,-2 0-16,-3-1 16,3 2-16,1-2 15,-1 1-15,0 0 16,-2 0-1,0 1-15,0 1 16,0 2-16,-1 0 16,-2 2-16,-1 0 15,2 1-15,0 0 16,1 0-16,4 0 16,2 1-16,-3-1 15,2 0-15,0 1 16,2-1-1,1 0-15,3 0 16,-4-1-16,1 1 16,1-1-16,1-1 15,0-1-15,-3 0 16,-1 0-16,0 0 16,-1 0-1,2 0-15,1 0 16,-3 0-16,-1 0 15,0 0-15,-2 0 16,3 0-16,-1 0 16,0 0-16,1 0 15,-2 0-15,0 0 16,2 0-16,-1 0 16,0 0-16,1 0 15,0-1-15,0 0 16,1 0-16,1-2 15,-1 1 1,2-2-16,-1 0 16,-1 0-16,-1 0 15,-1 0-15,-1-1 16,2-1-16,-3 0 16,0 0-16,-1-1 15,1 0-15,-2-1 16,3 0-1,-1-1-15,-1 1 16,-3 0-16,-2 0 16,-2-2-16,0-1 15,-1 0-15,-1-1 16,-2 1-16,-1-1 16,-2 1-16,0-1 15,-2-1-15,0-1 16,-1 0-16,-2-1 15,-2 1 1,-1 0-16,-3 0 16,-2-2-16,-2 1 15,-4-2-15,0 1 16,-1 0-16,-2 1 16,-2-1-16,-3 0 15,-3 0 1,-1-2-16,-4 2 15,1-1-15,-3 0 16,-4 0-16,0 0 16,-1 2-16,-1 1 15,-3 0-15,-3 1 16,0 2-16,2 1 16,-1 1-16,-1 1 15,-2-1-15,-2 1 16,2-1-16,0 1 15,-1 0 1,-1 1-16,2 2 16,-3 0-16,-1 1 15,2-1-15,0 2 16,0 0-16,-1 0 16,1 0-16,-1 1 15,2-1-15,-2 1 16,0 0-16,-2 0 15,0 1 1,3 0-16,-4-1 16,-1 0-16,2 1 15,1 1-15,-1 0 16,-2 0-16,0 0 16,2 0-16,2 0 15,-2 0-15,-1 0 16,0 0-16,2 0 15,0 0 1,-2 0-16,0 0 16,0 0-16,-2 1 15,0 2-15,-3 0 16,1 1-16,0 0 16,-5 1-16,2 1 15,0 0-15,3 1 16,-1 1-16,0 0 15,2-1 1,1 0-16,5 0 16,0 0-16,2-3 15,-1 1-15,1-2 16,3-2-16,-1 0 16,2-1-16,-1 0 15,0 0-15,2 0 16,1 0-16,1 0 15,0 0 1,0 0-16,0 0 16,-2 0-16,5 0 15,-2 0-15,1 0 16,2 0-16,-2 0 16,0 0-16,0 0 15,0 0 1,3 0-16,-1 0 0,2 1 15,-2 1 1,-2-1-16,2 2 16,1 0-16,-1 1 15,2 0-15,-2 1 16,-1 2-16,-1 1 16,0 1-16,2-2 15,-1 1-15,-1 1 16,0 0-16,2 3 15,0-1-15,1 1 16,0 1 0,1 0-16,-1 1 15,4-2-15,1-1 16,4-1-16,2 0 16,1-1-16,1 0 15,1 1-15,3-3 16,1 0-16,2-1 15,0 2 1,1 0-16,0 0 16,3 1-16,0 3 15,1 1-15,1-1 16,1 0-16,0 0 16,2 0-16,2 2 15,2-1-15,1-1 16,-1 0-16,2-1 15,-1-1-15,3 1 16,1 1 0,0-1-16,-1-3 15,0 0-15,-1 0 16,1 0-16,1 1 16,0 0-16,0 0 15,-1-1-15,-1 0 16,-1-2-16,-1 0 15,-8-6 1,16 11-16,-16-11 16,14 10-16,-14-10 15,14 11-15,-14-11 16,14 10-16,-14-10 16,13 8-16,-13-8 15,16 10-15,-16-10 16,13 9-16,-13-9 15,12 7-15,-12-7 16,14 7 0,-14-7-16,14 5 15,-14-5-15,14 4 16,-14-4-16,20 6 16,-9-4-16,0-1 15,0 1-15,0 0 16,0-1-16,0 2 15,2-2 1,0 0-16,0 1 16,-2-1-16,0 1 15,0 0-15,1 0 16,-1 0-16,3 1 16,1 2-16,0 1 15,0-2-15,0 2 16</inkml:trace>
  <inkml:trace contextRef="#ctx0" brushRef="#br0" timeOffset="23248.05">9507 3511 0,'0'0'0,"0"0"0,0 0 16,0-2-16,0 2 16,0 0-16,0 0 15,0 0-15,0 0 16,-14-5 0,14 5-16,-16-5 15,5 2-15,-5-2 16,-5 1-16,-2-2 15,-1 0-15,-2-2 16,-1 0-16,-1 0 16,-5-2-16,1-1 15,-4 0-15,1 0 16,-4-1-16,0 0 16,-2 2-1,-1 1-15,0 2 16,-2 0-16,0 2 15,0 0-15,2 0 16,-3 0-16,-1 0 16,1 1-16,0-2 15,-2 1-15,-1 1 16,-2-1-16,0 0 16,-1 0-16,-1 2 15,0-1 1,-2 0-16,0 2 15,-4-1-15,4 2 16,-2 0-16,4 1 16,-1 1-16,0-1 15,0 1-15,1 1 16,2 0-16,0 2 16,2-2-16,-2 2 15,1-1 1,2 1-16,1 0 15,1 0-15,4-2 16,0 2-16,-1-1 16,0 0-16,0 1 15,1-1-15,2 0 16,1 1-16,1-1 16,0 0-16,6-1 15,-2 1 1,0-1-16,0 0 15,0 0-15,2 0 16,3-1-16,-3 0 16,-1-1-16,0 0 15,1 0-15,3 0 16,0 0-16,2 0 16,-1 0-16,-1 0 15,-2 0 1,0 0-16,3 1 15,3-1-15,0 2 16,1 0-16,-4 1 16,0-1-16,0 1 15,2 1-15,1-1 16,2-1-16,1 1 16,0 1-16,-1-1 15,2 2 1,-2-1-16,2 0 15,-1 0-15,-1 0 16,2 1-16,-3-1 16,0 1-16,-2 0 15,3 0-15,1 1 16,0 1-16,-1 0 16,0-2-16,3 1 15,1 0 1,0-1-16,3 0 15,1-2-15,3 1 16,1 1-16,-2-1 16,1 2-16,-3 1 15,1 3-15,0 2 16,1-2-16,2 0 16,1 0-1,0 1-15,2 2 16,-1-1-16,2 2 15,2 0-15,0-2 16,2 0-16,-1 1 16,3 2-16,0 2 15,0 1-15,3-1 16,0 0-16,2-1 16,3 1-16,0 1 15,2-2 1,0 1-16,1-2 15,1-2-15,1 0 16,1-1-16,2-1 16,2 1-16,4-1 15,0-1-15,2-1 16,2-1-16,0-1 16,5 0-16,-1-1 15,2 0-15,1-1 16,1-3-1,0 0-15,2-1 16,-2-1-16,-1 1 16,-2 0-16,0 0 15,0 0-15,-1 0 16,2 0-16,-5-1 16,2 1-16,2 0 15,-1 1-15,1 2 16,-2-1-1,-2 1-15,1 1 16,1 1-16,2 2 16,0 0-16,-1 1 15,1-1-15,0 1 16,2-1-16,-2 0 16,3 0-16,-1 0 15,1-2-15,3 0 16,0-2-1,2-1-15,-2-1 16,5 0-16,1-2 16,4-1-16,1 0 15,0-2-15,2 1 16,2 0-16,0-1 16,-4 0-16,2 1 15,0 0 1,2-1-16,0 1 15,-1-1-15,-3 0 16,2 0-16,-1 1 16,-1 0-16,-1 0 15,-4 0-15,0 1 16,-1-1-16,-2 1 16,2-1-1,-3 0-15,3 0 16,-3 1-16,0-1 0,1 1 15,0-1 1,-2 1-16,-2-1 16,-2 0-16,1 1 15,1-1-15,1 0 16,1 2-16,-1 0 16,-1 0-16,-1 0 15,-2 0-15,-2 0 16,1 0-16,0 0 15,-1 0 1,1 0-16,0 0 16,0 0-16,-1 0 15,0-1-15,-1-1 16,0 0-16,0-3 16,-3 1-16,0 1 15,2-1 1,-1-1-16,-1 1 15,-3 0-15,-2 0 16,-2-1-16,-1 1 16,0-3-16,1-1 15,1 0-15,0 0 16,-2-1-16,0 0 16,0 0-16,0-1 15,0 1-15,0-1 16,-3 1-16,-1 0 15,-1 0 1,-3 1-16,-1 0 16,-2-2-16,-1-4 15,0-1-15,-2-2 16,0 0-16,-2 3 16,-1 0-16,-1 0 15,-2-1-15,-1 1 16,-1-1-1,-3-1-15,-1-3 16,-4-1-16,0 2 16,-2 0-16,-1 3 15,-2 0-15,-11 0 16</inkml:trace>
  <inkml:trace contextRef="#ctx0" brushRef="#br0" timeOffset="26314.89">11970 3654 0,'0'0'0,"0"0"0,0 0 0,0 0 16,0 0-16,0-2 15,0 2-15,0 0 16,-1-7-16,1 7 16,-4-7-16,4 7 15,-9-15-15,2 6 16,-2-2-16,-3 0 15,-4 0-15,-4-2 16,-1 1 0,-1 2-16,-2-1 15,-1 1-15,-1 0 16,-4 0-16,-1 3 16,-2-1-16,-1 2 15,0 2-15,1 1 16,3 1-16,-1-1 15,0 0 1,1 1-16,-2 0 16,2-1-16,-1 1 15,-1-2-15,0-1 16,1-2-16,2 1 16,0-1-16,0 1 15,0-1-15,0 1 16,0-1-16,2 1 15,-1-1-15,-4-1 16,0 4-16,3-2 16,2 2-1,0 1-15,-1 1 16,0 0-16,-2 2 16,-1 0-16,2 2 15,2 0-15,-2 1 16,-2 1-16,-1 2 15,-1 0-15,0 1 16,1-1-16,2 0 16,-1 1-1,0 1-15,1-1 16,2 0-16,0-1 16,1 1-16,0-1 15,2 0-15,3 0 16,3 0-16,2-1 15,3 0-15,2 0 16,12-5 0,-16 8-16,16-8 15,-12 8-15,12-8 16,-12 10-16,5-4 16,1 2-16,-1 0 15,0 1-15,1 1 16,0 0-16,0 2 15,2 2-15,0 1 16,2 0-16,1-2 16,0 0-1,1 0-15,0 2 16,1 2-16,0 3 16,1-1-16,1-1 15,1-1-15,2 0 16,2 2-16,1-2 15,0-2-15,1 1 16,0-3-16,1-2 16,1 2-1,3 1-15,0-2 16,4 0-16,1 0 16,3-2-16,0 0 15,2-3-15,3 0 16,1-1-16,1-1 15,-1-1-15,0-1 16,2 0-16,3-1 16,2 0-1,-2-1-15,2-1 16,-3 0-16,4-1 16,0 0-16,0-1 15,-2-2-15,0 2 16,1 0-16,0 0 15,0-1-15,-2 1 16,-1-1-16,0 1 16,0-1-1,-1 2-15,1 1 16,-2 0-16,2 1 16,-2 1-16,4-1 15,-1 0-15,0-1 16,-2 1-16,1 0 15,1 0-15,0 0 16,0-1-16,0 0 16,-2 0-1,1-2-15,1-1 16,1-2-16,-1-1 16,1-2-16,-4 1 15,0-1-15,-3 2 16,-2-2-16,3 1 15,-4 1-15,-1 0 16,-1 1-16,-2-2 16,0 2-16,-1-2 15,-1 1 1,-2-1-16,-3 1 16,-1-2-16,-2 1 15,-2 0-15,-2 0 16,-1-1-16,0-2 15,-1 0-15,-3-1 16,-2-1-16,-2 0 16,-3-1-1,-4-2-15,-2-1 16,-4 2-16,-5-1 16,-5-1-16,-6 0 15,-2 3-15,-5-2 16,-6 2-16,-12 2 15,-15 0-15</inkml:trace>
  <inkml:trace contextRef="#ctx0" brushRef="#br0" timeOffset="42148.62">10672 7652 0,'0'0'0,"0"0"0,0 0 0,0 0 16,2 4-16,4 3 16,2 4-16,3 0 15,5-1 1,8-8-16,6-10 16,7-9-16,10-18 15,12-17-15,4-11 16,0-4-16,-8 7 15,-6 8-15,-9 10 16,-6 6-16,-7 10 16,-5 10-16,-4 7 15,-2 5 1,0 3-16,-2 3 16</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5:17.147"/>
    </inkml:context>
    <inkml:brush xml:id="br0">
      <inkml:brushProperty name="width" value="0.05292" units="cm"/>
      <inkml:brushProperty name="height" value="0.05292" units="cm"/>
      <inkml:brushProperty name="color" value="#FF0000"/>
    </inkml:brush>
  </inkml:definitions>
  <inkml:trace contextRef="#ctx0" brushRef="#br0">6299 1960 0,'0'0'0,"0"0"0,0 0 15,0 0-15,0 0 16,0 0-16,0 0 16,0 2-16,0-2 15,1 10-15,-1-1 16,2 6-16,0 1 16,1 4-16,0 1 15,0-3-15,1-1 16,0-2-1,1-3-15,-1-3 16,3-1-16,-7-8 16,25 9-16,0-11 15,12-11-15,9-10 16,6-9-16,3-4 16,-1-3-16,0-1 15,2-1-15,0-1 16,-3 3-1,-4 2-15,0 5 16,-6 4-16,-1 4 16,-7 2-16,0 5 15,-7 3-15,-3 4 16,-5 3-16,-4 2 16,0 1-1,-2 1-15,3 1 16,3-1-16,3 1 15</inkml:trace>
  <inkml:trace contextRef="#ctx0" brushRef="#br0" timeOffset="2251.03">8347 3702 0,'0'0'0,"0"-3"0,0 3 15,-1-8 1,2 1-16,1-1 16,7-3-16,11-1 15,10-3-15,11 1 16,10 6-16,6 3 16,4 4-16,-3 2 15,1 2-15,-12-2 16</inkml:trace>
  <inkml:trace contextRef="#ctx0" brushRef="#br0" timeOffset="6116.73">9503 5247 0,'0'0'0,"0"0"0,0 0 16,0 0-16,0 2 15,0-2 1,0 0-16,14 6 16,0-1-16,8 0 15,7 0-15,3-4 16,3-1-16,1-3 15,4-1-15,0-1 16,0 1-16,-3-1 16,-1 1-16,-2 1 15,0 0 1,-2-1-16,-2 1 16,-3 1-16,-3-1 15,-4 1-15,-2 1 16,-2 0-16,-1 0 15,-3 1-15,-2 1 16,-10-1-16,14 3 16,-14-3-16,0 0 15,12 3 1,-12-3-16,0 0 16,0 0-16,0 0 15,0 0-15,9 6 16,-9-6-16,0 0 15,0 0-15,0 0 16,0 0-16,0 0 16,1 6-16,-1-6 15,0 0-15,0 0 16,0 0-16,0 6 16,0-6-1,0 0-15,0 0 16,0 0-16,0 0 15,0 0-15,0 0 16,0 0-16,0 0 16,0 0-16,0 0 15,0 0 1,0 0-16,0 0 16,1 7-16,-1-7 15,0 0-15,0 0 16,0 0-16,0 0 15,0 0-15,0 0 16,0 0-16,0 0 16,0 0-16,1 7 15,-1-7-15,0 0 16,0 0-16,0 0 16,0 0-1,0 0-15,0 0 16,0 0-16,0 0 15,0 0-15,0 0 16,0 0-16,0 0 16,0 0-16,0 0 15,0 0 1,0 0-16,0 0 0,0 0 16,0 0-1,0 0-15,0 0 16,0 0-16,0 0 15,0 0-15,0 0 16,0 0-16,0 0 16,0 0-16,0 0 15,0 0-15,0 0 16,0 0 0,0 0-16,0 0 15,0 0-15,0 0 16,0 0-16,0 0 15,0 0-15,0 0 16,0 0-16,0 0 16,0 0-16,0 0 15,0 0-15,0 6 16,0-6-16,0 0 16,0 0-1,0 0-15,0 0 16,0 0-16,0 0 15,0 0-15,0 0 16,0 0-16,0 0 16,0 0-16,0 0 15,0 0-15,0 0 16,0 0 0,0 0-16,0 0 15,0 0-15,0 0 16,0 0-16,0 0 15,0 0-15,0 0 16,0 0-16,0 0 16,0 0-16,0 0 15,0 0-15,0 0 16,0 0-16,0 0 16,0 0-1,0 0-15,0 0 16,0 0-16,0 0 15,0 0-15,0 0 16,0 0-16,0 0 16,0 0-16,0 0 15,0 0-15,0 0 16,0 0 0,0 0-16,0 0 15,0 0-15,0 0 16,0 0-16,0 0 15,0 0-15,0 0 16,0 0-16,0 0 16,0 0-16,0 0 15,0 0-15,0 0 16,0 0-16,0 0 16,0 0-1,0 0-15,0 0 16,0 0-16,0 0 15,0 0-15,0 0 16,0 0-16,0 0 16,0 0-16,0 0 15,0 0-15,0 0 16,0 0 0,0 0-16,0 0 0,0 0 15,0 0 1,0 0-16,0 6 15,0-6-15,0 0 16,0 0-16,0 0 16,0 0-16,0 0 15,0 0-15,0 0 16,0 0-16,0 0 16,0 0-1,0 0-15,0 0 16,0 0-16,0 0 15,0 0-15,0 0 16,0 0-16,0 0 16,0 0-16,0 0 15,0 0-15,0 0 16,0 0-16,0 0 16,0 0-16,0 0 15,0 0 1</inkml:trace>
  <inkml:trace contextRef="#ctx0" brushRef="#br0" timeOffset="7416.9">9734 5315 0,'0'0'0,"0"0"0,0 0 0,0 0 15,0 0-15,0 0 16,0 0-16,0 0 16,0 0-16</inkml:trace>
  <inkml:trace contextRef="#ctx0" brushRef="#br0" timeOffset="7818.59">9849 5401 0,'0'0'0,"0"0"0,0 0 16</inkml:trace>
  <inkml:trace contextRef="#ctx0" brushRef="#br0" timeOffset="11150.15">10189 5074 0,'0'0'0,"0"0"0,0 0 15,0 0 1,-3 2-16,3-2 16,0 0-16,0 0 15,0 0-15,0 0 16,0 0-16,0 0 15,0 0-15,0 0 16,6 9-16,6-2 16,7 2-1,1 0-15,-1-2 16,1-1-16,1-1 16,-1 0-16,-1-1 15,-3 0-15,1-1 16,-2 1-16,1-1 15,-2 2-15,-3-1 16,-1 1-16,-1 1 16,-2 1-16,-1 0 15,-6-7-15,8 11 16,-8-11 0,5 7-16,-5-7 15,0 0-15,4 7 16,-4-7-16,0 0 15,0 0-15,0 6 16,0-6-16,0 0 16,0 0-16,-2 10 15,-2-2 1,0 4-16,-3 4 16,-5 3-16,-4 2 15,-5 0-15,-1-1 16,2-2-16,3-5 15,0 1-15</inkml:trace>
  <inkml:trace contextRef="#ctx0" brushRef="#br0" timeOffset="19267.18">11401 5153 0,'0'0'0,"0"0"0,0 0 0,0 0 0,0 0 16,0 0-16,0 0 15,0 0-15,0 0 16,0 0-16,0 0 15,5-3-15,-5 3 16,23-7-16,-4 2 16,3 0-16,1 0 15,-1 3 1,-3-1-16,-2 1 16,-4 2-16,-3 0 15,-10 0-15,13 3 16,-13-3-16,0 0 15,12 10-15,-11-1 16,-4 7-16,-3 3 16,-5 3-1,0-5-15,1-3 16,-1 0-16,-2 0 16,2-2-16,1-3 15,3-2-15,7-7 16,-7 7-16,7-7 15,0 0-15,0 0 16,0 0-16,15 12 16,5-5-16,0 1 15,-4-1 1,3 0 0,0 0-1,-2 0-15,-1 0 16,-5-2-16,-11-5 15,15 10-15,-12-3 16,-1 0-16,-7 3 16,-4 4-16,-7 4 15,-1-4 1,2-3-16,-1-5 16,-2-3-16,2-2 15,3-1-15,0-1 16,2 0-16,-2-5 15,-1-2-15,0-3 16</inkml:trace>
  <inkml:trace contextRef="#ctx0" brushRef="#br0" timeOffset="19734.56">11774 5490 0,'0'0'0,"-3"0"0,3 0 0,0 0 16,-22 7-16,1 6 16,3 0-16,4 0 15,2-1 1,3-1-16,0 0 16,2-1-16,-2 2 15</inkml:trace>
  <inkml:trace contextRef="#ctx0" brushRef="#br0" timeOffset="20316.9">12088 5202 0,'0'0'0,"6"0"15,-6 0-15,0 0 16,11 2-16,-11-2 16,4 9-1,-1 0-15,1 5 16,0 5-16,-2 0 15,1 2-15,-4 4 16,2-9 15,1-2-31,4-2 0,6-4 16,-2-3 0,1-1-16,3-5 15,0-3-15,1-3 16,1-6-16,-1-2 15,-1-3-15,-2 3 16,-4 2-16,-2 4 16,-3 3-16,-3 6 15,3-8-15,-3 8 16,0 0-16,1-8 16,-1 8-1,0 0-15,0 0 16,-14 19-16,1 2 15,2 8-15,2 7 16,1 3-16,-2 18 31,3-20-31</inkml:trace>
  <inkml:trace contextRef="#ctx0" brushRef="#br0" timeOffset="20650.2">11531 5681 0,'0'0'0,"0"0"0,0 0 0,3 3 0,7 6 16,20 2-16,37 2 16,30-5-1,34-11-15,3 6 16,20 0-16,9 13 15,10-6-15</inkml:trace>
  <inkml:trace contextRef="#ctx0" brushRef="#br0" timeOffset="22967.01">8857 6012 0,'0'0'0,"-3"3"16,3-3-1,-12 6-15,12-6 0,-17 7 16,17-7 0,-14 5-16,14-5 15,0 0-15,0 0 16,-11 6-16,11-6 16</inkml:trace>
  <inkml:trace contextRef="#ctx0" brushRef="#br0" timeOffset="24716.89">12340 5167 0,'0'0'0,"0"0"16,3-2-16,-3 2 15,10-9-15,-10 9 16,13-10-16,-1 2 15,2 1-15,5 1 16,5 0 0,0 1-16,6 2 15,-2 1-15,-2 2 16,2 0-16,-1 2 16,-4 2-16,0 1 15,-3 0-15,1 1 16,0 1-16,-3 0 15,-1-1-15,0 2 16,0 0 0,-2 0-16,-3-1 15,-12-7-15,16 9 16,-16-9-16,12 6 16,-12-6-16,12 1 15,-12-1-15,10-4 16,-10 4-16,7-9 15,-7 9 1,1-10-16,-2 2 0,1 8 16,-2-10-1,2 10-15,0 0 16,-4-8-16,4 8 16,0 0-16,0 0 15,0 0-15,0 0 16,0 0-16,0 0 15,0 0-15,0 0 16,0 0 0,17 13-16,-8-4 15,-3-2-15,-1 1 16,-3 0-16,-1 1 16,-3 3-16,1-2 15</inkml:trace>
  <inkml:trace contextRef="#ctx0" brushRef="#br0" timeOffset="25717.23">13298 5290 0,'0'0'0,"0"0"0,4-2 0,-4 2 15,0 0-15,15-6 16,-15 6-16,22-8 16,-6 2-16,2 0 15,-1 1-15,4 1 16,2 0-16,3 2 15,2 2-15,-1 2 16,-2 0-16,-1 0 16,-4 1-1,0 2-15,0 3 16,-1 0-16,-4-1 16,-2 1-16,-3-3 15,0 1-15,-10-6 16,15 8-16,-15-8 15,9 6-15,-9-6 16,0 0-16,13 6 16,-13-6-16,0 0 15,0 0 1,0 0-16,0 0 16,9 7-16,-9-7 15,0 0-15,0 0 16,0 0-16,0 0 15,0 0-15,0 0 16,-2-7 0,-2 1-16,1-1 15,3 7 1,-3-7 0,3 7-16,0 0 15,0 0-15,0 0 16,0 0-16,0 0 15,0 0-15,0 0 16,0 0-16,-3 9 16,3-9-16,5 8 15,-5-8 1,1 6-16,-1-6 16,0 0-16</inkml:trace>
  <inkml:trace contextRef="#ctx0" brushRef="#br0" timeOffset="26983.2">14069 5449 0,'0'0'0,"-1"-3"0,1 3 16,0 0-16,-5-5 15,5 5-15,0-7 16,0 7-16,4-10 15,-4 10-15,6-13 16,-1 4-16,2 1 16,5-2-16,4 0 15,3 1 1,7 0-16,-2 3 16,-3 3-16,-4 2 15,-3 0-15,1 1 16,-1 1-16,1 0 15,1 2-15,0 0 16,4 2-16,0 0 16,4 1-16,-3-1 15,-4-1 1,-2-1-16,-2 0 16,-1-1-16,1 2 15,-2-1-15,3 1 16,-1 3-16,-2-1 15,1 1-15,-12-7 16,15 9 0,-15-9-16,11 6 0,-11-6 15,0 0 1,0 0-16,12 6 16,-12-6-16,0 0 15,0 0-15,0 0 16,0 0-16,-20-12 15,7 2-15,1 2 16,2 1-16,10 7 16,-14-9-16,14 9 15,0 0 1,0 0-16,-11-7 16,11 7-16,0 0 15,0 0-15,0 0 16,0 0-16,0 0 15,0 0-15,0 0 16,3 13-16,2-4 16,0 3-16,1-2 15,0-1-15,-2-2 16,-1 0 0,-2 1-16,-1-1 15,0-7-15,-1 10 16,1-10-16,-4 9 15,4-9-15,-4 7 16,4-7-16,0 0 16,0 0-16,-6 7 15,6-7-15,0 0 16,0 0 0,0 0-16,0 0 15,0 0-15,0 0 16</inkml:trace>
  <inkml:trace contextRef="#ctx0" brushRef="#br0" timeOffset="28883.37">15031 5134 0,'0'0'0,"0"0"0,0 0 0,0 0 16,-3 1-16,3-1 16,0 0-1,0 0-15,0 0 16,-9 6-16,9-6 15,-5 9-15,0 0 16,-3 9-16,0 12 16,-3 10-16,1 4 15,-2 8-15,1 4 16,0 1-16,3 1 16,3-9-16,1 12 31,5-13-16,2-10-15</inkml:trace>
  <inkml:trace contextRef="#ctx0" brushRef="#br0" timeOffset="30116.63">15160 5431 0,'0'0'0,"0"0"0,0 0 0,0 0 0,0 0 16,0 0-16,0 0 15,0 0-15,0 0 16,0 0-16,0 0 16,0 4-16,0-4 15,2 15-15,-1-2 16,1 3-1,-1 0-15,-1-1 16,1-1-16,0-1 16,0-1-16,2-1 15,1-3-15,1 0 16,1-2-16,-6-6 16,14 9-16,-4-5 15,3-4 1,11-5-16,19-5 15,20-12-15,22-11 16,4-4-16,14-2 16,-26 10-16,-26 9 15,-51 20-15,13-4 16,-13 4-16,0 0 16,0 0-1,10-4-15,-10 4 0,0 0 16,0 0-1,0 0-15,0 0 16,0 0-16,0 0 16,8-7-16,-8 7 15,0 0-15,0 0 16,0 0-16,0 0 16,0 0-16,0 0 15,8-6-15,-8 6 16,0 0-1,0 0-15,0 0 16,0 0-16,0 0 16,0 0-16,0 0 15,0 0-15,0 0 16,0 0-16,0 0 16,0 0-16,0 0 15,0 0-15,0 0 16,0 0-16,0 0 15,0 0 1,0 0-16,0 0 16,0 0-16,0 0 15,0 0-15,0 0 16,0 0-16,0 0 16,0 0-16,0 0 15,0 0-15,0 0 16,0 0-1,0 0-15,0 0 16,0 0-16,0 0 16,0 0-16,0 0 15,0 0-15,0 0 16,0 0-16,0 0 16,0 0-16,0 0 15,2-7-15,-2 7 16</inkml:trace>
  <inkml:trace contextRef="#ctx0" brushRef="#br0" timeOffset="32916.92">14584 6142 0,'0'0'0,"0"0"0,-2-2 16,2 2-16,0 0 15,0 0-15,0 0 16,0 0 0,0 0-16,0 0 15,0 0-15,0 0 16,0 0-16,-1-7 16,13 2-16,3-2 15,2 0-15,-1 1 16,2 3-16,4 2 15,1 2-15,1 3 16,0 1 0,-2 2-16,-1 0 15,-3 2-15,1 1 16,-3 0-16,-1 1 16,-2 1-16,-2 0 15,-2 1-15,-2 0 16,-2-2-16,-2 0 15,0 1-15,-2-1 16,-1 3 0,-1 3-16,-4 2 15,-3 0-15,-4 0 16,-2-1-16,-3 1 16,-3-2-16,1-1 15,-3-1-15,0 0 16,0-3-16,3-1 15,-1-1-15,4-2 16,0-1 0,2 0-16,3-2 15,11-5-15,-12 6 16,12-6-16,0 0 16,0 0-16,-11 5 15,11-5-15,0 0 16,0 0-16,0 0 15,0 0-15,0 0 16,0 0-16,0 0 16,0 0-1,0 0-15,0 0 16,0 0-16,0 0 16,0 0-16,0 0 15,0 0-15,-9 6 16,9-6-16,0 0 15,0 0-15,0 0 16,0 0-16,0 0 16,0 0-1,0 0-15,0 0 16,0 0-16,15 7 16,5-4-16,1-2 15,2 0-15,0 0 16,0-1-16,-2 1 15,0-1-15,-1 0 16,-1-1-16,0 1 16,-3 0-16,1 0 15,0 0 1,0 0-16,-1 0 16,0 0-16,-2 0 15,-2 0-15,0 0 16,-1 0-16,1 0 15,0 0-15,3 0 16,2 1 0,1 0-16,-1 1 15,0 0-15,-2-1 16,-3 2-16,-2-1 16,-10-2-16,17 3 15,-17-3-15,11 3 16,-11-3-16,0 0 15,0 0-15,0 0 16,0 0-16,0 0 16,10-2-1</inkml:trace>
  <inkml:trace contextRef="#ctx0" brushRef="#br0" timeOffset="36799.89">14652 5699 0,'0'0'0,"0"0"0,0-2 16,0 2-16,0 0 15,0 0-15,0 0 16,0 0-16,0 0 16,0 0-1,0 0-15,0 0 16,0 0-16,0 0 15,0 0-15,12-2 16,-1 2-16,4 0 16,3 0-16,5 0 15,2 1-15,2-1 16,2 0-16,-3 1 16,3-1-1,0 2-15,0-1 16,1 0-16,-5 0 15,-2 1-15,-1-1 16,-2 0-16,0 0 16,1-1-16,0 1 15,-1 0-15,2 0 16,-3-1-16,-1 1 16,-1 0-16,-1 0 15,-2 0 1,-3 0-16,-1-1 15,-10 0-15,17 2 16,-17-2-16,14 2 16,-14-2-16,0 0 15,10 2-15,-10-2 16,0 0-16,0 0 16,0 0-1,0 0-15,0 0 16,0 0-16,0 0 15,0 0-15,0 0 16,0 0-16,0 0 16,0 0-16,0 0 15,-27 1-15,-7-1 16,-1 0-16,3 0 16,0 0-1,-2 0-15,1 0 16,3 0-16,0 0 15,1-1-15,0 0 16,-1-2-16,1 1 16,4 1-16,-1-1 15,0 1-15,1 1 16,2 0-16,4 0 16,3 0-1,3 0-15,13 0 16,-17 0-16,17 0 15,0 0-15,-12 0 16,12 0-16,0 0 16,0 0-16,0 0 15,0 0-15,0 0 16,0 0-16,0 0 16,0 0-16,0 0 15,41 4 1,1 1-16,2-2 15,-4 2-15,-1-1 16,0-1-16,-3-1 16,-5 1-16,-2-2 15,-2-1-15,-3 0 16,-4 0-16,-4 0 16,-5 0-1,-11 0-15,14 0 16,-14 0-16,0 0 15,0 0-15,0 0 16,9 0-16,-9 0 16,0 0-16,0 0 15,0 0-15,0 0 16,-34 0-16,-10 0 16,3 0-16,4 0 15,-2-1 1,-4-1-16,-2 0 15,1 0-15,5 0 16,1 1-16,0 0 16,0-1-16,4 0 15,4 2-15,3 0 16,4 1-16,5-1 16,4 0-16,14 0 15,-16 0-15,16 0 16,0 0-1,0 0-15,-10 1 16,10-1-16,0 0 16,0 0-16,38-3 15,6-1-15,1 1 16,-5 0-16,0 1 16,1 2-16,-5 1 15,-6 0 1,-7 1-16,-7-1 15,-4 0-15,-12-1 16,14 1-16,-14-1 16,0 0-16,0 0 15,10 3-15,-10-3 16,0 0-16,0 0 16,0 0-16,0 0 15,-25 9 1,-11-5-16,7-4 15,10-3-15,19 3 16,-10-2 0</inkml:trace>
  <inkml:trace contextRef="#ctx0" brushRef="#br0" timeOffset="38783.33">14779 5805 0,'0'0'0,"0"0"0,0 0 0,0 0 0,0 0 15,0 0 1,2-2-16,-2 2 15,0 0-15,0 0 16,0 0-16,0 0 16,0 0-16,0 0 15,0 0-15,0 0 16,0 0-16,3-7 16,-3 7-16,-22-8 15,2 2 1,-2-1-16,0 0 15,-2-2-15,-6 0 16,-5 1-16,2 3 16,2 2-16,-1 1 15,-4 2-15,-5 0 16,0 1-16,-2 3 16,0 0-16,2 2 15,0-1-15,10-1 16,-2 0-1,2-1-15,1 1 16,-1-1-16,0 1 16,-4 6-16,5-1 15,3 5-15,-1-2 16,4 0-16,-3-1 16,4-1-16,3 0 15,0-1 1,0 0-16,7-3 15,-4 2-15,4-1 16,-4-1-16,-2 0 16,1 0-16,-3 2 15,4 1-15,0 1 16,4-2-16,-1 0 16,-1-1-16,-1 2 15,-2 1-15,0 2 16,-1 3-1,3-2-15,1-3 16,3 0-16,-4 1 16,1 2-16,-4 1 15,1 2-15,3-4 16,-2 3-16,1 1 16,2-2 15,3-2-31,4-4 15,3-1-15,4-7 16,-6 9-16,6-9 16,-4 8-16,4-8 15,-5 7-15,5-7 16,0 0-16,0 0 16,-4 8-16,4-8 15,0 0-15,0 0 16,0 7-16,0-7 15,0 0 1,-1 6-16,1-6 16,0 0-16,0 8 15,0-8-15,4 10 16,-4-10-16,3 7 16,-3-7-16,0 0 15,3 7-15,-3-7 16,7 8-1,-7-8-15,11 8 16,-3-1-16,2 0 16,3 3-16,6 0 15,9-7-15,4-2 16,-3-4-16,-4-3 16,-7 3-16,3 0 15,13-3-15,5 0 16,0 2-1,-11 2-15,-7 1 16,3 0-16,10 1 16,6-1-16,-2 0 15,-10 1-15,-9 0 16,-4 0-16,4 0 16,4 0-16,9 0 15,3 0-15,-6 0 16,-5 0-1,-7 0-15,5 0 16,2 0-16,-1 0 16,-5 0-16,-7 0 15,-11 0-15,17 0 16,-5 0-16,3 0 16,0 0-16,-15 0 15,15 0-15,-15 0 16,0 0-1,12 0-15,-12 0 16,0 0-16,0 0 16,0 0-16,0 0 15,0 0-15,0 0 16,0 0-16,0 0 16,-19-5-16,2-1 15,-1 0-15,1 1 16,2 0-16,1 0 15,0 0 1,2-1-16,12 6 16,-15-9-16,15 9 15,-12-5-15,12 5 16,0 0-16,-9-5 16,9 5-16,0 0 15,0 0-15,0 0 16,0 0-16,0 0 15,0 0-15,0 0 16,0 0 0,0 0-16,14-3 15,10 6-15,10 2 16,4 0-16,2 1 16,-5 0-16,-6 7 15,-8 0-15,-3 3 16,-9-4-16,-5-4 15,-7 2-15,-21 9 16,-57 27 0</inkml:trace>
  <inkml:trace contextRef="#ctx0" brushRef="#br0" timeOffset="42416.98">14554 6754 0,'0'0'0,"0"0"0,0 0 0,0 0 15,0 0 1,0 0-16,0 0 16,0 0-16,3 0 15,-3 0-15,0 0 16,0 0-16,0 0 15,0 0-15,-18 10 16,1 0-16,-4 1 16,-7 5-16,-2 5 15,-1 1 1,4 1-16,3-2 16,3 1-16,2-2 31,1-1-31,5-6 15,3-2-15,1-2 16,2-3-16,7-6 16,-6 7-1,6-7-15,0 0 0,0 0 16,0 0-16,0 0 16,0 0-1,0 0-15,0 0 16,-3-9-16,1 2 15,0-3-15,-2-1 16,1 2-16,0 0 16,1 2-16,2 7 15,-4-10-15,4 10 16,0 0 0,-1-7-16,1 7 15,0 0-15,0 0 16,0 0-16,0 0 15,0 0-15,-12 5 16,3 5-16,-1 4 16,4-1-16,6-2 15,3-1-15,3-2 16,1 0 0,5 0-16,10-6 15,3 1-15,-1-6 16,-2-1-16,-7-3 15,-2 4-15,-2-1 16,-1-1-16,-10 5 16</inkml:trace>
  <inkml:trace contextRef="#ctx0" brushRef="#br0" timeOffset="43485.65">14008 7199 0,'0'0'0,"0"0"0,0 0 15,0 0-15,0 0 16,0 0 0,0 0-16,3 2 15,-3-2-15,0 0 16,1 10-16,-2-2 15,0 4-15,-1 5 16,1 0-16,-1 2 16,1 0-16,-5-1 15,1 2-15,-2-2 16,1-3-16,1 0 31,2-5-15,3-4-16</inkml:trace>
  <inkml:trace contextRef="#ctx0" brushRef="#br0" timeOffset="44919.05">14624 6950 0,'0'0'0,"0"0"0,0 0 0,0 0 15,0 1-15,0-1 16,0 0-16,12 14 16,0-2-16,4 1 15,3-1-15,-1 1 16,3-1-16,-3-1 16,0 0-1,1 0-15,-1 0 0,-1 0 16,0-1-1,-3-2-15,-1 1 16,0 0-16,1 0 16,2 2-16,-1 0 15,0 0-15,-3-2 16,-2-3-16,-10-6 16,12 8-16,-12-8 15,0 0-15,0 0 16,0 0-1,0 0-15,0 0 16,-13-18-16,-4 0 16,4 4-16,4 4 15,9 10-15,-8-9 16,8 9-16,0 0 16,-7-8-16,7 8 15,0 0 1,0 0-16,0 0 15,0 0-15,0 0 16,10 15-16,2-1 16,1 1-16,-1-3 15,-2-1-15,-2-2 16,-3-2-16,-1 1 16,-3-2-16,0 1 15,-1 0-15,-2 0 16,-4 0-1,-1 0-15,-2 0 16,9-7-16,-14 7 16</inkml:trace>
  <inkml:trace contextRef="#ctx0" brushRef="#br0" timeOffset="45799.99">15106 7331 0,'0'0'0,"0"0"15,0 0-15,0 0 16,0 0-16,3-1 16,-3 1-16,10-2 15,-10 2 1,19-3-16,-7 2 15,2 0-15,0 2 16,1 0-16,-4 1 16,-1-1-16,-10-1 15,14 3-15,-14-3 16,0 0-16,12 10 16,-9-3-16,-2 4 15,-2 0-15,-4 2 16,-6 1-1,-1-1-15,-2-1 16,1-1-16,0-3 16,1-1-16,2-3 15,10-4-15,-13 4 16,13-4-16,0 0 16,0 0-16,-10 2 15,10-2 1,0 0-16,0 0 15,0 0-15,0 0 16,0 0-16,0 0 16,0 0-16,0 0 15,0 0-15,0 0 16,0 0-16,0 0 16,0 0-16,0 0 15,0 0-15,0 0 16,0 0-1,0 0-15,0 0 16,0 0-16,0 0 16,0 0-16,0 0 15,0 0-15,0 0 16,0 0-16,0 0 16,0 0-16,0 0 15,0 0-15,0 0 16,0 0-1,0 0-15,25 1 16,34-3-16,18-5 16,9-6-16,8-9 15,343-88-15</inkml:trace>
  <inkml:trace contextRef="#ctx0" brushRef="#br0" timeOffset="47717.22">13820 7520 0,'0'0'0,"6"-3"0,-6 3 0,0 0 16,29-7-16,2 2 16,3 5-16,4-1 15,1 3-15,-1-2 16,-2 1-16,0-1 15,-4 0-15,-2 2 16,0 0-16,-4 2 16,-4-1-1,-3 0-15,-1 0 16,1 0-16,6 2 16,3 0-16,0 1 15,0 0-15,-4-2 16,2 2-16,1-2 15,1 1 1,3 0-16,1-4 0,-4-1 16,1-1-1,-1 0-15,0 0 16,2 1-16,4 2 16,-3-2-16,0 1 15,0 0-15,2 3 16,-1 0-16,0 0 15,-4-1-15,-4 0 16,-1 1 0,3-1-16,0 1 15,-1-1-15,1 0 16,-1 0-16,1 0 16,-4 0-16,-4-1 15,-2-1-15,-1 1 16,0 0-16,-1-1 15,-5 0-15,-9-1 16,16 2-16,-16-2 16,0 0-1,12 1-15,-12-1 16,0 0-16</inkml:trace>
  <inkml:trace contextRef="#ctx0" brushRef="#br0" timeOffset="48766.05">14053 7585 0,'0'0'0,"-3"-1"0,3 1 0,0 0 0,-13-6 0,-1 3 15,-6 3 1,-5 3-16,3-1 16,-1 0-16,-1-1 15,-6 1-15,0-1 16,-3 1-16,3 2 15,3 3-15,2 0 16,-8 3-16,2 2 16,2-1-1,3-1-15,11 0 16,2 1-16,6 0 16,3 1-16,2 1 15,3 0-15,4 1 16,11 5-16,8 2 15,5 2-15,1-3 16,3 0-16,11 0 16,2-3-1,2-1-15,-4-4 16,-1 2-16,5 0 16,-1-1-16,-4-2 15,-5-3-15,-8-5 16,-5-2-16,0-1 15,-3 0-15,-3-1 16,-6 1-16,-13 0 16,15 0-16,-15 0 15,0 0 1,10 0-16,-10 0 16,0 0-16,0 0 15,0 0-15,0 0 16,0 0-16,0 0 15,0 0 1,-17-9-16,-6 1 16,-3-1-16,2-1 0,4 1 15,8 4 1,12 5-16,-11-6 16,11 6-16,0 0 15,0 0-15,-10-4 16,10 4-16,0 0 15,0 0-15,21 11 16,-1-2-16,-5-3 16,-3 0-16,-1-2 15,1 2-15,-3 0 16,0 3 0,-2 0-16,-7-9 15,0 13-15,-13-2 16,-8 4-16,-1-1 15</inkml:trace>
  <inkml:trace contextRef="#ctx0" brushRef="#br0" timeOffset="49449.35">14451 7949 0,'2'0'0,"-2"0"0,19-2 15,0-3-15,-1 0 16,-2 1-16,-2 0 15,-2 2-15,1 1 16,-2 0 0,-1 1-16,-10 0 0,17 5 15,-17-5 1,16 13-16,-8-2 16,-3-1-16,-4 0 15,-5 2-15,-6 0 16,-4 3-16,-6 0 15,0-3-15,2-2 32,3-4-32,4-1 15,11-5-15,-11 5 16,11-5 0,0 0-16,0 0 15,11 10-15,10 0 16,8 0-16,-1-2 15,-4-2-15,-2 0 16,2 1-16,-3 5 16,-5 2-16,-5-2 15,-3-1 1,-4 0-16,-4 1 16,-4 2-16,-4 0 15,-3 1-15,-3-4 16,-12-2-16,-8 0 15,-4-3-15,2-2 16,8-4-16,8-1 16,-3-4-16,-7-4 15,-2-3-15,-23-9 16</inkml:trace>
  <inkml:trace contextRef="#ctx0" brushRef="#br0" timeOffset="59749.99">4806 8199 0,'0'0'0,"0"0"0,0 2 0,0-2 15,0 0-15,0 0 32,0 0-32,0 0 15,0 0-15,0 0 16,-2 6 0,2-6-16,0 0 15,11 4-15,-11-4 16,15 3-16,-15-3 15,19 4-15,-8-2 16,0-1-16,1 1 16,2 0-16,0-1 15,1 1-15,2-1 16,2 1 0,1 0-16,3-1 0,1 1 15,0 0 1,2-2-16,1 0 15,1-1-15,-1 1 16,1 0-16,1 0 16,-1-1-16,1-1 15,-1 1-15,3-2 16,-2 2-16,1-1 16,0 0-1,-2 0-15,0 1 16,1 0-16,-2-1 15,1 0-15,0 1 16,-3 1-16,1 0 16,-1 0-16,2 0 15,-3 0-15,1 1 16,-2 0-16,-1 0 16,-2 0-16,2 0 15,-1-1 1,0 1-16,2 0 15,-2 1-15,0-1 16,0 1-16,-1-1 16,1 1-16,1 0 15,0-1-15,1 1 16,-1 0-16,1-1 16,0 1-1,-2-2-15,2 0 16,0-1-16,1-1 15,0-2-15,0 1 16,-2 1-16,0-1 16,-1 0-16,1 1 15,1 0-15,-2-1 16,2 1-16,0-1 16,-2 1-1,2 1-15,-3 1 0,-1 1 16,-1 1-1,-2-2-15,0 1 16,0 1-16,1-2 16,-1 0-16,-1 1 15,0 1-15,1 1 16,-1-1-16,1 1 16,-3-1-16,2 0 15,-1 1 1,0-1-16,0 1 15,3-2-15,-3 0 16,2-1-16,2-1 16,-2 1-16,0 0 15,0 0-15,0-1 16,-1 0-16,-1-1 16,0 1-16,2-2 15,0 0 1,-1-1-16,2 2 15,-3-2-15,1 1 16,-2 0-16,0-1 16,0 1-16,-1 0 15,2 1-15,-2 0 16,1 0-16,2 1 16,1-1-16,0 0 15,2 1 1,3-1-16</inkml:trace>
  <inkml:trace contextRef="#ctx0" brushRef="#br0" timeOffset="70732.52">10779 6031 0,'0'0'0,"0"-2"0,0 2 0,0 0 15,0 0-15,0 0 16,0 0-16,0 0 15,0 0-15,0 0 16,0 0 0,0 0-16,0 0 15,0 0-15,0 0 16,0 0-16,-10 13 16,6 1-16,0 4 15,2 1-15,0-3 16,1-2-16,1 1 15,0-4-15,0 0 16,1-1-16,0 0 16,0 0-1,0 0-15,1 0 16,0 0-16,0 0 16,1 2-16,0 1 15,1-1-15,0 1 16,0-2-16,-1-2 15,0 1-15,1 2 16,0-2-16,1 2 16,0 0-1,1 0-15,-2-2 16,3 0-16,0 0 16,-1 1-16,1 1 15,0 0-15,-1-2 16,0-1-16,1-1 15,-1 0 1,1-1-16,1 2 16,1 0-16,1 0 15,0 1-15,1-1 16,0 0-16,2-2 16,-1 0-16,0 0 15,2 0-15,-1-1 16,-1 1-16,-2-1 15,1-2-15,1 2 16,1-2 0,-1 1-16,-2-1 15,1-1-15,-1 0 16,1 1-16,0-1 16,2 0-16,1 0 15,0 1-15,0 0 16,0-2-16,0 3 15,1-1-15,3 0 16,-1 0-16,2 0 16,1 1-1,0 0-15,1 0 16,0-1-16,0 2 16,-1-2-16,-1 0 15,1-2-15,1-1 16,1-1-16,-2 0 15,-1 0-15,-4 0 16,-2 0-16,-3 0 16,-10 0-1,14 0-15,-14 0 16,0 0-16,11 0 16,-11 0-16,0 0 15,0 0-15,0 0 16</inkml:trace>
  <inkml:trace contextRef="#ctx0" brushRef="#br0" timeOffset="72483.82">10527 6820 0,'0'0'0,"0"0"0,0 0 16,0 0-16,2 2 16,-2-2-16,0 0 15,17 1-15,-6-1 16,7 0-16,3 0 15,4 0-15,2 0 16,1 0 0,0-1-16,1-1 0,-1 1 15,1-2 1,-1 2-16,2-1 16,-3 0-16,0 1 15,-2 0-15,0 0 16,0 1-16,-1-1 15,0 0-15,-2 0 16,1 0-16,-1 0 16,-3 0-16,-1 1 15,1 1-15,2 0 16,-1 1 0,-1-1-16,-3 0 15,0 1-15,2-1 16,1 1-16,0 0 15,-3-2-15,1 1 16,2 0-16,1 0 16,1 0-16,0 0 15,2-1 1,2 1-16,1 0 16,1 0-16,2 0 15,-1 0-15,2-1 16,-1-1-16,2-1 15,-2 1-15,0 0 16,-2 0-16,2 0 16,2-1-16,-2 1 15,0 1 1,-5-1-16,0 0 16,-1-1-16,-3 1 15,-3-1-15,-4 2 16,-13 0-16,14-2 15,-14 2-15,0 0 16,10 0-16,-10 0 16,0 0-16,0 0 15,0 0 1,0 0-16,0 0 16,5-7-16,-5 7 15,-5-9-15,5 9 16,-8-12-16,8 12 15,-8-11-15,8 11 16,-6-9-16,6 9 16,-5-6-16,5 6 15,0 0-15,-6-8 16,6 8 0,0 0-16,0 0 15,0 0-15,0 0 16,0 0-16,0 0 15,0 0-15,0 0 16,0 0-16,0 0 16,0 0-16,0 0 15,0 0-15,0 0 16,0 0 0,0 0-16,0 0 15,0 0-15,0 0 16,0 0-16,0 0 15,0 0-15,0 0 16,0 0-16,0 0 16,0 0-16,0 0 15,0 0 1,0 0-16,0 0 16,0 0-16,0 0 15,10-4-15,13 8 16,3 4-16,-4 0 15,-4 0-15,-5-1 16,-5 0 0,-5 7-1,-9 5-15,-14 12 16,-16 0 0,-17 2-16,-2-9 15,8-13-15</inkml:trace>
  <inkml:trace contextRef="#ctx0" brushRef="#br0" timeOffset="73682.48">10521 6840 0,'0'0'0,"0"0"15,0-4-15,0-7 16,0-6-16,1-5 16,-1-5-16,1-2 15,0-2 1,-1 0-16,2 2 0,0-5 16,1-2-1,1-1-15,-1-1 16,0 1-16,0 4 15,0 0-15,0 4 16,-2 0-16,2 3 16,-1 0-16,0 1 15,-1 4-15,1 4 16,-1 0-16,-1 3 16,2-1-1,-2 0-15,0 3 16,0-1-16,-2 2 15,0-2-15,1 1 16,-1-2-16,2-2 16,-1-3-16,2 2 15,-1-2-15,2-2 16,-1 0-16,1-5 16,0 1-1,-1 1-15,1 1 16,-1 4-16,0 2 15,-1 0-15,0-1 16,0 2-16,-2 1 16,-1-2-16,-1 1 15,0 0-15,-1 0 16,2 4 0,-1 1-16,1 2 15,0 2-15,3 7 16,-6-11-16,6 11 15,0 0-15,-4-7 16,4 7-16,0 0 16,0 0-16,0 0 15,-17 9-15,0 9 16,-6 9-16,3 2 16,5-4-1,4-4-15,3-1 16,3-5-16,0-3 15,2-3-15,3-9 16,-4 10-16,4-10 16,0 0-16,0 0 15,0 0-15,17-7 16,12-17-16,4-6 16,-2 0-1,-3 4-15,-5 4 16,-5 5-16,-1 4 15,-1 5-15,1 4 16,5 5-16,5 11 16,4 4-16</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6:41.497"/>
    </inkml:context>
    <inkml:brush xml:id="br0">
      <inkml:brushProperty name="width" value="0.05292" units="cm"/>
      <inkml:brushProperty name="height" value="0.05292" units="cm"/>
      <inkml:brushProperty name="color" value="#FF0000"/>
    </inkml:brush>
  </inkml:definitions>
  <inkml:trace contextRef="#ctx0" brushRef="#br0">5581 1973 0,'0'0'0,"0"0"0,0 0 0,0 0 16,0 2-16</inkml:trace>
  <inkml:trace contextRef="#ctx0" brushRef="#br0" timeOffset="3816.12">5181 6067 0,'0'0'0,"0"0"16,0 0-16,0 0 16</inkml:trace>
  <inkml:trace contextRef="#ctx0" brushRef="#br0" timeOffset="7100.14">8415 5997 0,'0'0'0,"0"0"0,0 0 15,0 0-15,0 1 16,0-1-16</inkml:trace>
  <inkml:trace contextRef="#ctx0" brushRef="#br0" timeOffset="13900.35">10147 7402 0,'0'0'0,"0"0"0,0 0 15,0 0-15,3 2 16,-3-2-16,0 0 16,0 0-16,0 0 15,0 0 1</inkml:trace>
  <inkml:trace contextRef="#ctx0" brushRef="#br0" timeOffset="14884.94">8073 2614 0,'0'0'0,"0"0"0,0 0 15,0 0-15,0 0 16,0 2-16,0-2 16,0 0-16,0 0 15,0 0-15,0 0 16</inkml:trace>
  <inkml:trace contextRef="#ctx0" brushRef="#br0" timeOffset="18133.34">10115 7370 0,'0'0'0,"0"0"0,0 0 15,0 0-15,0 0 16,0 0-16,0 0 16,0 0-16,0 0 15,0 0-15,0 0 16,0 0-16,0 0 16,3 4-1</inkml:trace>
  <inkml:trace contextRef="#ctx0" brushRef="#br0" timeOffset="23399.38">3267 5559 0,'0'0'0,"0"0"0,0 0 0,0 0 16,0 0-16,4 0 16,-4 0-16,0 0 15,14 0-15,17 0 16,36-1-16,30-6 15</inkml:trace>
  <inkml:trace contextRef="#ctx0" brushRef="#br0" timeOffset="26633.44">3548 5583 0,'0'0'0,"0"0"0,0 0 0,0 0 16,0 0-1,0 0-15</inkml:trace>
  <inkml:trace contextRef="#ctx0" brushRef="#br0" timeOffset="27117.37">3321 4219 0,'0'0'0,"0"0"0,0 0 0,-2-1 0,2 1 15,0 0-15,0 0 16,0 0-16,0 0 16</inkml:trace>
  <inkml:trace contextRef="#ctx0" brushRef="#br0" timeOffset="30066.09">3197 4354 0,'0'0'0,"-2"-2"0,2 2 0,0 0 16,-13-6-16,13 6 15,0 0 1,0 0-16,0 0 16,-2-7-16</inkml:trace>
  <inkml:trace contextRef="#ctx0" brushRef="#br0" timeOffset="31866.01">2266 2632 0,'0'0'0,"0"0"0,0 0 15,-3-1-15,3 1 16,0 0-16,0 0 15,0 0-15,0 0 16,0 0 0,0 0-16,-14 4 15,-8 15-15,-18 23 16,2 2-16,9-7 16,3-3-16,1-1 15,-3 3-15,3-3 16,2-2-16,4-6 15,3-5-15,2-1 16,4-5 0,-1 0-16,0 1 15,-1 1-15,2 0 16,1 1-16,2 2 16,1 1-16,1 1 15,2 2-15,3-2 16,3 0-16,1 2 15,4 3-15,0-1 16,4 1-16,2 0 16,1-1-1,2-2-15,2 0 16,-2-3-16,1-1 16,1 3-16,3 2 15,-3-3-15,1 0 16,-3-2-16,-1-1 15,2 2-15,-1-3 16,-2-2-16,2-1 16,-2-3-1,-1 0-15,1-2 16,-2-1-16,-2-1 16,0-1-16,-1 1 15,-10-7-15,17 12 16,-17-12-16,8 6 15,-8-6-15,0 0 16,0 0 0,0 0-16,0 0 15,0 0-15,0 0 16,0 0-16,0 0 16,0 0-16,0 0 15,0 0-15,0 0 16,-22 6-16,-6-4 15,0 2-15,5-1 16,5-2-16,3 1 16,0-1-16,0 1 15,1-2 1,-2-3-16,1-3 16,3 1-16,1 0 15,11 5-15,-13-6 16,13 6-16,0 0 15,0 0-15,0 0 16,-9-6-16,9 6 16,0 0-16,0 0 15,26-4 1,1 5-16,10 0 16,10 2-16,-3-21 15</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7:40.981"/>
    </inkml:context>
    <inkml:brush xml:id="br0">
      <inkml:brushProperty name="width" value="0.05292" units="cm"/>
      <inkml:brushProperty name="height" value="0.05292" units="cm"/>
      <inkml:brushProperty name="color" value="#FF0000"/>
    </inkml:brush>
  </inkml:definitions>
  <inkml:trace contextRef="#ctx0" brushRef="#br0">10376 4382 0,'0'0'0,"0"0"0,0 0 0,0 0 15,0 0-15,0 0 16,0 0-16</inkml:trace>
  <inkml:trace contextRef="#ctx0" brushRef="#br0" timeOffset="747.93">10586 5033 0,'0'0'0,"0"0"16,0 0-16,1-2 16</inkml:trace>
  <inkml:trace contextRef="#ctx0" brushRef="#br0" timeOffset="1565.02">10768 5644 0,'0'0'0,"0"0"0,0 0 0,0 0 15,-1-1-15</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7:49.797"/>
    </inkml:context>
    <inkml:brush xml:id="br0">
      <inkml:brushProperty name="width" value="0.05292" units="cm"/>
      <inkml:brushProperty name="height" value="0.05292" units="cm"/>
      <inkml:brushProperty name="color" value="#FF0000"/>
    </inkml:brush>
  </inkml:definitions>
  <inkml:trace contextRef="#ctx0" brushRef="#br0">9541 2606 0,'0'0'0,"0"-2"0,0 2 0,0 0 16,0 0-16,0 0 15,0 0-15,0 0 16</inkml:trace>
  <inkml:trace contextRef="#ctx0" brushRef="#br0" timeOffset="11648.63">5623 4699 0,'0'0'0,"0"-1"0,0 1 16,0 0-16,0 0 16,0 0-16,1-7 15,-1 7 1,18-8-16,7 6 15,8 2-15,8 1 16,3 0-16</inkml:trace>
  <inkml:trace contextRef="#ctx0" brushRef="#br0" timeOffset="16149.06">11038 6173 0,'0'0'0,"0"0"16,0 0-16</inkml:trace>
  <inkml:trace contextRef="#ctx0" brushRef="#br0" timeOffset="17482.37">10627 6195 0,'0'0'0,"0"0"0,0 0 0,0 0 15,0 0 1,0 0-16,0 0 16,0 0-16,7 2 15,4 0-15,13 2 16,10 0-16,11-3 15,5-2-15,5-1 16,5-1-16,2-1 16,0-1-16,5 1 15,2 0 1,5-1-16,-1 0 16,3 0-16,-3 0 15,-3 1-15,2 0 16,-7 1-16,3-1 15,-2 3-15,-11 1 16,-8 1-16,-4-1 16,-9 0-16,-3 0 15,-1 0 1,-5 0-16,-5 0 16,-7 0-16,-13 0 15,13 0-15,-13 0 16,0 0-16,0 0 15,0 0-15,0 0 16,0 0-16,0 0 16,-13-11-1,-12 3-15,-4 0 0,1 1 16,5 1 0,3 1-16,-5-1 15,-3 0-15,-1-1 16,6 2-16,4 1 15,2 1-15,1 0 16,1-2-16,5 2 16,10 3-1,-13-6-15,13 6 16,0 0-16,0 0 16,-11-3-16,11 3 15,0 0-15,0 0 16,13-3-16,8 5 15,10 5-15,-2 1 16,2 4-16,-3 0 16,-6-2-16,-4-1 15,-8-2-15,-4 3 32,-7 6-17,-12 12-15,-14 11 16,-6 0-16,-5 1 15</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8:33.464"/>
    </inkml:context>
    <inkml:brush xml:id="br0">
      <inkml:brushProperty name="width" value="0.05292" units="cm"/>
      <inkml:brushProperty name="height" value="0.05292" units="cm"/>
      <inkml:brushProperty name="color" value="#FF0000"/>
    </inkml:brush>
  </inkml:definitions>
  <inkml:trace contextRef="#ctx0" brushRef="#br0">8811 7097 0,'0'0'0,"0"0"0,0 0 16,0 0-16,0 0 15,0 3-15,0-3 16,0 0-16,0 0 16,4 9-16,0-2 15,0 1-15,0 0 16,1 0-1,1 0-15,1 0 16,-1-1-16,3 0 16,4-4-16,9-4 15,11-9-15,16-10 16,8-12-16,2-1 16,-3-1-16,-2 2 15,-8 4 1,-5 5-16,-5 1 15,-6 4-15,-3 4 16,-1 4-16,-2 3 16,0 4-16</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8:38.495"/>
    </inkml:context>
    <inkml:brush xml:id="br0">
      <inkml:brushProperty name="width" value="0.05292" units="cm"/>
      <inkml:brushProperty name="height" value="0.05292" units="cm"/>
      <inkml:brushProperty name="color" value="#FF0000"/>
    </inkml:brush>
  </inkml:definitions>
  <inkml:trace contextRef="#ctx0" brushRef="#br0">2518 2979 0,'0'0'0,"0"0"16,0 0-16,0 0 0,0 0 16,2 7-1,6 16-15</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49:31.461"/>
    </inkml:context>
    <inkml:brush xml:id="br0">
      <inkml:brushProperty name="width" value="0.05292" units="cm"/>
      <inkml:brushProperty name="height" value="0.05292" units="cm"/>
      <inkml:brushProperty name="color" value="#FF0000"/>
    </inkml:brush>
  </inkml:definitions>
  <inkml:trace contextRef="#ctx0" brushRef="#br0">7891 3287 0,'0'0'0,"0"0"0,0 0 0,0 0 15,0 0-15,0 0 16,0 0-16,0 0 16,0 0-16,0 0 15,0 0 1,0 0-16,0 0 16,0 0-16,0 0 15,0 0-15,0 0 16,0 0-16,0 0 15,0 2-15,0-2 16,0 0-16,0 0 16,0 0-16,0 0 15,0 0-15,0 0 16,0 0 0,0 0-16,0 0 15,0 0-15,0 0 16,0 0-16,0 0 15,0 0-15,0 0 16,0 0-16,0 0 16,0 0-16,0 0 15,0 0-15,0 0 16,0 6-16,0-6 16,0 0-16,0 0 15,0 0 1,0 0-16,0 0 15,0 0-15,0 0 16,0 0-16,0 0 16,0 0-16,0 0 15,0 0-15,0 0 16</inkml:trace>
  <inkml:trace contextRef="#ctx0" brushRef="#br0" timeOffset="617.02">6462 3803 0,'0'0'0,"0"0"0,0 0 15,0 0-15,0 0 16,0 0-16,0 0 15,0 0-15,0 0 16,0 0-16,3 0 16,-3 0-16</inkml:trace>
  <inkml:trace contextRef="#ctx0" brushRef="#br0" timeOffset="3384.77">9925 3003 0,'0'0'15,"0"0"-15,0 0 16,0 0-16,0 0 16,0 0-16,0 0 15,0 0-15,0 0 16</inkml:trace>
  <inkml:trace contextRef="#ctx0" brushRef="#br0" timeOffset="4883.83">9703 4157 0,'0'0'0,"0"0"0,0 0 16</inkml:trace>
  <inkml:trace contextRef="#ctx0" brushRef="#br0" timeOffset="10166.53">11315 4671 0,'0'0'0,"0"0"0,0 0 16,0 0-16,0 0 15,0 0-15</inkml:trace>
  <inkml:trace contextRef="#ctx0" brushRef="#br0" timeOffset="13867.59">7877 3652 0,'0'0'0,"0"0"16,0 0-16,0 0 16,0 0-16</inkml:trace>
  <inkml:trace contextRef="#ctx0" brushRef="#br0" timeOffset="16849.97">7830 3747 0,'0'0'0,"0"0"0,0 0 16,0 0-16,0 0 16</inkml:trace>
  <inkml:trace contextRef="#ctx0" brushRef="#br0" timeOffset="17549.56">9680 4293 0,'0'0'0,"0"0"16,0 0-16,0 0 16,0 0-16,0 0 15,4 3 1</inkml:trace>
  <inkml:trace contextRef="#ctx0" brushRef="#br0" timeOffset="18133.16">10694 4754 0,'0'0'0,"0"0"0,0 0 15,0 0-15,0 0 16,6 2-16</inkml:trace>
  <inkml:trace contextRef="#ctx0" brushRef="#br0" timeOffset="19682.93">8022 3279 0,'0'0'0,"0"0"16</inkml:trace>
  <inkml:trace contextRef="#ctx0" brushRef="#br0" timeOffset="38733.51">7869 3630 0,'0'0'0,"0"0"0,0 0 16,0 0-16,0 0 15,0 0-15,0 0 16,0 0-16,0 0 16,0 0-16,3 2 15</inkml:trace>
  <inkml:trace contextRef="#ctx0" brushRef="#br0" timeOffset="39182.66">9099 4041 0,'0'0'0,"0"0"0,0 0 0,0 0 0,1 2 0,1 8 16</inkml:trace>
  <inkml:trace contextRef="#ctx0" brushRef="#br0" timeOffset="39716.72">10480 4555 0,'0'0'0,"0"0"0,0 0 0,0 0 0,0 0 15,3-1 1,-3 1-16</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50:46.177"/>
    </inkml:context>
    <inkml:brush xml:id="br0">
      <inkml:brushProperty name="width" value="0.05292" units="cm"/>
      <inkml:brushProperty name="height" value="0.05292" units="cm"/>
      <inkml:brushProperty name="color" value="#FF0000"/>
    </inkml:brush>
  </inkml:definitions>
  <inkml:trace contextRef="#ctx0" brushRef="#br0">9722 1961 0,'0'0'0,"0"0"0,0 0 16</inkml:trace>
  <inkml:trace contextRef="#ctx0" brushRef="#br0" timeOffset="51215.97">7204 7075 0,'0'0'0,"0"0"0,0 0 0,-5 0 16,5 0 0,0 0-16,0 0 15,0 0-15,0 0 16,0 0-16,0 0 16,0 0-16,0 0 15,0 0-15,0 0 16,8-7-16,4 6 15,4 0-15,0 2 16,0 0-16,0 1 16,1 2-16,1 0 15,1 1 1,-1 0-16,-1-1 16,-2 0-16,-2 0 15,0-1-15,0 0 16,-1-1-16,0 0 15,0-1-15,-2 0 16,0 0 0,0 0-16,-10-1 15,19 1-15,-10 0 16,2 0-16,0 0 16,0 0-16,2-1 15,3-1-15,1-1 16</inkml:trace>
  <inkml:trace contextRef="#ctx0" brushRef="#br0" timeOffset="52915.57">8629 6986 0,'0'0'0,"0"0"0,0 0 16,0 0-16,3 1 15,-3-1-15,0 0 16,0 0 0,0 0-16,17 3 15,-4-2-15,7-1 16,2 1-16,1 1 15,3-1-15,1 3 16,1 0-16,2 0 16,-2 0-1,0 0-15,2 0 16,0 0-16,0 0 16,4 0-16,0-3 15,-2-2-15,-4-2 16,2-2-16,0-3 15,2-1-15,0-3 16,-2 0-16,-1-4 16,1 0-16,1 0 15,-3 7-15</inkml:trace>
  <inkml:trace contextRef="#ctx0" brushRef="#br0" timeOffset="57950.6">6691 7970 0,'0'0'0,"0"0"0,0 0 16,0 0-16,0 0 15,0 0-15,0 0 16,0 0-16,2 3 15,-2-3-15,13 12 16,-4-3-16,0 0 16,4 2-1,1-1-15,0-2 16,-1-1-16,-1-2 16,-12-5-16,17 6 15,-17-6-15,15 2 16,-15-2-16,12-1 15,-12 1 1,18-8-16,-6-5 16,1-7-16,3-7 15,1-4-15,-3 2 16,-1 1-16,-1 3 16,-2 2-16,0 3 15,1 1-15</inkml:trace>
</inkml:ink>
</file>

<file path=ppt/ink/ink4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52:14.727"/>
    </inkml:context>
    <inkml:brush xml:id="br0">
      <inkml:brushProperty name="width" value="0.05292" units="cm"/>
      <inkml:brushProperty name="height" value="0.05292" units="cm"/>
      <inkml:brushProperty name="color" value="#FF0000"/>
    </inkml:brush>
  </inkml:definitions>
  <inkml:trace contextRef="#ctx0" brushRef="#br0">10039 2234 0,'0'0'0,"0"0"0,0 0 15,0 0-15,0 0 16,5 1-16,-5-1 16,26 5-16,-4-1 15,6 0-15,7 3 16,1-3-16,-1 0 15,0-2-15,0 1 16,1-1 0,1 1-16,-3-3 15,-3 0-15,0 0 16,4-1-16,2-1 16</inkml:trace>
  <inkml:trace contextRef="#ctx0" brushRef="#br0" timeOffset="15415.04">7144 5051 0,'0'0'0,"0"0"0,0 0 15,0 0-15,0 0 16,0 0-16,0 0 15,-1 2-15,1-2 16,0 0-16,0 0 16,0 0-1,0 0-15,0 0 16,0 0-16,0 0 16,0 0-16,0 0 15,15 2-15,-15-2 16,19 5-16,-7-3 15,0-1-15,2 0 16,-1 0 0,1 0-16,1 0 15,2-1-15,1-1 16,1 0-16,1-2 16,-1 1-16,1-3 15,-1 0-15,-4 0 16,0 1-16,0-1 15,-1 0 1,-1 1-16,-1 0 0,-1 0 16,0-1-16,-1 2 15,0 0 1,-10 3-16,13-4 16,-13 4-16,0 0 15,13-3-15,-13 3 16,0 0-16</inkml:trace>
  <inkml:trace contextRef="#ctx0" brushRef="#br0" timeOffset="16848.57">2614 5534 0,'0'0'0,"0"0"0,0 0 15,0 0-15,0 0 16,0 0-16,0 0 16,0 1-1,0-1-15,0 0 16,0 0-16,0 0 16,0 0-16,10 5 15,-10-5-15,18 4 16,-8-3-16,1 1 15,3-1-15,1 1 16,1-1-16,-3 1 16,0 0-1,-1-1-15,1-1 16,0 2-16,-1-2 16,-2 1-16,-10-1 15,15 2-15,-15-2 16,11 1-16,-11-1 15,0 0-15,12 3 16,-12-3-16,0 0 16,0 0-16,10 3 15,-10-3 1,0 0-16,0 0 16,0 0-16,0 0 15,0 0-15,0 0 16,10 2-16,-10-2 15,0 0-15,0 0 16,0 0-16,0 0 16,0 0-16,0 0 15</inkml:trace>
  <inkml:trace contextRef="#ctx0" brushRef="#br0" timeOffset="47732.55">7979 2064 0,'0'0'0,"3"0"0,-3 0 16,18-3-16,3 0 16,8 0-1,5 1-15,5 1 16,4 1-16,3 0 16,2 0-16,-2 0 15,-1 0-15,-2 0 16,-3 0-16,-3 1 15,-1 0-15,0 0 16,-2 2-16,-1-3 16,-2 3-16,-2-1 15,-3 1-15,-4 1 16,-1-1 0,-2 0-16,0-1 15,0 2-15,1-1 16,-1 0-16,1 1 15,-2-2-15,-1 2 16,0-2-16,-2 0 16,1 0-16,3 1 15,4-1 1,-2-2-16</inkml:trace>
</inkml:ink>
</file>

<file path=ppt/ink/ink47.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53:33.359"/>
    </inkml:context>
    <inkml:brush xml:id="br0">
      <inkml:brushProperty name="width" value="0.05292" units="cm"/>
      <inkml:brushProperty name="height" value="0.05292" units="cm"/>
      <inkml:brushProperty name="color" value="#FF0000"/>
    </inkml:brush>
  </inkml:definitions>
  <inkml:trace contextRef="#ctx0" brushRef="#br0">6846 2764 0,'0'0'0,"0"0"0,0 0 0</inkml:trace>
  <inkml:trace contextRef="#ctx0" brushRef="#br0" timeOffset="3133.08">6185 3378 0,'0'0'0,"0"0"0,0 0 16,0 0-16,0 0 15,0 0 1,0 0-16,0 0 16,3 0-16,-3 0 15,17 2-15,-2-1 16,0 1-16,2-1 16,1 0-16,2 0 15,2-1 1,1-2-16,-2 1 15,0-2-15,2 0 16,1-1-16,0 1 16,-2-2-16,-2 1 15,0 0-15,-1 0 16,0 2-16,0-2 16,-1 1-16,1 0 15,-2-1-15,-4 1 16,0 0-16,-3 1 15,-10 2 1,17-5-16,-17 5 16,14-3-16,-14 3 15,13-4-15,-13 4 16,13-1-16,-13 1 16,10-1-16,-10 1 15,10 0-15,-10 0 16,0 0-16,0 0 15,12 0 1,-12 0-16,0 0 16,0 0-16,0 0 15,0 0-15,0 0 16,0 0-16,0 0 16,0 0-16,0 0 15</inkml:trace>
  <inkml:trace contextRef="#ctx0" brushRef="#br0" timeOffset="5283.94">6618 3384 0,'0'0'0,"0"0"0,-1-1 16,1 1-16,0 0 16,0 0-16,0 0 15,0 0-15,0 0 16,-10-7-16</inkml:trace>
  <inkml:trace contextRef="#ctx0" brushRef="#br0" timeOffset="5482.15">6657 3293 0,'0'0'0,"0"0"16,0 0-16,0 0 16,0 0-16,0 0 15,6 3 1</inkml:trace>
  <inkml:trace contextRef="#ctx0" brushRef="#br0" timeOffset="10015.09">14012 1426 0,'0'0'0,"0"0"16,0 0-16,-4 1 15,4-1-15,-12 5 16,12-5-16,-11 5 16,2 3-16,-1 9 15,-3 8-15,3 1 16,3 0-1,2-5-15,3 4 16,4-1-16,2-2 16,12 0-16,5-11 15,4-5-15,0-6 16,-6-8-16,1-5 16,4-8-16,-1-11 15,-3-2 1,-3-2-16,-9 3 15,-3 3-15,-7 5 16,-4 4-16,0 5 16,-4 4-16,-5 3 15,-6 5-15,-5 4 16,-2 6-16,4 10 16,5 7-16,2 4 15</inkml:trace>
  <inkml:trace contextRef="#ctx0" brushRef="#br0" timeOffset="10248.96">14078 1824 0,'0'0'0,"-3"7"0,3-7 0,-3 12 0,-7 24 16,0 21-16,1 19 16,1-3-16</inkml:trace>
  <inkml:trace contextRef="#ctx0" brushRef="#br0" timeOffset="18883.28">11621 2200 0,'0'0'0,"0"0"0,0 0 0,0 0 16,0 0-16,0 0 15,0 0-15,2 4 16,-2-4-16,8 15 16,2 3-16,4 6 15,3 2-15,4 3 16,-1-5-16,-1-2 15,-3-5 1,-5-6-16,-1-3 16,0-3-16,3-4 15,5-6-15,9-11 16,11-13-16,5-10 16,1-4-16,0-3 15,6-5-15,1-2 16,-3 4-16,-3 4 15,-6 4-15,4-3 16,-6 5-16,-6 10 16,-4 5-1,-3 7-15,1 2 16,1 3-16,-3 3 16,-6 2-16</inkml:trace>
  <inkml:trace contextRef="#ctx0" brushRef="#br0" timeOffset="23665.6">11369 6389 0,'0'0'0,"0"0"0,0 0 0,0 0 16,0 0-16,3 0 16,-3 0-16,13 0 15,2 0-15,5-1 16,1-3-16,5-3 16,1-3-1,0-3-15,-1-2 16,-2 0-16,3-2 15</inkml:trace>
  <inkml:trace contextRef="#ctx0" brushRef="#br0" timeOffset="24432.45">15181 5284 0,'0'0'0,"-2"-2"0,2 2 0,0 0 16,0 0-16,0 0 16,-13-2-16,13 2 15,-10 2-15,10-2 16,0 0-16,-12 2 16,12-2-16,0 0 15,0 0-15,0 0 16,0 0 15,0 0-31,0 0 16,-14 5-16,14-5 15,-10 6-15,10-6 16,0 0-16,-9 7 16,9-7-16,0 0 15,0 0 1,0 0-16,0 0 15,0 0-15,0 0 16</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54:23.441"/>
    </inkml:context>
    <inkml:brush xml:id="br0">
      <inkml:brushProperty name="width" value="0.05292" units="cm"/>
      <inkml:brushProperty name="height" value="0.05292" units="cm"/>
      <inkml:brushProperty name="color" value="#FF0000"/>
    </inkml:brush>
  </inkml:definitions>
  <inkml:trace contextRef="#ctx0" brushRef="#br0">7428 3171 0,'0'0'0,"0"0"0,0 0 15,0 0 1,0 0-16,4-1 16,9-1-16</inkml:trace>
  <inkml:trace contextRef="#ctx0" brushRef="#br0" timeOffset="3266.32">6077 4413 0,'0'0'0,"0"0"0,2 2 16,-2-2-16,0 0 15,0 0-15,2 7 16,-2-7-16,0 0 15,7 11-15,-1 0 16,1-4-16,4 2 16,5-2-16,7-1 15,9 0-15,0-5 16,5-1 0,0-3-16,-3-1 15,1-1-15,-5 1 16,-3 1-16,-7 1 15,0-2-15,-1 0 16,-2 0-16,-3-1 16,-3 1-16,-11 4 15,14-6-15,-14 6 16,11-4-16,-11 4 16,0 0-16,0 0 15,13-4 1,-13 4-16,0 0 15,0 0-15,0 0 16,0 0-16,0 0 16,0 0-16,0 0 15,9-1-15,-9 1 16,0 0 0,0 0-16,0 0 15,0 0-15,0 0 16,0 0-16,0 0 15,0 0-15,0 0 16,0 0-16,0 0 16,0 0-16,0 0 15,0 0-15,0 0 16,0 0-16,-11-8 16,11 8-1,-20-11-15,11 4 16,0 0-16,9 7 15,-14-11-15,14 11 16,-10-8-16,10 8 16,0 0-16,-8-8 15,8 8-15,0 0 16,0 0-16,-3-6 16,3 6-1,0 0-15,0 0 16,0 0-16,0 0 15,15-1-15,-1 1 16,3 2-16,1 0 16,0 1-16,-3-1 15,-2 0-15,-3 1 16,-10-3-16,13 5 16,-13-5-1,0 0-15,10 8 16,-10-8-16,0 0 15,5 7-15,-5-7 16,0 0-16,0 9 16,-5 3-16</inkml:trace>
  <inkml:trace contextRef="#ctx0" brushRef="#br0" timeOffset="62198.2">14533 2505 0,'0'0'0,"0"0"0,0 0 0,0 0 16</inkml:trace>
  <inkml:trace contextRef="#ctx0" brushRef="#br0" timeOffset="65649.73">14554 4090 0,'0'0'0,"0"0"0,0 0 0,0 0 16,0 0-16,0 0 15,0 0-15</inkml:trace>
  <inkml:trace contextRef="#ctx0" brushRef="#br0" timeOffset="74065.66">13630 5332 0,'0'0'0,"0"0"0,0 0 0,0 0 15,0 0-15,8-6 16</inkml:trace>
  <inkml:trace contextRef="#ctx0" brushRef="#br0" timeOffset="92848.22">13529 6618 0,'0'0'0,"-3"-1"0,3 1 0,0 0 15,-10-3-15,10 3 16</inkml:trace>
  <inkml:trace contextRef="#ctx0" brushRef="#br0" timeOffset="97398.85">12141 7979 0,'0'0'0,"0"0"15,0 0-15,0 0 16,-4-2-16,4 2 16,0 0-16,0 0 15,0 0-15,0 0 16,-8-6-16,8 6 15,0 0-15,0 0 16,13-8 0,1 1-16,7-2 15,1 0-15,2 0 16,2 2-16,-2-1 16,4 1-16,-1 2 15,-2 2-15,0 1 16,-4 0-16,-1-1 15,-2 1-15,-1 1 16,0-1 0,1 1-16,1-1 15,2 0-15,-1 0 16,-1 1-16,1 0 16,-1 0-16,0 1 15,1-1-15,-1 0 16,2 0-16,0 0 15,0-1 1,2 1-16,-1-1 16,0 1-16,1-2 15,-3 0-15,-1-1 16,1-1-16,0 1 16,-1 0-16,-3 1 15,0-1-15,2 1 16,0 0-16,1 0 15,-3 0-15,-2 1 16,1-1-16,0 1 16,1 0-1,0 1-15,-2-1 16,2 0-16,1 1 16,2 1-16,-1 1 15,-1 1-15,-2-1 16,-3 0-1,0 0-15,1-1 16,-1 0-16,1 2 16,3-4-16,5-2 15,9-9-15,8-18 16</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56:05.822"/>
    </inkml:context>
    <inkml:brush xml:id="br0">
      <inkml:brushProperty name="width" value="0.05292" units="cm"/>
      <inkml:brushProperty name="height" value="0.05292" units="cm"/>
      <inkml:brushProperty name="color" value="#FF0000"/>
    </inkml:brush>
  </inkml:definitions>
  <inkml:trace contextRef="#ctx0" brushRef="#br0">6233 2573 0,'0'0'0,"0"0"0,0 0 0,0 0 16,0 0-16,0 0 16,0 0-16,16-5 15</inkml:trace>
  <inkml:trace contextRef="#ctx0" brushRef="#br0" timeOffset="11333.18">5169 5835 0,'0'0'0,"0"0"0,0 0 0,0 0 16,3 4-16,4 3 15,5 4-15,9 3 16,5-2-16,5-1 16,2-1-16,4-1 15,4-1-15,4-3 16,1-2-16,2-2 15,1-1-15,0-1 16,1-2 0,-1-2-16,-1-1 15,-1 0-15,-3-2 16,-2-1-16,-3-3 16,-1 0-16,-2 0 15,-6 3-15,-3 0 16,-3 0-16,-3 0 15,-5 1-15,-3 1 16,-13 7-16,15-8 16,-15 8-1,0 0-15,0 0 16,9-7-16,-9 7 16,0 0-16,0 0 15,0 0-15,0 0 16,0 0-16,0 0 15,-16-2 1,-5 7-16,-6 2 16,-2 3-16,-2 1 15,2 2-15,-3 0 16,1 2-16,1-2 16,-1 1-16,1 0 15,-2 0-15,1-3 16,-2-4-16,-1-1 15,2-2-15,-1-1 16,1 0-16,1-2 16,-3 2-1,1-2-15,0 0 16,0-1-16,1 0 16,0-1-16,-1 0 15,3-2-15,1 0 16,0-1-16,1-1 15,2-2-15,0-1 16,5 0 0,3 0-16,3 0 15,2 1-15,3 2 16,10 5-16,-12-8 16,12 8-16,0 0 15,0 0-15,-9-7 16,9 7-16,0 0 15,0 0-15,3-8 16,-3 8-16,26-10 16,-2 2-1,7 0-15,5 3 16,1 1-16,0 4 16,2-2-16,2 2 15,2-1-15,3 0 16,-1 0-16,0 0 15,2 1-15,1-1 16,-1 1-16,1-3 16,0-4-1,1-2-15,-3 0 16,-1-1-16,-4 0 16,-1 0-16,-1 0 15,0-3-15,2-2 16,-3-3-16,-5-1 15,-3-1-15,-2-1 16,-3 2 0,-4 1-16,-3 0 15,-4 3-15,-3 3 16,-2 2-16,-2-1 16,-1 3-16,-3 2 15,-3 6-15,5-10 16,-5 10-16,0-10 15,0 10-15,-4-11 16,4 11-16,-8-7 16,8 7-1,-15-6-15,4 4 16,-1 3-16,-7 6 16,-14 13-16,-12 15 15,0 5-15,14-7 16,12-14-16,6-6 15,2-2-15,-3 2 16,-4 1-16,-2-1 16,-1-2-1,0-2-15,-1-1 16,-2-1-16,0 0 16,0-1-16,-2-1 15,1-1-15,0-1 16,-1 1-16,-1 0 15,-3-1-15,-3-1 16,2 0-16,0 1 16,0-1-16,0 0 15,0-2 1,-2 0-16,1 0 16,0 0-16,-1-2 15,2 1-15,1-2 16,1 0-16,0-1 15,3 0-15,1-2 16,2 0-16,-1-1 16,2-2-16,4 0 15,3 1 1,3 2-16,12 6 16,-15-11-16,15 11 15,0 0-15,-11-8 16,11 8-16,0 0 15</inkml:trace>
  <inkml:trace contextRef="#ctx0" brushRef="#br0" timeOffset="22918.52">5717 7380 0,'0'0'0,"0"0"0,0 0 0,0-2 0,0 2 15,0 0 1,0 0-16,0 0 15,0 0-15,0 0 16,0 0-16,0 0 16,17 13-16,-4-3 15,1-1-15,1 1 16,0-1-16,0-2 16,1-1-16,2-2 15,0-2-15,1-3 16,2-3-1,2-5-15,2-3 16,2-6-16,-2-3 16,0-1-16,-3 0 15,-3 1-15,0 2 16,0 0-16,1 4 16,8 2-16,4 3 15</inkml:trace>
  <inkml:trace contextRef="#ctx0" brushRef="#br0" timeOffset="31336.49">10901 4512 0,'0'0'0,"0"0"0,0 0 0,0 0 15,0 2-15,0-2 16</inkml:trace>
  <inkml:trace contextRef="#ctx0" brushRef="#br0" timeOffset="33499.55">12862 4276 0,'0'0'0,"0"0"0,0 0 0,0 0 15,0 0-15,0 0 16,0 0-16,0 0 15,1 2 1,-1-2-16,4 15 16,3 4-16,1 8 15,4 7-15,-1 5 16,-2 2-16,-6 9 16,-2 4-16,-5 2 15,-3-2-15,-3 1 16,0-3-16,0-1 15,0-3-15,1-5 16,-1 0 0,0 1-16,1-4 15,1-3-15,0-1 16,0-2-16,4 0 16,1-1-16,1-1 15,2-2-15,2-5 16,1-1-16,1-2 15,-1-2 1,0 1-16,0 0 16,0 0-16,-1-2 15,2-1-15,1-1 16,-2-1-16,0-3 16,0-2-16,-2-3 15,1 0-15,-2-8 16,3 10-16,-3-10 15,2 8-15,-2-8 16,0 0 0,0 0-16,4 6 15,-4-6-15,0 0 16,11 7-16,-11-7 16,22 11-16,-3-6 15,6 0-15,3-3 16,5 0-16,2-2 15,0-1-15,-2-1 16,0 1 0,3-2-16,6 0 15,4-1-15,0-1 16,0 2-16,0-1 16,1 0-16,-4 1 15,1-1-15,0 1 16,2 0-16,-4-1 15,-4 2 1,3-1-16,3 3 16,0 0-16,-4 0 15,-9 0-15,7 0 16,4 3-16,-1-1 16,-5 2-16,-9-2 15,-5 1-15,6 1 16,1 1-16,1 1 15,0-2-15,-9 0 16,-1-1 0,-1 0-16,0 1 15,-1 0-15,4 2 16,-1-1-16,1 1 16,-3-2-16,-6-2 15,-3 1-15,-10-3 16,17 2-16,-17-2 15,16 2-15,-16-2 16,13-2 0,-13 2-16,0 0 15,10-2-15,-10 2 16,0 0-16,0 0 16,0 0-16,0 0 15,0 0-15,0 0 16,-3-7-16,3 7 15,-19-2-15,2 0 16,-4-1 0,3 0-16,0-3 15,4 0-15,1 1 16,2-1-16,1-1 16,10 7-16,-15-11 15,15 11-15,-9-8 16,9 8-16,0 0 15,0 0-15,-7-7 16,7 7-16,0 0 16,0 0-1,0 0-15,10 3 16,5 5-16,6 6 16,1 0-16,-1 2 15,-6-2-15,-4 0 16,-2-4-16,-2 1 15,-4-4-15,-4 2 16,-12 7-16,-6 4 16,-9 4-1,0-1-15</inkml:trace>
  <inkml:trace contextRef="#ctx0" brushRef="#br0" timeOffset="34283.07">12863 4254 0,'0'0'0,"0"0"0,0 0 16,-2-3-16,2 3 15,0 0-15,0 0 16,0 0-16,0 0 16,0 0-16,-21 27 15,-6 14 1,-5 7-16,6-9 16,4-6-16,6-9 15,5-7-15,4-7 16,3-3-16,4-7 15,-4 7-15,4-7 16,0 0-16,0 0 16,0 0-1,23-22-15,10-9 16,0 2-16,-4 3 16,-4 6-16,-1 5 15,0 2-15,-2 2 16,0 4-16,-4 4 15,-2 1-15,-1 4 16,1 0 0,0 3-16,1 2 0,5 4 15,0 4 1,4 3-16,-1 3 16,0 2-16</inkml:trace>
  <inkml:trace contextRef="#ctx0" brushRef="#br0" timeOffset="36100.46">13348 4512 0,'0'0'0,"0"0"0,0 0 16,0 0-16,0 0 15,0 0-15,0 3 16,2 3 0,1 6-16,-1 6 15,2 3-15,0 0 16,-2-2-16,1-2 15,-1-4-15,0-2 16,-1-2-16,1-1 16,-2-2-16,1 1 15,-1-7-15,2 12 16,-2-5 0,2-1-16,-2 1 15,1 1-15,0 1 16,0 1-16,0 0 15,0-2-15,0 1 16,1 0 0,1 1-16,-1 1 0,0 0 15,0 2-15,1-2 16,-2-2-16,1 0 16,-1-1-1,0 0-15,0-1 16,1 0-16,0 1 15,-1-1-15,-1-7 16,3 11-16,-3-11 16,3 11-16,-3-11 15,4 14-15,-2-6 16,1 3 0,0 3-16,0-1 15,0 0-15,2-2 16,-1 1-16,2 4 15,2 2-15,2 2 16,0-3-16,-3-3 16,0-3-16,-1 0 15,0 0-15,2 4 32,0 0-17,1 1-15,-1-2 16,-2-4-16,0-2 15,1 0-15,2 1 16,0-1-16,1-1 16,3-2-16,3 2 15,-3-2-15,3 0 16,-1-1 0,0-2-16,2 1 15,-1-1-15,-2 1 16,2-1-16,0-1 15,2-1-15,1 0 16,3 0-16,-3 0 16,-4 0-16,3 2 15,-2-1 1,4 1-16,-5-1 16,2 0-16,-2-2 15,-3 1-15,-2 0 16,-10 0-16,19 0 15,-19 0-15,9 0 16</inkml:trace>
  <inkml:trace contextRef="#ctx0" brushRef="#br0" timeOffset="37483.26">13682 4575 0,'0'0'0,"1"4"0,-1-4 16,3 11-16,-3-11 16,0 7-16,0-7 15,0 0-15,0 0 16,0 0-16,0 10 16,-2 10-16,4 5 15,1-6 1,-2-5-16,2 0 15,0-6-15,-1-2 16,0 1-16,0-1 16,-2-6-16,5 8 15,-5-8-15,0 0 16,0 0-16,0 0 16,9 9-1,-9-9-15,4 9 16,-4-9-16,0 0 15,6 7-15,-6-7 16,7 19-16,-1-1 16,-6-18-16,4 10 15,-4-10-15,3 9 16,-3-9-16,0 0 16,0 0-1,0 0-15,0 0 16,3 8-16,-3-8 15,7 9-15,-1 1 16,-1 1-16,-1 0 16,-4-11-16,4 10 15,-4-10-15,4 13 16,2-3-16,0 3 16,-2-3-1,-1-2-15,-3-8 16,0 0-16,7 8 15,-7-8-15,10 13 16,-4-2-16,-1-2 16,0-1-16,0-1 15,0 2-15,-5-9 16,9 10-16,-9-10 16,10 4-16,-10-4 15,13 7 1,-13-7-16,11 8 15,-11-8-15,9 7 16,-9-7-16,12 9 16,-12-9-16,11 10 15,-11-10-15,7 8 16,-7-8-16,8 12 16,-2-6-1,0 1-15,-1-1 0,1 1 16,0-1-1,4 3-15,5-1 16,-4-1-16,6-1 16</inkml:trace>
  <inkml:trace contextRef="#ctx0" brushRef="#br0" timeOffset="48432.71">12870 6740 0,'0'0'0,"0"0"0,-1 2 15,1-2-15,-3 10 16,0-1 0,3-9-16,-3 7 15,3-7-15,0 0 16,0 0-16,0 0 16,0 0-16,0 0 15,1 10-15,2-2 16,-1 2-16,1 4 15,0-2-15,-3-12 16,0 0 0,7 7-16,-7-7 15,11 4-15,-11-4 16,16 4-16,-16-4 16,18 2-16,-6-2 15,5-9-15,10-17 16,8-10-16,1-3 15,-3 1-15,-11 13 16,-4 5-16,-4 4 16,-1 6-1,-3 1-15,1 0 16,2-2-16,-2 1 16,-2 4-16,-9 6 15,14-7-15</inkml:trace>
  <inkml:trace contextRef="#ctx0" brushRef="#br0" timeOffset="61500.58">11821 1645 0,'0'0'0,"0"0"0,0 2 0,0-2 16,1 15-16,1-2 15,-1 4-15,2 4 16,-1 2-16,0-2 16,2 3-16,1 5 15,2 7-15,-1 2 16,1-1-1,0 0-15,1-4 16,2 1-16,-1-5 16,-2-3-16,-2 3 15,0-3-15,0-1 16,0-4-16,2 1 16,1-2-16,4 2 15,2 1-15,-1 0 16,2 1-16,-1-3 15,2 1 1,0-4-16,0 1 16,3 4-16,-3-4 15,4-3-15,-1-2 16,2 2-16,1 4 16,0-3-16,-1-5 15,10-2-15,2 2 16,-1-3-1,-2 1-15,4-6 16,13-1-16,7-2 16,33-13-16</inkml:trace>
</inkml:ink>
</file>

<file path=ppt/ink/ink50.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57:21.889"/>
    </inkml:context>
    <inkml:brush xml:id="br0">
      <inkml:brushProperty name="width" value="0.05292" units="cm"/>
      <inkml:brushProperty name="height" value="0.05292" units="cm"/>
      <inkml:brushProperty name="color" value="#FF0000"/>
    </inkml:brush>
  </inkml:definitions>
  <inkml:trace contextRef="#ctx0" brushRef="#br0">5915 3250 0,'0'0'0,"0"0"0,0 0 0,-3 0 16,3 0-16,0 0 15,0 0-15</inkml:trace>
  <inkml:trace contextRef="#ctx0" brushRef="#br0" timeOffset="1252.55">4268 4064 0,'0'0'0,"0"0"0,0 0 15,0 0-15,0 0 16,1-2-16</inkml:trace>
  <inkml:trace contextRef="#ctx0" brushRef="#br0" timeOffset="3032.59">4373 4892 0,'0'0'0,"0"0"16,0 0-16,0 0 15,5-3-15,10-6 16</inkml:trace>
  <inkml:trace contextRef="#ctx0" brushRef="#br0" timeOffset="12949.76">12964 3178 0,'0'0'0,"0"0"0,0 0 16,0 0-16,0 0 15,2 2-15</inkml:trace>
</inkml:ink>
</file>

<file path=ppt/ink/ink5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57:45.841"/>
    </inkml:context>
    <inkml:brush xml:id="br0">
      <inkml:brushProperty name="width" value="0.05292" units="cm"/>
      <inkml:brushProperty name="height" value="0.05292" units="cm"/>
      <inkml:brushProperty name="color" value="#FF0000"/>
    </inkml:brush>
  </inkml:definitions>
  <inkml:trace contextRef="#ctx0" brushRef="#br0">5977 3361 0,'0'0'0,"0"0"0,0 0 15,0 0-15,0 0 16,0 0-16</inkml:trace>
  <inkml:trace contextRef="#ctx0" brushRef="#br0" timeOffset="646.72">10518 3402 0,'0'0'0,"0"0"0,0 0 0,0 0 16,0 0-16,0 0 16,0 0-16</inkml:trace>
  <inkml:trace contextRef="#ctx0" brushRef="#br0" timeOffset="1564.64">15091 3410 0,'0'0'0,"0"0"0,0 0 16,0 0-16,0 0 15</inkml:trace>
  <inkml:trace contextRef="#ctx0" brushRef="#br0" timeOffset="3780.35">5508 2789 0,'0'0'0,"0"0"0,0 0 0,0 0 15,0-2-15</inkml:trace>
  <inkml:trace contextRef="#ctx0" brushRef="#br0" timeOffset="4563.72">10808 2839 0,'0'0'0,"0"-2"0,0 2 16,0 0-16,0 0 15</inkml:trace>
  <inkml:trace contextRef="#ctx0" brushRef="#br0" timeOffset="5863.82">14848 2838 0,'0'-2'0,"0"2"0,0 0 0,0 0 15,0 0-15</inkml:trace>
  <inkml:trace contextRef="#ctx0" brushRef="#br0" timeOffset="12046.48">5896 4241 0,'0'0'16,"0"0"-16,0 0 0,0 0 15,0 0-15,0 0 16</inkml:trace>
  <inkml:trace contextRef="#ctx0" brushRef="#br0" timeOffset="13480.31">8796 4159 0,'0'0'0,"0"0"0,0 0 16,0 0-16,0 0 16,0 0-16</inkml:trace>
  <inkml:trace contextRef="#ctx0" brushRef="#br0" timeOffset="13963.26">13000 4267 0,'0'0'0,"0"0"0,0 0 0,0 0 16,0 0-16,0 0 16</inkml:trace>
  <inkml:trace contextRef="#ctx0" brushRef="#br0" timeOffset="15697.94">5763 4907 0,'0'0'0,"0"0"16,0 0-16,0 0 15,0 0 1</inkml:trace>
  <inkml:trace contextRef="#ctx0" brushRef="#br0" timeOffset="18029.55">8871 4851 0,'0'0'0,"0"0"0,0 0 0,0 0 15,0 0-15</inkml:trace>
  <inkml:trace contextRef="#ctx0" brushRef="#br0" timeOffset="19196.3">13851 4851 0,'-1'2'0,"1"-2"0,0 0 0,0 0 15,-10 0-15,10 0 16,0 0-16,0 0 15</inkml:trace>
  <inkml:trace contextRef="#ctx0" brushRef="#br0" timeOffset="25581.11">5314 6336 0,'0'0'0,"0"0"0,0 0 0,0 0 15,0 0-15,3 1 16</inkml:trace>
  <inkml:trace contextRef="#ctx0" brushRef="#br0" timeOffset="26829.14">9268 6215 0,'0'0'0,"0"0"0,0 0 16,0 0 0,0 0-16,0 0 15,-2 0-15,2 0 16,0 0-16,0 0 15,0 0-15</inkml:trace>
  <inkml:trace contextRef="#ctx0" brushRef="#br0" timeOffset="28030.17">13452 6212 0,'0'0'0,"0"0"0,-2-2 0,2 2 16,0 0-16,0 0 16,0 0-16</inkml:trace>
  <inkml:trace contextRef="#ctx0" brushRef="#br0" timeOffset="32329.25">13683 7142 0,'0'0'0,"0"0"16,0 0-16,0 0 15,0 0-15,0 0 16</inkml:trace>
  <inkml:trace contextRef="#ctx0" brushRef="#br0" timeOffset="46462.44">5144 2673 0,'0'0'0,"0"0"0,0 2 16,0-2-16,0 8 15,0-8-15,0 0 16,0 0-16,0 0 16,0 0-16,0 0 15,0 0-15,18-6 16,3 1-16,6 1 15,-1 2-15,0 0 16,-4 0 0,-3 0-16,-1 1 15,4 1-15,3 4 16,2-2-16,3 2 16,-8-1-16,-2-1 15,-2 0-15,0-1 16,0 2-16,0 0 15,1 2 1,-3-1-16,1 1 16,-2 0-16,3 1 15,1 2-15,1 1 16,-3-1-16,-4-2 16,0-1-16,-1-1 15,2 1-15,0 1 16,-1-1-16,1 0 15,-4-1-15,0-1 16,-10-3-16,17 6 16,-17-6-1,14 5-15,-14-5 16,11 4-16,-11-4 16,0 0-16,11 3 15,-11-3-15,0 0 16,10 2-16,-10-2 15</inkml:trace>
  <inkml:trace contextRef="#ctx0" brushRef="#br0" timeOffset="52896.12">6317 2774 0,'0'0'0,"0"0"0,0 0 16,0 0-16</inkml:trace>
  <inkml:trace contextRef="#ctx0" brushRef="#br0" timeOffset="59663.99">10622 8004 0,'0'0'0,"1"-2"0,-1 2 16,0 0-16,0 0 16,13-3-16,-13 3 15,11 2 1</inkml:trace>
</inkml:ink>
</file>

<file path=ppt/ink/ink5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58:54.954"/>
    </inkml:context>
    <inkml:brush xml:id="br0">
      <inkml:brushProperty name="width" value="0.05292" units="cm"/>
      <inkml:brushProperty name="height" value="0.05292" units="cm"/>
      <inkml:brushProperty name="color" value="#FF0000"/>
    </inkml:brush>
  </inkml:definitions>
  <inkml:trace contextRef="#ctx0" brushRef="#br0">6586 1590 0,'0'0'0,"0"0"0,0 0 0,0 0 16,0 0-1,0 0-15</inkml:trace>
  <inkml:trace contextRef="#ctx0" brushRef="#br0" timeOffset="550.59">10251 1666 0,'0'0'0,"0"0"0,0 0 0,0 0 15,0 0-15,0 0 16</inkml:trace>
  <inkml:trace contextRef="#ctx0" brushRef="#br0" timeOffset="1099.44">13296 1628 0,'0'0'0,"1"2"0,-1-2 0,0 0 0,9 23 16</inkml:trace>
  <inkml:trace contextRef="#ctx0" brushRef="#br0" timeOffset="7050.74">6030 8138 0,'0'0'0,"0"0"0,0 0 0,0 0 0,0 0 16,-3 0-16,3 0 16,0 0-16,0 0 15,0 0-15</inkml:trace>
  <inkml:trace contextRef="#ctx0" brushRef="#br0" timeOffset="8100.33">8758 8165 0,'0'0'0,"0"0"0,0 0 15,0 0-15,0 2 16</inkml:trace>
  <inkml:trace contextRef="#ctx0" brushRef="#br0" timeOffset="9000.12">13327 8170 0,'0'0'0,"0"0"0,0 0 0,0 0 0,0 0 15,0 0-15</inkml:trace>
  <inkml:trace contextRef="#ctx0" brushRef="#br0" timeOffset="12166.74">13920 7769 0,'0'0'0,"0"-3"15,0 3-15,0 0 16,0 0-16,0 0 16,-1-14-16</inkml:trace>
  <inkml:trace contextRef="#ctx0" brushRef="#br0" timeOffset="13816.75">6509 7742 0,'0'0'0,"0"0"16,0 0-16,0 0 15,0 0 1,0 0-16</inkml:trace>
  <inkml:trace contextRef="#ctx0" brushRef="#br0" timeOffset="24333.92">6663 3092 0,'0'0'0,"-2"-2"0,2 2 15,-7-5-15,7 5 16,0 0-16,0 0 15,0 0-15</inkml:trace>
  <inkml:trace contextRef="#ctx0" brushRef="#br0" timeOffset="29949.57">13211 3132 0,'0'0'0,"0"0"0,0 0 15,-2 0-15,2 0 16,0 0-16</inkml:trace>
  <inkml:trace contextRef="#ctx0" brushRef="#br0" timeOffset="34465.37">12577 4395 0,'0'0'0,"-4"-1"0,4 1 16,-10-5-16,10 5 15,0 0 1,-11-5-16,11 5 15,0 0-15,0 0 16</inkml:trace>
  <inkml:trace contextRef="#ctx0" brushRef="#br0" timeOffset="35065.91">12613 4451 0,'0'-2'0,"0"2"0,0-8 0,-1 1 15,1 7 1,1-9-16</inkml:trace>
  <inkml:trace contextRef="#ctx0" brushRef="#br0" timeOffset="35682.31">12633 4410 0,'0'0'0,"0"0"16,0 0-16,0 0 16,0 0-16,-1 2 15,1-2-15,0 0 16</inkml:trace>
  <inkml:trace contextRef="#ctx0" brushRef="#br0" timeOffset="35965.4">12606 4444 0,'0'0'0,"0"0"0,0 0 16,0 0-1,0 0-15,0-2 16</inkml:trace>
  <inkml:trace contextRef="#ctx0" brushRef="#br0" timeOffset="36198.8">12686 4317 0,'0'0'0,"0"0"0,0 0 16,0 0-1,0 0-15</inkml:trace>
  <inkml:trace contextRef="#ctx0" brushRef="#br0" timeOffset="36416.28">12698 4324 0,'0'0'0,"0"0"0,0 0 0,0 0 0,0 0 16,0 0-16,1-2 15</inkml:trace>
  <inkml:trace contextRef="#ctx0" brushRef="#br0" timeOffset="36583.75">12724 4210 0,'0'0'0,"0"0"15</inkml:trace>
</inkml:ink>
</file>

<file path=ppt/ink/ink5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951.42279" units="1/cm"/>
          <inkml:channelProperty channel="Y" name="resolution" value="1522.63013" units="1/cm"/>
          <inkml:channelProperty channel="T" name="resolution" value="1" units="1/dev"/>
        </inkml:channelProperties>
      </inkml:inkSource>
      <inkml:timestamp xml:id="ts0" timeString="2026-03-01T11:59:55.719"/>
    </inkml:context>
    <inkml:brush xml:id="br0">
      <inkml:brushProperty name="width" value="0.05292" units="cm"/>
      <inkml:brushProperty name="height" value="0.05292" units="cm"/>
      <inkml:brushProperty name="color" value="#FF0000"/>
    </inkml:brush>
  </inkml:definitions>
  <inkml:trace contextRef="#ctx0" brushRef="#br0">5897 8148 0,'0'0'0,"0"0"0,0 0 15,2 0-15,-2 0 16,0 0-16,0 0 15,0 0-15,0 0 16,0 0-16,10 3 16,-10-3-16,19 14 15</inkml:trace>
  <inkml:trace contextRef="#ctx0" brushRef="#br0" timeOffset="1051.31">9798 8155 0,'0'0'0,"-1"-2"0,1 2 16,0 0 0,0 0-16,0 0 15,0 0-15,0 0 16,0 0-16</inkml:trace>
  <inkml:trace contextRef="#ctx0" brushRef="#br0" timeOffset="2069.73">13394 8125 0,'0'0'0,"-3"-2"15,3 2-15,0 0 16,0 0-16,0 0 15,-10-2-15</inkml:trace>
  <inkml:trace contextRef="#ctx0" brushRef="#br0" timeOffset="11717.6">14518 7189 0,'0'0'0,"-3"-1"0,3 1 0,0 0 0,-11-3 16,11 3-16,-15-4 15,15 4-15,-9-6 16</inkml:trace>
  <inkml:trace contextRef="#ctx0" brushRef="#br0" timeOffset="26351.6">12721 6458 0,'0'0'0,"0"0"0,0 0 15,0 0 1,-3 2-16,3-2 15,0 0-15,0 7 16,0-7-16,0 0 16,0 0-16</inkml:trace>
  <inkml:trace contextRef="#ctx0" brushRef="#br0" timeOffset="27283.45">10361 6691 0,'0'0'0,"0"0"0,0 0 0,0 2 16,0-2-16,0 0 15</inkml:trace>
  <inkml:trace contextRef="#ctx0" brushRef="#br0" timeOffset="60249.34">12664 5222 0,'0'0'0,"0"0"0,0 0 15,0 0-15,0 0 16,0 0-16</inkml:trace>
  <inkml:trace contextRef="#ctx0" brushRef="#br0" timeOffset="70184.17">15169 4667 0,'0'0'0,"0"0"0,0 0 0,0 0 15,0 0-15</inkml:trace>
  <inkml:trace contextRef="#ctx0" brushRef="#br0" timeOffset="72333.38">14806 4159 0,'0'0'0,"0"0"0,0 0 16,0 0-16,0 0 16</inkml:trace>
  <inkml:trace contextRef="#ctx0" brushRef="#br0" timeOffset="79116.53">6000 3562 0,'0'0'0,"0"0"0,0 0 0,0 0 16,0 0-16,1 1 16,-1-1-16,0 0 15,23 14-15</inkml:trace>
  <inkml:trace contextRef="#ctx0" brushRef="#br0" timeOffset="79699.2">10313 3563 0,'0'0'0,"0"0"0,0 0 15,0 0-15,0-1 16,0 1-16</inkml:trace>
  <inkml:trace contextRef="#ctx0" brushRef="#br0" timeOffset="80065.94">12979 3552 0,'0'0'0,"0"0"0,0 0 0,0 0 0,0 0 15,0 0-15,2 0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 name="Google Shape;42;p1: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 name="Google Shape;52;p2: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 name="Google Shape;65;p3: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78" name="Google Shape;578;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Stochastic Gradient Descent (SGD) is an optimization algorithm that iteratively updates model parameters to minimize a loss function</a:t>
                </a:r>
                <a:r>
                  <a:rPr lang="en-US" b="0" i="0" dirty="0">
                    <a:solidFill>
                      <a:srgbClr val="0A0A0A"/>
                    </a:solidFill>
                    <a:effectLst/>
                    <a:latin typeface="Google Sans"/>
                  </a:rPr>
                  <a:t>, similar to traditional gradient descent but using a single training example or a small batch to compute the gradient at each step. This approach makes SGD computationally efficient and faster for large datasets, as it avoids the cost of processing the entire dataset at once</a:t>
                </a:r>
              </a:p>
              <a:p>
                <a:pPr marL="0" lvl="0" indent="0" algn="l" rtl="0">
                  <a:spcBef>
                    <a:spcPts val="0"/>
                  </a:spcBef>
                  <a:spcAft>
                    <a:spcPts val="0"/>
                  </a:spcAft>
                  <a:buNone/>
                </a:pPr>
                <a:endParaRPr lang="en-US" b="0" i="0" dirty="0">
                  <a:solidFill>
                    <a:srgbClr val="0A0A0A"/>
                  </a:solidFill>
                  <a:effectLst/>
                  <a:latin typeface="Google Sans"/>
                </a:endParaRPr>
              </a:p>
              <a:p>
                <a:pPr fontAlgn="t"/>
                <a:r>
                  <a:rPr lang="en-GB" sz="1100" b="0" i="0" u="none" strike="noStrike" cap="none" dirty="0">
                    <a:solidFill>
                      <a:srgbClr val="000000"/>
                    </a:solidFill>
                    <a:effectLst/>
                    <a:latin typeface="Arial"/>
                    <a:ea typeface="Arial"/>
                    <a:cs typeface="Arial"/>
                    <a:sym typeface="Arial"/>
                  </a:rPr>
                  <a:t>In </a:t>
                </a:r>
                <a:r>
                  <a:rPr lang="en-GB" sz="1100" b="1" i="0" u="none" strike="noStrike" cap="none" dirty="0">
                    <a:solidFill>
                      <a:srgbClr val="000000"/>
                    </a:solidFill>
                    <a:effectLst/>
                    <a:latin typeface="Arial"/>
                    <a:ea typeface="Arial"/>
                    <a:cs typeface="Arial"/>
                    <a:sym typeface="Arial"/>
                  </a:rPr>
                  <a:t>Batch Gradient Descent</a:t>
                </a:r>
                <a:r>
                  <a:rPr lang="en-GB" sz="1100" b="0" i="0" u="none" strike="noStrike" cap="none" dirty="0">
                    <a:solidFill>
                      <a:srgbClr val="000000"/>
                    </a:solidFill>
                    <a:effectLst/>
                    <a:latin typeface="Arial"/>
                    <a:ea typeface="Arial"/>
                    <a:cs typeface="Arial"/>
                    <a:sym typeface="Arial"/>
                  </a:rPr>
                  <a:t>, we compute the gradient using </a:t>
                </a:r>
                <a:r>
                  <a:rPr lang="en-GB" sz="1100" b="1" i="0" u="none" strike="noStrike" cap="none" dirty="0">
                    <a:solidFill>
                      <a:srgbClr val="000000"/>
                    </a:solidFill>
                    <a:effectLst/>
                    <a:latin typeface="Arial"/>
                    <a:ea typeface="Arial"/>
                    <a:cs typeface="Arial"/>
                    <a:sym typeface="Arial"/>
                  </a:rPr>
                  <a:t>all training examples</a:t>
                </a:r>
                <a:r>
                  <a:rPr lang="en-GB" sz="1100" b="0" i="0" u="none" strike="noStrike" cap="none" dirty="0">
                    <a:solidFill>
                      <a:srgbClr val="000000"/>
                    </a:solidFill>
                    <a:effectLst/>
                    <a:latin typeface="Arial"/>
                    <a:ea typeface="Arial"/>
                    <a:cs typeface="Arial"/>
                    <a:sym typeface="Arial"/>
                  </a:rPr>
                  <a:t> before making </a:t>
                </a:r>
                <a:r>
                  <a:rPr lang="en-GB" sz="1100" b="1" i="0" u="none" strike="noStrike" cap="none" dirty="0">
                    <a:solidFill>
                      <a:srgbClr val="000000"/>
                    </a:solidFill>
                    <a:effectLst/>
                    <a:latin typeface="Arial"/>
                    <a:ea typeface="Arial"/>
                    <a:cs typeface="Arial"/>
                    <a:sym typeface="Arial"/>
                  </a:rPr>
                  <a:t>one</a:t>
                </a:r>
                <a:r>
                  <a:rPr lang="en-GB" sz="1100" b="0" i="0" u="none" strike="noStrike" cap="none" dirty="0">
                    <a:solidFill>
                      <a:srgbClr val="000000"/>
                    </a:solidFill>
                    <a:effectLst/>
                    <a:latin typeface="Arial"/>
                    <a:ea typeface="Arial"/>
                    <a:cs typeface="Arial"/>
                    <a:sym typeface="Arial"/>
                  </a:rPr>
                  <a:t> update. In </a:t>
                </a:r>
                <a:r>
                  <a:rPr lang="en-GB" sz="1100" b="1" i="0" u="none" strike="noStrike" cap="none" dirty="0">
                    <a:solidFill>
                      <a:srgbClr val="000000"/>
                    </a:solidFill>
                    <a:effectLst/>
                    <a:latin typeface="Arial"/>
                    <a:ea typeface="Arial"/>
                    <a:cs typeface="Arial"/>
                    <a:sym typeface="Arial"/>
                  </a:rPr>
                  <a:t>SGD</a:t>
                </a:r>
                <a:r>
                  <a:rPr lang="en-GB" sz="1100" b="0" i="0" u="none" strike="noStrike" cap="none" dirty="0">
                    <a:solidFill>
                      <a:srgbClr val="000000"/>
                    </a:solidFill>
                    <a:effectLst/>
                    <a:latin typeface="Arial"/>
                    <a:ea typeface="Arial"/>
                    <a:cs typeface="Arial"/>
                    <a:sym typeface="Arial"/>
                  </a:rPr>
                  <a:t>, we </a:t>
                </a:r>
                <a:r>
                  <a:rPr lang="en-GB" sz="1100" b="1" i="0" u="none" strike="noStrike" cap="none" dirty="0">
                    <a:solidFill>
                      <a:srgbClr val="000000"/>
                    </a:solidFill>
                    <a:effectLst/>
                    <a:latin typeface="Arial"/>
                    <a:ea typeface="Arial"/>
                    <a:cs typeface="Arial"/>
                    <a:sym typeface="Arial"/>
                  </a:rPr>
                  <a:t>don’t wait for the whole dataset</a:t>
                </a:r>
                <a:r>
                  <a:rPr lang="en-GB" sz="1100" b="0" i="0" u="none" strike="noStrike" cap="none" dirty="0">
                    <a:solidFill>
                      <a:srgbClr val="000000"/>
                    </a:solidFill>
                    <a:effectLst/>
                    <a:latin typeface="Arial"/>
                    <a:ea typeface="Arial"/>
                    <a:cs typeface="Arial"/>
                    <a:sym typeface="Arial"/>
                  </a:rPr>
                  <a:t>. Instead, we: pick </a:t>
                </a:r>
                <a:r>
                  <a:rPr lang="en-GB" sz="1100" b="1" i="0" u="none" strike="noStrike" cap="none" dirty="0">
                    <a:solidFill>
                      <a:srgbClr val="000000"/>
                    </a:solidFill>
                    <a:effectLst/>
                    <a:latin typeface="Arial"/>
                    <a:ea typeface="Arial"/>
                    <a:cs typeface="Arial"/>
                    <a:sym typeface="Arial"/>
                  </a:rPr>
                  <a:t>one random example</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d>
                      <m:dPr>
                        <m:sepChr m:val=","/>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oMath>
                </a14:m>
                <a:endParaRPr lang="ar-AE" sz="1100" b="0" i="0" u="none" strike="noStrike" cap="none" dirty="0">
                  <a:solidFill>
                    <a:srgbClr val="000000"/>
                  </a:solidFill>
                  <a:effectLst/>
                  <a:latin typeface="Arial"/>
                  <a:ea typeface="Arial"/>
                  <a:cs typeface="Arial"/>
                  <a:sym typeface="Arial"/>
                </a:endParaRPr>
              </a:p>
              <a:p>
                <a:pPr fontAlgn="t"/>
                <a:r>
                  <a:rPr lang="en-GB" sz="1100" b="0" i="0" u="none" strike="noStrike" cap="none" dirty="0">
                    <a:solidFill>
                      <a:srgbClr val="000000"/>
                    </a:solidFill>
                    <a:effectLst/>
                    <a:latin typeface="Arial"/>
                    <a:ea typeface="Arial"/>
                    <a:cs typeface="Arial"/>
                    <a:sym typeface="Arial"/>
                  </a:rPr>
                  <a:t>compute gradient using </a:t>
                </a:r>
                <a:r>
                  <a:rPr lang="en-GB" sz="1100" b="1" i="0" u="none" strike="noStrike" cap="none" dirty="0">
                    <a:solidFill>
                      <a:srgbClr val="000000"/>
                    </a:solidFill>
                    <a:effectLst/>
                    <a:latin typeface="Arial"/>
                    <a:ea typeface="Arial"/>
                    <a:cs typeface="Arial"/>
                    <a:sym typeface="Arial"/>
                  </a:rPr>
                  <a:t>only that example</a:t>
                </a:r>
                <a:endParaRPr lang="en-GB" sz="1100" b="0" i="0" u="none" strike="noStrike" cap="none" dirty="0">
                  <a:solidFill>
                    <a:srgbClr val="000000"/>
                  </a:solidFill>
                  <a:effectLst/>
                  <a:latin typeface="Arial"/>
                  <a:ea typeface="Arial"/>
                  <a:cs typeface="Arial"/>
                  <a:sym typeface="Arial"/>
                </a:endParaRPr>
              </a:p>
              <a:p>
                <a:pPr fontAlgn="t"/>
                <a:r>
                  <a:rPr lang="en-GB" sz="1100" b="0" i="0" u="none" strike="noStrike" cap="none" dirty="0">
                    <a:solidFill>
                      <a:srgbClr val="000000"/>
                    </a:solidFill>
                    <a:effectLst/>
                    <a:latin typeface="Arial"/>
                    <a:ea typeface="Arial"/>
                    <a:cs typeface="Arial"/>
                    <a:sym typeface="Arial"/>
                  </a:rPr>
                  <a:t>update weights immediately</a:t>
                </a:r>
              </a:p>
              <a:p>
                <a:pPr fontAlgn="t"/>
                <a:r>
                  <a:rPr lang="en-GB" sz="1100" b="1" i="0" u="none" strike="noStrike" cap="none" dirty="0">
                    <a:solidFill>
                      <a:srgbClr val="000000"/>
                    </a:solidFill>
                    <a:effectLst/>
                    <a:latin typeface="Arial"/>
                    <a:ea typeface="Arial"/>
                    <a:cs typeface="Arial"/>
                    <a:sym typeface="Arial"/>
                  </a:rPr>
                  <a:t>Update rule (point to the formula):</a:t>
                </a:r>
              </a:p>
              <a:p>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1</m:t>
                            </m:r>
                          </m:e>
                        </m:d>
                      </m:sup>
                    </m:sSup>
                    <m:r>
                      <a:rPr lang="ar-AE" sz="1100" b="0" i="0" u="none" strike="noStrike" cap="none">
                        <a:solidFill>
                          <a:srgbClr val="000000"/>
                        </a:solidFill>
                        <a:latin typeface="Cambria Math" panose="02040503050406030204" pitchFamily="18" charset="0"/>
                        <a:ea typeface="Arial"/>
                        <a:cs typeface="Arial"/>
                        <a:sym typeface="Arial"/>
                      </a:rPr>
                      <m:t>=</m:t>
                    </m:r>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e>
                        </m:d>
                      </m:sup>
                    </m:sSup>
                    <m:r>
                      <a:rPr lang="ar-AE" sz="1100" b="0" i="0" u="none" strike="noStrike" cap="none">
                        <a:solidFill>
                          <a:srgbClr val="000000"/>
                        </a:solidFill>
                        <a:latin typeface="Cambria Math" panose="02040503050406030204" pitchFamily="18" charset="0"/>
                        <a:ea typeface="Arial"/>
                        <a:cs typeface="Arial"/>
                        <a:sym typeface="Arial"/>
                      </a:rPr>
                      <m:t>−</m:t>
                    </m:r>
                    <m:r>
                      <a:rPr lang="ar-AE" sz="1100" b="0" i="1" u="none" strike="noStrike" cap="none">
                        <a:solidFill>
                          <a:srgbClr val="000000"/>
                        </a:solidFill>
                        <a:latin typeface="Cambria Math" panose="02040503050406030204" pitchFamily="18" charset="0"/>
                        <a:ea typeface="Arial"/>
                        <a:cs typeface="Arial"/>
                        <a:sym typeface="Arial"/>
                      </a:rPr>
                      <m:t>𝜂</m:t>
                    </m:r>
                    <m:r>
                      <m:rPr>
                        <m:sty m:val="p"/>
                      </m:rP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ℓ</m:t>
                    </m:r>
                    <m:d>
                      <m:dPr>
                        <m:sepChr m:val=";"/>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𝑡</m:t>
                                </m:r>
                              </m:e>
                            </m:d>
                          </m:sup>
                        </m:sSup>
                      </m:e>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oMath>
                </a14:m>
                <a:endParaRPr lang="ar-AE" dirty="0"/>
              </a:p>
              <a:p>
                <a:pPr fontAlgn="t"/>
                <a14:m>
                  <m:oMath xmlns:m="http://schemas.openxmlformats.org/officeDocument/2006/math">
                    <m:r>
                      <a:rPr lang="ar-AE" sz="1100" b="0" i="1" u="none" strike="noStrike" cap="none">
                        <a:solidFill>
                          <a:srgbClr val="000000"/>
                        </a:solidFill>
                        <a:latin typeface="Cambria Math" panose="02040503050406030204" pitchFamily="18" charset="0"/>
                        <a:ea typeface="Arial"/>
                        <a:cs typeface="Arial"/>
                        <a:sym typeface="Arial"/>
                      </a:rPr>
                      <m:t>𝜂</m:t>
                    </m:r>
                  </m:oMath>
                </a14:m>
                <a:r>
                  <a:rPr lang="ar-AE" sz="1100" b="0" i="0" u="none" strike="noStrike" cap="none" dirty="0">
                    <a:solidFill>
                      <a:srgbClr val="000000"/>
                    </a:solidFill>
                    <a:effectLst/>
                    <a:latin typeface="Arial"/>
                    <a:ea typeface="Arial"/>
                    <a:cs typeface="Arial"/>
                    <a:sym typeface="Arial"/>
                  </a:rPr>
                  <a:t>= </a:t>
                </a:r>
                <a:r>
                  <a:rPr lang="en-GB" sz="1100" b="0" i="0" u="none" strike="noStrike" cap="none" dirty="0">
                    <a:solidFill>
                      <a:srgbClr val="000000"/>
                    </a:solidFill>
                    <a:effectLst/>
                    <a:latin typeface="Arial"/>
                    <a:ea typeface="Arial"/>
                    <a:cs typeface="Arial"/>
                    <a:sym typeface="Arial"/>
                  </a:rPr>
                  <a:t>learning rate</a:t>
                </a:r>
              </a:p>
              <a:p>
                <a:pPr fontAlgn="t"/>
                <a14:m>
                  <m:oMath xmlns:m="http://schemas.openxmlformats.org/officeDocument/2006/math">
                    <m:r>
                      <m:rPr>
                        <m:sty m:val="p"/>
                      </m:rPr>
                      <a:rPr lang="en-GB" sz="1100" b="0" i="0" u="none" strike="noStrike" cap="none">
                        <a:solidFill>
                          <a:srgbClr val="000000"/>
                        </a:solidFill>
                        <a:latin typeface="Cambria Math" panose="02040503050406030204" pitchFamily="18" charset="0"/>
                        <a:ea typeface="Arial"/>
                        <a:cs typeface="Arial"/>
                        <a:sym typeface="Arial"/>
                      </a:rPr>
                      <m:t>∇</m:t>
                    </m:r>
                    <m:r>
                      <a:rPr lang="en-GB" sz="1100" b="0" i="0" u="none" strike="noStrike" cap="none">
                        <a:solidFill>
                          <a:srgbClr val="000000"/>
                        </a:solidFill>
                        <a:latin typeface="Cambria Math" panose="02040503050406030204" pitchFamily="18" charset="0"/>
                        <a:ea typeface="Arial"/>
                        <a:cs typeface="Arial"/>
                        <a:sym typeface="Arial"/>
                      </a:rPr>
                      <m:t>ℓ</m:t>
                    </m:r>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0" u="none" strike="noStrike" cap="none">
                            <a:solidFill>
                              <a:srgbClr val="000000"/>
                            </a:solidFill>
                            <a:latin typeface="Cambria Math" panose="02040503050406030204" pitchFamily="18" charset="0"/>
                            <a:ea typeface="Arial"/>
                            <a:cs typeface="Arial"/>
                            <a:sym typeface="Arial"/>
                          </a:rPr>
                          <m:t>⋅</m:t>
                        </m:r>
                      </m:e>
                    </m:d>
                  </m:oMath>
                </a14:m>
                <a:r>
                  <a:rPr lang="ar-AE" sz="1100" b="0" i="0" u="none" strike="noStrike" cap="none" dirty="0">
                    <a:solidFill>
                      <a:srgbClr val="000000"/>
                    </a:solidFill>
                    <a:effectLst/>
                    <a:latin typeface="Arial"/>
                    <a:ea typeface="Arial"/>
                    <a:cs typeface="Arial"/>
                    <a:sym typeface="Arial"/>
                  </a:rPr>
                  <a:t>= </a:t>
                </a:r>
                <a:r>
                  <a:rPr lang="en-GB" sz="1100" b="0" i="0" u="none" strike="noStrike" cap="none" dirty="0">
                    <a:solidFill>
                      <a:srgbClr val="000000"/>
                    </a:solidFill>
                    <a:effectLst/>
                    <a:latin typeface="Arial"/>
                    <a:ea typeface="Arial"/>
                    <a:cs typeface="Arial"/>
                    <a:sym typeface="Arial"/>
                  </a:rPr>
                  <a:t>gradient of </a:t>
                </a:r>
                <a:r>
                  <a:rPr lang="en-GB" sz="1100" b="1" i="0" u="none" strike="noStrike" cap="none" dirty="0">
                    <a:solidFill>
                      <a:srgbClr val="000000"/>
                    </a:solidFill>
                    <a:effectLst/>
                    <a:latin typeface="Arial"/>
                    <a:ea typeface="Arial"/>
                    <a:cs typeface="Arial"/>
                    <a:sym typeface="Arial"/>
                  </a:rPr>
                  <a:t>loss for that one example</a:t>
                </a:r>
                <a:endParaRPr lang="en-GB"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Choice>
        <mc:Fallback xmlns="">
          <p:sp>
            <p:nvSpPr>
              <p:cNvPr id="578" name="Google Shape;578;p2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Stochastic Gradient Descent (SGD) is an optimization algorithm that iteratively updates model parameters to minimize a loss function</a:t>
                </a:r>
                <a:r>
                  <a:rPr lang="en-US" b="0" i="0" dirty="0">
                    <a:solidFill>
                      <a:srgbClr val="0A0A0A"/>
                    </a:solidFill>
                    <a:effectLst/>
                    <a:latin typeface="Google Sans"/>
                  </a:rPr>
                  <a:t>, similar to traditional gradient descent but using a single training example or a small batch to compute the gradient at each step. This approach makes SGD computationally efficient and faster for large datasets, as it avoids the cost of processing the entire dataset at once</a:t>
                </a:r>
              </a:p>
              <a:p>
                <a:pPr marL="0" lvl="0" indent="0" algn="l" rtl="0">
                  <a:spcBef>
                    <a:spcPts val="0"/>
                  </a:spcBef>
                  <a:spcAft>
                    <a:spcPts val="0"/>
                  </a:spcAft>
                  <a:buNone/>
                </a:pPr>
                <a:endParaRPr lang="en-US" b="0" i="0" dirty="0">
                  <a:solidFill>
                    <a:srgbClr val="0A0A0A"/>
                  </a:solidFill>
                  <a:effectLst/>
                  <a:latin typeface="Google Sans"/>
                </a:endParaRPr>
              </a:p>
              <a:p>
                <a:pPr fontAlgn="t"/>
                <a:r>
                  <a:rPr lang="en-GB" sz="1100" b="0" i="0" u="none" strike="noStrike" cap="none" dirty="0">
                    <a:solidFill>
                      <a:srgbClr val="000000"/>
                    </a:solidFill>
                    <a:effectLst/>
                    <a:latin typeface="Arial"/>
                    <a:ea typeface="Arial"/>
                    <a:cs typeface="Arial"/>
                    <a:sym typeface="Arial"/>
                  </a:rPr>
                  <a:t>In </a:t>
                </a:r>
                <a:r>
                  <a:rPr lang="en-GB" sz="1100" b="1" i="0" u="none" strike="noStrike" cap="none" dirty="0">
                    <a:solidFill>
                      <a:srgbClr val="000000"/>
                    </a:solidFill>
                    <a:effectLst/>
                    <a:latin typeface="Arial"/>
                    <a:ea typeface="Arial"/>
                    <a:cs typeface="Arial"/>
                    <a:sym typeface="Arial"/>
                  </a:rPr>
                  <a:t>Batch Gradient Descent</a:t>
                </a:r>
                <a:r>
                  <a:rPr lang="en-GB" sz="1100" b="0" i="0" u="none" strike="noStrike" cap="none" dirty="0">
                    <a:solidFill>
                      <a:srgbClr val="000000"/>
                    </a:solidFill>
                    <a:effectLst/>
                    <a:latin typeface="Arial"/>
                    <a:ea typeface="Arial"/>
                    <a:cs typeface="Arial"/>
                    <a:sym typeface="Arial"/>
                  </a:rPr>
                  <a:t>, we compute the gradient using </a:t>
                </a:r>
                <a:r>
                  <a:rPr lang="en-GB" sz="1100" b="1" i="0" u="none" strike="noStrike" cap="none" dirty="0">
                    <a:solidFill>
                      <a:srgbClr val="000000"/>
                    </a:solidFill>
                    <a:effectLst/>
                    <a:latin typeface="Arial"/>
                    <a:ea typeface="Arial"/>
                    <a:cs typeface="Arial"/>
                    <a:sym typeface="Arial"/>
                  </a:rPr>
                  <a:t>all training examples</a:t>
                </a:r>
                <a:r>
                  <a:rPr lang="en-GB" sz="1100" b="0" i="0" u="none" strike="noStrike" cap="none" dirty="0">
                    <a:solidFill>
                      <a:srgbClr val="000000"/>
                    </a:solidFill>
                    <a:effectLst/>
                    <a:latin typeface="Arial"/>
                    <a:ea typeface="Arial"/>
                    <a:cs typeface="Arial"/>
                    <a:sym typeface="Arial"/>
                  </a:rPr>
                  <a:t> before making </a:t>
                </a:r>
                <a:r>
                  <a:rPr lang="en-GB" sz="1100" b="1" i="0" u="none" strike="noStrike" cap="none" dirty="0">
                    <a:solidFill>
                      <a:srgbClr val="000000"/>
                    </a:solidFill>
                    <a:effectLst/>
                    <a:latin typeface="Arial"/>
                    <a:ea typeface="Arial"/>
                    <a:cs typeface="Arial"/>
                    <a:sym typeface="Arial"/>
                  </a:rPr>
                  <a:t>one</a:t>
                </a:r>
                <a:r>
                  <a:rPr lang="en-GB" sz="1100" b="0" i="0" u="none" strike="noStrike" cap="none" dirty="0">
                    <a:solidFill>
                      <a:srgbClr val="000000"/>
                    </a:solidFill>
                    <a:effectLst/>
                    <a:latin typeface="Arial"/>
                    <a:ea typeface="Arial"/>
                    <a:cs typeface="Arial"/>
                    <a:sym typeface="Arial"/>
                  </a:rPr>
                  <a:t> update. In </a:t>
                </a:r>
                <a:r>
                  <a:rPr lang="en-GB" sz="1100" b="1" i="0" u="none" strike="noStrike" cap="none" dirty="0">
                    <a:solidFill>
                      <a:srgbClr val="000000"/>
                    </a:solidFill>
                    <a:effectLst/>
                    <a:latin typeface="Arial"/>
                    <a:ea typeface="Arial"/>
                    <a:cs typeface="Arial"/>
                    <a:sym typeface="Arial"/>
                  </a:rPr>
                  <a:t>SGD</a:t>
                </a:r>
                <a:r>
                  <a:rPr lang="en-GB" sz="1100" b="0" i="0" u="none" strike="noStrike" cap="none" dirty="0">
                    <a:solidFill>
                      <a:srgbClr val="000000"/>
                    </a:solidFill>
                    <a:effectLst/>
                    <a:latin typeface="Arial"/>
                    <a:ea typeface="Arial"/>
                    <a:cs typeface="Arial"/>
                    <a:sym typeface="Arial"/>
                  </a:rPr>
                  <a:t>, we </a:t>
                </a:r>
                <a:r>
                  <a:rPr lang="en-GB" sz="1100" b="1" i="0" u="none" strike="noStrike" cap="none" dirty="0">
                    <a:solidFill>
                      <a:srgbClr val="000000"/>
                    </a:solidFill>
                    <a:effectLst/>
                    <a:latin typeface="Arial"/>
                    <a:ea typeface="Arial"/>
                    <a:cs typeface="Arial"/>
                    <a:sym typeface="Arial"/>
                  </a:rPr>
                  <a:t>don’t wait for the whole dataset</a:t>
                </a:r>
                <a:r>
                  <a:rPr lang="en-GB" sz="1100" b="0" i="0" u="none" strike="noStrike" cap="none" dirty="0">
                    <a:solidFill>
                      <a:srgbClr val="000000"/>
                    </a:solidFill>
                    <a:effectLst/>
                    <a:latin typeface="Arial"/>
                    <a:ea typeface="Arial"/>
                    <a:cs typeface="Arial"/>
                    <a:sym typeface="Arial"/>
                  </a:rPr>
                  <a:t>. Instead, we: pick </a:t>
                </a:r>
                <a:r>
                  <a:rPr lang="en-GB" sz="1100" b="1" i="0" u="none" strike="noStrike" cap="none" dirty="0">
                    <a:solidFill>
                      <a:srgbClr val="000000"/>
                    </a:solidFill>
                    <a:effectLst/>
                    <a:latin typeface="Arial"/>
                    <a:ea typeface="Arial"/>
                    <a:cs typeface="Arial"/>
                    <a:sym typeface="Arial"/>
                  </a:rPr>
                  <a:t>one random example</a:t>
                </a:r>
                <a:r>
                  <a:rPr lang="en-GB" sz="1100" b="0" i="0" u="none" strike="noStrike" cap="none" dirty="0">
                    <a:solidFill>
                      <a:srgbClr val="000000"/>
                    </a:solidFill>
                    <a:effectLst/>
                    <a:latin typeface="Arial"/>
                    <a:ea typeface="Arial"/>
                    <a:cs typeface="Arial"/>
                    <a:sym typeface="Arial"/>
                  </a:rPr>
                  <a:t> </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𝑥^((𝑖) )ⓜ,𝑦^((𝑖) ) )</a:t>
                </a:r>
                <a:endParaRPr lang="ar-AE" sz="1100" b="0" i="0" u="none" strike="noStrike" cap="none" dirty="0">
                  <a:solidFill>
                    <a:srgbClr val="000000"/>
                  </a:solidFill>
                  <a:effectLst/>
                  <a:latin typeface="Arial"/>
                  <a:ea typeface="Arial"/>
                  <a:cs typeface="Arial"/>
                  <a:sym typeface="Arial"/>
                </a:endParaRPr>
              </a:p>
              <a:p>
                <a:pPr fontAlgn="t"/>
                <a:r>
                  <a:rPr lang="en-GB" sz="1100" b="0" i="0" u="none" strike="noStrike" cap="none" dirty="0">
                    <a:solidFill>
                      <a:srgbClr val="000000"/>
                    </a:solidFill>
                    <a:effectLst/>
                    <a:latin typeface="Arial"/>
                    <a:ea typeface="Arial"/>
                    <a:cs typeface="Arial"/>
                    <a:sym typeface="Arial"/>
                  </a:rPr>
                  <a:t>compute gradient using </a:t>
                </a:r>
                <a:r>
                  <a:rPr lang="en-GB" sz="1100" b="1" i="0" u="none" strike="noStrike" cap="none" dirty="0">
                    <a:solidFill>
                      <a:srgbClr val="000000"/>
                    </a:solidFill>
                    <a:effectLst/>
                    <a:latin typeface="Arial"/>
                    <a:ea typeface="Arial"/>
                    <a:cs typeface="Arial"/>
                    <a:sym typeface="Arial"/>
                  </a:rPr>
                  <a:t>only that example</a:t>
                </a:r>
                <a:endParaRPr lang="en-GB" sz="1100" b="0" i="0" u="none" strike="noStrike" cap="none" dirty="0">
                  <a:solidFill>
                    <a:srgbClr val="000000"/>
                  </a:solidFill>
                  <a:effectLst/>
                  <a:latin typeface="Arial"/>
                  <a:ea typeface="Arial"/>
                  <a:cs typeface="Arial"/>
                  <a:sym typeface="Arial"/>
                </a:endParaRPr>
              </a:p>
              <a:p>
                <a:pPr fontAlgn="t"/>
                <a:r>
                  <a:rPr lang="en-GB" sz="1100" b="0" i="0" u="none" strike="noStrike" cap="none" dirty="0">
                    <a:solidFill>
                      <a:srgbClr val="000000"/>
                    </a:solidFill>
                    <a:effectLst/>
                    <a:latin typeface="Arial"/>
                    <a:ea typeface="Arial"/>
                    <a:cs typeface="Arial"/>
                    <a:sym typeface="Arial"/>
                  </a:rPr>
                  <a:t>update weights immediately</a:t>
                </a:r>
              </a:p>
              <a:p>
                <a:pPr fontAlgn="t"/>
                <a:r>
                  <a:rPr lang="en-GB" sz="1100" b="1" i="0" u="none" strike="noStrike" cap="none" dirty="0">
                    <a:solidFill>
                      <a:srgbClr val="000000"/>
                    </a:solidFill>
                    <a:effectLst/>
                    <a:latin typeface="Arial"/>
                    <a:ea typeface="Arial"/>
                    <a:cs typeface="Arial"/>
                    <a:sym typeface="Arial"/>
                  </a:rPr>
                  <a:t>Update rule (point to the formula):</a:t>
                </a:r>
              </a:p>
              <a:p>
                <a:r>
                  <a:rPr lang="ar-AE" sz="1100" b="0" i="0" u="none" strike="noStrike" cap="none">
                    <a:solidFill>
                      <a:srgbClr val="000000"/>
                    </a:solidFill>
                    <a:latin typeface="Arial"/>
                    <a:ea typeface="Arial"/>
                    <a:cs typeface="Arial"/>
                    <a:sym typeface="Arial"/>
                  </a:rPr>
                  <a:t>𝑤^((𝑡+1) )=𝑤^((𝑡) )−𝜂∇ℓ</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𝑤^((𝑡) )ⓜ;𝑥^((𝑖) )ⓜ;𝑦^((𝑖) ) )</a:t>
                </a:r>
                <a:endParaRPr lang="ar-AE" dirty="0"/>
              </a:p>
              <a:p>
                <a:pPr fontAlgn="t"/>
                <a:r>
                  <a:rPr lang="ar-AE" sz="1100" b="0" i="0" u="none" strike="noStrike" cap="none">
                    <a:solidFill>
                      <a:srgbClr val="000000"/>
                    </a:solidFill>
                    <a:latin typeface="Arial"/>
                    <a:ea typeface="Arial"/>
                    <a:cs typeface="Arial"/>
                    <a:sym typeface="Arial"/>
                  </a:rPr>
                  <a:t>𝜂</a:t>
                </a:r>
                <a:r>
                  <a:rPr lang="ar-AE" sz="1100" b="0" i="0" u="none" strike="noStrike" cap="none" dirty="0">
                    <a:solidFill>
                      <a:srgbClr val="000000"/>
                    </a:solidFill>
                    <a:effectLst/>
                    <a:latin typeface="Arial"/>
                    <a:ea typeface="Arial"/>
                    <a:cs typeface="Arial"/>
                    <a:sym typeface="Arial"/>
                  </a:rPr>
                  <a:t>= </a:t>
                </a:r>
                <a:r>
                  <a:rPr lang="en-GB" sz="1100" b="0" i="0" u="none" strike="noStrike" cap="none" dirty="0">
                    <a:solidFill>
                      <a:srgbClr val="000000"/>
                    </a:solidFill>
                    <a:effectLst/>
                    <a:latin typeface="Arial"/>
                    <a:ea typeface="Arial"/>
                    <a:cs typeface="Arial"/>
                    <a:sym typeface="Arial"/>
                  </a:rPr>
                  <a:t>learning rate</a:t>
                </a:r>
              </a:p>
              <a:p>
                <a:pPr fontAlgn="t"/>
                <a:r>
                  <a:rPr lang="en-GB" sz="1100" b="0" i="0" u="none" strike="noStrike" cap="none">
                    <a:solidFill>
                      <a:srgbClr val="000000"/>
                    </a:solidFill>
                    <a:latin typeface="Arial"/>
                    <a:ea typeface="Arial"/>
                    <a:cs typeface="Arial"/>
                    <a:sym typeface="Arial"/>
                  </a:rPr>
                  <a:t>∇ℓ</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a:t>
                </a:r>
                <a:r>
                  <a:rPr lang="ar-AE" sz="1100" b="0" i="0" u="none" strike="noStrike" cap="none" dirty="0">
                    <a:solidFill>
                      <a:srgbClr val="000000"/>
                    </a:solidFill>
                    <a:effectLst/>
                    <a:latin typeface="Arial"/>
                    <a:ea typeface="Arial"/>
                    <a:cs typeface="Arial"/>
                    <a:sym typeface="Arial"/>
                  </a:rPr>
                  <a:t>= </a:t>
                </a:r>
                <a:r>
                  <a:rPr lang="en-GB" sz="1100" b="0" i="0" u="none" strike="noStrike" cap="none" dirty="0">
                    <a:solidFill>
                      <a:srgbClr val="000000"/>
                    </a:solidFill>
                    <a:effectLst/>
                    <a:latin typeface="Arial"/>
                    <a:ea typeface="Arial"/>
                    <a:cs typeface="Arial"/>
                    <a:sym typeface="Arial"/>
                  </a:rPr>
                  <a:t>gradient of </a:t>
                </a:r>
                <a:r>
                  <a:rPr lang="en-GB" sz="1100" b="1" i="0" u="none" strike="noStrike" cap="none" dirty="0">
                    <a:solidFill>
                      <a:srgbClr val="000000"/>
                    </a:solidFill>
                    <a:effectLst/>
                    <a:latin typeface="Arial"/>
                    <a:ea typeface="Arial"/>
                    <a:cs typeface="Arial"/>
                    <a:sym typeface="Arial"/>
                  </a:rPr>
                  <a:t>loss for that one example</a:t>
                </a:r>
                <a:endParaRPr lang="en-GB"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mc:Fallback>
      </mc:AlternateContent>
      <p:sp>
        <p:nvSpPr>
          <p:cNvPr id="579" name="Google Shape;579;p2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2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26: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05" name="Google Shape;605;p2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fontAlgn="t"/>
                <a:r>
                  <a:rPr lang="en-GB" sz="1100" b="0" i="0" u="none" strike="noStrike" cap="none" dirty="0">
                    <a:solidFill>
                      <a:srgbClr val="000000"/>
                    </a:solidFill>
                    <a:effectLst/>
                    <a:latin typeface="Arial"/>
                    <a:ea typeface="Arial"/>
                    <a:cs typeface="Arial"/>
                    <a:sym typeface="Arial"/>
                  </a:rPr>
                  <a:t>For one example </a:t>
                </a:r>
                <a14:m>
                  <m:oMath xmlns:m="http://schemas.openxmlformats.org/officeDocument/2006/math">
                    <m:d>
                      <m:dPr>
                        <m:sepChr m:val=","/>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oMath>
                </a14:m>
                <a:r>
                  <a:rPr lang="ar-AE" sz="1100" b="0" i="0" u="none" strike="noStrike" cap="none" dirty="0">
                    <a:solidFill>
                      <a:srgbClr val="000000"/>
                    </a:solidFill>
                    <a:effectLst/>
                    <a:latin typeface="Arial"/>
                    <a:ea typeface="Arial"/>
                    <a:cs typeface="Arial"/>
                    <a:sym typeface="Arial"/>
                  </a:rPr>
                  <a:t>,</a:t>
                </a:r>
              </a:p>
              <a:p>
                <a14:m>
                  <m:oMath xmlns:m="http://schemas.openxmlformats.org/officeDocument/2006/math">
                    <m:sSub>
                      <m:sSubPr>
                        <m:ctrlPr>
                          <a:rPr lang="ar-AE" sz="1100" b="0" i="1" u="none" strike="noStrike" cap="none">
                            <a:solidFill>
                              <a:srgbClr val="000000"/>
                            </a:solidFill>
                            <a:latin typeface="Cambria Math" panose="02040503050406030204" pitchFamily="18" charset="0"/>
                            <a:ea typeface="Arial"/>
                            <a:cs typeface="Arial"/>
                            <a:sym typeface="Arial"/>
                          </a:rPr>
                        </m:ctrlPr>
                      </m:sSubPr>
                      <m:e>
                        <m:r>
                          <m:rPr>
                            <m:sty m:val="p"/>
                          </m:rPr>
                          <a:rPr lang="ar-AE" sz="1100" b="0" i="0" u="none" strike="noStrike" cap="none">
                            <a:solidFill>
                              <a:srgbClr val="000000"/>
                            </a:solidFill>
                            <a:latin typeface="Cambria Math" panose="02040503050406030204" pitchFamily="18" charset="0"/>
                            <a:ea typeface="Arial"/>
                            <a:cs typeface="Arial"/>
                            <a:sym typeface="Arial"/>
                          </a:rPr>
                          <m:t>∇</m:t>
                        </m:r>
                      </m:e>
                      <m:sub>
                        <m:r>
                          <a:rPr lang="ar-AE" sz="1100" b="0" i="1" u="none" strike="noStrike" cap="none">
                            <a:solidFill>
                              <a:srgbClr val="000000"/>
                            </a:solidFill>
                            <a:latin typeface="Cambria Math" panose="02040503050406030204" pitchFamily="18" charset="0"/>
                            <a:ea typeface="Arial"/>
                            <a:cs typeface="Arial"/>
                            <a:sym typeface="Arial"/>
                          </a:rPr>
                          <m:t>𝑤</m:t>
                        </m:r>
                      </m:sub>
                    </m:sSub>
                    <m:r>
                      <a:rPr lang="ar-AE" sz="1100" b="0" i="0" u="none" strike="noStrike" cap="none">
                        <a:solidFill>
                          <a:srgbClr val="000000"/>
                        </a:solidFill>
                        <a:latin typeface="Cambria Math" panose="02040503050406030204" pitchFamily="18" charset="0"/>
                        <a:ea typeface="Arial"/>
                        <a:cs typeface="Arial"/>
                        <a:sym typeface="Arial"/>
                      </a:rPr>
                      <m:t>ℓ</m:t>
                    </m:r>
                    <m:d>
                      <m:dPr>
                        <m:sepChr m:val=";"/>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𝑤</m:t>
                        </m:r>
                      </m:e>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r>
                      <a:rPr lang="ar-AE" sz="1100" b="0" i="0" u="none" strike="noStrike" cap="none">
                        <a:solidFill>
                          <a:srgbClr val="000000"/>
                        </a:solidFill>
                        <a:latin typeface="Cambria Math" panose="02040503050406030204" pitchFamily="18" charset="0"/>
                        <a:ea typeface="Arial"/>
                        <a:cs typeface="Arial"/>
                        <a:sym typeface="Arial"/>
                      </a:rPr>
                      <m:t>=</m:t>
                    </m:r>
                    <m:d>
                      <m:dPr>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acc>
                              <m:accPr>
                                <m:chr m:val="̂"/>
                                <m:ctrlPr>
                                  <a:rPr lang="ar-AE" sz="1100" b="0" i="1" u="none" strike="noStrike" cap="none">
                                    <a:solidFill>
                                      <a:srgbClr val="000000"/>
                                    </a:solidFill>
                                    <a:latin typeface="Cambria Math" panose="02040503050406030204" pitchFamily="18" charset="0"/>
                                    <a:ea typeface="Arial"/>
                                    <a:cs typeface="Arial"/>
                                    <a:sym typeface="Arial"/>
                                  </a:rPr>
                                </m:ctrlPr>
                              </m:accPr>
                              <m:e>
                                <m:r>
                                  <a:rPr lang="ar-AE" sz="1100" b="0" i="1" u="none" strike="noStrike" cap="none">
                                    <a:solidFill>
                                      <a:srgbClr val="000000"/>
                                    </a:solidFill>
                                    <a:latin typeface="Cambria Math" panose="02040503050406030204" pitchFamily="18" charset="0"/>
                                    <a:ea typeface="Arial"/>
                                    <a:cs typeface="Arial"/>
                                    <a:sym typeface="Arial"/>
                                  </a:rPr>
                                  <m:t>𝑦</m:t>
                                </m:r>
                              </m:e>
                            </m:acc>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r>
                          <a:rPr lang="ar-AE" sz="1100" b="0" i="0" u="none" strike="noStrike" cap="none">
                            <a:solidFill>
                              <a:srgbClr val="000000"/>
                            </a:solidFill>
                            <a:latin typeface="Cambria Math" panose="02040503050406030204" pitchFamily="18" charset="0"/>
                            <a:ea typeface="Arial"/>
                            <a:cs typeface="Arial"/>
                            <a:sym typeface="Arial"/>
                          </a:rPr>
                          <m:t>−</m:t>
                        </m:r>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r>
                      <m:rPr>
                        <m:nor/>
                      </m:rPr>
                      <a:rPr lang="ar-AE" sz="1100" b="0" i="1" u="none" strike="noStrike" cap="none">
                        <a:solidFill>
                          <a:srgbClr val="000000"/>
                        </a:solidFill>
                        <a:latin typeface="Arial"/>
                        <a:ea typeface="Arial"/>
                        <a:cs typeface="Arial"/>
                        <a:sym typeface="Arial"/>
                      </a:rPr>
                      <m:t> </m:t>
                    </m:r>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oMath>
                </a14:m>
                <a:endParaRPr lang="ar-AE" b="0" dirty="0"/>
              </a:p>
              <a:p>
                <a:pPr fontAlgn="t"/>
                <a:r>
                  <a:rPr lang="en-GB" sz="1100" b="0" i="0" u="none" strike="noStrike" cap="none" dirty="0">
                    <a:solidFill>
                      <a:srgbClr val="000000"/>
                    </a:solidFill>
                    <a:effectLst/>
                    <a:latin typeface="Arial"/>
                    <a:ea typeface="Arial"/>
                    <a:cs typeface="Arial"/>
                    <a:sym typeface="Arial"/>
                  </a:rPr>
                  <a:t>This is exactly the equation shown: gradient = </a:t>
                </a:r>
                <a:r>
                  <a:rPr lang="en-GB" sz="1100" b="1" i="0" u="none" strike="noStrike" cap="none" dirty="0">
                    <a:solidFill>
                      <a:srgbClr val="000000"/>
                    </a:solidFill>
                    <a:effectLst/>
                    <a:latin typeface="Arial"/>
                    <a:ea typeface="Arial"/>
                    <a:cs typeface="Arial"/>
                    <a:sym typeface="Arial"/>
                  </a:rPr>
                  <a:t>(prediction − true label) × input</a:t>
                </a:r>
                <a:r>
                  <a:rPr lang="en-GB" sz="1100" b="0" i="0" u="none" strike="noStrike" cap="none" dirty="0">
                    <a:solidFill>
                      <a:srgbClr val="000000"/>
                    </a:solidFill>
                    <a:effectLst/>
                    <a:latin typeface="Arial"/>
                    <a:ea typeface="Arial"/>
                    <a:cs typeface="Arial"/>
                    <a:sym typeface="Arial"/>
                  </a:rPr>
                  <a:t>. </a:t>
                </a:r>
              </a:p>
              <a:p>
                <a:pPr fontAlgn="t"/>
                <a:endParaRPr lang="en-GB" sz="1100" b="0" i="0" u="none" strike="noStrike" cap="none" dirty="0">
                  <a:solidFill>
                    <a:srgbClr val="000000"/>
                  </a:solidFill>
                  <a:effectLst/>
                  <a:latin typeface="Arial"/>
                  <a:cs typeface="Arial"/>
                  <a:sym typeface="Arial"/>
                </a:endParaRPr>
              </a:p>
              <a:p>
                <a:pPr marL="158750" indent="0" fontAlgn="t">
                  <a:buNone/>
                </a:pPr>
                <a:endParaRPr lang="en-GB" sz="1100" b="0" i="0" u="none" strike="noStrike" cap="none" dirty="0">
                  <a:solidFill>
                    <a:srgbClr val="000000"/>
                  </a:solidFill>
                  <a:effectLst/>
                  <a:latin typeface="Arial"/>
                  <a:cs typeface="Arial"/>
                  <a:sym typeface="Arial"/>
                </a:endParaRPr>
              </a:p>
              <a:p>
                <a:pPr fontAlgn="t"/>
                <a:r>
                  <a:rPr lang="en-GB" sz="1100" b="1" i="0" u="none" strike="noStrike" cap="none" dirty="0">
                    <a:solidFill>
                      <a:srgbClr val="000000"/>
                    </a:solidFill>
                    <a:effectLst/>
                    <a:latin typeface="Arial"/>
                    <a:ea typeface="Arial"/>
                    <a:cs typeface="Arial"/>
                    <a:sym typeface="Arial"/>
                  </a:rPr>
                  <a:t>Initialize</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0" u="none" strike="noStrike" cap="none">
                                <a:solidFill>
                                  <a:srgbClr val="000000"/>
                                </a:solidFill>
                                <a:latin typeface="Cambria Math" panose="02040503050406030204" pitchFamily="18" charset="0"/>
                                <a:ea typeface="Arial"/>
                                <a:cs typeface="Arial"/>
                                <a:sym typeface="Arial"/>
                              </a:rPr>
                              <m:t>0</m:t>
                            </m:r>
                          </m:e>
                        </m:d>
                      </m:sup>
                    </m:sSup>
                  </m:oMath>
                </a14:m>
                <a:r>
                  <a:rPr lang="ar-AE" sz="1100" b="0" i="0" u="none" strike="noStrike" cap="none" dirty="0">
                    <a:solidFill>
                      <a:srgbClr val="000000"/>
                    </a:solidFill>
                    <a:effectLst/>
                    <a:latin typeface="Arial"/>
                    <a:ea typeface="Arial"/>
                    <a:cs typeface="Arial"/>
                    <a:sym typeface="Arial"/>
                  </a:rPr>
                  <a:t>(</a:t>
                </a:r>
                <a:r>
                  <a:rPr lang="en-GB" sz="1100" b="0" i="0" u="none" strike="noStrike" cap="none" dirty="0">
                    <a:solidFill>
                      <a:srgbClr val="000000"/>
                    </a:solidFill>
                    <a:effectLst/>
                    <a:latin typeface="Arial"/>
                    <a:ea typeface="Arial"/>
                    <a:cs typeface="Arial"/>
                    <a:sym typeface="Arial"/>
                  </a:rPr>
                  <a:t>often zeros or small random)</a:t>
                </a:r>
              </a:p>
              <a:p>
                <a:pPr fontAlgn="t"/>
                <a:r>
                  <a:rPr lang="en-GB" sz="1100" b="0" i="0" u="none" strike="noStrike" cap="none" dirty="0">
                    <a:solidFill>
                      <a:srgbClr val="000000"/>
                    </a:solidFill>
                    <a:effectLst/>
                    <a:latin typeface="Arial"/>
                    <a:ea typeface="Arial"/>
                    <a:cs typeface="Arial"/>
                    <a:sym typeface="Arial"/>
                  </a:rPr>
                  <a:t>Repeat for </a:t>
                </a:r>
                <a:r>
                  <a:rPr lang="en-GB" sz="1100" b="1" i="0" u="none" strike="noStrike" cap="none" dirty="0">
                    <a:solidFill>
                      <a:srgbClr val="000000"/>
                    </a:solidFill>
                    <a:effectLst/>
                    <a:latin typeface="Arial"/>
                    <a:ea typeface="Arial"/>
                    <a:cs typeface="Arial"/>
                    <a:sym typeface="Arial"/>
                  </a:rPr>
                  <a:t>epochs</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r>
                      <a:rPr lang="en-GB" sz="1100" b="0" i="0" u="none" strike="noStrike" cap="none">
                        <a:solidFill>
                          <a:srgbClr val="000000"/>
                        </a:solidFill>
                        <a:latin typeface="Cambria Math" panose="02040503050406030204" pitchFamily="18" charset="0"/>
                        <a:ea typeface="Arial"/>
                        <a:cs typeface="Arial"/>
                        <a:sym typeface="Arial"/>
                      </a:rPr>
                      <m:t>1</m:t>
                    </m:r>
                    <m:r>
                      <a:rPr lang="en-GB" sz="1100" b="0" i="0" u="none" strike="noStrike" cap="none">
                        <a:solidFill>
                          <a:srgbClr val="000000"/>
                        </a:solidFill>
                        <a:latin typeface="Cambria Math" panose="02040503050406030204" pitchFamily="18" charset="0"/>
                        <a:ea typeface="Arial"/>
                        <a:cs typeface="Arial"/>
                        <a:sym typeface="Arial"/>
                      </a:rPr>
                      <m:t>..</m:t>
                    </m:r>
                    <m:r>
                      <a:rPr lang="en-GB" sz="1100" b="0" i="1" u="none" strike="noStrike" cap="none">
                        <a:solidFill>
                          <a:srgbClr val="000000"/>
                        </a:solidFill>
                        <a:latin typeface="Cambria Math" panose="02040503050406030204" pitchFamily="18" charset="0"/>
                        <a:ea typeface="Arial"/>
                        <a:cs typeface="Arial"/>
                        <a:sym typeface="Arial"/>
                      </a:rPr>
                      <m:t>𝑇</m:t>
                    </m:r>
                  </m:oMath>
                </a14:m>
                <a:r>
                  <a:rPr lang="en-GB" sz="1100" b="0" i="0" u="none" strike="noStrike" cap="none" dirty="0">
                    <a:solidFill>
                      <a:srgbClr val="000000"/>
                    </a:solidFill>
                    <a:effectLst/>
                    <a:latin typeface="Arial"/>
                    <a:ea typeface="Arial"/>
                    <a:cs typeface="Arial"/>
                    <a:sym typeface="Arial"/>
                  </a:rPr>
                  <a:t>: </a:t>
                </a:r>
              </a:p>
              <a:p>
                <a:pPr lvl="1" fontAlgn="t"/>
                <a:r>
                  <a:rPr lang="en-GB" sz="1100" b="1" i="0" u="none" strike="noStrike" cap="none" dirty="0">
                    <a:solidFill>
                      <a:srgbClr val="000000"/>
                    </a:solidFill>
                    <a:effectLst/>
                    <a:latin typeface="Arial"/>
                    <a:ea typeface="Arial"/>
                    <a:cs typeface="Arial"/>
                    <a:sym typeface="Arial"/>
                  </a:rPr>
                  <a:t>Shuffle dataset</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r>
                      <a:rPr lang="en-GB" sz="1100" b="0" i="1" u="none" strike="noStrike" cap="none">
                        <a:solidFill>
                          <a:srgbClr val="000000"/>
                        </a:solidFill>
                        <a:latin typeface="Cambria Math" panose="02040503050406030204" pitchFamily="18" charset="0"/>
                        <a:ea typeface="Arial"/>
                        <a:cs typeface="Arial"/>
                        <a:sym typeface="Arial"/>
                      </a:rPr>
                      <m:t>𝐷</m:t>
                    </m:r>
                  </m:oMath>
                </a14:m>
                <a:r>
                  <a:rPr lang="en-GB" sz="1100" b="0" i="0" u="none" strike="noStrike" cap="none" dirty="0">
                    <a:solidFill>
                      <a:srgbClr val="000000"/>
                    </a:solidFill>
                    <a:effectLst/>
                    <a:latin typeface="Arial"/>
                    <a:ea typeface="Arial"/>
                    <a:cs typeface="Arial"/>
                    <a:sym typeface="Arial"/>
                  </a:rPr>
                  <a:t>(important so we don’t learn in a fixed order). </a:t>
                </a:r>
              </a:p>
              <a:p>
                <a:pPr lvl="1" fontAlgn="t"/>
                <a:r>
                  <a:rPr lang="en-GB" sz="1100" b="0" i="0" u="none" strike="noStrike" cap="none" dirty="0">
                    <a:solidFill>
                      <a:srgbClr val="000000"/>
                    </a:solidFill>
                    <a:effectLst/>
                    <a:latin typeface="Arial"/>
                    <a:ea typeface="Arial"/>
                    <a:cs typeface="Arial"/>
                    <a:sym typeface="Arial"/>
                  </a:rPr>
                  <a:t>For </a:t>
                </a:r>
                <a:r>
                  <a:rPr lang="en-GB" sz="1100" b="1" i="0" u="none" strike="noStrike" cap="none" dirty="0">
                    <a:solidFill>
                      <a:srgbClr val="000000"/>
                    </a:solidFill>
                    <a:effectLst/>
                    <a:latin typeface="Arial"/>
                    <a:ea typeface="Arial"/>
                    <a:cs typeface="Arial"/>
                    <a:sym typeface="Arial"/>
                  </a:rPr>
                  <a:t>each example</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d>
                      <m:dPr>
                        <m:sepChr m:val=","/>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oMath>
                </a14:m>
                <a:r>
                  <a:rPr lang="ar-AE" sz="1100" b="0" i="0" u="none" strike="noStrike" cap="none" dirty="0">
                    <a:solidFill>
                      <a:srgbClr val="000000"/>
                    </a:solidFill>
                    <a:effectLst/>
                    <a:latin typeface="Arial"/>
                    <a:ea typeface="Arial"/>
                    <a:cs typeface="Arial"/>
                    <a:sym typeface="Arial"/>
                  </a:rPr>
                  <a:t>: </a:t>
                </a:r>
              </a:p>
              <a:p>
                <a:pPr lvl="2" fontAlgn="t"/>
                <a:r>
                  <a:rPr lang="en-GB" sz="1100" b="0" i="0" u="none" strike="noStrike" cap="none" dirty="0">
                    <a:solidFill>
                      <a:srgbClr val="000000"/>
                    </a:solidFill>
                    <a:effectLst/>
                    <a:latin typeface="Arial"/>
                    <a:ea typeface="Arial"/>
                    <a:cs typeface="Arial"/>
                    <a:sym typeface="Arial"/>
                  </a:rPr>
                  <a:t>compute prediction: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acc>
                          <m:accPr>
                            <m:chr m:val="̂"/>
                            <m:ctrlPr>
                              <a:rPr lang="ar-AE" sz="1100" b="0" i="1" u="none" strike="noStrike" cap="none">
                                <a:solidFill>
                                  <a:srgbClr val="000000"/>
                                </a:solidFill>
                                <a:latin typeface="Cambria Math" panose="02040503050406030204" pitchFamily="18" charset="0"/>
                                <a:ea typeface="Arial"/>
                                <a:cs typeface="Arial"/>
                                <a:sym typeface="Arial"/>
                              </a:rPr>
                            </m:ctrlPr>
                          </m:accPr>
                          <m:e>
                            <m:r>
                              <a:rPr lang="ar-AE" sz="1100" b="0" i="1" u="none" strike="noStrike" cap="none">
                                <a:solidFill>
                                  <a:srgbClr val="000000"/>
                                </a:solidFill>
                                <a:latin typeface="Cambria Math" panose="02040503050406030204" pitchFamily="18" charset="0"/>
                                <a:ea typeface="Arial"/>
                                <a:cs typeface="Arial"/>
                                <a:sym typeface="Arial"/>
                              </a:rPr>
                              <m:t>𝑦</m:t>
                            </m:r>
                          </m:e>
                        </m:acc>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r>
                      <a:rPr lang="ar-AE" sz="1100" b="0" i="0" u="none" strike="noStrike" cap="none">
                        <a:solidFill>
                          <a:srgbClr val="000000"/>
                        </a:solidFill>
                        <a:latin typeface="Cambria Math" panose="02040503050406030204" pitchFamily="18" charset="0"/>
                        <a:ea typeface="Arial"/>
                        <a:cs typeface="Arial"/>
                        <a:sym typeface="Arial"/>
                      </a:rPr>
                      <m:t>=</m:t>
                    </m:r>
                    <m:r>
                      <a:rPr lang="ar-AE" sz="1100" b="0" i="1" u="none" strike="noStrike" cap="none">
                        <a:solidFill>
                          <a:srgbClr val="000000"/>
                        </a:solidFill>
                        <a:latin typeface="Cambria Math" panose="02040503050406030204" pitchFamily="18" charset="0"/>
                        <a:ea typeface="Arial"/>
                        <a:cs typeface="Arial"/>
                        <a:sym typeface="Arial"/>
                      </a:rPr>
                      <m:t>𝜎</m:t>
                    </m:r>
                    <m:d>
                      <m:dPr>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r>
                              <a:rPr lang="ar-AE" sz="1100" b="0" i="1" u="none" strike="noStrike" cap="none">
                                <a:solidFill>
                                  <a:srgbClr val="000000"/>
                                </a:solidFill>
                                <a:latin typeface="Cambria Math" panose="02040503050406030204" pitchFamily="18" charset="0"/>
                                <a:ea typeface="Arial"/>
                                <a:cs typeface="Arial"/>
                                <a:sym typeface="Arial"/>
                              </a:rPr>
                              <m:t>𝑇</m:t>
                            </m:r>
                          </m:sup>
                        </m:sSup>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oMath>
                </a14:m>
                <a:endParaRPr lang="en-GB" sz="1100" b="0" i="0" u="none" strike="noStrike" cap="none" dirty="0">
                  <a:solidFill>
                    <a:srgbClr val="000000"/>
                  </a:solidFill>
                  <a:effectLst/>
                  <a:latin typeface="Arial"/>
                  <a:ea typeface="Arial"/>
                  <a:cs typeface="Arial"/>
                  <a:sym typeface="Arial"/>
                </a:endParaRPr>
              </a:p>
              <a:p>
                <a:pPr lvl="2" fontAlgn="t"/>
                <a:r>
                  <a:rPr lang="en-GB" sz="1100" b="0" i="0" u="none" strike="noStrike" cap="none" dirty="0">
                    <a:solidFill>
                      <a:srgbClr val="000000"/>
                    </a:solidFill>
                    <a:effectLst/>
                    <a:latin typeface="Arial"/>
                    <a:ea typeface="Arial"/>
                    <a:cs typeface="Arial"/>
                    <a:sym typeface="Arial"/>
                  </a:rPr>
                  <a:t>compute gradient: </a:t>
                </a:r>
                <a14:m>
                  <m:oMath xmlns:m="http://schemas.openxmlformats.org/officeDocument/2006/math">
                    <m:d>
                      <m:dPr>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acc>
                              <m:accPr>
                                <m:chr m:val="̂"/>
                                <m:ctrlPr>
                                  <a:rPr lang="ar-AE" sz="1100" b="0" i="1" u="none" strike="noStrike" cap="none">
                                    <a:solidFill>
                                      <a:srgbClr val="000000"/>
                                    </a:solidFill>
                                    <a:latin typeface="Cambria Math" panose="02040503050406030204" pitchFamily="18" charset="0"/>
                                    <a:ea typeface="Arial"/>
                                    <a:cs typeface="Arial"/>
                                    <a:sym typeface="Arial"/>
                                  </a:rPr>
                                </m:ctrlPr>
                              </m:accPr>
                              <m:e>
                                <m:r>
                                  <a:rPr lang="ar-AE" sz="1100" b="0" i="1" u="none" strike="noStrike" cap="none">
                                    <a:solidFill>
                                      <a:srgbClr val="000000"/>
                                    </a:solidFill>
                                    <a:latin typeface="Cambria Math" panose="02040503050406030204" pitchFamily="18" charset="0"/>
                                    <a:ea typeface="Arial"/>
                                    <a:cs typeface="Arial"/>
                                    <a:sym typeface="Arial"/>
                                  </a:rPr>
                                  <m:t>𝑦</m:t>
                                </m:r>
                              </m:e>
                            </m:acc>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r>
                          <a:rPr lang="ar-AE" sz="1100" b="0" i="0" u="none" strike="noStrike" cap="none">
                            <a:solidFill>
                              <a:srgbClr val="000000"/>
                            </a:solidFill>
                            <a:latin typeface="Cambria Math" panose="02040503050406030204" pitchFamily="18" charset="0"/>
                            <a:ea typeface="Arial"/>
                            <a:cs typeface="Arial"/>
                            <a:sym typeface="Arial"/>
                          </a:rPr>
                          <m:t>−</m:t>
                        </m:r>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oMath>
                </a14:m>
                <a:endParaRPr lang="en-GB" sz="1100" b="0" i="0" u="none" strike="noStrike" cap="none" dirty="0">
                  <a:solidFill>
                    <a:srgbClr val="000000"/>
                  </a:solidFill>
                  <a:effectLst/>
                  <a:latin typeface="Arial"/>
                  <a:ea typeface="Arial"/>
                  <a:cs typeface="Arial"/>
                  <a:sym typeface="Arial"/>
                </a:endParaRPr>
              </a:p>
              <a:p>
                <a:pPr lvl="2" fontAlgn="t"/>
                <a:r>
                  <a:rPr lang="en-GB" sz="1100" b="0" i="0" u="none" strike="noStrike" cap="none" dirty="0">
                    <a:solidFill>
                      <a:srgbClr val="000000"/>
                    </a:solidFill>
                    <a:effectLst/>
                    <a:latin typeface="Arial"/>
                    <a:ea typeface="Arial"/>
                    <a:cs typeface="Arial"/>
                    <a:sym typeface="Arial"/>
                  </a:rPr>
                  <a:t>update: </a:t>
                </a:r>
                <a14:m>
                  <m:oMath xmlns:m="http://schemas.openxmlformats.org/officeDocument/2006/math">
                    <m:r>
                      <a:rPr lang="en-GB" sz="1100" b="0" i="1" u="none" strike="noStrike" cap="none">
                        <a:solidFill>
                          <a:srgbClr val="000000"/>
                        </a:solidFill>
                        <a:latin typeface="Cambria Math" panose="02040503050406030204" pitchFamily="18" charset="0"/>
                        <a:ea typeface="Arial"/>
                        <a:cs typeface="Arial"/>
                        <a:sym typeface="Arial"/>
                      </a:rPr>
                      <m:t>𝑤</m:t>
                    </m:r>
                    <m:r>
                      <a:rPr lang="en-GB" sz="1100" b="0" i="0" u="none" strike="noStrike" cap="none">
                        <a:solidFill>
                          <a:srgbClr val="000000"/>
                        </a:solidFill>
                        <a:latin typeface="Cambria Math" panose="02040503050406030204" pitchFamily="18" charset="0"/>
                        <a:ea typeface="Arial"/>
                        <a:cs typeface="Arial"/>
                        <a:sym typeface="Arial"/>
                      </a:rPr>
                      <m:t>←</m:t>
                    </m:r>
                    <m:r>
                      <a:rPr lang="en-GB" sz="1100" b="0" i="1" u="none" strike="noStrike" cap="none">
                        <a:solidFill>
                          <a:srgbClr val="000000"/>
                        </a:solidFill>
                        <a:latin typeface="Cambria Math" panose="02040503050406030204" pitchFamily="18" charset="0"/>
                        <a:ea typeface="Arial"/>
                        <a:cs typeface="Arial"/>
                        <a:sym typeface="Arial"/>
                      </a:rPr>
                      <m:t>𝑤</m:t>
                    </m:r>
                    <m:r>
                      <a:rPr lang="en-GB" sz="1100" b="0" i="0" u="none" strike="noStrike" cap="none">
                        <a:solidFill>
                          <a:srgbClr val="000000"/>
                        </a:solidFill>
                        <a:latin typeface="Cambria Math" panose="02040503050406030204" pitchFamily="18" charset="0"/>
                        <a:ea typeface="Arial"/>
                        <a:cs typeface="Arial"/>
                        <a:sym typeface="Arial"/>
                      </a:rPr>
                      <m:t>−</m:t>
                    </m:r>
                    <m:r>
                      <a:rPr lang="en-GB" sz="1100" b="0" i="1" u="none" strike="noStrike" cap="none">
                        <a:solidFill>
                          <a:srgbClr val="000000"/>
                        </a:solidFill>
                        <a:latin typeface="Cambria Math" panose="02040503050406030204" pitchFamily="18" charset="0"/>
                        <a:ea typeface="Arial"/>
                        <a:cs typeface="Arial"/>
                        <a:sym typeface="Arial"/>
                      </a:rPr>
                      <m:t>𝜂</m:t>
                    </m:r>
                    <m:r>
                      <m:rPr>
                        <m:sty m:val="p"/>
                      </m:rPr>
                      <a:rPr lang="en-GB" sz="1100" b="0" i="0" u="none" strike="noStrike" cap="none">
                        <a:solidFill>
                          <a:srgbClr val="000000"/>
                        </a:solidFill>
                        <a:latin typeface="Cambria Math" panose="02040503050406030204" pitchFamily="18" charset="0"/>
                        <a:ea typeface="Arial"/>
                        <a:cs typeface="Arial"/>
                        <a:sym typeface="Arial"/>
                      </a:rPr>
                      <m:t>∇</m:t>
                    </m:r>
                    <m:r>
                      <a:rPr lang="en-GB" sz="1100" b="0" i="0" u="none" strike="noStrike" cap="none">
                        <a:solidFill>
                          <a:srgbClr val="000000"/>
                        </a:solidFill>
                        <a:latin typeface="Cambria Math" panose="02040503050406030204" pitchFamily="18" charset="0"/>
                        <a:ea typeface="Arial"/>
                        <a:cs typeface="Arial"/>
                        <a:sym typeface="Arial"/>
                      </a:rPr>
                      <m:t>ℓ</m:t>
                    </m:r>
                  </m:oMath>
                </a14:m>
                <a:endParaRPr lang="en-GB" sz="1100" b="0" i="0" u="none" strike="noStrike" cap="none" dirty="0">
                  <a:solidFill>
                    <a:srgbClr val="000000"/>
                  </a:solidFill>
                  <a:effectLst/>
                  <a:latin typeface="Arial"/>
                  <a:ea typeface="Arial"/>
                  <a:cs typeface="Arial"/>
                  <a:sym typeface="Arial"/>
                </a:endParaRPr>
              </a:p>
              <a:p>
                <a:pPr fontAlgn="t"/>
                <a:r>
                  <a:rPr lang="en-GB" sz="1100" b="1" i="0" u="none" strike="noStrike" cap="none" dirty="0">
                    <a:solidFill>
                      <a:srgbClr val="000000"/>
                    </a:solidFill>
                    <a:effectLst/>
                    <a:latin typeface="Arial"/>
                    <a:ea typeface="Arial"/>
                    <a:cs typeface="Arial"/>
                    <a:sym typeface="Arial"/>
                  </a:rPr>
                  <a:t>Define two words clearly (students always ask):</a:t>
                </a:r>
                <a:endParaRPr lang="en-GB" sz="1100" b="0" i="0" u="none" strike="noStrike" cap="none" dirty="0">
                  <a:solidFill>
                    <a:srgbClr val="000000"/>
                  </a:solidFill>
                  <a:effectLst/>
                  <a:latin typeface="Arial"/>
                  <a:ea typeface="Arial"/>
                  <a:cs typeface="Arial"/>
                  <a:sym typeface="Arial"/>
                </a:endParaRPr>
              </a:p>
              <a:p>
                <a:pPr fontAlgn="t"/>
                <a:r>
                  <a:rPr lang="en-GB" sz="1100" b="1" i="0" u="none" strike="noStrike" cap="none" dirty="0">
                    <a:solidFill>
                      <a:srgbClr val="000000"/>
                    </a:solidFill>
                    <a:effectLst/>
                    <a:latin typeface="Arial"/>
                    <a:ea typeface="Arial"/>
                    <a:cs typeface="Arial"/>
                    <a:sym typeface="Arial"/>
                  </a:rPr>
                  <a:t>Iteration</a:t>
                </a:r>
                <a:r>
                  <a:rPr lang="en-GB" sz="1100" b="0" i="0" u="none" strike="noStrike" cap="none" dirty="0">
                    <a:solidFill>
                      <a:srgbClr val="000000"/>
                    </a:solidFill>
                    <a:effectLst/>
                    <a:latin typeface="Arial"/>
                    <a:ea typeface="Arial"/>
                    <a:cs typeface="Arial"/>
                    <a:sym typeface="Arial"/>
                  </a:rPr>
                  <a:t> = one weight update (one example processed)</a:t>
                </a:r>
              </a:p>
              <a:p>
                <a:pPr fontAlgn="t"/>
                <a:r>
                  <a:rPr lang="en-GB" sz="1100" b="1" i="0" u="none" strike="noStrike" cap="none" dirty="0">
                    <a:solidFill>
                      <a:srgbClr val="000000"/>
                    </a:solidFill>
                    <a:effectLst/>
                    <a:latin typeface="Arial"/>
                    <a:ea typeface="Arial"/>
                    <a:cs typeface="Arial"/>
                    <a:sym typeface="Arial"/>
                  </a:rPr>
                  <a:t>Epoch</a:t>
                </a:r>
                <a:r>
                  <a:rPr lang="en-GB" sz="1100" b="0" i="0" u="none" strike="noStrike" cap="none" dirty="0">
                    <a:solidFill>
                      <a:srgbClr val="000000"/>
                    </a:solidFill>
                    <a:effectLst/>
                    <a:latin typeface="Arial"/>
                    <a:ea typeface="Arial"/>
                    <a:cs typeface="Arial"/>
                    <a:sym typeface="Arial"/>
                  </a:rPr>
                  <a:t> = one full pass over the whole dataset (after shuffling)</a:t>
                </a:r>
              </a:p>
              <a:p>
                <a:pPr marL="158750" indent="0" fontAlgn="t">
                  <a:buNone/>
                </a:pPr>
                <a:endParaRPr lang="en-GB" dirty="0"/>
              </a:p>
              <a:p>
                <a:pPr marL="0" lvl="0" indent="0" algn="l" rtl="0">
                  <a:spcBef>
                    <a:spcPts val="0"/>
                  </a:spcBef>
                  <a:spcAft>
                    <a:spcPts val="0"/>
                  </a:spcAft>
                  <a:buNone/>
                </a:pPr>
                <a:endParaRPr lang="en-GB" dirty="0"/>
              </a:p>
              <a:p>
                <a:pPr fontAlgn="t"/>
                <a:r>
                  <a:rPr lang="en-GB" sz="1100" b="0" i="0" u="none" strike="noStrike" cap="none" dirty="0">
                    <a:solidFill>
                      <a:srgbClr val="000000"/>
                    </a:solidFill>
                    <a:effectLst/>
                    <a:latin typeface="Arial"/>
                    <a:ea typeface="Arial"/>
                    <a:cs typeface="Arial"/>
                    <a:sym typeface="Arial"/>
                  </a:rPr>
                  <a:t>And prediction is:</a:t>
                </a:r>
              </a:p>
              <a:p>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acc>
                          <m:accPr>
                            <m:chr m:val="̂"/>
                            <m:ctrlPr>
                              <a:rPr lang="ar-AE" sz="1100" b="0" i="1" u="none" strike="noStrike" cap="none">
                                <a:solidFill>
                                  <a:srgbClr val="000000"/>
                                </a:solidFill>
                                <a:latin typeface="Cambria Math" panose="02040503050406030204" pitchFamily="18" charset="0"/>
                                <a:ea typeface="Arial"/>
                                <a:cs typeface="Arial"/>
                                <a:sym typeface="Arial"/>
                              </a:rPr>
                            </m:ctrlPr>
                          </m:accPr>
                          <m:e>
                            <m:r>
                              <a:rPr lang="ar-AE" sz="1100" b="0" i="1" u="none" strike="noStrike" cap="none">
                                <a:solidFill>
                                  <a:srgbClr val="000000"/>
                                </a:solidFill>
                                <a:latin typeface="Cambria Math" panose="02040503050406030204" pitchFamily="18" charset="0"/>
                                <a:ea typeface="Arial"/>
                                <a:cs typeface="Arial"/>
                                <a:sym typeface="Arial"/>
                              </a:rPr>
                              <m:t>𝑦</m:t>
                            </m:r>
                          </m:e>
                        </m:acc>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r>
                      <a:rPr lang="ar-AE" sz="1100" b="0" i="0" u="none" strike="noStrike" cap="none">
                        <a:solidFill>
                          <a:srgbClr val="000000"/>
                        </a:solidFill>
                        <a:latin typeface="Cambria Math" panose="02040503050406030204" pitchFamily="18" charset="0"/>
                        <a:ea typeface="Arial"/>
                        <a:cs typeface="Arial"/>
                        <a:sym typeface="Arial"/>
                      </a:rPr>
                      <m:t>=</m:t>
                    </m:r>
                    <m:r>
                      <a:rPr lang="ar-AE" sz="1100" b="0" i="1" u="none" strike="noStrike" cap="none">
                        <a:solidFill>
                          <a:srgbClr val="000000"/>
                        </a:solidFill>
                        <a:latin typeface="Cambria Math" panose="02040503050406030204" pitchFamily="18" charset="0"/>
                        <a:ea typeface="Arial"/>
                        <a:cs typeface="Arial"/>
                        <a:sym typeface="Arial"/>
                      </a:rPr>
                      <m:t>𝜎</m:t>
                    </m:r>
                    <m:d>
                      <m:dPr>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𝑤</m:t>
                            </m:r>
                          </m:e>
                          <m:sup>
                            <m:r>
                              <a:rPr lang="ar-AE" sz="1100" b="0" i="1" u="none" strike="noStrike" cap="none">
                                <a:solidFill>
                                  <a:srgbClr val="000000"/>
                                </a:solidFill>
                                <a:latin typeface="Cambria Math" panose="02040503050406030204" pitchFamily="18" charset="0"/>
                                <a:ea typeface="Arial"/>
                                <a:cs typeface="Arial"/>
                                <a:sym typeface="Arial"/>
                              </a:rPr>
                              <m:t>𝑇</m:t>
                            </m:r>
                          </m:sup>
                        </m:sSup>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oMath>
                </a14:m>
                <a:endParaRPr lang="ar-AE" dirty="0"/>
              </a:p>
              <a:p>
                <a:pPr fontAlgn="t"/>
                <a:r>
                  <a:rPr lang="ar-AE" sz="1100" b="0" i="0" u="none" strike="noStrike" cap="none" dirty="0">
                    <a:solidFill>
                      <a:srgbClr val="000000"/>
                    </a:solidFill>
                    <a:effectLst/>
                    <a:latin typeface="Arial"/>
                    <a:ea typeface="Arial"/>
                    <a:cs typeface="Arial"/>
                    <a:sym typeface="Arial"/>
                  </a:rPr>
                  <a:t>(</a:t>
                </a:r>
                <a:r>
                  <a:rPr lang="en-GB" sz="1100" b="0" i="0" u="none" strike="noStrike" cap="none" dirty="0">
                    <a:solidFill>
                      <a:srgbClr val="000000"/>
                    </a:solidFill>
                    <a:effectLst/>
                    <a:latin typeface="Arial"/>
                    <a:ea typeface="Arial"/>
                    <a:cs typeface="Arial"/>
                    <a:sym typeface="Arial"/>
                  </a:rPr>
                  <a:t>where </a:t>
                </a:r>
                <a14:m>
                  <m:oMath xmlns:m="http://schemas.openxmlformats.org/officeDocument/2006/math">
                    <m:r>
                      <a:rPr lang="en-GB" sz="1100" b="0" i="1" u="none" strike="noStrike" cap="none">
                        <a:solidFill>
                          <a:srgbClr val="000000"/>
                        </a:solidFill>
                        <a:latin typeface="Cambria Math" panose="02040503050406030204" pitchFamily="18" charset="0"/>
                        <a:ea typeface="Arial"/>
                        <a:cs typeface="Arial"/>
                        <a:sym typeface="Arial"/>
                      </a:rPr>
                      <m:t>𝜎</m:t>
                    </m:r>
                  </m:oMath>
                </a14:m>
                <a:r>
                  <a:rPr lang="en-GB" sz="1100" b="0" i="0" u="none" strike="noStrike" cap="none" dirty="0">
                    <a:solidFill>
                      <a:srgbClr val="000000"/>
                    </a:solidFill>
                    <a:effectLst/>
                    <a:latin typeface="Arial"/>
                    <a:ea typeface="Arial"/>
                    <a:cs typeface="Arial"/>
                    <a:sym typeface="Arial"/>
                  </a:rPr>
                  <a:t>is sigmoid; and bias is handled with </a:t>
                </a:r>
                <a14:m>
                  <m:oMath xmlns:m="http://schemas.openxmlformats.org/officeDocument/2006/math">
                    <m:sSubSup>
                      <m:sSubSupPr>
                        <m:ctrlPr>
                          <a:rPr lang="ar-AE" sz="1100" b="0" i="1" u="none" strike="noStrike" cap="none">
                            <a:solidFill>
                              <a:srgbClr val="000000"/>
                            </a:solidFill>
                            <a:latin typeface="Cambria Math" panose="02040503050406030204" pitchFamily="18" charset="0"/>
                            <a:ea typeface="Arial"/>
                            <a:cs typeface="Arial"/>
                            <a:sym typeface="Arial"/>
                          </a:rPr>
                        </m:ctrlPr>
                      </m:sSubSupPr>
                      <m:e>
                        <m:r>
                          <a:rPr lang="ar-AE" sz="1100" b="0" i="1" u="none" strike="noStrike" cap="none">
                            <a:solidFill>
                              <a:srgbClr val="000000"/>
                            </a:solidFill>
                            <a:latin typeface="Cambria Math" panose="02040503050406030204" pitchFamily="18" charset="0"/>
                            <a:ea typeface="Arial"/>
                            <a:cs typeface="Arial"/>
                            <a:sym typeface="Arial"/>
                          </a:rPr>
                          <m:t>𝑥</m:t>
                        </m:r>
                      </m:e>
                      <m:sub>
                        <m:r>
                          <a:rPr lang="ar-AE" sz="1100" b="0" i="0" u="none" strike="noStrike" cap="none">
                            <a:solidFill>
                              <a:srgbClr val="000000"/>
                            </a:solidFill>
                            <a:latin typeface="Cambria Math" panose="02040503050406030204" pitchFamily="18" charset="0"/>
                            <a:ea typeface="Arial"/>
                            <a:cs typeface="Arial"/>
                            <a:sym typeface="Arial"/>
                          </a:rPr>
                          <m:t>0</m:t>
                        </m:r>
                      </m:sub>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bSup>
                    <m:r>
                      <a:rPr lang="ar-AE" sz="1100" b="0" i="0" u="none" strike="noStrike" cap="none">
                        <a:solidFill>
                          <a:srgbClr val="000000"/>
                        </a:solidFill>
                        <a:latin typeface="Cambria Math" panose="02040503050406030204" pitchFamily="18" charset="0"/>
                        <a:ea typeface="Arial"/>
                        <a:cs typeface="Arial"/>
                        <a:sym typeface="Arial"/>
                      </a:rPr>
                      <m:t>=</m:t>
                    </m:r>
                    <m:r>
                      <a:rPr lang="ar-AE" sz="1100" b="0" i="0" u="none" strike="noStrike" cap="none">
                        <a:solidFill>
                          <a:srgbClr val="000000"/>
                        </a:solidFill>
                        <a:latin typeface="Cambria Math" panose="02040503050406030204" pitchFamily="18" charset="0"/>
                        <a:ea typeface="Arial"/>
                        <a:cs typeface="Arial"/>
                        <a:sym typeface="Arial"/>
                      </a:rPr>
                      <m:t>1</m:t>
                    </m:r>
                  </m:oMath>
                </a14:m>
                <a:r>
                  <a:rPr lang="ar-AE" sz="1100" b="0" i="0" u="none" strike="noStrike" cap="none" dirty="0">
                    <a:solidFill>
                      <a:srgbClr val="000000"/>
                    </a:solidFill>
                    <a:effectLst/>
                    <a:latin typeface="Arial"/>
                    <a:ea typeface="Arial"/>
                    <a:cs typeface="Arial"/>
                    <a:sym typeface="Arial"/>
                  </a:rPr>
                  <a:t>). </a:t>
                </a:r>
                <a:endParaRPr lang="en-GB"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GB"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sz="1100" b="1" i="0" u="none" strike="noStrike" cap="none" dirty="0">
                    <a:solidFill>
                      <a:srgbClr val="000000"/>
                    </a:solidFill>
                    <a:effectLst/>
                    <a:latin typeface="Arial"/>
                    <a:ea typeface="Arial"/>
                    <a:cs typeface="Arial"/>
                    <a:sym typeface="Arial"/>
                  </a:rPr>
                  <a:t>Error term:</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d>
                      <m:dPr>
                        <m:ctrlPr>
                          <a:rPr lang="ar-AE" sz="1100" b="0" i="1" u="none" strike="noStrike" cap="none">
                            <a:solidFill>
                              <a:srgbClr val="000000"/>
                            </a:solidFill>
                            <a:latin typeface="Cambria Math" panose="02040503050406030204" pitchFamily="18" charset="0"/>
                            <a:ea typeface="Arial"/>
                            <a:cs typeface="Arial"/>
                            <a:sym typeface="Arial"/>
                          </a:rPr>
                        </m:ctrlPr>
                      </m:dPr>
                      <m:e>
                        <m:sSup>
                          <m:sSupPr>
                            <m:ctrlPr>
                              <a:rPr lang="ar-AE" sz="1100" b="0" i="1" u="none" strike="noStrike" cap="none">
                                <a:solidFill>
                                  <a:srgbClr val="000000"/>
                                </a:solidFill>
                                <a:latin typeface="Cambria Math" panose="02040503050406030204" pitchFamily="18" charset="0"/>
                                <a:ea typeface="Arial"/>
                                <a:cs typeface="Arial"/>
                                <a:sym typeface="Arial"/>
                              </a:rPr>
                            </m:ctrlPr>
                          </m:sSupPr>
                          <m:e>
                            <m:acc>
                              <m:accPr>
                                <m:chr m:val="̂"/>
                                <m:ctrlPr>
                                  <a:rPr lang="ar-AE" sz="1100" b="0" i="1" u="none" strike="noStrike" cap="none">
                                    <a:solidFill>
                                      <a:srgbClr val="000000"/>
                                    </a:solidFill>
                                    <a:latin typeface="Cambria Math" panose="02040503050406030204" pitchFamily="18" charset="0"/>
                                    <a:ea typeface="Arial"/>
                                    <a:cs typeface="Arial"/>
                                    <a:sym typeface="Arial"/>
                                  </a:rPr>
                                </m:ctrlPr>
                              </m:accPr>
                              <m:e>
                                <m:r>
                                  <a:rPr lang="ar-AE" sz="1100" b="0" i="1" u="none" strike="noStrike" cap="none">
                                    <a:solidFill>
                                      <a:srgbClr val="000000"/>
                                    </a:solidFill>
                                    <a:latin typeface="Cambria Math" panose="02040503050406030204" pitchFamily="18" charset="0"/>
                                    <a:ea typeface="Arial"/>
                                    <a:cs typeface="Arial"/>
                                    <a:sym typeface="Arial"/>
                                  </a:rPr>
                                  <m:t>𝑦</m:t>
                                </m:r>
                              </m:e>
                            </m:acc>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r>
                          <a:rPr lang="ar-AE" sz="1100" b="0" i="0" u="none" strike="noStrike" cap="none">
                            <a:solidFill>
                              <a:srgbClr val="000000"/>
                            </a:solidFill>
                            <a:latin typeface="Cambria Math" panose="02040503050406030204" pitchFamily="18" charset="0"/>
                            <a:ea typeface="Arial"/>
                            <a:cs typeface="Arial"/>
                            <a:sym typeface="Arial"/>
                          </a:rPr>
                          <m:t>−</m:t>
                        </m:r>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𝑦</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e>
                    </m:d>
                  </m:oMath>
                </a14:m>
                <a:r>
                  <a:rPr lang="en-GB" sz="1100" b="1" i="0" u="none" strike="noStrike" cap="none" dirty="0">
                    <a:solidFill>
                      <a:srgbClr val="000000"/>
                    </a:solidFill>
                    <a:effectLst/>
                    <a:latin typeface="Arial"/>
                    <a:ea typeface="Arial"/>
                    <a:cs typeface="Arial"/>
                    <a:sym typeface="Arial"/>
                  </a:rPr>
                  <a:t>Direction term:</a:t>
                </a:r>
                <a:r>
                  <a:rPr lang="en-GB" sz="1100" b="0" i="0" u="none" strike="noStrike" cap="none" dirty="0">
                    <a:solidFill>
                      <a:srgbClr val="000000"/>
                    </a:solidFill>
                    <a:effectLst/>
                    <a:latin typeface="Arial"/>
                    <a:ea typeface="Arial"/>
                    <a:cs typeface="Arial"/>
                    <a:sym typeface="Arial"/>
                  </a:rPr>
                  <a:t> </a:t>
                </a:r>
                <a14:m>
                  <m:oMath xmlns:m="http://schemas.openxmlformats.org/officeDocument/2006/math">
                    <m:sSup>
                      <m:sSupPr>
                        <m:ctrlPr>
                          <a:rPr lang="ar-AE" sz="1100" b="0" i="1" u="none" strike="noStrike" cap="none">
                            <a:solidFill>
                              <a:srgbClr val="000000"/>
                            </a:solidFill>
                            <a:latin typeface="Cambria Math" panose="02040503050406030204" pitchFamily="18" charset="0"/>
                            <a:ea typeface="Arial"/>
                            <a:cs typeface="Arial"/>
                            <a:sym typeface="Arial"/>
                          </a:rPr>
                        </m:ctrlPr>
                      </m:sSupPr>
                      <m:e>
                        <m:r>
                          <a:rPr lang="ar-AE" sz="1100" b="0" i="1" u="none" strike="noStrike" cap="none">
                            <a:solidFill>
                              <a:srgbClr val="000000"/>
                            </a:solidFill>
                            <a:latin typeface="Cambria Math" panose="02040503050406030204" pitchFamily="18" charset="0"/>
                            <a:ea typeface="Arial"/>
                            <a:cs typeface="Arial"/>
                            <a:sym typeface="Arial"/>
                          </a:rPr>
                          <m:t>𝑥</m:t>
                        </m:r>
                      </m:e>
                      <m:sup>
                        <m:d>
                          <m:dPr>
                            <m:ctrlPr>
                              <a:rPr lang="ar-AE" sz="1100" b="0" i="1" u="none" strike="noStrike" cap="none">
                                <a:solidFill>
                                  <a:srgbClr val="000000"/>
                                </a:solidFill>
                                <a:latin typeface="Cambria Math" panose="02040503050406030204" pitchFamily="18" charset="0"/>
                                <a:ea typeface="Arial"/>
                                <a:cs typeface="Arial"/>
                                <a:sym typeface="Arial"/>
                              </a:rPr>
                            </m:ctrlPr>
                          </m:dPr>
                          <m:e>
                            <m:r>
                              <a:rPr lang="ar-AE" sz="1100" b="0" i="1" u="none" strike="noStrike" cap="none">
                                <a:solidFill>
                                  <a:srgbClr val="000000"/>
                                </a:solidFill>
                                <a:latin typeface="Cambria Math" panose="02040503050406030204" pitchFamily="18" charset="0"/>
                                <a:ea typeface="Arial"/>
                                <a:cs typeface="Arial"/>
                                <a:sym typeface="Arial"/>
                              </a:rPr>
                              <m:t>𝑖</m:t>
                            </m:r>
                          </m:e>
                        </m:d>
                      </m:sup>
                    </m:sSup>
                  </m:oMath>
                </a14:m>
                <a:r>
                  <a:rPr lang="ar-AE" sz="1100" b="0" i="0" u="none" strike="noStrike" cap="none" dirty="0">
                    <a:solidFill>
                      <a:srgbClr val="000000"/>
                    </a:solidFill>
                    <a:effectLst/>
                    <a:latin typeface="Arial"/>
                    <a:ea typeface="Arial"/>
                    <a:cs typeface="Arial"/>
                    <a:sym typeface="Arial"/>
                  </a:rPr>
                  <a:t>“</a:t>
                </a:r>
                <a:r>
                  <a:rPr lang="en-GB" sz="1100" b="0" i="0" u="none" strike="noStrike" cap="none" dirty="0">
                    <a:solidFill>
                      <a:srgbClr val="000000"/>
                    </a:solidFill>
                    <a:effectLst/>
                    <a:latin typeface="Arial"/>
                    <a:ea typeface="Arial"/>
                    <a:cs typeface="Arial"/>
                    <a:sym typeface="Arial"/>
                  </a:rPr>
                  <a:t>Same structure as linear regression gradient” (because in both cases gradient is error × input).</a:t>
                </a:r>
              </a:p>
              <a:p>
                <a:pPr marL="0" lvl="0" indent="0" algn="l" rtl="0">
                  <a:spcBef>
                    <a:spcPts val="0"/>
                  </a:spcBef>
                  <a:spcAft>
                    <a:spcPts val="0"/>
                  </a:spcAft>
                  <a:buNone/>
                </a:pPr>
                <a:endParaRPr lang="en-GB" dirty="0"/>
              </a:p>
              <a:p>
                <a:pPr fontAlgn="t"/>
                <a:r>
                  <a:rPr lang="en-US" sz="1100" b="1" i="0" u="none" strike="noStrike" cap="none" dirty="0">
                    <a:solidFill>
                      <a:srgbClr val="000000"/>
                    </a:solidFill>
                    <a:effectLst/>
                    <a:latin typeface="Arial"/>
                    <a:ea typeface="Arial"/>
                    <a:cs typeface="Arial"/>
                    <a:sym typeface="Arial"/>
                  </a:rPr>
                  <a:t>Iteration</a:t>
                </a:r>
                <a:r>
                  <a:rPr lang="en-US" sz="1100" b="0" i="0" u="none" strike="noStrike" cap="none" dirty="0">
                    <a:solidFill>
                      <a:srgbClr val="000000"/>
                    </a:solidFill>
                    <a:effectLst/>
                    <a:latin typeface="Arial"/>
                    <a:ea typeface="Arial"/>
                    <a:cs typeface="Arial"/>
                    <a:sym typeface="Arial"/>
                  </a:rPr>
                  <a:t> = one weight update (one example processed)</a:t>
                </a:r>
              </a:p>
              <a:p>
                <a:pPr fontAlgn="t"/>
                <a:r>
                  <a:rPr lang="en-US" sz="1100" b="1" i="0" u="none" strike="noStrike" cap="none" dirty="0">
                    <a:solidFill>
                      <a:srgbClr val="000000"/>
                    </a:solidFill>
                    <a:effectLst/>
                    <a:latin typeface="Arial"/>
                    <a:ea typeface="Arial"/>
                    <a:cs typeface="Arial"/>
                    <a:sym typeface="Arial"/>
                  </a:rPr>
                  <a:t>Epoch</a:t>
                </a:r>
                <a:r>
                  <a:rPr lang="en-US" sz="1100" b="0" i="0" u="none" strike="noStrike" cap="none" dirty="0">
                    <a:solidFill>
                      <a:srgbClr val="000000"/>
                    </a:solidFill>
                    <a:effectLst/>
                    <a:latin typeface="Arial"/>
                    <a:ea typeface="Arial"/>
                    <a:cs typeface="Arial"/>
                    <a:sym typeface="Arial"/>
                  </a:rPr>
                  <a:t> = one full pass over the whole dataset (after shuffling)</a:t>
                </a:r>
              </a:p>
              <a:p>
                <a:pPr marL="0" lvl="0" indent="0" algn="l" rtl="0">
                  <a:spcBef>
                    <a:spcPts val="0"/>
                  </a:spcBef>
                  <a:spcAft>
                    <a:spcPts val="0"/>
                  </a:spcAft>
                  <a:buNone/>
                </a:pPr>
                <a:endParaRPr dirty="0"/>
              </a:p>
            </p:txBody>
          </p:sp>
        </mc:Choice>
        <mc:Fallback xmlns="">
          <p:sp>
            <p:nvSpPr>
              <p:cNvPr id="605" name="Google Shape;605;p2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fontAlgn="t"/>
                <a:r>
                  <a:rPr lang="en-GB" sz="1100" b="0" i="0" u="none" strike="noStrike" cap="none" dirty="0">
                    <a:solidFill>
                      <a:srgbClr val="000000"/>
                    </a:solidFill>
                    <a:effectLst/>
                    <a:latin typeface="Arial"/>
                    <a:ea typeface="Arial"/>
                    <a:cs typeface="Arial"/>
                    <a:sym typeface="Arial"/>
                  </a:rPr>
                  <a:t>For one example </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𝑥^((𝑖) )ⓜ,𝑦^((𝑖) ) )</a:t>
                </a:r>
                <a:r>
                  <a:rPr lang="ar-AE" sz="1100" b="0" i="0" u="none" strike="noStrike" cap="none" dirty="0">
                    <a:solidFill>
                      <a:srgbClr val="000000"/>
                    </a:solidFill>
                    <a:effectLst/>
                    <a:latin typeface="Arial"/>
                    <a:ea typeface="Arial"/>
                    <a:cs typeface="Arial"/>
                    <a:sym typeface="Arial"/>
                  </a:rPr>
                  <a:t>,</a:t>
                </a:r>
              </a:p>
              <a:p>
                <a:r>
                  <a:rPr lang="ar-AE" sz="1100" b="0" i="0" u="none" strike="noStrike" cap="none">
                    <a:solidFill>
                      <a:srgbClr val="000000"/>
                    </a:solidFill>
                    <a:latin typeface="Arial"/>
                    <a:ea typeface="Arial"/>
                    <a:cs typeface="Arial"/>
                    <a:sym typeface="Arial"/>
                  </a:rPr>
                  <a:t>∇_𝑤 ℓ</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𝑤ⓜ;𝑥^((𝑖) )ⓜ;𝑦^((𝑖) ) )=</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𝑦 ̂^((𝑖) )−𝑦^((𝑖) ) )</a:t>
                </a:r>
                <a:r>
                  <a:rPr lang="ar-AE" sz="1100" b="0" i="0" u="none" strike="noStrike" cap="none">
                    <a:solidFill>
                      <a:srgbClr val="000000"/>
                    </a:solidFill>
                    <a:latin typeface="Cambria Math" panose="02040503050406030204" pitchFamily="18" charset="0"/>
                    <a:ea typeface="Arial"/>
                    <a:cs typeface="Arial"/>
                    <a:sym typeface="Arial"/>
                  </a:rPr>
                  <a:t>" </a:t>
                </a:r>
                <a:r>
                  <a:rPr lang="ar-AE" sz="1100" b="0" i="0" u="none" strike="noStrike" cap="none">
                    <a:solidFill>
                      <a:srgbClr val="000000"/>
                    </a:solidFill>
                    <a:latin typeface="Arial"/>
                    <a:ea typeface="Arial"/>
                    <a:cs typeface="Arial"/>
                    <a:sym typeface="Arial"/>
                  </a:rPr>
                  <a:t>" 𝑥^((𝑖) )</a:t>
                </a:r>
                <a:endParaRPr lang="ar-AE" b="0" dirty="0"/>
              </a:p>
              <a:p>
                <a:pPr fontAlgn="t"/>
                <a:r>
                  <a:rPr lang="en-GB" sz="1100" b="0" i="0" u="none" strike="noStrike" cap="none" dirty="0">
                    <a:solidFill>
                      <a:srgbClr val="000000"/>
                    </a:solidFill>
                    <a:effectLst/>
                    <a:latin typeface="Arial"/>
                    <a:ea typeface="Arial"/>
                    <a:cs typeface="Arial"/>
                    <a:sym typeface="Arial"/>
                  </a:rPr>
                  <a:t>This is exactly the equation shown: gradient = </a:t>
                </a:r>
                <a:r>
                  <a:rPr lang="en-GB" sz="1100" b="1" i="0" u="none" strike="noStrike" cap="none" dirty="0">
                    <a:solidFill>
                      <a:srgbClr val="000000"/>
                    </a:solidFill>
                    <a:effectLst/>
                    <a:latin typeface="Arial"/>
                    <a:ea typeface="Arial"/>
                    <a:cs typeface="Arial"/>
                    <a:sym typeface="Arial"/>
                  </a:rPr>
                  <a:t>(prediction − true label) × input</a:t>
                </a:r>
                <a:r>
                  <a:rPr lang="en-GB" sz="1100" b="0" i="0" u="none" strike="noStrike" cap="none" dirty="0">
                    <a:solidFill>
                      <a:srgbClr val="000000"/>
                    </a:solidFill>
                    <a:effectLst/>
                    <a:latin typeface="Arial"/>
                    <a:ea typeface="Arial"/>
                    <a:cs typeface="Arial"/>
                    <a:sym typeface="Arial"/>
                  </a:rPr>
                  <a:t>. </a:t>
                </a:r>
              </a:p>
              <a:p>
                <a:pPr fontAlgn="t"/>
                <a:endParaRPr lang="en-GB" sz="1100" b="0" i="0" u="none" strike="noStrike" cap="none" dirty="0">
                  <a:solidFill>
                    <a:srgbClr val="000000"/>
                  </a:solidFill>
                  <a:effectLst/>
                  <a:latin typeface="Arial"/>
                  <a:cs typeface="Arial"/>
                  <a:sym typeface="Arial"/>
                </a:endParaRPr>
              </a:p>
              <a:p>
                <a:pPr marL="158750" indent="0" fontAlgn="t">
                  <a:buNone/>
                </a:pPr>
                <a:endParaRPr lang="en-GB" sz="1100" b="0" i="0" u="none" strike="noStrike" cap="none" dirty="0">
                  <a:solidFill>
                    <a:srgbClr val="000000"/>
                  </a:solidFill>
                  <a:effectLst/>
                  <a:latin typeface="Arial"/>
                  <a:cs typeface="Arial"/>
                  <a:sym typeface="Arial"/>
                </a:endParaRPr>
              </a:p>
              <a:p>
                <a:pPr fontAlgn="t"/>
                <a:r>
                  <a:rPr lang="en-GB" sz="1100" b="1" i="0" u="none" strike="noStrike" cap="none" dirty="0">
                    <a:solidFill>
                      <a:srgbClr val="000000"/>
                    </a:solidFill>
                    <a:effectLst/>
                    <a:latin typeface="Arial"/>
                    <a:ea typeface="Arial"/>
                    <a:cs typeface="Arial"/>
                    <a:sym typeface="Arial"/>
                  </a:rPr>
                  <a:t>Initialize</a:t>
                </a:r>
                <a:r>
                  <a:rPr lang="en-GB" sz="1100" b="0" i="0" u="none" strike="noStrike" cap="none" dirty="0">
                    <a:solidFill>
                      <a:srgbClr val="000000"/>
                    </a:solidFill>
                    <a:effectLst/>
                    <a:latin typeface="Arial"/>
                    <a:ea typeface="Arial"/>
                    <a:cs typeface="Arial"/>
                    <a:sym typeface="Arial"/>
                  </a:rPr>
                  <a:t> </a:t>
                </a:r>
                <a:r>
                  <a:rPr lang="ar-AE" sz="1100" b="0" i="0" u="none" strike="noStrike" cap="none">
                    <a:solidFill>
                      <a:srgbClr val="000000"/>
                    </a:solidFill>
                    <a:latin typeface="Arial"/>
                    <a:ea typeface="Arial"/>
                    <a:cs typeface="Arial"/>
                    <a:sym typeface="Arial"/>
                  </a:rPr>
                  <a:t>𝑤^((0) )</a:t>
                </a:r>
                <a:r>
                  <a:rPr lang="ar-AE" sz="1100" b="0" i="0" u="none" strike="noStrike" cap="none" dirty="0">
                    <a:solidFill>
                      <a:srgbClr val="000000"/>
                    </a:solidFill>
                    <a:effectLst/>
                    <a:latin typeface="Arial"/>
                    <a:ea typeface="Arial"/>
                    <a:cs typeface="Arial"/>
                    <a:sym typeface="Arial"/>
                  </a:rPr>
                  <a:t>(</a:t>
                </a:r>
                <a:r>
                  <a:rPr lang="en-GB" sz="1100" b="0" i="0" u="none" strike="noStrike" cap="none" dirty="0">
                    <a:solidFill>
                      <a:srgbClr val="000000"/>
                    </a:solidFill>
                    <a:effectLst/>
                    <a:latin typeface="Arial"/>
                    <a:ea typeface="Arial"/>
                    <a:cs typeface="Arial"/>
                    <a:sym typeface="Arial"/>
                  </a:rPr>
                  <a:t>often zeros or small random)</a:t>
                </a:r>
              </a:p>
              <a:p>
                <a:pPr fontAlgn="t"/>
                <a:r>
                  <a:rPr lang="en-GB" sz="1100" b="0" i="0" u="none" strike="noStrike" cap="none" dirty="0">
                    <a:solidFill>
                      <a:srgbClr val="000000"/>
                    </a:solidFill>
                    <a:effectLst/>
                    <a:latin typeface="Arial"/>
                    <a:ea typeface="Arial"/>
                    <a:cs typeface="Arial"/>
                    <a:sym typeface="Arial"/>
                  </a:rPr>
                  <a:t>Repeat for </a:t>
                </a:r>
                <a:r>
                  <a:rPr lang="en-GB" sz="1100" b="1" i="0" u="none" strike="noStrike" cap="none" dirty="0">
                    <a:solidFill>
                      <a:srgbClr val="000000"/>
                    </a:solidFill>
                    <a:effectLst/>
                    <a:latin typeface="Arial"/>
                    <a:ea typeface="Arial"/>
                    <a:cs typeface="Arial"/>
                    <a:sym typeface="Arial"/>
                  </a:rPr>
                  <a:t>epochs</a:t>
                </a:r>
                <a:r>
                  <a:rPr lang="en-GB" sz="1100" b="0" i="0" u="none" strike="noStrike" cap="none" dirty="0">
                    <a:solidFill>
                      <a:srgbClr val="000000"/>
                    </a:solidFill>
                    <a:effectLst/>
                    <a:latin typeface="Arial"/>
                    <a:ea typeface="Arial"/>
                    <a:cs typeface="Arial"/>
                    <a:sym typeface="Arial"/>
                  </a:rPr>
                  <a:t> </a:t>
                </a:r>
                <a:r>
                  <a:rPr lang="en-GB" sz="1100" b="0" i="0" u="none" strike="noStrike" cap="none">
                    <a:solidFill>
                      <a:srgbClr val="000000"/>
                    </a:solidFill>
                    <a:latin typeface="Arial"/>
                    <a:ea typeface="Arial"/>
                    <a:cs typeface="Arial"/>
                    <a:sym typeface="Arial"/>
                  </a:rPr>
                  <a:t>1..𝑇</a:t>
                </a:r>
                <a:r>
                  <a:rPr lang="en-GB" sz="1100" b="0" i="0" u="none" strike="noStrike" cap="none" dirty="0">
                    <a:solidFill>
                      <a:srgbClr val="000000"/>
                    </a:solidFill>
                    <a:effectLst/>
                    <a:latin typeface="Arial"/>
                    <a:ea typeface="Arial"/>
                    <a:cs typeface="Arial"/>
                    <a:sym typeface="Arial"/>
                  </a:rPr>
                  <a:t>: </a:t>
                </a:r>
              </a:p>
              <a:p>
                <a:pPr lvl="1" fontAlgn="t"/>
                <a:r>
                  <a:rPr lang="en-GB" sz="1100" b="1" i="0" u="none" strike="noStrike" cap="none" dirty="0">
                    <a:solidFill>
                      <a:srgbClr val="000000"/>
                    </a:solidFill>
                    <a:effectLst/>
                    <a:latin typeface="Arial"/>
                    <a:ea typeface="Arial"/>
                    <a:cs typeface="Arial"/>
                    <a:sym typeface="Arial"/>
                  </a:rPr>
                  <a:t>Shuffle dataset</a:t>
                </a:r>
                <a:r>
                  <a:rPr lang="en-GB" sz="1100" b="0" i="0" u="none" strike="noStrike" cap="none" dirty="0">
                    <a:solidFill>
                      <a:srgbClr val="000000"/>
                    </a:solidFill>
                    <a:effectLst/>
                    <a:latin typeface="Arial"/>
                    <a:ea typeface="Arial"/>
                    <a:cs typeface="Arial"/>
                    <a:sym typeface="Arial"/>
                  </a:rPr>
                  <a:t> </a:t>
                </a:r>
                <a:r>
                  <a:rPr lang="en-GB" sz="1100" b="0" i="0" u="none" strike="noStrike" cap="none">
                    <a:solidFill>
                      <a:srgbClr val="000000"/>
                    </a:solidFill>
                    <a:latin typeface="Arial"/>
                    <a:ea typeface="Arial"/>
                    <a:cs typeface="Arial"/>
                    <a:sym typeface="Arial"/>
                  </a:rPr>
                  <a:t>𝐷</a:t>
                </a:r>
                <a:r>
                  <a:rPr lang="en-GB" sz="1100" b="0" i="0" u="none" strike="noStrike" cap="none" dirty="0">
                    <a:solidFill>
                      <a:srgbClr val="000000"/>
                    </a:solidFill>
                    <a:effectLst/>
                    <a:latin typeface="Arial"/>
                    <a:ea typeface="Arial"/>
                    <a:cs typeface="Arial"/>
                    <a:sym typeface="Arial"/>
                  </a:rPr>
                  <a:t>(important so we don’t learn in a fixed order). </a:t>
                </a:r>
              </a:p>
              <a:p>
                <a:pPr lvl="1" fontAlgn="t"/>
                <a:r>
                  <a:rPr lang="en-GB" sz="1100" b="0" i="0" u="none" strike="noStrike" cap="none" dirty="0">
                    <a:solidFill>
                      <a:srgbClr val="000000"/>
                    </a:solidFill>
                    <a:effectLst/>
                    <a:latin typeface="Arial"/>
                    <a:ea typeface="Arial"/>
                    <a:cs typeface="Arial"/>
                    <a:sym typeface="Arial"/>
                  </a:rPr>
                  <a:t>For </a:t>
                </a:r>
                <a:r>
                  <a:rPr lang="en-GB" sz="1100" b="1" i="0" u="none" strike="noStrike" cap="none" dirty="0">
                    <a:solidFill>
                      <a:srgbClr val="000000"/>
                    </a:solidFill>
                    <a:effectLst/>
                    <a:latin typeface="Arial"/>
                    <a:ea typeface="Arial"/>
                    <a:cs typeface="Arial"/>
                    <a:sym typeface="Arial"/>
                  </a:rPr>
                  <a:t>each example</a:t>
                </a:r>
                <a:r>
                  <a:rPr lang="en-GB" sz="1100" b="0" i="0" u="none" strike="noStrike" cap="none" dirty="0">
                    <a:solidFill>
                      <a:srgbClr val="000000"/>
                    </a:solidFill>
                    <a:effectLst/>
                    <a:latin typeface="Arial"/>
                    <a:ea typeface="Arial"/>
                    <a:cs typeface="Arial"/>
                    <a:sym typeface="Arial"/>
                  </a:rPr>
                  <a:t> </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𝑥^((𝑖) )ⓜ,𝑦^((𝑖) ) )</a:t>
                </a:r>
                <a:r>
                  <a:rPr lang="ar-AE" sz="1100" b="0" i="0" u="none" strike="noStrike" cap="none" dirty="0">
                    <a:solidFill>
                      <a:srgbClr val="000000"/>
                    </a:solidFill>
                    <a:effectLst/>
                    <a:latin typeface="Arial"/>
                    <a:ea typeface="Arial"/>
                    <a:cs typeface="Arial"/>
                    <a:sym typeface="Arial"/>
                  </a:rPr>
                  <a:t>: </a:t>
                </a:r>
              </a:p>
              <a:p>
                <a:pPr lvl="2" fontAlgn="t"/>
                <a:r>
                  <a:rPr lang="en-GB" sz="1100" b="0" i="0" u="none" strike="noStrike" cap="none" dirty="0">
                    <a:solidFill>
                      <a:srgbClr val="000000"/>
                    </a:solidFill>
                    <a:effectLst/>
                    <a:latin typeface="Arial"/>
                    <a:ea typeface="Arial"/>
                    <a:cs typeface="Arial"/>
                    <a:sym typeface="Arial"/>
                  </a:rPr>
                  <a:t>compute prediction: </a:t>
                </a:r>
                <a:r>
                  <a:rPr lang="ar-AE" sz="1100" b="0" i="0" u="none" strike="noStrike" cap="none">
                    <a:solidFill>
                      <a:srgbClr val="000000"/>
                    </a:solidFill>
                    <a:latin typeface="Arial"/>
                    <a:ea typeface="Arial"/>
                    <a:cs typeface="Arial"/>
                    <a:sym typeface="Arial"/>
                  </a:rPr>
                  <a:t>𝑦 ̂^((𝑖) )=𝜎</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𝑤^𝑇 𝑥^((𝑖) ) )</a:t>
                </a:r>
                <a:endParaRPr lang="en-GB" sz="1100" b="0" i="0" u="none" strike="noStrike" cap="none" dirty="0">
                  <a:solidFill>
                    <a:srgbClr val="000000"/>
                  </a:solidFill>
                  <a:effectLst/>
                  <a:latin typeface="Arial"/>
                  <a:ea typeface="Arial"/>
                  <a:cs typeface="Arial"/>
                  <a:sym typeface="Arial"/>
                </a:endParaRPr>
              </a:p>
              <a:p>
                <a:pPr lvl="2" fontAlgn="t"/>
                <a:r>
                  <a:rPr lang="en-GB" sz="1100" b="0" i="0" u="none" strike="noStrike" cap="none" dirty="0">
                    <a:solidFill>
                      <a:srgbClr val="000000"/>
                    </a:solidFill>
                    <a:effectLst/>
                    <a:latin typeface="Arial"/>
                    <a:ea typeface="Arial"/>
                    <a:cs typeface="Arial"/>
                    <a:sym typeface="Arial"/>
                  </a:rPr>
                  <a:t>compute gradient: </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𝑦 ̂^((𝑖) )−𝑦^((𝑖) ) ) 𝑥^((𝑖) )</a:t>
                </a:r>
                <a:endParaRPr lang="en-GB" sz="1100" b="0" i="0" u="none" strike="noStrike" cap="none" dirty="0">
                  <a:solidFill>
                    <a:srgbClr val="000000"/>
                  </a:solidFill>
                  <a:effectLst/>
                  <a:latin typeface="Arial"/>
                  <a:ea typeface="Arial"/>
                  <a:cs typeface="Arial"/>
                  <a:sym typeface="Arial"/>
                </a:endParaRPr>
              </a:p>
              <a:p>
                <a:pPr lvl="2" fontAlgn="t"/>
                <a:r>
                  <a:rPr lang="en-GB" sz="1100" b="0" i="0" u="none" strike="noStrike" cap="none" dirty="0">
                    <a:solidFill>
                      <a:srgbClr val="000000"/>
                    </a:solidFill>
                    <a:effectLst/>
                    <a:latin typeface="Arial"/>
                    <a:ea typeface="Arial"/>
                    <a:cs typeface="Arial"/>
                    <a:sym typeface="Arial"/>
                  </a:rPr>
                  <a:t>update: </a:t>
                </a:r>
                <a:r>
                  <a:rPr lang="en-GB" sz="1100" b="0" i="0" u="none" strike="noStrike" cap="none">
                    <a:solidFill>
                      <a:srgbClr val="000000"/>
                    </a:solidFill>
                    <a:latin typeface="Arial"/>
                    <a:ea typeface="Arial"/>
                    <a:cs typeface="Arial"/>
                    <a:sym typeface="Arial"/>
                  </a:rPr>
                  <a:t>𝑤←𝑤−𝜂∇ℓ</a:t>
                </a:r>
                <a:endParaRPr lang="en-GB" sz="1100" b="0" i="0" u="none" strike="noStrike" cap="none" dirty="0">
                  <a:solidFill>
                    <a:srgbClr val="000000"/>
                  </a:solidFill>
                  <a:effectLst/>
                  <a:latin typeface="Arial"/>
                  <a:ea typeface="Arial"/>
                  <a:cs typeface="Arial"/>
                  <a:sym typeface="Arial"/>
                </a:endParaRPr>
              </a:p>
              <a:p>
                <a:pPr fontAlgn="t"/>
                <a:r>
                  <a:rPr lang="en-GB" sz="1100" b="1" i="0" u="none" strike="noStrike" cap="none" dirty="0">
                    <a:solidFill>
                      <a:srgbClr val="000000"/>
                    </a:solidFill>
                    <a:effectLst/>
                    <a:latin typeface="Arial"/>
                    <a:ea typeface="Arial"/>
                    <a:cs typeface="Arial"/>
                    <a:sym typeface="Arial"/>
                  </a:rPr>
                  <a:t>Define two words clearly (students always ask):</a:t>
                </a:r>
                <a:endParaRPr lang="en-GB" sz="1100" b="0" i="0" u="none" strike="noStrike" cap="none" dirty="0">
                  <a:solidFill>
                    <a:srgbClr val="000000"/>
                  </a:solidFill>
                  <a:effectLst/>
                  <a:latin typeface="Arial"/>
                  <a:ea typeface="Arial"/>
                  <a:cs typeface="Arial"/>
                  <a:sym typeface="Arial"/>
                </a:endParaRPr>
              </a:p>
              <a:p>
                <a:pPr fontAlgn="t"/>
                <a:r>
                  <a:rPr lang="en-GB" sz="1100" b="1" i="0" u="none" strike="noStrike" cap="none" dirty="0">
                    <a:solidFill>
                      <a:srgbClr val="000000"/>
                    </a:solidFill>
                    <a:effectLst/>
                    <a:latin typeface="Arial"/>
                    <a:ea typeface="Arial"/>
                    <a:cs typeface="Arial"/>
                    <a:sym typeface="Arial"/>
                  </a:rPr>
                  <a:t>Iteration</a:t>
                </a:r>
                <a:r>
                  <a:rPr lang="en-GB" sz="1100" b="0" i="0" u="none" strike="noStrike" cap="none" dirty="0">
                    <a:solidFill>
                      <a:srgbClr val="000000"/>
                    </a:solidFill>
                    <a:effectLst/>
                    <a:latin typeface="Arial"/>
                    <a:ea typeface="Arial"/>
                    <a:cs typeface="Arial"/>
                    <a:sym typeface="Arial"/>
                  </a:rPr>
                  <a:t> = one weight update (one example processed)</a:t>
                </a:r>
              </a:p>
              <a:p>
                <a:pPr fontAlgn="t"/>
                <a:r>
                  <a:rPr lang="en-GB" sz="1100" b="1" i="0" u="none" strike="noStrike" cap="none" dirty="0">
                    <a:solidFill>
                      <a:srgbClr val="000000"/>
                    </a:solidFill>
                    <a:effectLst/>
                    <a:latin typeface="Arial"/>
                    <a:ea typeface="Arial"/>
                    <a:cs typeface="Arial"/>
                    <a:sym typeface="Arial"/>
                  </a:rPr>
                  <a:t>Epoch</a:t>
                </a:r>
                <a:r>
                  <a:rPr lang="en-GB" sz="1100" b="0" i="0" u="none" strike="noStrike" cap="none" dirty="0">
                    <a:solidFill>
                      <a:srgbClr val="000000"/>
                    </a:solidFill>
                    <a:effectLst/>
                    <a:latin typeface="Arial"/>
                    <a:ea typeface="Arial"/>
                    <a:cs typeface="Arial"/>
                    <a:sym typeface="Arial"/>
                  </a:rPr>
                  <a:t> = one full pass over the whole dataset (after shuffling)</a:t>
                </a:r>
              </a:p>
              <a:p>
                <a:pPr marL="158750" indent="0" fontAlgn="t">
                  <a:buNone/>
                </a:pPr>
                <a:endParaRPr lang="en-GB" dirty="0"/>
              </a:p>
              <a:p>
                <a:pPr marL="0" lvl="0" indent="0" algn="l" rtl="0">
                  <a:spcBef>
                    <a:spcPts val="0"/>
                  </a:spcBef>
                  <a:spcAft>
                    <a:spcPts val="0"/>
                  </a:spcAft>
                  <a:buNone/>
                </a:pPr>
                <a:endParaRPr lang="en-GB" dirty="0"/>
              </a:p>
              <a:p>
                <a:pPr fontAlgn="t"/>
                <a:r>
                  <a:rPr lang="en-GB" sz="1100" b="0" i="0" u="none" strike="noStrike" cap="none" dirty="0">
                    <a:solidFill>
                      <a:srgbClr val="000000"/>
                    </a:solidFill>
                    <a:effectLst/>
                    <a:latin typeface="Arial"/>
                    <a:ea typeface="Arial"/>
                    <a:cs typeface="Arial"/>
                    <a:sym typeface="Arial"/>
                  </a:rPr>
                  <a:t>And prediction is:</a:t>
                </a:r>
              </a:p>
              <a:p>
                <a:r>
                  <a:rPr lang="ar-AE" sz="1100" b="0" i="0" u="none" strike="noStrike" cap="none">
                    <a:solidFill>
                      <a:srgbClr val="000000"/>
                    </a:solidFill>
                    <a:latin typeface="Arial"/>
                    <a:ea typeface="Arial"/>
                    <a:cs typeface="Arial"/>
                    <a:sym typeface="Arial"/>
                  </a:rPr>
                  <a:t>𝑦 ̂^((𝑖) )=𝜎</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𝑤^𝑇 𝑥^((𝑖) ) )</a:t>
                </a:r>
                <a:endParaRPr lang="ar-AE" dirty="0"/>
              </a:p>
              <a:p>
                <a:pPr fontAlgn="t"/>
                <a:r>
                  <a:rPr lang="ar-AE" sz="1100" b="0" i="0" u="none" strike="noStrike" cap="none" dirty="0">
                    <a:solidFill>
                      <a:srgbClr val="000000"/>
                    </a:solidFill>
                    <a:effectLst/>
                    <a:latin typeface="Arial"/>
                    <a:ea typeface="Arial"/>
                    <a:cs typeface="Arial"/>
                    <a:sym typeface="Arial"/>
                  </a:rPr>
                  <a:t>(</a:t>
                </a:r>
                <a:r>
                  <a:rPr lang="en-GB" sz="1100" b="0" i="0" u="none" strike="noStrike" cap="none" dirty="0">
                    <a:solidFill>
                      <a:srgbClr val="000000"/>
                    </a:solidFill>
                    <a:effectLst/>
                    <a:latin typeface="Arial"/>
                    <a:ea typeface="Arial"/>
                    <a:cs typeface="Arial"/>
                    <a:sym typeface="Arial"/>
                  </a:rPr>
                  <a:t>where </a:t>
                </a:r>
                <a:r>
                  <a:rPr lang="en-GB" sz="1100" b="0" i="0" u="none" strike="noStrike" cap="none">
                    <a:solidFill>
                      <a:srgbClr val="000000"/>
                    </a:solidFill>
                    <a:latin typeface="Arial"/>
                    <a:ea typeface="Arial"/>
                    <a:cs typeface="Arial"/>
                    <a:sym typeface="Arial"/>
                  </a:rPr>
                  <a:t>𝜎</a:t>
                </a:r>
                <a:r>
                  <a:rPr lang="en-GB" sz="1100" b="0" i="0" u="none" strike="noStrike" cap="none" dirty="0">
                    <a:solidFill>
                      <a:srgbClr val="000000"/>
                    </a:solidFill>
                    <a:effectLst/>
                    <a:latin typeface="Arial"/>
                    <a:ea typeface="Arial"/>
                    <a:cs typeface="Arial"/>
                    <a:sym typeface="Arial"/>
                  </a:rPr>
                  <a:t>is sigmoid; and bias is handled with </a:t>
                </a:r>
                <a:r>
                  <a:rPr lang="ar-AE" sz="1100" b="0" i="0" u="none" strike="noStrike" cap="none">
                    <a:solidFill>
                      <a:srgbClr val="000000"/>
                    </a:solidFill>
                    <a:latin typeface="Arial"/>
                    <a:ea typeface="Arial"/>
                    <a:cs typeface="Arial"/>
                    <a:sym typeface="Arial"/>
                  </a:rPr>
                  <a:t>𝑥_0^((𝑖) )=1</a:t>
                </a:r>
                <a:r>
                  <a:rPr lang="ar-AE" sz="1100" b="0" i="0" u="none" strike="noStrike" cap="none" dirty="0">
                    <a:solidFill>
                      <a:srgbClr val="000000"/>
                    </a:solidFill>
                    <a:effectLst/>
                    <a:latin typeface="Arial"/>
                    <a:ea typeface="Arial"/>
                    <a:cs typeface="Arial"/>
                    <a:sym typeface="Arial"/>
                  </a:rPr>
                  <a:t>). </a:t>
                </a:r>
                <a:endParaRPr lang="en-GB"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lang="en-GB" dirty="0"/>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GB" sz="1100" b="1" i="0" u="none" strike="noStrike" cap="none" dirty="0">
                    <a:solidFill>
                      <a:srgbClr val="000000"/>
                    </a:solidFill>
                    <a:effectLst/>
                    <a:latin typeface="Arial"/>
                    <a:ea typeface="Arial"/>
                    <a:cs typeface="Arial"/>
                    <a:sym typeface="Arial"/>
                  </a:rPr>
                  <a:t>Error term:</a:t>
                </a:r>
                <a:r>
                  <a:rPr lang="en-GB" sz="1100" b="0" i="0" u="none" strike="noStrike" cap="none" dirty="0">
                    <a:solidFill>
                      <a:srgbClr val="000000"/>
                    </a:solidFill>
                    <a:effectLst/>
                    <a:latin typeface="Arial"/>
                    <a:ea typeface="Arial"/>
                    <a:cs typeface="Arial"/>
                    <a:sym typeface="Arial"/>
                  </a:rPr>
                  <a:t> </a:t>
                </a:r>
                <a:r>
                  <a:rPr lang="ar-AE" sz="1100" b="0" i="0" u="none" strike="noStrike" cap="none">
                    <a:solidFill>
                      <a:srgbClr val="000000"/>
                    </a:solidFill>
                    <a:latin typeface="Arial"/>
                    <a:cs typeface="Arial"/>
                    <a:sym typeface="Arial"/>
                  </a:rPr>
                  <a:t>(</a:t>
                </a:r>
                <a:r>
                  <a:rPr lang="ar-AE" sz="1100" b="0" i="0" u="none" strike="noStrike" cap="none">
                    <a:solidFill>
                      <a:srgbClr val="000000"/>
                    </a:solidFill>
                    <a:latin typeface="Arial"/>
                    <a:ea typeface="Arial"/>
                    <a:cs typeface="Arial"/>
                    <a:sym typeface="Arial"/>
                  </a:rPr>
                  <a:t>𝑦 ̂^((𝑖) )−𝑦^((𝑖) ) )</a:t>
                </a:r>
                <a:r>
                  <a:rPr lang="en-GB" sz="1100" b="1" i="0" u="none" strike="noStrike" cap="none" dirty="0">
                    <a:solidFill>
                      <a:srgbClr val="000000"/>
                    </a:solidFill>
                    <a:effectLst/>
                    <a:latin typeface="Arial"/>
                    <a:ea typeface="Arial"/>
                    <a:cs typeface="Arial"/>
                    <a:sym typeface="Arial"/>
                  </a:rPr>
                  <a:t>Direction term:</a:t>
                </a:r>
                <a:r>
                  <a:rPr lang="en-GB" sz="1100" b="0" i="0" u="none" strike="noStrike" cap="none" dirty="0">
                    <a:solidFill>
                      <a:srgbClr val="000000"/>
                    </a:solidFill>
                    <a:effectLst/>
                    <a:latin typeface="Arial"/>
                    <a:ea typeface="Arial"/>
                    <a:cs typeface="Arial"/>
                    <a:sym typeface="Arial"/>
                  </a:rPr>
                  <a:t> </a:t>
                </a:r>
                <a:r>
                  <a:rPr lang="ar-AE" sz="1100" b="0" i="0" u="none" strike="noStrike" cap="none">
                    <a:solidFill>
                      <a:srgbClr val="000000"/>
                    </a:solidFill>
                    <a:latin typeface="Arial"/>
                    <a:ea typeface="Arial"/>
                    <a:cs typeface="Arial"/>
                    <a:sym typeface="Arial"/>
                  </a:rPr>
                  <a:t>𝑥^((𝑖) )</a:t>
                </a:r>
                <a:r>
                  <a:rPr lang="ar-AE" sz="1100" b="0" i="0" u="none" strike="noStrike" cap="none" dirty="0">
                    <a:solidFill>
                      <a:srgbClr val="000000"/>
                    </a:solidFill>
                    <a:effectLst/>
                    <a:latin typeface="Arial"/>
                    <a:ea typeface="Arial"/>
                    <a:cs typeface="Arial"/>
                    <a:sym typeface="Arial"/>
                  </a:rPr>
                  <a:t>“</a:t>
                </a:r>
                <a:r>
                  <a:rPr lang="en-GB" sz="1100" b="0" i="0" u="none" strike="noStrike" cap="none" dirty="0">
                    <a:solidFill>
                      <a:srgbClr val="000000"/>
                    </a:solidFill>
                    <a:effectLst/>
                    <a:latin typeface="Arial"/>
                    <a:ea typeface="Arial"/>
                    <a:cs typeface="Arial"/>
                    <a:sym typeface="Arial"/>
                  </a:rPr>
                  <a:t>Same structure as linear regression gradient” (because in both cases gradient is error × input).</a:t>
                </a:r>
              </a:p>
              <a:p>
                <a:pPr marL="0" lvl="0" indent="0" algn="l" rtl="0">
                  <a:spcBef>
                    <a:spcPts val="0"/>
                  </a:spcBef>
                  <a:spcAft>
                    <a:spcPts val="0"/>
                  </a:spcAft>
                  <a:buNone/>
                </a:pPr>
                <a:endParaRPr lang="en-GB" dirty="0"/>
              </a:p>
              <a:p>
                <a:pPr fontAlgn="t"/>
                <a:r>
                  <a:rPr lang="en-US" sz="1100" b="1" i="0" u="none" strike="noStrike" cap="none" dirty="0">
                    <a:solidFill>
                      <a:srgbClr val="000000"/>
                    </a:solidFill>
                    <a:effectLst/>
                    <a:latin typeface="Arial"/>
                    <a:ea typeface="Arial"/>
                    <a:cs typeface="Arial"/>
                    <a:sym typeface="Arial"/>
                  </a:rPr>
                  <a:t>Iteration</a:t>
                </a:r>
                <a:r>
                  <a:rPr lang="en-US" sz="1100" b="0" i="0" u="none" strike="noStrike" cap="none" dirty="0">
                    <a:solidFill>
                      <a:srgbClr val="000000"/>
                    </a:solidFill>
                    <a:effectLst/>
                    <a:latin typeface="Arial"/>
                    <a:ea typeface="Arial"/>
                    <a:cs typeface="Arial"/>
                    <a:sym typeface="Arial"/>
                  </a:rPr>
                  <a:t> = one weight update (one example processed)</a:t>
                </a:r>
              </a:p>
              <a:p>
                <a:pPr fontAlgn="t"/>
                <a:r>
                  <a:rPr lang="en-US" sz="1100" b="1" i="0" u="none" strike="noStrike" cap="none" dirty="0">
                    <a:solidFill>
                      <a:srgbClr val="000000"/>
                    </a:solidFill>
                    <a:effectLst/>
                    <a:latin typeface="Arial"/>
                    <a:ea typeface="Arial"/>
                    <a:cs typeface="Arial"/>
                    <a:sym typeface="Arial"/>
                  </a:rPr>
                  <a:t>Epoch</a:t>
                </a:r>
                <a:r>
                  <a:rPr lang="en-US" sz="1100" b="0" i="0" u="none" strike="noStrike" cap="none" dirty="0">
                    <a:solidFill>
                      <a:srgbClr val="000000"/>
                    </a:solidFill>
                    <a:effectLst/>
                    <a:latin typeface="Arial"/>
                    <a:ea typeface="Arial"/>
                    <a:cs typeface="Arial"/>
                    <a:sym typeface="Arial"/>
                  </a:rPr>
                  <a:t> = one full pass over the whole dataset (after shuffling)</a:t>
                </a:r>
              </a:p>
              <a:p>
                <a:pPr marL="0" lvl="0" indent="0" algn="l" rtl="0">
                  <a:spcBef>
                    <a:spcPts val="0"/>
                  </a:spcBef>
                  <a:spcAft>
                    <a:spcPts val="0"/>
                  </a:spcAft>
                  <a:buNone/>
                </a:pPr>
                <a:endParaRPr dirty="0"/>
              </a:p>
            </p:txBody>
          </p:sp>
        </mc:Fallback>
      </mc:AlternateContent>
      <p:sp>
        <p:nvSpPr>
          <p:cNvPr id="606" name="Google Shape;606;p2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2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A0A0A"/>
                </a:solidFill>
                <a:effectLst/>
                <a:latin typeface="Google Sans"/>
              </a:rPr>
              <a:t>Batch gradient descent is </a:t>
            </a:r>
            <a:r>
              <a:rPr lang="en-US" dirty="0"/>
              <a:t>an optimization algorithm that calculates the gradient using the </a:t>
            </a:r>
            <a:r>
              <a:rPr lang="en-US" b="1" dirty="0">
                <a:effectLst/>
              </a:rPr>
              <a:t>entire training dataset</a:t>
            </a:r>
            <a:r>
              <a:rPr lang="en-US" dirty="0"/>
              <a:t> to update a model's parameters in each iteration</a:t>
            </a:r>
            <a:r>
              <a:rPr lang="en-US" b="0" i="0" dirty="0">
                <a:solidFill>
                  <a:srgbClr val="0A0A0A"/>
                </a:solidFill>
                <a:effectLst/>
                <a:latin typeface="Google Sans"/>
              </a:rPr>
              <a:t>. This approach provides a stable and accurate gradient but can be slow and memory-intensive for very large datasets. It is well-suited for smaller datasets or convex error surfaces where stability is more important than speed. </a:t>
            </a:r>
          </a:p>
          <a:p>
            <a:pPr marL="0" lvl="0" indent="0" algn="l" rtl="0">
              <a:spcBef>
                <a:spcPts val="0"/>
              </a:spcBef>
              <a:spcAft>
                <a:spcPts val="0"/>
              </a:spcAft>
              <a:buNone/>
            </a:pPr>
            <a:endParaRPr lang="en-US" b="0" i="0" dirty="0">
              <a:solidFill>
                <a:srgbClr val="0A0A0A"/>
              </a:solidFill>
              <a:effectLst/>
              <a:latin typeface="Google Sans"/>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Batch GD: smooth deterministic path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SGD: noisy zig-zag path but faster iterations</a:t>
            </a:r>
          </a:p>
          <a:p>
            <a:pPr marL="0" lvl="0" indent="0" algn="l" rtl="0">
              <a:spcBef>
                <a:spcPts val="0"/>
              </a:spcBef>
              <a:spcAft>
                <a:spcPts val="0"/>
              </a:spcAft>
              <a:buNone/>
            </a:pPr>
            <a:endParaRPr lang="en-GB" dirty="0"/>
          </a:p>
          <a:p>
            <a:pPr marL="0" lvl="0" indent="0" algn="l" rtl="0">
              <a:spcBef>
                <a:spcPts val="0"/>
              </a:spcBef>
              <a:spcAft>
                <a:spcPts val="0"/>
              </a:spcAft>
              <a:buNone/>
            </a:pPr>
            <a:endParaRPr lang="en-GB" dirty="0"/>
          </a:p>
          <a:p>
            <a:pPr fontAlgn="t"/>
            <a:r>
              <a:rPr lang="en-US" sz="1100" b="0" i="0" u="none" strike="noStrike" cap="none" dirty="0">
                <a:solidFill>
                  <a:srgbClr val="000000"/>
                </a:solidFill>
                <a:effectLst/>
                <a:latin typeface="Arial"/>
                <a:ea typeface="Arial"/>
                <a:cs typeface="Arial"/>
                <a:sym typeface="Arial"/>
              </a:rPr>
              <a:t>Batch GD uses the </a:t>
            </a:r>
            <a:r>
              <a:rPr lang="en-US" sz="1100" b="1" i="0" u="none" strike="noStrike" cap="none" dirty="0">
                <a:solidFill>
                  <a:srgbClr val="000000"/>
                </a:solidFill>
                <a:effectLst/>
                <a:latin typeface="Arial"/>
                <a:ea typeface="Arial"/>
                <a:cs typeface="Arial"/>
                <a:sym typeface="Arial"/>
              </a:rPr>
              <a:t>true average gradient</a:t>
            </a:r>
            <a:r>
              <a:rPr lang="en-US" sz="1100" b="0" i="0" u="none" strike="noStrike" cap="none" dirty="0">
                <a:solidFill>
                  <a:srgbClr val="000000"/>
                </a:solidFill>
                <a:effectLst/>
                <a:latin typeface="Arial"/>
                <a:ea typeface="Arial"/>
                <a:cs typeface="Arial"/>
                <a:sym typeface="Arial"/>
              </a:rPr>
              <a:t>, so it moves smoothly.</a:t>
            </a:r>
          </a:p>
          <a:p>
            <a:pPr fontAlgn="t"/>
            <a:r>
              <a:rPr lang="en-US" sz="1100" b="0" i="0" u="none" strike="noStrike" cap="none" dirty="0">
                <a:solidFill>
                  <a:srgbClr val="000000"/>
                </a:solidFill>
                <a:effectLst/>
                <a:latin typeface="Arial"/>
                <a:ea typeface="Arial"/>
                <a:cs typeface="Arial"/>
                <a:sym typeface="Arial"/>
              </a:rPr>
              <a:t>SGD uses a </a:t>
            </a:r>
            <a:r>
              <a:rPr lang="en-US" sz="1100" b="1" i="0" u="none" strike="noStrike" cap="none" dirty="0">
                <a:solidFill>
                  <a:srgbClr val="000000"/>
                </a:solidFill>
                <a:effectLst/>
                <a:latin typeface="Arial"/>
                <a:ea typeface="Arial"/>
                <a:cs typeface="Arial"/>
                <a:sym typeface="Arial"/>
              </a:rPr>
              <a:t>single-example gradient</a:t>
            </a:r>
            <a:r>
              <a:rPr lang="en-US" sz="1100" b="0" i="0" u="none" strike="noStrike" cap="none" dirty="0">
                <a:solidFill>
                  <a:srgbClr val="000000"/>
                </a:solidFill>
                <a:effectLst/>
                <a:latin typeface="Arial"/>
                <a:ea typeface="Arial"/>
                <a:cs typeface="Arial"/>
                <a:sym typeface="Arial"/>
              </a:rPr>
              <a:t>, so each step has randomness → zig-zag.</a:t>
            </a:r>
          </a:p>
          <a:p>
            <a:pPr fontAlgn="t"/>
            <a:r>
              <a:rPr lang="en-US" sz="1100" b="0" i="0" u="none" strike="noStrike" cap="none" dirty="0">
                <a:solidFill>
                  <a:srgbClr val="000000"/>
                </a:solidFill>
                <a:effectLst/>
                <a:latin typeface="Arial"/>
                <a:ea typeface="Arial"/>
                <a:cs typeface="Arial"/>
                <a:sym typeface="Arial"/>
              </a:rPr>
              <a:t>But each step is </a:t>
            </a:r>
            <a:r>
              <a:rPr lang="en-US" sz="1100" b="1" i="0" u="none" strike="noStrike" cap="none" dirty="0">
                <a:solidFill>
                  <a:srgbClr val="000000"/>
                </a:solidFill>
                <a:effectLst/>
                <a:latin typeface="Arial"/>
                <a:ea typeface="Arial"/>
                <a:cs typeface="Arial"/>
                <a:sym typeface="Arial"/>
              </a:rPr>
              <a:t>cheap</a:t>
            </a:r>
            <a:r>
              <a:rPr lang="en-US" sz="1100" b="0" i="0" u="none" strike="noStrike" cap="none" dirty="0">
                <a:solidFill>
                  <a:srgbClr val="000000"/>
                </a:solidFill>
                <a:effectLst/>
                <a:latin typeface="Arial"/>
                <a:ea typeface="Arial"/>
                <a:cs typeface="Arial"/>
                <a:sym typeface="Arial"/>
              </a:rPr>
              <a:t> (only one example), so you can do many updates quickly.</a:t>
            </a:r>
          </a:p>
          <a:p>
            <a:pPr marL="0" lvl="0" indent="0" algn="l" rtl="0">
              <a:spcBef>
                <a:spcPts val="0"/>
              </a:spcBef>
              <a:spcAft>
                <a:spcPts val="0"/>
              </a:spcAft>
              <a:buNone/>
            </a:pPr>
            <a:endParaRPr dirty="0"/>
          </a:p>
        </p:txBody>
      </p:sp>
      <p:sp>
        <p:nvSpPr>
          <p:cNvPr id="634" name="Google Shape;634;p2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2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fontAlgn="t"/>
            <a:r>
              <a:rPr lang="en-GB" sz="1100" b="1" i="0" u="none" strike="noStrike" cap="none" dirty="0">
                <a:solidFill>
                  <a:srgbClr val="000000"/>
                </a:solidFill>
                <a:effectLst/>
                <a:latin typeface="Arial"/>
                <a:ea typeface="Arial"/>
                <a:cs typeface="Arial"/>
                <a:sym typeface="Arial"/>
              </a:rPr>
              <a:t>Benefits (how to explain):</a:t>
            </a:r>
          </a:p>
          <a:p>
            <a:pPr fontAlgn="t"/>
            <a:r>
              <a:rPr lang="en-GB" sz="1100" b="1" i="0" u="none" strike="noStrike" cap="none" dirty="0">
                <a:solidFill>
                  <a:srgbClr val="000000"/>
                </a:solidFill>
                <a:effectLst/>
                <a:latin typeface="Arial"/>
                <a:ea typeface="Arial"/>
                <a:cs typeface="Arial"/>
                <a:sym typeface="Arial"/>
              </a:rPr>
              <a:t>Speed per iteration:</a:t>
            </a:r>
            <a:r>
              <a:rPr lang="en-GB" sz="1100" b="0" i="0" u="none" strike="noStrike" cap="none" dirty="0">
                <a:solidFill>
                  <a:srgbClr val="000000"/>
                </a:solidFill>
                <a:effectLst/>
                <a:latin typeface="Arial"/>
                <a:ea typeface="Arial"/>
                <a:cs typeface="Arial"/>
                <a:sym typeface="Arial"/>
              </a:rPr>
              <a:t> one example only → very fast update. </a:t>
            </a:r>
          </a:p>
          <a:p>
            <a:pPr fontAlgn="t"/>
            <a:r>
              <a:rPr lang="en-GB" sz="1100" b="1" i="0" u="none" strike="noStrike" cap="none" dirty="0">
                <a:solidFill>
                  <a:srgbClr val="000000"/>
                </a:solidFill>
                <a:effectLst/>
                <a:latin typeface="Arial"/>
                <a:ea typeface="Arial"/>
                <a:cs typeface="Arial"/>
                <a:sym typeface="Arial"/>
              </a:rPr>
              <a:t>Memory:</a:t>
            </a:r>
            <a:r>
              <a:rPr lang="en-GB" sz="1100" b="0" i="0" u="none" strike="noStrike" cap="none" dirty="0">
                <a:solidFill>
                  <a:srgbClr val="000000"/>
                </a:solidFill>
                <a:effectLst/>
                <a:latin typeface="Arial"/>
                <a:ea typeface="Arial"/>
                <a:cs typeface="Arial"/>
                <a:sym typeface="Arial"/>
              </a:rPr>
              <a:t> doesn’t need whole dataset in RAM (can stream data). </a:t>
            </a:r>
          </a:p>
          <a:p>
            <a:pPr fontAlgn="t"/>
            <a:r>
              <a:rPr lang="en-GB" sz="1100" b="1" i="0" u="none" strike="noStrike" cap="none" dirty="0">
                <a:solidFill>
                  <a:srgbClr val="000000"/>
                </a:solidFill>
                <a:effectLst/>
                <a:latin typeface="Arial"/>
                <a:ea typeface="Arial"/>
                <a:cs typeface="Arial"/>
                <a:sym typeface="Arial"/>
              </a:rPr>
              <a:t>Online learning:</a:t>
            </a:r>
            <a:r>
              <a:rPr lang="en-GB" sz="1100" b="0" i="0" u="none" strike="noStrike" cap="none" dirty="0">
                <a:solidFill>
                  <a:srgbClr val="000000"/>
                </a:solidFill>
                <a:effectLst/>
                <a:latin typeface="Arial"/>
                <a:ea typeface="Arial"/>
                <a:cs typeface="Arial"/>
                <a:sym typeface="Arial"/>
              </a:rPr>
              <a:t> update as new data arrives (one-by-one processing). </a:t>
            </a:r>
          </a:p>
          <a:p>
            <a:pPr fontAlgn="t"/>
            <a:r>
              <a:rPr lang="en-GB" sz="1100" b="1" i="0" u="none" strike="noStrike" cap="none" dirty="0">
                <a:solidFill>
                  <a:srgbClr val="000000"/>
                </a:solidFill>
                <a:effectLst/>
                <a:latin typeface="Arial"/>
                <a:ea typeface="Arial"/>
                <a:cs typeface="Arial"/>
                <a:sym typeface="Arial"/>
              </a:rPr>
              <a:t>Generalization:</a:t>
            </a:r>
            <a:r>
              <a:rPr lang="en-GB" sz="1100" b="0" i="0" u="none" strike="noStrike" cap="none" dirty="0">
                <a:solidFill>
                  <a:srgbClr val="000000"/>
                </a:solidFill>
                <a:effectLst/>
                <a:latin typeface="Arial"/>
                <a:ea typeface="Arial"/>
                <a:cs typeface="Arial"/>
                <a:sym typeface="Arial"/>
              </a:rPr>
              <a:t> noise can help avoid getting stuck (slide explicitly states noise helps escape minima and improve generalization). </a:t>
            </a:r>
          </a:p>
          <a:p>
            <a:pPr fontAlgn="t"/>
            <a:r>
              <a:rPr lang="en-GB" sz="1100" b="1" i="0" u="none" strike="noStrike" cap="none" dirty="0">
                <a:solidFill>
                  <a:srgbClr val="000000"/>
                </a:solidFill>
                <a:effectLst/>
                <a:latin typeface="Arial"/>
                <a:ea typeface="Arial"/>
                <a:cs typeface="Arial"/>
                <a:sym typeface="Arial"/>
              </a:rPr>
              <a:t>Scalability:</a:t>
            </a:r>
            <a:r>
              <a:rPr lang="en-GB" sz="1100" b="0" i="0" u="none" strike="noStrike" cap="none" dirty="0">
                <a:solidFill>
                  <a:srgbClr val="000000"/>
                </a:solidFill>
                <a:effectLst/>
                <a:latin typeface="Arial"/>
                <a:ea typeface="Arial"/>
                <a:cs typeface="Arial"/>
                <a:sym typeface="Arial"/>
              </a:rPr>
              <a:t> works well when dataset is huge (because updates are cheap). </a:t>
            </a:r>
          </a:p>
          <a:p>
            <a:pPr fontAlgn="t"/>
            <a:r>
              <a:rPr lang="en-GB" sz="1100" b="1" i="0" u="none" strike="noStrike" cap="none" dirty="0">
                <a:solidFill>
                  <a:srgbClr val="000000"/>
                </a:solidFill>
                <a:effectLst/>
                <a:latin typeface="Arial"/>
                <a:ea typeface="Arial"/>
                <a:cs typeface="Arial"/>
                <a:sym typeface="Arial"/>
              </a:rPr>
              <a:t>Challenges (how to explain):</a:t>
            </a:r>
          </a:p>
          <a:p>
            <a:pPr fontAlgn="t"/>
            <a:r>
              <a:rPr lang="en-GB" sz="1100" b="1" i="0" u="none" strike="noStrike" cap="none" dirty="0">
                <a:solidFill>
                  <a:srgbClr val="000000"/>
                </a:solidFill>
                <a:effectLst/>
                <a:latin typeface="Arial"/>
                <a:ea typeface="Arial"/>
                <a:cs typeface="Arial"/>
                <a:sym typeface="Arial"/>
              </a:rPr>
              <a:t>Noisy updates:</a:t>
            </a:r>
            <a:r>
              <a:rPr lang="en-GB" sz="1100" b="0" i="0" u="none" strike="noStrike" cap="none" dirty="0">
                <a:solidFill>
                  <a:srgbClr val="000000"/>
                </a:solidFill>
                <a:effectLst/>
                <a:latin typeface="Arial"/>
                <a:ea typeface="Arial"/>
                <a:cs typeface="Arial"/>
                <a:sym typeface="Arial"/>
              </a:rPr>
              <a:t> loss curve may jump up/down; path not smooth. (stochastic path shown). </a:t>
            </a:r>
          </a:p>
          <a:p>
            <a:pPr fontAlgn="t"/>
            <a:r>
              <a:rPr lang="en-GB" sz="1100" b="1" i="0" u="none" strike="noStrike" cap="none" dirty="0">
                <a:solidFill>
                  <a:srgbClr val="000000"/>
                </a:solidFill>
                <a:effectLst/>
                <a:latin typeface="Arial"/>
                <a:ea typeface="Arial"/>
                <a:cs typeface="Arial"/>
                <a:sym typeface="Arial"/>
              </a:rPr>
              <a:t>Learning rate sensitivity:</a:t>
            </a:r>
            <a:r>
              <a:rPr lang="en-GB" sz="1100" b="0" i="0" u="none" strike="noStrike" cap="none" dirty="0">
                <a:solidFill>
                  <a:srgbClr val="000000"/>
                </a:solidFill>
                <a:effectLst/>
                <a:latin typeface="Arial"/>
                <a:ea typeface="Arial"/>
                <a:cs typeface="Arial"/>
                <a:sym typeface="Arial"/>
              </a:rPr>
              <a:t> too large → unstable; too small → slow. (common practical note; also consistent with SGD settings discussion). </a:t>
            </a:r>
          </a:p>
          <a:p>
            <a:pPr fontAlgn="t"/>
            <a:r>
              <a:rPr lang="en-GB" sz="1100" b="1" i="0" u="none" strike="noStrike" cap="none" dirty="0">
                <a:solidFill>
                  <a:srgbClr val="000000"/>
                </a:solidFill>
                <a:effectLst/>
                <a:latin typeface="Arial"/>
                <a:ea typeface="Arial"/>
                <a:cs typeface="Arial"/>
                <a:sym typeface="Arial"/>
              </a:rPr>
              <a:t>May oscillate near optimum:</a:t>
            </a:r>
            <a:r>
              <a:rPr lang="en-GB" sz="1100" b="0" i="0" u="none" strike="noStrike" cap="none" dirty="0">
                <a:solidFill>
                  <a:srgbClr val="000000"/>
                </a:solidFill>
                <a:effectLst/>
                <a:latin typeface="Arial"/>
                <a:ea typeface="Arial"/>
                <a:cs typeface="Arial"/>
                <a:sym typeface="Arial"/>
              </a:rPr>
              <a:t> because noise keeps “kicking” you around. (matches “noisy path” and “not smooth”). </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br>
              <a:rPr lang="en-GB" dirty="0"/>
            </a:br>
            <a:r>
              <a:rPr lang="en-US" sz="1100" b="0" i="0" u="none" strike="noStrike" cap="none" dirty="0">
                <a:solidFill>
                  <a:srgbClr val="000000"/>
                </a:solidFill>
                <a:effectLst/>
                <a:latin typeface="Arial"/>
                <a:ea typeface="Arial"/>
                <a:cs typeface="Arial"/>
                <a:sym typeface="Arial"/>
              </a:rPr>
              <a:t>“</a:t>
            </a:r>
            <a:r>
              <a:rPr lang="en-US" sz="1100" b="1" i="0" u="none" strike="noStrike" cap="none" dirty="0">
                <a:solidFill>
                  <a:srgbClr val="000000"/>
                </a:solidFill>
                <a:effectLst/>
                <a:latin typeface="Arial"/>
                <a:ea typeface="Arial"/>
                <a:cs typeface="Arial"/>
                <a:sym typeface="Arial"/>
              </a:rPr>
              <a:t>Batch GD</a:t>
            </a:r>
            <a:r>
              <a:rPr lang="en-US" sz="1100" b="0" i="0" u="none" strike="noStrike" cap="none" dirty="0">
                <a:solidFill>
                  <a:srgbClr val="000000"/>
                </a:solidFill>
                <a:effectLst/>
                <a:latin typeface="Arial"/>
                <a:ea typeface="Arial"/>
                <a:cs typeface="Arial"/>
                <a:sym typeface="Arial"/>
              </a:rPr>
              <a:t> gives a stable direction but is expensive; </a:t>
            </a:r>
            <a:r>
              <a:rPr lang="en-US" sz="1100" b="1" i="0" u="none" strike="noStrike" cap="none" dirty="0">
                <a:solidFill>
                  <a:srgbClr val="000000"/>
                </a:solidFill>
                <a:effectLst/>
                <a:latin typeface="Arial"/>
                <a:ea typeface="Arial"/>
                <a:cs typeface="Arial"/>
                <a:sym typeface="Arial"/>
              </a:rPr>
              <a:t>SGD</a:t>
            </a:r>
            <a:r>
              <a:rPr lang="en-US" sz="1100" b="0" i="0" u="none" strike="noStrike" cap="none" dirty="0">
                <a:solidFill>
                  <a:srgbClr val="000000"/>
                </a:solidFill>
                <a:effectLst/>
                <a:latin typeface="Arial"/>
                <a:ea typeface="Arial"/>
                <a:cs typeface="Arial"/>
                <a:sym typeface="Arial"/>
              </a:rPr>
              <a:t> gives a noisy direction but is fast and scalable — and that noise is often a feature, not a bug.”</a:t>
            </a:r>
          </a:p>
          <a:p>
            <a:pPr marL="0" lvl="0" indent="0" algn="l" rtl="0">
              <a:spcBef>
                <a:spcPts val="0"/>
              </a:spcBef>
              <a:spcAft>
                <a:spcPts val="0"/>
              </a:spcAft>
              <a:buNone/>
            </a:pPr>
            <a:endParaRPr dirty="0"/>
          </a:p>
        </p:txBody>
      </p:sp>
      <p:sp>
        <p:nvSpPr>
          <p:cNvPr id="663" name="Google Shape;663;p2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3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6" name="Google Shape;686;p3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3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0" name="Google Shape;720;p3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3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9" name="Google Shape;729;p3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3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2" name="Google Shape;742;p3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3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55" name="Google Shape;755;p3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3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8" name="Google Shape;768;p3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3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4" name="Google Shape;794;p3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3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8" name="Google Shape;828;p3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3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8" name="Google Shape;848;p3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4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9" name="Google Shape;869;p4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p4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3" name="Google Shape;893;p4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4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6" name="Google Shape;916;p4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4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8" name="Google Shape;938;p4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p4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1" name="Google Shape;951;p4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4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4" name="Google Shape;964;p4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4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3" name="Google Shape;993;p4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p4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7" name="Google Shape;1027;p4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4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6" name="Google Shape;1036;p4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4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7" name="Google Shape;1057;p4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p5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1" name="Google Shape;1111;p5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3"/>
        <p:cNvGrpSpPr/>
        <p:nvPr/>
      </p:nvGrpSpPr>
      <p:grpSpPr>
        <a:xfrm>
          <a:off x="0" y="0"/>
          <a:ext cx="0" cy="0"/>
          <a:chOff x="0" y="0"/>
          <a:chExt cx="0" cy="0"/>
        </a:xfrm>
      </p:grpSpPr>
      <p:sp>
        <p:nvSpPr>
          <p:cNvPr id="1144" name="Google Shape;1144;p5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Mini-batch stochastic gradient descent is an optimization algorithm that updates model parameters using small, random subsets of the training data called mini-batches</a:t>
            </a:r>
            <a:r>
              <a:rPr lang="en-US" b="0" i="0" dirty="0">
                <a:solidFill>
                  <a:srgbClr val="0A0A0A"/>
                </a:solidFill>
                <a:effectLst/>
                <a:latin typeface="Google Sans"/>
              </a:rPr>
              <a:t>. This method provides a balance between the computational cost of batch gradient descent and the high variance of pure stochastic gradient descent, making it efficient and stable for large datasets. It significantly reduces memory requirements compared to batch gradient descent and offers more stable convergence than stochastic gradient descent. </a:t>
            </a:r>
            <a:endParaRPr dirty="0"/>
          </a:p>
        </p:txBody>
      </p:sp>
      <p:sp>
        <p:nvSpPr>
          <p:cNvPr id="1145" name="Google Shape;1145;p5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p5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i="0" dirty="0">
                <a:solidFill>
                  <a:srgbClr val="0A0A0A"/>
                </a:solidFill>
                <a:effectLst/>
                <a:latin typeface="Google Sans"/>
              </a:rPr>
              <a:t>One-hot encoding is </a:t>
            </a:r>
            <a:r>
              <a:rPr lang="en-US" dirty="0"/>
              <a:t>a process that converts categorical data into a numerical format that machine learning algorithms can process</a:t>
            </a:r>
            <a:r>
              <a:rPr lang="en-US" b="0" i="0" dirty="0">
                <a:solidFill>
                  <a:srgbClr val="0A0A0A"/>
                </a:solidFill>
                <a:effectLst/>
                <a:latin typeface="Google Sans"/>
              </a:rPr>
              <a:t>. It creates new binary (0 or 1) columns for each unique category in a given column, with a '1' indicating the presence of that category and a '0' indicating its absence. This is useful because it prevents algorithms from assuming an artificial order between categories that doesn’t exist.</a:t>
            </a:r>
            <a:endParaRPr dirty="0"/>
          </a:p>
        </p:txBody>
      </p:sp>
      <p:sp>
        <p:nvSpPr>
          <p:cNvPr id="1170" name="Google Shape;1170;p5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1"/>
        <p:cNvGrpSpPr/>
        <p:nvPr/>
      </p:nvGrpSpPr>
      <p:grpSpPr>
        <a:xfrm>
          <a:off x="0" y="0"/>
          <a:ext cx="0" cy="0"/>
          <a:chOff x="0" y="0"/>
          <a:chExt cx="0" cy="0"/>
        </a:xfrm>
      </p:grpSpPr>
      <p:sp>
        <p:nvSpPr>
          <p:cNvPr id="1182" name="Google Shape;1182;p5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3" name="Google Shape;1183;p5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p5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1" name="Google Shape;1201;p5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2"/>
        <p:cNvGrpSpPr/>
        <p:nvPr/>
      </p:nvGrpSpPr>
      <p:grpSpPr>
        <a:xfrm>
          <a:off x="0" y="0"/>
          <a:ext cx="0" cy="0"/>
          <a:chOff x="0" y="0"/>
          <a:chExt cx="0" cy="0"/>
        </a:xfrm>
      </p:grpSpPr>
      <p:sp>
        <p:nvSpPr>
          <p:cNvPr id="1213" name="Google Shape;1213;p5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4" name="Google Shape;1214;p5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p5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4" name="Google Shape;1224;p5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5"/>
        <p:cNvGrpSpPr/>
        <p:nvPr/>
      </p:nvGrpSpPr>
      <p:grpSpPr>
        <a:xfrm>
          <a:off x="0" y="0"/>
          <a:ext cx="0" cy="0"/>
          <a:chOff x="0" y="0"/>
          <a:chExt cx="0" cy="0"/>
        </a:xfrm>
      </p:grpSpPr>
      <p:sp>
        <p:nvSpPr>
          <p:cNvPr id="1236" name="Google Shape;1236;p5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7" name="Google Shape;1237;p5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9"/>
        <p:cNvGrpSpPr/>
        <p:nvPr/>
      </p:nvGrpSpPr>
      <p:grpSpPr>
        <a:xfrm>
          <a:off x="0" y="0"/>
          <a:ext cx="0" cy="0"/>
          <a:chOff x="0" y="0"/>
          <a:chExt cx="0" cy="0"/>
        </a:xfrm>
      </p:grpSpPr>
      <p:sp>
        <p:nvSpPr>
          <p:cNvPr id="1250" name="Google Shape;1250;p5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1" name="Google Shape;1251;p5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p5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4" name="Google Shape;1264;p5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5"/>
        <p:cNvGrpSpPr/>
        <p:nvPr/>
      </p:nvGrpSpPr>
      <p:grpSpPr>
        <a:xfrm>
          <a:off x="0" y="0"/>
          <a:ext cx="0" cy="0"/>
          <a:chOff x="0" y="0"/>
          <a:chExt cx="0" cy="0"/>
        </a:xfrm>
      </p:grpSpPr>
      <p:sp>
        <p:nvSpPr>
          <p:cNvPr id="1276" name="Google Shape;1276;p6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7" name="Google Shape;1277;p6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8"/>
        <p:cNvGrpSpPr/>
        <p:nvPr/>
      </p:nvGrpSpPr>
      <p:grpSpPr>
        <a:xfrm>
          <a:off x="0" y="0"/>
          <a:ext cx="0" cy="0"/>
          <a:chOff x="0" y="0"/>
          <a:chExt cx="0" cy="0"/>
        </a:xfrm>
      </p:grpSpPr>
      <p:sp>
        <p:nvSpPr>
          <p:cNvPr id="1289" name="Google Shape;1289;p6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0" name="Google Shape;1290;p6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1"/>
        <p:cNvGrpSpPr/>
        <p:nvPr/>
      </p:nvGrpSpPr>
      <p:grpSpPr>
        <a:xfrm>
          <a:off x="0" y="0"/>
          <a:ext cx="0" cy="0"/>
          <a:chOff x="0" y="0"/>
          <a:chExt cx="0" cy="0"/>
        </a:xfrm>
      </p:grpSpPr>
      <p:sp>
        <p:nvSpPr>
          <p:cNvPr id="1302" name="Google Shape;1302;p6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3" name="Google Shape;1303;p6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4"/>
        <p:cNvGrpSpPr/>
        <p:nvPr/>
      </p:nvGrpSpPr>
      <p:grpSpPr>
        <a:xfrm>
          <a:off x="0" y="0"/>
          <a:ext cx="0" cy="0"/>
          <a:chOff x="0" y="0"/>
          <a:chExt cx="0" cy="0"/>
        </a:xfrm>
      </p:grpSpPr>
      <p:sp>
        <p:nvSpPr>
          <p:cNvPr id="1315" name="Google Shape;1315;p6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6" name="Google Shape;1316;p6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7"/>
        <p:cNvGrpSpPr/>
        <p:nvPr/>
      </p:nvGrpSpPr>
      <p:grpSpPr>
        <a:xfrm>
          <a:off x="0" y="0"/>
          <a:ext cx="0" cy="0"/>
          <a:chOff x="0" y="0"/>
          <a:chExt cx="0" cy="0"/>
        </a:xfrm>
      </p:grpSpPr>
      <p:sp>
        <p:nvSpPr>
          <p:cNvPr id="1328" name="Google Shape;1328;p6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9" name="Google Shape;1329;p6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1"/>
        <p:cNvGrpSpPr/>
        <p:nvPr/>
      </p:nvGrpSpPr>
      <p:grpSpPr>
        <a:xfrm>
          <a:off x="0" y="0"/>
          <a:ext cx="0" cy="0"/>
          <a:chOff x="0" y="0"/>
          <a:chExt cx="0" cy="0"/>
        </a:xfrm>
      </p:grpSpPr>
      <p:sp>
        <p:nvSpPr>
          <p:cNvPr id="1362" name="Google Shape;1362;p6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3" name="Google Shape;1363;p6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4"/>
        <p:cNvGrpSpPr/>
        <p:nvPr/>
      </p:nvGrpSpPr>
      <p:grpSpPr>
        <a:xfrm>
          <a:off x="0" y="0"/>
          <a:ext cx="0" cy="0"/>
          <a:chOff x="0" y="0"/>
          <a:chExt cx="0" cy="0"/>
        </a:xfrm>
      </p:grpSpPr>
      <p:sp>
        <p:nvSpPr>
          <p:cNvPr id="1385" name="Google Shape;1385;p6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6" name="Google Shape;1386;p6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p6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8" name="Google Shape;1408;p6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9"/>
        <p:cNvGrpSpPr/>
        <p:nvPr/>
      </p:nvGrpSpPr>
      <p:grpSpPr>
        <a:xfrm>
          <a:off x="0" y="0"/>
          <a:ext cx="0" cy="0"/>
          <a:chOff x="0" y="0"/>
          <a:chExt cx="0" cy="0"/>
        </a:xfrm>
      </p:grpSpPr>
      <p:sp>
        <p:nvSpPr>
          <p:cNvPr id="1420" name="Google Shape;1420;p6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1" name="Google Shape;1421;p6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2"/>
        <p:cNvGrpSpPr/>
        <p:nvPr/>
      </p:nvGrpSpPr>
      <p:grpSpPr>
        <a:xfrm>
          <a:off x="0" y="0"/>
          <a:ext cx="0" cy="0"/>
          <a:chOff x="0" y="0"/>
          <a:chExt cx="0" cy="0"/>
        </a:xfrm>
      </p:grpSpPr>
      <p:sp>
        <p:nvSpPr>
          <p:cNvPr id="1433" name="Google Shape;1433;p6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4" name="Google Shape;1434;p6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
        <p:cNvGrpSpPr/>
        <p:nvPr/>
      </p:nvGrpSpPr>
      <p:grpSpPr>
        <a:xfrm>
          <a:off x="0" y="0"/>
          <a:ext cx="0" cy="0"/>
          <a:chOff x="0" y="0"/>
          <a:chExt cx="0" cy="0"/>
        </a:xfrm>
      </p:grpSpPr>
      <p:sp>
        <p:nvSpPr>
          <p:cNvPr id="1446" name="Google Shape;1446;p7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7" name="Google Shape;1447;p7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8"/>
        <p:cNvGrpSpPr/>
        <p:nvPr/>
      </p:nvGrpSpPr>
      <p:grpSpPr>
        <a:xfrm>
          <a:off x="0" y="0"/>
          <a:ext cx="0" cy="0"/>
          <a:chOff x="0" y="0"/>
          <a:chExt cx="0" cy="0"/>
        </a:xfrm>
      </p:grpSpPr>
      <p:sp>
        <p:nvSpPr>
          <p:cNvPr id="1459" name="Google Shape;1459;p7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0" name="Google Shape;1460;p7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9"/>
        <p:cNvGrpSpPr/>
        <p:nvPr/>
      </p:nvGrpSpPr>
      <p:grpSpPr>
        <a:xfrm>
          <a:off x="0" y="0"/>
          <a:ext cx="0" cy="0"/>
          <a:chOff x="0" y="0"/>
          <a:chExt cx="0" cy="0"/>
        </a:xfrm>
      </p:grpSpPr>
      <p:sp>
        <p:nvSpPr>
          <p:cNvPr id="1490" name="Google Shape;1490;p7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1" name="Google Shape;1491;p7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3"/>
        <p:cNvGrpSpPr/>
        <p:nvPr/>
      </p:nvGrpSpPr>
      <p:grpSpPr>
        <a:xfrm>
          <a:off x="0" y="0"/>
          <a:ext cx="0" cy="0"/>
          <a:chOff x="0" y="0"/>
          <a:chExt cx="0" cy="0"/>
        </a:xfrm>
      </p:grpSpPr>
      <p:sp>
        <p:nvSpPr>
          <p:cNvPr id="1524" name="Google Shape;1524;p7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5" name="Google Shape;1525;p7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6"/>
        <p:cNvGrpSpPr/>
        <p:nvPr/>
      </p:nvGrpSpPr>
      <p:grpSpPr>
        <a:xfrm>
          <a:off x="0" y="0"/>
          <a:ext cx="0" cy="0"/>
          <a:chOff x="0" y="0"/>
          <a:chExt cx="0" cy="0"/>
        </a:xfrm>
      </p:grpSpPr>
      <p:sp>
        <p:nvSpPr>
          <p:cNvPr id="1537" name="Google Shape;1537;p7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8" name="Google Shape;1538;p7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9"/>
        <p:cNvGrpSpPr/>
        <p:nvPr/>
      </p:nvGrpSpPr>
      <p:grpSpPr>
        <a:xfrm>
          <a:off x="0" y="0"/>
          <a:ext cx="0" cy="0"/>
          <a:chOff x="0" y="0"/>
          <a:chExt cx="0" cy="0"/>
        </a:xfrm>
      </p:grpSpPr>
      <p:sp>
        <p:nvSpPr>
          <p:cNvPr id="1550" name="Google Shape;1550;p7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1" name="Google Shape;1551;p7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2"/>
        <p:cNvGrpSpPr/>
        <p:nvPr/>
      </p:nvGrpSpPr>
      <p:grpSpPr>
        <a:xfrm>
          <a:off x="0" y="0"/>
          <a:ext cx="0" cy="0"/>
          <a:chOff x="0" y="0"/>
          <a:chExt cx="0" cy="0"/>
        </a:xfrm>
      </p:grpSpPr>
      <p:sp>
        <p:nvSpPr>
          <p:cNvPr id="1563" name="Google Shape;1563;p7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4" name="Google Shape;1564;p7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5"/>
        <p:cNvGrpSpPr/>
        <p:nvPr/>
      </p:nvGrpSpPr>
      <p:grpSpPr>
        <a:xfrm>
          <a:off x="0" y="0"/>
          <a:ext cx="0" cy="0"/>
          <a:chOff x="0" y="0"/>
          <a:chExt cx="0" cy="0"/>
        </a:xfrm>
      </p:grpSpPr>
      <p:sp>
        <p:nvSpPr>
          <p:cNvPr id="1576" name="Google Shape;1576;p7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7" name="Google Shape;1577;p7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8"/>
        <p:cNvGrpSpPr/>
        <p:nvPr/>
      </p:nvGrpSpPr>
      <p:grpSpPr>
        <a:xfrm>
          <a:off x="0" y="0"/>
          <a:ext cx="0" cy="0"/>
          <a:chOff x="0" y="0"/>
          <a:chExt cx="0" cy="0"/>
        </a:xfrm>
      </p:grpSpPr>
      <p:sp>
        <p:nvSpPr>
          <p:cNvPr id="1589" name="Google Shape;1589;p7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0" name="Google Shape;1590;p7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1"/>
        <p:cNvGrpSpPr/>
        <p:nvPr/>
      </p:nvGrpSpPr>
      <p:grpSpPr>
        <a:xfrm>
          <a:off x="0" y="0"/>
          <a:ext cx="0" cy="0"/>
          <a:chOff x="0" y="0"/>
          <a:chExt cx="0" cy="0"/>
        </a:xfrm>
      </p:grpSpPr>
      <p:sp>
        <p:nvSpPr>
          <p:cNvPr id="1602" name="Google Shape;1602;p7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3" name="Google Shape;1603;p7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4"/>
        <p:cNvGrpSpPr/>
        <p:nvPr/>
      </p:nvGrpSpPr>
      <p:grpSpPr>
        <a:xfrm>
          <a:off x="0" y="0"/>
          <a:ext cx="0" cy="0"/>
          <a:chOff x="0" y="0"/>
          <a:chExt cx="0" cy="0"/>
        </a:xfrm>
      </p:grpSpPr>
      <p:sp>
        <p:nvSpPr>
          <p:cNvPr id="1615" name="Google Shape;1615;p8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6" name="Google Shape;1616;p8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8"/>
        <p:cNvGrpSpPr/>
        <p:nvPr/>
      </p:nvGrpSpPr>
      <p:grpSpPr>
        <a:xfrm>
          <a:off x="0" y="0"/>
          <a:ext cx="0" cy="0"/>
          <a:chOff x="0" y="0"/>
          <a:chExt cx="0" cy="0"/>
        </a:xfrm>
      </p:grpSpPr>
      <p:sp>
        <p:nvSpPr>
          <p:cNvPr id="1649" name="Google Shape;1649;p8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0" name="Google Shape;1650;p8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1"/>
        <p:cNvGrpSpPr/>
        <p:nvPr/>
      </p:nvGrpSpPr>
      <p:grpSpPr>
        <a:xfrm>
          <a:off x="0" y="0"/>
          <a:ext cx="0" cy="0"/>
          <a:chOff x="0" y="0"/>
          <a:chExt cx="0" cy="0"/>
        </a:xfrm>
      </p:grpSpPr>
      <p:sp>
        <p:nvSpPr>
          <p:cNvPr id="1662" name="Google Shape;1662;p8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3" name="Google Shape;1663;p8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4"/>
        <p:cNvGrpSpPr/>
        <p:nvPr/>
      </p:nvGrpSpPr>
      <p:grpSpPr>
        <a:xfrm>
          <a:off x="0" y="0"/>
          <a:ext cx="0" cy="0"/>
          <a:chOff x="0" y="0"/>
          <a:chExt cx="0" cy="0"/>
        </a:xfrm>
      </p:grpSpPr>
      <p:sp>
        <p:nvSpPr>
          <p:cNvPr id="1675" name="Google Shape;1675;p8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6" name="Google Shape;1676;p8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8"/>
        <p:cNvGrpSpPr/>
        <p:nvPr/>
      </p:nvGrpSpPr>
      <p:grpSpPr>
        <a:xfrm>
          <a:off x="0" y="0"/>
          <a:ext cx="0" cy="0"/>
          <a:chOff x="0" y="0"/>
          <a:chExt cx="0" cy="0"/>
        </a:xfrm>
      </p:grpSpPr>
      <p:sp>
        <p:nvSpPr>
          <p:cNvPr id="1709" name="Google Shape;1709;p8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0" name="Google Shape;1710;p8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1"/>
        <p:cNvGrpSpPr/>
        <p:nvPr/>
      </p:nvGrpSpPr>
      <p:grpSpPr>
        <a:xfrm>
          <a:off x="0" y="0"/>
          <a:ext cx="0" cy="0"/>
          <a:chOff x="0" y="0"/>
          <a:chExt cx="0" cy="0"/>
        </a:xfrm>
      </p:grpSpPr>
      <p:sp>
        <p:nvSpPr>
          <p:cNvPr id="1722" name="Google Shape;1722;p8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3" name="Google Shape;1723;p8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2"/>
        <p:cNvGrpSpPr/>
        <p:nvPr/>
      </p:nvGrpSpPr>
      <p:grpSpPr>
        <a:xfrm>
          <a:off x="0" y="0"/>
          <a:ext cx="0" cy="0"/>
          <a:chOff x="0" y="0"/>
          <a:chExt cx="0" cy="0"/>
        </a:xfrm>
      </p:grpSpPr>
      <p:sp>
        <p:nvSpPr>
          <p:cNvPr id="1743" name="Google Shape;1743;p8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4" name="Google Shape;1744;p8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7"/>
        <p:cNvGrpSpPr/>
        <p:nvPr/>
      </p:nvGrpSpPr>
      <p:grpSpPr>
        <a:xfrm>
          <a:off x="0" y="0"/>
          <a:ext cx="0" cy="0"/>
          <a:chOff x="0" y="0"/>
          <a:chExt cx="0" cy="0"/>
        </a:xfrm>
      </p:grpSpPr>
      <p:sp>
        <p:nvSpPr>
          <p:cNvPr id="1768" name="Google Shape;1768;p8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9" name="Google Shape;1769;p8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0"/>
        <p:cNvGrpSpPr/>
        <p:nvPr/>
      </p:nvGrpSpPr>
      <p:grpSpPr>
        <a:xfrm>
          <a:off x="0" y="0"/>
          <a:ext cx="0" cy="0"/>
          <a:chOff x="0" y="0"/>
          <a:chExt cx="0" cy="0"/>
        </a:xfrm>
      </p:grpSpPr>
      <p:sp>
        <p:nvSpPr>
          <p:cNvPr id="1781" name="Google Shape;1781;p8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2" name="Google Shape;1782;p8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1"/>
        <p:cNvGrpSpPr/>
        <p:nvPr/>
      </p:nvGrpSpPr>
      <p:grpSpPr>
        <a:xfrm>
          <a:off x="0" y="0"/>
          <a:ext cx="0" cy="0"/>
          <a:chOff x="0" y="0"/>
          <a:chExt cx="0" cy="0"/>
        </a:xfrm>
      </p:grpSpPr>
      <p:sp>
        <p:nvSpPr>
          <p:cNvPr id="1802" name="Google Shape;1802;p8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3" name="Google Shape;1803;p8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4"/>
        <p:cNvGrpSpPr/>
        <p:nvPr/>
      </p:nvGrpSpPr>
      <p:grpSpPr>
        <a:xfrm>
          <a:off x="0" y="0"/>
          <a:ext cx="0" cy="0"/>
          <a:chOff x="0" y="0"/>
          <a:chExt cx="0" cy="0"/>
        </a:xfrm>
      </p:grpSpPr>
      <p:sp>
        <p:nvSpPr>
          <p:cNvPr id="1815" name="Google Shape;1815;p9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6" name="Google Shape;1816;p9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8"/>
        <p:cNvGrpSpPr/>
        <p:nvPr/>
      </p:nvGrpSpPr>
      <p:grpSpPr>
        <a:xfrm>
          <a:off x="0" y="0"/>
          <a:ext cx="0" cy="0"/>
          <a:chOff x="0" y="0"/>
          <a:chExt cx="0" cy="0"/>
        </a:xfrm>
      </p:grpSpPr>
      <p:sp>
        <p:nvSpPr>
          <p:cNvPr id="1849" name="Google Shape;1849;p91: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0" name="Google Shape;1850;p9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1"/>
        <p:cNvGrpSpPr/>
        <p:nvPr/>
      </p:nvGrpSpPr>
      <p:grpSpPr>
        <a:xfrm>
          <a:off x="0" y="0"/>
          <a:ext cx="0" cy="0"/>
          <a:chOff x="0" y="0"/>
          <a:chExt cx="0" cy="0"/>
        </a:xfrm>
      </p:grpSpPr>
      <p:sp>
        <p:nvSpPr>
          <p:cNvPr id="1862" name="Google Shape;1862;p92: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3" name="Google Shape;1863;p9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4"/>
        <p:cNvGrpSpPr/>
        <p:nvPr/>
      </p:nvGrpSpPr>
      <p:grpSpPr>
        <a:xfrm>
          <a:off x="0" y="0"/>
          <a:ext cx="0" cy="0"/>
          <a:chOff x="0" y="0"/>
          <a:chExt cx="0" cy="0"/>
        </a:xfrm>
      </p:grpSpPr>
      <p:sp>
        <p:nvSpPr>
          <p:cNvPr id="1875" name="Google Shape;1875;p93: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6" name="Google Shape;1876;p9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8"/>
        <p:cNvGrpSpPr/>
        <p:nvPr/>
      </p:nvGrpSpPr>
      <p:grpSpPr>
        <a:xfrm>
          <a:off x="0" y="0"/>
          <a:ext cx="0" cy="0"/>
          <a:chOff x="0" y="0"/>
          <a:chExt cx="0" cy="0"/>
        </a:xfrm>
      </p:grpSpPr>
      <p:sp>
        <p:nvSpPr>
          <p:cNvPr id="1909" name="Google Shape;1909;p94: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0" name="Google Shape;1910;p9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1"/>
        <p:cNvGrpSpPr/>
        <p:nvPr/>
      </p:nvGrpSpPr>
      <p:grpSpPr>
        <a:xfrm>
          <a:off x="0" y="0"/>
          <a:ext cx="0" cy="0"/>
          <a:chOff x="0" y="0"/>
          <a:chExt cx="0" cy="0"/>
        </a:xfrm>
      </p:grpSpPr>
      <p:sp>
        <p:nvSpPr>
          <p:cNvPr id="1922" name="Google Shape;1922;p95: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23" name="Google Shape;1923;p9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4"/>
        <p:cNvGrpSpPr/>
        <p:nvPr/>
      </p:nvGrpSpPr>
      <p:grpSpPr>
        <a:xfrm>
          <a:off x="0" y="0"/>
          <a:ext cx="0" cy="0"/>
          <a:chOff x="0" y="0"/>
          <a:chExt cx="0" cy="0"/>
        </a:xfrm>
      </p:grpSpPr>
      <p:sp>
        <p:nvSpPr>
          <p:cNvPr id="1935" name="Google Shape;1935;p96: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6" name="Google Shape;1936;p9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7"/>
        <p:cNvGrpSpPr/>
        <p:nvPr/>
      </p:nvGrpSpPr>
      <p:grpSpPr>
        <a:xfrm>
          <a:off x="0" y="0"/>
          <a:ext cx="0" cy="0"/>
          <a:chOff x="0" y="0"/>
          <a:chExt cx="0" cy="0"/>
        </a:xfrm>
      </p:grpSpPr>
      <p:sp>
        <p:nvSpPr>
          <p:cNvPr id="1948" name="Google Shape;1948;p97: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49" name="Google Shape;1949;p9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0"/>
        <p:cNvGrpSpPr/>
        <p:nvPr/>
      </p:nvGrpSpPr>
      <p:grpSpPr>
        <a:xfrm>
          <a:off x="0" y="0"/>
          <a:ext cx="0" cy="0"/>
          <a:chOff x="0" y="0"/>
          <a:chExt cx="0" cy="0"/>
        </a:xfrm>
      </p:grpSpPr>
      <p:sp>
        <p:nvSpPr>
          <p:cNvPr id="1961" name="Google Shape;1961;p98: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62" name="Google Shape;1962;p9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8"/>
        <p:cNvGrpSpPr/>
        <p:nvPr/>
      </p:nvGrpSpPr>
      <p:grpSpPr>
        <a:xfrm>
          <a:off x="0" y="0"/>
          <a:ext cx="0" cy="0"/>
          <a:chOff x="0" y="0"/>
          <a:chExt cx="0" cy="0"/>
        </a:xfrm>
      </p:grpSpPr>
      <p:sp>
        <p:nvSpPr>
          <p:cNvPr id="2009" name="Google Shape;2009;p9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0" name="Google Shape;2010;p99: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7"/>
        <p:cNvGrpSpPr/>
        <p:nvPr/>
      </p:nvGrpSpPr>
      <p:grpSpPr>
        <a:xfrm>
          <a:off x="0" y="0"/>
          <a:ext cx="0" cy="0"/>
          <a:chOff x="0" y="0"/>
          <a:chExt cx="0" cy="0"/>
        </a:xfrm>
      </p:grpSpPr>
      <p:sp>
        <p:nvSpPr>
          <p:cNvPr id="2018" name="Google Shape;2018;p100: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9" name="Google Shape;2019;p100:notes"/>
          <p:cNvSpPr>
            <a:spLocks noGrp="1" noRot="1" noChangeAspect="1"/>
          </p:cNvSpPr>
          <p:nvPr>
            <p:ph type="sldImg" idx="2"/>
          </p:nvPr>
        </p:nvSpPr>
        <p:spPr>
          <a:xfrm>
            <a:off x="961150" y="243350"/>
            <a:ext cx="3844050" cy="12168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2"/>
        <p:cNvGrpSpPr/>
        <p:nvPr/>
      </p:nvGrpSpPr>
      <p:grpSpPr>
        <a:xfrm>
          <a:off x="0" y="0"/>
          <a:ext cx="0" cy="0"/>
          <a:chOff x="0" y="0"/>
          <a:chExt cx="0" cy="0"/>
        </a:xfrm>
      </p:grpSpPr>
      <p:sp>
        <p:nvSpPr>
          <p:cNvPr id="13" name="Google Shape;13;p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body" idx="1"/>
          </p:nvPr>
        </p:nvSpPr>
        <p:spPr>
          <a:xfrm>
            <a:off x="309194" y="1453179"/>
            <a:ext cx="2464435" cy="137350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105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3"/>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2"/>
        <p:cNvGrpSpPr/>
        <p:nvPr/>
      </p:nvGrpSpPr>
      <p:grpSpPr>
        <a:xfrm>
          <a:off x="0" y="0"/>
          <a:ext cx="0" cy="0"/>
          <a:chOff x="0" y="0"/>
          <a:chExt cx="0" cy="0"/>
        </a:xfrm>
      </p:grpSpPr>
      <p:sp>
        <p:nvSpPr>
          <p:cNvPr id="23" name="Google Shape;23;p4"/>
          <p:cNvSpPr txBox="1">
            <a:spLocks noGrp="1"/>
          </p:cNvSpPr>
          <p:nvPr>
            <p:ph type="ctrTitle"/>
          </p:nvPr>
        </p:nvSpPr>
        <p:spPr>
          <a:xfrm>
            <a:off x="432435" y="1005903"/>
            <a:ext cx="4900930" cy="68141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4"/>
          <p:cNvSpPr txBox="1">
            <a:spLocks noGrp="1"/>
          </p:cNvSpPr>
          <p:nvPr>
            <p:ph type="subTitle" idx="1"/>
          </p:nvPr>
        </p:nvSpPr>
        <p:spPr>
          <a:xfrm>
            <a:off x="864870" y="1817116"/>
            <a:ext cx="4036060" cy="81121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050" b="0" i="0">
                <a:solidFill>
                  <a:schemeClr val="dk1"/>
                </a:solidFill>
                <a:latin typeface="Arial"/>
                <a:ea typeface="Arial"/>
                <a:cs typeface="Arial"/>
                <a:sym typeface="Aria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4"/>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5"/>
          <p:cNvSpPr txBox="1">
            <a:spLocks noGrp="1"/>
          </p:cNvSpPr>
          <p:nvPr>
            <p:ph type="body" idx="1"/>
          </p:nvPr>
        </p:nvSpPr>
        <p:spPr>
          <a:xfrm>
            <a:off x="288290"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5"/>
          <p:cNvSpPr txBox="1">
            <a:spLocks noGrp="1"/>
          </p:cNvSpPr>
          <p:nvPr>
            <p:ph type="body" idx="2"/>
          </p:nvPr>
        </p:nvSpPr>
        <p:spPr>
          <a:xfrm>
            <a:off x="2969387" y="746315"/>
            <a:ext cx="2508123" cy="21416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700" b="0" i="0">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p:cNvPicPr preferRelativeResize="0"/>
          <p:nvPr/>
        </p:nvPicPr>
        <p:blipFill rotWithShape="1">
          <a:blip r:embed="rId7">
            <a:alphaModFix/>
          </a:blip>
          <a:srcRect/>
          <a:stretch/>
        </p:blipFill>
        <p:spPr>
          <a:xfrm>
            <a:off x="126" y="80250"/>
            <a:ext cx="5759866" cy="3159748"/>
          </a:xfrm>
          <a:prstGeom prst="rect">
            <a:avLst/>
          </a:prstGeom>
          <a:noFill/>
          <a:ln>
            <a:noFill/>
          </a:ln>
        </p:spPr>
      </p:pic>
      <p:sp>
        <p:nvSpPr>
          <p:cNvPr id="7" name="Google Shape;7;p1"/>
          <p:cNvSpPr txBox="1">
            <a:spLocks noGrp="1"/>
          </p:cNvSpPr>
          <p:nvPr>
            <p:ph type="title"/>
          </p:nvPr>
        </p:nvSpPr>
        <p:spPr>
          <a:xfrm>
            <a:off x="95300" y="109545"/>
            <a:ext cx="5503545" cy="28829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700" b="0" i="0" u="none" strike="noStrike" cap="none">
                <a:solidFill>
                  <a:srgbClr val="1B1472"/>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 name="Google Shape;8;p1"/>
          <p:cNvSpPr txBox="1">
            <a:spLocks noGrp="1"/>
          </p:cNvSpPr>
          <p:nvPr>
            <p:ph type="body" idx="1"/>
          </p:nvPr>
        </p:nvSpPr>
        <p:spPr>
          <a:xfrm>
            <a:off x="309194" y="1453179"/>
            <a:ext cx="2464435" cy="137350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05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lvl1pPr lvl="0">
              <a:spcBef>
                <a:spcPts val="0"/>
              </a:spcBef>
              <a:spcAft>
                <a:spcPts val="0"/>
              </a:spcAft>
              <a:buSzPts val="1400"/>
              <a:buNone/>
              <a:defRPr sz="600" b="0" i="0">
                <a:solidFill>
                  <a:schemeClr val="dk1"/>
                </a:solidFill>
                <a:latin typeface="Bookman Old Style"/>
                <a:ea typeface="Bookman Old Style"/>
                <a:cs typeface="Bookman Old Style"/>
                <a:sym typeface="Bookman Old Styl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1"/>
          <p:cNvSpPr txBox="1">
            <a:spLocks noGrp="1"/>
          </p:cNvSpPr>
          <p:nvPr>
            <p:ph type="dt" idx="10"/>
          </p:nvPr>
        </p:nvSpPr>
        <p:spPr>
          <a:xfrm>
            <a:off x="288290" y="3017710"/>
            <a:ext cx="1326134" cy="16224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lvl1pPr marL="38100" lvl="0" indent="0">
              <a:lnSpc>
                <a:spcPct val="111666"/>
              </a:lnSpc>
              <a:spcBef>
                <a:spcPts val="0"/>
              </a:spcBef>
              <a:buNone/>
              <a:defRPr sz="600" b="0" i="0">
                <a:solidFill>
                  <a:schemeClr val="dk1"/>
                </a:solidFill>
                <a:latin typeface="Bookman Old Style"/>
                <a:ea typeface="Bookman Old Style"/>
                <a:cs typeface="Bookman Old Style"/>
                <a:sym typeface="Bookman Old Style"/>
              </a:defRPr>
            </a:lvl1pPr>
            <a:lvl2pPr marL="38100" lvl="1" indent="0">
              <a:lnSpc>
                <a:spcPct val="111666"/>
              </a:lnSpc>
              <a:spcBef>
                <a:spcPts val="0"/>
              </a:spcBef>
              <a:buNone/>
              <a:defRPr sz="600" b="0" i="0">
                <a:solidFill>
                  <a:schemeClr val="dk1"/>
                </a:solidFill>
                <a:latin typeface="Bookman Old Style"/>
                <a:ea typeface="Bookman Old Style"/>
                <a:cs typeface="Bookman Old Style"/>
                <a:sym typeface="Bookman Old Style"/>
              </a:defRPr>
            </a:lvl2pPr>
            <a:lvl3pPr marL="38100" lvl="2" indent="0">
              <a:lnSpc>
                <a:spcPct val="111666"/>
              </a:lnSpc>
              <a:spcBef>
                <a:spcPts val="0"/>
              </a:spcBef>
              <a:buNone/>
              <a:defRPr sz="600" b="0" i="0">
                <a:solidFill>
                  <a:schemeClr val="dk1"/>
                </a:solidFill>
                <a:latin typeface="Bookman Old Style"/>
                <a:ea typeface="Bookman Old Style"/>
                <a:cs typeface="Bookman Old Style"/>
                <a:sym typeface="Bookman Old Style"/>
              </a:defRPr>
            </a:lvl3pPr>
            <a:lvl4pPr marL="38100" lvl="3" indent="0">
              <a:lnSpc>
                <a:spcPct val="111666"/>
              </a:lnSpc>
              <a:spcBef>
                <a:spcPts val="0"/>
              </a:spcBef>
              <a:buNone/>
              <a:defRPr sz="600" b="0" i="0">
                <a:solidFill>
                  <a:schemeClr val="dk1"/>
                </a:solidFill>
                <a:latin typeface="Bookman Old Style"/>
                <a:ea typeface="Bookman Old Style"/>
                <a:cs typeface="Bookman Old Style"/>
                <a:sym typeface="Bookman Old Style"/>
              </a:defRPr>
            </a:lvl4pPr>
            <a:lvl5pPr marL="38100" lvl="4" indent="0">
              <a:lnSpc>
                <a:spcPct val="111666"/>
              </a:lnSpc>
              <a:spcBef>
                <a:spcPts val="0"/>
              </a:spcBef>
              <a:buNone/>
              <a:defRPr sz="600" b="0" i="0">
                <a:solidFill>
                  <a:schemeClr val="dk1"/>
                </a:solidFill>
                <a:latin typeface="Bookman Old Style"/>
                <a:ea typeface="Bookman Old Style"/>
                <a:cs typeface="Bookman Old Style"/>
                <a:sym typeface="Bookman Old Style"/>
              </a:defRPr>
            </a:lvl5pPr>
            <a:lvl6pPr marL="38100" lvl="5" indent="0">
              <a:lnSpc>
                <a:spcPct val="111666"/>
              </a:lnSpc>
              <a:spcBef>
                <a:spcPts val="0"/>
              </a:spcBef>
              <a:buNone/>
              <a:defRPr sz="600" b="0" i="0">
                <a:solidFill>
                  <a:schemeClr val="dk1"/>
                </a:solidFill>
                <a:latin typeface="Bookman Old Style"/>
                <a:ea typeface="Bookman Old Style"/>
                <a:cs typeface="Bookman Old Style"/>
                <a:sym typeface="Bookman Old Style"/>
              </a:defRPr>
            </a:lvl6pPr>
            <a:lvl7pPr marL="38100" lvl="6" indent="0">
              <a:lnSpc>
                <a:spcPct val="111666"/>
              </a:lnSpc>
              <a:spcBef>
                <a:spcPts val="0"/>
              </a:spcBef>
              <a:buNone/>
              <a:defRPr sz="600" b="0" i="0">
                <a:solidFill>
                  <a:schemeClr val="dk1"/>
                </a:solidFill>
                <a:latin typeface="Bookman Old Style"/>
                <a:ea typeface="Bookman Old Style"/>
                <a:cs typeface="Bookman Old Style"/>
                <a:sym typeface="Bookman Old Style"/>
              </a:defRPr>
            </a:lvl7pPr>
            <a:lvl8pPr marL="38100" lvl="7" indent="0">
              <a:lnSpc>
                <a:spcPct val="111666"/>
              </a:lnSpc>
              <a:spcBef>
                <a:spcPts val="0"/>
              </a:spcBef>
              <a:buNone/>
              <a:defRPr sz="600" b="0" i="0">
                <a:solidFill>
                  <a:schemeClr val="dk1"/>
                </a:solidFill>
                <a:latin typeface="Bookman Old Style"/>
                <a:ea typeface="Bookman Old Style"/>
                <a:cs typeface="Bookman Old Style"/>
                <a:sym typeface="Bookman Old Style"/>
              </a:defRPr>
            </a:lvl8pPr>
            <a:lvl9pPr marL="38100" lvl="8" indent="0">
              <a:lnSpc>
                <a:spcPct val="111666"/>
              </a:lnSpc>
              <a:spcBef>
                <a:spcPts val="0"/>
              </a:spcBef>
              <a:buNone/>
              <a:defRPr sz="600" b="0" i="0">
                <a:solidFill>
                  <a:schemeClr val="dk1"/>
                </a:solidFill>
                <a:latin typeface="Bookman Old Style"/>
                <a:ea typeface="Bookman Old Style"/>
                <a:cs typeface="Bookman Old Style"/>
                <a:sym typeface="Bookman Old Style"/>
              </a:defRPr>
            </a:lvl9pPr>
          </a:lstStyle>
          <a:p>
            <a:pPr marL="38100" lvl="0" indent="0" algn="l" rtl="0">
              <a:spcBef>
                <a:spcPts val="0"/>
              </a:spcBef>
              <a:spcAft>
                <a:spcPts val="0"/>
              </a:spcAft>
              <a:buNone/>
            </a:pPr>
            <a:fld id="{00000000-1234-1234-1234-123412341234}" type="slidenum">
              <a:rPr lang="en-US"/>
              <a:t>‹#›</a:t>
            </a:fld>
            <a:r>
              <a:rPr lang="en-US"/>
              <a:t> / 100</a:t>
            </a:r>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3.xml"/><Relationship Id="rId16" Type="http://schemas.openxmlformats.org/officeDocument/2006/relationships/image" Target="../media/image16.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19.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customXml" Target="../ink/ink1.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3.png"/><Relationship Id="rId7" Type="http://schemas.openxmlformats.org/officeDocument/2006/relationships/customXml" Target="../ink/ink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customXml" Target="../ink/ink3.xml"/><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hyperlink" Target="http://ppt/slides/ppt/slides/slide1.xml"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38.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9.xml"/><Relationship Id="rId16" Type="http://schemas.openxmlformats.org/officeDocument/2006/relationships/image" Target="../media/image41.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0.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7.png"/><Relationship Id="rId9" Type="http://schemas.openxmlformats.org/officeDocument/2006/relationships/image" Target="../media/image3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customXml" Target="../ink/ink4.xml"/><Relationship Id="rId4" Type="http://schemas.openxmlformats.org/officeDocument/2006/relationships/image" Target="../media/image42.png"/></Relationships>
</file>

<file path=ppt/slides/_rels/slide1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customXml" Target="../ink/ink5.xml"/><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customXml" Target="../ink/ink6.xml"/><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customXml" Target="../ink/ink7.xml"/><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customXml" Target="../ink/ink8.xml"/><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33" Type="http://schemas.openxmlformats.org/officeDocument/2006/relationships/image" Target="../media/image53.png"/><Relationship Id="rId2" Type="http://schemas.openxmlformats.org/officeDocument/2006/relationships/notesSlide" Target="../notesSlides/notesSlide15.xml"/><Relationship Id="rId16" Type="http://schemas.openxmlformats.org/officeDocument/2006/relationships/image" Target="../media/image41.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32" Type="http://schemas.openxmlformats.org/officeDocument/2006/relationships/customXml" Target="../ink/ink9.xml"/><Relationship Id="rId5" Type="http://schemas.openxmlformats.org/officeDocument/2006/relationships/image" Target="../media/image5.png"/><Relationship Id="rId15" Type="http://schemas.openxmlformats.org/officeDocument/2006/relationships/image" Target="../media/image40.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7.png"/><Relationship Id="rId9" Type="http://schemas.openxmlformats.org/officeDocument/2006/relationships/image" Target="../media/image3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 Id="rId8" Type="http://schemas.openxmlformats.org/officeDocument/2006/relationships/image" Target="../media/image52.png"/></Relationships>
</file>

<file path=ppt/slides/_rels/slide1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0.png"/><Relationship Id="rId5" Type="http://schemas.openxmlformats.org/officeDocument/2006/relationships/image" Target="../media/image56.png"/><Relationship Id="rId10" Type="http://schemas.openxmlformats.org/officeDocument/2006/relationships/customXml" Target="../ink/ink10.xml"/><Relationship Id="rId4" Type="http://schemas.openxmlformats.org/officeDocument/2006/relationships/image" Target="../media/image55.png"/><Relationship Id="rId9" Type="http://schemas.openxmlformats.org/officeDocument/2006/relationships/hyperlink" Target="http://ppt/slides/ppt/slides/slide1.xml" TargetMode="External"/></Relationships>
</file>

<file path=ppt/slides/_rels/slide17.xml.rels><?xml version="1.0" encoding="UTF-8" standalone="yes"?>
<Relationships xmlns="http://schemas.openxmlformats.org/package/2006/relationships"><Relationship Id="rId8" Type="http://schemas.openxmlformats.org/officeDocument/2006/relationships/customXml" Target="../ink/ink11.xml"/><Relationship Id="rId3" Type="http://schemas.openxmlformats.org/officeDocument/2006/relationships/image" Target="../media/image61.png"/><Relationship Id="rId7" Type="http://schemas.openxmlformats.org/officeDocument/2006/relationships/hyperlink" Target="http://ppt/slides/ppt/slides/slide1.xml"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5.png"/></Relationships>
</file>

<file path=ppt/slides/_rels/slide1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customXml" Target="../ink/ink12.xml"/></Relationships>
</file>

<file path=ppt/slides/_rels/slide1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customXml" Target="../ink/ink13.xml"/></Relationships>
</file>

<file path=ppt/slides/_rels/slide20.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5.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customXml" Target="../ink/ink1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1.png"/><Relationship Id="rId11" Type="http://schemas.openxmlformats.org/officeDocument/2006/relationships/hyperlink" Target="http://ppt/slides/ppt/slides/slide1.xml" TargetMode="External"/><Relationship Id="rId5" Type="http://schemas.openxmlformats.org/officeDocument/2006/relationships/image" Target="../media/image70.png"/><Relationship Id="rId10" Type="http://schemas.openxmlformats.org/officeDocument/2006/relationships/image" Target="../media/image74.png"/><Relationship Id="rId4" Type="http://schemas.openxmlformats.org/officeDocument/2006/relationships/image" Target="../media/image69.png"/><Relationship Id="rId9"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customXml" Target="../ink/ink15.xml"/><Relationship Id="rId4" Type="http://schemas.openxmlformats.org/officeDocument/2006/relationships/image" Target="../media/image76.png"/></Relationships>
</file>

<file path=ppt/slides/_rels/slide2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23.xml.rels><?xml version="1.0" encoding="UTF-8" standalone="yes"?>
<Relationships xmlns="http://schemas.openxmlformats.org/package/2006/relationships"><Relationship Id="rId8" Type="http://schemas.openxmlformats.org/officeDocument/2006/relationships/hyperlink" Target="http://ppt/slides/ppt/slides/slide1.xml" TargetMode="External"/><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10" Type="http://schemas.openxmlformats.org/officeDocument/2006/relationships/image" Target="../media/image84.png"/><Relationship Id="rId4" Type="http://schemas.openxmlformats.org/officeDocument/2006/relationships/image" Target="../media/image80.png"/><Relationship Id="rId9" Type="http://schemas.openxmlformats.org/officeDocument/2006/relationships/customXml" Target="../ink/ink16.xml"/></Relationships>
</file>

<file path=ppt/slides/_rels/slide24.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89.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85.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88.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24.xml"/><Relationship Id="rId16" Type="http://schemas.openxmlformats.org/officeDocument/2006/relationships/image" Target="../media/image16.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87.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86.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39.png"/><Relationship Id="rId14" Type="http://schemas.openxmlformats.org/officeDocument/2006/relationships/image" Target="../media/image90.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customXml" Target="../ink/ink17.xml"/><Relationship Id="rId4" Type="http://schemas.openxmlformats.org/officeDocument/2006/relationships/image" Target="../media/image91.png"/></Relationships>
</file>

<file path=ppt/slides/_rels/slide26.xml.rels><?xml version="1.0" encoding="UTF-8" standalone="yes"?>
<Relationships xmlns="http://schemas.openxmlformats.org/package/2006/relationships"><Relationship Id="rId8" Type="http://schemas.openxmlformats.org/officeDocument/2006/relationships/customXml" Target="../ink/ink18.xml"/><Relationship Id="rId3" Type="http://schemas.openxmlformats.org/officeDocument/2006/relationships/image" Target="../media/image93.png"/><Relationship Id="rId7" Type="http://schemas.openxmlformats.org/officeDocument/2006/relationships/hyperlink" Target="http://ppt/slides/ppt/slides/slide1.x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9" Type="http://schemas.openxmlformats.org/officeDocument/2006/relationships/image" Target="../media/image97.png"/></Relationships>
</file>

<file path=ppt/slides/_rels/slide27.xml.rels><?xml version="1.0" encoding="UTF-8" standalone="yes"?>
<Relationships xmlns="http://schemas.openxmlformats.org/package/2006/relationships"><Relationship Id="rId8" Type="http://schemas.openxmlformats.org/officeDocument/2006/relationships/image" Target="../media/image101.png"/><Relationship Id="rId3" Type="http://schemas.openxmlformats.org/officeDocument/2006/relationships/image" Target="../media/image98.png"/><Relationship Id="rId7" Type="http://schemas.openxmlformats.org/officeDocument/2006/relationships/customXml" Target="../ink/ink19.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ppt/slides/ppt/slides/slide1.xml" TargetMode="External"/><Relationship Id="rId5" Type="http://schemas.openxmlformats.org/officeDocument/2006/relationships/image" Target="../media/image100.png"/><Relationship Id="rId4" Type="http://schemas.openxmlformats.org/officeDocument/2006/relationships/image" Target="../media/image99.png"/></Relationships>
</file>

<file path=ppt/slides/_rels/slide2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28.xml"/><Relationship Id="rId16" Type="http://schemas.openxmlformats.org/officeDocument/2006/relationships/image" Target="../media/image41.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0.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86.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7.png"/><Relationship Id="rId9" Type="http://schemas.openxmlformats.org/officeDocument/2006/relationships/image" Target="../media/image3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29.xml.rels><?xml version="1.0" encoding="UTF-8" standalone="yes"?>
<Relationships xmlns="http://schemas.openxmlformats.org/package/2006/relationships"><Relationship Id="rId8" Type="http://schemas.openxmlformats.org/officeDocument/2006/relationships/hyperlink" Target="http://ppt/slides/ppt/slides/slide1.xml" TargetMode="External"/><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4.png"/><Relationship Id="rId10" Type="http://schemas.openxmlformats.org/officeDocument/2006/relationships/image" Target="../media/image107.png"/><Relationship Id="rId4" Type="http://schemas.openxmlformats.org/officeDocument/2006/relationships/image" Target="../media/image103.png"/><Relationship Id="rId9" Type="http://schemas.openxmlformats.org/officeDocument/2006/relationships/customXml" Target="../ink/ink20.xml"/></Relationships>
</file>

<file path=ppt/slides/_rels/slide3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08.png"/></Relationships>
</file>

<file path=ppt/slides/_rels/slide31.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hyperlink" Target="http://ppt/slides/ppt/slides/slide1.xml"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110.png"/></Relationships>
</file>

<file path=ppt/slides/_rels/slide3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3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customXml" Target="../ink/ink21.xml"/><Relationship Id="rId4" Type="http://schemas.openxmlformats.org/officeDocument/2006/relationships/image" Target="../media/image114.png"/></Relationships>
</file>

<file path=ppt/slides/_rels/slide3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customXml" Target="../ink/ink22.xml"/><Relationship Id="rId4" Type="http://schemas.openxmlformats.org/officeDocument/2006/relationships/image" Target="../media/image116.png"/></Relationships>
</file>

<file path=ppt/slides/_rels/slide3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customXml" Target="../ink/ink23.xml"/><Relationship Id="rId4" Type="http://schemas.openxmlformats.org/officeDocument/2006/relationships/image" Target="../media/image118.png"/></Relationships>
</file>

<file path=ppt/slides/_rels/slide3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21.png"/><Relationship Id="rId5" Type="http://schemas.openxmlformats.org/officeDocument/2006/relationships/customXml" Target="../ink/ink24.xml"/><Relationship Id="rId4" Type="http://schemas.openxmlformats.org/officeDocument/2006/relationships/image" Target="../media/image120.png"/></Relationships>
</file>

<file path=ppt/slides/_rels/slide3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customXml" Target="../ink/ink25.xml"/><Relationship Id="rId4" Type="http://schemas.openxmlformats.org/officeDocument/2006/relationships/image" Target="../media/image122.png"/></Relationships>
</file>

<file path=ppt/slides/_rels/slide3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39.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customXml" Target="../ink/ink26.xml"/><Relationship Id="rId4" Type="http://schemas.openxmlformats.org/officeDocument/2006/relationships/image" Target="../media/image125.png"/></Relationships>
</file>

<file path=ppt/slides/_rels/slide4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customXml" Target="../ink/ink27.xml"/><Relationship Id="rId4" Type="http://schemas.openxmlformats.org/officeDocument/2006/relationships/image" Target="../media/image127.png"/></Relationships>
</file>

<file path=ppt/slides/_rels/slide4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customXml" Target="../ink/ink28.xml"/><Relationship Id="rId4" Type="http://schemas.openxmlformats.org/officeDocument/2006/relationships/image" Target="../media/image129.png"/></Relationships>
</file>

<file path=ppt/slides/_rels/slide4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11.xml" TargetMode="External"/><Relationship Id="rId26" Type="http://schemas.openxmlformats.org/officeDocument/2006/relationships/hyperlink" Target="http://ppt/slides/ppt/slides/slide80.xml" TargetMode="External"/><Relationship Id="rId3" Type="http://schemas.openxmlformats.org/officeDocument/2006/relationships/image" Target="../media/image3.png"/><Relationship Id="rId21" Type="http://schemas.openxmlformats.org/officeDocument/2006/relationships/hyperlink" Target="http://ppt/slides/ppt/slides/slide37.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7.xml" TargetMode="External"/><Relationship Id="rId25" Type="http://schemas.openxmlformats.org/officeDocument/2006/relationships/hyperlink" Target="http://ppt/slides/ppt/slides/slide72.xml" TargetMode="External"/><Relationship Id="rId2" Type="http://schemas.openxmlformats.org/officeDocument/2006/relationships/notesSlide" Target="../notesSlides/notesSlide42.xml"/><Relationship Id="rId16" Type="http://schemas.openxmlformats.org/officeDocument/2006/relationships/hyperlink" Target="http://ppt/slides/ppt/slides/slide3.xml" TargetMode="External"/><Relationship Id="rId20" Type="http://schemas.openxmlformats.org/officeDocument/2006/relationships/hyperlink" Target="http://ppt/slides/ppt/slides/slide30.xml" TargetMode="External"/><Relationship Id="rId29"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87.png"/><Relationship Id="rId24" Type="http://schemas.openxmlformats.org/officeDocument/2006/relationships/hyperlink" Target="http://ppt/slides/ppt/slides/slide64.xml" TargetMode="External"/><Relationship Id="rId5" Type="http://schemas.openxmlformats.org/officeDocument/2006/relationships/image" Target="../media/image5.png"/><Relationship Id="rId15" Type="http://schemas.openxmlformats.org/officeDocument/2006/relationships/image" Target="../media/image40.png"/><Relationship Id="rId23" Type="http://schemas.openxmlformats.org/officeDocument/2006/relationships/hyperlink" Target="http://ppt/slides/ppt/slides/slide50.xml" TargetMode="External"/><Relationship Id="rId28" Type="http://schemas.openxmlformats.org/officeDocument/2006/relationships/hyperlink" Target="http://ppt/slides/ppt/slides/slide90.xml" TargetMode="External"/><Relationship Id="rId10" Type="http://schemas.openxmlformats.org/officeDocument/2006/relationships/image" Target="../media/image10.png"/><Relationship Id="rId19" Type="http://schemas.openxmlformats.org/officeDocument/2006/relationships/hyperlink" Target="http://ppt/slides/ppt/slides/slide15.xml" TargetMode="External"/><Relationship Id="rId31" Type="http://schemas.openxmlformats.org/officeDocument/2006/relationships/hyperlink" Target="http://ppt/slides/ppt/slides/slide1.xml" TargetMode="External"/><Relationship Id="rId4" Type="http://schemas.openxmlformats.org/officeDocument/2006/relationships/image" Target="../media/image37.png"/><Relationship Id="rId9" Type="http://schemas.openxmlformats.org/officeDocument/2006/relationships/image" Target="../media/image39.png"/><Relationship Id="rId14" Type="http://schemas.openxmlformats.org/officeDocument/2006/relationships/image" Target="../media/image14.png"/><Relationship Id="rId22" Type="http://schemas.openxmlformats.org/officeDocument/2006/relationships/hyperlink" Target="http://ppt/slides/ppt/slides/slide46.xml" TargetMode="External"/><Relationship Id="rId27" Type="http://schemas.openxmlformats.org/officeDocument/2006/relationships/hyperlink" Target="http://ppt/slides/ppt/slides/slide83.xml" TargetMode="External"/><Relationship Id="rId30" Type="http://schemas.openxmlformats.org/officeDocument/2006/relationships/hyperlink" Target="http://ppt/slides/ppt/slides/slide93.xml" TargetMode="External"/></Relationships>
</file>

<file path=ppt/slides/_rels/slide43.xml.rels><?xml version="1.0" encoding="UTF-8" standalone="yes"?>
<Relationships xmlns="http://schemas.openxmlformats.org/package/2006/relationships"><Relationship Id="rId8" Type="http://schemas.openxmlformats.org/officeDocument/2006/relationships/image" Target="../media/image136.png"/><Relationship Id="rId3" Type="http://schemas.openxmlformats.org/officeDocument/2006/relationships/image" Target="../media/image131.png"/><Relationship Id="rId7" Type="http://schemas.openxmlformats.org/officeDocument/2006/relationships/image" Target="../media/image135.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34.png"/><Relationship Id="rId11" Type="http://schemas.openxmlformats.org/officeDocument/2006/relationships/hyperlink" Target="http://ppt/slides/ppt/slides/slide1.xml" TargetMode="External"/><Relationship Id="rId5" Type="http://schemas.openxmlformats.org/officeDocument/2006/relationships/image" Target="../media/image133.png"/><Relationship Id="rId10" Type="http://schemas.openxmlformats.org/officeDocument/2006/relationships/image" Target="../media/image138.png"/><Relationship Id="rId4" Type="http://schemas.openxmlformats.org/officeDocument/2006/relationships/image" Target="../media/image132.png"/><Relationship Id="rId9" Type="http://schemas.openxmlformats.org/officeDocument/2006/relationships/image" Target="../media/image137.png"/></Relationships>
</file>

<file path=ppt/slides/_rels/slide44.xml.rels><?xml version="1.0" encoding="UTF-8" standalone="yes"?>
<Relationships xmlns="http://schemas.openxmlformats.org/package/2006/relationships"><Relationship Id="rId3" Type="http://schemas.openxmlformats.org/officeDocument/2006/relationships/image" Target="../media/image139.png"/><Relationship Id="rId7" Type="http://schemas.openxmlformats.org/officeDocument/2006/relationships/hyperlink" Target="http://ppt/slides/ppt/slides/slide1.xml"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40.png"/></Relationships>
</file>

<file path=ppt/slides/_rels/slide4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143.png"/></Relationships>
</file>

<file path=ppt/slides/_rels/slide4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4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46.png"/><Relationship Id="rId5" Type="http://schemas.openxmlformats.org/officeDocument/2006/relationships/customXml" Target="../ink/ink29.xml"/><Relationship Id="rId4" Type="http://schemas.openxmlformats.org/officeDocument/2006/relationships/image" Target="../media/image145.png"/></Relationships>
</file>

<file path=ppt/slides/_rels/slide4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48.png"/><Relationship Id="rId5" Type="http://schemas.openxmlformats.org/officeDocument/2006/relationships/customXml" Target="../ink/ink30.xml"/><Relationship Id="rId4" Type="http://schemas.openxmlformats.org/officeDocument/2006/relationships/image" Target="../media/image147.png"/></Relationships>
</file>

<file path=ppt/slides/_rels/slide49.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18" Type="http://schemas.openxmlformats.org/officeDocument/2006/relationships/image" Target="../media/image164.png"/><Relationship Id="rId3" Type="http://schemas.openxmlformats.org/officeDocument/2006/relationships/image" Target="../media/image149.png"/><Relationship Id="rId21" Type="http://schemas.openxmlformats.org/officeDocument/2006/relationships/hyperlink" Target="http://ppt/slides/ppt/slides/slide1.xml" TargetMode="External"/><Relationship Id="rId7" Type="http://schemas.openxmlformats.org/officeDocument/2006/relationships/image" Target="../media/image153.png"/><Relationship Id="rId12" Type="http://schemas.openxmlformats.org/officeDocument/2006/relationships/image" Target="../media/image158.png"/><Relationship Id="rId17" Type="http://schemas.openxmlformats.org/officeDocument/2006/relationships/image" Target="../media/image163.png"/><Relationship Id="rId2" Type="http://schemas.openxmlformats.org/officeDocument/2006/relationships/notesSlide" Target="../notesSlides/notesSlide49.xml"/><Relationship Id="rId16" Type="http://schemas.openxmlformats.org/officeDocument/2006/relationships/image" Target="../media/image162.png"/><Relationship Id="rId20" Type="http://schemas.openxmlformats.org/officeDocument/2006/relationships/image" Target="../media/image166.png"/><Relationship Id="rId1" Type="http://schemas.openxmlformats.org/officeDocument/2006/relationships/slideLayout" Target="../slideLayouts/slideLayout1.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51.png"/><Relationship Id="rId15" Type="http://schemas.openxmlformats.org/officeDocument/2006/relationships/image" Target="../media/image161.png"/><Relationship Id="rId23" Type="http://schemas.openxmlformats.org/officeDocument/2006/relationships/image" Target="../media/image167.png"/><Relationship Id="rId10" Type="http://schemas.openxmlformats.org/officeDocument/2006/relationships/image" Target="../media/image156.png"/><Relationship Id="rId19" Type="http://schemas.openxmlformats.org/officeDocument/2006/relationships/image" Target="../media/image165.png"/><Relationship Id="rId4" Type="http://schemas.openxmlformats.org/officeDocument/2006/relationships/image" Target="../media/image150.png"/><Relationship Id="rId9" Type="http://schemas.openxmlformats.org/officeDocument/2006/relationships/image" Target="../media/image155.png"/><Relationship Id="rId14" Type="http://schemas.openxmlformats.org/officeDocument/2006/relationships/image" Target="../media/image160.png"/><Relationship Id="rId22" Type="http://schemas.openxmlformats.org/officeDocument/2006/relationships/customXml" Target="../ink/ink31.xml"/></Relationships>
</file>

<file path=ppt/slides/_rels/slide5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88.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50.xml"/><Relationship Id="rId16" Type="http://schemas.openxmlformats.org/officeDocument/2006/relationships/image" Target="../media/image41.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0.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7.png"/><Relationship Id="rId9" Type="http://schemas.openxmlformats.org/officeDocument/2006/relationships/image" Target="../media/image3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5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69.png"/><Relationship Id="rId5" Type="http://schemas.openxmlformats.org/officeDocument/2006/relationships/customXml" Target="../ink/ink32.xml"/><Relationship Id="rId4" Type="http://schemas.openxmlformats.org/officeDocument/2006/relationships/image" Target="../media/image168.png"/></Relationships>
</file>

<file path=ppt/slides/_rels/slide52.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71.png"/><Relationship Id="rId5" Type="http://schemas.openxmlformats.org/officeDocument/2006/relationships/customXml" Target="../ink/ink33.xml"/><Relationship Id="rId4" Type="http://schemas.openxmlformats.org/officeDocument/2006/relationships/image" Target="../media/image170.png"/></Relationships>
</file>

<file path=ppt/slides/_rels/slide5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customXml" Target="../ink/ink3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74.png"/><Relationship Id="rId5" Type="http://schemas.openxmlformats.org/officeDocument/2006/relationships/customXml" Target="../ink/ink35.xml"/><Relationship Id="rId4" Type="http://schemas.openxmlformats.org/officeDocument/2006/relationships/image" Target="../media/image173.png"/></Relationships>
</file>

<file path=ppt/slides/_rels/slide5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76.png"/><Relationship Id="rId5" Type="http://schemas.openxmlformats.org/officeDocument/2006/relationships/customXml" Target="../ink/ink36.xml"/><Relationship Id="rId4" Type="http://schemas.openxmlformats.org/officeDocument/2006/relationships/image" Target="../media/image175.png"/></Relationships>
</file>

<file path=ppt/slides/_rels/slide5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178.png"/><Relationship Id="rId5" Type="http://schemas.openxmlformats.org/officeDocument/2006/relationships/customXml" Target="../ink/ink37.xml"/><Relationship Id="rId4" Type="http://schemas.openxmlformats.org/officeDocument/2006/relationships/image" Target="../media/image177.png"/></Relationships>
</file>

<file path=ppt/slides/_rels/slide57.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customXml" Target="../ink/ink38.xml"/><Relationship Id="rId4" Type="http://schemas.openxmlformats.org/officeDocument/2006/relationships/image" Target="../media/image179.png"/></Relationships>
</file>

<file path=ppt/slides/_rels/slide5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182.png"/><Relationship Id="rId5" Type="http://schemas.openxmlformats.org/officeDocument/2006/relationships/customXml" Target="../ink/ink39.xml"/><Relationship Id="rId4" Type="http://schemas.openxmlformats.org/officeDocument/2006/relationships/image" Target="../media/image181.png"/></Relationships>
</file>

<file path=ppt/slides/_rels/slide5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89.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58.xml"/><Relationship Id="rId16" Type="http://schemas.openxmlformats.org/officeDocument/2006/relationships/image" Target="../media/image41.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0.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7.png"/><Relationship Id="rId9" Type="http://schemas.openxmlformats.org/officeDocument/2006/relationships/image" Target="../media/image3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6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184.png"/><Relationship Id="rId5" Type="http://schemas.openxmlformats.org/officeDocument/2006/relationships/customXml" Target="../ink/ink40.xml"/><Relationship Id="rId4" Type="http://schemas.openxmlformats.org/officeDocument/2006/relationships/image" Target="../media/image183.png"/></Relationships>
</file>

<file path=ppt/slides/_rels/slide6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86.png"/><Relationship Id="rId5" Type="http://schemas.openxmlformats.org/officeDocument/2006/relationships/customXml" Target="../ink/ink41.xml"/><Relationship Id="rId4" Type="http://schemas.openxmlformats.org/officeDocument/2006/relationships/image" Target="../media/image185.png"/></Relationships>
</file>

<file path=ppt/slides/_rels/slide62.xml.rels><?xml version="1.0" encoding="UTF-8" standalone="yes"?>
<Relationships xmlns="http://schemas.openxmlformats.org/package/2006/relationships"><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3.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33" Type="http://schemas.openxmlformats.org/officeDocument/2006/relationships/image" Target="../media/image187.png"/><Relationship Id="rId2" Type="http://schemas.openxmlformats.org/officeDocument/2006/relationships/notesSlide" Target="../notesSlides/notesSlide61.xml"/><Relationship Id="rId16" Type="http://schemas.openxmlformats.org/officeDocument/2006/relationships/image" Target="../media/image41.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32" Type="http://schemas.openxmlformats.org/officeDocument/2006/relationships/customXml" Target="../ink/ink42.xml"/><Relationship Id="rId5" Type="http://schemas.openxmlformats.org/officeDocument/2006/relationships/image" Target="../media/image5.png"/><Relationship Id="rId15" Type="http://schemas.openxmlformats.org/officeDocument/2006/relationships/image" Target="../media/image40.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37.png"/><Relationship Id="rId9" Type="http://schemas.openxmlformats.org/officeDocument/2006/relationships/image" Target="../media/image39.png"/><Relationship Id="rId14" Type="http://schemas.openxmlformats.org/officeDocument/2006/relationships/image" Target="../media/image90.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 Id="rId8" Type="http://schemas.openxmlformats.org/officeDocument/2006/relationships/image" Target="../media/image8.png"/></Relationships>
</file>

<file path=ppt/slides/_rels/slide6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89.png"/><Relationship Id="rId5" Type="http://schemas.openxmlformats.org/officeDocument/2006/relationships/customXml" Target="../ink/ink43.xml"/><Relationship Id="rId4" Type="http://schemas.openxmlformats.org/officeDocument/2006/relationships/image" Target="../media/image188.png"/></Relationships>
</file>

<file path=ppt/slides/_rels/slide64.xml.rels><?xml version="1.0" encoding="UTF-8" standalone="yes"?>
<Relationships xmlns="http://schemas.openxmlformats.org/package/2006/relationships"><Relationship Id="rId8" Type="http://schemas.openxmlformats.org/officeDocument/2006/relationships/customXml" Target="../ink/ink44.xml"/><Relationship Id="rId3" Type="http://schemas.openxmlformats.org/officeDocument/2006/relationships/image" Target="../media/image190.png"/><Relationship Id="rId7" Type="http://schemas.openxmlformats.org/officeDocument/2006/relationships/hyperlink" Target="http://ppt/slides/ppt/slides/slide1.xml"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193.png"/><Relationship Id="rId5" Type="http://schemas.openxmlformats.org/officeDocument/2006/relationships/image" Target="../media/image192.png"/><Relationship Id="rId4" Type="http://schemas.openxmlformats.org/officeDocument/2006/relationships/image" Target="../media/image191.png"/><Relationship Id="rId9" Type="http://schemas.openxmlformats.org/officeDocument/2006/relationships/image" Target="../media/image194.png"/></Relationships>
</file>

<file path=ppt/slides/_rels/slide6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96.png"/><Relationship Id="rId5" Type="http://schemas.openxmlformats.org/officeDocument/2006/relationships/customXml" Target="../ink/ink45.xml"/><Relationship Id="rId4" Type="http://schemas.openxmlformats.org/officeDocument/2006/relationships/image" Target="../media/image195.png"/></Relationships>
</file>

<file path=ppt/slides/_rels/slide67.xml.rels><?xml version="1.0" encoding="UTF-8" standalone="yes"?>
<Relationships xmlns="http://schemas.openxmlformats.org/package/2006/relationships"><Relationship Id="rId8" Type="http://schemas.openxmlformats.org/officeDocument/2006/relationships/hyperlink" Target="http://ppt/slides/ppt/slides/slide1.xml" TargetMode="External"/><Relationship Id="rId3" Type="http://schemas.openxmlformats.org/officeDocument/2006/relationships/image" Target="../media/image197.png"/><Relationship Id="rId7" Type="http://schemas.openxmlformats.org/officeDocument/2006/relationships/image" Target="../media/image200.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199.png"/><Relationship Id="rId11" Type="http://schemas.openxmlformats.org/officeDocument/2006/relationships/image" Target="../media/image202.png"/><Relationship Id="rId5" Type="http://schemas.openxmlformats.org/officeDocument/2006/relationships/image" Target="../media/image198.png"/><Relationship Id="rId10" Type="http://schemas.openxmlformats.org/officeDocument/2006/relationships/customXml" Target="../ink/ink46.xml"/><Relationship Id="rId4" Type="http://schemas.openxmlformats.org/officeDocument/2006/relationships/image" Target="../media/image61.png"/><Relationship Id="rId9" Type="http://schemas.openxmlformats.org/officeDocument/2006/relationships/image" Target="../media/image201.png"/></Relationships>
</file>

<file path=ppt/slides/_rels/slide6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204.png"/><Relationship Id="rId5" Type="http://schemas.openxmlformats.org/officeDocument/2006/relationships/customXml" Target="../ink/ink47.xml"/><Relationship Id="rId4" Type="http://schemas.openxmlformats.org/officeDocument/2006/relationships/image" Target="../media/image203.png"/></Relationships>
</file>

<file path=ppt/slides/_rels/slide6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85.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68.xml"/><Relationship Id="rId16" Type="http://schemas.openxmlformats.org/officeDocument/2006/relationships/image" Target="../media/image16.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40.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206.png"/><Relationship Id="rId5" Type="http://schemas.openxmlformats.org/officeDocument/2006/relationships/customXml" Target="../ink/ink48.xml"/><Relationship Id="rId4" Type="http://schemas.openxmlformats.org/officeDocument/2006/relationships/image" Target="../media/image205.png"/></Relationships>
</file>

<file path=ppt/slides/_rels/slide71.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208.png"/><Relationship Id="rId5" Type="http://schemas.openxmlformats.org/officeDocument/2006/relationships/customXml" Target="../ink/ink49.xml"/><Relationship Id="rId4" Type="http://schemas.openxmlformats.org/officeDocument/2006/relationships/image" Target="../media/image207.png"/></Relationships>
</file>

<file path=ppt/slides/_rels/slide7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hyperlink" Target="http://ppt/slides/ppt/slides/slide7.xml" TargetMode="External"/><Relationship Id="rId26" Type="http://schemas.openxmlformats.org/officeDocument/2006/relationships/hyperlink" Target="http://ppt/slides/ppt/slides/slide72.xml" TargetMode="External"/><Relationship Id="rId3" Type="http://schemas.openxmlformats.org/officeDocument/2006/relationships/image" Target="../media/image85.png"/><Relationship Id="rId21" Type="http://schemas.openxmlformats.org/officeDocument/2006/relationships/hyperlink" Target="http://ppt/slides/ppt/slides/slide30.xml" TargetMode="External"/><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hyperlink" Target="http://ppt/slides/ppt/slides/slide3.xml" TargetMode="External"/><Relationship Id="rId25" Type="http://schemas.openxmlformats.org/officeDocument/2006/relationships/hyperlink" Target="http://ppt/slides/ppt/slides/slide64.xml" TargetMode="External"/><Relationship Id="rId2" Type="http://schemas.openxmlformats.org/officeDocument/2006/relationships/notesSlide" Target="../notesSlides/notesSlide71.xml"/><Relationship Id="rId16" Type="http://schemas.openxmlformats.org/officeDocument/2006/relationships/image" Target="../media/image41.png"/><Relationship Id="rId20" Type="http://schemas.openxmlformats.org/officeDocument/2006/relationships/hyperlink" Target="http://ppt/slides/ppt/slides/slide15.xml" TargetMode="External"/><Relationship Id="rId29" Type="http://schemas.openxmlformats.org/officeDocument/2006/relationships/hyperlink" Target="http://ppt/slides/ppt/slides/slide90.xml" TargetMode="Externa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hyperlink" Target="http://ppt/slides/ppt/slides/slide50.xml" TargetMode="External"/><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hyperlink" Target="http://ppt/slides/ppt/slides/slide46.xml" TargetMode="External"/><Relationship Id="rId28" Type="http://schemas.openxmlformats.org/officeDocument/2006/relationships/hyperlink" Target="http://ppt/slides/ppt/slides/slide83.xml" TargetMode="External"/><Relationship Id="rId10" Type="http://schemas.openxmlformats.org/officeDocument/2006/relationships/image" Target="../media/image10.png"/><Relationship Id="rId19" Type="http://schemas.openxmlformats.org/officeDocument/2006/relationships/hyperlink" Target="http://ppt/slides/ppt/slides/slide11.xml" TargetMode="External"/><Relationship Id="rId31" Type="http://schemas.openxmlformats.org/officeDocument/2006/relationships/hyperlink" Target="http://ppt/slides/ppt/slides/slide1.xml" TargetMode="External"/><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hyperlink" Target="http://ppt/slides/ppt/slides/slide37.xml" TargetMode="External"/><Relationship Id="rId27" Type="http://schemas.openxmlformats.org/officeDocument/2006/relationships/hyperlink" Target="http://ppt/slides/ppt/slides/slide80.xml" TargetMode="External"/><Relationship Id="rId30" Type="http://schemas.openxmlformats.org/officeDocument/2006/relationships/hyperlink" Target="http://ppt/slides/ppt/slides/slide93.xml" TargetMode="External"/></Relationships>
</file>

<file path=ppt/slides/_rels/slide73.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210.png"/><Relationship Id="rId5" Type="http://schemas.openxmlformats.org/officeDocument/2006/relationships/customXml" Target="../ink/ink50.xml"/><Relationship Id="rId4" Type="http://schemas.openxmlformats.org/officeDocument/2006/relationships/image" Target="../media/image209.png"/></Relationships>
</file>

<file path=ppt/slides/_rels/slide74.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3.xml"/><Relationship Id="rId1" Type="http://schemas.openxmlformats.org/officeDocument/2006/relationships/slideLayout" Target="../slideLayouts/slideLayout1.xml"/><Relationship Id="rId6" Type="http://schemas.openxmlformats.org/officeDocument/2006/relationships/image" Target="../media/image212.png"/><Relationship Id="rId5" Type="http://schemas.openxmlformats.org/officeDocument/2006/relationships/customXml" Target="../ink/ink51.xml"/><Relationship Id="rId4" Type="http://schemas.openxmlformats.org/officeDocument/2006/relationships/image" Target="../media/image211.png"/></Relationships>
</file>

<file path=ppt/slides/_rels/slide75.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4.xml"/><Relationship Id="rId1" Type="http://schemas.openxmlformats.org/officeDocument/2006/relationships/slideLayout" Target="../slideLayouts/slideLayout1.xml"/><Relationship Id="rId6" Type="http://schemas.openxmlformats.org/officeDocument/2006/relationships/image" Target="../media/image214.png"/><Relationship Id="rId5" Type="http://schemas.openxmlformats.org/officeDocument/2006/relationships/customXml" Target="../ink/ink52.xml"/><Relationship Id="rId4" Type="http://schemas.openxmlformats.org/officeDocument/2006/relationships/image" Target="../media/image213.png"/></Relationships>
</file>

<file path=ppt/slides/_rels/slide76.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5.xml"/><Relationship Id="rId1" Type="http://schemas.openxmlformats.org/officeDocument/2006/relationships/slideLayout" Target="../slideLayouts/slideLayout1.xml"/><Relationship Id="rId6" Type="http://schemas.openxmlformats.org/officeDocument/2006/relationships/image" Target="../media/image216.png"/><Relationship Id="rId5" Type="http://schemas.openxmlformats.org/officeDocument/2006/relationships/customXml" Target="../ink/ink53.xml"/><Relationship Id="rId4" Type="http://schemas.openxmlformats.org/officeDocument/2006/relationships/image" Target="../media/image215.png"/></Relationships>
</file>

<file path=ppt/slides/_rels/slide77.xml.rels><?xml version="1.0" encoding="UTF-8" standalone="yes"?>
<Relationships xmlns="http://schemas.openxmlformats.org/package/2006/relationships"><Relationship Id="rId8" Type="http://schemas.openxmlformats.org/officeDocument/2006/relationships/hyperlink" Target="http://ppt/slides/ppt/slides/slide1.xml" TargetMode="External"/><Relationship Id="rId3" Type="http://schemas.openxmlformats.org/officeDocument/2006/relationships/image" Target="../media/image217.png"/><Relationship Id="rId7" Type="http://schemas.openxmlformats.org/officeDocument/2006/relationships/image" Target="../media/image220.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219.png"/><Relationship Id="rId4" Type="http://schemas.openxmlformats.org/officeDocument/2006/relationships/image" Target="../media/image218.png"/></Relationships>
</file>

<file path=ppt/slides/_rels/slide78.xml.rels><?xml version="1.0" encoding="UTF-8" standalone="yes"?>
<Relationships xmlns="http://schemas.openxmlformats.org/package/2006/relationships"><Relationship Id="rId3" Type="http://schemas.openxmlformats.org/officeDocument/2006/relationships/hyperlink" Target="http://ppt/slides/ppt/slides/slide1.xml"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 Id="rId4" Type="http://schemas.openxmlformats.org/officeDocument/2006/relationships/image" Target="../media/image221.png"/></Relationships>
</file>

<file path=ppt/slides/_rels/slide79.xml.rels><?xml version="1.0" encoding="UTF-8" standalone="yes"?>
<Relationships xmlns="http://schemas.openxmlformats.org/package/2006/relationships"><Relationship Id="rId8" Type="http://schemas.openxmlformats.org/officeDocument/2006/relationships/hyperlink" Target="https://d2l.ai/" TargetMode="External"/><Relationship Id="rId3" Type="http://schemas.openxmlformats.org/officeDocument/2006/relationships/image" Target="../media/image222.jpg"/><Relationship Id="rId7" Type="http://schemas.openxmlformats.org/officeDocument/2006/relationships/image" Target="../media/image35.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225.png"/><Relationship Id="rId11" Type="http://schemas.openxmlformats.org/officeDocument/2006/relationships/hyperlink" Target="http://ppt/slides/ppt/slides/slide1.xml" TargetMode="External"/><Relationship Id="rId5" Type="http://schemas.openxmlformats.org/officeDocument/2006/relationships/image" Target="../media/image224.png"/><Relationship Id="rId10" Type="http://schemas.openxmlformats.org/officeDocument/2006/relationships/hyperlink" Target="https://probml.github.io/pml-book/" TargetMode="External"/><Relationship Id="rId4" Type="http://schemas.openxmlformats.org/officeDocument/2006/relationships/image" Target="../media/image223.png"/><Relationship Id="rId9" Type="http://schemas.openxmlformats.org/officeDocument/2006/relationships/hyperlink" Target="https://www.deeplearningbook.org/"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3"/>
        <p:cNvGrpSpPr/>
        <p:nvPr/>
      </p:nvGrpSpPr>
      <p:grpSpPr>
        <a:xfrm>
          <a:off x="0" y="0"/>
          <a:ext cx="0" cy="0"/>
          <a:chOff x="0" y="0"/>
          <a:chExt cx="0" cy="0"/>
        </a:xfrm>
      </p:grpSpPr>
      <p:grpSp>
        <p:nvGrpSpPr>
          <p:cNvPr id="44" name="Google Shape;44;p7"/>
          <p:cNvGrpSpPr/>
          <p:nvPr/>
        </p:nvGrpSpPr>
        <p:grpSpPr>
          <a:xfrm>
            <a:off x="0" y="7"/>
            <a:ext cx="5759866" cy="3239902"/>
            <a:chOff x="0" y="7"/>
            <a:chExt cx="5759866" cy="3239902"/>
          </a:xfrm>
        </p:grpSpPr>
        <p:pic>
          <p:nvPicPr>
            <p:cNvPr id="45" name="Google Shape;45;p7"/>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6" name="Google Shape;46;p7"/>
            <p:cNvSpPr/>
            <p:nvPr/>
          </p:nvSpPr>
          <p:spPr>
            <a:xfrm>
              <a:off x="1982523" y="1293502"/>
              <a:ext cx="3325495" cy="721995"/>
            </a:xfrm>
            <a:custGeom>
              <a:avLst/>
              <a:gdLst/>
              <a:ahLst/>
              <a:cxnLst/>
              <a:rect l="l" t="t" r="r" b="b"/>
              <a:pathLst>
                <a:path w="3325495" h="721994" extrusionOk="0">
                  <a:moveTo>
                    <a:pt x="0" y="721869"/>
                  </a:moveTo>
                  <a:lnTo>
                    <a:pt x="0" y="0"/>
                  </a:lnTo>
                  <a:lnTo>
                    <a:pt x="3324983" y="0"/>
                  </a:lnTo>
                  <a:lnTo>
                    <a:pt x="3324983"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47" name="Google Shape;47;p7"/>
          <p:cNvSpPr txBox="1"/>
          <p:nvPr/>
        </p:nvSpPr>
        <p:spPr>
          <a:xfrm>
            <a:off x="1982523" y="1293502"/>
            <a:ext cx="3325495" cy="721995"/>
          </a:xfrm>
          <a:prstGeom prst="rect">
            <a:avLst/>
          </a:prstGeom>
          <a:solidFill>
            <a:srgbClr val="FFFFFF">
              <a:alpha val="79607"/>
            </a:srgbClr>
          </a:solidFill>
          <a:ln w="12650" cap="flat" cmpd="sng">
            <a:solidFill>
              <a:srgbClr val="000000"/>
            </a:solidFill>
            <a:prstDash val="solid"/>
            <a:round/>
            <a:headEnd type="none" w="sm" len="sm"/>
            <a:tailEnd type="none" w="sm" len="sm"/>
          </a:ln>
        </p:spPr>
        <p:txBody>
          <a:bodyPr spcFirstLastPara="1" wrap="square" lIns="0" tIns="100325" rIns="0" bIns="0" anchor="t" anchorCtr="0">
            <a:spAutoFit/>
          </a:bodyPr>
          <a:lstStyle/>
          <a:p>
            <a:pPr marL="398780" marR="391160" lvl="0" indent="-634" algn="ctr" rtl="0">
              <a:lnSpc>
                <a:spcPct val="84500"/>
              </a:lnSpc>
              <a:spcBef>
                <a:spcPts val="0"/>
              </a:spcBef>
              <a:spcAft>
                <a:spcPts val="0"/>
              </a:spcAft>
              <a:buNone/>
            </a:pPr>
            <a:r>
              <a:rPr lang="en-US" sz="1700">
                <a:latin typeface="Cambria"/>
                <a:ea typeface="Cambria"/>
                <a:cs typeface="Cambria"/>
                <a:sym typeface="Cambria"/>
              </a:rPr>
              <a:t>D</a:t>
            </a:r>
            <a:r>
              <a:rPr lang="en-US" sz="1350">
                <a:latin typeface="Cambria"/>
                <a:ea typeface="Cambria"/>
                <a:cs typeface="Cambria"/>
                <a:sym typeface="Cambria"/>
              </a:rPr>
              <a:t>EEP </a:t>
            </a:r>
            <a:r>
              <a:rPr lang="en-US" sz="1700">
                <a:latin typeface="Cambria"/>
                <a:ea typeface="Cambria"/>
                <a:cs typeface="Cambria"/>
                <a:sym typeface="Cambria"/>
              </a:rPr>
              <a:t>N</a:t>
            </a:r>
            <a:r>
              <a:rPr lang="en-US" sz="1350">
                <a:latin typeface="Cambria"/>
                <a:ea typeface="Cambria"/>
                <a:cs typeface="Cambria"/>
                <a:sym typeface="Cambria"/>
              </a:rPr>
              <a:t>EURAL </a:t>
            </a:r>
            <a:r>
              <a:rPr lang="en-US" sz="1700">
                <a:latin typeface="Cambria"/>
                <a:ea typeface="Cambria"/>
                <a:cs typeface="Cambria"/>
                <a:sym typeface="Cambria"/>
              </a:rPr>
              <a:t>N</a:t>
            </a:r>
            <a:r>
              <a:rPr lang="en-US" sz="1350">
                <a:latin typeface="Cambria"/>
                <a:ea typeface="Cambria"/>
                <a:cs typeface="Cambria"/>
                <a:sym typeface="Cambria"/>
              </a:rPr>
              <a:t>ETWORK </a:t>
            </a:r>
            <a:r>
              <a:rPr lang="en-US" sz="1400">
                <a:latin typeface="Cambria"/>
                <a:ea typeface="Cambria"/>
                <a:cs typeface="Cambria"/>
                <a:sym typeface="Cambria"/>
              </a:rPr>
              <a:t>M</a:t>
            </a:r>
            <a:r>
              <a:rPr lang="en-US" sz="1150">
                <a:latin typeface="Cambria"/>
                <a:ea typeface="Cambria"/>
                <a:cs typeface="Cambria"/>
                <a:sym typeface="Cambria"/>
              </a:rPr>
              <a:t>ODULE </a:t>
            </a:r>
            <a:r>
              <a:rPr lang="en-US" sz="1400">
                <a:latin typeface="Cambria"/>
                <a:ea typeface="Cambria"/>
                <a:cs typeface="Cambria"/>
                <a:sym typeface="Cambria"/>
              </a:rPr>
              <a:t># 4 : L</a:t>
            </a:r>
            <a:r>
              <a:rPr lang="en-US" sz="1150">
                <a:latin typeface="Cambria"/>
                <a:ea typeface="Cambria"/>
                <a:cs typeface="Cambria"/>
                <a:sym typeface="Cambria"/>
              </a:rPr>
              <a:t>INEAR </a:t>
            </a:r>
            <a:r>
              <a:rPr lang="en-US" sz="1400">
                <a:latin typeface="Cambria"/>
                <a:ea typeface="Cambria"/>
                <a:cs typeface="Cambria"/>
                <a:sym typeface="Cambria"/>
              </a:rPr>
              <a:t>N</a:t>
            </a:r>
            <a:r>
              <a:rPr lang="en-US" sz="1150">
                <a:latin typeface="Cambria"/>
                <a:ea typeface="Cambria"/>
                <a:cs typeface="Cambria"/>
                <a:sym typeface="Cambria"/>
              </a:rPr>
              <a:t>EURAL </a:t>
            </a:r>
            <a:r>
              <a:rPr lang="en-US" sz="1400">
                <a:latin typeface="Cambria"/>
                <a:ea typeface="Cambria"/>
                <a:cs typeface="Cambria"/>
                <a:sym typeface="Cambria"/>
              </a:rPr>
              <a:t>N</a:t>
            </a:r>
            <a:r>
              <a:rPr lang="en-US" sz="1150">
                <a:latin typeface="Cambria"/>
                <a:ea typeface="Cambria"/>
                <a:cs typeface="Cambria"/>
                <a:sym typeface="Cambria"/>
              </a:rPr>
              <a:t>ETWORKS FOR </a:t>
            </a:r>
            <a:r>
              <a:rPr lang="en-US" sz="1400">
                <a:latin typeface="Cambria"/>
                <a:ea typeface="Cambria"/>
                <a:cs typeface="Cambria"/>
                <a:sym typeface="Cambria"/>
              </a:rPr>
              <a:t>C</a:t>
            </a:r>
            <a:r>
              <a:rPr lang="en-US" sz="1150">
                <a:latin typeface="Cambria"/>
                <a:ea typeface="Cambria"/>
                <a:cs typeface="Cambria"/>
                <a:sym typeface="Cambria"/>
              </a:rPr>
              <a:t>LASSIFICATION</a:t>
            </a:r>
            <a:endParaRPr sz="1150">
              <a:latin typeface="Cambria"/>
              <a:ea typeface="Cambria"/>
              <a:cs typeface="Cambria"/>
              <a:sym typeface="Cambria"/>
            </a:endParaRPr>
          </a:p>
        </p:txBody>
      </p:sp>
      <p:sp>
        <p:nvSpPr>
          <p:cNvPr id="48" name="Google Shape;48;p7"/>
          <p:cNvSpPr txBox="1"/>
          <p:nvPr/>
        </p:nvSpPr>
        <p:spPr>
          <a:xfrm>
            <a:off x="4132173" y="2325276"/>
            <a:ext cx="1280700" cy="342900"/>
          </a:xfrm>
          <a:prstGeom prst="rect">
            <a:avLst/>
          </a:prstGeom>
          <a:noFill/>
          <a:ln>
            <a:noFill/>
          </a:ln>
        </p:spPr>
        <p:txBody>
          <a:bodyPr spcFirstLastPara="1" wrap="square" lIns="0" tIns="11425" rIns="0" bIns="0" anchor="t" anchorCtr="0">
            <a:spAutoFit/>
          </a:bodyPr>
          <a:lstStyle/>
          <a:p>
            <a:pPr marL="311150" marR="5080" lvl="0" indent="-299085" algn="l" rtl="0">
              <a:lnSpc>
                <a:spcPct val="126699"/>
              </a:lnSpc>
              <a:spcBef>
                <a:spcPts val="0"/>
              </a:spcBef>
              <a:spcAft>
                <a:spcPts val="0"/>
              </a:spcAft>
              <a:buNone/>
            </a:pPr>
            <a:r>
              <a:rPr lang="en-US" sz="950">
                <a:solidFill>
                  <a:srgbClr val="1B1472"/>
                </a:solidFill>
              </a:rPr>
              <a:t>DNN Team</a:t>
            </a:r>
            <a:endParaRPr sz="950">
              <a:solidFill>
                <a:srgbClr val="1B1472"/>
              </a:solidFill>
            </a:endParaRPr>
          </a:p>
          <a:p>
            <a:pPr marL="311150" marR="5080" lvl="0" indent="-299085" algn="l" rtl="0">
              <a:lnSpc>
                <a:spcPct val="126699"/>
              </a:lnSpc>
              <a:spcBef>
                <a:spcPts val="0"/>
              </a:spcBef>
              <a:spcAft>
                <a:spcPts val="0"/>
              </a:spcAft>
              <a:buNone/>
            </a:pPr>
            <a:r>
              <a:rPr lang="en-US" sz="950">
                <a:solidFill>
                  <a:srgbClr val="1B1472"/>
                </a:solidFill>
                <a:latin typeface="Arial"/>
                <a:ea typeface="Arial"/>
                <a:cs typeface="Arial"/>
                <a:sym typeface="Arial"/>
              </a:rPr>
              <a:t>BITS Pilani WILP</a:t>
            </a:r>
            <a:endParaRPr sz="950">
              <a:latin typeface="Arial"/>
              <a:ea typeface="Arial"/>
              <a:cs typeface="Arial"/>
              <a:sym typeface="Arial"/>
            </a:endParaRPr>
          </a:p>
        </p:txBody>
      </p:sp>
      <p:sp>
        <p:nvSpPr>
          <p:cNvPr id="49" name="Google Shape;49;p7"/>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1</a:t>
            </a:fld>
            <a:r>
              <a:rPr lang="en-US"/>
              <a:t> / 100</a:t>
            </a:r>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8"/>
          <p:cNvSpPr txBox="1"/>
          <p:nvPr/>
        </p:nvSpPr>
        <p:spPr>
          <a:xfrm>
            <a:off x="1400073" y="967954"/>
            <a:ext cx="2960370" cy="759460"/>
          </a:xfrm>
          <a:prstGeom prst="rect">
            <a:avLst/>
          </a:prstGeom>
          <a:noFill/>
          <a:ln>
            <a:noFill/>
          </a:ln>
        </p:spPr>
        <p:txBody>
          <a:bodyPr spcFirstLastPara="1" wrap="square" lIns="0" tIns="12050" rIns="0" bIns="0" anchor="t" anchorCtr="0">
            <a:spAutoFit/>
          </a:bodyPr>
          <a:lstStyle/>
          <a:p>
            <a:pPr marL="248284" marR="202565" lvl="0" indent="0" algn="ctr" rtl="0">
              <a:lnSpc>
                <a:spcPct val="114700"/>
              </a:lnSpc>
              <a:spcBef>
                <a:spcPts val="0"/>
              </a:spcBef>
              <a:spcAft>
                <a:spcPts val="0"/>
              </a:spcAft>
              <a:buNone/>
            </a:pPr>
            <a:r>
              <a:rPr lang="en-US" sz="1050">
                <a:solidFill>
                  <a:srgbClr val="1B1472"/>
                </a:solidFill>
                <a:latin typeface="Arial"/>
                <a:ea typeface="Arial"/>
                <a:cs typeface="Arial"/>
                <a:sym typeface="Arial"/>
              </a:rPr>
              <a:t>The instructor is gratefully acknowledging the authors who made their course materials freely available online.</a:t>
            </a:r>
            <a:endParaRPr sz="1050">
              <a:latin typeface="Arial"/>
              <a:ea typeface="Arial"/>
              <a:cs typeface="Arial"/>
              <a:sym typeface="Arial"/>
            </a:endParaRPr>
          </a:p>
          <a:p>
            <a:pPr marL="0" lvl="0" indent="0" algn="ctr" rtl="0">
              <a:lnSpc>
                <a:spcPct val="100000"/>
              </a:lnSpc>
              <a:spcBef>
                <a:spcPts val="180"/>
              </a:spcBef>
              <a:spcAft>
                <a:spcPts val="0"/>
              </a:spcAft>
              <a:buNone/>
            </a:pPr>
            <a:r>
              <a:rPr lang="en-US" sz="1050">
                <a:solidFill>
                  <a:srgbClr val="1B1472"/>
                </a:solidFill>
                <a:latin typeface="Arial"/>
                <a:ea typeface="Arial"/>
                <a:cs typeface="Arial"/>
                <a:sym typeface="Arial"/>
              </a:rPr>
              <a:t>This deck is prepared by Seetha Parameswaran.</a:t>
            </a:r>
            <a:endParaRPr sz="1050">
              <a:latin typeface="Arial"/>
              <a:ea typeface="Arial"/>
              <a:cs typeface="Arial"/>
              <a:sym typeface="Arial"/>
            </a:endParaRPr>
          </a:p>
        </p:txBody>
      </p:sp>
      <p:grpSp>
        <p:nvGrpSpPr>
          <p:cNvPr id="55" name="Google Shape;55;p8"/>
          <p:cNvGrpSpPr/>
          <p:nvPr/>
        </p:nvGrpSpPr>
        <p:grpSpPr>
          <a:xfrm>
            <a:off x="0" y="3141936"/>
            <a:ext cx="5760262" cy="92075"/>
            <a:chOff x="0" y="3141936"/>
            <a:chExt cx="5760262" cy="92075"/>
          </a:xfrm>
        </p:grpSpPr>
        <p:sp>
          <p:nvSpPr>
            <p:cNvPr id="56" name="Google Shape;56;p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7" name="Google Shape;57;p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8" name="Google Shape;58;p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0" name="Google Shape;60;p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61" name="Google Shape;61;p8"/>
          <p:cNvSpPr txBox="1"/>
          <p:nvPr/>
        </p:nvSpPr>
        <p:spPr>
          <a:xfrm>
            <a:off x="4648851" y="3137675"/>
            <a:ext cx="425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2</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62" name="Google Shape;62;p8"/>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2</a:t>
            </a:fld>
            <a:r>
              <a:rPr lang="en-US"/>
              <a:t> / 100</a:t>
            </a:r>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8" name="Google Shape;68;p9"/>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69" name="Google Shape;69;p9"/>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70" name="Google Shape;70;p9"/>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71" name="Google Shape;71;p9"/>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72" name="Google Shape;72;p9"/>
          <p:cNvGrpSpPr/>
          <p:nvPr/>
        </p:nvGrpSpPr>
        <p:grpSpPr>
          <a:xfrm>
            <a:off x="343662" y="887310"/>
            <a:ext cx="302196" cy="873227"/>
            <a:chOff x="343662" y="887310"/>
            <a:chExt cx="302196" cy="873227"/>
          </a:xfrm>
        </p:grpSpPr>
        <p:pic>
          <p:nvPicPr>
            <p:cNvPr id="73" name="Google Shape;73;p9"/>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74" name="Google Shape;74;p9"/>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75" name="Google Shape;75;p9"/>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76" name="Google Shape;76;p9"/>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77" name="Google Shape;77;p9"/>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78" name="Google Shape;78;p9"/>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79" name="Google Shape;79;p9"/>
          <p:cNvGrpSpPr/>
          <p:nvPr/>
        </p:nvGrpSpPr>
        <p:grpSpPr>
          <a:xfrm>
            <a:off x="343662" y="1821865"/>
            <a:ext cx="302196" cy="1056691"/>
            <a:chOff x="343662" y="1821865"/>
            <a:chExt cx="302196" cy="1056691"/>
          </a:xfrm>
        </p:grpSpPr>
        <p:pic>
          <p:nvPicPr>
            <p:cNvPr id="80" name="Google Shape;80;p9"/>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81" name="Google Shape;81;p9"/>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82" name="Google Shape;82;p9"/>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83" name="Google Shape;83;p9"/>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84" name="Google Shape;84;p9"/>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85" name="Google Shape;85;p9"/>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86" name="Google Shape;86;p9"/>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87" name="Google Shape;87;p9"/>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88" name="Google Shape;88;p9"/>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89" name="Google Shape;89;p9"/>
          <p:cNvSpPr txBox="1"/>
          <p:nvPr/>
        </p:nvSpPr>
        <p:spPr>
          <a:xfrm>
            <a:off x="563025" y="411620"/>
            <a:ext cx="50469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D6D6EF"/>
                </a:solidFill>
                <a:latin typeface="Bookman Old Style"/>
                <a:ea typeface="Bookman Old Style"/>
                <a:cs typeface="Bookman Old Style"/>
                <a:sym typeface="Bookman Old Style"/>
              </a:rPr>
              <a:t> </a:t>
            </a:r>
            <a:endParaRPr sz="1300">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p>
        </p:txBody>
      </p:sp>
      <p:grpSp>
        <p:nvGrpSpPr>
          <p:cNvPr id="90" name="Google Shape;90;p9"/>
          <p:cNvGrpSpPr/>
          <p:nvPr/>
        </p:nvGrpSpPr>
        <p:grpSpPr>
          <a:xfrm>
            <a:off x="0" y="3141936"/>
            <a:ext cx="5760262" cy="92075"/>
            <a:chOff x="0" y="3141936"/>
            <a:chExt cx="5760262" cy="92075"/>
          </a:xfrm>
        </p:grpSpPr>
        <p:sp>
          <p:nvSpPr>
            <p:cNvPr id="91" name="Google Shape;91;p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2" name="Google Shape;92;p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 name="Google Shape;93;p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 name="Google Shape;94;p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5" name="Google Shape;95;p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96" name="Google Shape;96;p9"/>
          <p:cNvSpPr txBox="1"/>
          <p:nvPr/>
        </p:nvSpPr>
        <p:spPr>
          <a:xfrm>
            <a:off x="4648851" y="3137675"/>
            <a:ext cx="495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3</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sp>
        <p:nvSpPr>
          <p:cNvPr id="97" name="Google Shape;97;p9"/>
          <p:cNvSpPr txBox="1">
            <a:spLocks noGrp="1"/>
          </p:cNvSpPr>
          <p:nvPr>
            <p:ph type="sldNum" idx="12"/>
          </p:nvPr>
        </p:nvSpPr>
        <p:spPr>
          <a:xfrm>
            <a:off x="4627895" y="3137672"/>
            <a:ext cx="3600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3</a:t>
            </a:fld>
            <a:r>
              <a:rPr lang="en-US"/>
              <a:t> / 100</a:t>
            </a:r>
            <a:endParaRPr/>
          </a:p>
        </p:txBody>
      </p:sp>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3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dirty="0">
                <a:solidFill>
                  <a:srgbClr val="FFFFFF"/>
                </a:solidFill>
              </a:rPr>
              <a:t>S</a:t>
            </a:r>
            <a:r>
              <a:rPr lang="en-US" cap="small" dirty="0">
                <a:solidFill>
                  <a:srgbClr val="FFFFFF"/>
                </a:solidFill>
              </a:rPr>
              <a:t>tochastic</a:t>
            </a:r>
            <a:r>
              <a:rPr lang="en-US" dirty="0">
                <a:solidFill>
                  <a:srgbClr val="FFFFFF"/>
                </a:solidFill>
              </a:rPr>
              <a:t> G</a:t>
            </a:r>
            <a:r>
              <a:rPr lang="en-US" cap="small" dirty="0">
                <a:solidFill>
                  <a:srgbClr val="FFFFFF"/>
                </a:solidFill>
              </a:rPr>
              <a:t>radient</a:t>
            </a:r>
            <a:r>
              <a:rPr lang="en-US" dirty="0">
                <a:solidFill>
                  <a:srgbClr val="FFFFFF"/>
                </a:solidFill>
              </a:rPr>
              <a:t> D</a:t>
            </a:r>
            <a:r>
              <a:rPr lang="en-US" cap="small" dirty="0">
                <a:solidFill>
                  <a:srgbClr val="FFFFFF"/>
                </a:solidFill>
              </a:rPr>
              <a:t>escent</a:t>
            </a:r>
            <a:r>
              <a:rPr lang="en-US" dirty="0">
                <a:solidFill>
                  <a:srgbClr val="FFFFFF"/>
                </a:solidFill>
              </a:rPr>
              <a:t> (SGD)</a:t>
            </a:r>
            <a:endParaRPr dirty="0"/>
          </a:p>
        </p:txBody>
      </p:sp>
      <p:sp>
        <p:nvSpPr>
          <p:cNvPr id="582" name="Google Shape;582;p31"/>
          <p:cNvSpPr txBox="1"/>
          <p:nvPr/>
        </p:nvSpPr>
        <p:spPr>
          <a:xfrm>
            <a:off x="347294" y="656652"/>
            <a:ext cx="5065395" cy="1014730"/>
          </a:xfrm>
          <a:prstGeom prst="rect">
            <a:avLst/>
          </a:prstGeom>
          <a:noFill/>
          <a:ln>
            <a:noFill/>
          </a:ln>
        </p:spPr>
        <p:txBody>
          <a:bodyPr spcFirstLastPara="1" wrap="square" lIns="0" tIns="3555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Key Idea:</a:t>
            </a:r>
            <a:endParaRPr sz="1050">
              <a:latin typeface="Arial"/>
              <a:ea typeface="Arial"/>
              <a:cs typeface="Arial"/>
              <a:sym typeface="Arial"/>
            </a:endParaRPr>
          </a:p>
          <a:p>
            <a:pPr marL="12700" marR="5080" lvl="0" indent="0" algn="l" rtl="0">
              <a:lnSpc>
                <a:spcPct val="114700"/>
              </a:lnSpc>
              <a:spcBef>
                <a:spcPts val="0"/>
              </a:spcBef>
              <a:spcAft>
                <a:spcPts val="0"/>
              </a:spcAft>
              <a:buNone/>
            </a:pPr>
            <a:r>
              <a:rPr lang="en-US" sz="1050">
                <a:latin typeface="Arial"/>
                <a:ea typeface="Arial"/>
                <a:cs typeface="Arial"/>
                <a:sym typeface="Arial"/>
              </a:rPr>
              <a:t>Instead of computing gradient over entire dataset, use gradient from a </a:t>
            </a:r>
            <a:r>
              <a:rPr lang="en-US" sz="1050" b="1">
                <a:latin typeface="Arial"/>
                <a:ea typeface="Arial"/>
                <a:cs typeface="Arial"/>
                <a:sym typeface="Arial"/>
              </a:rPr>
              <a:t>single ran- dom example</a:t>
            </a:r>
            <a:r>
              <a:rPr lang="en-US" sz="1050">
                <a:latin typeface="Arial"/>
                <a:ea typeface="Arial"/>
                <a:cs typeface="Arial"/>
                <a:sym typeface="Arial"/>
              </a:rPr>
              <a:t>.</a:t>
            </a:r>
            <a:endParaRPr sz="1050">
              <a:latin typeface="Arial"/>
              <a:ea typeface="Arial"/>
              <a:cs typeface="Arial"/>
              <a:sym typeface="Arial"/>
            </a:endParaRPr>
          </a:p>
          <a:p>
            <a:pPr marL="12700" marR="3914140" lvl="0" indent="0" algn="l" rtl="0">
              <a:lnSpc>
                <a:spcPct val="114700"/>
              </a:lnSpc>
              <a:spcBef>
                <a:spcPts val="565"/>
              </a:spcBef>
              <a:spcAft>
                <a:spcPts val="0"/>
              </a:spcAft>
              <a:buNone/>
            </a:pPr>
            <a:r>
              <a:rPr lang="en-US" sz="1050">
                <a:solidFill>
                  <a:srgbClr val="BF003F"/>
                </a:solidFill>
                <a:latin typeface="Arial"/>
                <a:ea typeface="Arial"/>
                <a:cs typeface="Arial"/>
                <a:sym typeface="Arial"/>
              </a:rPr>
              <a:t>SGD Update Rule: </a:t>
            </a:r>
            <a:r>
              <a:rPr lang="en-US" sz="1050">
                <a:latin typeface="Arial"/>
                <a:ea typeface="Arial"/>
                <a:cs typeface="Arial"/>
                <a:sym typeface="Arial"/>
              </a:rPr>
              <a:t>At iteration </a:t>
            </a:r>
            <a:r>
              <a:rPr lang="en-US" sz="1050" i="1">
                <a:latin typeface="Arial"/>
                <a:ea typeface="Arial"/>
                <a:cs typeface="Arial"/>
                <a:sym typeface="Arial"/>
              </a:rPr>
              <a:t>t </a:t>
            </a:r>
            <a:r>
              <a:rPr lang="en-US" sz="1050">
                <a:latin typeface="Arial"/>
                <a:ea typeface="Arial"/>
                <a:cs typeface="Arial"/>
                <a:sym typeface="Arial"/>
              </a:rPr>
              <a:t>:</a:t>
            </a:r>
            <a:endParaRPr sz="1050">
              <a:latin typeface="Arial"/>
              <a:ea typeface="Arial"/>
              <a:cs typeface="Arial"/>
              <a:sym typeface="Arial"/>
            </a:endParaRPr>
          </a:p>
        </p:txBody>
      </p:sp>
      <p:pic>
        <p:nvPicPr>
          <p:cNvPr id="583" name="Google Shape;583;p31"/>
          <p:cNvPicPr preferRelativeResize="0"/>
          <p:nvPr/>
        </p:nvPicPr>
        <p:blipFill rotWithShape="1">
          <a:blip r:embed="rId3">
            <a:alphaModFix/>
          </a:blip>
          <a:srcRect/>
          <a:stretch/>
        </p:blipFill>
        <p:spPr>
          <a:xfrm>
            <a:off x="456996" y="1749640"/>
            <a:ext cx="121259" cy="121259"/>
          </a:xfrm>
          <a:prstGeom prst="rect">
            <a:avLst/>
          </a:prstGeom>
          <a:noFill/>
          <a:ln>
            <a:noFill/>
          </a:ln>
        </p:spPr>
      </p:pic>
      <p:sp>
        <p:nvSpPr>
          <p:cNvPr id="584" name="Google Shape;584;p31"/>
          <p:cNvSpPr txBox="1"/>
          <p:nvPr/>
        </p:nvSpPr>
        <p:spPr>
          <a:xfrm>
            <a:off x="483946" y="173979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585" name="Google Shape;585;p31"/>
          <p:cNvPicPr preferRelativeResize="0"/>
          <p:nvPr/>
        </p:nvPicPr>
        <p:blipFill rotWithShape="1">
          <a:blip r:embed="rId4">
            <a:alphaModFix/>
          </a:blip>
          <a:srcRect/>
          <a:stretch/>
        </p:blipFill>
        <p:spPr>
          <a:xfrm>
            <a:off x="456996" y="1971052"/>
            <a:ext cx="121259" cy="121259"/>
          </a:xfrm>
          <a:prstGeom prst="rect">
            <a:avLst/>
          </a:prstGeom>
          <a:noFill/>
          <a:ln>
            <a:noFill/>
          </a:ln>
        </p:spPr>
      </p:pic>
      <p:sp>
        <p:nvSpPr>
          <p:cNvPr id="586" name="Google Shape;586;p31"/>
          <p:cNvSpPr txBox="1"/>
          <p:nvPr/>
        </p:nvSpPr>
        <p:spPr>
          <a:xfrm>
            <a:off x="483946" y="1961202"/>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587" name="Google Shape;587;p31"/>
          <p:cNvPicPr preferRelativeResize="0"/>
          <p:nvPr/>
        </p:nvPicPr>
        <p:blipFill rotWithShape="1">
          <a:blip r:embed="rId5">
            <a:alphaModFix/>
          </a:blip>
          <a:srcRect/>
          <a:stretch/>
        </p:blipFill>
        <p:spPr>
          <a:xfrm>
            <a:off x="456996" y="2192477"/>
            <a:ext cx="121259" cy="121259"/>
          </a:xfrm>
          <a:prstGeom prst="rect">
            <a:avLst/>
          </a:prstGeom>
          <a:noFill/>
          <a:ln>
            <a:noFill/>
          </a:ln>
        </p:spPr>
      </p:pic>
      <p:sp>
        <p:nvSpPr>
          <p:cNvPr id="588" name="Google Shape;588;p31"/>
          <p:cNvSpPr txBox="1"/>
          <p:nvPr/>
        </p:nvSpPr>
        <p:spPr>
          <a:xfrm>
            <a:off x="483946" y="2182627"/>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sp>
        <p:nvSpPr>
          <p:cNvPr id="589" name="Google Shape;589;p31"/>
          <p:cNvSpPr txBox="1"/>
          <p:nvPr/>
        </p:nvSpPr>
        <p:spPr>
          <a:xfrm>
            <a:off x="619226" y="1648993"/>
            <a:ext cx="4708525" cy="690245"/>
          </a:xfrm>
          <a:prstGeom prst="rect">
            <a:avLst/>
          </a:prstGeom>
          <a:noFill/>
          <a:ln>
            <a:noFill/>
          </a:ln>
        </p:spPr>
        <p:txBody>
          <a:bodyPr spcFirstLastPara="1" wrap="square" lIns="0" tIns="51425"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Randomly select one example </a:t>
            </a:r>
            <a:r>
              <a:rPr lang="en-US" sz="1200">
                <a:latin typeface="Tahoma"/>
                <a:ea typeface="Tahoma"/>
                <a:cs typeface="Tahoma"/>
                <a:sym typeface="Tahoma"/>
              </a:rPr>
              <a:t>(</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endParaRPr sz="1200">
              <a:latin typeface="Tahoma"/>
              <a:ea typeface="Tahoma"/>
              <a:cs typeface="Tahoma"/>
              <a:sym typeface="Tahoma"/>
            </a:endParaRPr>
          </a:p>
          <a:p>
            <a:pPr marL="38100" marR="30480" lvl="0" indent="0" algn="l" rtl="0">
              <a:lnSpc>
                <a:spcPct val="121100"/>
              </a:lnSpc>
              <a:spcBef>
                <a:spcPts val="0"/>
              </a:spcBef>
              <a:spcAft>
                <a:spcPts val="0"/>
              </a:spcAft>
              <a:buNone/>
            </a:pPr>
            <a:r>
              <a:rPr lang="en-US" sz="1050">
                <a:latin typeface="Arial"/>
                <a:ea typeface="Arial"/>
                <a:cs typeface="Arial"/>
                <a:sym typeface="Arial"/>
              </a:rPr>
              <a:t>Compute gradient for this example: </a:t>
            </a:r>
            <a:r>
              <a:rPr lang="en-US" sz="1200">
                <a:latin typeface="Lucida Sans"/>
                <a:ea typeface="Lucida Sans"/>
                <a:cs typeface="Lucida Sans"/>
                <a:sym typeface="Lucida Sans"/>
              </a:rPr>
              <a:t>∇</a:t>
            </a:r>
            <a:r>
              <a:rPr lang="en-US" sz="1200" i="1">
                <a:latin typeface="Bookman Old Style"/>
                <a:ea typeface="Bookman Old Style"/>
                <a:cs typeface="Bookman Old Style"/>
                <a:sym typeface="Bookman Old Style"/>
              </a:rPr>
              <a:t>l</a:t>
            </a:r>
            <a:r>
              <a:rPr lang="en-US" sz="1200">
                <a:latin typeface="Tahoma"/>
                <a:ea typeface="Tahoma"/>
                <a:cs typeface="Tahoma"/>
                <a:sym typeface="Tahoma"/>
              </a:rPr>
              <a:t>(</a:t>
            </a:r>
            <a:r>
              <a:rPr lang="en-US" sz="1050" b="1">
                <a:latin typeface="Arial"/>
                <a:ea typeface="Arial"/>
                <a:cs typeface="Arial"/>
                <a:sym typeface="Arial"/>
              </a:rPr>
              <a:t>w</a:t>
            </a:r>
            <a:r>
              <a:rPr lang="en-US" sz="1200">
                <a:latin typeface="Tahoma"/>
                <a:ea typeface="Tahoma"/>
                <a:cs typeface="Tahoma"/>
                <a:sym typeface="Tahoma"/>
              </a:rPr>
              <a:t>; </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 </a:t>
            </a:r>
            <a:r>
              <a:rPr lang="en-US" sz="1050">
                <a:latin typeface="Arial"/>
                <a:ea typeface="Arial"/>
                <a:cs typeface="Arial"/>
                <a:sym typeface="Arial"/>
              </a:rPr>
              <a:t>(noisy gradient estimate) Update weights: </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t </a:t>
            </a:r>
            <a:r>
              <a:rPr lang="en-US" sz="1200" baseline="30000">
                <a:latin typeface="Lucida Sans"/>
                <a:ea typeface="Lucida Sans"/>
                <a:cs typeface="Lucida Sans"/>
                <a:sym typeface="Lucida Sans"/>
              </a:rPr>
              <a:t>+</a:t>
            </a:r>
            <a:r>
              <a:rPr lang="en-US" sz="1050" baseline="30000">
                <a:latin typeface="Arial"/>
                <a:ea typeface="Arial"/>
                <a:cs typeface="Arial"/>
                <a:sym typeface="Arial"/>
              </a:rPr>
              <a:t>1</a:t>
            </a:r>
            <a:r>
              <a:rPr lang="en-US" sz="1200" baseline="30000">
                <a:latin typeface="Lucida Sans"/>
                <a:ea typeface="Lucida Sans"/>
                <a:cs typeface="Lucida Sans"/>
                <a:sym typeface="Lucida Sans"/>
              </a:rPr>
              <a:t>) </a:t>
            </a:r>
            <a:r>
              <a:rPr lang="en-US" sz="1200">
                <a:latin typeface="Tahoma"/>
                <a:ea typeface="Tahoma"/>
                <a:cs typeface="Tahoma"/>
                <a:sym typeface="Tahoma"/>
              </a:rPr>
              <a:t>= </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t </a:t>
            </a:r>
            <a:r>
              <a:rPr lang="en-US" sz="1200" baseline="30000">
                <a:latin typeface="Lucida Sans"/>
                <a:ea typeface="Lucida Sans"/>
                <a:cs typeface="Lucida Sans"/>
                <a:sym typeface="Lucida Sans"/>
              </a:rPr>
              <a:t>)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η</a:t>
            </a:r>
            <a:r>
              <a:rPr lang="en-US" sz="1200">
                <a:latin typeface="Lucida Sans"/>
                <a:ea typeface="Lucida Sans"/>
                <a:cs typeface="Lucida Sans"/>
                <a:sym typeface="Lucida Sans"/>
              </a:rPr>
              <a:t>∇</a:t>
            </a:r>
            <a:r>
              <a:rPr lang="en-US" sz="1200" i="1">
                <a:latin typeface="Bookman Old Style"/>
                <a:ea typeface="Bookman Old Style"/>
                <a:cs typeface="Bookman Old Style"/>
                <a:sym typeface="Bookman Old Style"/>
              </a:rPr>
              <a:t>l</a:t>
            </a:r>
            <a:r>
              <a:rPr lang="en-US" sz="1200">
                <a:latin typeface="Tahoma"/>
                <a:ea typeface="Tahoma"/>
                <a:cs typeface="Tahoma"/>
                <a:sym typeface="Tahoma"/>
              </a:rPr>
              <a:t>(</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t </a:t>
            </a:r>
            <a:r>
              <a:rPr lang="en-US" sz="1200" baseline="30000">
                <a:latin typeface="Lucida Sans"/>
                <a:ea typeface="Lucida Sans"/>
                <a:cs typeface="Lucida Sans"/>
                <a:sym typeface="Lucida Sans"/>
              </a:rPr>
              <a:t>)</a:t>
            </a:r>
            <a:r>
              <a:rPr lang="en-US" sz="1200">
                <a:latin typeface="Tahoma"/>
                <a:ea typeface="Tahoma"/>
                <a:cs typeface="Tahoma"/>
                <a:sym typeface="Tahoma"/>
              </a:rPr>
              <a:t>; </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endParaRPr sz="1200">
              <a:latin typeface="Tahoma"/>
              <a:ea typeface="Tahoma"/>
              <a:cs typeface="Tahoma"/>
              <a:sym typeface="Tahoma"/>
            </a:endParaRPr>
          </a:p>
        </p:txBody>
      </p:sp>
      <p:sp>
        <p:nvSpPr>
          <p:cNvPr id="590" name="Google Shape;590;p31"/>
          <p:cNvSpPr txBox="1"/>
          <p:nvPr/>
        </p:nvSpPr>
        <p:spPr>
          <a:xfrm>
            <a:off x="347294" y="2420174"/>
            <a:ext cx="5065395" cy="392430"/>
          </a:xfrm>
          <a:prstGeom prst="rect">
            <a:avLst/>
          </a:prstGeom>
          <a:noFill/>
          <a:ln>
            <a:noFill/>
          </a:ln>
        </p:spPr>
        <p:txBody>
          <a:bodyPr spcFirstLastPara="1" wrap="square" lIns="0" tIns="12050" rIns="0" bIns="0" anchor="t" anchorCtr="0">
            <a:spAutoFit/>
          </a:bodyPr>
          <a:lstStyle/>
          <a:p>
            <a:pPr marL="12700" marR="5080" lvl="0" indent="0" algn="l" rtl="0">
              <a:lnSpc>
                <a:spcPct val="114700"/>
              </a:lnSpc>
              <a:spcBef>
                <a:spcPts val="0"/>
              </a:spcBef>
              <a:spcAft>
                <a:spcPts val="0"/>
              </a:spcAft>
              <a:buNone/>
            </a:pPr>
            <a:r>
              <a:rPr lang="en-US" sz="1050">
                <a:solidFill>
                  <a:srgbClr val="EC2027"/>
                </a:solidFill>
                <a:latin typeface="Arial"/>
                <a:ea typeface="Arial"/>
                <a:cs typeface="Arial"/>
                <a:sym typeface="Arial"/>
              </a:rPr>
              <a:t>The noise in SGD actually helps escape local minima and often leads to better gen- eralization!</a:t>
            </a:r>
            <a:endParaRPr sz="1050">
              <a:latin typeface="Arial"/>
              <a:ea typeface="Arial"/>
              <a:cs typeface="Arial"/>
              <a:sym typeface="Arial"/>
            </a:endParaRPr>
          </a:p>
        </p:txBody>
      </p:sp>
      <p:grpSp>
        <p:nvGrpSpPr>
          <p:cNvPr id="591" name="Google Shape;591;p31"/>
          <p:cNvGrpSpPr/>
          <p:nvPr/>
        </p:nvGrpSpPr>
        <p:grpSpPr>
          <a:xfrm>
            <a:off x="0" y="3141936"/>
            <a:ext cx="5760262" cy="92075"/>
            <a:chOff x="0" y="3141936"/>
            <a:chExt cx="5760262" cy="92075"/>
          </a:xfrm>
        </p:grpSpPr>
        <p:sp>
          <p:nvSpPr>
            <p:cNvPr id="592" name="Google Shape;592;p3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3" name="Google Shape;593;p3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594" name="Google Shape;594;p3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595" name="Google Shape;595;p3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596" name="Google Shape;596;p3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6"/>
              </a:rPr>
              <a:t>D</a:t>
            </a:r>
            <a:r>
              <a:rPr lang="en-US" sz="600" u="sng" cap="small">
                <a:solidFill>
                  <a:schemeClr val="hlink"/>
                </a:solidFill>
                <a:latin typeface="Bookman Old Style"/>
                <a:ea typeface="Bookman Old Style"/>
                <a:cs typeface="Bookman Old Style"/>
                <a:sym typeface="Bookman Old Style"/>
                <a:hlinkClick r:id="rId6"/>
              </a:rPr>
              <a:t>eep</a:t>
            </a:r>
            <a:r>
              <a:rPr lang="en-US" sz="600" u="sng">
                <a:solidFill>
                  <a:schemeClr val="hlink"/>
                </a:solidFill>
                <a:latin typeface="Bookman Old Style"/>
                <a:ea typeface="Bookman Old Style"/>
                <a:cs typeface="Bookman Old Style"/>
                <a:sym typeface="Bookman Old Style"/>
                <a:hlinkClick r:id="rId6"/>
              </a:rPr>
              <a:t> L</a:t>
            </a:r>
            <a:r>
              <a:rPr lang="en-US" sz="600" u="sng" cap="small">
                <a:solidFill>
                  <a:schemeClr val="hlink"/>
                </a:solidFill>
                <a:latin typeface="Bookman Old Style"/>
                <a:ea typeface="Bookman Old Style"/>
                <a:cs typeface="Bookman Old Style"/>
                <a:sym typeface="Bookman Old Style"/>
                <a:hlinkClick r:id="rId6"/>
              </a:rPr>
              <a:t>earning</a:t>
            </a:r>
            <a:endParaRPr sz="600">
              <a:latin typeface="Bookman Old Style"/>
              <a:ea typeface="Bookman Old Style"/>
              <a:cs typeface="Bookman Old Style"/>
              <a:sym typeface="Bookman Old Style"/>
            </a:endParaRPr>
          </a:p>
        </p:txBody>
      </p:sp>
      <p:sp>
        <p:nvSpPr>
          <p:cNvPr id="597" name="Google Shape;597;p31"/>
          <p:cNvSpPr txBox="1">
            <a:spLocks noGrp="1"/>
          </p:cNvSpPr>
          <p:nvPr>
            <p:ph type="sldNum" idx="12"/>
          </p:nvPr>
        </p:nvSpPr>
        <p:spPr>
          <a:xfrm>
            <a:off x="4627902" y="3137675"/>
            <a:ext cx="4782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a:t>
            </a:fld>
            <a:r>
              <a:rPr lang="en-US"/>
              <a:t> / 100</a:t>
            </a:r>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3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omputing</a:t>
            </a:r>
            <a:r>
              <a:rPr lang="en-US">
                <a:solidFill>
                  <a:srgbClr val="FFFFFF"/>
                </a:solidFill>
              </a:rPr>
              <a:t> </a:t>
            </a:r>
            <a:r>
              <a:rPr lang="en-US" cap="small">
                <a:solidFill>
                  <a:srgbClr val="FFFFFF"/>
                </a:solidFill>
              </a:rPr>
              <a:t>the</a:t>
            </a:r>
            <a:r>
              <a:rPr lang="en-US">
                <a:solidFill>
                  <a:srgbClr val="FFFFFF"/>
                </a:solidFill>
              </a:rPr>
              <a:t> G</a:t>
            </a:r>
            <a:r>
              <a:rPr lang="en-US" cap="small">
                <a:solidFill>
                  <a:srgbClr val="FFFFFF"/>
                </a:solidFill>
              </a:rPr>
              <a:t>radient</a:t>
            </a:r>
            <a:r>
              <a:rPr lang="en-US">
                <a:solidFill>
                  <a:srgbClr val="FFFFFF"/>
                </a:solidFill>
              </a:rPr>
              <a:t> </a:t>
            </a:r>
            <a:r>
              <a:rPr lang="en-US" cap="small">
                <a:solidFill>
                  <a:srgbClr val="FFFFFF"/>
                </a:solidFill>
              </a:rPr>
              <a:t>for</a:t>
            </a:r>
            <a:r>
              <a:rPr lang="en-US">
                <a:solidFill>
                  <a:srgbClr val="FFFFFF"/>
                </a:solidFill>
              </a:rPr>
              <a:t> SGD</a:t>
            </a:r>
            <a:endParaRPr/>
          </a:p>
        </p:txBody>
      </p:sp>
      <p:pic>
        <p:nvPicPr>
          <p:cNvPr id="603" name="Google Shape;603;p32"/>
          <p:cNvPicPr preferRelativeResize="0"/>
          <p:nvPr/>
        </p:nvPicPr>
        <p:blipFill>
          <a:blip r:embed="rId3">
            <a:alphaModFix/>
          </a:blip>
          <a:stretch>
            <a:fillRect/>
          </a:stretch>
        </p:blipFill>
        <p:spPr>
          <a:xfrm>
            <a:off x="0" y="446650"/>
            <a:ext cx="5765800" cy="2776301"/>
          </a:xfrm>
          <a:prstGeom prst="rect">
            <a:avLst/>
          </a:prstGeom>
          <a:noFill/>
          <a:ln>
            <a:noFill/>
          </a:ln>
        </p:spPr>
      </p:pic>
    </p:spTree>
  </p:cSld>
  <p:clrMapOvr>
    <a:masterClrMapping/>
  </p:clrMapOvr>
  <p:transition>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3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a:t>
            </a:r>
            <a:r>
              <a:rPr lang="en-US" cap="small">
                <a:solidFill>
                  <a:srgbClr val="FFFFFF"/>
                </a:solidFill>
              </a:rPr>
              <a:t>tochastic</a:t>
            </a:r>
            <a:r>
              <a:rPr lang="en-US">
                <a:solidFill>
                  <a:srgbClr val="FFFFFF"/>
                </a:solidFill>
              </a:rPr>
              <a:t> G</a:t>
            </a:r>
            <a:r>
              <a:rPr lang="en-US" cap="small">
                <a:solidFill>
                  <a:srgbClr val="FFFFFF"/>
                </a:solidFill>
              </a:rPr>
              <a:t>radient</a:t>
            </a:r>
            <a:r>
              <a:rPr lang="en-US">
                <a:solidFill>
                  <a:srgbClr val="FFFFFF"/>
                </a:solidFill>
              </a:rPr>
              <a:t> D</a:t>
            </a:r>
            <a:r>
              <a:rPr lang="en-US" cap="small">
                <a:solidFill>
                  <a:srgbClr val="FFFFFF"/>
                </a:solidFill>
              </a:rPr>
              <a:t>escent</a:t>
            </a:r>
            <a:r>
              <a:rPr lang="en-US">
                <a:solidFill>
                  <a:srgbClr val="FFFFFF"/>
                </a:solidFill>
              </a:rPr>
              <a:t> A</a:t>
            </a:r>
            <a:r>
              <a:rPr lang="en-US" cap="small">
                <a:solidFill>
                  <a:srgbClr val="FFFFFF"/>
                </a:solidFill>
              </a:rPr>
              <a:t>lgorithm</a:t>
            </a:r>
            <a:endParaRPr/>
          </a:p>
        </p:txBody>
      </p:sp>
      <p:sp>
        <p:nvSpPr>
          <p:cNvPr id="609" name="Google Shape;609;p33"/>
          <p:cNvSpPr/>
          <p:nvPr/>
        </p:nvSpPr>
        <p:spPr>
          <a:xfrm>
            <a:off x="359994" y="550062"/>
            <a:ext cx="5039995" cy="0"/>
          </a:xfrm>
          <a:custGeom>
            <a:avLst/>
            <a:gdLst/>
            <a:ahLst/>
            <a:cxnLst/>
            <a:rect l="l" t="t" r="r" b="b"/>
            <a:pathLst>
              <a:path w="5039995" h="120000" extrusionOk="0">
                <a:moveTo>
                  <a:pt x="0" y="0"/>
                </a:moveTo>
                <a:lnTo>
                  <a:pt x="503999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0" name="Google Shape;610;p33"/>
          <p:cNvSpPr txBox="1"/>
          <p:nvPr/>
        </p:nvSpPr>
        <p:spPr>
          <a:xfrm>
            <a:off x="347294" y="531792"/>
            <a:ext cx="402082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b="1">
                <a:latin typeface="Arial"/>
                <a:ea typeface="Arial"/>
                <a:cs typeface="Arial"/>
                <a:sym typeface="Arial"/>
              </a:rPr>
              <a:t>Algorithm 1: </a:t>
            </a:r>
            <a:r>
              <a:rPr lang="en-US" sz="1050">
                <a:latin typeface="Arial"/>
                <a:ea typeface="Arial"/>
                <a:cs typeface="Arial"/>
                <a:sym typeface="Arial"/>
              </a:rPr>
              <a:t>Stochastic Gradient Descent for Logistic Regression</a:t>
            </a:r>
            <a:endParaRPr sz="1050">
              <a:latin typeface="Arial"/>
              <a:ea typeface="Arial"/>
              <a:cs typeface="Arial"/>
              <a:sym typeface="Arial"/>
            </a:endParaRPr>
          </a:p>
        </p:txBody>
      </p:sp>
      <p:sp>
        <p:nvSpPr>
          <p:cNvPr id="611" name="Google Shape;611;p33"/>
          <p:cNvSpPr/>
          <p:nvPr/>
        </p:nvSpPr>
        <p:spPr>
          <a:xfrm>
            <a:off x="359994" y="741908"/>
            <a:ext cx="5039995" cy="0"/>
          </a:xfrm>
          <a:custGeom>
            <a:avLst/>
            <a:gdLst/>
            <a:ahLst/>
            <a:cxnLst/>
            <a:rect l="l" t="t" r="r" b="b"/>
            <a:pathLst>
              <a:path w="5039995" h="120000" extrusionOk="0">
                <a:moveTo>
                  <a:pt x="0" y="0"/>
                </a:moveTo>
                <a:lnTo>
                  <a:pt x="503999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2" name="Google Shape;612;p33"/>
          <p:cNvSpPr txBox="1"/>
          <p:nvPr/>
        </p:nvSpPr>
        <p:spPr>
          <a:xfrm>
            <a:off x="2332037" y="826908"/>
            <a:ext cx="18796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700" i="1">
                <a:latin typeface="Arial"/>
                <a:ea typeface="Arial"/>
                <a:cs typeface="Arial"/>
                <a:sym typeface="Arial"/>
              </a:rPr>
              <a:t>i</a:t>
            </a:r>
            <a:r>
              <a:rPr lang="en-US" sz="800">
                <a:latin typeface="Lucida Sans"/>
                <a:ea typeface="Lucida Sans"/>
                <a:cs typeface="Lucida Sans"/>
                <a:sym typeface="Lucida Sans"/>
              </a:rPr>
              <a:t>=</a:t>
            </a:r>
            <a:r>
              <a:rPr lang="en-US" sz="700">
                <a:latin typeface="Arial"/>
                <a:ea typeface="Arial"/>
                <a:cs typeface="Arial"/>
                <a:sym typeface="Arial"/>
              </a:rPr>
              <a:t>1</a:t>
            </a:r>
            <a:endParaRPr sz="700">
              <a:latin typeface="Arial"/>
              <a:ea typeface="Arial"/>
              <a:cs typeface="Arial"/>
              <a:sym typeface="Arial"/>
            </a:endParaRPr>
          </a:p>
        </p:txBody>
      </p:sp>
      <p:sp>
        <p:nvSpPr>
          <p:cNvPr id="613" name="Google Shape;613;p33"/>
          <p:cNvSpPr txBox="1"/>
          <p:nvPr/>
        </p:nvSpPr>
        <p:spPr>
          <a:xfrm>
            <a:off x="321894" y="738756"/>
            <a:ext cx="3822065"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b="1">
                <a:latin typeface="Arial"/>
                <a:ea typeface="Arial"/>
                <a:cs typeface="Arial"/>
                <a:sym typeface="Arial"/>
              </a:rPr>
              <a:t>Input: </a:t>
            </a:r>
            <a:r>
              <a:rPr lang="en-US" sz="1050">
                <a:latin typeface="Arial"/>
                <a:ea typeface="Arial"/>
                <a:cs typeface="Arial"/>
                <a:sym typeface="Arial"/>
              </a:rPr>
              <a:t>Dataset </a:t>
            </a:r>
            <a:r>
              <a:rPr lang="en-US" sz="1200">
                <a:latin typeface="Lucida Sans"/>
                <a:ea typeface="Lucida Sans"/>
                <a:cs typeface="Lucida Sans"/>
                <a:sym typeface="Lucida Sans"/>
              </a:rPr>
              <a:t>D </a:t>
            </a:r>
            <a:r>
              <a:rPr lang="en-US" sz="1200">
                <a:latin typeface="Tahoma"/>
                <a:ea typeface="Tahoma"/>
                <a:cs typeface="Tahoma"/>
                <a:sym typeface="Tahoma"/>
              </a:rPr>
              <a:t>= </a:t>
            </a:r>
            <a:r>
              <a:rPr lang="en-US" sz="1200">
                <a:latin typeface="Lucida Sans"/>
                <a:ea typeface="Lucida Sans"/>
                <a:cs typeface="Lucida Sans"/>
                <a:sym typeface="Lucida Sans"/>
              </a:rPr>
              <a:t>{</a:t>
            </a:r>
            <a:r>
              <a:rPr lang="en-US" sz="1200">
                <a:latin typeface="Tahoma"/>
                <a:ea typeface="Tahoma"/>
                <a:cs typeface="Tahoma"/>
                <a:sym typeface="Tahoma"/>
              </a:rPr>
              <a:t>(</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r>
              <a:rPr lang="en-US" sz="1200">
                <a:latin typeface="Lucida Sans"/>
                <a:ea typeface="Lucida Sans"/>
                <a:cs typeface="Lucida Sans"/>
                <a:sym typeface="Lucida Sans"/>
              </a:rPr>
              <a:t>}</a:t>
            </a:r>
            <a:r>
              <a:rPr lang="en-US" sz="1050" i="1" baseline="30000">
                <a:latin typeface="Arial"/>
                <a:ea typeface="Arial"/>
                <a:cs typeface="Arial"/>
                <a:sym typeface="Arial"/>
              </a:rPr>
              <a:t>N  </a:t>
            </a:r>
            <a:r>
              <a:rPr lang="en-US" sz="1050">
                <a:latin typeface="Arial"/>
                <a:ea typeface="Arial"/>
                <a:cs typeface="Arial"/>
                <a:sym typeface="Arial"/>
              </a:rPr>
              <a:t>, learning rate </a:t>
            </a:r>
            <a:r>
              <a:rPr lang="en-US" sz="1200" i="1">
                <a:latin typeface="Bookman Old Style"/>
                <a:ea typeface="Bookman Old Style"/>
                <a:cs typeface="Bookman Old Style"/>
                <a:sym typeface="Bookman Old Style"/>
              </a:rPr>
              <a:t>η</a:t>
            </a:r>
            <a:r>
              <a:rPr lang="en-US" sz="1050">
                <a:latin typeface="Arial"/>
                <a:ea typeface="Arial"/>
                <a:cs typeface="Arial"/>
                <a:sym typeface="Arial"/>
              </a:rPr>
              <a:t>, epochs </a:t>
            </a:r>
            <a:r>
              <a:rPr lang="en-US" sz="1050" i="1">
                <a:latin typeface="Arial"/>
                <a:ea typeface="Arial"/>
                <a:cs typeface="Arial"/>
                <a:sym typeface="Arial"/>
              </a:rPr>
              <a:t>T</a:t>
            </a:r>
            <a:endParaRPr sz="1050">
              <a:latin typeface="Arial"/>
              <a:ea typeface="Arial"/>
              <a:cs typeface="Arial"/>
              <a:sym typeface="Arial"/>
            </a:endParaRPr>
          </a:p>
        </p:txBody>
      </p:sp>
      <p:sp>
        <p:nvSpPr>
          <p:cNvPr id="614" name="Google Shape;614;p33"/>
          <p:cNvSpPr txBox="1"/>
          <p:nvPr/>
        </p:nvSpPr>
        <p:spPr>
          <a:xfrm>
            <a:off x="184213" y="869215"/>
            <a:ext cx="2853690" cy="699135"/>
          </a:xfrm>
          <a:prstGeom prst="rect">
            <a:avLst/>
          </a:prstGeom>
          <a:noFill/>
          <a:ln>
            <a:noFill/>
          </a:ln>
        </p:spPr>
        <p:txBody>
          <a:bodyPr spcFirstLastPara="1" wrap="square" lIns="0" tIns="83800" rIns="0" bIns="0" anchor="t" anchorCtr="0">
            <a:spAutoFit/>
          </a:bodyPr>
          <a:lstStyle/>
          <a:p>
            <a:pPr marL="175260" lvl="0" indent="0" algn="l" rtl="0">
              <a:lnSpc>
                <a:spcPct val="100000"/>
              </a:lnSpc>
              <a:spcBef>
                <a:spcPts val="0"/>
              </a:spcBef>
              <a:spcAft>
                <a:spcPts val="0"/>
              </a:spcAft>
              <a:buNone/>
            </a:pPr>
            <a:r>
              <a:rPr lang="en-US" sz="1050" b="1">
                <a:latin typeface="Arial"/>
                <a:ea typeface="Arial"/>
                <a:cs typeface="Arial"/>
                <a:sym typeface="Arial"/>
              </a:rPr>
              <a:t>Output: </a:t>
            </a:r>
            <a:r>
              <a:rPr lang="en-US" sz="1050">
                <a:latin typeface="Arial"/>
                <a:ea typeface="Arial"/>
                <a:cs typeface="Arial"/>
                <a:sym typeface="Arial"/>
              </a:rPr>
              <a:t>Learned weights </a:t>
            </a:r>
            <a:r>
              <a:rPr lang="en-US" sz="1050" b="1">
                <a:latin typeface="Arial"/>
                <a:ea typeface="Arial"/>
                <a:cs typeface="Arial"/>
                <a:sym typeface="Arial"/>
              </a:rPr>
              <a:t>w</a:t>
            </a:r>
            <a:endParaRPr sz="1050">
              <a:latin typeface="Arial"/>
              <a:ea typeface="Arial"/>
              <a:cs typeface="Arial"/>
              <a:sym typeface="Arial"/>
            </a:endParaRPr>
          </a:p>
          <a:p>
            <a:pPr marL="50800" lvl="0" indent="0" algn="l" rtl="0">
              <a:lnSpc>
                <a:spcPct val="100000"/>
              </a:lnSpc>
              <a:spcBef>
                <a:spcPts val="600"/>
              </a:spcBef>
              <a:spcAft>
                <a:spcPts val="0"/>
              </a:spcAft>
              <a:buNone/>
            </a:pPr>
            <a:r>
              <a:rPr lang="en-US" sz="700" b="1">
                <a:latin typeface="Arial"/>
                <a:ea typeface="Arial"/>
                <a:cs typeface="Arial"/>
                <a:sym typeface="Arial"/>
              </a:rPr>
              <a:t>1 </a:t>
            </a:r>
            <a:r>
              <a:rPr lang="en-US" sz="1050">
                <a:latin typeface="Arial"/>
                <a:ea typeface="Arial"/>
                <a:cs typeface="Arial"/>
                <a:sym typeface="Arial"/>
              </a:rPr>
              <a:t>Initialize </a:t>
            </a:r>
            <a:r>
              <a:rPr lang="en-US" sz="1050" b="1">
                <a:latin typeface="Arial"/>
                <a:ea typeface="Arial"/>
                <a:cs typeface="Arial"/>
                <a:sym typeface="Arial"/>
              </a:rPr>
              <a:t>w</a:t>
            </a:r>
            <a:r>
              <a:rPr lang="en-US" sz="1200" baseline="30000">
                <a:latin typeface="Lucida Sans"/>
                <a:ea typeface="Lucida Sans"/>
                <a:cs typeface="Lucida Sans"/>
                <a:sym typeface="Lucida Sans"/>
              </a:rPr>
              <a:t>(</a:t>
            </a:r>
            <a:r>
              <a:rPr lang="en-US" sz="1050" baseline="30000">
                <a:latin typeface="Arial"/>
                <a:ea typeface="Arial"/>
                <a:cs typeface="Arial"/>
                <a:sym typeface="Arial"/>
              </a:rPr>
              <a:t>0</a:t>
            </a:r>
            <a:r>
              <a:rPr lang="en-US" sz="1200" baseline="30000">
                <a:latin typeface="Lucida Sans"/>
                <a:ea typeface="Lucida Sans"/>
                <a:cs typeface="Lucida Sans"/>
                <a:sym typeface="Lucida Sans"/>
              </a:rPr>
              <a:t>) </a:t>
            </a:r>
            <a:r>
              <a:rPr lang="en-US" sz="1200">
                <a:latin typeface="Tahoma"/>
                <a:ea typeface="Tahoma"/>
                <a:cs typeface="Tahoma"/>
                <a:sym typeface="Tahoma"/>
              </a:rPr>
              <a:t>= </a:t>
            </a:r>
            <a:r>
              <a:rPr lang="en-US" sz="1050" b="1">
                <a:latin typeface="Arial"/>
                <a:ea typeface="Arial"/>
                <a:cs typeface="Arial"/>
                <a:sym typeface="Arial"/>
              </a:rPr>
              <a:t>0 </a:t>
            </a:r>
            <a:r>
              <a:rPr lang="en-US" sz="1050">
                <a:latin typeface="Arial"/>
                <a:ea typeface="Arial"/>
                <a:cs typeface="Arial"/>
                <a:sym typeface="Arial"/>
              </a:rPr>
              <a:t>(or small random values);</a:t>
            </a:r>
            <a:endParaRPr sz="1050">
              <a:latin typeface="Arial"/>
              <a:ea typeface="Arial"/>
              <a:cs typeface="Arial"/>
              <a:sym typeface="Arial"/>
            </a:endParaRPr>
          </a:p>
          <a:p>
            <a:pPr marL="50800" lvl="0" indent="0" algn="l" rtl="0">
              <a:lnSpc>
                <a:spcPct val="100000"/>
              </a:lnSpc>
              <a:spcBef>
                <a:spcPts val="5"/>
              </a:spcBef>
              <a:spcAft>
                <a:spcPts val="0"/>
              </a:spcAft>
              <a:buNone/>
            </a:pPr>
            <a:r>
              <a:rPr lang="en-US" sz="700" b="1">
                <a:latin typeface="Arial"/>
                <a:ea typeface="Arial"/>
                <a:cs typeface="Arial"/>
                <a:sym typeface="Arial"/>
              </a:rPr>
              <a:t>2 </a:t>
            </a:r>
            <a:r>
              <a:rPr lang="en-US" sz="1050" b="1">
                <a:latin typeface="Arial"/>
                <a:ea typeface="Arial"/>
                <a:cs typeface="Arial"/>
                <a:sym typeface="Arial"/>
              </a:rPr>
              <a:t>for </a:t>
            </a:r>
            <a:r>
              <a:rPr lang="en-US" sz="1050" i="1">
                <a:latin typeface="Arial"/>
                <a:ea typeface="Arial"/>
                <a:cs typeface="Arial"/>
                <a:sym typeface="Arial"/>
              </a:rPr>
              <a:t>epoch </a:t>
            </a:r>
            <a:r>
              <a:rPr lang="en-US" sz="1200">
                <a:latin typeface="Tahoma"/>
                <a:ea typeface="Tahoma"/>
                <a:cs typeface="Tahoma"/>
                <a:sym typeface="Tahoma"/>
              </a:rPr>
              <a:t>= </a:t>
            </a:r>
            <a:r>
              <a:rPr lang="en-US" sz="1050">
                <a:latin typeface="Arial"/>
                <a:ea typeface="Arial"/>
                <a:cs typeface="Arial"/>
                <a:sym typeface="Arial"/>
              </a:rPr>
              <a:t>1 </a:t>
            </a:r>
            <a:r>
              <a:rPr lang="en-US" sz="1050" i="1">
                <a:latin typeface="Arial"/>
                <a:ea typeface="Arial"/>
                <a:cs typeface="Arial"/>
                <a:sym typeface="Arial"/>
              </a:rPr>
              <a:t>to T </a:t>
            </a:r>
            <a:r>
              <a:rPr lang="en-US" sz="1050" b="1">
                <a:latin typeface="Arial"/>
                <a:ea typeface="Arial"/>
                <a:cs typeface="Arial"/>
                <a:sym typeface="Arial"/>
              </a:rPr>
              <a:t>do</a:t>
            </a:r>
            <a:endParaRPr sz="1050">
              <a:latin typeface="Arial"/>
              <a:ea typeface="Arial"/>
              <a:cs typeface="Arial"/>
              <a:sym typeface="Arial"/>
            </a:endParaRPr>
          </a:p>
        </p:txBody>
      </p:sp>
      <p:sp>
        <p:nvSpPr>
          <p:cNvPr id="615" name="Google Shape;615;p33"/>
          <p:cNvSpPr/>
          <p:nvPr/>
        </p:nvSpPr>
        <p:spPr>
          <a:xfrm>
            <a:off x="436867" y="1580172"/>
            <a:ext cx="0" cy="1146810"/>
          </a:xfrm>
          <a:custGeom>
            <a:avLst/>
            <a:gdLst/>
            <a:ahLst/>
            <a:cxnLst/>
            <a:rect l="l" t="t" r="r" b="b"/>
            <a:pathLst>
              <a:path w="120000" h="1146810" extrusionOk="0">
                <a:moveTo>
                  <a:pt x="0" y="1146505"/>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6" name="Google Shape;616;p33"/>
          <p:cNvSpPr txBox="1"/>
          <p:nvPr/>
        </p:nvSpPr>
        <p:spPr>
          <a:xfrm>
            <a:off x="549960" y="1527569"/>
            <a:ext cx="2263140" cy="422909"/>
          </a:xfrm>
          <a:prstGeom prst="rect">
            <a:avLst/>
          </a:prstGeom>
          <a:noFill/>
          <a:ln>
            <a:noFill/>
          </a:ln>
        </p:spPr>
        <p:txBody>
          <a:bodyPr spcFirstLastPara="1" wrap="square" lIns="0" tIns="28575"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Shuffle dataset </a:t>
            </a:r>
            <a:r>
              <a:rPr lang="en-US" sz="1200">
                <a:latin typeface="Lucida Sans"/>
                <a:ea typeface="Lucida Sans"/>
                <a:cs typeface="Lucida Sans"/>
                <a:sym typeface="Lucida Sans"/>
              </a:rPr>
              <a:t>D</a:t>
            </a:r>
            <a:r>
              <a:rPr lang="en-US" sz="1050">
                <a:latin typeface="Arial"/>
                <a:ea typeface="Arial"/>
                <a:cs typeface="Arial"/>
                <a:sym typeface="Arial"/>
              </a:rPr>
              <a:t>;</a:t>
            </a:r>
            <a:endParaRPr sz="1050">
              <a:latin typeface="Arial"/>
              <a:ea typeface="Arial"/>
              <a:cs typeface="Arial"/>
              <a:sym typeface="Arial"/>
            </a:endParaRPr>
          </a:p>
          <a:p>
            <a:pPr marL="38100" lvl="0" indent="0" algn="l" rtl="0">
              <a:lnSpc>
                <a:spcPct val="100000"/>
              </a:lnSpc>
              <a:spcBef>
                <a:spcPts val="125"/>
              </a:spcBef>
              <a:spcAft>
                <a:spcPts val="0"/>
              </a:spcAft>
              <a:buNone/>
            </a:pPr>
            <a:r>
              <a:rPr lang="en-US" sz="1050" b="1">
                <a:latin typeface="Arial"/>
                <a:ea typeface="Arial"/>
                <a:cs typeface="Arial"/>
                <a:sym typeface="Arial"/>
              </a:rPr>
              <a:t>for </a:t>
            </a:r>
            <a:r>
              <a:rPr lang="en-US" sz="1050" i="1">
                <a:latin typeface="Arial"/>
                <a:ea typeface="Arial"/>
                <a:cs typeface="Arial"/>
                <a:sym typeface="Arial"/>
              </a:rPr>
              <a:t>each example </a:t>
            </a:r>
            <a:r>
              <a:rPr lang="en-US" sz="1200">
                <a:latin typeface="Tahoma"/>
                <a:ea typeface="Tahoma"/>
                <a:cs typeface="Tahoma"/>
                <a:sym typeface="Tahoma"/>
              </a:rPr>
              <a:t>(</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i="1">
                <a:latin typeface="Bookman Old Style"/>
                <a:ea typeface="Bookman Old Style"/>
                <a:cs typeface="Bookman Old Style"/>
                <a:sym typeface="Bookman Old Style"/>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 </a:t>
            </a:r>
            <a:r>
              <a:rPr lang="en-US" sz="1050" i="1">
                <a:latin typeface="Arial"/>
                <a:ea typeface="Arial"/>
                <a:cs typeface="Arial"/>
                <a:sym typeface="Arial"/>
              </a:rPr>
              <a:t>in </a:t>
            </a:r>
            <a:r>
              <a:rPr lang="en-US" sz="1200">
                <a:latin typeface="Lucida Sans"/>
                <a:ea typeface="Lucida Sans"/>
                <a:cs typeface="Lucida Sans"/>
                <a:sym typeface="Lucida Sans"/>
              </a:rPr>
              <a:t>D </a:t>
            </a:r>
            <a:r>
              <a:rPr lang="en-US" sz="1050" b="1">
                <a:latin typeface="Arial"/>
                <a:ea typeface="Arial"/>
                <a:cs typeface="Arial"/>
                <a:sym typeface="Arial"/>
              </a:rPr>
              <a:t>do</a:t>
            </a:r>
            <a:endParaRPr sz="1050">
              <a:latin typeface="Arial"/>
              <a:ea typeface="Arial"/>
              <a:cs typeface="Arial"/>
              <a:sym typeface="Arial"/>
            </a:endParaRPr>
          </a:p>
        </p:txBody>
      </p:sp>
      <p:sp>
        <p:nvSpPr>
          <p:cNvPr id="617" name="Google Shape;617;p33"/>
          <p:cNvSpPr/>
          <p:nvPr/>
        </p:nvSpPr>
        <p:spPr>
          <a:xfrm>
            <a:off x="664921" y="1962340"/>
            <a:ext cx="0" cy="568325"/>
          </a:xfrm>
          <a:custGeom>
            <a:avLst/>
            <a:gdLst/>
            <a:ahLst/>
            <a:cxnLst/>
            <a:rect l="l" t="t" r="r" b="b"/>
            <a:pathLst>
              <a:path w="120000" h="568325" extrusionOk="0">
                <a:moveTo>
                  <a:pt x="0" y="568223"/>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18" name="Google Shape;618;p33"/>
          <p:cNvSpPr txBox="1"/>
          <p:nvPr/>
        </p:nvSpPr>
        <p:spPr>
          <a:xfrm>
            <a:off x="778014" y="1928835"/>
            <a:ext cx="2364740"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Compute prediction: </a:t>
            </a:r>
            <a:r>
              <a:rPr lang="en-US" sz="1050" i="1">
                <a:latin typeface="Arial"/>
                <a:ea typeface="Arial"/>
                <a:cs typeface="Arial"/>
                <a:sym typeface="Arial"/>
              </a:rPr>
              <a:t>y</a:t>
            </a:r>
            <a:r>
              <a:rPr lang="en-US" sz="1800" baseline="30000">
                <a:latin typeface="Tahoma"/>
                <a:ea typeface="Tahoma"/>
                <a:cs typeface="Tahoma"/>
                <a:sym typeface="Tahoma"/>
              </a:rPr>
              <a:t>ˆ</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 </a:t>
            </a:r>
            <a:r>
              <a:rPr lang="en-US" sz="1200">
                <a:latin typeface="Tahoma"/>
                <a:ea typeface="Tahoma"/>
                <a:cs typeface="Tahoma"/>
                <a:sym typeface="Tahoma"/>
              </a:rPr>
              <a:t>= </a:t>
            </a:r>
            <a:r>
              <a:rPr lang="en-US" sz="1200" i="1">
                <a:latin typeface="Bookman Old Style"/>
                <a:ea typeface="Bookman Old Style"/>
                <a:cs typeface="Bookman Old Style"/>
                <a:sym typeface="Bookman Old Style"/>
              </a:rPr>
              <a:t>σ</a:t>
            </a:r>
            <a:r>
              <a:rPr lang="en-US" sz="1200">
                <a:latin typeface="Tahoma"/>
                <a:ea typeface="Tahoma"/>
                <a:cs typeface="Tahoma"/>
                <a:sym typeface="Tahoma"/>
              </a:rPr>
              <a:t>(</a:t>
            </a:r>
            <a:r>
              <a:rPr lang="en-US" sz="1050" b="1">
                <a:latin typeface="Arial"/>
                <a:ea typeface="Arial"/>
                <a:cs typeface="Arial"/>
                <a:sym typeface="Arial"/>
              </a:rPr>
              <a:t>w</a:t>
            </a:r>
            <a:r>
              <a:rPr lang="en-US" sz="1050" i="1" baseline="30000">
                <a:latin typeface="Arial"/>
                <a:ea typeface="Arial"/>
                <a:cs typeface="Arial"/>
                <a:sym typeface="Arial"/>
              </a:rPr>
              <a:t>T </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r>
              <a:rPr lang="en-US" sz="1050">
                <a:latin typeface="Arial"/>
                <a:ea typeface="Arial"/>
                <a:cs typeface="Arial"/>
                <a:sym typeface="Arial"/>
              </a:rPr>
              <a:t>;</a:t>
            </a:r>
            <a:endParaRPr sz="1050">
              <a:latin typeface="Arial"/>
              <a:ea typeface="Arial"/>
              <a:cs typeface="Arial"/>
              <a:sym typeface="Arial"/>
            </a:endParaRPr>
          </a:p>
        </p:txBody>
      </p:sp>
      <p:sp>
        <p:nvSpPr>
          <p:cNvPr id="619" name="Google Shape;619;p33"/>
          <p:cNvSpPr txBox="1"/>
          <p:nvPr/>
        </p:nvSpPr>
        <p:spPr>
          <a:xfrm>
            <a:off x="778014" y="2127539"/>
            <a:ext cx="2566670" cy="391160"/>
          </a:xfrm>
          <a:prstGeom prst="rect">
            <a:avLst/>
          </a:prstGeom>
          <a:noFill/>
          <a:ln>
            <a:noFill/>
          </a:ln>
        </p:spPr>
        <p:txBody>
          <a:bodyPr spcFirstLastPara="1" wrap="square" lIns="0" tIns="12050" rIns="0" bIns="0" anchor="t" anchorCtr="0">
            <a:spAutoFit/>
          </a:bodyPr>
          <a:lstStyle/>
          <a:p>
            <a:pPr marL="38100" marR="30480" lvl="0" indent="0" algn="l" rtl="0">
              <a:lnSpc>
                <a:spcPct val="100000"/>
              </a:lnSpc>
              <a:spcBef>
                <a:spcPts val="0"/>
              </a:spcBef>
              <a:spcAft>
                <a:spcPts val="0"/>
              </a:spcAft>
              <a:buNone/>
            </a:pPr>
            <a:r>
              <a:rPr lang="en-US" sz="1050">
                <a:latin typeface="Arial"/>
                <a:ea typeface="Arial"/>
                <a:cs typeface="Arial"/>
                <a:sym typeface="Arial"/>
              </a:rPr>
              <a:t>Compute gradient: </a:t>
            </a:r>
            <a:r>
              <a:rPr lang="en-US" sz="1200">
                <a:latin typeface="Lucida Sans"/>
                <a:ea typeface="Lucida Sans"/>
                <a:cs typeface="Lucida Sans"/>
                <a:sym typeface="Lucida Sans"/>
              </a:rPr>
              <a:t>∇</a:t>
            </a:r>
            <a:r>
              <a:rPr lang="en-US" sz="1200" i="1">
                <a:latin typeface="Bookman Old Style"/>
                <a:ea typeface="Bookman Old Style"/>
                <a:cs typeface="Bookman Old Style"/>
                <a:sym typeface="Bookman Old Style"/>
              </a:rPr>
              <a:t>l </a:t>
            </a:r>
            <a:r>
              <a:rPr lang="en-US" sz="1200">
                <a:latin typeface="Tahoma"/>
                <a:ea typeface="Tahoma"/>
                <a:cs typeface="Tahoma"/>
                <a:sym typeface="Tahoma"/>
              </a:rPr>
              <a:t>= (</a:t>
            </a:r>
            <a:r>
              <a:rPr lang="en-US" sz="1050" i="1">
                <a:latin typeface="Arial"/>
                <a:ea typeface="Arial"/>
                <a:cs typeface="Arial"/>
                <a:sym typeface="Arial"/>
              </a:rPr>
              <a:t>y</a:t>
            </a:r>
            <a:r>
              <a:rPr lang="en-US" sz="1800" baseline="30000">
                <a:latin typeface="Tahoma"/>
                <a:ea typeface="Tahoma"/>
                <a:cs typeface="Tahoma"/>
                <a:sym typeface="Tahoma"/>
              </a:rPr>
              <a:t>ˆ</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 </a:t>
            </a:r>
            <a:r>
              <a:rPr lang="en-US" sz="1200">
                <a:latin typeface="Lucida Sans"/>
                <a:ea typeface="Lucida Sans"/>
                <a:cs typeface="Lucida Sans"/>
                <a:sym typeface="Lucida Sans"/>
              </a:rPr>
              <a:t>− </a:t>
            </a:r>
            <a:r>
              <a:rPr lang="en-US" sz="1050" i="1">
                <a:latin typeface="Arial"/>
                <a:ea typeface="Arial"/>
                <a:cs typeface="Arial"/>
                <a:sym typeface="Arial"/>
              </a:rPr>
              <a:t>y </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200">
                <a:latin typeface="Tahoma"/>
                <a:ea typeface="Tahoma"/>
                <a:cs typeface="Tahoma"/>
                <a:sym typeface="Tahoma"/>
              </a:rPr>
              <a:t>)</a:t>
            </a:r>
            <a:r>
              <a:rPr lang="en-US" sz="1050" b="1">
                <a:latin typeface="Arial"/>
                <a:ea typeface="Arial"/>
                <a:cs typeface="Arial"/>
                <a:sym typeface="Arial"/>
              </a:rPr>
              <a:t>x</a:t>
            </a:r>
            <a:r>
              <a:rPr lang="en-US" sz="1200" baseline="30000">
                <a:latin typeface="Lucida Sans"/>
                <a:ea typeface="Lucida Sans"/>
                <a:cs typeface="Lucida Sans"/>
                <a:sym typeface="Lucida Sans"/>
              </a:rPr>
              <a:t>(</a:t>
            </a:r>
            <a:r>
              <a:rPr lang="en-US" sz="1050" i="1" baseline="30000">
                <a:latin typeface="Arial"/>
                <a:ea typeface="Arial"/>
                <a:cs typeface="Arial"/>
                <a:sym typeface="Arial"/>
              </a:rPr>
              <a:t>i</a:t>
            </a:r>
            <a:r>
              <a:rPr lang="en-US" sz="1200" baseline="30000">
                <a:latin typeface="Lucida Sans"/>
                <a:ea typeface="Lucida Sans"/>
                <a:cs typeface="Lucida Sans"/>
                <a:sym typeface="Lucida Sans"/>
              </a:rPr>
              <a:t>)</a:t>
            </a:r>
            <a:r>
              <a:rPr lang="en-US" sz="1050">
                <a:latin typeface="Arial"/>
                <a:ea typeface="Arial"/>
                <a:cs typeface="Arial"/>
                <a:sym typeface="Arial"/>
              </a:rPr>
              <a:t>; Update weights: </a:t>
            </a:r>
            <a:r>
              <a:rPr lang="en-US" sz="1050" b="1">
                <a:latin typeface="Arial"/>
                <a:ea typeface="Arial"/>
                <a:cs typeface="Arial"/>
                <a:sym typeface="Arial"/>
              </a:rPr>
              <a:t>w </a:t>
            </a:r>
            <a:r>
              <a:rPr lang="en-US" sz="1200">
                <a:latin typeface="Lucida Sans"/>
                <a:ea typeface="Lucida Sans"/>
                <a:cs typeface="Lucida Sans"/>
                <a:sym typeface="Lucida Sans"/>
              </a:rPr>
              <a:t>← </a:t>
            </a:r>
            <a:r>
              <a:rPr lang="en-US" sz="1050" b="1">
                <a:latin typeface="Arial"/>
                <a:ea typeface="Arial"/>
                <a:cs typeface="Arial"/>
                <a:sym typeface="Arial"/>
              </a:rPr>
              <a:t>w </a:t>
            </a:r>
            <a:r>
              <a:rPr lang="en-US" sz="1200">
                <a:latin typeface="Lucida Sans"/>
                <a:ea typeface="Lucida Sans"/>
                <a:cs typeface="Lucida Sans"/>
                <a:sym typeface="Lucida Sans"/>
              </a:rPr>
              <a:t>− </a:t>
            </a:r>
            <a:r>
              <a:rPr lang="en-US" sz="1200" i="1">
                <a:latin typeface="Bookman Old Style"/>
                <a:ea typeface="Bookman Old Style"/>
                <a:cs typeface="Bookman Old Style"/>
                <a:sym typeface="Bookman Old Style"/>
              </a:rPr>
              <a:t>η</a:t>
            </a:r>
            <a:r>
              <a:rPr lang="en-US" sz="1200">
                <a:latin typeface="Lucida Sans"/>
                <a:ea typeface="Lucida Sans"/>
                <a:cs typeface="Lucida Sans"/>
                <a:sym typeface="Lucida Sans"/>
              </a:rPr>
              <a:t>∇</a:t>
            </a:r>
            <a:r>
              <a:rPr lang="en-US" sz="1200" i="1">
                <a:latin typeface="Bookman Old Style"/>
                <a:ea typeface="Bookman Old Style"/>
                <a:cs typeface="Bookman Old Style"/>
                <a:sym typeface="Bookman Old Style"/>
              </a:rPr>
              <a:t>l</a:t>
            </a:r>
            <a:r>
              <a:rPr lang="en-US" sz="1050">
                <a:latin typeface="Arial"/>
                <a:ea typeface="Arial"/>
                <a:cs typeface="Arial"/>
                <a:sym typeface="Arial"/>
              </a:rPr>
              <a:t>;</a:t>
            </a:r>
            <a:endParaRPr sz="1050">
              <a:latin typeface="Arial"/>
              <a:ea typeface="Arial"/>
              <a:cs typeface="Arial"/>
              <a:sym typeface="Arial"/>
            </a:endParaRPr>
          </a:p>
        </p:txBody>
      </p:sp>
      <p:sp>
        <p:nvSpPr>
          <p:cNvPr id="620" name="Google Shape;620;p33"/>
          <p:cNvSpPr txBox="1"/>
          <p:nvPr/>
        </p:nvSpPr>
        <p:spPr>
          <a:xfrm>
            <a:off x="227380" y="1604808"/>
            <a:ext cx="81280" cy="109791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b="1">
                <a:latin typeface="Arial"/>
                <a:ea typeface="Arial"/>
                <a:cs typeface="Arial"/>
                <a:sym typeface="Arial"/>
              </a:rPr>
              <a:t>3</a:t>
            </a:r>
            <a:endParaRPr sz="700">
              <a:latin typeface="Arial"/>
              <a:ea typeface="Arial"/>
              <a:cs typeface="Arial"/>
              <a:sym typeface="Arial"/>
            </a:endParaRPr>
          </a:p>
          <a:p>
            <a:pPr marL="12700" lvl="0" indent="0" algn="l" rtl="0">
              <a:lnSpc>
                <a:spcPct val="100000"/>
              </a:lnSpc>
              <a:spcBef>
                <a:spcPts val="725"/>
              </a:spcBef>
              <a:spcAft>
                <a:spcPts val="0"/>
              </a:spcAft>
              <a:buNone/>
            </a:pPr>
            <a:r>
              <a:rPr lang="en-US" sz="700" b="1">
                <a:latin typeface="Arial"/>
                <a:ea typeface="Arial"/>
                <a:cs typeface="Arial"/>
                <a:sym typeface="Arial"/>
              </a:rPr>
              <a:t>4</a:t>
            </a:r>
            <a:endParaRPr sz="700">
              <a:latin typeface="Arial"/>
              <a:ea typeface="Arial"/>
              <a:cs typeface="Arial"/>
              <a:sym typeface="Arial"/>
            </a:endParaRPr>
          </a:p>
          <a:p>
            <a:pPr marL="17145" lvl="0" indent="0" algn="l" rtl="0">
              <a:lnSpc>
                <a:spcPct val="100000"/>
              </a:lnSpc>
              <a:spcBef>
                <a:spcPts val="625"/>
              </a:spcBef>
              <a:spcAft>
                <a:spcPts val="0"/>
              </a:spcAft>
              <a:buNone/>
            </a:pPr>
            <a:r>
              <a:rPr lang="en-US" sz="700" b="1">
                <a:latin typeface="Arial"/>
                <a:ea typeface="Arial"/>
                <a:cs typeface="Arial"/>
                <a:sym typeface="Arial"/>
              </a:rPr>
              <a:t>5</a:t>
            </a:r>
            <a:endParaRPr sz="700">
              <a:latin typeface="Arial"/>
              <a:ea typeface="Arial"/>
              <a:cs typeface="Arial"/>
              <a:sym typeface="Arial"/>
            </a:endParaRPr>
          </a:p>
          <a:p>
            <a:pPr marL="17145" lvl="0" indent="0" algn="l" rtl="0">
              <a:lnSpc>
                <a:spcPct val="100000"/>
              </a:lnSpc>
              <a:spcBef>
                <a:spcPts val="725"/>
              </a:spcBef>
              <a:spcAft>
                <a:spcPts val="0"/>
              </a:spcAft>
              <a:buNone/>
            </a:pPr>
            <a:r>
              <a:rPr lang="en-US" sz="700" b="1">
                <a:latin typeface="Arial"/>
                <a:ea typeface="Arial"/>
                <a:cs typeface="Arial"/>
                <a:sym typeface="Arial"/>
              </a:rPr>
              <a:t>6</a:t>
            </a:r>
            <a:endParaRPr sz="700">
              <a:latin typeface="Arial"/>
              <a:ea typeface="Arial"/>
              <a:cs typeface="Arial"/>
              <a:sym typeface="Arial"/>
            </a:endParaRPr>
          </a:p>
          <a:p>
            <a:pPr marL="17145" lvl="0" indent="0" algn="l" rtl="0">
              <a:lnSpc>
                <a:spcPct val="100000"/>
              </a:lnSpc>
              <a:spcBef>
                <a:spcPts val="605"/>
              </a:spcBef>
              <a:spcAft>
                <a:spcPts val="0"/>
              </a:spcAft>
              <a:buNone/>
            </a:pPr>
            <a:r>
              <a:rPr lang="en-US" sz="700" b="1">
                <a:latin typeface="Arial"/>
                <a:ea typeface="Arial"/>
                <a:cs typeface="Arial"/>
                <a:sym typeface="Arial"/>
              </a:rPr>
              <a:t>7</a:t>
            </a:r>
            <a:endParaRPr sz="700">
              <a:latin typeface="Arial"/>
              <a:ea typeface="Arial"/>
              <a:cs typeface="Arial"/>
              <a:sym typeface="Arial"/>
            </a:endParaRPr>
          </a:p>
          <a:p>
            <a:pPr marL="12700" lvl="0" indent="0" algn="l" rtl="0">
              <a:lnSpc>
                <a:spcPct val="100000"/>
              </a:lnSpc>
              <a:spcBef>
                <a:spcPts val="705"/>
              </a:spcBef>
              <a:spcAft>
                <a:spcPts val="0"/>
              </a:spcAft>
              <a:buNone/>
            </a:pPr>
            <a:r>
              <a:rPr lang="en-US" sz="700" b="1">
                <a:latin typeface="Arial"/>
                <a:ea typeface="Arial"/>
                <a:cs typeface="Arial"/>
                <a:sym typeface="Arial"/>
              </a:rPr>
              <a:t>8</a:t>
            </a:r>
            <a:endParaRPr sz="700">
              <a:latin typeface="Arial"/>
              <a:ea typeface="Arial"/>
              <a:cs typeface="Arial"/>
              <a:sym typeface="Arial"/>
            </a:endParaRPr>
          </a:p>
        </p:txBody>
      </p:sp>
      <p:sp>
        <p:nvSpPr>
          <p:cNvPr id="621" name="Google Shape;621;p33"/>
          <p:cNvSpPr txBox="1"/>
          <p:nvPr/>
        </p:nvSpPr>
        <p:spPr>
          <a:xfrm>
            <a:off x="575360" y="2507117"/>
            <a:ext cx="300736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Optional: Compute total loss J</a:t>
            </a:r>
            <a:r>
              <a:rPr lang="en-US" sz="1200">
                <a:latin typeface="Tahoma"/>
                <a:ea typeface="Tahoma"/>
                <a:cs typeface="Tahoma"/>
                <a:sym typeface="Tahoma"/>
              </a:rPr>
              <a:t>(</a:t>
            </a:r>
            <a:r>
              <a:rPr lang="en-US" sz="1050" b="1">
                <a:latin typeface="Arial"/>
                <a:ea typeface="Arial"/>
                <a:cs typeface="Arial"/>
                <a:sym typeface="Arial"/>
              </a:rPr>
              <a:t>w</a:t>
            </a:r>
            <a:r>
              <a:rPr lang="en-US" sz="1200">
                <a:latin typeface="Tahoma"/>
                <a:ea typeface="Tahoma"/>
                <a:cs typeface="Tahoma"/>
                <a:sym typeface="Tahoma"/>
              </a:rPr>
              <a:t>) </a:t>
            </a:r>
            <a:r>
              <a:rPr lang="en-US" sz="1050" i="1">
                <a:latin typeface="Arial"/>
                <a:ea typeface="Arial"/>
                <a:cs typeface="Arial"/>
                <a:sym typeface="Arial"/>
              </a:rPr>
              <a:t>for monitoring</a:t>
            </a:r>
            <a:r>
              <a:rPr lang="en-US" sz="1050">
                <a:latin typeface="Arial"/>
                <a:ea typeface="Arial"/>
                <a:cs typeface="Arial"/>
                <a:sym typeface="Arial"/>
              </a:rPr>
              <a:t>;</a:t>
            </a:r>
            <a:endParaRPr sz="1050">
              <a:latin typeface="Arial"/>
              <a:ea typeface="Arial"/>
              <a:cs typeface="Arial"/>
              <a:sym typeface="Arial"/>
            </a:endParaRPr>
          </a:p>
        </p:txBody>
      </p:sp>
      <p:sp>
        <p:nvSpPr>
          <p:cNvPr id="622" name="Google Shape;622;p33"/>
          <p:cNvSpPr txBox="1"/>
          <p:nvPr/>
        </p:nvSpPr>
        <p:spPr>
          <a:xfrm>
            <a:off x="222313" y="2718414"/>
            <a:ext cx="72771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700" b="1">
                <a:latin typeface="Arial"/>
                <a:ea typeface="Arial"/>
                <a:cs typeface="Arial"/>
                <a:sym typeface="Arial"/>
              </a:rPr>
              <a:t>9 </a:t>
            </a:r>
            <a:r>
              <a:rPr lang="en-US" sz="1050" b="1">
                <a:latin typeface="Arial"/>
                <a:ea typeface="Arial"/>
                <a:cs typeface="Arial"/>
                <a:sym typeface="Arial"/>
              </a:rPr>
              <a:t>return w</a:t>
            </a:r>
            <a:r>
              <a:rPr lang="en-US" sz="1050">
                <a:latin typeface="Arial"/>
                <a:ea typeface="Arial"/>
                <a:cs typeface="Arial"/>
                <a:sym typeface="Arial"/>
              </a:rPr>
              <a:t>;</a:t>
            </a:r>
            <a:endParaRPr sz="1050">
              <a:latin typeface="Arial"/>
              <a:ea typeface="Arial"/>
              <a:cs typeface="Arial"/>
              <a:sym typeface="Arial"/>
            </a:endParaRPr>
          </a:p>
        </p:txBody>
      </p:sp>
      <p:grpSp>
        <p:nvGrpSpPr>
          <p:cNvPr id="623" name="Google Shape;623;p33"/>
          <p:cNvGrpSpPr/>
          <p:nvPr/>
        </p:nvGrpSpPr>
        <p:grpSpPr>
          <a:xfrm>
            <a:off x="0" y="2953156"/>
            <a:ext cx="5760262" cy="280855"/>
            <a:chOff x="0" y="2953156"/>
            <a:chExt cx="5760262" cy="280855"/>
          </a:xfrm>
        </p:grpSpPr>
        <p:sp>
          <p:nvSpPr>
            <p:cNvPr id="624" name="Google Shape;624;p33"/>
            <p:cNvSpPr/>
            <p:nvPr/>
          </p:nvSpPr>
          <p:spPr>
            <a:xfrm>
              <a:off x="359994" y="2953156"/>
              <a:ext cx="5039995" cy="0"/>
            </a:xfrm>
            <a:custGeom>
              <a:avLst/>
              <a:gdLst/>
              <a:ahLst/>
              <a:cxnLst/>
              <a:rect l="l" t="t" r="r" b="b"/>
              <a:pathLst>
                <a:path w="5039995" h="120000" extrusionOk="0">
                  <a:moveTo>
                    <a:pt x="0" y="0"/>
                  </a:moveTo>
                  <a:lnTo>
                    <a:pt x="5039995"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25" name="Google Shape;625;p3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26" name="Google Shape;626;p3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27" name="Google Shape;627;p3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28" name="Google Shape;628;p3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29" name="Google Shape;629;p3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630" name="Google Shape;630;p33"/>
          <p:cNvSpPr txBox="1">
            <a:spLocks noGrp="1"/>
          </p:cNvSpPr>
          <p:nvPr>
            <p:ph type="sldNum" idx="12"/>
          </p:nvPr>
        </p:nvSpPr>
        <p:spPr>
          <a:xfrm>
            <a:off x="4627903" y="3137675"/>
            <a:ext cx="569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a:t>
            </a:fld>
            <a:r>
              <a:rPr lang="en-US"/>
              <a:t> / 100</a:t>
            </a:r>
            <a:endParaRPr/>
          </a:p>
        </p:txBody>
      </p:sp>
      <p:pic>
        <p:nvPicPr>
          <p:cNvPr id="631" name="Google Shape;631;p33"/>
          <p:cNvPicPr preferRelativeResize="0"/>
          <p:nvPr/>
        </p:nvPicPr>
        <p:blipFill>
          <a:blip r:embed="rId4">
            <a:alphaModFix/>
          </a:blip>
          <a:stretch>
            <a:fillRect/>
          </a:stretch>
        </p:blipFill>
        <p:spPr>
          <a:xfrm>
            <a:off x="0" y="423951"/>
            <a:ext cx="5765801" cy="2687598"/>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A11C5493-F9E7-0127-B2D3-9910E3AF419B}"/>
                  </a:ext>
                </a:extLst>
              </p14:cNvPr>
              <p14:cNvContentPartPr/>
              <p14:nvPr/>
            </p14:nvContentPartPr>
            <p14:xfrm>
              <a:off x="192960" y="357120"/>
              <a:ext cx="5479560" cy="2538720"/>
            </p14:xfrm>
          </p:contentPart>
        </mc:Choice>
        <mc:Fallback>
          <p:pic>
            <p:nvPicPr>
              <p:cNvPr id="2" name="Ink 1">
                <a:extLst>
                  <a:ext uri="{FF2B5EF4-FFF2-40B4-BE49-F238E27FC236}">
                    <a16:creationId xmlns:a16="http://schemas.microsoft.com/office/drawing/2014/main" id="{A11C5493-F9E7-0127-B2D3-9910E3AF419B}"/>
                  </a:ext>
                </a:extLst>
              </p:cNvPr>
              <p:cNvPicPr/>
              <p:nvPr/>
            </p:nvPicPr>
            <p:blipFill>
              <a:blip r:embed="rId6"/>
              <a:stretch>
                <a:fillRect/>
              </a:stretch>
            </p:blipFill>
            <p:spPr>
              <a:xfrm>
                <a:off x="183600" y="347760"/>
                <a:ext cx="5498280" cy="2557440"/>
              </a:xfrm>
              <a:prstGeom prst="rect">
                <a:avLst/>
              </a:prstGeom>
            </p:spPr>
          </p:pic>
        </mc:Fallback>
      </mc:AlternateContent>
    </p:spTree>
  </p:cSld>
  <p:clrMapOvr>
    <a:masterClrMapping/>
  </p:clrMapOvr>
  <p:transition>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3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SGD </a:t>
            </a:r>
            <a:r>
              <a:rPr lang="en-US" cap="small">
                <a:solidFill>
                  <a:srgbClr val="FFFFFF"/>
                </a:solidFill>
              </a:rPr>
              <a:t>vs</a:t>
            </a:r>
            <a:r>
              <a:rPr lang="en-US">
                <a:solidFill>
                  <a:srgbClr val="FFFFFF"/>
                </a:solidFill>
              </a:rPr>
              <a:t> B</a:t>
            </a:r>
            <a:r>
              <a:rPr lang="en-US" cap="small">
                <a:solidFill>
                  <a:srgbClr val="FFFFFF"/>
                </a:solidFill>
              </a:rPr>
              <a:t>atch</a:t>
            </a:r>
            <a:r>
              <a:rPr lang="en-US">
                <a:solidFill>
                  <a:srgbClr val="FFFFFF"/>
                </a:solidFill>
              </a:rPr>
              <a:t> GD: V</a:t>
            </a:r>
            <a:r>
              <a:rPr lang="en-US" cap="small">
                <a:solidFill>
                  <a:srgbClr val="FFFFFF"/>
                </a:solidFill>
              </a:rPr>
              <a:t>isual</a:t>
            </a:r>
            <a:r>
              <a:rPr lang="en-US">
                <a:solidFill>
                  <a:srgbClr val="FFFFFF"/>
                </a:solidFill>
              </a:rPr>
              <a:t> C</a:t>
            </a:r>
            <a:r>
              <a:rPr lang="en-US" cap="small">
                <a:solidFill>
                  <a:srgbClr val="FFFFFF"/>
                </a:solidFill>
              </a:rPr>
              <a:t>omparison</a:t>
            </a:r>
            <a:endParaRPr/>
          </a:p>
        </p:txBody>
      </p:sp>
      <p:grpSp>
        <p:nvGrpSpPr>
          <p:cNvPr id="637" name="Google Shape;637;p34"/>
          <p:cNvGrpSpPr/>
          <p:nvPr/>
        </p:nvGrpSpPr>
        <p:grpSpPr>
          <a:xfrm>
            <a:off x="896633" y="1088695"/>
            <a:ext cx="1620520" cy="1620520"/>
            <a:chOff x="896633" y="1088695"/>
            <a:chExt cx="1620520" cy="1620520"/>
          </a:xfrm>
        </p:grpSpPr>
        <p:sp>
          <p:nvSpPr>
            <p:cNvPr id="638" name="Google Shape;638;p34"/>
            <p:cNvSpPr/>
            <p:nvPr/>
          </p:nvSpPr>
          <p:spPr>
            <a:xfrm>
              <a:off x="896633" y="1088695"/>
              <a:ext cx="1620520" cy="1620520"/>
            </a:xfrm>
            <a:custGeom>
              <a:avLst/>
              <a:gdLst/>
              <a:ahLst/>
              <a:cxnLst/>
              <a:rect l="l" t="t" r="r" b="b"/>
              <a:pathLst>
                <a:path w="1620520" h="1620520" extrusionOk="0">
                  <a:moveTo>
                    <a:pt x="972005" y="810004"/>
                  </a:moveTo>
                  <a:lnTo>
                    <a:pt x="966219" y="766938"/>
                  </a:lnTo>
                  <a:lnTo>
                    <a:pt x="949888" y="728239"/>
                  </a:lnTo>
                  <a:lnTo>
                    <a:pt x="924557" y="695452"/>
                  </a:lnTo>
                  <a:lnTo>
                    <a:pt x="891770" y="670121"/>
                  </a:lnTo>
                  <a:lnTo>
                    <a:pt x="853071" y="653790"/>
                  </a:lnTo>
                  <a:lnTo>
                    <a:pt x="810004" y="648003"/>
                  </a:lnTo>
                  <a:lnTo>
                    <a:pt x="766938" y="653790"/>
                  </a:lnTo>
                  <a:lnTo>
                    <a:pt x="728239" y="670121"/>
                  </a:lnTo>
                  <a:lnTo>
                    <a:pt x="695452" y="695452"/>
                  </a:lnTo>
                  <a:lnTo>
                    <a:pt x="670121" y="728239"/>
                  </a:lnTo>
                  <a:lnTo>
                    <a:pt x="653790" y="766938"/>
                  </a:lnTo>
                  <a:lnTo>
                    <a:pt x="648003" y="810004"/>
                  </a:lnTo>
                  <a:lnTo>
                    <a:pt x="653790" y="853071"/>
                  </a:lnTo>
                  <a:lnTo>
                    <a:pt x="670121" y="891770"/>
                  </a:lnTo>
                  <a:lnTo>
                    <a:pt x="695452" y="924557"/>
                  </a:lnTo>
                  <a:lnTo>
                    <a:pt x="728239" y="949888"/>
                  </a:lnTo>
                  <a:lnTo>
                    <a:pt x="766938" y="966219"/>
                  </a:lnTo>
                  <a:lnTo>
                    <a:pt x="810004" y="972005"/>
                  </a:lnTo>
                  <a:lnTo>
                    <a:pt x="853071" y="966219"/>
                  </a:lnTo>
                  <a:lnTo>
                    <a:pt x="891770" y="949888"/>
                  </a:lnTo>
                  <a:lnTo>
                    <a:pt x="924557" y="924557"/>
                  </a:lnTo>
                  <a:lnTo>
                    <a:pt x="949888" y="891770"/>
                  </a:lnTo>
                  <a:lnTo>
                    <a:pt x="966219" y="853071"/>
                  </a:lnTo>
                  <a:lnTo>
                    <a:pt x="972005" y="810004"/>
                  </a:lnTo>
                  <a:close/>
                </a:path>
                <a:path w="1620520" h="1620520" extrusionOk="0">
                  <a:moveTo>
                    <a:pt x="1134005" y="810004"/>
                  </a:moveTo>
                  <a:lnTo>
                    <a:pt x="1130492" y="762125"/>
                  </a:lnTo>
                  <a:lnTo>
                    <a:pt x="1120288" y="716428"/>
                  </a:lnTo>
                  <a:lnTo>
                    <a:pt x="1103892" y="673413"/>
                  </a:lnTo>
                  <a:lnTo>
                    <a:pt x="1081807" y="633581"/>
                  </a:lnTo>
                  <a:lnTo>
                    <a:pt x="1054534" y="597435"/>
                  </a:lnTo>
                  <a:lnTo>
                    <a:pt x="1022574" y="565474"/>
                  </a:lnTo>
                  <a:lnTo>
                    <a:pt x="986427" y="538201"/>
                  </a:lnTo>
                  <a:lnTo>
                    <a:pt x="946596" y="516116"/>
                  </a:lnTo>
                  <a:lnTo>
                    <a:pt x="903581" y="499721"/>
                  </a:lnTo>
                  <a:lnTo>
                    <a:pt x="857883" y="489516"/>
                  </a:lnTo>
                  <a:lnTo>
                    <a:pt x="810004" y="486003"/>
                  </a:lnTo>
                  <a:lnTo>
                    <a:pt x="762125" y="489516"/>
                  </a:lnTo>
                  <a:lnTo>
                    <a:pt x="716428" y="499721"/>
                  </a:lnTo>
                  <a:lnTo>
                    <a:pt x="673413" y="516116"/>
                  </a:lnTo>
                  <a:lnTo>
                    <a:pt x="633581" y="538201"/>
                  </a:lnTo>
                  <a:lnTo>
                    <a:pt x="597435" y="565474"/>
                  </a:lnTo>
                  <a:lnTo>
                    <a:pt x="565474" y="597435"/>
                  </a:lnTo>
                  <a:lnTo>
                    <a:pt x="538201" y="633581"/>
                  </a:lnTo>
                  <a:lnTo>
                    <a:pt x="516116" y="673413"/>
                  </a:lnTo>
                  <a:lnTo>
                    <a:pt x="499721" y="716428"/>
                  </a:lnTo>
                  <a:lnTo>
                    <a:pt x="489516" y="762125"/>
                  </a:lnTo>
                  <a:lnTo>
                    <a:pt x="486003" y="810004"/>
                  </a:lnTo>
                  <a:lnTo>
                    <a:pt x="489516" y="857883"/>
                  </a:lnTo>
                  <a:lnTo>
                    <a:pt x="499721" y="903581"/>
                  </a:lnTo>
                  <a:lnTo>
                    <a:pt x="516116" y="946596"/>
                  </a:lnTo>
                  <a:lnTo>
                    <a:pt x="538201" y="986427"/>
                  </a:lnTo>
                  <a:lnTo>
                    <a:pt x="565474" y="1022574"/>
                  </a:lnTo>
                  <a:lnTo>
                    <a:pt x="597435" y="1054534"/>
                  </a:lnTo>
                  <a:lnTo>
                    <a:pt x="633581" y="1081807"/>
                  </a:lnTo>
                  <a:lnTo>
                    <a:pt x="673413" y="1103892"/>
                  </a:lnTo>
                  <a:lnTo>
                    <a:pt x="716428" y="1120288"/>
                  </a:lnTo>
                  <a:lnTo>
                    <a:pt x="762125" y="1130492"/>
                  </a:lnTo>
                  <a:lnTo>
                    <a:pt x="810004" y="1134005"/>
                  </a:lnTo>
                  <a:lnTo>
                    <a:pt x="857883" y="1130492"/>
                  </a:lnTo>
                  <a:lnTo>
                    <a:pt x="903581" y="1120288"/>
                  </a:lnTo>
                  <a:lnTo>
                    <a:pt x="946596" y="1103892"/>
                  </a:lnTo>
                  <a:lnTo>
                    <a:pt x="986427" y="1081807"/>
                  </a:lnTo>
                  <a:lnTo>
                    <a:pt x="1022574" y="1054534"/>
                  </a:lnTo>
                  <a:lnTo>
                    <a:pt x="1054534" y="1022574"/>
                  </a:lnTo>
                  <a:lnTo>
                    <a:pt x="1081807" y="986427"/>
                  </a:lnTo>
                  <a:lnTo>
                    <a:pt x="1103892" y="946596"/>
                  </a:lnTo>
                  <a:lnTo>
                    <a:pt x="1120288" y="903581"/>
                  </a:lnTo>
                  <a:lnTo>
                    <a:pt x="1130492" y="857883"/>
                  </a:lnTo>
                  <a:lnTo>
                    <a:pt x="1134005" y="810004"/>
                  </a:lnTo>
                  <a:close/>
                </a:path>
                <a:path w="1620520" h="1620520" extrusionOk="0">
                  <a:moveTo>
                    <a:pt x="1296007" y="810004"/>
                  </a:moveTo>
                  <a:lnTo>
                    <a:pt x="1293782" y="763199"/>
                  </a:lnTo>
                  <a:lnTo>
                    <a:pt x="1287243" y="717652"/>
                  </a:lnTo>
                  <a:lnTo>
                    <a:pt x="1276595" y="673567"/>
                  </a:lnTo>
                  <a:lnTo>
                    <a:pt x="1262040" y="631149"/>
                  </a:lnTo>
                  <a:lnTo>
                    <a:pt x="1243782" y="590601"/>
                  </a:lnTo>
                  <a:lnTo>
                    <a:pt x="1222025" y="552126"/>
                  </a:lnTo>
                  <a:lnTo>
                    <a:pt x="1196973" y="515929"/>
                  </a:lnTo>
                  <a:lnTo>
                    <a:pt x="1168829" y="482212"/>
                  </a:lnTo>
                  <a:lnTo>
                    <a:pt x="1137796" y="451180"/>
                  </a:lnTo>
                  <a:lnTo>
                    <a:pt x="1104080" y="423036"/>
                  </a:lnTo>
                  <a:lnTo>
                    <a:pt x="1067882" y="397983"/>
                  </a:lnTo>
                  <a:lnTo>
                    <a:pt x="1029407" y="376226"/>
                  </a:lnTo>
                  <a:lnTo>
                    <a:pt x="988859" y="357969"/>
                  </a:lnTo>
                  <a:lnTo>
                    <a:pt x="946441" y="343414"/>
                  </a:lnTo>
                  <a:lnTo>
                    <a:pt x="902357" y="332765"/>
                  </a:lnTo>
                  <a:lnTo>
                    <a:pt x="856810" y="326227"/>
                  </a:lnTo>
                  <a:lnTo>
                    <a:pt x="810004" y="324002"/>
                  </a:lnTo>
                  <a:lnTo>
                    <a:pt x="763199" y="326227"/>
                  </a:lnTo>
                  <a:lnTo>
                    <a:pt x="717652" y="332765"/>
                  </a:lnTo>
                  <a:lnTo>
                    <a:pt x="673567" y="343414"/>
                  </a:lnTo>
                  <a:lnTo>
                    <a:pt x="631149" y="357969"/>
                  </a:lnTo>
                  <a:lnTo>
                    <a:pt x="590601" y="376226"/>
                  </a:lnTo>
                  <a:lnTo>
                    <a:pt x="552126" y="397983"/>
                  </a:lnTo>
                  <a:lnTo>
                    <a:pt x="515929" y="423036"/>
                  </a:lnTo>
                  <a:lnTo>
                    <a:pt x="482212" y="451180"/>
                  </a:lnTo>
                  <a:lnTo>
                    <a:pt x="451180" y="482212"/>
                  </a:lnTo>
                  <a:lnTo>
                    <a:pt x="423036" y="515929"/>
                  </a:lnTo>
                  <a:lnTo>
                    <a:pt x="397983" y="552126"/>
                  </a:lnTo>
                  <a:lnTo>
                    <a:pt x="376226" y="590601"/>
                  </a:lnTo>
                  <a:lnTo>
                    <a:pt x="357969" y="631149"/>
                  </a:lnTo>
                  <a:lnTo>
                    <a:pt x="343414" y="673567"/>
                  </a:lnTo>
                  <a:lnTo>
                    <a:pt x="332765" y="717652"/>
                  </a:lnTo>
                  <a:lnTo>
                    <a:pt x="326227" y="763199"/>
                  </a:lnTo>
                  <a:lnTo>
                    <a:pt x="324002" y="810004"/>
                  </a:lnTo>
                  <a:lnTo>
                    <a:pt x="326227" y="856810"/>
                  </a:lnTo>
                  <a:lnTo>
                    <a:pt x="332765" y="902357"/>
                  </a:lnTo>
                  <a:lnTo>
                    <a:pt x="343414" y="946441"/>
                  </a:lnTo>
                  <a:lnTo>
                    <a:pt x="357969" y="988859"/>
                  </a:lnTo>
                  <a:lnTo>
                    <a:pt x="376226" y="1029407"/>
                  </a:lnTo>
                  <a:lnTo>
                    <a:pt x="397983" y="1067882"/>
                  </a:lnTo>
                  <a:lnTo>
                    <a:pt x="423036" y="1104080"/>
                  </a:lnTo>
                  <a:lnTo>
                    <a:pt x="451180" y="1137796"/>
                  </a:lnTo>
                  <a:lnTo>
                    <a:pt x="482212" y="1168829"/>
                  </a:lnTo>
                  <a:lnTo>
                    <a:pt x="515929" y="1196973"/>
                  </a:lnTo>
                  <a:lnTo>
                    <a:pt x="552126" y="1222025"/>
                  </a:lnTo>
                  <a:lnTo>
                    <a:pt x="590601" y="1243782"/>
                  </a:lnTo>
                  <a:lnTo>
                    <a:pt x="631149" y="1262040"/>
                  </a:lnTo>
                  <a:lnTo>
                    <a:pt x="673567" y="1276595"/>
                  </a:lnTo>
                  <a:lnTo>
                    <a:pt x="717652" y="1287243"/>
                  </a:lnTo>
                  <a:lnTo>
                    <a:pt x="763199" y="1293782"/>
                  </a:lnTo>
                  <a:lnTo>
                    <a:pt x="810004" y="1296007"/>
                  </a:lnTo>
                  <a:lnTo>
                    <a:pt x="856810" y="1293782"/>
                  </a:lnTo>
                  <a:lnTo>
                    <a:pt x="902357" y="1287243"/>
                  </a:lnTo>
                  <a:lnTo>
                    <a:pt x="946441" y="1276595"/>
                  </a:lnTo>
                  <a:lnTo>
                    <a:pt x="988859" y="1262040"/>
                  </a:lnTo>
                  <a:lnTo>
                    <a:pt x="1029407" y="1243782"/>
                  </a:lnTo>
                  <a:lnTo>
                    <a:pt x="1067882" y="1222025"/>
                  </a:lnTo>
                  <a:lnTo>
                    <a:pt x="1104080" y="1196973"/>
                  </a:lnTo>
                  <a:lnTo>
                    <a:pt x="1137796" y="1168829"/>
                  </a:lnTo>
                  <a:lnTo>
                    <a:pt x="1168829" y="1137796"/>
                  </a:lnTo>
                  <a:lnTo>
                    <a:pt x="1196973" y="1104080"/>
                  </a:lnTo>
                  <a:lnTo>
                    <a:pt x="1222025" y="1067882"/>
                  </a:lnTo>
                  <a:lnTo>
                    <a:pt x="1243782" y="1029407"/>
                  </a:lnTo>
                  <a:lnTo>
                    <a:pt x="1262040" y="988859"/>
                  </a:lnTo>
                  <a:lnTo>
                    <a:pt x="1276595" y="946441"/>
                  </a:lnTo>
                  <a:lnTo>
                    <a:pt x="1287243" y="902357"/>
                  </a:lnTo>
                  <a:lnTo>
                    <a:pt x="1293782" y="856810"/>
                  </a:lnTo>
                  <a:lnTo>
                    <a:pt x="1296007" y="810004"/>
                  </a:lnTo>
                  <a:close/>
                </a:path>
                <a:path w="1620520" h="1620520" extrusionOk="0">
                  <a:moveTo>
                    <a:pt x="1458008" y="810004"/>
                  </a:moveTo>
                  <a:lnTo>
                    <a:pt x="1456230" y="761642"/>
                  </a:lnTo>
                  <a:lnTo>
                    <a:pt x="1450982" y="714246"/>
                  </a:lnTo>
                  <a:lnTo>
                    <a:pt x="1442387" y="667940"/>
                  </a:lnTo>
                  <a:lnTo>
                    <a:pt x="1430572" y="622850"/>
                  </a:lnTo>
                  <a:lnTo>
                    <a:pt x="1415662" y="579102"/>
                  </a:lnTo>
                  <a:lnTo>
                    <a:pt x="1397781" y="536820"/>
                  </a:lnTo>
                  <a:lnTo>
                    <a:pt x="1377056" y="496130"/>
                  </a:lnTo>
                  <a:lnTo>
                    <a:pt x="1353612" y="457157"/>
                  </a:lnTo>
                  <a:lnTo>
                    <a:pt x="1327573" y="420027"/>
                  </a:lnTo>
                  <a:lnTo>
                    <a:pt x="1299065" y="384864"/>
                  </a:lnTo>
                  <a:lnTo>
                    <a:pt x="1268214" y="351795"/>
                  </a:lnTo>
                  <a:lnTo>
                    <a:pt x="1235144" y="320943"/>
                  </a:lnTo>
                  <a:lnTo>
                    <a:pt x="1199981" y="292436"/>
                  </a:lnTo>
                  <a:lnTo>
                    <a:pt x="1162851" y="266397"/>
                  </a:lnTo>
                  <a:lnTo>
                    <a:pt x="1123878" y="242952"/>
                  </a:lnTo>
                  <a:lnTo>
                    <a:pt x="1083188" y="222227"/>
                  </a:lnTo>
                  <a:lnTo>
                    <a:pt x="1040906" y="204347"/>
                  </a:lnTo>
                  <a:lnTo>
                    <a:pt x="997158" y="189436"/>
                  </a:lnTo>
                  <a:lnTo>
                    <a:pt x="952068" y="177621"/>
                  </a:lnTo>
                  <a:lnTo>
                    <a:pt x="905763" y="169027"/>
                  </a:lnTo>
                  <a:lnTo>
                    <a:pt x="858366" y="163778"/>
                  </a:lnTo>
                  <a:lnTo>
                    <a:pt x="810004" y="162001"/>
                  </a:lnTo>
                  <a:lnTo>
                    <a:pt x="761642" y="163778"/>
                  </a:lnTo>
                  <a:lnTo>
                    <a:pt x="714246" y="169027"/>
                  </a:lnTo>
                  <a:lnTo>
                    <a:pt x="667940" y="177621"/>
                  </a:lnTo>
                  <a:lnTo>
                    <a:pt x="622850" y="189436"/>
                  </a:lnTo>
                  <a:lnTo>
                    <a:pt x="579102" y="204347"/>
                  </a:lnTo>
                  <a:lnTo>
                    <a:pt x="536820" y="222227"/>
                  </a:lnTo>
                  <a:lnTo>
                    <a:pt x="496130" y="242952"/>
                  </a:lnTo>
                  <a:lnTo>
                    <a:pt x="457157" y="266397"/>
                  </a:lnTo>
                  <a:lnTo>
                    <a:pt x="420027" y="292436"/>
                  </a:lnTo>
                  <a:lnTo>
                    <a:pt x="384864" y="320943"/>
                  </a:lnTo>
                  <a:lnTo>
                    <a:pt x="351795" y="351795"/>
                  </a:lnTo>
                  <a:lnTo>
                    <a:pt x="320943" y="384864"/>
                  </a:lnTo>
                  <a:lnTo>
                    <a:pt x="292436" y="420027"/>
                  </a:lnTo>
                  <a:lnTo>
                    <a:pt x="266397" y="457157"/>
                  </a:lnTo>
                  <a:lnTo>
                    <a:pt x="242952" y="496130"/>
                  </a:lnTo>
                  <a:lnTo>
                    <a:pt x="222227" y="536820"/>
                  </a:lnTo>
                  <a:lnTo>
                    <a:pt x="204347" y="579102"/>
                  </a:lnTo>
                  <a:lnTo>
                    <a:pt x="189436" y="622850"/>
                  </a:lnTo>
                  <a:lnTo>
                    <a:pt x="177621" y="667940"/>
                  </a:lnTo>
                  <a:lnTo>
                    <a:pt x="169027" y="714246"/>
                  </a:lnTo>
                  <a:lnTo>
                    <a:pt x="163778" y="761642"/>
                  </a:lnTo>
                  <a:lnTo>
                    <a:pt x="162001" y="810004"/>
                  </a:lnTo>
                  <a:lnTo>
                    <a:pt x="163778" y="858366"/>
                  </a:lnTo>
                  <a:lnTo>
                    <a:pt x="169027" y="905763"/>
                  </a:lnTo>
                  <a:lnTo>
                    <a:pt x="177621" y="952068"/>
                  </a:lnTo>
                  <a:lnTo>
                    <a:pt x="189436" y="997158"/>
                  </a:lnTo>
                  <a:lnTo>
                    <a:pt x="204347" y="1040906"/>
                  </a:lnTo>
                  <a:lnTo>
                    <a:pt x="222227" y="1083188"/>
                  </a:lnTo>
                  <a:lnTo>
                    <a:pt x="242952" y="1123878"/>
                  </a:lnTo>
                  <a:lnTo>
                    <a:pt x="266397" y="1162851"/>
                  </a:lnTo>
                  <a:lnTo>
                    <a:pt x="292436" y="1199981"/>
                  </a:lnTo>
                  <a:lnTo>
                    <a:pt x="320943" y="1235144"/>
                  </a:lnTo>
                  <a:lnTo>
                    <a:pt x="351795" y="1268214"/>
                  </a:lnTo>
                  <a:lnTo>
                    <a:pt x="384864" y="1299065"/>
                  </a:lnTo>
                  <a:lnTo>
                    <a:pt x="420027" y="1327573"/>
                  </a:lnTo>
                  <a:lnTo>
                    <a:pt x="457157" y="1353612"/>
                  </a:lnTo>
                  <a:lnTo>
                    <a:pt x="496130" y="1377056"/>
                  </a:lnTo>
                  <a:lnTo>
                    <a:pt x="536820" y="1397781"/>
                  </a:lnTo>
                  <a:lnTo>
                    <a:pt x="579102" y="1415662"/>
                  </a:lnTo>
                  <a:lnTo>
                    <a:pt x="622850" y="1430572"/>
                  </a:lnTo>
                  <a:lnTo>
                    <a:pt x="667940" y="1442387"/>
                  </a:lnTo>
                  <a:lnTo>
                    <a:pt x="714246" y="1450982"/>
                  </a:lnTo>
                  <a:lnTo>
                    <a:pt x="761642" y="1456230"/>
                  </a:lnTo>
                  <a:lnTo>
                    <a:pt x="810004" y="1458008"/>
                  </a:lnTo>
                  <a:lnTo>
                    <a:pt x="858366" y="1456230"/>
                  </a:lnTo>
                  <a:lnTo>
                    <a:pt x="905763" y="1450982"/>
                  </a:lnTo>
                  <a:lnTo>
                    <a:pt x="952068" y="1442387"/>
                  </a:lnTo>
                  <a:lnTo>
                    <a:pt x="997158" y="1430572"/>
                  </a:lnTo>
                  <a:lnTo>
                    <a:pt x="1040906" y="1415662"/>
                  </a:lnTo>
                  <a:lnTo>
                    <a:pt x="1083188" y="1397781"/>
                  </a:lnTo>
                  <a:lnTo>
                    <a:pt x="1123878" y="1377056"/>
                  </a:lnTo>
                  <a:lnTo>
                    <a:pt x="1162851" y="1353612"/>
                  </a:lnTo>
                  <a:lnTo>
                    <a:pt x="1199981" y="1327573"/>
                  </a:lnTo>
                  <a:lnTo>
                    <a:pt x="1235144" y="1299065"/>
                  </a:lnTo>
                  <a:lnTo>
                    <a:pt x="1268214" y="1268214"/>
                  </a:lnTo>
                  <a:lnTo>
                    <a:pt x="1299065" y="1235144"/>
                  </a:lnTo>
                  <a:lnTo>
                    <a:pt x="1327573" y="1199981"/>
                  </a:lnTo>
                  <a:lnTo>
                    <a:pt x="1353612" y="1162851"/>
                  </a:lnTo>
                  <a:lnTo>
                    <a:pt x="1377056" y="1123878"/>
                  </a:lnTo>
                  <a:lnTo>
                    <a:pt x="1397781" y="1083188"/>
                  </a:lnTo>
                  <a:lnTo>
                    <a:pt x="1415662" y="1040906"/>
                  </a:lnTo>
                  <a:lnTo>
                    <a:pt x="1430572" y="997158"/>
                  </a:lnTo>
                  <a:lnTo>
                    <a:pt x="1442387" y="952068"/>
                  </a:lnTo>
                  <a:lnTo>
                    <a:pt x="1450982" y="905763"/>
                  </a:lnTo>
                  <a:lnTo>
                    <a:pt x="1456230" y="858366"/>
                  </a:lnTo>
                  <a:lnTo>
                    <a:pt x="1458008" y="810004"/>
                  </a:lnTo>
                  <a:close/>
                </a:path>
                <a:path w="1620520" h="1620520" extrusionOk="0">
                  <a:moveTo>
                    <a:pt x="1620009" y="810004"/>
                  </a:moveTo>
                  <a:lnTo>
                    <a:pt x="1618634" y="762410"/>
                  </a:lnTo>
                  <a:lnTo>
                    <a:pt x="1614560" y="715540"/>
                  </a:lnTo>
                  <a:lnTo>
                    <a:pt x="1607862" y="669470"/>
                  </a:lnTo>
                  <a:lnTo>
                    <a:pt x="1598616" y="624276"/>
                  </a:lnTo>
                  <a:lnTo>
                    <a:pt x="1586900" y="580034"/>
                  </a:lnTo>
                  <a:lnTo>
                    <a:pt x="1572787" y="536821"/>
                  </a:lnTo>
                  <a:lnTo>
                    <a:pt x="1556356" y="494712"/>
                  </a:lnTo>
                  <a:lnTo>
                    <a:pt x="1537680" y="453782"/>
                  </a:lnTo>
                  <a:lnTo>
                    <a:pt x="1516837" y="414109"/>
                  </a:lnTo>
                  <a:lnTo>
                    <a:pt x="1493902" y="375768"/>
                  </a:lnTo>
                  <a:lnTo>
                    <a:pt x="1468952" y="338835"/>
                  </a:lnTo>
                  <a:lnTo>
                    <a:pt x="1442062" y="303385"/>
                  </a:lnTo>
                  <a:lnTo>
                    <a:pt x="1413308" y="269496"/>
                  </a:lnTo>
                  <a:lnTo>
                    <a:pt x="1382766" y="237242"/>
                  </a:lnTo>
                  <a:lnTo>
                    <a:pt x="1350513" y="206701"/>
                  </a:lnTo>
                  <a:lnTo>
                    <a:pt x="1316623" y="177947"/>
                  </a:lnTo>
                  <a:lnTo>
                    <a:pt x="1281174" y="151057"/>
                  </a:lnTo>
                  <a:lnTo>
                    <a:pt x="1244241" y="126106"/>
                  </a:lnTo>
                  <a:lnTo>
                    <a:pt x="1205899" y="103171"/>
                  </a:lnTo>
                  <a:lnTo>
                    <a:pt x="1166226" y="82328"/>
                  </a:lnTo>
                  <a:lnTo>
                    <a:pt x="1125297" y="63653"/>
                  </a:lnTo>
                  <a:lnTo>
                    <a:pt x="1083188" y="47221"/>
                  </a:lnTo>
                  <a:lnTo>
                    <a:pt x="1039974" y="33109"/>
                  </a:lnTo>
                  <a:lnTo>
                    <a:pt x="995733" y="21392"/>
                  </a:lnTo>
                  <a:lnTo>
                    <a:pt x="950539" y="12147"/>
                  </a:lnTo>
                  <a:lnTo>
                    <a:pt x="904469" y="5449"/>
                  </a:lnTo>
                  <a:lnTo>
                    <a:pt x="857599" y="1375"/>
                  </a:lnTo>
                  <a:lnTo>
                    <a:pt x="810004" y="0"/>
                  </a:lnTo>
                  <a:lnTo>
                    <a:pt x="762410" y="1375"/>
                  </a:lnTo>
                  <a:lnTo>
                    <a:pt x="715540" y="5449"/>
                  </a:lnTo>
                  <a:lnTo>
                    <a:pt x="669470" y="12147"/>
                  </a:lnTo>
                  <a:lnTo>
                    <a:pt x="624276" y="21392"/>
                  </a:lnTo>
                  <a:lnTo>
                    <a:pt x="580034" y="33109"/>
                  </a:lnTo>
                  <a:lnTo>
                    <a:pt x="536821" y="47221"/>
                  </a:lnTo>
                  <a:lnTo>
                    <a:pt x="494712" y="63653"/>
                  </a:lnTo>
                  <a:lnTo>
                    <a:pt x="453782" y="82328"/>
                  </a:lnTo>
                  <a:lnTo>
                    <a:pt x="414109" y="103171"/>
                  </a:lnTo>
                  <a:lnTo>
                    <a:pt x="375768" y="126106"/>
                  </a:lnTo>
                  <a:lnTo>
                    <a:pt x="338835" y="151057"/>
                  </a:lnTo>
                  <a:lnTo>
                    <a:pt x="303385" y="177947"/>
                  </a:lnTo>
                  <a:lnTo>
                    <a:pt x="269496" y="206701"/>
                  </a:lnTo>
                  <a:lnTo>
                    <a:pt x="237242" y="237242"/>
                  </a:lnTo>
                  <a:lnTo>
                    <a:pt x="206701" y="269496"/>
                  </a:lnTo>
                  <a:lnTo>
                    <a:pt x="177947" y="303385"/>
                  </a:lnTo>
                  <a:lnTo>
                    <a:pt x="151057" y="338835"/>
                  </a:lnTo>
                  <a:lnTo>
                    <a:pt x="126106" y="375768"/>
                  </a:lnTo>
                  <a:lnTo>
                    <a:pt x="103171" y="414109"/>
                  </a:lnTo>
                  <a:lnTo>
                    <a:pt x="82328" y="453782"/>
                  </a:lnTo>
                  <a:lnTo>
                    <a:pt x="63653" y="494712"/>
                  </a:lnTo>
                  <a:lnTo>
                    <a:pt x="47221" y="536821"/>
                  </a:lnTo>
                  <a:lnTo>
                    <a:pt x="33109" y="580034"/>
                  </a:lnTo>
                  <a:lnTo>
                    <a:pt x="21392" y="624276"/>
                  </a:lnTo>
                  <a:lnTo>
                    <a:pt x="12147" y="669470"/>
                  </a:lnTo>
                  <a:lnTo>
                    <a:pt x="5449" y="715540"/>
                  </a:lnTo>
                  <a:lnTo>
                    <a:pt x="1375" y="762410"/>
                  </a:lnTo>
                  <a:lnTo>
                    <a:pt x="0" y="810004"/>
                  </a:lnTo>
                  <a:lnTo>
                    <a:pt x="1375" y="857599"/>
                  </a:lnTo>
                  <a:lnTo>
                    <a:pt x="5449" y="904469"/>
                  </a:lnTo>
                  <a:lnTo>
                    <a:pt x="12147" y="950539"/>
                  </a:lnTo>
                  <a:lnTo>
                    <a:pt x="21392" y="995733"/>
                  </a:lnTo>
                  <a:lnTo>
                    <a:pt x="33109" y="1039974"/>
                  </a:lnTo>
                  <a:lnTo>
                    <a:pt x="47221" y="1083188"/>
                  </a:lnTo>
                  <a:lnTo>
                    <a:pt x="63653" y="1125297"/>
                  </a:lnTo>
                  <a:lnTo>
                    <a:pt x="82328" y="1166226"/>
                  </a:lnTo>
                  <a:lnTo>
                    <a:pt x="103171" y="1205899"/>
                  </a:lnTo>
                  <a:lnTo>
                    <a:pt x="126106" y="1244241"/>
                  </a:lnTo>
                  <a:lnTo>
                    <a:pt x="151057" y="1281174"/>
                  </a:lnTo>
                  <a:lnTo>
                    <a:pt x="177947" y="1316623"/>
                  </a:lnTo>
                  <a:lnTo>
                    <a:pt x="206701" y="1350513"/>
                  </a:lnTo>
                  <a:lnTo>
                    <a:pt x="237242" y="1382766"/>
                  </a:lnTo>
                  <a:lnTo>
                    <a:pt x="269496" y="1413308"/>
                  </a:lnTo>
                  <a:lnTo>
                    <a:pt x="303385" y="1442062"/>
                  </a:lnTo>
                  <a:lnTo>
                    <a:pt x="338835" y="1468952"/>
                  </a:lnTo>
                  <a:lnTo>
                    <a:pt x="375768" y="1493902"/>
                  </a:lnTo>
                  <a:lnTo>
                    <a:pt x="414109" y="1516837"/>
                  </a:lnTo>
                  <a:lnTo>
                    <a:pt x="453782" y="1537680"/>
                  </a:lnTo>
                  <a:lnTo>
                    <a:pt x="494712" y="1556356"/>
                  </a:lnTo>
                  <a:lnTo>
                    <a:pt x="536821" y="1572787"/>
                  </a:lnTo>
                  <a:lnTo>
                    <a:pt x="580034" y="1586900"/>
                  </a:lnTo>
                  <a:lnTo>
                    <a:pt x="624276" y="1598616"/>
                  </a:lnTo>
                  <a:lnTo>
                    <a:pt x="669470" y="1607862"/>
                  </a:lnTo>
                  <a:lnTo>
                    <a:pt x="715540" y="1614560"/>
                  </a:lnTo>
                  <a:lnTo>
                    <a:pt x="762410" y="1618634"/>
                  </a:lnTo>
                  <a:lnTo>
                    <a:pt x="810004" y="1620009"/>
                  </a:lnTo>
                  <a:lnTo>
                    <a:pt x="857599" y="1618634"/>
                  </a:lnTo>
                  <a:lnTo>
                    <a:pt x="904469" y="1614560"/>
                  </a:lnTo>
                  <a:lnTo>
                    <a:pt x="950539" y="1607862"/>
                  </a:lnTo>
                  <a:lnTo>
                    <a:pt x="995733" y="1598616"/>
                  </a:lnTo>
                  <a:lnTo>
                    <a:pt x="1039974" y="1586900"/>
                  </a:lnTo>
                  <a:lnTo>
                    <a:pt x="1083188" y="1572787"/>
                  </a:lnTo>
                  <a:lnTo>
                    <a:pt x="1125297" y="1556356"/>
                  </a:lnTo>
                  <a:lnTo>
                    <a:pt x="1166226" y="1537680"/>
                  </a:lnTo>
                  <a:lnTo>
                    <a:pt x="1205899" y="1516837"/>
                  </a:lnTo>
                  <a:lnTo>
                    <a:pt x="1244241" y="1493902"/>
                  </a:lnTo>
                  <a:lnTo>
                    <a:pt x="1281174" y="1468952"/>
                  </a:lnTo>
                  <a:lnTo>
                    <a:pt x="1316623" y="1442062"/>
                  </a:lnTo>
                  <a:lnTo>
                    <a:pt x="1350513" y="1413308"/>
                  </a:lnTo>
                  <a:lnTo>
                    <a:pt x="1382766" y="1382766"/>
                  </a:lnTo>
                  <a:lnTo>
                    <a:pt x="1413308" y="1350513"/>
                  </a:lnTo>
                  <a:lnTo>
                    <a:pt x="1442062" y="1316623"/>
                  </a:lnTo>
                  <a:lnTo>
                    <a:pt x="1468952" y="1281174"/>
                  </a:lnTo>
                  <a:lnTo>
                    <a:pt x="1493902" y="1244241"/>
                  </a:lnTo>
                  <a:lnTo>
                    <a:pt x="1516837" y="1205899"/>
                  </a:lnTo>
                  <a:lnTo>
                    <a:pt x="1537680" y="1166226"/>
                  </a:lnTo>
                  <a:lnTo>
                    <a:pt x="1556356" y="1125297"/>
                  </a:lnTo>
                  <a:lnTo>
                    <a:pt x="1572787" y="1083188"/>
                  </a:lnTo>
                  <a:lnTo>
                    <a:pt x="1586900" y="1039974"/>
                  </a:lnTo>
                  <a:lnTo>
                    <a:pt x="1598616" y="995733"/>
                  </a:lnTo>
                  <a:lnTo>
                    <a:pt x="1607862" y="950539"/>
                  </a:lnTo>
                  <a:lnTo>
                    <a:pt x="1614560" y="904469"/>
                  </a:lnTo>
                  <a:lnTo>
                    <a:pt x="1618634" y="857599"/>
                  </a:lnTo>
                  <a:lnTo>
                    <a:pt x="1620009" y="810004"/>
                  </a:lnTo>
                  <a:close/>
                </a:path>
              </a:pathLst>
            </a:custGeom>
            <a:noFill/>
            <a:ln w="9525" cap="flat" cmpd="sng">
              <a:solidFill>
                <a:srgbClr val="CCCCCC"/>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639" name="Google Shape;639;p34"/>
            <p:cNvPicPr preferRelativeResize="0"/>
            <p:nvPr/>
          </p:nvPicPr>
          <p:blipFill rotWithShape="1">
            <a:blip r:embed="rId3">
              <a:alphaModFix/>
            </a:blip>
            <a:srcRect/>
            <a:stretch/>
          </p:blipFill>
          <p:spPr>
            <a:xfrm>
              <a:off x="1672476" y="1864538"/>
              <a:ext cx="68324" cy="68324"/>
            </a:xfrm>
            <a:prstGeom prst="rect">
              <a:avLst/>
            </a:prstGeom>
            <a:noFill/>
            <a:ln>
              <a:noFill/>
            </a:ln>
          </p:spPr>
        </p:pic>
      </p:grpSp>
      <p:sp>
        <p:nvSpPr>
          <p:cNvPr id="640" name="Google Shape;640;p34"/>
          <p:cNvSpPr txBox="1"/>
          <p:nvPr/>
        </p:nvSpPr>
        <p:spPr>
          <a:xfrm>
            <a:off x="1716608" y="1844527"/>
            <a:ext cx="236854"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575" b="1" baseline="-25000">
                <a:solidFill>
                  <a:srgbClr val="EC2027"/>
                </a:solidFill>
                <a:latin typeface="Arial"/>
                <a:ea typeface="Arial"/>
                <a:cs typeface="Arial"/>
                <a:sym typeface="Arial"/>
              </a:rPr>
              <a:t>w</a:t>
            </a:r>
            <a:r>
              <a:rPr lang="en-US" sz="800">
                <a:solidFill>
                  <a:srgbClr val="EC2027"/>
                </a:solidFill>
                <a:latin typeface="Lucida Sans"/>
                <a:ea typeface="Lucida Sans"/>
                <a:cs typeface="Lucida Sans"/>
                <a:sym typeface="Lucida Sans"/>
              </a:rPr>
              <a:t>∗</a:t>
            </a:r>
            <a:endParaRPr sz="800">
              <a:latin typeface="Lucida Sans"/>
              <a:ea typeface="Lucida Sans"/>
              <a:cs typeface="Lucida Sans"/>
              <a:sym typeface="Lucida Sans"/>
            </a:endParaRPr>
          </a:p>
        </p:txBody>
      </p:sp>
      <p:grpSp>
        <p:nvGrpSpPr>
          <p:cNvPr id="641" name="Google Shape;641;p34"/>
          <p:cNvGrpSpPr/>
          <p:nvPr/>
        </p:nvGrpSpPr>
        <p:grpSpPr>
          <a:xfrm>
            <a:off x="734632" y="1088696"/>
            <a:ext cx="1941834" cy="840598"/>
            <a:chOff x="734632" y="1088696"/>
            <a:chExt cx="1941834" cy="840598"/>
          </a:xfrm>
        </p:grpSpPr>
        <p:sp>
          <p:nvSpPr>
            <p:cNvPr id="642" name="Google Shape;642;p34"/>
            <p:cNvSpPr/>
            <p:nvPr/>
          </p:nvSpPr>
          <p:spPr>
            <a:xfrm>
              <a:off x="1752460" y="1088696"/>
              <a:ext cx="764540" cy="764540"/>
            </a:xfrm>
            <a:custGeom>
              <a:avLst/>
              <a:gdLst/>
              <a:ahLst/>
              <a:cxnLst/>
              <a:rect l="l" t="t" r="r" b="b"/>
              <a:pathLst>
                <a:path w="764539" h="764539" extrusionOk="0">
                  <a:moveTo>
                    <a:pt x="764182" y="0"/>
                  </a:moveTo>
                  <a:lnTo>
                    <a:pt x="602181" y="162001"/>
                  </a:lnTo>
                  <a:lnTo>
                    <a:pt x="440180" y="324002"/>
                  </a:lnTo>
                  <a:lnTo>
                    <a:pt x="278179" y="486003"/>
                  </a:lnTo>
                  <a:lnTo>
                    <a:pt x="116179" y="648003"/>
                  </a:lnTo>
                  <a:lnTo>
                    <a:pt x="0" y="764182"/>
                  </a:lnTo>
                </a:path>
              </a:pathLst>
            </a:custGeom>
            <a:noFill/>
            <a:ln w="18975" cap="flat" cmpd="sng">
              <a:solidFill>
                <a:srgbClr val="1B147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643" name="Google Shape;643;p34"/>
            <p:cNvPicPr preferRelativeResize="0"/>
            <p:nvPr/>
          </p:nvPicPr>
          <p:blipFill rotWithShape="1">
            <a:blip r:embed="rId4">
              <a:alphaModFix/>
            </a:blip>
            <a:srcRect/>
            <a:stretch/>
          </p:blipFill>
          <p:spPr>
            <a:xfrm>
              <a:off x="1727430" y="1780430"/>
              <a:ext cx="97478" cy="97478"/>
            </a:xfrm>
            <a:prstGeom prst="rect">
              <a:avLst/>
            </a:prstGeom>
            <a:noFill/>
            <a:ln>
              <a:noFill/>
            </a:ln>
          </p:spPr>
        </p:pic>
        <p:sp>
          <p:nvSpPr>
            <p:cNvPr id="644" name="Google Shape;644;p34"/>
            <p:cNvSpPr/>
            <p:nvPr/>
          </p:nvSpPr>
          <p:spPr>
            <a:xfrm>
              <a:off x="896633" y="1250697"/>
              <a:ext cx="826769" cy="614045"/>
            </a:xfrm>
            <a:custGeom>
              <a:avLst/>
              <a:gdLst/>
              <a:ahLst/>
              <a:cxnLst/>
              <a:rect l="l" t="t" r="r" b="b"/>
              <a:pathLst>
                <a:path w="826769" h="614044" extrusionOk="0">
                  <a:moveTo>
                    <a:pt x="0" y="0"/>
                  </a:moveTo>
                  <a:lnTo>
                    <a:pt x="97201" y="162001"/>
                  </a:lnTo>
                  <a:lnTo>
                    <a:pt x="259203" y="64799"/>
                  </a:lnTo>
                  <a:lnTo>
                    <a:pt x="388801" y="259201"/>
                  </a:lnTo>
                  <a:lnTo>
                    <a:pt x="486003" y="194402"/>
                  </a:lnTo>
                  <a:lnTo>
                    <a:pt x="615602" y="388801"/>
                  </a:lnTo>
                  <a:lnTo>
                    <a:pt x="680406" y="356403"/>
                  </a:lnTo>
                  <a:lnTo>
                    <a:pt x="777602" y="518405"/>
                  </a:lnTo>
                  <a:lnTo>
                    <a:pt x="826205" y="583204"/>
                  </a:lnTo>
                  <a:lnTo>
                    <a:pt x="816006" y="613798"/>
                  </a:lnTo>
                </a:path>
              </a:pathLst>
            </a:custGeom>
            <a:noFill/>
            <a:ln w="18975" cap="flat" cmpd="sng">
              <a:solidFill>
                <a:srgbClr val="EC2027"/>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645" name="Google Shape;645;p34"/>
            <p:cNvPicPr preferRelativeResize="0"/>
            <p:nvPr/>
          </p:nvPicPr>
          <p:blipFill rotWithShape="1">
            <a:blip r:embed="rId5">
              <a:alphaModFix/>
            </a:blip>
            <a:srcRect/>
            <a:stretch/>
          </p:blipFill>
          <p:spPr>
            <a:xfrm>
              <a:off x="1661098" y="1805646"/>
              <a:ext cx="124290" cy="77340"/>
            </a:xfrm>
            <a:prstGeom prst="rect">
              <a:avLst/>
            </a:prstGeom>
            <a:noFill/>
            <a:ln>
              <a:noFill/>
            </a:ln>
          </p:spPr>
        </p:pic>
        <p:sp>
          <p:nvSpPr>
            <p:cNvPr id="646" name="Google Shape;646;p34"/>
            <p:cNvSpPr/>
            <p:nvPr/>
          </p:nvSpPr>
          <p:spPr>
            <a:xfrm>
              <a:off x="734632" y="1898700"/>
              <a:ext cx="1939289" cy="0"/>
            </a:xfrm>
            <a:custGeom>
              <a:avLst/>
              <a:gdLst/>
              <a:ahLst/>
              <a:cxnLst/>
              <a:rect l="l" t="t" r="r" b="b"/>
              <a:pathLst>
                <a:path w="1939289" h="120000" extrusionOk="0">
                  <a:moveTo>
                    <a:pt x="0" y="0"/>
                  </a:moveTo>
                  <a:lnTo>
                    <a:pt x="193895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47" name="Google Shape;647;p34"/>
            <p:cNvSpPr/>
            <p:nvPr/>
          </p:nvSpPr>
          <p:spPr>
            <a:xfrm>
              <a:off x="2649796" y="1868334"/>
              <a:ext cx="26670" cy="60960"/>
            </a:xfrm>
            <a:custGeom>
              <a:avLst/>
              <a:gdLst/>
              <a:ahLst/>
              <a:cxnLst/>
              <a:rect l="l" t="t" r="r" b="b"/>
              <a:pathLst>
                <a:path w="26669"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48" name="Google Shape;648;p34"/>
          <p:cNvSpPr txBox="1"/>
          <p:nvPr/>
        </p:nvSpPr>
        <p:spPr>
          <a:xfrm>
            <a:off x="2688602" y="1773534"/>
            <a:ext cx="22606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w</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649" name="Google Shape;649;p34"/>
          <p:cNvGrpSpPr/>
          <p:nvPr/>
        </p:nvGrpSpPr>
        <p:grpSpPr>
          <a:xfrm>
            <a:off x="1676272" y="929225"/>
            <a:ext cx="60960" cy="1131560"/>
            <a:chOff x="1676272" y="929225"/>
            <a:chExt cx="60960" cy="1131560"/>
          </a:xfrm>
        </p:grpSpPr>
        <p:sp>
          <p:nvSpPr>
            <p:cNvPr id="650" name="Google Shape;650;p34"/>
            <p:cNvSpPr/>
            <p:nvPr/>
          </p:nvSpPr>
          <p:spPr>
            <a:xfrm>
              <a:off x="1706638" y="931755"/>
              <a:ext cx="0" cy="1129030"/>
            </a:xfrm>
            <a:custGeom>
              <a:avLst/>
              <a:gdLst/>
              <a:ahLst/>
              <a:cxnLst/>
              <a:rect l="l" t="t" r="r" b="b"/>
              <a:pathLst>
                <a:path w="120000" h="1129030" extrusionOk="0">
                  <a:moveTo>
                    <a:pt x="0" y="1128946"/>
                  </a:move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1" name="Google Shape;651;p34"/>
            <p:cNvSpPr/>
            <p:nvPr/>
          </p:nvSpPr>
          <p:spPr>
            <a:xfrm>
              <a:off x="1676272" y="929225"/>
              <a:ext cx="60960" cy="26670"/>
            </a:xfrm>
            <a:custGeom>
              <a:avLst/>
              <a:gdLst/>
              <a:ahLst/>
              <a:cxnLst/>
              <a:rect l="l" t="t" r="r" b="b"/>
              <a:pathLst>
                <a:path w="60960" h="26669" extrusionOk="0">
                  <a:moveTo>
                    <a:pt x="0" y="26317"/>
                  </a:moveTo>
                  <a:lnTo>
                    <a:pt x="11933" y="21694"/>
                  </a:lnTo>
                  <a:lnTo>
                    <a:pt x="20687" y="15403"/>
                  </a:lnTo>
                  <a:lnTo>
                    <a:pt x="26689" y="7990"/>
                  </a:lnTo>
                  <a:lnTo>
                    <a:pt x="30366" y="0"/>
                  </a:lnTo>
                  <a:lnTo>
                    <a:pt x="34043" y="7990"/>
                  </a:lnTo>
                  <a:lnTo>
                    <a:pt x="40045" y="15403"/>
                  </a:lnTo>
                  <a:lnTo>
                    <a:pt x="48799" y="21694"/>
                  </a:lnTo>
                  <a:lnTo>
                    <a:pt x="60732" y="26317"/>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52" name="Google Shape;652;p34"/>
          <p:cNvSpPr txBox="1"/>
          <p:nvPr/>
        </p:nvSpPr>
        <p:spPr>
          <a:xfrm>
            <a:off x="625983" y="685620"/>
            <a:ext cx="2322195" cy="557530"/>
          </a:xfrm>
          <a:prstGeom prst="rect">
            <a:avLst/>
          </a:prstGeom>
          <a:noFill/>
          <a:ln>
            <a:noFill/>
          </a:ln>
        </p:spPr>
        <p:txBody>
          <a:bodyPr spcFirstLastPara="1" wrap="square" lIns="0" tIns="36825" rIns="0" bIns="0" anchor="t" anchorCtr="0">
            <a:spAutoFit/>
          </a:bodyPr>
          <a:lstStyle/>
          <a:p>
            <a:pPr marL="0" marR="159385" lvl="0" indent="0" algn="ctr" rtl="0">
              <a:lnSpc>
                <a:spcPct val="100000"/>
              </a:lnSpc>
              <a:spcBef>
                <a:spcPts val="0"/>
              </a:spcBef>
              <a:spcAft>
                <a:spcPts val="0"/>
              </a:spcAft>
              <a:buNone/>
            </a:pPr>
            <a:r>
              <a:rPr lang="en-US" sz="1050" i="1">
                <a:latin typeface="Arial"/>
                <a:ea typeface="Arial"/>
                <a:cs typeface="Arial"/>
                <a:sym typeface="Arial"/>
              </a:rPr>
              <a:t>w</a:t>
            </a:r>
            <a:r>
              <a:rPr lang="en-US" sz="1050" baseline="-25000">
                <a:latin typeface="Arial"/>
                <a:ea typeface="Arial"/>
                <a:cs typeface="Arial"/>
                <a:sym typeface="Arial"/>
              </a:rPr>
              <a:t>2</a:t>
            </a:r>
            <a:endParaRPr sz="1050" baseline="-25000">
              <a:latin typeface="Arial"/>
              <a:ea typeface="Arial"/>
              <a:cs typeface="Arial"/>
              <a:sym typeface="Arial"/>
            </a:endParaRPr>
          </a:p>
          <a:p>
            <a:pPr marL="1691639" lvl="0" indent="0" algn="l" rtl="0">
              <a:lnSpc>
                <a:spcPct val="100000"/>
              </a:lnSpc>
              <a:spcBef>
                <a:spcPts val="195"/>
              </a:spcBef>
              <a:spcAft>
                <a:spcPts val="0"/>
              </a:spcAft>
              <a:buNone/>
            </a:pPr>
            <a:r>
              <a:rPr lang="en-US" sz="1050">
                <a:solidFill>
                  <a:srgbClr val="1B1472"/>
                </a:solidFill>
                <a:latin typeface="Arial"/>
                <a:ea typeface="Arial"/>
                <a:cs typeface="Arial"/>
                <a:sym typeface="Arial"/>
              </a:rPr>
              <a:t>Batch GD</a:t>
            </a:r>
            <a:endParaRPr sz="1050">
              <a:latin typeface="Arial"/>
              <a:ea typeface="Arial"/>
              <a:cs typeface="Arial"/>
              <a:sym typeface="Arial"/>
            </a:endParaRPr>
          </a:p>
          <a:p>
            <a:pPr marL="25400" lvl="0" indent="0" algn="l" rtl="0">
              <a:lnSpc>
                <a:spcPct val="100000"/>
              </a:lnSpc>
              <a:spcBef>
                <a:spcPts val="15"/>
              </a:spcBef>
              <a:spcAft>
                <a:spcPts val="0"/>
              </a:spcAft>
              <a:buNone/>
            </a:pPr>
            <a:r>
              <a:rPr lang="en-US" sz="1050">
                <a:solidFill>
                  <a:srgbClr val="EC2027"/>
                </a:solidFill>
                <a:latin typeface="Arial"/>
                <a:ea typeface="Arial"/>
                <a:cs typeface="Arial"/>
                <a:sym typeface="Arial"/>
              </a:rPr>
              <a:t>SGD</a:t>
            </a:r>
            <a:endParaRPr sz="1050">
              <a:latin typeface="Arial"/>
              <a:ea typeface="Arial"/>
              <a:cs typeface="Arial"/>
              <a:sym typeface="Arial"/>
            </a:endParaRPr>
          </a:p>
        </p:txBody>
      </p:sp>
      <p:sp>
        <p:nvSpPr>
          <p:cNvPr id="653" name="Google Shape;653;p34"/>
          <p:cNvSpPr txBox="1"/>
          <p:nvPr/>
        </p:nvSpPr>
        <p:spPr>
          <a:xfrm>
            <a:off x="3443100" y="1189349"/>
            <a:ext cx="1711200" cy="827100"/>
          </a:xfrm>
          <a:prstGeom prst="rect">
            <a:avLst/>
          </a:prstGeom>
          <a:solidFill>
            <a:srgbClr val="FEF4D5"/>
          </a:solidFill>
          <a:ln>
            <a:noFill/>
          </a:ln>
        </p:spPr>
        <p:txBody>
          <a:bodyPr spcFirstLastPara="1" wrap="square" lIns="0" tIns="0" rIns="0" bIns="0" anchor="t" anchorCtr="0">
            <a:spAutoFit/>
          </a:bodyPr>
          <a:lstStyle/>
          <a:p>
            <a:pPr marL="45085" marR="62864" lvl="0" indent="0" algn="l" rtl="0">
              <a:lnSpc>
                <a:spcPct val="137142"/>
              </a:lnSpc>
              <a:spcBef>
                <a:spcPts val="0"/>
              </a:spcBef>
              <a:spcAft>
                <a:spcPts val="0"/>
              </a:spcAft>
              <a:buNone/>
            </a:pPr>
            <a:r>
              <a:rPr lang="en-US" sz="1050">
                <a:solidFill>
                  <a:srgbClr val="1B1472"/>
                </a:solidFill>
                <a:latin typeface="Arial"/>
                <a:ea typeface="Arial"/>
                <a:cs typeface="Arial"/>
                <a:sym typeface="Arial"/>
              </a:rPr>
              <a:t>Batch GD: </a:t>
            </a:r>
            <a:r>
              <a:rPr lang="en-US" sz="1050">
                <a:latin typeface="Arial"/>
                <a:ea typeface="Arial"/>
                <a:cs typeface="Arial"/>
                <a:sym typeface="Arial"/>
              </a:rPr>
              <a:t>Smooth, deter- ministic path</a:t>
            </a:r>
            <a:endParaRPr sz="1050">
              <a:latin typeface="Arial"/>
              <a:ea typeface="Arial"/>
              <a:cs typeface="Arial"/>
              <a:sym typeface="Arial"/>
            </a:endParaRPr>
          </a:p>
          <a:p>
            <a:pPr marL="45085" marR="177165" lvl="0" indent="0" algn="l" rtl="0">
              <a:lnSpc>
                <a:spcPct val="137142"/>
              </a:lnSpc>
              <a:spcBef>
                <a:spcPts val="5"/>
              </a:spcBef>
              <a:spcAft>
                <a:spcPts val="0"/>
              </a:spcAft>
              <a:buNone/>
            </a:pPr>
            <a:r>
              <a:rPr lang="en-US" sz="1050">
                <a:solidFill>
                  <a:srgbClr val="EC2027"/>
                </a:solidFill>
                <a:latin typeface="Arial"/>
                <a:ea typeface="Arial"/>
                <a:cs typeface="Arial"/>
                <a:sym typeface="Arial"/>
              </a:rPr>
              <a:t>SGD: </a:t>
            </a:r>
            <a:r>
              <a:rPr lang="en-US" sz="1050">
                <a:latin typeface="Arial"/>
                <a:ea typeface="Arial"/>
                <a:cs typeface="Arial"/>
                <a:sym typeface="Arial"/>
              </a:rPr>
              <a:t>Noisy, stochastic path but faster iterations</a:t>
            </a:r>
            <a:endParaRPr sz="1050">
              <a:latin typeface="Arial"/>
              <a:ea typeface="Arial"/>
              <a:cs typeface="Arial"/>
              <a:sym typeface="Arial"/>
            </a:endParaRPr>
          </a:p>
        </p:txBody>
      </p:sp>
      <p:grpSp>
        <p:nvGrpSpPr>
          <p:cNvPr id="654" name="Google Shape;654;p34"/>
          <p:cNvGrpSpPr/>
          <p:nvPr/>
        </p:nvGrpSpPr>
        <p:grpSpPr>
          <a:xfrm>
            <a:off x="0" y="3141936"/>
            <a:ext cx="5760262" cy="92075"/>
            <a:chOff x="0" y="3141936"/>
            <a:chExt cx="5760262" cy="92075"/>
          </a:xfrm>
        </p:grpSpPr>
        <p:sp>
          <p:nvSpPr>
            <p:cNvPr id="655" name="Google Shape;655;p3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6" name="Google Shape;656;p3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57" name="Google Shape;657;p3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58" name="Google Shape;658;p3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59" name="Google Shape;659;p3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6"/>
              </a:rPr>
              <a:t>D</a:t>
            </a:r>
            <a:r>
              <a:rPr lang="en-US" sz="600" u="sng" cap="small">
                <a:solidFill>
                  <a:schemeClr val="hlink"/>
                </a:solidFill>
                <a:latin typeface="Bookman Old Style"/>
                <a:ea typeface="Bookman Old Style"/>
                <a:cs typeface="Bookman Old Style"/>
                <a:sym typeface="Bookman Old Style"/>
                <a:hlinkClick r:id="rId6"/>
              </a:rPr>
              <a:t>eep</a:t>
            </a:r>
            <a:r>
              <a:rPr lang="en-US" sz="600" u="sng">
                <a:solidFill>
                  <a:schemeClr val="hlink"/>
                </a:solidFill>
                <a:latin typeface="Bookman Old Style"/>
                <a:ea typeface="Bookman Old Style"/>
                <a:cs typeface="Bookman Old Style"/>
                <a:sym typeface="Bookman Old Style"/>
                <a:hlinkClick r:id="rId6"/>
              </a:rPr>
              <a:t> L</a:t>
            </a:r>
            <a:r>
              <a:rPr lang="en-US" sz="600" u="sng" cap="small">
                <a:solidFill>
                  <a:schemeClr val="hlink"/>
                </a:solidFill>
                <a:latin typeface="Bookman Old Style"/>
                <a:ea typeface="Bookman Old Style"/>
                <a:cs typeface="Bookman Old Style"/>
                <a:sym typeface="Bookman Old Style"/>
                <a:hlinkClick r:id="rId6"/>
              </a:rPr>
              <a:t>earning</a:t>
            </a:r>
            <a:endParaRPr sz="600">
              <a:latin typeface="Bookman Old Style"/>
              <a:ea typeface="Bookman Old Style"/>
              <a:cs typeface="Bookman Old Style"/>
              <a:sym typeface="Bookman Old Style"/>
            </a:endParaRPr>
          </a:p>
        </p:txBody>
      </p:sp>
      <p:sp>
        <p:nvSpPr>
          <p:cNvPr id="660" name="Google Shape;660;p34"/>
          <p:cNvSpPr txBox="1">
            <a:spLocks noGrp="1"/>
          </p:cNvSpPr>
          <p:nvPr>
            <p:ph type="sldNum" idx="12"/>
          </p:nvPr>
        </p:nvSpPr>
        <p:spPr>
          <a:xfrm>
            <a:off x="4627901" y="3137675"/>
            <a:ext cx="437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a:t>
            </a:fld>
            <a:r>
              <a:rPr lang="en-US"/>
              <a:t> / 100</a:t>
            </a:r>
            <a:endParaRPr/>
          </a:p>
        </p:txBody>
      </p:sp>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C4B81B39-D6B0-DD3D-CE53-EBF7BE54F297}"/>
                  </a:ext>
                </a:extLst>
              </p14:cNvPr>
              <p14:cNvContentPartPr/>
              <p14:nvPr/>
            </p14:nvContentPartPr>
            <p14:xfrm>
              <a:off x="2331000" y="575280"/>
              <a:ext cx="3011760" cy="546840"/>
            </p14:xfrm>
          </p:contentPart>
        </mc:Choice>
        <mc:Fallback>
          <p:pic>
            <p:nvPicPr>
              <p:cNvPr id="2" name="Ink 1">
                <a:extLst>
                  <a:ext uri="{FF2B5EF4-FFF2-40B4-BE49-F238E27FC236}">
                    <a16:creationId xmlns:a16="http://schemas.microsoft.com/office/drawing/2014/main" id="{C4B81B39-D6B0-DD3D-CE53-EBF7BE54F297}"/>
                  </a:ext>
                </a:extLst>
              </p:cNvPr>
              <p:cNvPicPr/>
              <p:nvPr/>
            </p:nvPicPr>
            <p:blipFill>
              <a:blip r:embed="rId8"/>
              <a:stretch>
                <a:fillRect/>
              </a:stretch>
            </p:blipFill>
            <p:spPr>
              <a:xfrm>
                <a:off x="2321640" y="565920"/>
                <a:ext cx="3030480" cy="565560"/>
              </a:xfrm>
              <a:prstGeom prst="rect">
                <a:avLst/>
              </a:prstGeom>
            </p:spPr>
          </p:pic>
        </mc:Fallback>
      </mc:AlternateContent>
    </p:spTree>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3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B</a:t>
            </a:r>
            <a:r>
              <a:rPr lang="en-US" cap="small">
                <a:solidFill>
                  <a:srgbClr val="FFFFFF"/>
                </a:solidFill>
              </a:rPr>
              <a:t>enefits</a:t>
            </a:r>
            <a:r>
              <a:rPr lang="en-US">
                <a:solidFill>
                  <a:srgbClr val="FFFFFF"/>
                </a:solidFill>
              </a:rPr>
              <a:t> </a:t>
            </a:r>
            <a:r>
              <a:rPr lang="en-US" cap="small">
                <a:solidFill>
                  <a:srgbClr val="FFFFFF"/>
                </a:solidFill>
              </a:rPr>
              <a:t>and</a:t>
            </a:r>
            <a:r>
              <a:rPr lang="en-US">
                <a:solidFill>
                  <a:srgbClr val="FFFFFF"/>
                </a:solidFill>
              </a:rPr>
              <a:t> C</a:t>
            </a:r>
            <a:r>
              <a:rPr lang="en-US" cap="small">
                <a:solidFill>
                  <a:srgbClr val="FFFFFF"/>
                </a:solidFill>
              </a:rPr>
              <a:t>hallenges</a:t>
            </a:r>
            <a:r>
              <a:rPr lang="en-US">
                <a:solidFill>
                  <a:srgbClr val="FFFFFF"/>
                </a:solidFill>
              </a:rPr>
              <a:t> </a:t>
            </a:r>
            <a:r>
              <a:rPr lang="en-US" cap="small">
                <a:solidFill>
                  <a:srgbClr val="FFFFFF"/>
                </a:solidFill>
              </a:rPr>
              <a:t>of</a:t>
            </a:r>
            <a:r>
              <a:rPr lang="en-US">
                <a:solidFill>
                  <a:srgbClr val="FFFFFF"/>
                </a:solidFill>
              </a:rPr>
              <a:t> SGD</a:t>
            </a:r>
            <a:endParaRPr/>
          </a:p>
        </p:txBody>
      </p:sp>
      <p:grpSp>
        <p:nvGrpSpPr>
          <p:cNvPr id="666" name="Google Shape;666;p35"/>
          <p:cNvGrpSpPr/>
          <p:nvPr/>
        </p:nvGrpSpPr>
        <p:grpSpPr>
          <a:xfrm>
            <a:off x="513702" y="757796"/>
            <a:ext cx="69291" cy="2012607"/>
            <a:chOff x="513702" y="757796"/>
            <a:chExt cx="69291" cy="2012607"/>
          </a:xfrm>
        </p:grpSpPr>
        <p:pic>
          <p:nvPicPr>
            <p:cNvPr id="667" name="Google Shape;667;p35"/>
            <p:cNvPicPr preferRelativeResize="0"/>
            <p:nvPr/>
          </p:nvPicPr>
          <p:blipFill rotWithShape="1">
            <a:blip r:embed="rId3">
              <a:alphaModFix/>
            </a:blip>
            <a:srcRect/>
            <a:stretch/>
          </p:blipFill>
          <p:spPr>
            <a:xfrm>
              <a:off x="513702" y="757796"/>
              <a:ext cx="69291" cy="69291"/>
            </a:xfrm>
            <a:prstGeom prst="rect">
              <a:avLst/>
            </a:prstGeom>
            <a:noFill/>
            <a:ln>
              <a:noFill/>
            </a:ln>
          </p:spPr>
        </p:pic>
        <p:pic>
          <p:nvPicPr>
            <p:cNvPr id="668" name="Google Shape;668;p35"/>
            <p:cNvPicPr preferRelativeResize="0"/>
            <p:nvPr/>
          </p:nvPicPr>
          <p:blipFill rotWithShape="1">
            <a:blip r:embed="rId4">
              <a:alphaModFix/>
            </a:blip>
            <a:srcRect/>
            <a:stretch/>
          </p:blipFill>
          <p:spPr>
            <a:xfrm>
              <a:off x="513702" y="965199"/>
              <a:ext cx="69291" cy="69291"/>
            </a:xfrm>
            <a:prstGeom prst="rect">
              <a:avLst/>
            </a:prstGeom>
            <a:noFill/>
            <a:ln>
              <a:noFill/>
            </a:ln>
          </p:spPr>
        </p:pic>
        <p:pic>
          <p:nvPicPr>
            <p:cNvPr id="669" name="Google Shape;669;p35"/>
            <p:cNvPicPr preferRelativeResize="0"/>
            <p:nvPr/>
          </p:nvPicPr>
          <p:blipFill rotWithShape="1">
            <a:blip r:embed="rId5">
              <a:alphaModFix/>
            </a:blip>
            <a:srcRect/>
            <a:stretch/>
          </p:blipFill>
          <p:spPr>
            <a:xfrm>
              <a:off x="513702" y="1172603"/>
              <a:ext cx="69291" cy="69291"/>
            </a:xfrm>
            <a:prstGeom prst="rect">
              <a:avLst/>
            </a:prstGeom>
            <a:noFill/>
            <a:ln>
              <a:noFill/>
            </a:ln>
          </p:spPr>
        </p:pic>
        <p:pic>
          <p:nvPicPr>
            <p:cNvPr id="670" name="Google Shape;670;p35"/>
            <p:cNvPicPr preferRelativeResize="0"/>
            <p:nvPr/>
          </p:nvPicPr>
          <p:blipFill rotWithShape="1">
            <a:blip r:embed="rId6">
              <a:alphaModFix/>
            </a:blip>
            <a:srcRect/>
            <a:stretch/>
          </p:blipFill>
          <p:spPr>
            <a:xfrm>
              <a:off x="513702" y="1380007"/>
              <a:ext cx="69291" cy="69291"/>
            </a:xfrm>
            <a:prstGeom prst="rect">
              <a:avLst/>
            </a:prstGeom>
            <a:noFill/>
            <a:ln>
              <a:noFill/>
            </a:ln>
          </p:spPr>
        </p:pic>
        <p:pic>
          <p:nvPicPr>
            <p:cNvPr id="671" name="Google Shape;671;p35"/>
            <p:cNvPicPr preferRelativeResize="0"/>
            <p:nvPr/>
          </p:nvPicPr>
          <p:blipFill rotWithShape="1">
            <a:blip r:embed="rId7">
              <a:alphaModFix/>
            </a:blip>
            <a:srcRect/>
            <a:stretch/>
          </p:blipFill>
          <p:spPr>
            <a:xfrm>
              <a:off x="513702" y="1587411"/>
              <a:ext cx="69291" cy="69291"/>
            </a:xfrm>
            <a:prstGeom prst="rect">
              <a:avLst/>
            </a:prstGeom>
            <a:noFill/>
            <a:ln>
              <a:noFill/>
            </a:ln>
          </p:spPr>
        </p:pic>
        <p:pic>
          <p:nvPicPr>
            <p:cNvPr id="672" name="Google Shape;672;p35"/>
            <p:cNvPicPr preferRelativeResize="0"/>
            <p:nvPr/>
          </p:nvPicPr>
          <p:blipFill rotWithShape="1">
            <a:blip r:embed="rId8">
              <a:alphaModFix/>
            </a:blip>
            <a:srcRect/>
            <a:stretch/>
          </p:blipFill>
          <p:spPr>
            <a:xfrm>
              <a:off x="513702" y="2078888"/>
              <a:ext cx="69291" cy="69291"/>
            </a:xfrm>
            <a:prstGeom prst="rect">
              <a:avLst/>
            </a:prstGeom>
            <a:noFill/>
            <a:ln>
              <a:noFill/>
            </a:ln>
          </p:spPr>
        </p:pic>
        <p:pic>
          <p:nvPicPr>
            <p:cNvPr id="673" name="Google Shape;673;p35"/>
            <p:cNvPicPr preferRelativeResize="0"/>
            <p:nvPr/>
          </p:nvPicPr>
          <p:blipFill rotWithShape="1">
            <a:blip r:embed="rId9">
              <a:alphaModFix/>
            </a:blip>
            <a:srcRect/>
            <a:stretch/>
          </p:blipFill>
          <p:spPr>
            <a:xfrm>
              <a:off x="513702" y="2286292"/>
              <a:ext cx="69291" cy="69291"/>
            </a:xfrm>
            <a:prstGeom prst="rect">
              <a:avLst/>
            </a:prstGeom>
            <a:noFill/>
            <a:ln>
              <a:noFill/>
            </a:ln>
          </p:spPr>
        </p:pic>
        <p:pic>
          <p:nvPicPr>
            <p:cNvPr id="674" name="Google Shape;674;p35"/>
            <p:cNvPicPr preferRelativeResize="0"/>
            <p:nvPr/>
          </p:nvPicPr>
          <p:blipFill rotWithShape="1">
            <a:blip r:embed="rId10">
              <a:alphaModFix/>
            </a:blip>
            <a:srcRect/>
            <a:stretch/>
          </p:blipFill>
          <p:spPr>
            <a:xfrm>
              <a:off x="513702" y="2493708"/>
              <a:ext cx="69291" cy="69291"/>
            </a:xfrm>
            <a:prstGeom prst="rect">
              <a:avLst/>
            </a:prstGeom>
            <a:noFill/>
            <a:ln>
              <a:noFill/>
            </a:ln>
          </p:spPr>
        </p:pic>
        <p:pic>
          <p:nvPicPr>
            <p:cNvPr id="675" name="Google Shape;675;p35"/>
            <p:cNvPicPr preferRelativeResize="0"/>
            <p:nvPr/>
          </p:nvPicPr>
          <p:blipFill rotWithShape="1">
            <a:blip r:embed="rId11">
              <a:alphaModFix/>
            </a:blip>
            <a:srcRect/>
            <a:stretch/>
          </p:blipFill>
          <p:spPr>
            <a:xfrm>
              <a:off x="513702" y="2701112"/>
              <a:ext cx="69291" cy="69291"/>
            </a:xfrm>
            <a:prstGeom prst="rect">
              <a:avLst/>
            </a:prstGeom>
            <a:noFill/>
            <a:ln>
              <a:noFill/>
            </a:ln>
          </p:spPr>
        </p:pic>
      </p:grpSp>
      <p:sp>
        <p:nvSpPr>
          <p:cNvPr id="676" name="Google Shape;676;p35"/>
          <p:cNvSpPr txBox="1"/>
          <p:nvPr/>
        </p:nvSpPr>
        <p:spPr>
          <a:xfrm>
            <a:off x="347302" y="424775"/>
            <a:ext cx="5114100" cy="2729700"/>
          </a:xfrm>
          <a:prstGeom prst="rect">
            <a:avLst/>
          </a:prstGeom>
          <a:noFill/>
          <a:ln>
            <a:noFill/>
          </a:ln>
        </p:spPr>
        <p:txBody>
          <a:bodyPr spcFirstLastPara="1" wrap="square" lIns="0" tIns="615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Benefits:</a:t>
            </a:r>
            <a:endParaRPr sz="1050">
              <a:latin typeface="Arial"/>
              <a:ea typeface="Arial"/>
              <a:cs typeface="Arial"/>
              <a:sym typeface="Arial"/>
            </a:endParaRPr>
          </a:p>
          <a:p>
            <a:pPr marL="309880" marR="5080" lvl="0" indent="0" algn="l" rtl="0">
              <a:lnSpc>
                <a:spcPct val="129600"/>
              </a:lnSpc>
              <a:spcBef>
                <a:spcPts val="20"/>
              </a:spcBef>
              <a:spcAft>
                <a:spcPts val="0"/>
              </a:spcAft>
              <a:buNone/>
            </a:pPr>
            <a:r>
              <a:rPr lang="en-US" sz="1050">
                <a:solidFill>
                  <a:srgbClr val="1B1472"/>
                </a:solidFill>
                <a:latin typeface="Arial"/>
                <a:ea typeface="Arial"/>
                <a:cs typeface="Arial"/>
                <a:sym typeface="Arial"/>
              </a:rPr>
              <a:t>Speed: </a:t>
            </a:r>
            <a:r>
              <a:rPr lang="en-US" sz="1050">
                <a:latin typeface="Arial"/>
                <a:ea typeface="Arial"/>
                <a:cs typeface="Arial"/>
                <a:sym typeface="Arial"/>
              </a:rPr>
              <a:t>Much faster per iteration (only one example) </a:t>
            </a:r>
            <a:endParaRPr sz="1050">
              <a:latin typeface="Arial"/>
              <a:ea typeface="Arial"/>
              <a:cs typeface="Arial"/>
              <a:sym typeface="Arial"/>
            </a:endParaRPr>
          </a:p>
          <a:p>
            <a:pPr marL="309880" marR="5080" lvl="0" indent="0" algn="l" rtl="0">
              <a:lnSpc>
                <a:spcPct val="129600"/>
              </a:lnSpc>
              <a:spcBef>
                <a:spcPts val="20"/>
              </a:spcBef>
              <a:spcAft>
                <a:spcPts val="0"/>
              </a:spcAft>
              <a:buNone/>
            </a:pPr>
            <a:r>
              <a:rPr lang="en-US" sz="1050">
                <a:solidFill>
                  <a:srgbClr val="1B1472"/>
                </a:solidFill>
                <a:latin typeface="Arial"/>
                <a:ea typeface="Arial"/>
                <a:cs typeface="Arial"/>
                <a:sym typeface="Arial"/>
              </a:rPr>
              <a:t>Memory: </a:t>
            </a:r>
            <a:r>
              <a:rPr lang="en-US" sz="1050">
                <a:latin typeface="Arial"/>
                <a:ea typeface="Arial"/>
                <a:cs typeface="Arial"/>
                <a:sym typeface="Arial"/>
              </a:rPr>
              <a:t>Can handle datasets that don’t fit in memory </a:t>
            </a:r>
            <a:endParaRPr sz="1050">
              <a:latin typeface="Arial"/>
              <a:ea typeface="Arial"/>
              <a:cs typeface="Arial"/>
              <a:sym typeface="Arial"/>
            </a:endParaRPr>
          </a:p>
          <a:p>
            <a:pPr marL="309880" marR="5080" lvl="0" indent="0" algn="l" rtl="0">
              <a:lnSpc>
                <a:spcPct val="129600"/>
              </a:lnSpc>
              <a:spcBef>
                <a:spcPts val="20"/>
              </a:spcBef>
              <a:spcAft>
                <a:spcPts val="0"/>
              </a:spcAft>
              <a:buNone/>
            </a:pPr>
            <a:r>
              <a:rPr lang="en-US" sz="1050">
                <a:solidFill>
                  <a:srgbClr val="1B1472"/>
                </a:solidFill>
                <a:latin typeface="Arial"/>
                <a:ea typeface="Arial"/>
                <a:cs typeface="Arial"/>
                <a:sym typeface="Arial"/>
              </a:rPr>
              <a:t>Online learning: </a:t>
            </a:r>
            <a:r>
              <a:rPr lang="en-US" sz="1050">
                <a:latin typeface="Arial"/>
                <a:ea typeface="Arial"/>
                <a:cs typeface="Arial"/>
                <a:sym typeface="Arial"/>
              </a:rPr>
              <a:t>Can update model as new data arrives </a:t>
            </a:r>
            <a:endParaRPr sz="1050">
              <a:latin typeface="Arial"/>
              <a:ea typeface="Arial"/>
              <a:cs typeface="Arial"/>
              <a:sym typeface="Arial"/>
            </a:endParaRPr>
          </a:p>
          <a:p>
            <a:pPr marL="309880" marR="5080" lvl="0" indent="0" algn="l" rtl="0">
              <a:lnSpc>
                <a:spcPct val="129600"/>
              </a:lnSpc>
              <a:spcBef>
                <a:spcPts val="20"/>
              </a:spcBef>
              <a:spcAft>
                <a:spcPts val="0"/>
              </a:spcAft>
              <a:buNone/>
            </a:pPr>
            <a:r>
              <a:rPr lang="en-US" sz="1050">
                <a:solidFill>
                  <a:srgbClr val="1B1472"/>
                </a:solidFill>
                <a:latin typeface="Arial"/>
                <a:ea typeface="Arial"/>
                <a:cs typeface="Arial"/>
                <a:sym typeface="Arial"/>
              </a:rPr>
              <a:t>Generalization: </a:t>
            </a:r>
            <a:r>
              <a:rPr lang="en-US" sz="1050">
                <a:latin typeface="Arial"/>
                <a:ea typeface="Arial"/>
                <a:cs typeface="Arial"/>
                <a:sym typeface="Arial"/>
              </a:rPr>
              <a:t>Noise helps escape sharp minima </a:t>
            </a:r>
            <a:endParaRPr sz="1050">
              <a:latin typeface="Arial"/>
              <a:ea typeface="Arial"/>
              <a:cs typeface="Arial"/>
              <a:sym typeface="Arial"/>
            </a:endParaRPr>
          </a:p>
          <a:p>
            <a:pPr marL="309880" marR="5080" lvl="0" indent="0" algn="l" rtl="0">
              <a:lnSpc>
                <a:spcPct val="129600"/>
              </a:lnSpc>
              <a:spcBef>
                <a:spcPts val="20"/>
              </a:spcBef>
              <a:spcAft>
                <a:spcPts val="0"/>
              </a:spcAft>
              <a:buNone/>
            </a:pPr>
            <a:r>
              <a:rPr lang="en-US" sz="1050">
                <a:solidFill>
                  <a:srgbClr val="1B1472"/>
                </a:solidFill>
                <a:latin typeface="Arial"/>
                <a:ea typeface="Arial"/>
                <a:cs typeface="Arial"/>
                <a:sym typeface="Arial"/>
              </a:rPr>
              <a:t>Scalability: </a:t>
            </a:r>
            <a:r>
              <a:rPr lang="en-US" sz="1050">
                <a:latin typeface="Arial"/>
                <a:ea typeface="Arial"/>
                <a:cs typeface="Arial"/>
                <a:sym typeface="Arial"/>
              </a:rPr>
              <a:t>Works well with massive datasets</a:t>
            </a:r>
            <a:endParaRPr sz="1050">
              <a:latin typeface="Arial"/>
              <a:ea typeface="Arial"/>
              <a:cs typeface="Arial"/>
              <a:sym typeface="Arial"/>
            </a:endParaRPr>
          </a:p>
          <a:p>
            <a:pPr marL="12700" lvl="0" indent="0" algn="l" rtl="0">
              <a:lnSpc>
                <a:spcPct val="100000"/>
              </a:lnSpc>
              <a:spcBef>
                <a:spcPts val="955"/>
              </a:spcBef>
              <a:spcAft>
                <a:spcPts val="0"/>
              </a:spcAft>
              <a:buNone/>
            </a:pPr>
            <a:r>
              <a:rPr lang="en-US" sz="1050">
                <a:solidFill>
                  <a:srgbClr val="EC2027"/>
                </a:solidFill>
                <a:latin typeface="Arial"/>
                <a:ea typeface="Arial"/>
                <a:cs typeface="Arial"/>
                <a:sym typeface="Arial"/>
              </a:rPr>
              <a:t>Challenges:</a:t>
            </a:r>
            <a:endParaRPr sz="1050">
              <a:latin typeface="Arial"/>
              <a:ea typeface="Arial"/>
              <a:cs typeface="Arial"/>
              <a:sym typeface="Arial"/>
            </a:endParaRPr>
          </a:p>
          <a:p>
            <a:pPr marL="309880" marR="457200" lvl="0" indent="0" algn="l" rtl="0">
              <a:lnSpc>
                <a:spcPct val="123700"/>
              </a:lnSpc>
              <a:spcBef>
                <a:spcPts val="95"/>
              </a:spcBef>
              <a:spcAft>
                <a:spcPts val="0"/>
              </a:spcAft>
              <a:buNone/>
            </a:pPr>
            <a:r>
              <a:rPr lang="en-US" sz="1050">
                <a:solidFill>
                  <a:srgbClr val="EC2027"/>
                </a:solidFill>
                <a:latin typeface="Arial"/>
                <a:ea typeface="Arial"/>
                <a:cs typeface="Arial"/>
                <a:sym typeface="Arial"/>
              </a:rPr>
              <a:t>Noisy updates: </a:t>
            </a:r>
            <a:r>
              <a:rPr lang="en-US" sz="1050">
                <a:latin typeface="Arial"/>
                <a:ea typeface="Arial"/>
                <a:cs typeface="Arial"/>
                <a:sym typeface="Arial"/>
              </a:rPr>
              <a:t>Path to minimum is not smooth </a:t>
            </a:r>
            <a:endParaRPr sz="1050">
              <a:latin typeface="Arial"/>
              <a:ea typeface="Arial"/>
              <a:cs typeface="Arial"/>
              <a:sym typeface="Arial"/>
            </a:endParaRPr>
          </a:p>
          <a:p>
            <a:pPr marL="309880" marR="457200" lvl="0" indent="0" algn="l" rtl="0">
              <a:lnSpc>
                <a:spcPct val="123700"/>
              </a:lnSpc>
              <a:spcBef>
                <a:spcPts val="95"/>
              </a:spcBef>
              <a:spcAft>
                <a:spcPts val="0"/>
              </a:spcAft>
              <a:buNone/>
            </a:pPr>
            <a:r>
              <a:rPr lang="en-US" sz="1050">
                <a:solidFill>
                  <a:srgbClr val="EC2027"/>
                </a:solidFill>
                <a:latin typeface="Arial"/>
                <a:ea typeface="Arial"/>
                <a:cs typeface="Arial"/>
                <a:sym typeface="Arial"/>
              </a:rPr>
              <a:t>Learning rate: </a:t>
            </a:r>
            <a:r>
              <a:rPr lang="en-US" sz="1050">
                <a:latin typeface="Arial"/>
                <a:ea typeface="Arial"/>
                <a:cs typeface="Arial"/>
                <a:sym typeface="Arial"/>
              </a:rPr>
              <a:t>More sensitive to </a:t>
            </a:r>
            <a:r>
              <a:rPr lang="en-US" sz="1200" i="1">
                <a:latin typeface="Bookman Old Style"/>
                <a:ea typeface="Bookman Old Style"/>
                <a:cs typeface="Bookman Old Style"/>
                <a:sym typeface="Bookman Old Style"/>
              </a:rPr>
              <a:t>η </a:t>
            </a:r>
            <a:r>
              <a:rPr lang="en-US" sz="1050">
                <a:latin typeface="Arial"/>
                <a:ea typeface="Arial"/>
                <a:cs typeface="Arial"/>
                <a:sym typeface="Arial"/>
              </a:rPr>
              <a:t>choice </a:t>
            </a:r>
            <a:endParaRPr sz="1050">
              <a:latin typeface="Arial"/>
              <a:ea typeface="Arial"/>
              <a:cs typeface="Arial"/>
              <a:sym typeface="Arial"/>
            </a:endParaRPr>
          </a:p>
          <a:p>
            <a:pPr marL="309880" marR="457200" lvl="0" indent="0" algn="l" rtl="0">
              <a:lnSpc>
                <a:spcPct val="123700"/>
              </a:lnSpc>
              <a:spcBef>
                <a:spcPts val="95"/>
              </a:spcBef>
              <a:spcAft>
                <a:spcPts val="0"/>
              </a:spcAft>
              <a:buNone/>
            </a:pPr>
            <a:r>
              <a:rPr lang="en-US" sz="1050">
                <a:solidFill>
                  <a:srgbClr val="EC2027"/>
                </a:solidFill>
                <a:latin typeface="Arial"/>
                <a:ea typeface="Arial"/>
                <a:cs typeface="Arial"/>
                <a:sym typeface="Arial"/>
              </a:rPr>
              <a:t>Convergence: </a:t>
            </a:r>
            <a:r>
              <a:rPr lang="en-US" sz="1050">
                <a:latin typeface="Arial"/>
                <a:ea typeface="Arial"/>
                <a:cs typeface="Arial"/>
                <a:sym typeface="Arial"/>
              </a:rPr>
              <a:t>May oscillate near minimum </a:t>
            </a:r>
            <a:endParaRPr sz="1050">
              <a:latin typeface="Arial"/>
              <a:ea typeface="Arial"/>
              <a:cs typeface="Arial"/>
              <a:sym typeface="Arial"/>
            </a:endParaRPr>
          </a:p>
          <a:p>
            <a:pPr marL="309880" marR="457200" lvl="0" indent="0" algn="l" rtl="0">
              <a:lnSpc>
                <a:spcPct val="123700"/>
              </a:lnSpc>
              <a:spcBef>
                <a:spcPts val="95"/>
              </a:spcBef>
              <a:spcAft>
                <a:spcPts val="0"/>
              </a:spcAft>
              <a:buNone/>
            </a:pPr>
            <a:r>
              <a:rPr lang="en-US" sz="1050">
                <a:solidFill>
                  <a:srgbClr val="EC2027"/>
                </a:solidFill>
                <a:latin typeface="Arial"/>
                <a:ea typeface="Arial"/>
                <a:cs typeface="Arial"/>
                <a:sym typeface="Arial"/>
              </a:rPr>
              <a:t>Hyperparameter tuning: </a:t>
            </a:r>
            <a:r>
              <a:rPr lang="en-US" sz="1050">
                <a:latin typeface="Arial"/>
                <a:ea typeface="Arial"/>
                <a:cs typeface="Arial"/>
                <a:sym typeface="Arial"/>
              </a:rPr>
              <a:t>Requires careful tuning</a:t>
            </a:r>
            <a:endParaRPr sz="1050">
              <a:latin typeface="Arial"/>
              <a:ea typeface="Arial"/>
              <a:cs typeface="Arial"/>
              <a:sym typeface="Arial"/>
            </a:endParaRPr>
          </a:p>
          <a:p>
            <a:pPr marL="12700" lvl="0" indent="0" algn="l" rtl="0">
              <a:lnSpc>
                <a:spcPct val="100000"/>
              </a:lnSpc>
              <a:spcBef>
                <a:spcPts val="960"/>
              </a:spcBef>
              <a:spcAft>
                <a:spcPts val="0"/>
              </a:spcAft>
              <a:buNone/>
            </a:pPr>
            <a:r>
              <a:rPr lang="en-US" sz="1050">
                <a:solidFill>
                  <a:srgbClr val="BF003F"/>
                </a:solidFill>
                <a:latin typeface="Arial"/>
                <a:ea typeface="Arial"/>
                <a:cs typeface="Arial"/>
                <a:sym typeface="Arial"/>
              </a:rPr>
              <a:t>Common compromise: Mini-batch SGD</a:t>
            </a:r>
            <a:endParaRPr sz="1050">
              <a:latin typeface="Arial"/>
              <a:ea typeface="Arial"/>
              <a:cs typeface="Arial"/>
              <a:sym typeface="Arial"/>
            </a:endParaRPr>
          </a:p>
        </p:txBody>
      </p:sp>
      <p:grpSp>
        <p:nvGrpSpPr>
          <p:cNvPr id="677" name="Google Shape;677;p35"/>
          <p:cNvGrpSpPr/>
          <p:nvPr/>
        </p:nvGrpSpPr>
        <p:grpSpPr>
          <a:xfrm>
            <a:off x="0" y="3141936"/>
            <a:ext cx="5760262" cy="92075"/>
            <a:chOff x="0" y="3141936"/>
            <a:chExt cx="5760262" cy="92075"/>
          </a:xfrm>
        </p:grpSpPr>
        <p:sp>
          <p:nvSpPr>
            <p:cNvPr id="678" name="Google Shape;678;p3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79" name="Google Shape;679;p3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680" name="Google Shape;680;p3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681" name="Google Shape;681;p3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682" name="Google Shape;682;p3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2"/>
              </a:rPr>
              <a:t>D</a:t>
            </a:r>
            <a:r>
              <a:rPr lang="en-US" sz="600" u="sng" cap="small">
                <a:solidFill>
                  <a:schemeClr val="hlink"/>
                </a:solidFill>
                <a:latin typeface="Bookman Old Style"/>
                <a:ea typeface="Bookman Old Style"/>
                <a:cs typeface="Bookman Old Style"/>
                <a:sym typeface="Bookman Old Style"/>
                <a:hlinkClick r:id="rId12"/>
              </a:rPr>
              <a:t>eep</a:t>
            </a:r>
            <a:r>
              <a:rPr lang="en-US" sz="600" u="sng">
                <a:solidFill>
                  <a:schemeClr val="hlink"/>
                </a:solidFill>
                <a:latin typeface="Bookman Old Style"/>
                <a:ea typeface="Bookman Old Style"/>
                <a:cs typeface="Bookman Old Style"/>
                <a:sym typeface="Bookman Old Style"/>
                <a:hlinkClick r:id="rId12"/>
              </a:rPr>
              <a:t> L</a:t>
            </a:r>
            <a:r>
              <a:rPr lang="en-US" sz="600" u="sng" cap="small">
                <a:solidFill>
                  <a:schemeClr val="hlink"/>
                </a:solidFill>
                <a:latin typeface="Bookman Old Style"/>
                <a:ea typeface="Bookman Old Style"/>
                <a:cs typeface="Bookman Old Style"/>
                <a:sym typeface="Bookman Old Style"/>
                <a:hlinkClick r:id="rId12"/>
              </a:rPr>
              <a:t>earning</a:t>
            </a:r>
            <a:endParaRPr sz="600">
              <a:latin typeface="Bookman Old Style"/>
              <a:ea typeface="Bookman Old Style"/>
              <a:cs typeface="Bookman Old Style"/>
              <a:sym typeface="Bookman Old Style"/>
            </a:endParaRPr>
          </a:p>
        </p:txBody>
      </p:sp>
      <p:sp>
        <p:nvSpPr>
          <p:cNvPr id="683" name="Google Shape;683;p35"/>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8</a:t>
            </a:fld>
            <a:r>
              <a:rPr lang="en-US"/>
              <a:t> / 100</a:t>
            </a:r>
            <a:endParaRPr/>
          </a:p>
        </p:txBody>
      </p:sp>
      <mc:AlternateContent xmlns:mc="http://schemas.openxmlformats.org/markup-compatibility/2006">
        <mc:Choice xmlns:p14="http://schemas.microsoft.com/office/powerpoint/2010/main" Requires="p14">
          <p:contentPart p14:bwMode="auto" r:id="rId13">
            <p14:nvContentPartPr>
              <p14:cNvPr id="2" name="Ink 1">
                <a:extLst>
                  <a:ext uri="{FF2B5EF4-FFF2-40B4-BE49-F238E27FC236}">
                    <a16:creationId xmlns:a16="http://schemas.microsoft.com/office/drawing/2014/main" id="{98C9F43D-F61B-660A-D3A1-9239BE352721}"/>
                  </a:ext>
                </a:extLst>
              </p14:cNvPr>
              <p14:cNvContentPartPr/>
              <p14:nvPr/>
            </p14:nvContentPartPr>
            <p14:xfrm>
              <a:off x="804960" y="528480"/>
              <a:ext cx="4826160" cy="2523600"/>
            </p14:xfrm>
          </p:contentPart>
        </mc:Choice>
        <mc:Fallback>
          <p:pic>
            <p:nvPicPr>
              <p:cNvPr id="2" name="Ink 1">
                <a:extLst>
                  <a:ext uri="{FF2B5EF4-FFF2-40B4-BE49-F238E27FC236}">
                    <a16:creationId xmlns:a16="http://schemas.microsoft.com/office/drawing/2014/main" id="{98C9F43D-F61B-660A-D3A1-9239BE352721}"/>
                  </a:ext>
                </a:extLst>
              </p:cNvPr>
              <p:cNvPicPr/>
              <p:nvPr/>
            </p:nvPicPr>
            <p:blipFill>
              <a:blip r:embed="rId14"/>
              <a:stretch>
                <a:fillRect/>
              </a:stretch>
            </p:blipFill>
            <p:spPr>
              <a:xfrm>
                <a:off x="795600" y="519120"/>
                <a:ext cx="4844880" cy="2542320"/>
              </a:xfrm>
              <a:prstGeom prst="rect">
                <a:avLst/>
              </a:prstGeom>
            </p:spPr>
          </p:pic>
        </mc:Fallback>
      </mc:AlternateContent>
    </p:spTree>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36"/>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689" name="Google Shape;689;p36"/>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690" name="Google Shape;690;p36"/>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691" name="Google Shape;691;p36"/>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692" name="Google Shape;692;p36"/>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693" name="Google Shape;693;p36"/>
          <p:cNvGrpSpPr/>
          <p:nvPr/>
        </p:nvGrpSpPr>
        <p:grpSpPr>
          <a:xfrm>
            <a:off x="343662" y="887310"/>
            <a:ext cx="302196" cy="873227"/>
            <a:chOff x="343662" y="887310"/>
            <a:chExt cx="302196" cy="873227"/>
          </a:xfrm>
        </p:grpSpPr>
        <p:pic>
          <p:nvPicPr>
            <p:cNvPr id="694" name="Google Shape;694;p36"/>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695" name="Google Shape;695;p36"/>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696" name="Google Shape;696;p36"/>
            <p:cNvPicPr preferRelativeResize="0"/>
            <p:nvPr/>
          </p:nvPicPr>
          <p:blipFill rotWithShape="1">
            <a:blip r:embed="rId7">
              <a:alphaModFix/>
            </a:blip>
            <a:srcRect/>
            <a:stretch/>
          </p:blipFill>
          <p:spPr>
            <a:xfrm>
              <a:off x="576567" y="1260703"/>
              <a:ext cx="69291" cy="69291"/>
            </a:xfrm>
            <a:prstGeom prst="rect">
              <a:avLst/>
            </a:prstGeom>
            <a:noFill/>
            <a:ln>
              <a:noFill/>
            </a:ln>
          </p:spPr>
        </p:pic>
        <p:pic>
          <p:nvPicPr>
            <p:cNvPr id="697" name="Google Shape;697;p36"/>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698" name="Google Shape;698;p36"/>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699" name="Google Shape;699;p36"/>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700" name="Google Shape;700;p36"/>
          <p:cNvGrpSpPr/>
          <p:nvPr/>
        </p:nvGrpSpPr>
        <p:grpSpPr>
          <a:xfrm>
            <a:off x="343662" y="1821865"/>
            <a:ext cx="302196" cy="1056691"/>
            <a:chOff x="343662" y="1821865"/>
            <a:chExt cx="302196" cy="1056691"/>
          </a:xfrm>
        </p:grpSpPr>
        <p:pic>
          <p:nvPicPr>
            <p:cNvPr id="701" name="Google Shape;701;p36"/>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702" name="Google Shape;702;p36"/>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703" name="Google Shape;703;p36"/>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704" name="Google Shape;704;p36"/>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705" name="Google Shape;705;p36"/>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706" name="Google Shape;706;p36"/>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707" name="Google Shape;707;p36"/>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708" name="Google Shape;708;p36"/>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709" name="Google Shape;709;p36"/>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710" name="Google Shape;710;p36"/>
          <p:cNvSpPr txBox="1"/>
          <p:nvPr/>
        </p:nvSpPr>
        <p:spPr>
          <a:xfrm>
            <a:off x="563029" y="391144"/>
            <a:ext cx="33807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711" name="Google Shape;711;p36"/>
          <p:cNvGrpSpPr/>
          <p:nvPr/>
        </p:nvGrpSpPr>
        <p:grpSpPr>
          <a:xfrm>
            <a:off x="0" y="3141936"/>
            <a:ext cx="5760262" cy="92075"/>
            <a:chOff x="0" y="3141936"/>
            <a:chExt cx="5760262" cy="92075"/>
          </a:xfrm>
        </p:grpSpPr>
        <p:sp>
          <p:nvSpPr>
            <p:cNvPr id="712" name="Google Shape;712;p3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3" name="Google Shape;713;p3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14" name="Google Shape;714;p3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15" name="Google Shape;715;p3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16" name="Google Shape;716;p3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717" name="Google Shape;717;p36"/>
          <p:cNvSpPr txBox="1">
            <a:spLocks noGrp="1"/>
          </p:cNvSpPr>
          <p:nvPr>
            <p:ph type="sldNum" idx="12"/>
          </p:nvPr>
        </p:nvSpPr>
        <p:spPr>
          <a:xfrm>
            <a:off x="4627902" y="3137675"/>
            <a:ext cx="4932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9</a:t>
            </a:fld>
            <a:r>
              <a:rPr lang="en-US"/>
              <a:t> / 100</a:t>
            </a:r>
            <a:endParaRPr/>
          </a:p>
        </p:txBody>
      </p:sp>
    </p:spTree>
  </p:cSld>
  <p:clrMapOvr>
    <a:masterClrMapping/>
  </p:clrMapOvr>
  <p:transition>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3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etup</a:t>
            </a:r>
            <a:endParaRPr/>
          </a:p>
        </p:txBody>
      </p:sp>
      <p:sp>
        <p:nvSpPr>
          <p:cNvPr id="723" name="Google Shape;723;p3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24" name="Google Shape;724;p3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25" name="Google Shape;725;p37"/>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10</a:t>
            </a:fld>
            <a:r>
              <a:rPr lang="en-US"/>
              <a:t> / 100</a:t>
            </a:r>
            <a:endParaRPr/>
          </a:p>
        </p:txBody>
      </p:sp>
      <p:pic>
        <p:nvPicPr>
          <p:cNvPr id="726" name="Google Shape;726;p37"/>
          <p:cNvPicPr preferRelativeResize="0"/>
          <p:nvPr/>
        </p:nvPicPr>
        <p:blipFill>
          <a:blip r:embed="rId4">
            <a:alphaModFix/>
          </a:blip>
          <a:stretch>
            <a:fillRect/>
          </a:stretch>
        </p:blipFill>
        <p:spPr>
          <a:xfrm>
            <a:off x="152400" y="550235"/>
            <a:ext cx="5152851" cy="243503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23D497C8-F0AE-A718-4738-268C306937E7}"/>
                  </a:ext>
                </a:extLst>
              </p14:cNvPr>
              <p14:cNvContentPartPr/>
              <p14:nvPr/>
            </p14:nvContentPartPr>
            <p14:xfrm>
              <a:off x="705240" y="841320"/>
              <a:ext cx="4463640" cy="1230840"/>
            </p14:xfrm>
          </p:contentPart>
        </mc:Choice>
        <mc:Fallback>
          <p:pic>
            <p:nvPicPr>
              <p:cNvPr id="2" name="Ink 1">
                <a:extLst>
                  <a:ext uri="{FF2B5EF4-FFF2-40B4-BE49-F238E27FC236}">
                    <a16:creationId xmlns:a16="http://schemas.microsoft.com/office/drawing/2014/main" id="{23D497C8-F0AE-A718-4738-268C306937E7}"/>
                  </a:ext>
                </a:extLst>
              </p:cNvPr>
              <p:cNvPicPr/>
              <p:nvPr/>
            </p:nvPicPr>
            <p:blipFill>
              <a:blip r:embed="rId6"/>
              <a:stretch>
                <a:fillRect/>
              </a:stretch>
            </p:blipFill>
            <p:spPr>
              <a:xfrm>
                <a:off x="695880" y="831960"/>
                <a:ext cx="4482360" cy="1249560"/>
              </a:xfrm>
              <a:prstGeom prst="rect">
                <a:avLst/>
              </a:prstGeom>
            </p:spPr>
          </p:pic>
        </mc:Fallback>
      </mc:AlternateContent>
    </p:spTree>
  </p:cSld>
  <p:clrMapOvr>
    <a:masterClrMapping/>
  </p:clrMapOvr>
  <p:transition>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3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I</a:t>
            </a:r>
            <a:r>
              <a:rPr lang="en-US" cap="small">
                <a:solidFill>
                  <a:srgbClr val="FFFFFF"/>
                </a:solidFill>
              </a:rPr>
              <a:t>nitialization</a:t>
            </a:r>
            <a:endParaRPr/>
          </a:p>
        </p:txBody>
      </p:sp>
      <p:grpSp>
        <p:nvGrpSpPr>
          <p:cNvPr id="732" name="Google Shape;732;p38"/>
          <p:cNvGrpSpPr/>
          <p:nvPr/>
        </p:nvGrpSpPr>
        <p:grpSpPr>
          <a:xfrm>
            <a:off x="0" y="3141936"/>
            <a:ext cx="5760262" cy="92075"/>
            <a:chOff x="0" y="3141936"/>
            <a:chExt cx="5760262" cy="92075"/>
          </a:xfrm>
        </p:grpSpPr>
        <p:sp>
          <p:nvSpPr>
            <p:cNvPr id="733" name="Google Shape;733;p3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34" name="Google Shape;734;p3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35" name="Google Shape;735;p3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36" name="Google Shape;736;p3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37" name="Google Shape;737;p3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38" name="Google Shape;738;p38"/>
          <p:cNvSpPr txBox="1">
            <a:spLocks noGrp="1"/>
          </p:cNvSpPr>
          <p:nvPr>
            <p:ph type="sldNum" idx="12"/>
          </p:nvPr>
        </p:nvSpPr>
        <p:spPr>
          <a:xfrm>
            <a:off x="4627902" y="3137675"/>
            <a:ext cx="543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11</a:t>
            </a:fld>
            <a:r>
              <a:rPr lang="en-US"/>
              <a:t> / 100</a:t>
            </a:r>
            <a:endParaRPr/>
          </a:p>
        </p:txBody>
      </p:sp>
      <p:pic>
        <p:nvPicPr>
          <p:cNvPr id="739" name="Google Shape;739;p38"/>
          <p:cNvPicPr preferRelativeResize="0"/>
          <p:nvPr/>
        </p:nvPicPr>
        <p:blipFill>
          <a:blip r:embed="rId4">
            <a:alphaModFix/>
          </a:blip>
          <a:stretch>
            <a:fillRect/>
          </a:stretch>
        </p:blipFill>
        <p:spPr>
          <a:xfrm>
            <a:off x="152400" y="550235"/>
            <a:ext cx="5140034"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54B10992-2870-EEA2-8E6D-7ED0535C38DF}"/>
                  </a:ext>
                </a:extLst>
              </p14:cNvPr>
              <p14:cNvContentPartPr/>
              <p14:nvPr/>
            </p14:nvContentPartPr>
            <p14:xfrm>
              <a:off x="1295640" y="581400"/>
              <a:ext cx="3858840" cy="2272320"/>
            </p14:xfrm>
          </p:contentPart>
        </mc:Choice>
        <mc:Fallback>
          <p:pic>
            <p:nvPicPr>
              <p:cNvPr id="2" name="Ink 1">
                <a:extLst>
                  <a:ext uri="{FF2B5EF4-FFF2-40B4-BE49-F238E27FC236}">
                    <a16:creationId xmlns:a16="http://schemas.microsoft.com/office/drawing/2014/main" id="{54B10992-2870-EEA2-8E6D-7ED0535C38DF}"/>
                  </a:ext>
                </a:extLst>
              </p:cNvPr>
              <p:cNvPicPr/>
              <p:nvPr/>
            </p:nvPicPr>
            <p:blipFill>
              <a:blip r:embed="rId6"/>
              <a:stretch>
                <a:fillRect/>
              </a:stretch>
            </p:blipFill>
            <p:spPr>
              <a:xfrm>
                <a:off x="1286280" y="572040"/>
                <a:ext cx="3877560" cy="2291040"/>
              </a:xfrm>
              <a:prstGeom prst="rect">
                <a:avLst/>
              </a:prstGeom>
            </p:spPr>
          </p:pic>
        </mc:Fallback>
      </mc:AlternateContent>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3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F</a:t>
            </a:r>
            <a:r>
              <a:rPr lang="en-US" cap="small">
                <a:solidFill>
                  <a:srgbClr val="FFFFFF"/>
                </a:solidFill>
              </a:rPr>
              <a:t>irst</a:t>
            </a:r>
            <a:r>
              <a:rPr lang="en-US">
                <a:solidFill>
                  <a:srgbClr val="FFFFFF"/>
                </a:solidFill>
              </a:rPr>
              <a:t> SGD I</a:t>
            </a:r>
            <a:r>
              <a:rPr lang="en-US" cap="small">
                <a:solidFill>
                  <a:srgbClr val="FFFFFF"/>
                </a:solidFill>
              </a:rPr>
              <a:t>teration</a:t>
            </a:r>
            <a:endParaRPr/>
          </a:p>
        </p:txBody>
      </p:sp>
      <p:grpSp>
        <p:nvGrpSpPr>
          <p:cNvPr id="745" name="Google Shape;745;p39"/>
          <p:cNvGrpSpPr/>
          <p:nvPr/>
        </p:nvGrpSpPr>
        <p:grpSpPr>
          <a:xfrm>
            <a:off x="0" y="3141936"/>
            <a:ext cx="5760262" cy="92075"/>
            <a:chOff x="0" y="3141936"/>
            <a:chExt cx="5760262" cy="92075"/>
          </a:xfrm>
        </p:grpSpPr>
        <p:sp>
          <p:nvSpPr>
            <p:cNvPr id="746" name="Google Shape;746;p3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7" name="Google Shape;747;p3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48" name="Google Shape;748;p3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49" name="Google Shape;749;p3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50" name="Google Shape;750;p3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51" name="Google Shape;751;p39"/>
          <p:cNvSpPr txBox="1">
            <a:spLocks noGrp="1"/>
          </p:cNvSpPr>
          <p:nvPr>
            <p:ph type="sldNum" idx="12"/>
          </p:nvPr>
        </p:nvSpPr>
        <p:spPr>
          <a:xfrm>
            <a:off x="4627902" y="3137675"/>
            <a:ext cx="4830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12</a:t>
            </a:fld>
            <a:r>
              <a:rPr lang="en-US"/>
              <a:t> / 100</a:t>
            </a:r>
            <a:endParaRPr/>
          </a:p>
        </p:txBody>
      </p:sp>
      <p:pic>
        <p:nvPicPr>
          <p:cNvPr id="752" name="Google Shape;752;p39"/>
          <p:cNvPicPr preferRelativeResize="0"/>
          <p:nvPr/>
        </p:nvPicPr>
        <p:blipFill>
          <a:blip r:embed="rId4">
            <a:alphaModFix/>
          </a:blip>
          <a:stretch>
            <a:fillRect/>
          </a:stretch>
        </p:blipFill>
        <p:spPr>
          <a:xfrm>
            <a:off x="152400" y="550235"/>
            <a:ext cx="5200158" cy="2435038"/>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93AC6833-2573-2851-D3AF-FEE6D95143B2}"/>
                  </a:ext>
                </a:extLst>
              </p14:cNvPr>
              <p14:cNvContentPartPr/>
              <p14:nvPr/>
            </p14:nvContentPartPr>
            <p14:xfrm>
              <a:off x="2407320" y="372600"/>
              <a:ext cx="2963160" cy="2622240"/>
            </p14:xfrm>
          </p:contentPart>
        </mc:Choice>
        <mc:Fallback>
          <p:pic>
            <p:nvPicPr>
              <p:cNvPr id="2" name="Ink 1">
                <a:extLst>
                  <a:ext uri="{FF2B5EF4-FFF2-40B4-BE49-F238E27FC236}">
                    <a16:creationId xmlns:a16="http://schemas.microsoft.com/office/drawing/2014/main" id="{93AC6833-2573-2851-D3AF-FEE6D95143B2}"/>
                  </a:ext>
                </a:extLst>
              </p:cNvPr>
              <p:cNvPicPr/>
              <p:nvPr/>
            </p:nvPicPr>
            <p:blipFill>
              <a:blip r:embed="rId6"/>
              <a:stretch>
                <a:fillRect/>
              </a:stretch>
            </p:blipFill>
            <p:spPr>
              <a:xfrm>
                <a:off x="2397960" y="363240"/>
                <a:ext cx="2981880" cy="2640960"/>
              </a:xfrm>
              <a:prstGeom prst="rect">
                <a:avLst/>
              </a:prstGeom>
            </p:spPr>
          </p:pic>
        </mc:Fallback>
      </mc:AlternateContent>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4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econd</a:t>
            </a:r>
            <a:r>
              <a:rPr lang="en-US">
                <a:solidFill>
                  <a:srgbClr val="FFFFFF"/>
                </a:solidFill>
              </a:rPr>
              <a:t> SGD I</a:t>
            </a:r>
            <a:r>
              <a:rPr lang="en-US" cap="small">
                <a:solidFill>
                  <a:srgbClr val="FFFFFF"/>
                </a:solidFill>
              </a:rPr>
              <a:t>teration</a:t>
            </a:r>
            <a:endParaRPr/>
          </a:p>
        </p:txBody>
      </p:sp>
      <p:grpSp>
        <p:nvGrpSpPr>
          <p:cNvPr id="758" name="Google Shape;758;p40"/>
          <p:cNvGrpSpPr/>
          <p:nvPr/>
        </p:nvGrpSpPr>
        <p:grpSpPr>
          <a:xfrm>
            <a:off x="0" y="3141936"/>
            <a:ext cx="5760262" cy="92075"/>
            <a:chOff x="0" y="3141936"/>
            <a:chExt cx="5760262" cy="92075"/>
          </a:xfrm>
        </p:grpSpPr>
        <p:sp>
          <p:nvSpPr>
            <p:cNvPr id="759" name="Google Shape;759;p4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60" name="Google Shape;760;p4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61" name="Google Shape;761;p4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62" name="Google Shape;762;p4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63" name="Google Shape;763;p4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64" name="Google Shape;764;p40"/>
          <p:cNvSpPr txBox="1">
            <a:spLocks noGrp="1"/>
          </p:cNvSpPr>
          <p:nvPr>
            <p:ph type="sldNum" idx="12"/>
          </p:nvPr>
        </p:nvSpPr>
        <p:spPr>
          <a:xfrm>
            <a:off x="4627902" y="3137675"/>
            <a:ext cx="5289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13</a:t>
            </a:fld>
            <a:r>
              <a:rPr lang="en-US"/>
              <a:t> / 100</a:t>
            </a:r>
            <a:endParaRPr/>
          </a:p>
        </p:txBody>
      </p:sp>
      <p:pic>
        <p:nvPicPr>
          <p:cNvPr id="765" name="Google Shape;765;p40"/>
          <p:cNvPicPr preferRelativeResize="0"/>
          <p:nvPr/>
        </p:nvPicPr>
        <p:blipFill>
          <a:blip r:embed="rId4">
            <a:alphaModFix/>
          </a:blip>
          <a:stretch>
            <a:fillRect/>
          </a:stretch>
        </p:blipFill>
        <p:spPr>
          <a:xfrm>
            <a:off x="152400" y="550235"/>
            <a:ext cx="5312808"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64BE73D8-920A-97D5-E9EC-AF31BF3A1538}"/>
                  </a:ext>
                </a:extLst>
              </p14:cNvPr>
              <p14:cNvContentPartPr/>
              <p14:nvPr/>
            </p14:nvContentPartPr>
            <p14:xfrm>
              <a:off x="2762280" y="531360"/>
              <a:ext cx="2797200" cy="2384640"/>
            </p14:xfrm>
          </p:contentPart>
        </mc:Choice>
        <mc:Fallback>
          <p:pic>
            <p:nvPicPr>
              <p:cNvPr id="2" name="Ink 1">
                <a:extLst>
                  <a:ext uri="{FF2B5EF4-FFF2-40B4-BE49-F238E27FC236}">
                    <a16:creationId xmlns:a16="http://schemas.microsoft.com/office/drawing/2014/main" id="{64BE73D8-920A-97D5-E9EC-AF31BF3A1538}"/>
                  </a:ext>
                </a:extLst>
              </p:cNvPr>
              <p:cNvPicPr/>
              <p:nvPr/>
            </p:nvPicPr>
            <p:blipFill>
              <a:blip r:embed="rId6"/>
              <a:stretch>
                <a:fillRect/>
              </a:stretch>
            </p:blipFill>
            <p:spPr>
              <a:xfrm>
                <a:off x="2752920" y="522000"/>
                <a:ext cx="2815920" cy="2403360"/>
              </a:xfrm>
              <a:prstGeom prst="rect">
                <a:avLst/>
              </a:prstGeom>
            </p:spPr>
          </p:pic>
        </mc:Fallback>
      </mc:AlternateContent>
    </p:spTree>
  </p:cSld>
  <p:clrMapOvr>
    <a:masterClrMapping/>
  </p:clrMapOvr>
  <p:transition>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4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C</a:t>
            </a:r>
            <a:r>
              <a:rPr lang="en-US" cap="small">
                <a:solidFill>
                  <a:srgbClr val="FFFFFF"/>
                </a:solidFill>
              </a:rPr>
              <a:t>hecking</a:t>
            </a:r>
            <a:r>
              <a:rPr lang="en-US">
                <a:solidFill>
                  <a:srgbClr val="FFFFFF"/>
                </a:solidFill>
              </a:rPr>
              <a:t> P</a:t>
            </a:r>
            <a:r>
              <a:rPr lang="en-US" cap="small">
                <a:solidFill>
                  <a:srgbClr val="FFFFFF"/>
                </a:solidFill>
              </a:rPr>
              <a:t>rogress</a:t>
            </a:r>
            <a:endParaRPr/>
          </a:p>
        </p:txBody>
      </p:sp>
      <p:grpSp>
        <p:nvGrpSpPr>
          <p:cNvPr id="771" name="Google Shape;771;p41"/>
          <p:cNvGrpSpPr/>
          <p:nvPr/>
        </p:nvGrpSpPr>
        <p:grpSpPr>
          <a:xfrm>
            <a:off x="0" y="3141936"/>
            <a:ext cx="5760262" cy="92075"/>
            <a:chOff x="0" y="3141936"/>
            <a:chExt cx="5760262" cy="92075"/>
          </a:xfrm>
        </p:grpSpPr>
        <p:sp>
          <p:nvSpPr>
            <p:cNvPr id="772" name="Google Shape;772;p4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3" name="Google Shape;773;p4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774" name="Google Shape;774;p4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775" name="Google Shape;775;p4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776" name="Google Shape;776;p4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777" name="Google Shape;777;p41"/>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14</a:t>
            </a:fld>
            <a:r>
              <a:rPr lang="en-US"/>
              <a:t> / 100</a:t>
            </a:r>
            <a:endParaRPr/>
          </a:p>
        </p:txBody>
      </p:sp>
      <p:pic>
        <p:nvPicPr>
          <p:cNvPr id="778" name="Google Shape;778;p41"/>
          <p:cNvPicPr preferRelativeResize="0"/>
          <p:nvPr/>
        </p:nvPicPr>
        <p:blipFill>
          <a:blip r:embed="rId4">
            <a:alphaModFix/>
          </a:blip>
          <a:stretch>
            <a:fillRect/>
          </a:stretch>
        </p:blipFill>
        <p:spPr>
          <a:xfrm>
            <a:off x="152400" y="478150"/>
            <a:ext cx="5395150" cy="2597625"/>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89153E03-F8DD-4C7E-2690-480898EB6961}"/>
                  </a:ext>
                </a:extLst>
              </p14:cNvPr>
              <p14:cNvContentPartPr/>
              <p14:nvPr/>
            </p14:nvContentPartPr>
            <p14:xfrm>
              <a:off x="808920" y="678240"/>
              <a:ext cx="4737600" cy="2047320"/>
            </p14:xfrm>
          </p:contentPart>
        </mc:Choice>
        <mc:Fallback>
          <p:pic>
            <p:nvPicPr>
              <p:cNvPr id="2" name="Ink 1">
                <a:extLst>
                  <a:ext uri="{FF2B5EF4-FFF2-40B4-BE49-F238E27FC236}">
                    <a16:creationId xmlns:a16="http://schemas.microsoft.com/office/drawing/2014/main" id="{89153E03-F8DD-4C7E-2690-480898EB6961}"/>
                  </a:ext>
                </a:extLst>
              </p:cNvPr>
              <p:cNvPicPr/>
              <p:nvPr/>
            </p:nvPicPr>
            <p:blipFill>
              <a:blip r:embed="rId6"/>
              <a:stretch>
                <a:fillRect/>
              </a:stretch>
            </p:blipFill>
            <p:spPr>
              <a:xfrm>
                <a:off x="799560" y="668880"/>
                <a:ext cx="4756320" cy="2066040"/>
              </a:xfrm>
              <a:prstGeom prst="rect">
                <a:avLst/>
              </a:prstGeom>
            </p:spPr>
          </p:pic>
        </mc:Fallback>
      </mc:AlternateContent>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43"/>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797" name="Google Shape;797;p43"/>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798" name="Google Shape;798;p43"/>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799" name="Google Shape;799;p43"/>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800" name="Google Shape;800;p43"/>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801" name="Google Shape;801;p43"/>
          <p:cNvGrpSpPr/>
          <p:nvPr/>
        </p:nvGrpSpPr>
        <p:grpSpPr>
          <a:xfrm>
            <a:off x="343662" y="887310"/>
            <a:ext cx="302196" cy="873227"/>
            <a:chOff x="343662" y="887310"/>
            <a:chExt cx="302196" cy="873227"/>
          </a:xfrm>
        </p:grpSpPr>
        <p:pic>
          <p:nvPicPr>
            <p:cNvPr id="802" name="Google Shape;802;p43"/>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803" name="Google Shape;803;p43"/>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804" name="Google Shape;804;p43"/>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805" name="Google Shape;805;p43"/>
            <p:cNvPicPr preferRelativeResize="0"/>
            <p:nvPr/>
          </p:nvPicPr>
          <p:blipFill rotWithShape="1">
            <a:blip r:embed="rId8">
              <a:alphaModFix/>
            </a:blip>
            <a:srcRect/>
            <a:stretch/>
          </p:blipFill>
          <p:spPr>
            <a:xfrm>
              <a:off x="576567" y="1444167"/>
              <a:ext cx="69291" cy="69291"/>
            </a:xfrm>
            <a:prstGeom prst="rect">
              <a:avLst/>
            </a:prstGeom>
            <a:noFill/>
            <a:ln>
              <a:noFill/>
            </a:ln>
          </p:spPr>
        </p:pic>
        <p:pic>
          <p:nvPicPr>
            <p:cNvPr id="806" name="Google Shape;806;p43"/>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807" name="Google Shape;807;p43"/>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808" name="Google Shape;808;p43"/>
          <p:cNvGrpSpPr/>
          <p:nvPr/>
        </p:nvGrpSpPr>
        <p:grpSpPr>
          <a:xfrm>
            <a:off x="343662" y="1821865"/>
            <a:ext cx="302196" cy="1056691"/>
            <a:chOff x="343662" y="1821865"/>
            <a:chExt cx="302196" cy="1056691"/>
          </a:xfrm>
        </p:grpSpPr>
        <p:pic>
          <p:nvPicPr>
            <p:cNvPr id="809" name="Google Shape;809;p43"/>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810" name="Google Shape;810;p43"/>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811" name="Google Shape;811;p43"/>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812" name="Google Shape;812;p43"/>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813" name="Google Shape;813;p43"/>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814" name="Google Shape;814;p43"/>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815" name="Google Shape;815;p43"/>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816" name="Google Shape;816;p43"/>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817" name="Google Shape;817;p43"/>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818" name="Google Shape;818;p43"/>
          <p:cNvSpPr txBox="1"/>
          <p:nvPr/>
        </p:nvSpPr>
        <p:spPr>
          <a:xfrm>
            <a:off x="563029" y="391144"/>
            <a:ext cx="33807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819" name="Google Shape;819;p43"/>
          <p:cNvGrpSpPr/>
          <p:nvPr/>
        </p:nvGrpSpPr>
        <p:grpSpPr>
          <a:xfrm>
            <a:off x="0" y="3141936"/>
            <a:ext cx="5760262" cy="92075"/>
            <a:chOff x="0" y="3141936"/>
            <a:chExt cx="5760262" cy="92075"/>
          </a:xfrm>
        </p:grpSpPr>
        <p:sp>
          <p:nvSpPr>
            <p:cNvPr id="820" name="Google Shape;820;p4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1" name="Google Shape;821;p4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22" name="Google Shape;822;p4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23" name="Google Shape;823;p4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24" name="Google Shape;824;p4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825" name="Google Shape;825;p43"/>
          <p:cNvSpPr txBox="1">
            <a:spLocks noGrp="1"/>
          </p:cNvSpPr>
          <p:nvPr>
            <p:ph type="sldNum" idx="12"/>
          </p:nvPr>
        </p:nvSpPr>
        <p:spPr>
          <a:xfrm>
            <a:off x="4627901" y="3137675"/>
            <a:ext cx="457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15</a:t>
            </a:fld>
            <a:r>
              <a:rPr lang="en-US"/>
              <a:t> / 100</a:t>
            </a:r>
            <a:endParaRPr/>
          </a:p>
        </p:txBody>
      </p:sp>
      <mc:AlternateContent xmlns:mc="http://schemas.openxmlformats.org/markup-compatibility/2006">
        <mc:Choice xmlns:p14="http://schemas.microsoft.com/office/powerpoint/2010/main" Requires="p14">
          <p:contentPart p14:bwMode="auto" r:id="rId32">
            <p14:nvContentPartPr>
              <p14:cNvPr id="2" name="Ink 1">
                <a:extLst>
                  <a:ext uri="{FF2B5EF4-FFF2-40B4-BE49-F238E27FC236}">
                    <a16:creationId xmlns:a16="http://schemas.microsoft.com/office/drawing/2014/main" id="{03983722-B481-35BC-4550-D02679EB9405}"/>
                  </a:ext>
                </a:extLst>
              </p14:cNvPr>
              <p14:cNvContentPartPr/>
              <p14:nvPr/>
            </p14:nvContentPartPr>
            <p14:xfrm>
              <a:off x="2901960" y="451080"/>
              <a:ext cx="1580400" cy="1052640"/>
            </p14:xfrm>
          </p:contentPart>
        </mc:Choice>
        <mc:Fallback>
          <p:pic>
            <p:nvPicPr>
              <p:cNvPr id="2" name="Ink 1">
                <a:extLst>
                  <a:ext uri="{FF2B5EF4-FFF2-40B4-BE49-F238E27FC236}">
                    <a16:creationId xmlns:a16="http://schemas.microsoft.com/office/drawing/2014/main" id="{03983722-B481-35BC-4550-D02679EB9405}"/>
                  </a:ext>
                </a:extLst>
              </p:cNvPr>
              <p:cNvPicPr/>
              <p:nvPr/>
            </p:nvPicPr>
            <p:blipFill>
              <a:blip r:embed="rId33"/>
              <a:stretch>
                <a:fillRect/>
              </a:stretch>
            </p:blipFill>
            <p:spPr>
              <a:xfrm>
                <a:off x="2892600" y="441720"/>
                <a:ext cx="1599120" cy="1071360"/>
              </a:xfrm>
              <a:prstGeom prst="rect">
                <a:avLst/>
              </a:prstGeom>
            </p:spPr>
          </p:pic>
        </mc:Fallback>
      </mc:AlternateContent>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4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E</a:t>
            </a:r>
            <a:r>
              <a:rPr lang="en-US" cap="small">
                <a:solidFill>
                  <a:srgbClr val="FFFFFF"/>
                </a:solidFill>
              </a:rPr>
              <a:t>valuating</a:t>
            </a:r>
            <a:r>
              <a:rPr lang="en-US">
                <a:solidFill>
                  <a:srgbClr val="FFFFFF"/>
                </a:solidFill>
              </a:rPr>
              <a:t> C</a:t>
            </a:r>
            <a:r>
              <a:rPr lang="en-US" cap="small">
                <a:solidFill>
                  <a:srgbClr val="FFFFFF"/>
                </a:solidFill>
              </a:rPr>
              <a:t>lassification</a:t>
            </a:r>
            <a:r>
              <a:rPr lang="en-US">
                <a:solidFill>
                  <a:srgbClr val="FFFFFF"/>
                </a:solidFill>
              </a:rPr>
              <a:t> M</a:t>
            </a:r>
            <a:r>
              <a:rPr lang="en-US" cap="small">
                <a:solidFill>
                  <a:srgbClr val="FFFFFF"/>
                </a:solidFill>
              </a:rPr>
              <a:t>odels</a:t>
            </a:r>
            <a:endParaRPr/>
          </a:p>
        </p:txBody>
      </p:sp>
      <p:grpSp>
        <p:nvGrpSpPr>
          <p:cNvPr id="831" name="Google Shape;831;p44"/>
          <p:cNvGrpSpPr/>
          <p:nvPr/>
        </p:nvGrpSpPr>
        <p:grpSpPr>
          <a:xfrm>
            <a:off x="513702" y="1129753"/>
            <a:ext cx="69291" cy="1469809"/>
            <a:chOff x="513702" y="1129753"/>
            <a:chExt cx="69291" cy="1469809"/>
          </a:xfrm>
        </p:grpSpPr>
        <p:pic>
          <p:nvPicPr>
            <p:cNvPr id="832" name="Google Shape;832;p44"/>
            <p:cNvPicPr preferRelativeResize="0"/>
            <p:nvPr/>
          </p:nvPicPr>
          <p:blipFill rotWithShape="1">
            <a:blip r:embed="rId3">
              <a:alphaModFix/>
            </a:blip>
            <a:srcRect/>
            <a:stretch/>
          </p:blipFill>
          <p:spPr>
            <a:xfrm>
              <a:off x="513702" y="1129753"/>
              <a:ext cx="69291" cy="69291"/>
            </a:xfrm>
            <a:prstGeom prst="rect">
              <a:avLst/>
            </a:prstGeom>
            <a:noFill/>
            <a:ln>
              <a:noFill/>
            </a:ln>
          </p:spPr>
        </p:pic>
        <p:pic>
          <p:nvPicPr>
            <p:cNvPr id="833" name="Google Shape;833;p44"/>
            <p:cNvPicPr preferRelativeResize="0"/>
            <p:nvPr/>
          </p:nvPicPr>
          <p:blipFill rotWithShape="1">
            <a:blip r:embed="rId4">
              <a:alphaModFix/>
            </a:blip>
            <a:srcRect/>
            <a:stretch/>
          </p:blipFill>
          <p:spPr>
            <a:xfrm>
              <a:off x="513702" y="1351178"/>
              <a:ext cx="69291" cy="69291"/>
            </a:xfrm>
            <a:prstGeom prst="rect">
              <a:avLst/>
            </a:prstGeom>
            <a:noFill/>
            <a:ln>
              <a:noFill/>
            </a:ln>
          </p:spPr>
        </p:pic>
        <p:pic>
          <p:nvPicPr>
            <p:cNvPr id="834" name="Google Shape;834;p44"/>
            <p:cNvPicPr preferRelativeResize="0"/>
            <p:nvPr/>
          </p:nvPicPr>
          <p:blipFill rotWithShape="1">
            <a:blip r:embed="rId5">
              <a:alphaModFix/>
            </a:blip>
            <a:srcRect/>
            <a:stretch/>
          </p:blipFill>
          <p:spPr>
            <a:xfrm>
              <a:off x="513702" y="1572602"/>
              <a:ext cx="69291" cy="69291"/>
            </a:xfrm>
            <a:prstGeom prst="rect">
              <a:avLst/>
            </a:prstGeom>
            <a:noFill/>
            <a:ln>
              <a:noFill/>
            </a:ln>
          </p:spPr>
        </p:pic>
        <p:pic>
          <p:nvPicPr>
            <p:cNvPr id="835" name="Google Shape;835;p44"/>
            <p:cNvPicPr preferRelativeResize="0"/>
            <p:nvPr/>
          </p:nvPicPr>
          <p:blipFill rotWithShape="1">
            <a:blip r:embed="rId6">
              <a:alphaModFix/>
            </a:blip>
            <a:srcRect/>
            <a:stretch/>
          </p:blipFill>
          <p:spPr>
            <a:xfrm>
              <a:off x="513702" y="2087435"/>
              <a:ext cx="69291" cy="69291"/>
            </a:xfrm>
            <a:prstGeom prst="rect">
              <a:avLst/>
            </a:prstGeom>
            <a:noFill/>
            <a:ln>
              <a:noFill/>
            </a:ln>
          </p:spPr>
        </p:pic>
        <p:pic>
          <p:nvPicPr>
            <p:cNvPr id="836" name="Google Shape;836;p44"/>
            <p:cNvPicPr preferRelativeResize="0"/>
            <p:nvPr/>
          </p:nvPicPr>
          <p:blipFill rotWithShape="1">
            <a:blip r:embed="rId7">
              <a:alphaModFix/>
            </a:blip>
            <a:srcRect/>
            <a:stretch/>
          </p:blipFill>
          <p:spPr>
            <a:xfrm>
              <a:off x="513702" y="2308859"/>
              <a:ext cx="69291" cy="69291"/>
            </a:xfrm>
            <a:prstGeom prst="rect">
              <a:avLst/>
            </a:prstGeom>
            <a:noFill/>
            <a:ln>
              <a:noFill/>
            </a:ln>
          </p:spPr>
        </p:pic>
        <p:pic>
          <p:nvPicPr>
            <p:cNvPr id="837" name="Google Shape;837;p44"/>
            <p:cNvPicPr preferRelativeResize="0"/>
            <p:nvPr/>
          </p:nvPicPr>
          <p:blipFill rotWithShape="1">
            <a:blip r:embed="rId8">
              <a:alphaModFix/>
            </a:blip>
            <a:srcRect/>
            <a:stretch/>
          </p:blipFill>
          <p:spPr>
            <a:xfrm>
              <a:off x="513702" y="2530271"/>
              <a:ext cx="69291" cy="69291"/>
            </a:xfrm>
            <a:prstGeom prst="rect">
              <a:avLst/>
            </a:prstGeom>
            <a:noFill/>
            <a:ln>
              <a:noFill/>
            </a:ln>
          </p:spPr>
        </p:pic>
      </p:grpSp>
      <p:sp>
        <p:nvSpPr>
          <p:cNvPr id="838" name="Google Shape;838;p44"/>
          <p:cNvSpPr txBox="1"/>
          <p:nvPr/>
        </p:nvSpPr>
        <p:spPr>
          <a:xfrm>
            <a:off x="347294" y="483869"/>
            <a:ext cx="3902100" cy="2462700"/>
          </a:xfrm>
          <a:prstGeom prst="rect">
            <a:avLst/>
          </a:prstGeom>
          <a:noFill/>
          <a:ln>
            <a:noFill/>
          </a:ln>
        </p:spPr>
        <p:txBody>
          <a:bodyPr spcFirstLastPara="1" wrap="square" lIns="0" tIns="12050" rIns="0" bIns="0" anchor="t" anchorCtr="0">
            <a:spAutoFit/>
          </a:bodyPr>
          <a:lstStyle/>
          <a:p>
            <a:pPr marL="12700" marR="186690" lvl="0" indent="0" algn="l" rtl="0">
              <a:lnSpc>
                <a:spcPct val="159600"/>
              </a:lnSpc>
              <a:spcBef>
                <a:spcPts val="0"/>
              </a:spcBef>
              <a:spcAft>
                <a:spcPts val="0"/>
              </a:spcAft>
              <a:buNone/>
            </a:pPr>
            <a:r>
              <a:rPr lang="en-US" sz="1050">
                <a:solidFill>
                  <a:srgbClr val="BF003F"/>
                </a:solidFill>
                <a:latin typeface="Arial"/>
                <a:ea typeface="Arial"/>
                <a:cs typeface="Arial"/>
                <a:sym typeface="Arial"/>
              </a:rPr>
              <a:t>Unlike regression, we need different metrics for classification. </a:t>
            </a:r>
            <a:r>
              <a:rPr lang="en-US" sz="1050">
                <a:solidFill>
                  <a:srgbClr val="1B1472"/>
                </a:solidFill>
                <a:latin typeface="Arial"/>
                <a:ea typeface="Arial"/>
                <a:cs typeface="Arial"/>
                <a:sym typeface="Arial"/>
              </a:rPr>
              <a:t>Key Questions:</a:t>
            </a:r>
            <a:endParaRPr sz="1050">
              <a:latin typeface="Arial"/>
              <a:ea typeface="Arial"/>
              <a:cs typeface="Arial"/>
              <a:sym typeface="Arial"/>
            </a:endParaRPr>
          </a:p>
          <a:p>
            <a:pPr marL="309880" marR="5080" lvl="0" indent="0" algn="l" rtl="0">
              <a:lnSpc>
                <a:spcPct val="138400"/>
              </a:lnSpc>
              <a:spcBef>
                <a:spcPts val="0"/>
              </a:spcBef>
              <a:spcAft>
                <a:spcPts val="0"/>
              </a:spcAft>
              <a:buNone/>
            </a:pPr>
            <a:r>
              <a:rPr lang="en-US" sz="1050">
                <a:latin typeface="Arial"/>
                <a:ea typeface="Arial"/>
                <a:cs typeface="Arial"/>
                <a:sym typeface="Arial"/>
              </a:rPr>
              <a:t>How often does the model predict correctly? (Accuracy) What types of errors does it make? (Confusion Matrix) </a:t>
            </a:r>
            <a:endParaRPr sz="1050">
              <a:latin typeface="Arial"/>
              <a:ea typeface="Arial"/>
              <a:cs typeface="Arial"/>
              <a:sym typeface="Arial"/>
            </a:endParaRPr>
          </a:p>
          <a:p>
            <a:pPr marL="309880" marR="5080" lvl="0" indent="0" algn="l" rtl="0">
              <a:lnSpc>
                <a:spcPct val="138400"/>
              </a:lnSpc>
              <a:spcBef>
                <a:spcPts val="0"/>
              </a:spcBef>
              <a:spcAft>
                <a:spcPts val="0"/>
              </a:spcAft>
              <a:buNone/>
            </a:pPr>
            <a:r>
              <a:rPr lang="en-US" sz="1050">
                <a:latin typeface="Arial"/>
                <a:ea typeface="Arial"/>
                <a:cs typeface="Arial"/>
                <a:sym typeface="Arial"/>
              </a:rPr>
              <a:t>How well does it identify positive cases? (Precision, Recall)</a:t>
            </a:r>
            <a:endParaRPr sz="1050">
              <a:latin typeface="Arial"/>
              <a:ea typeface="Arial"/>
              <a:cs typeface="Arial"/>
              <a:sym typeface="Arial"/>
            </a:endParaRPr>
          </a:p>
          <a:p>
            <a:pPr marL="12700" lvl="0" indent="0" algn="l" rtl="0">
              <a:lnSpc>
                <a:spcPct val="100000"/>
              </a:lnSpc>
              <a:spcBef>
                <a:spcPts val="1050"/>
              </a:spcBef>
              <a:spcAft>
                <a:spcPts val="0"/>
              </a:spcAft>
              <a:buNone/>
            </a:pPr>
            <a:r>
              <a:rPr lang="en-US" sz="1050">
                <a:solidFill>
                  <a:srgbClr val="1B1472"/>
                </a:solidFill>
                <a:latin typeface="Arial"/>
                <a:ea typeface="Arial"/>
                <a:cs typeface="Arial"/>
                <a:sym typeface="Arial"/>
              </a:rPr>
              <a:t>Data Split:</a:t>
            </a:r>
            <a:endParaRPr sz="1050">
              <a:latin typeface="Arial"/>
              <a:ea typeface="Arial"/>
              <a:cs typeface="Arial"/>
              <a:sym typeface="Arial"/>
            </a:endParaRPr>
          </a:p>
          <a:p>
            <a:pPr marL="309880" marR="199390" lvl="0" indent="0" algn="l" rtl="0">
              <a:lnSpc>
                <a:spcPct val="138400"/>
              </a:lnSpc>
              <a:spcBef>
                <a:spcPts val="0"/>
              </a:spcBef>
              <a:spcAft>
                <a:spcPts val="0"/>
              </a:spcAft>
              <a:buNone/>
            </a:pPr>
            <a:r>
              <a:rPr lang="en-US" sz="1050">
                <a:solidFill>
                  <a:srgbClr val="1B1472"/>
                </a:solidFill>
                <a:latin typeface="Arial"/>
                <a:ea typeface="Arial"/>
                <a:cs typeface="Arial"/>
                <a:sym typeface="Arial"/>
              </a:rPr>
              <a:t>Training set: </a:t>
            </a:r>
            <a:r>
              <a:rPr lang="en-US" sz="1050">
                <a:latin typeface="Arial"/>
                <a:ea typeface="Arial"/>
                <a:cs typeface="Arial"/>
                <a:sym typeface="Arial"/>
              </a:rPr>
              <a:t>Learn weights </a:t>
            </a:r>
            <a:r>
              <a:rPr lang="en-US" sz="1050" b="1">
                <a:latin typeface="Arial"/>
                <a:ea typeface="Arial"/>
                <a:cs typeface="Arial"/>
                <a:sym typeface="Arial"/>
              </a:rPr>
              <a:t>w </a:t>
            </a:r>
            <a:r>
              <a:rPr lang="en-US" sz="1050">
                <a:latin typeface="Arial"/>
                <a:ea typeface="Arial"/>
                <a:cs typeface="Arial"/>
                <a:sym typeface="Arial"/>
              </a:rPr>
              <a:t>(typically 90-99%) </a:t>
            </a:r>
            <a:r>
              <a:rPr lang="en-US" sz="1050">
                <a:solidFill>
                  <a:srgbClr val="1B1472"/>
                </a:solidFill>
                <a:latin typeface="Arial"/>
                <a:ea typeface="Arial"/>
                <a:cs typeface="Arial"/>
                <a:sym typeface="Arial"/>
              </a:rPr>
              <a:t>Validation set: </a:t>
            </a:r>
            <a:r>
              <a:rPr lang="en-US" sz="1050">
                <a:latin typeface="Arial"/>
                <a:ea typeface="Arial"/>
                <a:cs typeface="Arial"/>
                <a:sym typeface="Arial"/>
              </a:rPr>
              <a:t>Tune hyperparameters (typically 10-15%) </a:t>
            </a:r>
            <a:r>
              <a:rPr lang="en-US" sz="1050">
                <a:solidFill>
                  <a:srgbClr val="1B1472"/>
                </a:solidFill>
                <a:latin typeface="Arial"/>
                <a:ea typeface="Arial"/>
                <a:cs typeface="Arial"/>
                <a:sym typeface="Arial"/>
              </a:rPr>
              <a:t>Test set: </a:t>
            </a:r>
            <a:r>
              <a:rPr lang="en-US" sz="1050">
                <a:latin typeface="Arial"/>
                <a:ea typeface="Arial"/>
                <a:cs typeface="Arial"/>
                <a:sym typeface="Arial"/>
              </a:rPr>
              <a:t>Final evaluation (typically 1-10%)</a:t>
            </a:r>
            <a:endParaRPr sz="1050">
              <a:latin typeface="Arial"/>
              <a:ea typeface="Arial"/>
              <a:cs typeface="Arial"/>
              <a:sym typeface="Arial"/>
            </a:endParaRPr>
          </a:p>
          <a:p>
            <a:pPr marL="12700" lvl="0" indent="0" algn="l" rtl="0">
              <a:lnSpc>
                <a:spcPct val="100000"/>
              </a:lnSpc>
              <a:spcBef>
                <a:spcPts val="1050"/>
              </a:spcBef>
              <a:spcAft>
                <a:spcPts val="0"/>
              </a:spcAft>
              <a:buNone/>
            </a:pPr>
            <a:r>
              <a:rPr lang="en-US" sz="1050">
                <a:solidFill>
                  <a:srgbClr val="EC2027"/>
                </a:solidFill>
                <a:latin typeface="Arial"/>
                <a:ea typeface="Arial"/>
                <a:cs typeface="Arial"/>
                <a:sym typeface="Arial"/>
              </a:rPr>
              <a:t>Always evaluate on unseen test data to measure generalization!</a:t>
            </a:r>
            <a:endParaRPr sz="1050">
              <a:latin typeface="Arial"/>
              <a:ea typeface="Arial"/>
              <a:cs typeface="Arial"/>
              <a:sym typeface="Arial"/>
            </a:endParaRPr>
          </a:p>
        </p:txBody>
      </p:sp>
      <p:grpSp>
        <p:nvGrpSpPr>
          <p:cNvPr id="839" name="Google Shape;839;p44"/>
          <p:cNvGrpSpPr/>
          <p:nvPr/>
        </p:nvGrpSpPr>
        <p:grpSpPr>
          <a:xfrm>
            <a:off x="0" y="3141936"/>
            <a:ext cx="5760262" cy="92075"/>
            <a:chOff x="0" y="3141936"/>
            <a:chExt cx="5760262" cy="92075"/>
          </a:xfrm>
        </p:grpSpPr>
        <p:sp>
          <p:nvSpPr>
            <p:cNvPr id="840" name="Google Shape;840;p4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1" name="Google Shape;841;p4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42" name="Google Shape;842;p4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43" name="Google Shape;843;p4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44" name="Google Shape;844;p4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9"/>
              </a:rPr>
              <a:t>D</a:t>
            </a:r>
            <a:r>
              <a:rPr lang="en-US" sz="600" u="sng" cap="small">
                <a:solidFill>
                  <a:schemeClr val="hlink"/>
                </a:solidFill>
                <a:latin typeface="Bookman Old Style"/>
                <a:ea typeface="Bookman Old Style"/>
                <a:cs typeface="Bookman Old Style"/>
                <a:sym typeface="Bookman Old Style"/>
                <a:hlinkClick r:id="rId9"/>
              </a:rPr>
              <a:t>eep</a:t>
            </a:r>
            <a:r>
              <a:rPr lang="en-US" sz="600" u="sng">
                <a:solidFill>
                  <a:schemeClr val="hlink"/>
                </a:solidFill>
                <a:latin typeface="Bookman Old Style"/>
                <a:ea typeface="Bookman Old Style"/>
                <a:cs typeface="Bookman Old Style"/>
                <a:sym typeface="Bookman Old Style"/>
                <a:hlinkClick r:id="rId9"/>
              </a:rPr>
              <a:t> L</a:t>
            </a:r>
            <a:r>
              <a:rPr lang="en-US" sz="600" u="sng" cap="small">
                <a:solidFill>
                  <a:schemeClr val="hlink"/>
                </a:solidFill>
                <a:latin typeface="Bookman Old Style"/>
                <a:ea typeface="Bookman Old Style"/>
                <a:cs typeface="Bookman Old Style"/>
                <a:sym typeface="Bookman Old Style"/>
                <a:hlinkClick r:id="rId9"/>
              </a:rPr>
              <a:t>earning</a:t>
            </a:r>
            <a:endParaRPr sz="600">
              <a:latin typeface="Bookman Old Style"/>
              <a:ea typeface="Bookman Old Style"/>
              <a:cs typeface="Bookman Old Style"/>
              <a:sym typeface="Bookman Old Style"/>
            </a:endParaRPr>
          </a:p>
        </p:txBody>
      </p:sp>
      <p:sp>
        <p:nvSpPr>
          <p:cNvPr id="845" name="Google Shape;845;p44"/>
          <p:cNvSpPr txBox="1">
            <a:spLocks noGrp="1"/>
          </p:cNvSpPr>
          <p:nvPr>
            <p:ph type="sldNum" idx="12"/>
          </p:nvPr>
        </p:nvSpPr>
        <p:spPr>
          <a:xfrm>
            <a:off x="4627903" y="3137675"/>
            <a:ext cx="554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16</a:t>
            </a:fld>
            <a:r>
              <a:rPr lang="en-US"/>
              <a:t> / 100</a:t>
            </a:r>
            <a:endParaRPr/>
          </a:p>
        </p:txBody>
      </p:sp>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AC9D284C-3B2C-1FB2-BFD9-4AA2655D327C}"/>
                  </a:ext>
                </a:extLst>
              </p14:cNvPr>
              <p14:cNvContentPartPr/>
              <p14:nvPr/>
            </p14:nvContentPartPr>
            <p14:xfrm>
              <a:off x="3286800" y="972000"/>
              <a:ext cx="947160" cy="1573560"/>
            </p14:xfrm>
          </p:contentPart>
        </mc:Choice>
        <mc:Fallback>
          <p:pic>
            <p:nvPicPr>
              <p:cNvPr id="2" name="Ink 1">
                <a:extLst>
                  <a:ext uri="{FF2B5EF4-FFF2-40B4-BE49-F238E27FC236}">
                    <a16:creationId xmlns:a16="http://schemas.microsoft.com/office/drawing/2014/main" id="{AC9D284C-3B2C-1FB2-BFD9-4AA2655D327C}"/>
                  </a:ext>
                </a:extLst>
              </p:cNvPr>
              <p:cNvPicPr/>
              <p:nvPr/>
            </p:nvPicPr>
            <p:blipFill>
              <a:blip r:embed="rId11"/>
              <a:stretch>
                <a:fillRect/>
              </a:stretch>
            </p:blipFill>
            <p:spPr>
              <a:xfrm>
                <a:off x="3277440" y="962640"/>
                <a:ext cx="965880" cy="1592280"/>
              </a:xfrm>
              <a:prstGeom prst="rect">
                <a:avLst/>
              </a:prstGeom>
            </p:spPr>
          </p:pic>
        </mc:Fallback>
      </mc:AlternateContent>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4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onfusion</a:t>
            </a:r>
            <a:r>
              <a:rPr lang="en-US">
                <a:solidFill>
                  <a:srgbClr val="FFFFFF"/>
                </a:solidFill>
              </a:rPr>
              <a:t> M</a:t>
            </a:r>
            <a:r>
              <a:rPr lang="en-US" cap="small">
                <a:solidFill>
                  <a:srgbClr val="FFFFFF"/>
                </a:solidFill>
              </a:rPr>
              <a:t>atrix</a:t>
            </a:r>
            <a:endParaRPr/>
          </a:p>
        </p:txBody>
      </p:sp>
      <p:sp>
        <p:nvSpPr>
          <p:cNvPr id="851" name="Google Shape;851;p45"/>
          <p:cNvSpPr txBox="1"/>
          <p:nvPr/>
        </p:nvSpPr>
        <p:spPr>
          <a:xfrm>
            <a:off x="347294" y="531614"/>
            <a:ext cx="3411854" cy="59372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The confusion matrix shows all prediction outcomes:</a:t>
            </a:r>
            <a:endParaRPr sz="1050">
              <a:latin typeface="Arial"/>
              <a:ea typeface="Arial"/>
              <a:cs typeface="Arial"/>
              <a:sym typeface="Arial"/>
            </a:endParaRPr>
          </a:p>
          <a:p>
            <a:pPr marL="0" lvl="0" indent="0" algn="l" rtl="0">
              <a:lnSpc>
                <a:spcPct val="100000"/>
              </a:lnSpc>
              <a:spcBef>
                <a:spcPts val="715"/>
              </a:spcBef>
              <a:spcAft>
                <a:spcPts val="0"/>
              </a:spcAft>
              <a:buNone/>
            </a:pPr>
            <a:endParaRPr sz="1050">
              <a:latin typeface="Arial"/>
              <a:ea typeface="Arial"/>
              <a:cs typeface="Arial"/>
              <a:sym typeface="Arial"/>
            </a:endParaRPr>
          </a:p>
          <a:p>
            <a:pPr marL="0" marR="5080" lvl="0" indent="0" algn="r" rtl="0">
              <a:lnSpc>
                <a:spcPct val="100000"/>
              </a:lnSpc>
              <a:spcBef>
                <a:spcPts val="0"/>
              </a:spcBef>
              <a:spcAft>
                <a:spcPts val="0"/>
              </a:spcAft>
              <a:buNone/>
            </a:pPr>
            <a:r>
              <a:rPr lang="en-US" sz="1050">
                <a:solidFill>
                  <a:srgbClr val="1B1472"/>
                </a:solidFill>
                <a:latin typeface="Arial"/>
                <a:ea typeface="Arial"/>
                <a:cs typeface="Arial"/>
                <a:sym typeface="Arial"/>
              </a:rPr>
              <a:t>Predicted</a:t>
            </a:r>
            <a:endParaRPr sz="1050">
              <a:latin typeface="Arial"/>
              <a:ea typeface="Arial"/>
              <a:cs typeface="Arial"/>
              <a:sym typeface="Arial"/>
            </a:endParaRPr>
          </a:p>
        </p:txBody>
      </p:sp>
      <p:sp>
        <p:nvSpPr>
          <p:cNvPr id="852" name="Google Shape;852;p45"/>
          <p:cNvSpPr txBox="1"/>
          <p:nvPr/>
        </p:nvSpPr>
        <p:spPr>
          <a:xfrm rot="-5400000">
            <a:off x="859067" y="1416266"/>
            <a:ext cx="405765" cy="194945"/>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Actual</a:t>
            </a:r>
            <a:endParaRPr sz="1050">
              <a:latin typeface="Arial"/>
              <a:ea typeface="Arial"/>
              <a:cs typeface="Arial"/>
              <a:sym typeface="Arial"/>
            </a:endParaRPr>
          </a:p>
        </p:txBody>
      </p:sp>
      <p:graphicFrame>
        <p:nvGraphicFramePr>
          <p:cNvPr id="853" name="Google Shape;853;p45"/>
          <p:cNvGraphicFramePr/>
          <p:nvPr/>
        </p:nvGraphicFramePr>
        <p:xfrm>
          <a:off x="1185570" y="1140104"/>
          <a:ext cx="3637275" cy="548625"/>
        </p:xfrm>
        <a:graphic>
          <a:graphicData uri="http://schemas.openxmlformats.org/drawingml/2006/table">
            <a:tbl>
              <a:tblPr firstRow="1" bandRow="1">
                <a:noFill/>
                <a:tableStyleId>{E1D28552-6DB9-4C31-BB9C-5DD673A011D9}</a:tableStyleId>
              </a:tblPr>
              <a:tblGrid>
                <a:gridCol w="897900">
                  <a:extLst>
                    <a:ext uri="{9D8B030D-6E8A-4147-A177-3AD203B41FA5}">
                      <a16:colId xmlns:a16="http://schemas.microsoft.com/office/drawing/2014/main" val="20000"/>
                    </a:ext>
                  </a:extLst>
                </a:gridCol>
                <a:gridCol w="1332225">
                  <a:extLst>
                    <a:ext uri="{9D8B030D-6E8A-4147-A177-3AD203B41FA5}">
                      <a16:colId xmlns:a16="http://schemas.microsoft.com/office/drawing/2014/main" val="20001"/>
                    </a:ext>
                  </a:extLst>
                </a:gridCol>
                <a:gridCol w="1407150">
                  <a:extLst>
                    <a:ext uri="{9D8B030D-6E8A-4147-A177-3AD203B41FA5}">
                      <a16:colId xmlns:a16="http://schemas.microsoft.com/office/drawing/2014/main" val="20002"/>
                    </a:ext>
                  </a:extLst>
                </a:gridCol>
              </a:tblGrid>
              <a:tr h="182875">
                <a:tc>
                  <a:txBody>
                    <a:bodyPr/>
                    <a:lstStyle/>
                    <a:p>
                      <a:pPr marL="0" marR="0" lvl="0" indent="0" algn="l" rtl="0">
                        <a:lnSpc>
                          <a:spcPct val="100000"/>
                        </a:lnSpc>
                        <a:spcBef>
                          <a:spcPts val="0"/>
                        </a:spcBef>
                        <a:spcAft>
                          <a:spcPts val="0"/>
                        </a:spcAft>
                        <a:buNone/>
                      </a:pPr>
                      <a:endParaRPr sz="1000" u="none" strike="noStrike" cap="none">
                        <a:latin typeface="Times New Roman"/>
                        <a:ea typeface="Times New Roman"/>
                        <a:cs typeface="Times New Roman"/>
                        <a:sym typeface="Times New Roman"/>
                      </a:endParaRPr>
                    </a:p>
                  </a:txBody>
                  <a:tcPr marL="0" marR="0" marT="0" marB="0">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tcPr>
                </a:tc>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Positive (1)</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Negative (0)</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0"/>
                  </a:ext>
                </a:extLst>
              </a:tr>
              <a:tr h="182875">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Positive (1)</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True Positive (TP)</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B2FFB2"/>
                    </a:solidFill>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False Negative (FN)</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9BCBE"/>
                    </a:solidFill>
                  </a:tcPr>
                </a:tc>
                <a:extLst>
                  <a:ext uri="{0D108BD9-81ED-4DB2-BD59-A6C34878D82A}">
                    <a16:rowId xmlns:a16="http://schemas.microsoft.com/office/drawing/2014/main" val="10001"/>
                  </a:ext>
                </a:extLst>
              </a:tr>
              <a:tr h="182875">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Negative (0)</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False Positive (FP)</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9BCBE"/>
                    </a:solidFill>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True Negative (TN)</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B2FFB2"/>
                    </a:solidFill>
                  </a:tcPr>
                </a:tc>
                <a:extLst>
                  <a:ext uri="{0D108BD9-81ED-4DB2-BD59-A6C34878D82A}">
                    <a16:rowId xmlns:a16="http://schemas.microsoft.com/office/drawing/2014/main" val="10002"/>
                  </a:ext>
                </a:extLst>
              </a:tr>
            </a:tbl>
          </a:graphicData>
        </a:graphic>
      </p:graphicFrame>
      <p:grpSp>
        <p:nvGrpSpPr>
          <p:cNvPr id="854" name="Google Shape;854;p45"/>
          <p:cNvGrpSpPr/>
          <p:nvPr/>
        </p:nvGrpSpPr>
        <p:grpSpPr>
          <a:xfrm>
            <a:off x="513702" y="2187079"/>
            <a:ext cx="69291" cy="733552"/>
            <a:chOff x="513702" y="2187079"/>
            <a:chExt cx="69291" cy="733552"/>
          </a:xfrm>
        </p:grpSpPr>
        <p:pic>
          <p:nvPicPr>
            <p:cNvPr id="855" name="Google Shape;855;p45"/>
            <p:cNvPicPr preferRelativeResize="0"/>
            <p:nvPr/>
          </p:nvPicPr>
          <p:blipFill rotWithShape="1">
            <a:blip r:embed="rId3">
              <a:alphaModFix/>
            </a:blip>
            <a:srcRect/>
            <a:stretch/>
          </p:blipFill>
          <p:spPr>
            <a:xfrm>
              <a:off x="513702" y="2187079"/>
              <a:ext cx="69291" cy="69291"/>
            </a:xfrm>
            <a:prstGeom prst="rect">
              <a:avLst/>
            </a:prstGeom>
            <a:noFill/>
            <a:ln>
              <a:noFill/>
            </a:ln>
          </p:spPr>
        </p:pic>
        <p:pic>
          <p:nvPicPr>
            <p:cNvPr id="856" name="Google Shape;856;p45"/>
            <p:cNvPicPr preferRelativeResize="0"/>
            <p:nvPr/>
          </p:nvPicPr>
          <p:blipFill rotWithShape="1">
            <a:blip r:embed="rId4">
              <a:alphaModFix/>
            </a:blip>
            <a:srcRect/>
            <a:stretch/>
          </p:blipFill>
          <p:spPr>
            <a:xfrm>
              <a:off x="513702" y="2408491"/>
              <a:ext cx="69291" cy="69291"/>
            </a:xfrm>
            <a:prstGeom prst="rect">
              <a:avLst/>
            </a:prstGeom>
            <a:noFill/>
            <a:ln>
              <a:noFill/>
            </a:ln>
          </p:spPr>
        </p:pic>
        <p:pic>
          <p:nvPicPr>
            <p:cNvPr id="857" name="Google Shape;857;p45"/>
            <p:cNvPicPr preferRelativeResize="0"/>
            <p:nvPr/>
          </p:nvPicPr>
          <p:blipFill rotWithShape="1">
            <a:blip r:embed="rId5">
              <a:alphaModFix/>
            </a:blip>
            <a:srcRect/>
            <a:stretch/>
          </p:blipFill>
          <p:spPr>
            <a:xfrm>
              <a:off x="513702" y="2629916"/>
              <a:ext cx="69291" cy="69291"/>
            </a:xfrm>
            <a:prstGeom prst="rect">
              <a:avLst/>
            </a:prstGeom>
            <a:noFill/>
            <a:ln>
              <a:noFill/>
            </a:ln>
          </p:spPr>
        </p:pic>
        <p:pic>
          <p:nvPicPr>
            <p:cNvPr id="858" name="Google Shape;858;p45"/>
            <p:cNvPicPr preferRelativeResize="0"/>
            <p:nvPr/>
          </p:nvPicPr>
          <p:blipFill rotWithShape="1">
            <a:blip r:embed="rId6">
              <a:alphaModFix/>
            </a:blip>
            <a:srcRect/>
            <a:stretch/>
          </p:blipFill>
          <p:spPr>
            <a:xfrm>
              <a:off x="513702" y="2851340"/>
              <a:ext cx="69291" cy="69291"/>
            </a:xfrm>
            <a:prstGeom prst="rect">
              <a:avLst/>
            </a:prstGeom>
            <a:noFill/>
            <a:ln>
              <a:noFill/>
            </a:ln>
          </p:spPr>
        </p:pic>
      </p:grpSp>
      <p:sp>
        <p:nvSpPr>
          <p:cNvPr id="859" name="Google Shape;859;p45"/>
          <p:cNvSpPr txBox="1"/>
          <p:nvPr/>
        </p:nvSpPr>
        <p:spPr>
          <a:xfrm>
            <a:off x="347294" y="1830678"/>
            <a:ext cx="3219450" cy="1132840"/>
          </a:xfrm>
          <a:prstGeom prst="rect">
            <a:avLst/>
          </a:prstGeom>
          <a:noFill/>
          <a:ln>
            <a:noFill/>
          </a:ln>
        </p:spPr>
        <p:txBody>
          <a:bodyPr spcFirstLastPara="1" wrap="square" lIns="0" tIns="730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Definitions:</a:t>
            </a:r>
            <a:endParaRPr sz="1050">
              <a:latin typeface="Arial"/>
              <a:ea typeface="Arial"/>
              <a:cs typeface="Arial"/>
              <a:sym typeface="Arial"/>
            </a:endParaRPr>
          </a:p>
          <a:p>
            <a:pPr marL="309880" marR="944880" lvl="0" indent="0" algn="l" rtl="0">
              <a:lnSpc>
                <a:spcPct val="138400"/>
              </a:lnSpc>
              <a:spcBef>
                <a:spcPts val="0"/>
              </a:spcBef>
              <a:spcAft>
                <a:spcPts val="0"/>
              </a:spcAft>
              <a:buNone/>
            </a:pPr>
            <a:r>
              <a:rPr lang="en-US" sz="1050">
                <a:solidFill>
                  <a:srgbClr val="009900"/>
                </a:solidFill>
                <a:latin typeface="Arial"/>
                <a:ea typeface="Arial"/>
                <a:cs typeface="Arial"/>
                <a:sym typeface="Arial"/>
              </a:rPr>
              <a:t>TP: </a:t>
            </a:r>
            <a:r>
              <a:rPr lang="en-US" sz="1050">
                <a:latin typeface="Arial"/>
                <a:ea typeface="Arial"/>
                <a:cs typeface="Arial"/>
                <a:sym typeface="Arial"/>
              </a:rPr>
              <a:t>Correctly predicted positive </a:t>
            </a:r>
            <a:r>
              <a:rPr lang="en-US" sz="1050">
                <a:solidFill>
                  <a:srgbClr val="009900"/>
                </a:solidFill>
                <a:latin typeface="Arial"/>
                <a:ea typeface="Arial"/>
                <a:cs typeface="Arial"/>
                <a:sym typeface="Arial"/>
              </a:rPr>
              <a:t>TN: </a:t>
            </a:r>
            <a:r>
              <a:rPr lang="en-US" sz="1050">
                <a:latin typeface="Arial"/>
                <a:ea typeface="Arial"/>
                <a:cs typeface="Arial"/>
                <a:sym typeface="Arial"/>
              </a:rPr>
              <a:t>Correctly predicted negative</a:t>
            </a:r>
            <a:endParaRPr sz="1050">
              <a:latin typeface="Arial"/>
              <a:ea typeface="Arial"/>
              <a:cs typeface="Arial"/>
              <a:sym typeface="Arial"/>
            </a:endParaRPr>
          </a:p>
          <a:p>
            <a:pPr marL="309880" marR="5080" lvl="0" indent="0" algn="l" rtl="0">
              <a:lnSpc>
                <a:spcPct val="138400"/>
              </a:lnSpc>
              <a:spcBef>
                <a:spcPts val="0"/>
              </a:spcBef>
              <a:spcAft>
                <a:spcPts val="0"/>
              </a:spcAft>
              <a:buNone/>
            </a:pPr>
            <a:r>
              <a:rPr lang="en-US" sz="1050">
                <a:solidFill>
                  <a:srgbClr val="BD1A1F"/>
                </a:solidFill>
                <a:latin typeface="Arial"/>
                <a:ea typeface="Arial"/>
                <a:cs typeface="Arial"/>
                <a:sym typeface="Arial"/>
              </a:rPr>
              <a:t>FP: </a:t>
            </a:r>
            <a:r>
              <a:rPr lang="en-US" sz="1050">
                <a:latin typeface="Arial"/>
                <a:ea typeface="Arial"/>
                <a:cs typeface="Arial"/>
                <a:sym typeface="Arial"/>
              </a:rPr>
              <a:t>Incorrectly predicted positive (Type I error) </a:t>
            </a:r>
            <a:r>
              <a:rPr lang="en-US" sz="1050">
                <a:solidFill>
                  <a:srgbClr val="BD1A1F"/>
                </a:solidFill>
                <a:latin typeface="Arial"/>
                <a:ea typeface="Arial"/>
                <a:cs typeface="Arial"/>
                <a:sym typeface="Arial"/>
              </a:rPr>
              <a:t>FN: </a:t>
            </a:r>
            <a:r>
              <a:rPr lang="en-US" sz="1050">
                <a:latin typeface="Arial"/>
                <a:ea typeface="Arial"/>
                <a:cs typeface="Arial"/>
                <a:sym typeface="Arial"/>
              </a:rPr>
              <a:t>Incorrectly predicted negative (Type II error)</a:t>
            </a:r>
            <a:endParaRPr sz="1050">
              <a:latin typeface="Arial"/>
              <a:ea typeface="Arial"/>
              <a:cs typeface="Arial"/>
              <a:sym typeface="Arial"/>
            </a:endParaRPr>
          </a:p>
        </p:txBody>
      </p:sp>
      <p:grpSp>
        <p:nvGrpSpPr>
          <p:cNvPr id="860" name="Google Shape;860;p45"/>
          <p:cNvGrpSpPr/>
          <p:nvPr/>
        </p:nvGrpSpPr>
        <p:grpSpPr>
          <a:xfrm>
            <a:off x="0" y="3141936"/>
            <a:ext cx="5760262" cy="92075"/>
            <a:chOff x="0" y="3141936"/>
            <a:chExt cx="5760262" cy="92075"/>
          </a:xfrm>
        </p:grpSpPr>
        <p:sp>
          <p:nvSpPr>
            <p:cNvPr id="861" name="Google Shape;861;p4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2" name="Google Shape;862;p4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63" name="Google Shape;863;p4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64" name="Google Shape;864;p4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65" name="Google Shape;865;p4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866" name="Google Shape;866;p45"/>
          <p:cNvSpPr txBox="1">
            <a:spLocks noGrp="1"/>
          </p:cNvSpPr>
          <p:nvPr>
            <p:ph type="sldNum" idx="12"/>
          </p:nvPr>
        </p:nvSpPr>
        <p:spPr>
          <a:xfrm>
            <a:off x="4627904" y="3137675"/>
            <a:ext cx="645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17</a:t>
            </a:fld>
            <a:r>
              <a:rPr lang="en-US"/>
              <a:t> / 100</a:t>
            </a:r>
            <a:endParaRPr/>
          </a:p>
        </p:txBody>
      </p:sp>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1B5C940A-4D39-E8A0-684A-5B4D450F3266}"/>
                  </a:ext>
                </a:extLst>
              </p14:cNvPr>
              <p14:cNvContentPartPr/>
              <p14:nvPr/>
            </p14:nvContentPartPr>
            <p14:xfrm>
              <a:off x="1137600" y="768240"/>
              <a:ext cx="4340880" cy="1299960"/>
            </p14:xfrm>
          </p:contentPart>
        </mc:Choice>
        <mc:Fallback>
          <p:pic>
            <p:nvPicPr>
              <p:cNvPr id="2" name="Ink 1">
                <a:extLst>
                  <a:ext uri="{FF2B5EF4-FFF2-40B4-BE49-F238E27FC236}">
                    <a16:creationId xmlns:a16="http://schemas.microsoft.com/office/drawing/2014/main" id="{1B5C940A-4D39-E8A0-684A-5B4D450F3266}"/>
                  </a:ext>
                </a:extLst>
              </p:cNvPr>
              <p:cNvPicPr/>
              <p:nvPr/>
            </p:nvPicPr>
            <p:blipFill>
              <a:blip r:embed="rId9"/>
              <a:stretch>
                <a:fillRect/>
              </a:stretch>
            </p:blipFill>
            <p:spPr>
              <a:xfrm>
                <a:off x="1128240" y="758880"/>
                <a:ext cx="4359600" cy="1318680"/>
              </a:xfrm>
              <a:prstGeom prst="rect">
                <a:avLst/>
              </a:prstGeom>
            </p:spPr>
          </p:pic>
        </mc:Fallback>
      </mc:AlternateContent>
    </p:spTree>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p4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lassification</a:t>
            </a:r>
            <a:r>
              <a:rPr lang="en-US">
                <a:solidFill>
                  <a:srgbClr val="FFFFFF"/>
                </a:solidFill>
              </a:rPr>
              <a:t>  M</a:t>
            </a:r>
            <a:r>
              <a:rPr lang="en-US" cap="small">
                <a:solidFill>
                  <a:srgbClr val="FFFFFF"/>
                </a:solidFill>
              </a:rPr>
              <a:t>etrics</a:t>
            </a:r>
            <a:r>
              <a:rPr lang="en-US">
                <a:solidFill>
                  <a:srgbClr val="FFFFFF"/>
                </a:solidFill>
              </a:rPr>
              <a:t>  I</a:t>
            </a:r>
            <a:endParaRPr/>
          </a:p>
        </p:txBody>
      </p:sp>
      <p:sp>
        <p:nvSpPr>
          <p:cNvPr id="872" name="Google Shape;872;p46"/>
          <p:cNvSpPr txBox="1"/>
          <p:nvPr/>
        </p:nvSpPr>
        <p:spPr>
          <a:xfrm>
            <a:off x="347294" y="728400"/>
            <a:ext cx="200406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1. Accuracy: </a:t>
            </a:r>
            <a:r>
              <a:rPr lang="en-US" sz="1050">
                <a:latin typeface="Arial"/>
                <a:ea typeface="Arial"/>
                <a:cs typeface="Arial"/>
                <a:sym typeface="Arial"/>
              </a:rPr>
              <a:t>Overall correctness</a:t>
            </a:r>
            <a:endParaRPr sz="1050">
              <a:latin typeface="Arial"/>
              <a:ea typeface="Arial"/>
              <a:cs typeface="Arial"/>
              <a:sym typeface="Arial"/>
            </a:endParaRPr>
          </a:p>
        </p:txBody>
      </p:sp>
      <p:sp>
        <p:nvSpPr>
          <p:cNvPr id="873" name="Google Shape;873;p46"/>
          <p:cNvSpPr txBox="1"/>
          <p:nvPr/>
        </p:nvSpPr>
        <p:spPr>
          <a:xfrm>
            <a:off x="1820341" y="1115933"/>
            <a:ext cx="74422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Accuracy </a:t>
            </a:r>
            <a:r>
              <a:rPr lang="en-US" sz="1200">
                <a:latin typeface="Tahoma"/>
                <a:ea typeface="Tahoma"/>
                <a:cs typeface="Tahoma"/>
                <a:sym typeface="Tahoma"/>
              </a:rPr>
              <a:t>=</a:t>
            </a:r>
            <a:endParaRPr sz="1200">
              <a:latin typeface="Tahoma"/>
              <a:ea typeface="Tahoma"/>
              <a:cs typeface="Tahoma"/>
              <a:sym typeface="Tahoma"/>
            </a:endParaRPr>
          </a:p>
        </p:txBody>
      </p:sp>
      <p:sp>
        <p:nvSpPr>
          <p:cNvPr id="874" name="Google Shape;874;p46"/>
          <p:cNvSpPr txBox="1"/>
          <p:nvPr/>
        </p:nvSpPr>
        <p:spPr>
          <a:xfrm>
            <a:off x="2967558" y="1013216"/>
            <a:ext cx="57531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 </a:t>
            </a:r>
            <a:r>
              <a:rPr lang="en-US" sz="1200">
                <a:latin typeface="Tahoma"/>
                <a:ea typeface="Tahoma"/>
                <a:cs typeface="Tahoma"/>
                <a:sym typeface="Tahoma"/>
              </a:rPr>
              <a:t>+ </a:t>
            </a:r>
            <a:r>
              <a:rPr lang="en-US" sz="1050" i="1">
                <a:latin typeface="Arial"/>
                <a:ea typeface="Arial"/>
                <a:cs typeface="Arial"/>
                <a:sym typeface="Arial"/>
              </a:rPr>
              <a:t>TN</a:t>
            </a:r>
            <a:endParaRPr sz="1050">
              <a:latin typeface="Arial"/>
              <a:ea typeface="Arial"/>
              <a:cs typeface="Arial"/>
              <a:sym typeface="Arial"/>
            </a:endParaRPr>
          </a:p>
        </p:txBody>
      </p:sp>
      <p:sp>
        <p:nvSpPr>
          <p:cNvPr id="875" name="Google Shape;875;p46"/>
          <p:cNvSpPr/>
          <p:nvPr/>
        </p:nvSpPr>
        <p:spPr>
          <a:xfrm>
            <a:off x="2608719" y="1242504"/>
            <a:ext cx="1303655" cy="0"/>
          </a:xfrm>
          <a:custGeom>
            <a:avLst/>
            <a:gdLst/>
            <a:ahLst/>
            <a:cxnLst/>
            <a:rect l="l" t="t" r="r" b="b"/>
            <a:pathLst>
              <a:path w="1303654" h="120000" extrusionOk="0">
                <a:moveTo>
                  <a:pt x="0" y="0"/>
                </a:moveTo>
                <a:lnTo>
                  <a:pt x="1303058"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76" name="Google Shape;876;p46"/>
          <p:cNvSpPr txBox="1"/>
          <p:nvPr/>
        </p:nvSpPr>
        <p:spPr>
          <a:xfrm>
            <a:off x="2596019" y="1220086"/>
            <a:ext cx="131826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 </a:t>
            </a:r>
            <a:r>
              <a:rPr lang="en-US" sz="1200">
                <a:latin typeface="Tahoma"/>
                <a:ea typeface="Tahoma"/>
                <a:cs typeface="Tahoma"/>
                <a:sym typeface="Tahoma"/>
              </a:rPr>
              <a:t>+ </a:t>
            </a:r>
            <a:r>
              <a:rPr lang="en-US" sz="1050" i="1">
                <a:latin typeface="Arial"/>
                <a:ea typeface="Arial"/>
                <a:cs typeface="Arial"/>
                <a:sym typeface="Arial"/>
              </a:rPr>
              <a:t>TN </a:t>
            </a:r>
            <a:r>
              <a:rPr lang="en-US" sz="1200">
                <a:latin typeface="Tahoma"/>
                <a:ea typeface="Tahoma"/>
                <a:cs typeface="Tahoma"/>
                <a:sym typeface="Tahoma"/>
              </a:rPr>
              <a:t>+ </a:t>
            </a:r>
            <a:r>
              <a:rPr lang="en-US" sz="1050" i="1">
                <a:latin typeface="Arial"/>
                <a:ea typeface="Arial"/>
                <a:cs typeface="Arial"/>
                <a:sym typeface="Arial"/>
              </a:rPr>
              <a:t>FP </a:t>
            </a:r>
            <a:r>
              <a:rPr lang="en-US" sz="1200">
                <a:latin typeface="Tahoma"/>
                <a:ea typeface="Tahoma"/>
                <a:cs typeface="Tahoma"/>
                <a:sym typeface="Tahoma"/>
              </a:rPr>
              <a:t>+ </a:t>
            </a:r>
            <a:r>
              <a:rPr lang="en-US" sz="1050" i="1">
                <a:latin typeface="Arial"/>
                <a:ea typeface="Arial"/>
                <a:cs typeface="Arial"/>
                <a:sym typeface="Arial"/>
              </a:rPr>
              <a:t>FN</a:t>
            </a:r>
            <a:endParaRPr sz="1050">
              <a:latin typeface="Arial"/>
              <a:ea typeface="Arial"/>
              <a:cs typeface="Arial"/>
              <a:sym typeface="Arial"/>
            </a:endParaRPr>
          </a:p>
        </p:txBody>
      </p:sp>
      <p:sp>
        <p:nvSpPr>
          <p:cNvPr id="877" name="Google Shape;877;p46"/>
          <p:cNvSpPr txBox="1"/>
          <p:nvPr/>
        </p:nvSpPr>
        <p:spPr>
          <a:xfrm>
            <a:off x="5144350" y="1131117"/>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(11)</a:t>
            </a:r>
            <a:endParaRPr sz="1050">
              <a:latin typeface="Arial"/>
              <a:ea typeface="Arial"/>
              <a:cs typeface="Arial"/>
              <a:sym typeface="Arial"/>
            </a:endParaRPr>
          </a:p>
        </p:txBody>
      </p:sp>
      <p:sp>
        <p:nvSpPr>
          <p:cNvPr id="878" name="Google Shape;878;p46"/>
          <p:cNvSpPr txBox="1"/>
          <p:nvPr/>
        </p:nvSpPr>
        <p:spPr>
          <a:xfrm>
            <a:off x="347294" y="1729427"/>
            <a:ext cx="360362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2. Precision: </a:t>
            </a:r>
            <a:r>
              <a:rPr lang="en-US" sz="1050">
                <a:latin typeface="Arial"/>
                <a:ea typeface="Arial"/>
                <a:cs typeface="Arial"/>
                <a:sym typeface="Arial"/>
              </a:rPr>
              <a:t>Of predicted positives, how many are correct?</a:t>
            </a:r>
            <a:endParaRPr sz="1050">
              <a:latin typeface="Arial"/>
              <a:ea typeface="Arial"/>
              <a:cs typeface="Arial"/>
              <a:sym typeface="Arial"/>
            </a:endParaRPr>
          </a:p>
        </p:txBody>
      </p:sp>
      <p:sp>
        <p:nvSpPr>
          <p:cNvPr id="879" name="Google Shape;879;p46"/>
          <p:cNvSpPr txBox="1"/>
          <p:nvPr/>
        </p:nvSpPr>
        <p:spPr>
          <a:xfrm>
            <a:off x="2195436" y="2116960"/>
            <a:ext cx="74549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Precision </a:t>
            </a:r>
            <a:r>
              <a:rPr lang="en-US" sz="1200">
                <a:latin typeface="Tahoma"/>
                <a:ea typeface="Tahoma"/>
                <a:cs typeface="Tahoma"/>
                <a:sym typeface="Tahoma"/>
              </a:rPr>
              <a:t>=</a:t>
            </a:r>
            <a:endParaRPr sz="1200">
              <a:latin typeface="Tahoma"/>
              <a:ea typeface="Tahoma"/>
              <a:cs typeface="Tahoma"/>
              <a:sym typeface="Tahoma"/>
            </a:endParaRPr>
          </a:p>
        </p:txBody>
      </p:sp>
      <p:sp>
        <p:nvSpPr>
          <p:cNvPr id="880" name="Google Shape;880;p46"/>
          <p:cNvSpPr txBox="1"/>
          <p:nvPr/>
        </p:nvSpPr>
        <p:spPr>
          <a:xfrm>
            <a:off x="3156127" y="2029426"/>
            <a:ext cx="20066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a:t>
            </a:r>
            <a:endParaRPr sz="1050">
              <a:latin typeface="Arial"/>
              <a:ea typeface="Arial"/>
              <a:cs typeface="Arial"/>
              <a:sym typeface="Arial"/>
            </a:endParaRPr>
          </a:p>
        </p:txBody>
      </p:sp>
      <p:sp>
        <p:nvSpPr>
          <p:cNvPr id="881" name="Google Shape;881;p46"/>
          <p:cNvSpPr/>
          <p:nvPr/>
        </p:nvSpPr>
        <p:spPr>
          <a:xfrm>
            <a:off x="2985185" y="2243531"/>
            <a:ext cx="551815" cy="0"/>
          </a:xfrm>
          <a:custGeom>
            <a:avLst/>
            <a:gdLst/>
            <a:ahLst/>
            <a:cxnLst/>
            <a:rect l="l" t="t" r="r" b="b"/>
            <a:pathLst>
              <a:path w="551814" h="120000" extrusionOk="0">
                <a:moveTo>
                  <a:pt x="0" y="0"/>
                </a:moveTo>
                <a:lnTo>
                  <a:pt x="551497"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2" name="Google Shape;882;p46"/>
          <p:cNvSpPr txBox="1"/>
          <p:nvPr/>
        </p:nvSpPr>
        <p:spPr>
          <a:xfrm>
            <a:off x="2972485" y="2221113"/>
            <a:ext cx="56769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 </a:t>
            </a:r>
            <a:r>
              <a:rPr lang="en-US" sz="1200">
                <a:latin typeface="Tahoma"/>
                <a:ea typeface="Tahoma"/>
                <a:cs typeface="Tahoma"/>
                <a:sym typeface="Tahoma"/>
              </a:rPr>
              <a:t>+ </a:t>
            </a:r>
            <a:r>
              <a:rPr lang="en-US" sz="1050" i="1">
                <a:latin typeface="Arial"/>
                <a:ea typeface="Arial"/>
                <a:cs typeface="Arial"/>
                <a:sym typeface="Arial"/>
              </a:rPr>
              <a:t>FP</a:t>
            </a:r>
            <a:endParaRPr sz="1050">
              <a:latin typeface="Arial"/>
              <a:ea typeface="Arial"/>
              <a:cs typeface="Arial"/>
              <a:sym typeface="Arial"/>
            </a:endParaRPr>
          </a:p>
        </p:txBody>
      </p:sp>
      <p:sp>
        <p:nvSpPr>
          <p:cNvPr id="883" name="Google Shape;883;p46"/>
          <p:cNvSpPr txBox="1"/>
          <p:nvPr/>
        </p:nvSpPr>
        <p:spPr>
          <a:xfrm>
            <a:off x="5144350" y="2132144"/>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(12)</a:t>
            </a:r>
            <a:endParaRPr sz="1050">
              <a:latin typeface="Arial"/>
              <a:ea typeface="Arial"/>
              <a:cs typeface="Arial"/>
              <a:sym typeface="Arial"/>
            </a:endParaRPr>
          </a:p>
        </p:txBody>
      </p:sp>
      <p:grpSp>
        <p:nvGrpSpPr>
          <p:cNvPr id="884" name="Google Shape;884;p46"/>
          <p:cNvGrpSpPr/>
          <p:nvPr/>
        </p:nvGrpSpPr>
        <p:grpSpPr>
          <a:xfrm>
            <a:off x="0" y="3141936"/>
            <a:ext cx="5760262" cy="92075"/>
            <a:chOff x="0" y="3141936"/>
            <a:chExt cx="5760262" cy="92075"/>
          </a:xfrm>
        </p:grpSpPr>
        <p:sp>
          <p:nvSpPr>
            <p:cNvPr id="885" name="Google Shape;885;p4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6" name="Google Shape;886;p4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887" name="Google Shape;887;p4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888" name="Google Shape;888;p4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889" name="Google Shape;889;p4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890" name="Google Shape;890;p46"/>
          <p:cNvSpPr txBox="1">
            <a:spLocks noGrp="1"/>
          </p:cNvSpPr>
          <p:nvPr>
            <p:ph type="sldNum" idx="12"/>
          </p:nvPr>
        </p:nvSpPr>
        <p:spPr>
          <a:xfrm>
            <a:off x="4627902" y="3137675"/>
            <a:ext cx="516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18</a:t>
            </a:fld>
            <a:r>
              <a:rPr lang="en-US"/>
              <a:t> / 100</a:t>
            </a:r>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9C115AE-17B0-7130-4ACD-BAB72D9DB0C1}"/>
                  </a:ext>
                </a:extLst>
              </p14:cNvPr>
              <p14:cNvContentPartPr/>
              <p14:nvPr/>
            </p14:nvContentPartPr>
            <p14:xfrm>
              <a:off x="915840" y="979560"/>
              <a:ext cx="3038400" cy="1526760"/>
            </p14:xfrm>
          </p:contentPart>
        </mc:Choice>
        <mc:Fallback>
          <p:pic>
            <p:nvPicPr>
              <p:cNvPr id="2" name="Ink 1">
                <a:extLst>
                  <a:ext uri="{FF2B5EF4-FFF2-40B4-BE49-F238E27FC236}">
                    <a16:creationId xmlns:a16="http://schemas.microsoft.com/office/drawing/2014/main" id="{49C115AE-17B0-7130-4ACD-BAB72D9DB0C1}"/>
                  </a:ext>
                </a:extLst>
              </p:cNvPr>
              <p:cNvPicPr/>
              <p:nvPr/>
            </p:nvPicPr>
            <p:blipFill>
              <a:blip r:embed="rId5"/>
              <a:stretch>
                <a:fillRect/>
              </a:stretch>
            </p:blipFill>
            <p:spPr>
              <a:xfrm>
                <a:off x="906480" y="970200"/>
                <a:ext cx="3057120" cy="1545480"/>
              </a:xfrm>
              <a:prstGeom prst="rect">
                <a:avLst/>
              </a:prstGeom>
            </p:spPr>
          </p:pic>
        </mc:Fallback>
      </mc:AlternateContent>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4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lassification</a:t>
            </a:r>
            <a:r>
              <a:rPr lang="en-US">
                <a:solidFill>
                  <a:srgbClr val="FFFFFF"/>
                </a:solidFill>
              </a:rPr>
              <a:t>  M</a:t>
            </a:r>
            <a:r>
              <a:rPr lang="en-US" cap="small">
                <a:solidFill>
                  <a:srgbClr val="FFFFFF"/>
                </a:solidFill>
              </a:rPr>
              <a:t>etrics</a:t>
            </a:r>
            <a:r>
              <a:rPr lang="en-US">
                <a:solidFill>
                  <a:srgbClr val="FFFFFF"/>
                </a:solidFill>
              </a:rPr>
              <a:t>  II</a:t>
            </a:r>
            <a:endParaRPr/>
          </a:p>
        </p:txBody>
      </p:sp>
      <p:sp>
        <p:nvSpPr>
          <p:cNvPr id="896" name="Google Shape;896;p47"/>
          <p:cNvSpPr txBox="1"/>
          <p:nvPr/>
        </p:nvSpPr>
        <p:spPr>
          <a:xfrm>
            <a:off x="347294" y="834725"/>
            <a:ext cx="396684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3. Recall (Sensitivity): </a:t>
            </a:r>
            <a:r>
              <a:rPr lang="en-US" sz="1050">
                <a:latin typeface="Arial"/>
                <a:ea typeface="Arial"/>
                <a:cs typeface="Arial"/>
                <a:sym typeface="Arial"/>
              </a:rPr>
              <a:t>Of actual positives, how many did we find?</a:t>
            </a:r>
            <a:endParaRPr sz="1050">
              <a:latin typeface="Arial"/>
              <a:ea typeface="Arial"/>
              <a:cs typeface="Arial"/>
              <a:sym typeface="Arial"/>
            </a:endParaRPr>
          </a:p>
        </p:txBody>
      </p:sp>
      <p:sp>
        <p:nvSpPr>
          <p:cNvPr id="897" name="Google Shape;897;p47"/>
          <p:cNvSpPr txBox="1"/>
          <p:nvPr/>
        </p:nvSpPr>
        <p:spPr>
          <a:xfrm>
            <a:off x="2282342" y="1225382"/>
            <a:ext cx="56324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Recall </a:t>
            </a:r>
            <a:r>
              <a:rPr lang="en-US" sz="1200">
                <a:latin typeface="Tahoma"/>
                <a:ea typeface="Tahoma"/>
                <a:cs typeface="Tahoma"/>
                <a:sym typeface="Tahoma"/>
              </a:rPr>
              <a:t>=</a:t>
            </a:r>
            <a:endParaRPr sz="1200">
              <a:latin typeface="Tahoma"/>
              <a:ea typeface="Tahoma"/>
              <a:cs typeface="Tahoma"/>
              <a:sym typeface="Tahoma"/>
            </a:endParaRPr>
          </a:p>
        </p:txBody>
      </p:sp>
      <p:sp>
        <p:nvSpPr>
          <p:cNvPr id="898" name="Google Shape;898;p47"/>
          <p:cNvSpPr txBox="1"/>
          <p:nvPr/>
        </p:nvSpPr>
        <p:spPr>
          <a:xfrm>
            <a:off x="3064992" y="1137848"/>
            <a:ext cx="20066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a:t>
            </a:r>
            <a:endParaRPr sz="1050">
              <a:latin typeface="Arial"/>
              <a:ea typeface="Arial"/>
              <a:cs typeface="Arial"/>
              <a:sym typeface="Arial"/>
            </a:endParaRPr>
          </a:p>
        </p:txBody>
      </p:sp>
      <p:sp>
        <p:nvSpPr>
          <p:cNvPr id="899" name="Google Shape;899;p47"/>
          <p:cNvSpPr/>
          <p:nvPr/>
        </p:nvSpPr>
        <p:spPr>
          <a:xfrm>
            <a:off x="2889796" y="1351953"/>
            <a:ext cx="560070" cy="0"/>
          </a:xfrm>
          <a:custGeom>
            <a:avLst/>
            <a:gdLst/>
            <a:ahLst/>
            <a:cxnLst/>
            <a:rect l="l" t="t" r="r" b="b"/>
            <a:pathLst>
              <a:path w="560070" h="120000" extrusionOk="0">
                <a:moveTo>
                  <a:pt x="0" y="0"/>
                </a:moveTo>
                <a:lnTo>
                  <a:pt x="55998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0" name="Google Shape;900;p47"/>
          <p:cNvSpPr txBox="1"/>
          <p:nvPr/>
        </p:nvSpPr>
        <p:spPr>
          <a:xfrm>
            <a:off x="2877096" y="1329522"/>
            <a:ext cx="57531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TP </a:t>
            </a:r>
            <a:r>
              <a:rPr lang="en-US" sz="1200">
                <a:latin typeface="Tahoma"/>
                <a:ea typeface="Tahoma"/>
                <a:cs typeface="Tahoma"/>
                <a:sym typeface="Tahoma"/>
              </a:rPr>
              <a:t>+ </a:t>
            </a:r>
            <a:r>
              <a:rPr lang="en-US" sz="1050" i="1">
                <a:latin typeface="Arial"/>
                <a:ea typeface="Arial"/>
                <a:cs typeface="Arial"/>
                <a:sym typeface="Arial"/>
              </a:rPr>
              <a:t>FN</a:t>
            </a:r>
            <a:endParaRPr sz="1050">
              <a:latin typeface="Arial"/>
              <a:ea typeface="Arial"/>
              <a:cs typeface="Arial"/>
              <a:sym typeface="Arial"/>
            </a:endParaRPr>
          </a:p>
        </p:txBody>
      </p:sp>
      <p:sp>
        <p:nvSpPr>
          <p:cNvPr id="901" name="Google Shape;901;p47"/>
          <p:cNvSpPr txBox="1"/>
          <p:nvPr/>
        </p:nvSpPr>
        <p:spPr>
          <a:xfrm>
            <a:off x="5144350" y="1240566"/>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(13)</a:t>
            </a:r>
            <a:endParaRPr sz="1050">
              <a:latin typeface="Arial"/>
              <a:ea typeface="Arial"/>
              <a:cs typeface="Arial"/>
              <a:sym typeface="Arial"/>
            </a:endParaRPr>
          </a:p>
        </p:txBody>
      </p:sp>
      <p:sp>
        <p:nvSpPr>
          <p:cNvPr id="902" name="Google Shape;902;p47"/>
          <p:cNvSpPr txBox="1"/>
          <p:nvPr/>
        </p:nvSpPr>
        <p:spPr>
          <a:xfrm>
            <a:off x="347294" y="1704167"/>
            <a:ext cx="316103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4. F1 Score: </a:t>
            </a:r>
            <a:r>
              <a:rPr lang="en-US" sz="1050">
                <a:latin typeface="Arial"/>
                <a:ea typeface="Arial"/>
                <a:cs typeface="Arial"/>
                <a:sym typeface="Arial"/>
              </a:rPr>
              <a:t>Harmonic mean of precision and recall</a:t>
            </a:r>
            <a:endParaRPr sz="1050">
              <a:latin typeface="Arial"/>
              <a:ea typeface="Arial"/>
              <a:cs typeface="Arial"/>
              <a:sym typeface="Arial"/>
            </a:endParaRPr>
          </a:p>
        </p:txBody>
      </p:sp>
      <p:sp>
        <p:nvSpPr>
          <p:cNvPr id="903" name="Google Shape;903;p47"/>
          <p:cNvSpPr txBox="1"/>
          <p:nvPr/>
        </p:nvSpPr>
        <p:spPr>
          <a:xfrm>
            <a:off x="1982114" y="1991344"/>
            <a:ext cx="1781175"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575" i="1" baseline="-25000">
                <a:latin typeface="Arial"/>
                <a:ea typeface="Arial"/>
                <a:cs typeface="Arial"/>
                <a:sym typeface="Arial"/>
              </a:rPr>
              <a:t>F </a:t>
            </a:r>
            <a:r>
              <a:rPr lang="en-US" sz="1575" baseline="-25000">
                <a:latin typeface="Arial"/>
                <a:ea typeface="Arial"/>
                <a:cs typeface="Arial"/>
                <a:sym typeface="Arial"/>
              </a:rPr>
              <a:t>1 </a:t>
            </a:r>
            <a:r>
              <a:rPr lang="en-US" sz="1800" baseline="-25000">
                <a:latin typeface="Tahoma"/>
                <a:ea typeface="Tahoma"/>
                <a:cs typeface="Tahoma"/>
                <a:sym typeface="Tahoma"/>
              </a:rPr>
              <a:t>= </a:t>
            </a:r>
            <a:r>
              <a:rPr lang="en-US" sz="1575" baseline="-25000">
                <a:latin typeface="Arial"/>
                <a:ea typeface="Arial"/>
                <a:cs typeface="Arial"/>
                <a:sym typeface="Arial"/>
              </a:rPr>
              <a:t>2 </a:t>
            </a:r>
            <a:r>
              <a:rPr lang="en-US" sz="1800" baseline="-25000">
                <a:latin typeface="Lucida Sans"/>
                <a:ea typeface="Lucida Sans"/>
                <a:cs typeface="Lucida Sans"/>
                <a:sym typeface="Lucida Sans"/>
              </a:rPr>
              <a:t>· </a:t>
            </a:r>
            <a:r>
              <a:rPr lang="en-US" sz="1050">
                <a:latin typeface="Arial"/>
                <a:ea typeface="Arial"/>
                <a:cs typeface="Arial"/>
                <a:sym typeface="Arial"/>
              </a:rPr>
              <a:t>Precision </a:t>
            </a:r>
            <a:r>
              <a:rPr lang="en-US" sz="1200">
                <a:latin typeface="Lucida Sans"/>
                <a:ea typeface="Lucida Sans"/>
                <a:cs typeface="Lucida Sans"/>
                <a:sym typeface="Lucida Sans"/>
              </a:rPr>
              <a:t>× </a:t>
            </a:r>
            <a:r>
              <a:rPr lang="en-US" sz="1050">
                <a:latin typeface="Arial"/>
                <a:ea typeface="Arial"/>
                <a:cs typeface="Arial"/>
                <a:sym typeface="Arial"/>
              </a:rPr>
              <a:t>Recall</a:t>
            </a:r>
            <a:endParaRPr sz="1050">
              <a:latin typeface="Arial"/>
              <a:ea typeface="Arial"/>
              <a:cs typeface="Arial"/>
              <a:sym typeface="Arial"/>
            </a:endParaRPr>
          </a:p>
        </p:txBody>
      </p:sp>
      <p:sp>
        <p:nvSpPr>
          <p:cNvPr id="904" name="Google Shape;904;p47"/>
          <p:cNvSpPr/>
          <p:nvPr/>
        </p:nvSpPr>
        <p:spPr>
          <a:xfrm>
            <a:off x="2597543" y="2220633"/>
            <a:ext cx="1127125" cy="0"/>
          </a:xfrm>
          <a:custGeom>
            <a:avLst/>
            <a:gdLst/>
            <a:ahLst/>
            <a:cxnLst/>
            <a:rect l="l" t="t" r="r" b="b"/>
            <a:pathLst>
              <a:path w="1127125" h="120000" extrusionOk="0">
                <a:moveTo>
                  <a:pt x="0" y="0"/>
                </a:moveTo>
                <a:lnTo>
                  <a:pt x="1127061"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5" name="Google Shape;905;p47"/>
          <p:cNvSpPr txBox="1"/>
          <p:nvPr/>
        </p:nvSpPr>
        <p:spPr>
          <a:xfrm>
            <a:off x="2586075" y="2198215"/>
            <a:ext cx="115062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Precision </a:t>
            </a:r>
            <a:r>
              <a:rPr lang="en-US" sz="1200">
                <a:latin typeface="Tahoma"/>
                <a:ea typeface="Tahoma"/>
                <a:cs typeface="Tahoma"/>
                <a:sym typeface="Tahoma"/>
              </a:rPr>
              <a:t>+ </a:t>
            </a:r>
            <a:r>
              <a:rPr lang="en-US" sz="1050">
                <a:latin typeface="Arial"/>
                <a:ea typeface="Arial"/>
                <a:cs typeface="Arial"/>
                <a:sym typeface="Arial"/>
              </a:rPr>
              <a:t>Recall</a:t>
            </a:r>
            <a:endParaRPr sz="1050">
              <a:latin typeface="Arial"/>
              <a:ea typeface="Arial"/>
              <a:cs typeface="Arial"/>
              <a:sym typeface="Arial"/>
            </a:endParaRPr>
          </a:p>
        </p:txBody>
      </p:sp>
      <p:sp>
        <p:nvSpPr>
          <p:cNvPr id="906" name="Google Shape;906;p47"/>
          <p:cNvSpPr txBox="1"/>
          <p:nvPr/>
        </p:nvSpPr>
        <p:spPr>
          <a:xfrm>
            <a:off x="5144350" y="2109246"/>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(14)</a:t>
            </a:r>
            <a:endParaRPr sz="1050">
              <a:latin typeface="Arial"/>
              <a:ea typeface="Arial"/>
              <a:cs typeface="Arial"/>
              <a:sym typeface="Arial"/>
            </a:endParaRPr>
          </a:p>
        </p:txBody>
      </p:sp>
      <p:grpSp>
        <p:nvGrpSpPr>
          <p:cNvPr id="907" name="Google Shape;907;p47"/>
          <p:cNvGrpSpPr/>
          <p:nvPr/>
        </p:nvGrpSpPr>
        <p:grpSpPr>
          <a:xfrm>
            <a:off x="0" y="3141936"/>
            <a:ext cx="5760262" cy="92075"/>
            <a:chOff x="0" y="3141936"/>
            <a:chExt cx="5760262" cy="92075"/>
          </a:xfrm>
        </p:grpSpPr>
        <p:sp>
          <p:nvSpPr>
            <p:cNvPr id="908" name="Google Shape;908;p4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09" name="Google Shape;909;p4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10" name="Google Shape;910;p4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11" name="Google Shape;911;p4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12" name="Google Shape;912;p4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913" name="Google Shape;913;p47"/>
          <p:cNvSpPr txBox="1">
            <a:spLocks noGrp="1"/>
          </p:cNvSpPr>
          <p:nvPr>
            <p:ph type="sldNum" idx="12"/>
          </p:nvPr>
        </p:nvSpPr>
        <p:spPr>
          <a:xfrm>
            <a:off x="4627902" y="3137675"/>
            <a:ext cx="51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19</a:t>
            </a:fld>
            <a:r>
              <a:rPr lang="en-US"/>
              <a:t> / 100</a:t>
            </a:r>
            <a:endParaRPr/>
          </a:p>
        </p:txBody>
      </p:sp>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2BA1A097-3945-7F08-C71B-45FF13B6EFF4}"/>
                  </a:ext>
                </a:extLst>
              </p14:cNvPr>
              <p14:cNvContentPartPr/>
              <p14:nvPr/>
            </p14:nvContentPartPr>
            <p14:xfrm>
              <a:off x="875880" y="1256400"/>
              <a:ext cx="2768400" cy="711720"/>
            </p14:xfrm>
          </p:contentPart>
        </mc:Choice>
        <mc:Fallback>
          <p:pic>
            <p:nvPicPr>
              <p:cNvPr id="2" name="Ink 1">
                <a:extLst>
                  <a:ext uri="{FF2B5EF4-FFF2-40B4-BE49-F238E27FC236}">
                    <a16:creationId xmlns:a16="http://schemas.microsoft.com/office/drawing/2014/main" id="{2BA1A097-3945-7F08-C71B-45FF13B6EFF4}"/>
                  </a:ext>
                </a:extLst>
              </p:cNvPr>
              <p:cNvPicPr/>
              <p:nvPr/>
            </p:nvPicPr>
            <p:blipFill>
              <a:blip r:embed="rId5"/>
              <a:stretch>
                <a:fillRect/>
              </a:stretch>
            </p:blipFill>
            <p:spPr>
              <a:xfrm>
                <a:off x="866520" y="1247040"/>
                <a:ext cx="2787120" cy="730440"/>
              </a:xfrm>
              <a:prstGeom prst="rect">
                <a:avLst/>
              </a:prstGeom>
            </p:spPr>
          </p:pic>
        </mc:Fallback>
      </mc:AlternateContent>
    </p:spTree>
  </p:cSld>
  <p:clrMapOvr>
    <a:masterClrMapping/>
  </p:clrMapOvr>
  <p:transition>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4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hen</a:t>
            </a:r>
            <a:r>
              <a:rPr lang="en-US">
                <a:solidFill>
                  <a:srgbClr val="FFFFFF"/>
                </a:solidFill>
              </a:rPr>
              <a:t> </a:t>
            </a:r>
            <a:r>
              <a:rPr lang="en-US" cap="small">
                <a:solidFill>
                  <a:srgbClr val="FFFFFF"/>
                </a:solidFill>
              </a:rPr>
              <a:t>to</a:t>
            </a:r>
            <a:r>
              <a:rPr lang="en-US">
                <a:solidFill>
                  <a:srgbClr val="FFFFFF"/>
                </a:solidFill>
              </a:rPr>
              <a:t> U</a:t>
            </a:r>
            <a:r>
              <a:rPr lang="en-US" cap="small">
                <a:solidFill>
                  <a:srgbClr val="FFFFFF"/>
                </a:solidFill>
              </a:rPr>
              <a:t>se</a:t>
            </a:r>
            <a:r>
              <a:rPr lang="en-US">
                <a:solidFill>
                  <a:srgbClr val="FFFFFF"/>
                </a:solidFill>
              </a:rPr>
              <a:t> W</a:t>
            </a:r>
            <a:r>
              <a:rPr lang="en-US" cap="small">
                <a:solidFill>
                  <a:srgbClr val="FFFFFF"/>
                </a:solidFill>
              </a:rPr>
              <a:t>hich</a:t>
            </a:r>
            <a:r>
              <a:rPr lang="en-US">
                <a:solidFill>
                  <a:srgbClr val="FFFFFF"/>
                </a:solidFill>
              </a:rPr>
              <a:t> M</a:t>
            </a:r>
            <a:r>
              <a:rPr lang="en-US" cap="small">
                <a:solidFill>
                  <a:srgbClr val="FFFFFF"/>
                </a:solidFill>
              </a:rPr>
              <a:t>etric</a:t>
            </a:r>
            <a:r>
              <a:rPr lang="en-US">
                <a:solidFill>
                  <a:srgbClr val="FFFFFF"/>
                </a:solidFill>
              </a:rPr>
              <a:t>?</a:t>
            </a:r>
            <a:endParaRPr/>
          </a:p>
        </p:txBody>
      </p:sp>
      <p:grpSp>
        <p:nvGrpSpPr>
          <p:cNvPr id="919" name="Google Shape;919;p48"/>
          <p:cNvGrpSpPr/>
          <p:nvPr/>
        </p:nvGrpSpPr>
        <p:grpSpPr>
          <a:xfrm>
            <a:off x="513702" y="751611"/>
            <a:ext cx="69291" cy="2306663"/>
            <a:chOff x="513702" y="751611"/>
            <a:chExt cx="69291" cy="2306663"/>
          </a:xfrm>
        </p:grpSpPr>
        <p:pic>
          <p:nvPicPr>
            <p:cNvPr id="920" name="Google Shape;920;p48"/>
            <p:cNvPicPr preferRelativeResize="0"/>
            <p:nvPr/>
          </p:nvPicPr>
          <p:blipFill rotWithShape="1">
            <a:blip r:embed="rId3">
              <a:alphaModFix/>
            </a:blip>
            <a:srcRect/>
            <a:stretch/>
          </p:blipFill>
          <p:spPr>
            <a:xfrm>
              <a:off x="513702" y="751611"/>
              <a:ext cx="69291" cy="69291"/>
            </a:xfrm>
            <a:prstGeom prst="rect">
              <a:avLst/>
            </a:prstGeom>
            <a:noFill/>
            <a:ln>
              <a:noFill/>
            </a:ln>
          </p:spPr>
        </p:pic>
        <p:pic>
          <p:nvPicPr>
            <p:cNvPr id="921" name="Google Shape;921;p48"/>
            <p:cNvPicPr preferRelativeResize="0"/>
            <p:nvPr/>
          </p:nvPicPr>
          <p:blipFill rotWithShape="1">
            <a:blip r:embed="rId4">
              <a:alphaModFix/>
            </a:blip>
            <a:srcRect/>
            <a:stretch/>
          </p:blipFill>
          <p:spPr>
            <a:xfrm>
              <a:off x="513702" y="951610"/>
              <a:ext cx="69291" cy="69291"/>
            </a:xfrm>
            <a:prstGeom prst="rect">
              <a:avLst/>
            </a:prstGeom>
            <a:noFill/>
            <a:ln>
              <a:noFill/>
            </a:ln>
          </p:spPr>
        </p:pic>
        <p:pic>
          <p:nvPicPr>
            <p:cNvPr id="922" name="Google Shape;922;p48"/>
            <p:cNvPicPr preferRelativeResize="0"/>
            <p:nvPr/>
          </p:nvPicPr>
          <p:blipFill rotWithShape="1">
            <a:blip r:embed="rId5">
              <a:alphaModFix/>
            </a:blip>
            <a:srcRect/>
            <a:stretch/>
          </p:blipFill>
          <p:spPr>
            <a:xfrm>
              <a:off x="513702" y="1430743"/>
              <a:ext cx="69291" cy="69291"/>
            </a:xfrm>
            <a:prstGeom prst="rect">
              <a:avLst/>
            </a:prstGeom>
            <a:noFill/>
            <a:ln>
              <a:noFill/>
            </a:ln>
          </p:spPr>
        </p:pic>
        <p:pic>
          <p:nvPicPr>
            <p:cNvPr id="923" name="Google Shape;923;p48"/>
            <p:cNvPicPr preferRelativeResize="0"/>
            <p:nvPr/>
          </p:nvPicPr>
          <p:blipFill rotWithShape="1">
            <a:blip r:embed="rId6">
              <a:alphaModFix/>
            </a:blip>
            <a:srcRect/>
            <a:stretch/>
          </p:blipFill>
          <p:spPr>
            <a:xfrm>
              <a:off x="513702" y="1630730"/>
              <a:ext cx="69291" cy="69291"/>
            </a:xfrm>
            <a:prstGeom prst="rect">
              <a:avLst/>
            </a:prstGeom>
            <a:noFill/>
            <a:ln>
              <a:noFill/>
            </a:ln>
          </p:spPr>
        </p:pic>
        <p:pic>
          <p:nvPicPr>
            <p:cNvPr id="924" name="Google Shape;924;p48"/>
            <p:cNvPicPr preferRelativeResize="0"/>
            <p:nvPr/>
          </p:nvPicPr>
          <p:blipFill rotWithShape="1">
            <a:blip r:embed="rId7">
              <a:alphaModFix/>
            </a:blip>
            <a:srcRect/>
            <a:stretch/>
          </p:blipFill>
          <p:spPr>
            <a:xfrm>
              <a:off x="513702" y="2109863"/>
              <a:ext cx="69291" cy="69291"/>
            </a:xfrm>
            <a:prstGeom prst="rect">
              <a:avLst/>
            </a:prstGeom>
            <a:noFill/>
            <a:ln>
              <a:noFill/>
            </a:ln>
          </p:spPr>
        </p:pic>
        <p:pic>
          <p:nvPicPr>
            <p:cNvPr id="925" name="Google Shape;925;p48"/>
            <p:cNvPicPr preferRelativeResize="0"/>
            <p:nvPr/>
          </p:nvPicPr>
          <p:blipFill rotWithShape="1">
            <a:blip r:embed="rId8">
              <a:alphaModFix/>
            </a:blip>
            <a:srcRect/>
            <a:stretch/>
          </p:blipFill>
          <p:spPr>
            <a:xfrm>
              <a:off x="513702" y="2309863"/>
              <a:ext cx="69291" cy="69291"/>
            </a:xfrm>
            <a:prstGeom prst="rect">
              <a:avLst/>
            </a:prstGeom>
            <a:noFill/>
            <a:ln>
              <a:noFill/>
            </a:ln>
          </p:spPr>
        </p:pic>
        <p:pic>
          <p:nvPicPr>
            <p:cNvPr id="926" name="Google Shape;926;p48"/>
            <p:cNvPicPr preferRelativeResize="0"/>
            <p:nvPr/>
          </p:nvPicPr>
          <p:blipFill rotWithShape="1">
            <a:blip r:embed="rId9">
              <a:alphaModFix/>
            </a:blip>
            <a:srcRect/>
            <a:stretch/>
          </p:blipFill>
          <p:spPr>
            <a:xfrm>
              <a:off x="513702" y="2788983"/>
              <a:ext cx="69291" cy="69291"/>
            </a:xfrm>
            <a:prstGeom prst="rect">
              <a:avLst/>
            </a:prstGeom>
            <a:noFill/>
            <a:ln>
              <a:noFill/>
            </a:ln>
          </p:spPr>
        </p:pic>
        <p:pic>
          <p:nvPicPr>
            <p:cNvPr id="927" name="Google Shape;927;p48"/>
            <p:cNvPicPr preferRelativeResize="0"/>
            <p:nvPr/>
          </p:nvPicPr>
          <p:blipFill rotWithShape="1">
            <a:blip r:embed="rId10">
              <a:alphaModFix/>
            </a:blip>
            <a:srcRect/>
            <a:stretch/>
          </p:blipFill>
          <p:spPr>
            <a:xfrm>
              <a:off x="513702" y="2988983"/>
              <a:ext cx="69291" cy="69291"/>
            </a:xfrm>
            <a:prstGeom prst="rect">
              <a:avLst/>
            </a:prstGeom>
            <a:noFill/>
            <a:ln>
              <a:noFill/>
            </a:ln>
          </p:spPr>
        </p:pic>
      </p:grpSp>
      <p:sp>
        <p:nvSpPr>
          <p:cNvPr id="928" name="Google Shape;928;p48"/>
          <p:cNvSpPr txBox="1"/>
          <p:nvPr/>
        </p:nvSpPr>
        <p:spPr>
          <a:xfrm>
            <a:off x="347294" y="430935"/>
            <a:ext cx="4387215" cy="2670175"/>
          </a:xfrm>
          <a:prstGeom prst="rect">
            <a:avLst/>
          </a:prstGeom>
          <a:noFill/>
          <a:ln>
            <a:noFill/>
          </a:ln>
        </p:spPr>
        <p:txBody>
          <a:bodyPr spcFirstLastPara="1" wrap="square" lIns="0" tIns="552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Accuracy:</a:t>
            </a:r>
            <a:endParaRPr sz="1050">
              <a:latin typeface="Arial"/>
              <a:ea typeface="Arial"/>
              <a:cs typeface="Arial"/>
              <a:sym typeface="Arial"/>
            </a:endParaRPr>
          </a:p>
          <a:p>
            <a:pPr marL="309880" lvl="0" indent="0" algn="l" rtl="0">
              <a:lnSpc>
                <a:spcPct val="100000"/>
              </a:lnSpc>
              <a:spcBef>
                <a:spcPts val="345"/>
              </a:spcBef>
              <a:spcAft>
                <a:spcPts val="0"/>
              </a:spcAft>
              <a:buNone/>
            </a:pPr>
            <a:r>
              <a:rPr lang="en-US" sz="1050">
                <a:latin typeface="Arial"/>
                <a:ea typeface="Arial"/>
                <a:cs typeface="Arial"/>
                <a:sym typeface="Arial"/>
              </a:rPr>
              <a:t>Use when classes are balanced</a:t>
            </a:r>
            <a:endParaRPr sz="1050">
              <a:latin typeface="Arial"/>
              <a:ea typeface="Arial"/>
              <a:cs typeface="Arial"/>
              <a:sym typeface="Arial"/>
            </a:endParaRPr>
          </a:p>
          <a:p>
            <a:pPr marL="309880" lvl="0" indent="0" algn="l" rtl="0">
              <a:lnSpc>
                <a:spcPct val="100000"/>
              </a:lnSpc>
              <a:spcBef>
                <a:spcPts val="315"/>
              </a:spcBef>
              <a:spcAft>
                <a:spcPts val="0"/>
              </a:spcAft>
              <a:buNone/>
            </a:pPr>
            <a:r>
              <a:rPr lang="en-US" sz="1050">
                <a:solidFill>
                  <a:srgbClr val="EC2027"/>
                </a:solidFill>
                <a:latin typeface="Arial"/>
                <a:ea typeface="Arial"/>
                <a:cs typeface="Arial"/>
                <a:sym typeface="Arial"/>
              </a:rPr>
              <a:t>Misleading with imbalanced data! </a:t>
            </a:r>
            <a:r>
              <a:rPr lang="en-US" sz="1050">
                <a:latin typeface="Arial"/>
                <a:ea typeface="Arial"/>
                <a:cs typeface="Arial"/>
                <a:sym typeface="Arial"/>
              </a:rPr>
              <a:t>(e.g., 95% negative class)</a:t>
            </a:r>
            <a:endParaRPr sz="1050">
              <a:latin typeface="Arial"/>
              <a:ea typeface="Arial"/>
              <a:cs typeface="Arial"/>
              <a:sym typeface="Arial"/>
            </a:endParaRPr>
          </a:p>
          <a:p>
            <a:pPr marL="12700" lvl="0" indent="0" algn="l" rtl="0">
              <a:lnSpc>
                <a:spcPct val="100000"/>
              </a:lnSpc>
              <a:spcBef>
                <a:spcPts val="910"/>
              </a:spcBef>
              <a:spcAft>
                <a:spcPts val="0"/>
              </a:spcAft>
              <a:buNone/>
            </a:pPr>
            <a:r>
              <a:rPr lang="en-US" sz="1050">
                <a:solidFill>
                  <a:srgbClr val="1B1472"/>
                </a:solidFill>
                <a:latin typeface="Arial"/>
                <a:ea typeface="Arial"/>
                <a:cs typeface="Arial"/>
                <a:sym typeface="Arial"/>
              </a:rPr>
              <a:t>Precision:</a:t>
            </a:r>
            <a:endParaRPr sz="1050">
              <a:latin typeface="Arial"/>
              <a:ea typeface="Arial"/>
              <a:cs typeface="Arial"/>
              <a:sym typeface="Arial"/>
            </a:endParaRPr>
          </a:p>
          <a:p>
            <a:pPr marL="309880" lvl="0" indent="0" algn="l" rtl="0">
              <a:lnSpc>
                <a:spcPct val="100000"/>
              </a:lnSpc>
              <a:spcBef>
                <a:spcPts val="340"/>
              </a:spcBef>
              <a:spcAft>
                <a:spcPts val="0"/>
              </a:spcAft>
              <a:buNone/>
            </a:pPr>
            <a:r>
              <a:rPr lang="en-US" sz="1050">
                <a:latin typeface="Arial"/>
                <a:ea typeface="Arial"/>
                <a:cs typeface="Arial"/>
                <a:sym typeface="Arial"/>
              </a:rPr>
              <a:t>Important when False Positives are costly</a:t>
            </a:r>
            <a:endParaRPr sz="1050">
              <a:latin typeface="Arial"/>
              <a:ea typeface="Arial"/>
              <a:cs typeface="Arial"/>
              <a:sym typeface="Arial"/>
            </a:endParaRPr>
          </a:p>
          <a:p>
            <a:pPr marL="309880" lvl="0" indent="0" algn="l" rtl="0">
              <a:lnSpc>
                <a:spcPct val="100000"/>
              </a:lnSpc>
              <a:spcBef>
                <a:spcPts val="315"/>
              </a:spcBef>
              <a:spcAft>
                <a:spcPts val="0"/>
              </a:spcAft>
              <a:buNone/>
            </a:pPr>
            <a:r>
              <a:rPr lang="en-US" sz="1050">
                <a:latin typeface="Arial"/>
                <a:ea typeface="Arial"/>
                <a:cs typeface="Arial"/>
                <a:sym typeface="Arial"/>
              </a:rPr>
              <a:t>Example: Spam detection (don’t want to mark real emails as spam)</a:t>
            </a:r>
            <a:endParaRPr sz="1050">
              <a:latin typeface="Arial"/>
              <a:ea typeface="Arial"/>
              <a:cs typeface="Arial"/>
              <a:sym typeface="Arial"/>
            </a:endParaRPr>
          </a:p>
          <a:p>
            <a:pPr marL="12700" lvl="0" indent="0" algn="l" rtl="0">
              <a:lnSpc>
                <a:spcPct val="100000"/>
              </a:lnSpc>
              <a:spcBef>
                <a:spcPts val="910"/>
              </a:spcBef>
              <a:spcAft>
                <a:spcPts val="0"/>
              </a:spcAft>
              <a:buNone/>
            </a:pPr>
            <a:r>
              <a:rPr lang="en-US" sz="1050">
                <a:solidFill>
                  <a:srgbClr val="1B1472"/>
                </a:solidFill>
                <a:latin typeface="Arial"/>
                <a:ea typeface="Arial"/>
                <a:cs typeface="Arial"/>
                <a:sym typeface="Arial"/>
              </a:rPr>
              <a:t>Recall:</a:t>
            </a:r>
            <a:endParaRPr sz="1050">
              <a:latin typeface="Arial"/>
              <a:ea typeface="Arial"/>
              <a:cs typeface="Arial"/>
              <a:sym typeface="Arial"/>
            </a:endParaRPr>
          </a:p>
          <a:p>
            <a:pPr marL="309880" lvl="0" indent="0" algn="l" rtl="0">
              <a:lnSpc>
                <a:spcPct val="100000"/>
              </a:lnSpc>
              <a:spcBef>
                <a:spcPts val="345"/>
              </a:spcBef>
              <a:spcAft>
                <a:spcPts val="0"/>
              </a:spcAft>
              <a:buNone/>
            </a:pPr>
            <a:r>
              <a:rPr lang="en-US" sz="1050">
                <a:latin typeface="Arial"/>
                <a:ea typeface="Arial"/>
                <a:cs typeface="Arial"/>
                <a:sym typeface="Arial"/>
              </a:rPr>
              <a:t>Important when False Negatives are costly</a:t>
            </a:r>
            <a:endParaRPr sz="1050">
              <a:latin typeface="Arial"/>
              <a:ea typeface="Arial"/>
              <a:cs typeface="Arial"/>
              <a:sym typeface="Arial"/>
            </a:endParaRPr>
          </a:p>
          <a:p>
            <a:pPr marL="309880" lvl="0" indent="0" algn="l" rtl="0">
              <a:lnSpc>
                <a:spcPct val="100000"/>
              </a:lnSpc>
              <a:spcBef>
                <a:spcPts val="315"/>
              </a:spcBef>
              <a:spcAft>
                <a:spcPts val="0"/>
              </a:spcAft>
              <a:buNone/>
            </a:pPr>
            <a:r>
              <a:rPr lang="en-US" sz="1050">
                <a:latin typeface="Arial"/>
                <a:ea typeface="Arial"/>
                <a:cs typeface="Arial"/>
                <a:sym typeface="Arial"/>
              </a:rPr>
              <a:t>Example: Disease detection (don’t want to miss sick patients)</a:t>
            </a:r>
            <a:endParaRPr sz="1050">
              <a:latin typeface="Arial"/>
              <a:ea typeface="Arial"/>
              <a:cs typeface="Arial"/>
              <a:sym typeface="Arial"/>
            </a:endParaRPr>
          </a:p>
          <a:p>
            <a:pPr marL="12700" lvl="0" indent="0" algn="l" rtl="0">
              <a:lnSpc>
                <a:spcPct val="100000"/>
              </a:lnSpc>
              <a:spcBef>
                <a:spcPts val="910"/>
              </a:spcBef>
              <a:spcAft>
                <a:spcPts val="0"/>
              </a:spcAft>
              <a:buNone/>
            </a:pPr>
            <a:r>
              <a:rPr lang="en-US" sz="1050">
                <a:solidFill>
                  <a:srgbClr val="1B1472"/>
                </a:solidFill>
                <a:latin typeface="Arial"/>
                <a:ea typeface="Arial"/>
                <a:cs typeface="Arial"/>
                <a:sym typeface="Arial"/>
              </a:rPr>
              <a:t>F1 Score:</a:t>
            </a:r>
            <a:endParaRPr sz="1050">
              <a:latin typeface="Arial"/>
              <a:ea typeface="Arial"/>
              <a:cs typeface="Arial"/>
              <a:sym typeface="Arial"/>
            </a:endParaRPr>
          </a:p>
          <a:p>
            <a:pPr marL="309880" marR="579120" lvl="0" indent="0" algn="l" rtl="0">
              <a:lnSpc>
                <a:spcPct val="125000"/>
              </a:lnSpc>
              <a:spcBef>
                <a:spcPts val="25"/>
              </a:spcBef>
              <a:spcAft>
                <a:spcPts val="0"/>
              </a:spcAft>
              <a:buNone/>
            </a:pPr>
            <a:r>
              <a:rPr lang="en-US" sz="1050">
                <a:latin typeface="Arial"/>
                <a:ea typeface="Arial"/>
                <a:cs typeface="Arial"/>
                <a:sym typeface="Arial"/>
              </a:rPr>
              <a:t>Use when you need balance between precision and recall Good for imbalanced datasets</a:t>
            </a:r>
            <a:endParaRPr sz="1050">
              <a:latin typeface="Arial"/>
              <a:ea typeface="Arial"/>
              <a:cs typeface="Arial"/>
              <a:sym typeface="Arial"/>
            </a:endParaRPr>
          </a:p>
        </p:txBody>
      </p:sp>
      <p:grpSp>
        <p:nvGrpSpPr>
          <p:cNvPr id="929" name="Google Shape;929;p48"/>
          <p:cNvGrpSpPr/>
          <p:nvPr/>
        </p:nvGrpSpPr>
        <p:grpSpPr>
          <a:xfrm>
            <a:off x="0" y="3141936"/>
            <a:ext cx="5760262" cy="92075"/>
            <a:chOff x="0" y="3141936"/>
            <a:chExt cx="5760262" cy="92075"/>
          </a:xfrm>
        </p:grpSpPr>
        <p:sp>
          <p:nvSpPr>
            <p:cNvPr id="930" name="Google Shape;930;p4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1" name="Google Shape;931;p4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32" name="Google Shape;932;p4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33" name="Google Shape;933;p4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34" name="Google Shape;934;p4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1"/>
              </a:rPr>
              <a:t>D</a:t>
            </a:r>
            <a:r>
              <a:rPr lang="en-US" sz="600" u="sng" cap="small">
                <a:solidFill>
                  <a:schemeClr val="hlink"/>
                </a:solidFill>
                <a:latin typeface="Bookman Old Style"/>
                <a:ea typeface="Bookman Old Style"/>
                <a:cs typeface="Bookman Old Style"/>
                <a:sym typeface="Bookman Old Style"/>
                <a:hlinkClick r:id="rId11"/>
              </a:rPr>
              <a:t>eep</a:t>
            </a:r>
            <a:r>
              <a:rPr lang="en-US" sz="600" u="sng">
                <a:solidFill>
                  <a:schemeClr val="hlink"/>
                </a:solidFill>
                <a:latin typeface="Bookman Old Style"/>
                <a:ea typeface="Bookman Old Style"/>
                <a:cs typeface="Bookman Old Style"/>
                <a:sym typeface="Bookman Old Style"/>
                <a:hlinkClick r:id="rId11"/>
              </a:rPr>
              <a:t> L</a:t>
            </a:r>
            <a:r>
              <a:rPr lang="en-US" sz="600" u="sng" cap="small">
                <a:solidFill>
                  <a:schemeClr val="hlink"/>
                </a:solidFill>
                <a:latin typeface="Bookman Old Style"/>
                <a:ea typeface="Bookman Old Style"/>
                <a:cs typeface="Bookman Old Style"/>
                <a:sym typeface="Bookman Old Style"/>
                <a:hlinkClick r:id="rId11"/>
              </a:rPr>
              <a:t>earning</a:t>
            </a:r>
            <a:endParaRPr sz="600">
              <a:latin typeface="Bookman Old Style"/>
              <a:ea typeface="Bookman Old Style"/>
              <a:cs typeface="Bookman Old Style"/>
              <a:sym typeface="Bookman Old Style"/>
            </a:endParaRPr>
          </a:p>
        </p:txBody>
      </p:sp>
      <p:sp>
        <p:nvSpPr>
          <p:cNvPr id="935" name="Google Shape;935;p48"/>
          <p:cNvSpPr txBox="1">
            <a:spLocks noGrp="1"/>
          </p:cNvSpPr>
          <p:nvPr>
            <p:ph type="sldNum" idx="12"/>
          </p:nvPr>
        </p:nvSpPr>
        <p:spPr>
          <a:xfrm>
            <a:off x="4627903" y="3137675"/>
            <a:ext cx="574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20</a:t>
            </a:fld>
            <a:r>
              <a:rPr lang="en-US"/>
              <a:t> / 100</a:t>
            </a:r>
            <a:endParaRPr/>
          </a:p>
        </p:txBody>
      </p:sp>
      <mc:AlternateContent xmlns:mc="http://schemas.openxmlformats.org/markup-compatibility/2006">
        <mc:Choice xmlns:p14="http://schemas.microsoft.com/office/powerpoint/2010/main" Requires="p14">
          <p:contentPart p14:bwMode="auto" r:id="rId12">
            <p14:nvContentPartPr>
              <p14:cNvPr id="2" name="Ink 1">
                <a:extLst>
                  <a:ext uri="{FF2B5EF4-FFF2-40B4-BE49-F238E27FC236}">
                    <a16:creationId xmlns:a16="http://schemas.microsoft.com/office/drawing/2014/main" id="{3F9AE0A7-B5E0-755D-D2CE-88A1E6B9F00C}"/>
                  </a:ext>
                </a:extLst>
              </p14:cNvPr>
              <p14:cNvContentPartPr/>
              <p14:nvPr/>
            </p14:nvContentPartPr>
            <p14:xfrm>
              <a:off x="987840" y="453960"/>
              <a:ext cx="4779000" cy="2633040"/>
            </p14:xfrm>
          </p:contentPart>
        </mc:Choice>
        <mc:Fallback>
          <p:pic>
            <p:nvPicPr>
              <p:cNvPr id="2" name="Ink 1">
                <a:extLst>
                  <a:ext uri="{FF2B5EF4-FFF2-40B4-BE49-F238E27FC236}">
                    <a16:creationId xmlns:a16="http://schemas.microsoft.com/office/drawing/2014/main" id="{3F9AE0A7-B5E0-755D-D2CE-88A1E6B9F00C}"/>
                  </a:ext>
                </a:extLst>
              </p:cNvPr>
              <p:cNvPicPr/>
              <p:nvPr/>
            </p:nvPicPr>
            <p:blipFill>
              <a:blip r:embed="rId13"/>
              <a:stretch>
                <a:fillRect/>
              </a:stretch>
            </p:blipFill>
            <p:spPr>
              <a:xfrm>
                <a:off x="978480" y="444600"/>
                <a:ext cx="4797720" cy="2651760"/>
              </a:xfrm>
              <a:prstGeom prst="rect">
                <a:avLst/>
              </a:prstGeom>
            </p:spPr>
          </p:pic>
        </mc:Fallback>
      </mc:AlternateContent>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4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a:t>
            </a:r>
            <a:r>
              <a:rPr lang="en-US">
                <a:solidFill>
                  <a:srgbClr val="FFFFFF"/>
                </a:solidFill>
              </a:rPr>
              <a:t>: C</a:t>
            </a:r>
            <a:r>
              <a:rPr lang="en-US" cap="small">
                <a:solidFill>
                  <a:srgbClr val="FFFFFF"/>
                </a:solidFill>
              </a:rPr>
              <a:t>omputing</a:t>
            </a:r>
            <a:r>
              <a:rPr lang="en-US">
                <a:solidFill>
                  <a:srgbClr val="FFFFFF"/>
                </a:solidFill>
              </a:rPr>
              <a:t> M</a:t>
            </a:r>
            <a:r>
              <a:rPr lang="en-US" cap="small">
                <a:solidFill>
                  <a:srgbClr val="FFFFFF"/>
                </a:solidFill>
              </a:rPr>
              <a:t>etrics</a:t>
            </a:r>
            <a:endParaRPr/>
          </a:p>
        </p:txBody>
      </p:sp>
      <p:grpSp>
        <p:nvGrpSpPr>
          <p:cNvPr id="941" name="Google Shape;941;p49"/>
          <p:cNvGrpSpPr/>
          <p:nvPr/>
        </p:nvGrpSpPr>
        <p:grpSpPr>
          <a:xfrm>
            <a:off x="0" y="3141936"/>
            <a:ext cx="5760262" cy="92075"/>
            <a:chOff x="0" y="3141936"/>
            <a:chExt cx="5760262" cy="92075"/>
          </a:xfrm>
        </p:grpSpPr>
        <p:sp>
          <p:nvSpPr>
            <p:cNvPr id="942" name="Google Shape;942;p4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3" name="Google Shape;943;p4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44" name="Google Shape;944;p4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45" name="Google Shape;945;p4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46" name="Google Shape;946;p4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947" name="Google Shape;947;p49"/>
          <p:cNvSpPr txBox="1">
            <a:spLocks noGrp="1"/>
          </p:cNvSpPr>
          <p:nvPr>
            <p:ph type="sldNum" idx="12"/>
          </p:nvPr>
        </p:nvSpPr>
        <p:spPr>
          <a:xfrm>
            <a:off x="4627902" y="3137675"/>
            <a:ext cx="5289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21</a:t>
            </a:fld>
            <a:r>
              <a:rPr lang="en-US"/>
              <a:t> / 100</a:t>
            </a:r>
            <a:endParaRPr/>
          </a:p>
        </p:txBody>
      </p:sp>
      <p:pic>
        <p:nvPicPr>
          <p:cNvPr id="948" name="Google Shape;948;p49"/>
          <p:cNvPicPr preferRelativeResize="0"/>
          <p:nvPr/>
        </p:nvPicPr>
        <p:blipFill>
          <a:blip r:embed="rId4">
            <a:alphaModFix/>
          </a:blip>
          <a:stretch>
            <a:fillRect/>
          </a:stretch>
        </p:blipFill>
        <p:spPr>
          <a:xfrm>
            <a:off x="152400" y="550235"/>
            <a:ext cx="5339609" cy="243503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C8381673-45F3-A9D6-DCC7-FD674D8F9CF6}"/>
                  </a:ext>
                </a:extLst>
              </p14:cNvPr>
              <p14:cNvContentPartPr/>
              <p14:nvPr/>
            </p14:nvContentPartPr>
            <p14:xfrm>
              <a:off x="546120" y="1074960"/>
              <a:ext cx="1163520" cy="1590120"/>
            </p14:xfrm>
          </p:contentPart>
        </mc:Choice>
        <mc:Fallback>
          <p:pic>
            <p:nvPicPr>
              <p:cNvPr id="2" name="Ink 1">
                <a:extLst>
                  <a:ext uri="{FF2B5EF4-FFF2-40B4-BE49-F238E27FC236}">
                    <a16:creationId xmlns:a16="http://schemas.microsoft.com/office/drawing/2014/main" id="{C8381673-45F3-A9D6-DCC7-FD674D8F9CF6}"/>
                  </a:ext>
                </a:extLst>
              </p:cNvPr>
              <p:cNvPicPr/>
              <p:nvPr/>
            </p:nvPicPr>
            <p:blipFill>
              <a:blip r:embed="rId6"/>
              <a:stretch>
                <a:fillRect/>
              </a:stretch>
            </p:blipFill>
            <p:spPr>
              <a:xfrm>
                <a:off x="536760" y="1065600"/>
                <a:ext cx="1182240" cy="1608840"/>
              </a:xfrm>
              <a:prstGeom prst="rect">
                <a:avLst/>
              </a:prstGeom>
            </p:spPr>
          </p:pic>
        </mc:Fallback>
      </mc:AlternateContent>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5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a:t>
            </a:r>
            <a:r>
              <a:rPr lang="en-US" cap="small">
                <a:solidFill>
                  <a:srgbClr val="FFFFFF"/>
                </a:solidFill>
              </a:rPr>
              <a:t>ummary</a:t>
            </a:r>
            <a:r>
              <a:rPr lang="en-US">
                <a:solidFill>
                  <a:srgbClr val="FFFFFF"/>
                </a:solidFill>
              </a:rPr>
              <a:t>: B</a:t>
            </a:r>
            <a:r>
              <a:rPr lang="en-US" cap="small">
                <a:solidFill>
                  <a:srgbClr val="FFFFFF"/>
                </a:solidFill>
              </a:rPr>
              <a:t>inary</a:t>
            </a:r>
            <a:r>
              <a:rPr lang="en-US">
                <a:solidFill>
                  <a:srgbClr val="FFFFFF"/>
                </a:solidFill>
              </a:rPr>
              <a:t> C</a:t>
            </a:r>
            <a:r>
              <a:rPr lang="en-US" cap="small">
                <a:solidFill>
                  <a:srgbClr val="FFFFFF"/>
                </a:solidFill>
              </a:rPr>
              <a:t>lassification</a:t>
            </a:r>
            <a:endParaRPr/>
          </a:p>
        </p:txBody>
      </p:sp>
      <p:grpSp>
        <p:nvGrpSpPr>
          <p:cNvPr id="954" name="Google Shape;954;p50"/>
          <p:cNvGrpSpPr/>
          <p:nvPr/>
        </p:nvGrpSpPr>
        <p:grpSpPr>
          <a:xfrm>
            <a:off x="0" y="3141936"/>
            <a:ext cx="5760262" cy="92075"/>
            <a:chOff x="0" y="3141936"/>
            <a:chExt cx="5760262" cy="92075"/>
          </a:xfrm>
        </p:grpSpPr>
        <p:sp>
          <p:nvSpPr>
            <p:cNvPr id="955" name="Google Shape;955;p5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6" name="Google Shape;956;p5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57" name="Google Shape;957;p5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58" name="Google Shape;958;p5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59" name="Google Shape;959;p5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960" name="Google Shape;960;p50"/>
          <p:cNvSpPr txBox="1">
            <a:spLocks noGrp="1"/>
          </p:cNvSpPr>
          <p:nvPr>
            <p:ph type="sldNum" idx="12"/>
          </p:nvPr>
        </p:nvSpPr>
        <p:spPr>
          <a:xfrm>
            <a:off x="4627901" y="3137675"/>
            <a:ext cx="4668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22</a:t>
            </a:fld>
            <a:r>
              <a:rPr lang="en-US"/>
              <a:t> / 100</a:t>
            </a:r>
            <a:endParaRPr/>
          </a:p>
        </p:txBody>
      </p:sp>
      <p:pic>
        <p:nvPicPr>
          <p:cNvPr id="961" name="Google Shape;961;p50"/>
          <p:cNvPicPr preferRelativeResize="0"/>
          <p:nvPr/>
        </p:nvPicPr>
        <p:blipFill rotWithShape="1">
          <a:blip r:embed="rId4">
            <a:alphaModFix/>
          </a:blip>
          <a:srcRect l="3316"/>
          <a:stretch/>
        </p:blipFill>
        <p:spPr>
          <a:xfrm>
            <a:off x="648275" y="536950"/>
            <a:ext cx="4669099" cy="2465850"/>
          </a:xfrm>
          <a:prstGeom prst="rect">
            <a:avLst/>
          </a:prstGeom>
          <a:noFill/>
          <a:ln>
            <a:noFill/>
          </a:ln>
        </p:spPr>
      </p:pic>
    </p:spTree>
  </p:cSld>
  <p:clrMapOvr>
    <a:masterClrMapping/>
  </p:clrMapOvr>
  <p:transition>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5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K</a:t>
            </a:r>
            <a:r>
              <a:rPr lang="en-US" cap="small">
                <a:solidFill>
                  <a:srgbClr val="FFFFFF"/>
                </a:solidFill>
              </a:rPr>
              <a:t>ey</a:t>
            </a:r>
            <a:r>
              <a:rPr lang="en-US">
                <a:solidFill>
                  <a:srgbClr val="FFFFFF"/>
                </a:solidFill>
              </a:rPr>
              <a:t> T</a:t>
            </a:r>
            <a:r>
              <a:rPr lang="en-US" cap="small">
                <a:solidFill>
                  <a:srgbClr val="FFFFFF"/>
                </a:solidFill>
              </a:rPr>
              <a:t>akeaways</a:t>
            </a:r>
            <a:endParaRPr/>
          </a:p>
        </p:txBody>
      </p:sp>
      <p:grpSp>
        <p:nvGrpSpPr>
          <p:cNvPr id="967" name="Google Shape;967;p51"/>
          <p:cNvGrpSpPr/>
          <p:nvPr/>
        </p:nvGrpSpPr>
        <p:grpSpPr>
          <a:xfrm>
            <a:off x="513702" y="773315"/>
            <a:ext cx="69291" cy="290703"/>
            <a:chOff x="513702" y="773315"/>
            <a:chExt cx="69291" cy="290703"/>
          </a:xfrm>
        </p:grpSpPr>
        <p:pic>
          <p:nvPicPr>
            <p:cNvPr id="968" name="Google Shape;968;p51"/>
            <p:cNvPicPr preferRelativeResize="0"/>
            <p:nvPr/>
          </p:nvPicPr>
          <p:blipFill rotWithShape="1">
            <a:blip r:embed="rId3">
              <a:alphaModFix/>
            </a:blip>
            <a:srcRect/>
            <a:stretch/>
          </p:blipFill>
          <p:spPr>
            <a:xfrm>
              <a:off x="513702" y="773315"/>
              <a:ext cx="69291" cy="69291"/>
            </a:xfrm>
            <a:prstGeom prst="rect">
              <a:avLst/>
            </a:prstGeom>
            <a:noFill/>
            <a:ln>
              <a:noFill/>
            </a:ln>
          </p:spPr>
        </p:pic>
        <p:pic>
          <p:nvPicPr>
            <p:cNvPr id="969" name="Google Shape;969;p51"/>
            <p:cNvPicPr preferRelativeResize="0"/>
            <p:nvPr/>
          </p:nvPicPr>
          <p:blipFill rotWithShape="1">
            <a:blip r:embed="rId4">
              <a:alphaModFix/>
            </a:blip>
            <a:srcRect/>
            <a:stretch/>
          </p:blipFill>
          <p:spPr>
            <a:xfrm>
              <a:off x="513702" y="994727"/>
              <a:ext cx="69291" cy="69291"/>
            </a:xfrm>
            <a:prstGeom prst="rect">
              <a:avLst/>
            </a:prstGeom>
            <a:noFill/>
            <a:ln>
              <a:noFill/>
            </a:ln>
          </p:spPr>
        </p:pic>
      </p:grpSp>
      <p:sp>
        <p:nvSpPr>
          <p:cNvPr id="970" name="Google Shape;970;p51"/>
          <p:cNvSpPr txBox="1"/>
          <p:nvPr/>
        </p:nvSpPr>
        <p:spPr>
          <a:xfrm>
            <a:off x="644626" y="680603"/>
            <a:ext cx="401129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Binary classification </a:t>
            </a:r>
            <a:r>
              <a:rPr lang="en-US" sz="1050">
                <a:latin typeface="Arial"/>
                <a:ea typeface="Arial"/>
                <a:cs typeface="Arial"/>
                <a:sym typeface="Arial"/>
              </a:rPr>
              <a:t>predicts discrete categories using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Lucida Sans"/>
                <a:ea typeface="Lucida Sans"/>
                <a:cs typeface="Lucida Sans"/>
                <a:sym typeface="Lucida Sans"/>
              </a:rPr>
              <a:t>}</a:t>
            </a:r>
            <a:r>
              <a:rPr lang="en-US" sz="1050">
                <a:latin typeface="Arial"/>
                <a:ea typeface="Arial"/>
                <a:cs typeface="Arial"/>
                <a:sym typeface="Arial"/>
              </a:rPr>
              <a:t>.</a:t>
            </a:r>
            <a:endParaRPr sz="1050">
              <a:latin typeface="Arial"/>
              <a:ea typeface="Arial"/>
              <a:cs typeface="Arial"/>
              <a:sym typeface="Arial"/>
            </a:endParaRPr>
          </a:p>
        </p:txBody>
      </p:sp>
      <p:sp>
        <p:nvSpPr>
          <p:cNvPr id="971" name="Google Shape;971;p51"/>
          <p:cNvSpPr txBox="1"/>
          <p:nvPr/>
        </p:nvSpPr>
        <p:spPr>
          <a:xfrm>
            <a:off x="644626" y="902014"/>
            <a:ext cx="161036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Sigmoid activation </a:t>
            </a:r>
            <a:r>
              <a:rPr lang="en-US" sz="1200" i="1">
                <a:latin typeface="Bookman Old Style"/>
                <a:ea typeface="Bookman Old Style"/>
                <a:cs typeface="Bookman Old Style"/>
                <a:sym typeface="Bookman Old Style"/>
              </a:rPr>
              <a:t>σ</a:t>
            </a:r>
            <a:r>
              <a:rPr lang="en-US" sz="1200">
                <a:latin typeface="Tahoma"/>
                <a:ea typeface="Tahoma"/>
                <a:cs typeface="Tahoma"/>
                <a:sym typeface="Tahoma"/>
              </a:rPr>
              <a:t>(</a:t>
            </a:r>
            <a:r>
              <a:rPr lang="en-US" sz="1050" i="1">
                <a:latin typeface="Arial"/>
                <a:ea typeface="Arial"/>
                <a:cs typeface="Arial"/>
                <a:sym typeface="Arial"/>
              </a:rPr>
              <a:t>z</a:t>
            </a:r>
            <a:r>
              <a:rPr lang="en-US" sz="1200">
                <a:latin typeface="Tahoma"/>
                <a:ea typeface="Tahoma"/>
                <a:cs typeface="Tahoma"/>
                <a:sym typeface="Tahoma"/>
              </a:rPr>
              <a:t>) =</a:t>
            </a:r>
            <a:endParaRPr sz="1200">
              <a:latin typeface="Tahoma"/>
              <a:ea typeface="Tahoma"/>
              <a:cs typeface="Tahoma"/>
              <a:sym typeface="Tahoma"/>
            </a:endParaRPr>
          </a:p>
        </p:txBody>
      </p:sp>
      <p:sp>
        <p:nvSpPr>
          <p:cNvPr id="972" name="Google Shape;972;p51"/>
          <p:cNvSpPr txBox="1"/>
          <p:nvPr/>
        </p:nvSpPr>
        <p:spPr>
          <a:xfrm>
            <a:off x="2414054" y="902968"/>
            <a:ext cx="7620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1</a:t>
            </a:r>
            <a:endParaRPr sz="700">
              <a:latin typeface="Arial"/>
              <a:ea typeface="Arial"/>
              <a:cs typeface="Arial"/>
              <a:sym typeface="Arial"/>
            </a:endParaRPr>
          </a:p>
        </p:txBody>
      </p:sp>
      <p:sp>
        <p:nvSpPr>
          <p:cNvPr id="973" name="Google Shape;973;p51"/>
          <p:cNvSpPr/>
          <p:nvPr/>
        </p:nvSpPr>
        <p:spPr>
          <a:xfrm>
            <a:off x="2299398" y="1028598"/>
            <a:ext cx="305435" cy="0"/>
          </a:xfrm>
          <a:custGeom>
            <a:avLst/>
            <a:gdLst/>
            <a:ahLst/>
            <a:cxnLst/>
            <a:rect l="l" t="t" r="r" b="b"/>
            <a:pathLst>
              <a:path w="305435" h="120000" extrusionOk="0">
                <a:moveTo>
                  <a:pt x="0" y="0"/>
                </a:moveTo>
                <a:lnTo>
                  <a:pt x="305346"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74" name="Google Shape;974;p51"/>
          <p:cNvSpPr txBox="1"/>
          <p:nvPr/>
        </p:nvSpPr>
        <p:spPr>
          <a:xfrm>
            <a:off x="2286698" y="1004987"/>
            <a:ext cx="21082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1</a:t>
            </a:r>
            <a:r>
              <a:rPr lang="en-US" sz="800">
                <a:latin typeface="Lucida Sans"/>
                <a:ea typeface="Lucida Sans"/>
                <a:cs typeface="Lucida Sans"/>
                <a:sym typeface="Lucida Sans"/>
              </a:rPr>
              <a:t>+</a:t>
            </a:r>
            <a:r>
              <a:rPr lang="en-US" sz="700" i="1">
                <a:latin typeface="Arial"/>
                <a:ea typeface="Arial"/>
                <a:cs typeface="Arial"/>
                <a:sym typeface="Arial"/>
              </a:rPr>
              <a:t>e</a:t>
            </a:r>
            <a:endParaRPr sz="700">
              <a:latin typeface="Arial"/>
              <a:ea typeface="Arial"/>
              <a:cs typeface="Arial"/>
              <a:sym typeface="Arial"/>
            </a:endParaRPr>
          </a:p>
        </p:txBody>
      </p:sp>
      <p:sp>
        <p:nvSpPr>
          <p:cNvPr id="975" name="Google Shape;975;p51"/>
          <p:cNvSpPr txBox="1"/>
          <p:nvPr/>
        </p:nvSpPr>
        <p:spPr>
          <a:xfrm>
            <a:off x="2473604" y="1001476"/>
            <a:ext cx="132715"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latin typeface="Lucida Sans"/>
                <a:ea typeface="Lucida Sans"/>
                <a:cs typeface="Lucida Sans"/>
                <a:sym typeface="Lucida Sans"/>
              </a:rPr>
              <a:t>−</a:t>
            </a:r>
            <a:r>
              <a:rPr lang="en-US" sz="500" i="1">
                <a:latin typeface="Arial"/>
                <a:ea typeface="Arial"/>
                <a:cs typeface="Arial"/>
                <a:sym typeface="Arial"/>
              </a:rPr>
              <a:t>z</a:t>
            </a:r>
            <a:endParaRPr sz="500">
              <a:latin typeface="Arial"/>
              <a:ea typeface="Arial"/>
              <a:cs typeface="Arial"/>
              <a:sym typeface="Arial"/>
            </a:endParaRPr>
          </a:p>
        </p:txBody>
      </p:sp>
      <p:sp>
        <p:nvSpPr>
          <p:cNvPr id="976" name="Google Shape;976;p51"/>
          <p:cNvSpPr txBox="1"/>
          <p:nvPr/>
        </p:nvSpPr>
        <p:spPr>
          <a:xfrm>
            <a:off x="2645226" y="902025"/>
            <a:ext cx="1982700" cy="1968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maps to probabilities </a:t>
            </a:r>
            <a:r>
              <a:rPr lang="en-US" sz="1200">
                <a:latin typeface="Tahoma"/>
                <a:ea typeface="Tahoma"/>
                <a:cs typeface="Tahoma"/>
                <a:sym typeface="Tahoma"/>
              </a:rPr>
              <a:t>[</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Tahoma"/>
                <a:ea typeface="Tahoma"/>
                <a:cs typeface="Tahoma"/>
                <a:sym typeface="Tahoma"/>
              </a:rPr>
              <a:t>]</a:t>
            </a:r>
            <a:r>
              <a:rPr lang="en-US" sz="1050">
                <a:latin typeface="Arial"/>
                <a:ea typeface="Arial"/>
                <a:cs typeface="Arial"/>
                <a:sym typeface="Arial"/>
              </a:rPr>
              <a:t>.</a:t>
            </a:r>
            <a:endParaRPr sz="1050">
              <a:latin typeface="Arial"/>
              <a:ea typeface="Arial"/>
              <a:cs typeface="Arial"/>
              <a:sym typeface="Arial"/>
            </a:endParaRPr>
          </a:p>
        </p:txBody>
      </p:sp>
      <p:grpSp>
        <p:nvGrpSpPr>
          <p:cNvPr id="977" name="Google Shape;977;p51"/>
          <p:cNvGrpSpPr/>
          <p:nvPr/>
        </p:nvGrpSpPr>
        <p:grpSpPr>
          <a:xfrm>
            <a:off x="0" y="1216151"/>
            <a:ext cx="5760262" cy="2017860"/>
            <a:chOff x="0" y="1216151"/>
            <a:chExt cx="5760262" cy="2017860"/>
          </a:xfrm>
        </p:grpSpPr>
        <p:pic>
          <p:nvPicPr>
            <p:cNvPr id="978" name="Google Shape;978;p51"/>
            <p:cNvPicPr preferRelativeResize="0"/>
            <p:nvPr/>
          </p:nvPicPr>
          <p:blipFill rotWithShape="1">
            <a:blip r:embed="rId5">
              <a:alphaModFix/>
            </a:blip>
            <a:srcRect/>
            <a:stretch/>
          </p:blipFill>
          <p:spPr>
            <a:xfrm>
              <a:off x="513702" y="1216151"/>
              <a:ext cx="69291" cy="69291"/>
            </a:xfrm>
            <a:prstGeom prst="rect">
              <a:avLst/>
            </a:prstGeom>
            <a:noFill/>
            <a:ln>
              <a:noFill/>
            </a:ln>
          </p:spPr>
        </p:pic>
        <p:pic>
          <p:nvPicPr>
            <p:cNvPr id="979" name="Google Shape;979;p51"/>
            <p:cNvPicPr preferRelativeResize="0"/>
            <p:nvPr/>
          </p:nvPicPr>
          <p:blipFill rotWithShape="1">
            <a:blip r:embed="rId6">
              <a:alphaModFix/>
            </a:blip>
            <a:srcRect/>
            <a:stretch/>
          </p:blipFill>
          <p:spPr>
            <a:xfrm>
              <a:off x="513702" y="1437563"/>
              <a:ext cx="69291" cy="69291"/>
            </a:xfrm>
            <a:prstGeom prst="rect">
              <a:avLst/>
            </a:prstGeom>
            <a:noFill/>
            <a:ln>
              <a:noFill/>
            </a:ln>
          </p:spPr>
        </p:pic>
        <p:pic>
          <p:nvPicPr>
            <p:cNvPr id="980" name="Google Shape;980;p51"/>
            <p:cNvPicPr preferRelativeResize="0"/>
            <p:nvPr/>
          </p:nvPicPr>
          <p:blipFill rotWithShape="1">
            <a:blip r:embed="rId7">
              <a:alphaModFix/>
            </a:blip>
            <a:srcRect/>
            <a:stretch/>
          </p:blipFill>
          <p:spPr>
            <a:xfrm>
              <a:off x="513702" y="1658988"/>
              <a:ext cx="69291" cy="69291"/>
            </a:xfrm>
            <a:prstGeom prst="rect">
              <a:avLst/>
            </a:prstGeom>
            <a:noFill/>
            <a:ln>
              <a:noFill/>
            </a:ln>
          </p:spPr>
        </p:pic>
        <p:pic>
          <p:nvPicPr>
            <p:cNvPr id="981" name="Google Shape;981;p51"/>
            <p:cNvPicPr preferRelativeResize="0"/>
            <p:nvPr/>
          </p:nvPicPr>
          <p:blipFill rotWithShape="1">
            <a:blip r:embed="rId5">
              <a:alphaModFix/>
            </a:blip>
            <a:srcRect/>
            <a:stretch/>
          </p:blipFill>
          <p:spPr>
            <a:xfrm>
              <a:off x="513702" y="2063876"/>
              <a:ext cx="69291" cy="69291"/>
            </a:xfrm>
            <a:prstGeom prst="rect">
              <a:avLst/>
            </a:prstGeom>
            <a:noFill/>
            <a:ln>
              <a:noFill/>
            </a:ln>
          </p:spPr>
        </p:pic>
        <p:pic>
          <p:nvPicPr>
            <p:cNvPr id="982" name="Google Shape;982;p51"/>
            <p:cNvPicPr preferRelativeResize="0"/>
            <p:nvPr/>
          </p:nvPicPr>
          <p:blipFill rotWithShape="1">
            <a:blip r:embed="rId6">
              <a:alphaModFix/>
            </a:blip>
            <a:srcRect/>
            <a:stretch/>
          </p:blipFill>
          <p:spPr>
            <a:xfrm>
              <a:off x="513702" y="2285288"/>
              <a:ext cx="69291" cy="69291"/>
            </a:xfrm>
            <a:prstGeom prst="rect">
              <a:avLst/>
            </a:prstGeom>
            <a:noFill/>
            <a:ln>
              <a:noFill/>
            </a:ln>
          </p:spPr>
        </p:pic>
        <p:pic>
          <p:nvPicPr>
            <p:cNvPr id="983" name="Google Shape;983;p51"/>
            <p:cNvPicPr preferRelativeResize="0"/>
            <p:nvPr/>
          </p:nvPicPr>
          <p:blipFill rotWithShape="1">
            <a:blip r:embed="rId7">
              <a:alphaModFix/>
            </a:blip>
            <a:srcRect/>
            <a:stretch/>
          </p:blipFill>
          <p:spPr>
            <a:xfrm>
              <a:off x="513702" y="2506713"/>
              <a:ext cx="69291" cy="69291"/>
            </a:xfrm>
            <a:prstGeom prst="rect">
              <a:avLst/>
            </a:prstGeom>
            <a:noFill/>
            <a:ln>
              <a:noFill/>
            </a:ln>
          </p:spPr>
        </p:pic>
        <p:sp>
          <p:nvSpPr>
            <p:cNvPr id="984" name="Google Shape;984;p5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85" name="Google Shape;985;p5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986" name="Google Shape;986;p5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987" name="Google Shape;987;p51"/>
          <p:cNvSpPr txBox="1"/>
          <p:nvPr/>
        </p:nvSpPr>
        <p:spPr>
          <a:xfrm>
            <a:off x="644625" y="1101749"/>
            <a:ext cx="4758000" cy="1700400"/>
          </a:xfrm>
          <a:prstGeom prst="rect">
            <a:avLst/>
          </a:prstGeom>
          <a:noFill/>
          <a:ln>
            <a:noFill/>
          </a:ln>
        </p:spPr>
        <p:txBody>
          <a:bodyPr spcFirstLastPara="1" wrap="square" lIns="0" tIns="730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Logistic regression </a:t>
            </a:r>
            <a:r>
              <a:rPr lang="en-US" sz="1050">
                <a:latin typeface="Arial"/>
                <a:ea typeface="Arial"/>
                <a:cs typeface="Arial"/>
                <a:sym typeface="Arial"/>
              </a:rPr>
              <a:t>= linear model + sigmoid activation.</a:t>
            </a:r>
            <a:endParaRPr sz="1050">
              <a:latin typeface="Arial"/>
              <a:ea typeface="Arial"/>
              <a:cs typeface="Arial"/>
              <a:sym typeface="Arial"/>
            </a:endParaRPr>
          </a:p>
          <a:p>
            <a:pPr marL="12700" lvl="0" indent="0" algn="l" rtl="0">
              <a:lnSpc>
                <a:spcPct val="100000"/>
              </a:lnSpc>
              <a:spcBef>
                <a:spcPts val="484"/>
              </a:spcBef>
              <a:spcAft>
                <a:spcPts val="0"/>
              </a:spcAft>
              <a:buNone/>
            </a:pPr>
            <a:r>
              <a:rPr lang="en-US" sz="1050">
                <a:solidFill>
                  <a:srgbClr val="1B1472"/>
                </a:solidFill>
                <a:latin typeface="Arial"/>
                <a:ea typeface="Arial"/>
                <a:cs typeface="Arial"/>
                <a:sym typeface="Arial"/>
              </a:rPr>
              <a:t>Cross-entropy loss </a:t>
            </a:r>
            <a:r>
              <a:rPr lang="en-US" sz="1050">
                <a:latin typeface="Arial"/>
                <a:ea typeface="Arial"/>
                <a:cs typeface="Arial"/>
                <a:sym typeface="Arial"/>
              </a:rPr>
              <a:t>is the appropriate objective for classification.</a:t>
            </a:r>
            <a:endParaRPr sz="1050">
              <a:latin typeface="Arial"/>
              <a:ea typeface="Arial"/>
              <a:cs typeface="Arial"/>
              <a:sym typeface="Arial"/>
            </a:endParaRPr>
          </a:p>
          <a:p>
            <a:pPr marL="12700" marR="5080" lvl="0" indent="0" algn="l" rtl="0">
              <a:lnSpc>
                <a:spcPct val="114700"/>
              </a:lnSpc>
              <a:spcBef>
                <a:spcPts val="300"/>
              </a:spcBef>
              <a:spcAft>
                <a:spcPts val="0"/>
              </a:spcAft>
              <a:buNone/>
            </a:pPr>
            <a:r>
              <a:rPr lang="en-US" sz="1050">
                <a:solidFill>
                  <a:srgbClr val="1B1472"/>
                </a:solidFill>
                <a:latin typeface="Arial"/>
                <a:ea typeface="Arial"/>
                <a:cs typeface="Arial"/>
                <a:sym typeface="Arial"/>
              </a:rPr>
              <a:t>Stochastic Gradient Descent (SGD) </a:t>
            </a:r>
            <a:r>
              <a:rPr lang="en-US" sz="1050">
                <a:latin typeface="Arial"/>
                <a:ea typeface="Arial"/>
                <a:cs typeface="Arial"/>
                <a:sym typeface="Arial"/>
              </a:rPr>
              <a:t>updates weights one example at a time — faster and more scalable.</a:t>
            </a:r>
            <a:endParaRPr sz="1050">
              <a:latin typeface="Arial"/>
              <a:ea typeface="Arial"/>
              <a:cs typeface="Arial"/>
              <a:sym typeface="Arial"/>
            </a:endParaRPr>
          </a:p>
          <a:p>
            <a:pPr marL="12700" marR="127635" lvl="0" indent="0" algn="l" rtl="0">
              <a:lnSpc>
                <a:spcPct val="138400"/>
              </a:lnSpc>
              <a:spcBef>
                <a:spcPts val="0"/>
              </a:spcBef>
              <a:spcAft>
                <a:spcPts val="0"/>
              </a:spcAft>
              <a:buNone/>
            </a:pPr>
            <a:r>
              <a:rPr lang="en-US" sz="1050">
                <a:solidFill>
                  <a:srgbClr val="1B1472"/>
                </a:solidFill>
                <a:latin typeface="Arial"/>
                <a:ea typeface="Arial"/>
                <a:cs typeface="Arial"/>
                <a:sym typeface="Arial"/>
              </a:rPr>
              <a:t>Feature scaling </a:t>
            </a:r>
            <a:r>
              <a:rPr lang="en-US" sz="1050">
                <a:latin typeface="Arial"/>
                <a:ea typeface="Arial"/>
                <a:cs typeface="Arial"/>
                <a:sym typeface="Arial"/>
              </a:rPr>
              <a:t>is essential for convergence and numerical stability. </a:t>
            </a:r>
            <a:r>
              <a:rPr lang="en-US" sz="1050">
                <a:solidFill>
                  <a:srgbClr val="1B1472"/>
                </a:solidFill>
                <a:latin typeface="Arial"/>
                <a:ea typeface="Arial"/>
                <a:cs typeface="Arial"/>
                <a:sym typeface="Arial"/>
              </a:rPr>
              <a:t>Evaluation metrics: </a:t>
            </a:r>
            <a:r>
              <a:rPr lang="en-US" sz="1050">
                <a:latin typeface="Arial"/>
                <a:ea typeface="Arial"/>
                <a:cs typeface="Arial"/>
                <a:sym typeface="Arial"/>
              </a:rPr>
              <a:t>Accuracy, Precision, Recall, F1 Score, Confusion Matrix.</a:t>
            </a:r>
            <a:endParaRPr sz="1050">
              <a:latin typeface="Arial"/>
              <a:ea typeface="Arial"/>
              <a:cs typeface="Arial"/>
              <a:sym typeface="Arial"/>
            </a:endParaRPr>
          </a:p>
          <a:p>
            <a:pPr marL="12700" marR="487044" lvl="0" indent="0" algn="l" rtl="0">
              <a:lnSpc>
                <a:spcPct val="114700"/>
              </a:lnSpc>
              <a:spcBef>
                <a:spcPts val="295"/>
              </a:spcBef>
              <a:spcAft>
                <a:spcPts val="0"/>
              </a:spcAft>
              <a:buNone/>
            </a:pPr>
            <a:r>
              <a:rPr lang="en-US" sz="1050">
                <a:solidFill>
                  <a:srgbClr val="1B1472"/>
                </a:solidFill>
                <a:latin typeface="Arial"/>
                <a:ea typeface="Arial"/>
                <a:cs typeface="Arial"/>
                <a:sym typeface="Arial"/>
              </a:rPr>
              <a:t>This framework </a:t>
            </a:r>
            <a:r>
              <a:rPr lang="en-US" sz="1050">
                <a:latin typeface="Arial"/>
                <a:ea typeface="Arial"/>
                <a:cs typeface="Arial"/>
                <a:sym typeface="Arial"/>
              </a:rPr>
              <a:t>extends naturally to multi-class classification and deep networks.</a:t>
            </a:r>
            <a:endParaRPr sz="1050">
              <a:latin typeface="Arial"/>
              <a:ea typeface="Arial"/>
              <a:cs typeface="Arial"/>
              <a:sym typeface="Arial"/>
            </a:endParaRPr>
          </a:p>
        </p:txBody>
      </p:sp>
      <p:sp>
        <p:nvSpPr>
          <p:cNvPr id="988" name="Google Shape;988;p5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989" name="Google Shape;989;p5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8"/>
              </a:rPr>
              <a:t>D</a:t>
            </a:r>
            <a:r>
              <a:rPr lang="en-US" sz="600" u="sng" cap="small">
                <a:solidFill>
                  <a:schemeClr val="hlink"/>
                </a:solidFill>
                <a:latin typeface="Bookman Old Style"/>
                <a:ea typeface="Bookman Old Style"/>
                <a:cs typeface="Bookman Old Style"/>
                <a:sym typeface="Bookman Old Style"/>
                <a:hlinkClick r:id="rId8"/>
              </a:rPr>
              <a:t>eep</a:t>
            </a:r>
            <a:r>
              <a:rPr lang="en-US" sz="600" u="sng">
                <a:solidFill>
                  <a:schemeClr val="hlink"/>
                </a:solidFill>
                <a:latin typeface="Bookman Old Style"/>
                <a:ea typeface="Bookman Old Style"/>
                <a:cs typeface="Bookman Old Style"/>
                <a:sym typeface="Bookman Old Style"/>
                <a:hlinkClick r:id="rId8"/>
              </a:rPr>
              <a:t> L</a:t>
            </a:r>
            <a:r>
              <a:rPr lang="en-US" sz="600" u="sng" cap="small">
                <a:solidFill>
                  <a:schemeClr val="hlink"/>
                </a:solidFill>
                <a:latin typeface="Bookman Old Style"/>
                <a:ea typeface="Bookman Old Style"/>
                <a:cs typeface="Bookman Old Style"/>
                <a:sym typeface="Bookman Old Style"/>
                <a:hlinkClick r:id="rId8"/>
              </a:rPr>
              <a:t>earning</a:t>
            </a:r>
            <a:endParaRPr sz="600">
              <a:latin typeface="Bookman Old Style"/>
              <a:ea typeface="Bookman Old Style"/>
              <a:cs typeface="Bookman Old Style"/>
              <a:sym typeface="Bookman Old Style"/>
            </a:endParaRPr>
          </a:p>
        </p:txBody>
      </p:sp>
      <p:sp>
        <p:nvSpPr>
          <p:cNvPr id="990" name="Google Shape;990;p51"/>
          <p:cNvSpPr txBox="1">
            <a:spLocks noGrp="1"/>
          </p:cNvSpPr>
          <p:nvPr>
            <p:ph type="sldNum" idx="12"/>
          </p:nvPr>
        </p:nvSpPr>
        <p:spPr>
          <a:xfrm>
            <a:off x="4627902" y="3137675"/>
            <a:ext cx="489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23</a:t>
            </a:fld>
            <a:r>
              <a:rPr lang="en-US"/>
              <a:t> / 100</a:t>
            </a:r>
            <a:endParaRPr/>
          </a:p>
        </p:txBody>
      </p:sp>
      <mc:AlternateContent xmlns:mc="http://schemas.openxmlformats.org/markup-compatibility/2006">
        <mc:Choice xmlns:p14="http://schemas.microsoft.com/office/powerpoint/2010/main" Requires="p14">
          <p:contentPart p14:bwMode="auto" r:id="rId9">
            <p14:nvContentPartPr>
              <p14:cNvPr id="2" name="Ink 1">
                <a:extLst>
                  <a:ext uri="{FF2B5EF4-FFF2-40B4-BE49-F238E27FC236}">
                    <a16:creationId xmlns:a16="http://schemas.microsoft.com/office/drawing/2014/main" id="{25A1B7F5-32B2-99E3-191F-F0130CAF9675}"/>
                  </a:ext>
                </a:extLst>
              </p14:cNvPr>
              <p14:cNvContentPartPr/>
              <p14:nvPr/>
            </p14:nvContentPartPr>
            <p14:xfrm>
              <a:off x="4394880" y="2165400"/>
              <a:ext cx="1096920" cy="237960"/>
            </p14:xfrm>
          </p:contentPart>
        </mc:Choice>
        <mc:Fallback>
          <p:pic>
            <p:nvPicPr>
              <p:cNvPr id="2" name="Ink 1">
                <a:extLst>
                  <a:ext uri="{FF2B5EF4-FFF2-40B4-BE49-F238E27FC236}">
                    <a16:creationId xmlns:a16="http://schemas.microsoft.com/office/drawing/2014/main" id="{25A1B7F5-32B2-99E3-191F-F0130CAF9675}"/>
                  </a:ext>
                </a:extLst>
              </p:cNvPr>
              <p:cNvPicPr/>
              <p:nvPr/>
            </p:nvPicPr>
            <p:blipFill>
              <a:blip r:embed="rId10"/>
              <a:stretch>
                <a:fillRect/>
              </a:stretch>
            </p:blipFill>
            <p:spPr>
              <a:xfrm>
                <a:off x="4385520" y="2156040"/>
                <a:ext cx="1115640" cy="256680"/>
              </a:xfrm>
              <a:prstGeom prst="rect">
                <a:avLst/>
              </a:prstGeom>
            </p:spPr>
          </p:pic>
        </mc:Fallback>
      </mc:AlternateContent>
    </p:spTree>
  </p:cSld>
  <p:clrMapOvr>
    <a:masterClrMapping/>
  </p:clrMapOvr>
  <p:transition>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52"/>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996" name="Google Shape;996;p52"/>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997" name="Google Shape;997;p52"/>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998" name="Google Shape;998;p52"/>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999" name="Google Shape;999;p52"/>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000" name="Google Shape;1000;p52"/>
          <p:cNvGrpSpPr/>
          <p:nvPr/>
        </p:nvGrpSpPr>
        <p:grpSpPr>
          <a:xfrm>
            <a:off x="343662" y="887310"/>
            <a:ext cx="302196" cy="873227"/>
            <a:chOff x="343662" y="887310"/>
            <a:chExt cx="302196" cy="873227"/>
          </a:xfrm>
        </p:grpSpPr>
        <p:pic>
          <p:nvPicPr>
            <p:cNvPr id="1001" name="Google Shape;1001;p52"/>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002" name="Google Shape;1002;p52"/>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003" name="Google Shape;1003;p52"/>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004" name="Google Shape;1004;p52"/>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005" name="Google Shape;1005;p52"/>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006" name="Google Shape;1006;p52"/>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007" name="Google Shape;1007;p52"/>
          <p:cNvGrpSpPr/>
          <p:nvPr/>
        </p:nvGrpSpPr>
        <p:grpSpPr>
          <a:xfrm>
            <a:off x="343662" y="1828330"/>
            <a:ext cx="302196" cy="1050226"/>
            <a:chOff x="343662" y="1828330"/>
            <a:chExt cx="302196" cy="1050226"/>
          </a:xfrm>
        </p:grpSpPr>
        <p:pic>
          <p:nvPicPr>
            <p:cNvPr id="1008" name="Google Shape;1008;p52"/>
            <p:cNvPicPr preferRelativeResize="0"/>
            <p:nvPr/>
          </p:nvPicPr>
          <p:blipFill rotWithShape="1">
            <a:blip r:embed="rId10">
              <a:alphaModFix/>
            </a:blip>
            <a:srcRect/>
            <a:stretch/>
          </p:blipFill>
          <p:spPr>
            <a:xfrm>
              <a:off x="576567" y="1828330"/>
              <a:ext cx="69291" cy="69291"/>
            </a:xfrm>
            <a:prstGeom prst="rect">
              <a:avLst/>
            </a:prstGeom>
            <a:noFill/>
            <a:ln>
              <a:noFill/>
            </a:ln>
          </p:spPr>
        </p:pic>
        <p:pic>
          <p:nvPicPr>
            <p:cNvPr id="1009" name="Google Shape;1009;p52"/>
            <p:cNvPicPr preferRelativeResize="0"/>
            <p:nvPr/>
          </p:nvPicPr>
          <p:blipFill rotWithShape="1">
            <a:blip r:embed="rId11">
              <a:alphaModFix/>
            </a:blip>
            <a:srcRect/>
            <a:stretch/>
          </p:blipFill>
          <p:spPr>
            <a:xfrm>
              <a:off x="576567" y="2011794"/>
              <a:ext cx="69291" cy="69291"/>
            </a:xfrm>
            <a:prstGeom prst="rect">
              <a:avLst/>
            </a:prstGeom>
            <a:noFill/>
            <a:ln>
              <a:noFill/>
            </a:ln>
          </p:spPr>
        </p:pic>
        <p:pic>
          <p:nvPicPr>
            <p:cNvPr id="1010" name="Google Shape;1010;p52"/>
            <p:cNvPicPr preferRelativeResize="0"/>
            <p:nvPr/>
          </p:nvPicPr>
          <p:blipFill rotWithShape="1">
            <a:blip r:embed="rId12">
              <a:alphaModFix/>
            </a:blip>
            <a:srcRect/>
            <a:stretch/>
          </p:blipFill>
          <p:spPr>
            <a:xfrm>
              <a:off x="576567" y="2195258"/>
              <a:ext cx="69291" cy="69291"/>
            </a:xfrm>
            <a:prstGeom prst="rect">
              <a:avLst/>
            </a:prstGeom>
            <a:noFill/>
            <a:ln>
              <a:noFill/>
            </a:ln>
          </p:spPr>
        </p:pic>
        <p:pic>
          <p:nvPicPr>
            <p:cNvPr id="1011" name="Google Shape;1011;p52"/>
            <p:cNvPicPr preferRelativeResize="0"/>
            <p:nvPr/>
          </p:nvPicPr>
          <p:blipFill rotWithShape="1">
            <a:blip r:embed="rId13">
              <a:alphaModFix/>
            </a:blip>
            <a:srcRect/>
            <a:stretch/>
          </p:blipFill>
          <p:spPr>
            <a:xfrm>
              <a:off x="576567" y="2378722"/>
              <a:ext cx="69291" cy="69291"/>
            </a:xfrm>
            <a:prstGeom prst="rect">
              <a:avLst/>
            </a:prstGeom>
            <a:noFill/>
            <a:ln>
              <a:noFill/>
            </a:ln>
          </p:spPr>
        </p:pic>
        <p:pic>
          <p:nvPicPr>
            <p:cNvPr id="1012" name="Google Shape;1012;p52"/>
            <p:cNvPicPr preferRelativeResize="0"/>
            <p:nvPr/>
          </p:nvPicPr>
          <p:blipFill rotWithShape="1">
            <a:blip r:embed="rId14">
              <a:alphaModFix/>
            </a:blip>
            <a:srcRect/>
            <a:stretch/>
          </p:blipFill>
          <p:spPr>
            <a:xfrm>
              <a:off x="576567" y="2562186"/>
              <a:ext cx="69291" cy="69291"/>
            </a:xfrm>
            <a:prstGeom prst="rect">
              <a:avLst/>
            </a:prstGeom>
            <a:noFill/>
            <a:ln>
              <a:noFill/>
            </a:ln>
          </p:spPr>
        </p:pic>
        <p:pic>
          <p:nvPicPr>
            <p:cNvPr id="1013" name="Google Shape;1013;p52"/>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014" name="Google Shape;1014;p52"/>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015" name="Google Shape;1015;p52"/>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016" name="Google Shape;1016;p52"/>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017" name="Google Shape;1017;p52"/>
          <p:cNvSpPr txBox="1"/>
          <p:nvPr/>
        </p:nvSpPr>
        <p:spPr>
          <a:xfrm>
            <a:off x="563025" y="391150"/>
            <a:ext cx="51189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latin typeface="Arial"/>
                <a:ea typeface="Arial"/>
                <a:cs typeface="Arial"/>
                <a:sym typeface="Arial"/>
              </a:rPr>
              <a:t> </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latin typeface="Arial"/>
                <a:ea typeface="Arial"/>
                <a:cs typeface="Arial"/>
                <a:sym typeface="Arial"/>
              </a:rPr>
              <a:t> </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D6D6EF"/>
                </a:solidFill>
                <a:latin typeface="Bookman Old Style"/>
                <a:ea typeface="Bookman Old Style"/>
                <a:cs typeface="Bookman Old Style"/>
                <a:sym typeface="Bookman Old Style"/>
              </a:rPr>
              <a:t> </a:t>
            </a:r>
            <a:endParaRPr sz="1300">
              <a:solidFill>
                <a:srgbClr val="D6D6EF"/>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018" name="Google Shape;1018;p52"/>
          <p:cNvGrpSpPr/>
          <p:nvPr/>
        </p:nvGrpSpPr>
        <p:grpSpPr>
          <a:xfrm>
            <a:off x="0" y="3141936"/>
            <a:ext cx="5760262" cy="92075"/>
            <a:chOff x="0" y="3141936"/>
            <a:chExt cx="5760262" cy="92075"/>
          </a:xfrm>
        </p:grpSpPr>
        <p:sp>
          <p:nvSpPr>
            <p:cNvPr id="1019" name="Google Shape;1019;p5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0" name="Google Shape;1020;p5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21" name="Google Shape;1021;p5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22" name="Google Shape;1022;p5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023" name="Google Shape;1023;p5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024" name="Google Shape;1024;p52"/>
          <p:cNvSpPr txBox="1">
            <a:spLocks noGrp="1"/>
          </p:cNvSpPr>
          <p:nvPr>
            <p:ph type="sldNum" idx="12"/>
          </p:nvPr>
        </p:nvSpPr>
        <p:spPr>
          <a:xfrm>
            <a:off x="4627902" y="3137675"/>
            <a:ext cx="47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24</a:t>
            </a:fld>
            <a:r>
              <a:rPr lang="en-US"/>
              <a:t> / 100</a:t>
            </a:r>
            <a:endParaRPr/>
          </a:p>
        </p:txBody>
      </p:sp>
    </p:spTree>
  </p:cSld>
  <p:clrMapOvr>
    <a:masterClrMapping/>
  </p:clrMapOvr>
  <p:transition>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p5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hat</a:t>
            </a:r>
            <a:r>
              <a:rPr lang="en-US">
                <a:solidFill>
                  <a:srgbClr val="FFFFFF"/>
                </a:solidFill>
              </a:rPr>
              <a:t> </a:t>
            </a:r>
            <a:r>
              <a:rPr lang="en-US" cap="small">
                <a:solidFill>
                  <a:srgbClr val="FFFFFF"/>
                </a:solidFill>
              </a:rPr>
              <a:t>is</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C</a:t>
            </a:r>
            <a:r>
              <a:rPr lang="en-US" cap="small">
                <a:solidFill>
                  <a:srgbClr val="FFFFFF"/>
                </a:solidFill>
              </a:rPr>
              <a:t>lassification</a:t>
            </a:r>
            <a:r>
              <a:rPr lang="en-US">
                <a:solidFill>
                  <a:srgbClr val="FFFFFF"/>
                </a:solidFill>
              </a:rPr>
              <a:t>?</a:t>
            </a:r>
            <a:endParaRPr/>
          </a:p>
        </p:txBody>
      </p:sp>
      <p:sp>
        <p:nvSpPr>
          <p:cNvPr id="1030" name="Google Shape;1030;p5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031" name="Google Shape;1031;p5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032" name="Google Shape;1032;p53"/>
          <p:cNvSpPr txBox="1">
            <a:spLocks noGrp="1"/>
          </p:cNvSpPr>
          <p:nvPr>
            <p:ph type="sldNum" idx="12"/>
          </p:nvPr>
        </p:nvSpPr>
        <p:spPr>
          <a:xfrm>
            <a:off x="4627902" y="3137675"/>
            <a:ext cx="492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25</a:t>
            </a:fld>
            <a:r>
              <a:rPr lang="en-US"/>
              <a:t> / 100</a:t>
            </a:r>
            <a:endParaRPr/>
          </a:p>
        </p:txBody>
      </p:sp>
      <p:pic>
        <p:nvPicPr>
          <p:cNvPr id="1033" name="Google Shape;1033;p53"/>
          <p:cNvPicPr preferRelativeResize="0"/>
          <p:nvPr/>
        </p:nvPicPr>
        <p:blipFill>
          <a:blip r:embed="rId4">
            <a:alphaModFix/>
          </a:blip>
          <a:stretch>
            <a:fillRect/>
          </a:stretch>
        </p:blipFill>
        <p:spPr>
          <a:xfrm>
            <a:off x="152400" y="550235"/>
            <a:ext cx="5192062"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CA627ECE-81ED-5A12-A96D-68AEC244624E}"/>
                  </a:ext>
                </a:extLst>
              </p14:cNvPr>
              <p14:cNvContentPartPr/>
              <p14:nvPr/>
            </p14:nvContentPartPr>
            <p14:xfrm>
              <a:off x="3765960" y="1819800"/>
              <a:ext cx="360" cy="360"/>
            </p14:xfrm>
          </p:contentPart>
        </mc:Choice>
        <mc:Fallback>
          <p:pic>
            <p:nvPicPr>
              <p:cNvPr id="2" name="Ink 1">
                <a:extLst>
                  <a:ext uri="{FF2B5EF4-FFF2-40B4-BE49-F238E27FC236}">
                    <a16:creationId xmlns:a16="http://schemas.microsoft.com/office/drawing/2014/main" id="{CA627ECE-81ED-5A12-A96D-68AEC244624E}"/>
                  </a:ext>
                </a:extLst>
              </p:cNvPr>
              <p:cNvPicPr/>
              <p:nvPr/>
            </p:nvPicPr>
            <p:blipFill>
              <a:blip r:embed="rId6"/>
              <a:stretch>
                <a:fillRect/>
              </a:stretch>
            </p:blipFill>
            <p:spPr>
              <a:xfrm>
                <a:off x="3756600" y="1810440"/>
                <a:ext cx="19080" cy="19080"/>
              </a:xfrm>
              <a:prstGeom prst="rect">
                <a:avLst/>
              </a:prstGeom>
            </p:spPr>
          </p:pic>
        </mc:Fallback>
      </mc:AlternateContent>
    </p:spTree>
  </p:cSld>
  <p:clrMapOvr>
    <a:masterClrMapping/>
  </p:clrMapOvr>
  <p:transition>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p5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E</a:t>
            </a:r>
            <a:r>
              <a:rPr lang="en-US" cap="small">
                <a:solidFill>
                  <a:srgbClr val="FFFFFF"/>
                </a:solidFill>
              </a:rPr>
              <a:t>xamples</a:t>
            </a:r>
            <a:r>
              <a:rPr lang="en-US">
                <a:solidFill>
                  <a:srgbClr val="FFFFFF"/>
                </a:solidFill>
              </a:rPr>
              <a:t> </a:t>
            </a:r>
            <a:r>
              <a:rPr lang="en-US" cap="small">
                <a:solidFill>
                  <a:srgbClr val="FFFFFF"/>
                </a:solidFill>
              </a:rPr>
              <a:t>of</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C</a:t>
            </a:r>
            <a:r>
              <a:rPr lang="en-US" cap="small">
                <a:solidFill>
                  <a:srgbClr val="FFFFFF"/>
                </a:solidFill>
              </a:rPr>
              <a:t>lassification</a:t>
            </a:r>
            <a:endParaRPr/>
          </a:p>
        </p:txBody>
      </p:sp>
      <p:pic>
        <p:nvPicPr>
          <p:cNvPr id="1039" name="Google Shape;1039;p54"/>
          <p:cNvPicPr preferRelativeResize="0"/>
          <p:nvPr/>
        </p:nvPicPr>
        <p:blipFill rotWithShape="1">
          <a:blip r:embed="rId3">
            <a:alphaModFix/>
          </a:blip>
          <a:srcRect/>
          <a:stretch/>
        </p:blipFill>
        <p:spPr>
          <a:xfrm>
            <a:off x="456996" y="648563"/>
            <a:ext cx="121259" cy="121259"/>
          </a:xfrm>
          <a:prstGeom prst="rect">
            <a:avLst/>
          </a:prstGeom>
          <a:noFill/>
          <a:ln>
            <a:noFill/>
          </a:ln>
        </p:spPr>
      </p:pic>
      <p:sp>
        <p:nvSpPr>
          <p:cNvPr id="1040" name="Google Shape;1040;p54"/>
          <p:cNvSpPr txBox="1"/>
          <p:nvPr/>
        </p:nvSpPr>
        <p:spPr>
          <a:xfrm>
            <a:off x="483946" y="638713"/>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1041" name="Google Shape;1041;p54"/>
          <p:cNvPicPr preferRelativeResize="0"/>
          <p:nvPr/>
        </p:nvPicPr>
        <p:blipFill rotWithShape="1">
          <a:blip r:embed="rId4">
            <a:alphaModFix/>
          </a:blip>
          <a:srcRect/>
          <a:stretch/>
        </p:blipFill>
        <p:spPr>
          <a:xfrm>
            <a:off x="456996" y="1228051"/>
            <a:ext cx="121259" cy="121259"/>
          </a:xfrm>
          <a:prstGeom prst="rect">
            <a:avLst/>
          </a:prstGeom>
          <a:noFill/>
          <a:ln>
            <a:noFill/>
          </a:ln>
        </p:spPr>
      </p:pic>
      <p:sp>
        <p:nvSpPr>
          <p:cNvPr id="1042" name="Google Shape;1042;p54"/>
          <p:cNvSpPr txBox="1"/>
          <p:nvPr/>
        </p:nvSpPr>
        <p:spPr>
          <a:xfrm>
            <a:off x="483946" y="1218201"/>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1043" name="Google Shape;1043;p54"/>
          <p:cNvPicPr preferRelativeResize="0"/>
          <p:nvPr/>
        </p:nvPicPr>
        <p:blipFill rotWithShape="1">
          <a:blip r:embed="rId5">
            <a:alphaModFix/>
          </a:blip>
          <a:srcRect/>
          <a:stretch/>
        </p:blipFill>
        <p:spPr>
          <a:xfrm>
            <a:off x="456996" y="1807540"/>
            <a:ext cx="121259" cy="121259"/>
          </a:xfrm>
          <a:prstGeom prst="rect">
            <a:avLst/>
          </a:prstGeom>
          <a:noFill/>
          <a:ln>
            <a:noFill/>
          </a:ln>
        </p:spPr>
      </p:pic>
      <p:sp>
        <p:nvSpPr>
          <p:cNvPr id="1044" name="Google Shape;1044;p54"/>
          <p:cNvSpPr txBox="1"/>
          <p:nvPr/>
        </p:nvSpPr>
        <p:spPr>
          <a:xfrm>
            <a:off x="483946" y="179769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pic>
        <p:nvPicPr>
          <p:cNvPr id="1045" name="Google Shape;1045;p54"/>
          <p:cNvPicPr preferRelativeResize="0"/>
          <p:nvPr/>
        </p:nvPicPr>
        <p:blipFill rotWithShape="1">
          <a:blip r:embed="rId6">
            <a:alphaModFix/>
          </a:blip>
          <a:srcRect/>
          <a:stretch/>
        </p:blipFill>
        <p:spPr>
          <a:xfrm>
            <a:off x="456996" y="2387028"/>
            <a:ext cx="121259" cy="121259"/>
          </a:xfrm>
          <a:prstGeom prst="rect">
            <a:avLst/>
          </a:prstGeom>
          <a:noFill/>
          <a:ln>
            <a:noFill/>
          </a:ln>
        </p:spPr>
      </p:pic>
      <p:sp>
        <p:nvSpPr>
          <p:cNvPr id="1046" name="Google Shape;1046;p54"/>
          <p:cNvSpPr txBox="1"/>
          <p:nvPr/>
        </p:nvSpPr>
        <p:spPr>
          <a:xfrm>
            <a:off x="483946" y="2377178"/>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4</a:t>
            </a:r>
            <a:endParaRPr sz="600">
              <a:latin typeface="Bookman Old Style"/>
              <a:ea typeface="Bookman Old Style"/>
              <a:cs typeface="Bookman Old Style"/>
              <a:sym typeface="Bookman Old Style"/>
            </a:endParaRPr>
          </a:p>
        </p:txBody>
      </p:sp>
      <p:sp>
        <p:nvSpPr>
          <p:cNvPr id="1047" name="Google Shape;1047;p54"/>
          <p:cNvSpPr txBox="1"/>
          <p:nvPr/>
        </p:nvSpPr>
        <p:spPr>
          <a:xfrm>
            <a:off x="619226" y="571276"/>
            <a:ext cx="4596900" cy="2235900"/>
          </a:xfrm>
          <a:prstGeom prst="rect">
            <a:avLst/>
          </a:prstGeom>
          <a:noFill/>
          <a:ln>
            <a:noFill/>
          </a:ln>
        </p:spPr>
        <p:txBody>
          <a:bodyPr spcFirstLastPara="1" wrap="square" lIns="0" tIns="46975" rIns="0" bIns="0" anchor="t" anchorCtr="0">
            <a:spAutoFit/>
          </a:bodyPr>
          <a:lstStyle/>
          <a:p>
            <a:pPr marL="38100" lvl="0" indent="0" algn="l" rtl="0">
              <a:lnSpc>
                <a:spcPct val="100000"/>
              </a:lnSpc>
              <a:spcBef>
                <a:spcPts val="0"/>
              </a:spcBef>
              <a:spcAft>
                <a:spcPts val="0"/>
              </a:spcAft>
              <a:buNone/>
            </a:pPr>
            <a:r>
              <a:rPr lang="en-US" sz="1050">
                <a:solidFill>
                  <a:srgbClr val="1B1472"/>
                </a:solidFill>
                <a:latin typeface="Arial"/>
                <a:ea typeface="Arial"/>
                <a:cs typeface="Arial"/>
                <a:sym typeface="Arial"/>
              </a:rPr>
              <a:t>Handwritten Digit Recognition (MNIST)</a:t>
            </a:r>
            <a:endParaRPr sz="1050">
              <a:latin typeface="Arial"/>
              <a:ea typeface="Arial"/>
              <a:cs typeface="Arial"/>
              <a:sym typeface="Arial"/>
            </a:endParaRPr>
          </a:p>
          <a:p>
            <a:pPr marL="457200" lvl="0" indent="-292100" algn="l" rtl="0">
              <a:lnSpc>
                <a:spcPct val="100000"/>
              </a:lnSpc>
              <a:spcBef>
                <a:spcPts val="244"/>
              </a:spcBef>
              <a:spcAft>
                <a:spcPts val="0"/>
              </a:spcAft>
              <a:buSzPts val="1000"/>
              <a:buChar char="●"/>
            </a:pPr>
            <a:r>
              <a:rPr lang="en-US" sz="950">
                <a:latin typeface="Arial"/>
                <a:ea typeface="Arial"/>
                <a:cs typeface="Arial"/>
                <a:sym typeface="Arial"/>
              </a:rPr>
              <a:t>Input: 28 </a:t>
            </a:r>
            <a:r>
              <a:rPr lang="en-US" sz="1100">
                <a:latin typeface="Lucida Sans"/>
                <a:ea typeface="Lucida Sans"/>
                <a:cs typeface="Lucida Sans"/>
                <a:sym typeface="Lucida Sans"/>
              </a:rPr>
              <a:t>× </a:t>
            </a:r>
            <a:r>
              <a:rPr lang="en-US" sz="950">
                <a:latin typeface="Arial"/>
                <a:ea typeface="Arial"/>
                <a:cs typeface="Arial"/>
                <a:sym typeface="Arial"/>
              </a:rPr>
              <a:t>28 pixel image</a:t>
            </a:r>
            <a:endParaRPr sz="950"/>
          </a:p>
          <a:p>
            <a:pPr marL="457200" lvl="0" indent="-292100" algn="l" rtl="0">
              <a:lnSpc>
                <a:spcPct val="100000"/>
              </a:lnSpc>
              <a:spcBef>
                <a:spcPts val="0"/>
              </a:spcBef>
              <a:spcAft>
                <a:spcPts val="0"/>
              </a:spcAft>
              <a:buSzPts val="1000"/>
              <a:buChar char="●"/>
            </a:pPr>
            <a:r>
              <a:rPr lang="en-US" sz="950">
                <a:latin typeface="Arial"/>
                <a:ea typeface="Arial"/>
                <a:cs typeface="Arial"/>
                <a:sym typeface="Arial"/>
              </a:rPr>
              <a:t>Output: One of 10 digits (0-9)</a:t>
            </a:r>
            <a:endParaRPr sz="950">
              <a:latin typeface="Arial"/>
              <a:ea typeface="Arial"/>
              <a:cs typeface="Arial"/>
              <a:sym typeface="Arial"/>
            </a:endParaRPr>
          </a:p>
          <a:p>
            <a:pPr marL="38100" lvl="0" indent="0" algn="l" rtl="0">
              <a:lnSpc>
                <a:spcPct val="100000"/>
              </a:lnSpc>
              <a:spcBef>
                <a:spcPts val="409"/>
              </a:spcBef>
              <a:spcAft>
                <a:spcPts val="0"/>
              </a:spcAft>
              <a:buNone/>
            </a:pPr>
            <a:r>
              <a:rPr lang="en-US" sz="1050">
                <a:solidFill>
                  <a:srgbClr val="1B1472"/>
                </a:solidFill>
                <a:latin typeface="Arial"/>
                <a:ea typeface="Arial"/>
                <a:cs typeface="Arial"/>
                <a:sym typeface="Arial"/>
              </a:rPr>
              <a:t>Image Classification (ImageNet)</a:t>
            </a:r>
            <a:endParaRPr sz="1050">
              <a:latin typeface="Arial"/>
              <a:ea typeface="Arial"/>
              <a:cs typeface="Arial"/>
              <a:sym typeface="Arial"/>
            </a:endParaRPr>
          </a:p>
          <a:p>
            <a:pPr marL="457200" lvl="0" indent="-288925" algn="l" rtl="0">
              <a:lnSpc>
                <a:spcPct val="100000"/>
              </a:lnSpc>
              <a:spcBef>
                <a:spcPts val="395"/>
              </a:spcBef>
              <a:spcAft>
                <a:spcPts val="0"/>
              </a:spcAft>
              <a:buSzPts val="950"/>
              <a:buFont typeface="Arial"/>
              <a:buChar char="●"/>
            </a:pPr>
            <a:r>
              <a:rPr lang="en-US" sz="950">
                <a:latin typeface="Arial"/>
                <a:ea typeface="Arial"/>
                <a:cs typeface="Arial"/>
                <a:sym typeface="Arial"/>
              </a:rPr>
              <a:t>Input: Color image</a:t>
            </a:r>
            <a:endParaRPr sz="950"/>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One of 1000 object categories (cat, dog, car, plane, ...)</a:t>
            </a:r>
            <a:endParaRPr sz="950">
              <a:latin typeface="Arial"/>
              <a:ea typeface="Arial"/>
              <a:cs typeface="Arial"/>
              <a:sym typeface="Arial"/>
            </a:endParaRPr>
          </a:p>
          <a:p>
            <a:pPr marL="38100" lvl="0" indent="0" algn="l" rtl="0">
              <a:lnSpc>
                <a:spcPct val="100000"/>
              </a:lnSpc>
              <a:spcBef>
                <a:spcPts val="415"/>
              </a:spcBef>
              <a:spcAft>
                <a:spcPts val="0"/>
              </a:spcAft>
              <a:buNone/>
            </a:pPr>
            <a:r>
              <a:rPr lang="en-US" sz="1050">
                <a:solidFill>
                  <a:srgbClr val="1B1472"/>
                </a:solidFill>
                <a:latin typeface="Arial"/>
                <a:ea typeface="Arial"/>
                <a:cs typeface="Arial"/>
                <a:sym typeface="Arial"/>
              </a:rPr>
              <a:t>Text Classification</a:t>
            </a:r>
            <a:endParaRPr sz="1050">
              <a:latin typeface="Arial"/>
              <a:ea typeface="Arial"/>
              <a:cs typeface="Arial"/>
              <a:sym typeface="Arial"/>
            </a:endParaRPr>
          </a:p>
          <a:p>
            <a:pPr marL="457200" lvl="0" indent="-288925" algn="l" rtl="0">
              <a:lnSpc>
                <a:spcPct val="100000"/>
              </a:lnSpc>
              <a:spcBef>
                <a:spcPts val="395"/>
              </a:spcBef>
              <a:spcAft>
                <a:spcPts val="0"/>
              </a:spcAft>
              <a:buSzPts val="950"/>
              <a:buFont typeface="Arial"/>
              <a:buChar char="●"/>
            </a:pPr>
            <a:r>
              <a:rPr lang="en-US" sz="950">
                <a:latin typeface="Arial"/>
                <a:ea typeface="Arial"/>
                <a:cs typeface="Arial"/>
                <a:sym typeface="Arial"/>
              </a:rPr>
              <a:t>Input: News article text</a:t>
            </a:r>
            <a:endParaRPr sz="950">
              <a:latin typeface="Arial"/>
              <a:ea typeface="Arial"/>
              <a:cs typeface="Arial"/>
              <a:sym typeface="Arial"/>
            </a:endParaRPr>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Topic category (politics, sports, technology, entertainment, business)</a:t>
            </a:r>
            <a:endParaRPr sz="950">
              <a:latin typeface="Arial"/>
              <a:ea typeface="Arial"/>
              <a:cs typeface="Arial"/>
              <a:sym typeface="Arial"/>
            </a:endParaRPr>
          </a:p>
          <a:p>
            <a:pPr marL="38100" lvl="0" indent="0" algn="l" rtl="0">
              <a:lnSpc>
                <a:spcPct val="100000"/>
              </a:lnSpc>
              <a:spcBef>
                <a:spcPts val="414"/>
              </a:spcBef>
              <a:spcAft>
                <a:spcPts val="0"/>
              </a:spcAft>
              <a:buNone/>
            </a:pPr>
            <a:r>
              <a:rPr lang="en-US" sz="1050">
                <a:solidFill>
                  <a:srgbClr val="1B1472"/>
                </a:solidFill>
                <a:latin typeface="Arial"/>
                <a:ea typeface="Arial"/>
                <a:cs typeface="Arial"/>
                <a:sym typeface="Arial"/>
              </a:rPr>
              <a:t>Speech Recognition</a:t>
            </a:r>
            <a:endParaRPr sz="1050">
              <a:latin typeface="Arial"/>
              <a:ea typeface="Arial"/>
              <a:cs typeface="Arial"/>
              <a:sym typeface="Arial"/>
            </a:endParaRPr>
          </a:p>
          <a:p>
            <a:pPr marL="457200" lvl="0" indent="-288925" algn="l" rtl="0">
              <a:lnSpc>
                <a:spcPct val="100000"/>
              </a:lnSpc>
              <a:spcBef>
                <a:spcPts val="390"/>
              </a:spcBef>
              <a:spcAft>
                <a:spcPts val="0"/>
              </a:spcAft>
              <a:buSzPts val="950"/>
              <a:buFont typeface="Arial"/>
              <a:buChar char="●"/>
            </a:pPr>
            <a:r>
              <a:rPr lang="en-US" sz="950">
                <a:latin typeface="Arial"/>
                <a:ea typeface="Arial"/>
                <a:cs typeface="Arial"/>
                <a:sym typeface="Arial"/>
              </a:rPr>
              <a:t>Input: Audio features</a:t>
            </a:r>
            <a:endParaRPr sz="950">
              <a:latin typeface="Arial"/>
              <a:ea typeface="Arial"/>
              <a:cs typeface="Arial"/>
              <a:sym typeface="Arial"/>
            </a:endParaRPr>
          </a:p>
          <a:p>
            <a:pPr marL="457200" lvl="0" indent="-288925" algn="l" rtl="0">
              <a:lnSpc>
                <a:spcPct val="100000"/>
              </a:lnSpc>
              <a:spcBef>
                <a:spcPts val="0"/>
              </a:spcBef>
              <a:spcAft>
                <a:spcPts val="0"/>
              </a:spcAft>
              <a:buSzPts val="950"/>
              <a:buFont typeface="Arial"/>
              <a:buChar char="●"/>
            </a:pPr>
            <a:r>
              <a:rPr lang="en-US" sz="950">
                <a:latin typeface="Arial"/>
                <a:ea typeface="Arial"/>
                <a:cs typeface="Arial"/>
                <a:sym typeface="Arial"/>
              </a:rPr>
              <a:t>Output: Phoneme class (multiple phonemes in a language)</a:t>
            </a:r>
            <a:endParaRPr sz="950">
              <a:latin typeface="Arial"/>
              <a:ea typeface="Arial"/>
              <a:cs typeface="Arial"/>
              <a:sym typeface="Arial"/>
            </a:endParaRPr>
          </a:p>
        </p:txBody>
      </p:sp>
      <p:grpSp>
        <p:nvGrpSpPr>
          <p:cNvPr id="1048" name="Google Shape;1048;p54"/>
          <p:cNvGrpSpPr/>
          <p:nvPr/>
        </p:nvGrpSpPr>
        <p:grpSpPr>
          <a:xfrm>
            <a:off x="0" y="3141936"/>
            <a:ext cx="5760262" cy="92075"/>
            <a:chOff x="0" y="3141936"/>
            <a:chExt cx="5760262" cy="92075"/>
          </a:xfrm>
        </p:grpSpPr>
        <p:sp>
          <p:nvSpPr>
            <p:cNvPr id="1049" name="Google Shape;1049;p5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50" name="Google Shape;1050;p5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51" name="Google Shape;1051;p5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52" name="Google Shape;1052;p5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053" name="Google Shape;1053;p5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1054" name="Google Shape;1054;p54"/>
          <p:cNvSpPr txBox="1">
            <a:spLocks noGrp="1"/>
          </p:cNvSpPr>
          <p:nvPr>
            <p:ph type="sldNum" idx="12"/>
          </p:nvPr>
        </p:nvSpPr>
        <p:spPr>
          <a:xfrm>
            <a:off x="4627902" y="3137675"/>
            <a:ext cx="482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26</a:t>
            </a:fld>
            <a:r>
              <a:rPr lang="en-US"/>
              <a:t> / 100</a:t>
            </a:r>
            <a:endParaRPr/>
          </a:p>
        </p:txBody>
      </p:sp>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5059084D-DE6D-7E75-B44D-4E3D20876009}"/>
                  </a:ext>
                </a:extLst>
              </p14:cNvPr>
              <p14:cNvContentPartPr/>
              <p14:nvPr/>
            </p14:nvContentPartPr>
            <p14:xfrm>
              <a:off x="2629800" y="878040"/>
              <a:ext cx="419760" cy="1380600"/>
            </p14:xfrm>
          </p:contentPart>
        </mc:Choice>
        <mc:Fallback>
          <p:pic>
            <p:nvPicPr>
              <p:cNvPr id="2" name="Ink 1">
                <a:extLst>
                  <a:ext uri="{FF2B5EF4-FFF2-40B4-BE49-F238E27FC236}">
                    <a16:creationId xmlns:a16="http://schemas.microsoft.com/office/drawing/2014/main" id="{5059084D-DE6D-7E75-B44D-4E3D20876009}"/>
                  </a:ext>
                </a:extLst>
              </p:cNvPr>
              <p:cNvPicPr/>
              <p:nvPr/>
            </p:nvPicPr>
            <p:blipFill>
              <a:blip r:embed="rId9"/>
              <a:stretch>
                <a:fillRect/>
              </a:stretch>
            </p:blipFill>
            <p:spPr>
              <a:xfrm>
                <a:off x="2620440" y="868680"/>
                <a:ext cx="438480" cy="1399320"/>
              </a:xfrm>
              <a:prstGeom prst="rect">
                <a:avLst/>
              </a:prstGeom>
            </p:spPr>
          </p:pic>
        </mc:Fallback>
      </mc:AlternateContent>
    </p:spTree>
  </p:cSld>
  <p:clrMapOvr>
    <a:masterClrMapping/>
  </p:clrMapOvr>
  <p:transition>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58"/>
        <p:cNvGrpSpPr/>
        <p:nvPr/>
      </p:nvGrpSpPr>
      <p:grpSpPr>
        <a:xfrm>
          <a:off x="0" y="0"/>
          <a:ext cx="0" cy="0"/>
          <a:chOff x="0" y="0"/>
          <a:chExt cx="0" cy="0"/>
        </a:xfrm>
      </p:grpSpPr>
      <p:sp>
        <p:nvSpPr>
          <p:cNvPr id="1059" name="Google Shape;1059;p5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C</a:t>
            </a:r>
            <a:r>
              <a:rPr lang="en-US" cap="small">
                <a:solidFill>
                  <a:srgbClr val="FFFFFF"/>
                </a:solidFill>
              </a:rPr>
              <a:t>lassification</a:t>
            </a:r>
            <a:r>
              <a:rPr lang="en-US">
                <a:solidFill>
                  <a:srgbClr val="FFFFFF"/>
                </a:solidFill>
              </a:rPr>
              <a:t>:  V</a:t>
            </a:r>
            <a:r>
              <a:rPr lang="en-US" cap="small">
                <a:solidFill>
                  <a:srgbClr val="FFFFFF"/>
                </a:solidFill>
              </a:rPr>
              <a:t>isual</a:t>
            </a:r>
            <a:r>
              <a:rPr lang="en-US">
                <a:solidFill>
                  <a:srgbClr val="FFFFFF"/>
                </a:solidFill>
              </a:rPr>
              <a:t> E</a:t>
            </a:r>
            <a:r>
              <a:rPr lang="en-US" cap="small">
                <a:solidFill>
                  <a:srgbClr val="FFFFFF"/>
                </a:solidFill>
              </a:rPr>
              <a:t>xample</a:t>
            </a:r>
            <a:endParaRPr/>
          </a:p>
        </p:txBody>
      </p:sp>
      <p:grpSp>
        <p:nvGrpSpPr>
          <p:cNvPr id="1060" name="Google Shape;1060;p55"/>
          <p:cNvGrpSpPr/>
          <p:nvPr/>
        </p:nvGrpSpPr>
        <p:grpSpPr>
          <a:xfrm>
            <a:off x="609759" y="2484018"/>
            <a:ext cx="2334957" cy="79375"/>
            <a:chOff x="609759" y="2484018"/>
            <a:chExt cx="2334957" cy="79375"/>
          </a:xfrm>
        </p:grpSpPr>
        <p:sp>
          <p:nvSpPr>
            <p:cNvPr id="1061" name="Google Shape;1061;p55"/>
            <p:cNvSpPr/>
            <p:nvPr/>
          </p:nvSpPr>
          <p:spPr>
            <a:xfrm>
              <a:off x="609759" y="2523528"/>
              <a:ext cx="2330450" cy="0"/>
            </a:xfrm>
            <a:custGeom>
              <a:avLst/>
              <a:gdLst/>
              <a:ahLst/>
              <a:cxnLst/>
              <a:rect l="l" t="t" r="r" b="b"/>
              <a:pathLst>
                <a:path w="2330450" h="120000" extrusionOk="0">
                  <a:moveTo>
                    <a:pt x="0" y="0"/>
                  </a:moveTo>
                  <a:lnTo>
                    <a:pt x="2329908"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2" name="Google Shape;1062;p55"/>
            <p:cNvSpPr/>
            <p:nvPr/>
          </p:nvSpPr>
          <p:spPr>
            <a:xfrm>
              <a:off x="2912332" y="2484018"/>
              <a:ext cx="32384" cy="79375"/>
            </a:xfrm>
            <a:custGeom>
              <a:avLst/>
              <a:gdLst/>
              <a:ahLst/>
              <a:cxnLst/>
              <a:rect l="l" t="t" r="r" b="b"/>
              <a:pathLst>
                <a:path w="32385" h="79375" extrusionOk="0">
                  <a:moveTo>
                    <a:pt x="0" y="0"/>
                  </a:moveTo>
                  <a:lnTo>
                    <a:pt x="5689" y="15525"/>
                  </a:lnTo>
                  <a:lnTo>
                    <a:pt x="13432" y="26915"/>
                  </a:lnTo>
                  <a:lnTo>
                    <a:pt x="22556" y="34724"/>
                  </a:lnTo>
                  <a:lnTo>
                    <a:pt x="32390" y="39509"/>
                  </a:lnTo>
                  <a:lnTo>
                    <a:pt x="22556" y="44293"/>
                  </a:lnTo>
                  <a:lnTo>
                    <a:pt x="13432" y="52102"/>
                  </a:lnTo>
                  <a:lnTo>
                    <a:pt x="5689" y="63492"/>
                  </a:lnTo>
                  <a:lnTo>
                    <a:pt x="0" y="79018"/>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063" name="Google Shape;1063;p55"/>
          <p:cNvSpPr txBox="1"/>
          <p:nvPr/>
        </p:nvSpPr>
        <p:spPr>
          <a:xfrm>
            <a:off x="2962262" y="2398349"/>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1064" name="Google Shape;1064;p55"/>
          <p:cNvGrpSpPr/>
          <p:nvPr/>
        </p:nvGrpSpPr>
        <p:grpSpPr>
          <a:xfrm>
            <a:off x="750253" y="728560"/>
            <a:ext cx="270121" cy="1975473"/>
            <a:chOff x="750253" y="728560"/>
            <a:chExt cx="270121" cy="1975473"/>
          </a:xfrm>
        </p:grpSpPr>
        <p:sp>
          <p:nvSpPr>
            <p:cNvPr id="1065" name="Google Shape;1065;p55"/>
            <p:cNvSpPr/>
            <p:nvPr/>
          </p:nvSpPr>
          <p:spPr>
            <a:xfrm>
              <a:off x="789762" y="733628"/>
              <a:ext cx="0" cy="1970405"/>
            </a:xfrm>
            <a:custGeom>
              <a:avLst/>
              <a:gdLst/>
              <a:ahLst/>
              <a:cxnLst/>
              <a:rect l="l" t="t" r="r" b="b"/>
              <a:pathLst>
                <a:path w="120000" h="1970405" extrusionOk="0">
                  <a:moveTo>
                    <a:pt x="0" y="1969902"/>
                  </a:moveTo>
                  <a:lnTo>
                    <a:pt x="0" y="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66" name="Google Shape;1066;p55"/>
            <p:cNvSpPr/>
            <p:nvPr/>
          </p:nvSpPr>
          <p:spPr>
            <a:xfrm>
              <a:off x="750253" y="728560"/>
              <a:ext cx="79375" cy="32384"/>
            </a:xfrm>
            <a:custGeom>
              <a:avLst/>
              <a:gdLst/>
              <a:ahLst/>
              <a:cxnLst/>
              <a:rect l="l" t="t" r="r" b="b"/>
              <a:pathLst>
                <a:path w="79375" h="32384" extrusionOk="0">
                  <a:moveTo>
                    <a:pt x="0" y="32390"/>
                  </a:moveTo>
                  <a:lnTo>
                    <a:pt x="15525" y="26701"/>
                  </a:lnTo>
                  <a:lnTo>
                    <a:pt x="26915" y="18958"/>
                  </a:lnTo>
                  <a:lnTo>
                    <a:pt x="34724" y="9833"/>
                  </a:lnTo>
                  <a:lnTo>
                    <a:pt x="39509" y="0"/>
                  </a:lnTo>
                  <a:lnTo>
                    <a:pt x="44293" y="9833"/>
                  </a:lnTo>
                  <a:lnTo>
                    <a:pt x="52102" y="18958"/>
                  </a:lnTo>
                  <a:lnTo>
                    <a:pt x="63492" y="26701"/>
                  </a:lnTo>
                  <a:lnTo>
                    <a:pt x="79018" y="32390"/>
                  </a:lnTo>
                </a:path>
              </a:pathLst>
            </a:custGeom>
            <a:noFill/>
            <a:ln w="10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67" name="Google Shape;1067;p55"/>
            <p:cNvPicPr preferRelativeResize="0"/>
            <p:nvPr/>
          </p:nvPicPr>
          <p:blipFill rotWithShape="1">
            <a:blip r:embed="rId3">
              <a:alphaModFix/>
            </a:blip>
            <a:srcRect/>
            <a:stretch/>
          </p:blipFill>
          <p:spPr>
            <a:xfrm>
              <a:off x="919153" y="1032903"/>
              <a:ext cx="101221" cy="101218"/>
            </a:xfrm>
            <a:prstGeom prst="rect">
              <a:avLst/>
            </a:prstGeom>
            <a:noFill/>
            <a:ln>
              <a:noFill/>
            </a:ln>
          </p:spPr>
        </p:pic>
      </p:grpSp>
      <p:sp>
        <p:nvSpPr>
          <p:cNvPr id="1068" name="Google Shape;1068;p55"/>
          <p:cNvSpPr txBox="1"/>
          <p:nvPr/>
        </p:nvSpPr>
        <p:spPr>
          <a:xfrm>
            <a:off x="938060" y="1134569"/>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B28C8C"/>
                </a:solidFill>
                <a:latin typeface="Arial"/>
                <a:ea typeface="Arial"/>
                <a:cs typeface="Arial"/>
                <a:sym typeface="Arial"/>
              </a:rPr>
              <a:t>1</a:t>
            </a:r>
            <a:endParaRPr sz="500">
              <a:latin typeface="Arial"/>
              <a:ea typeface="Arial"/>
              <a:cs typeface="Arial"/>
              <a:sym typeface="Arial"/>
            </a:endParaRPr>
          </a:p>
        </p:txBody>
      </p:sp>
      <p:sp>
        <p:nvSpPr>
          <p:cNvPr id="1069" name="Google Shape;1069;p55"/>
          <p:cNvSpPr/>
          <p:nvPr/>
        </p:nvSpPr>
        <p:spPr>
          <a:xfrm>
            <a:off x="1099155" y="852893"/>
            <a:ext cx="101600" cy="101600"/>
          </a:xfrm>
          <a:custGeom>
            <a:avLst/>
            <a:gdLst/>
            <a:ahLst/>
            <a:cxnLst/>
            <a:rect l="l" t="t" r="r" b="b"/>
            <a:pathLst>
              <a:path w="101600" h="101600" extrusionOk="0">
                <a:moveTo>
                  <a:pt x="50610" y="0"/>
                </a:moveTo>
                <a:lnTo>
                  <a:pt x="30910" y="3976"/>
                </a:lnTo>
                <a:lnTo>
                  <a:pt x="14823" y="14822"/>
                </a:lnTo>
                <a:lnTo>
                  <a:pt x="3977" y="30909"/>
                </a:lnTo>
                <a:lnTo>
                  <a:pt x="0" y="50609"/>
                </a:lnTo>
                <a:lnTo>
                  <a:pt x="3977" y="70309"/>
                </a:lnTo>
                <a:lnTo>
                  <a:pt x="14823" y="86396"/>
                </a:lnTo>
                <a:lnTo>
                  <a:pt x="30910" y="97242"/>
                </a:lnTo>
                <a:lnTo>
                  <a:pt x="50610" y="101218"/>
                </a:lnTo>
                <a:lnTo>
                  <a:pt x="70310" y="97242"/>
                </a:lnTo>
                <a:lnTo>
                  <a:pt x="86397" y="86396"/>
                </a:lnTo>
                <a:lnTo>
                  <a:pt x="97244" y="70309"/>
                </a:lnTo>
                <a:lnTo>
                  <a:pt x="101221" y="50609"/>
                </a:lnTo>
                <a:lnTo>
                  <a:pt x="97244" y="30909"/>
                </a:lnTo>
                <a:lnTo>
                  <a:pt x="86397" y="14822"/>
                </a:lnTo>
                <a:lnTo>
                  <a:pt x="70310" y="3976"/>
                </a:lnTo>
                <a:lnTo>
                  <a:pt x="50610" y="0"/>
                </a:lnTo>
                <a:close/>
              </a:path>
            </a:pathLst>
          </a:custGeom>
          <a:solidFill>
            <a:srgbClr val="FFC8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70" name="Google Shape;1070;p55"/>
          <p:cNvSpPr txBox="1"/>
          <p:nvPr/>
        </p:nvSpPr>
        <p:spPr>
          <a:xfrm>
            <a:off x="1118069" y="954572"/>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B28C8C"/>
                </a:solidFill>
                <a:latin typeface="Arial"/>
                <a:ea typeface="Arial"/>
                <a:cs typeface="Arial"/>
                <a:sym typeface="Arial"/>
              </a:rPr>
              <a:t>1</a:t>
            </a:r>
            <a:endParaRPr sz="500">
              <a:latin typeface="Arial"/>
              <a:ea typeface="Arial"/>
              <a:cs typeface="Arial"/>
              <a:sym typeface="Arial"/>
            </a:endParaRPr>
          </a:p>
        </p:txBody>
      </p:sp>
      <p:pic>
        <p:nvPicPr>
          <p:cNvPr id="1071" name="Google Shape;1071;p55"/>
          <p:cNvPicPr preferRelativeResize="0"/>
          <p:nvPr/>
        </p:nvPicPr>
        <p:blipFill rotWithShape="1">
          <a:blip r:embed="rId3">
            <a:alphaModFix/>
          </a:blip>
          <a:srcRect/>
          <a:stretch/>
        </p:blipFill>
        <p:spPr>
          <a:xfrm>
            <a:off x="1279157" y="1104900"/>
            <a:ext cx="101221" cy="101218"/>
          </a:xfrm>
          <a:prstGeom prst="rect">
            <a:avLst/>
          </a:prstGeom>
          <a:noFill/>
          <a:ln>
            <a:noFill/>
          </a:ln>
        </p:spPr>
      </p:pic>
      <p:sp>
        <p:nvSpPr>
          <p:cNvPr id="1072" name="Google Shape;1072;p55"/>
          <p:cNvSpPr txBox="1"/>
          <p:nvPr/>
        </p:nvSpPr>
        <p:spPr>
          <a:xfrm>
            <a:off x="1298066" y="1206565"/>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B28C8C"/>
                </a:solidFill>
                <a:latin typeface="Arial"/>
                <a:ea typeface="Arial"/>
                <a:cs typeface="Arial"/>
                <a:sym typeface="Arial"/>
              </a:rPr>
              <a:t>1</a:t>
            </a:r>
            <a:endParaRPr sz="500">
              <a:latin typeface="Arial"/>
              <a:ea typeface="Arial"/>
              <a:cs typeface="Arial"/>
              <a:sym typeface="Arial"/>
            </a:endParaRPr>
          </a:p>
        </p:txBody>
      </p:sp>
      <p:pic>
        <p:nvPicPr>
          <p:cNvPr id="1073" name="Google Shape;1073;p55"/>
          <p:cNvPicPr preferRelativeResize="0"/>
          <p:nvPr/>
        </p:nvPicPr>
        <p:blipFill rotWithShape="1">
          <a:blip r:embed="rId3">
            <a:alphaModFix/>
          </a:blip>
          <a:srcRect/>
          <a:stretch/>
        </p:blipFill>
        <p:spPr>
          <a:xfrm>
            <a:off x="1027155" y="1320904"/>
            <a:ext cx="101221" cy="101221"/>
          </a:xfrm>
          <a:prstGeom prst="rect">
            <a:avLst/>
          </a:prstGeom>
          <a:noFill/>
          <a:ln>
            <a:noFill/>
          </a:ln>
        </p:spPr>
      </p:pic>
      <p:sp>
        <p:nvSpPr>
          <p:cNvPr id="1074" name="Google Shape;1074;p55"/>
          <p:cNvSpPr txBox="1"/>
          <p:nvPr/>
        </p:nvSpPr>
        <p:spPr>
          <a:xfrm>
            <a:off x="1046060" y="1422567"/>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B28C8C"/>
                </a:solidFill>
                <a:latin typeface="Arial"/>
                <a:ea typeface="Arial"/>
                <a:cs typeface="Arial"/>
                <a:sym typeface="Arial"/>
              </a:rPr>
              <a:t>1</a:t>
            </a:r>
            <a:endParaRPr sz="500">
              <a:latin typeface="Arial"/>
              <a:ea typeface="Arial"/>
              <a:cs typeface="Arial"/>
              <a:sym typeface="Arial"/>
            </a:endParaRPr>
          </a:p>
        </p:txBody>
      </p:sp>
      <p:sp>
        <p:nvSpPr>
          <p:cNvPr id="1075" name="Google Shape;1075;p55"/>
          <p:cNvSpPr/>
          <p:nvPr/>
        </p:nvSpPr>
        <p:spPr>
          <a:xfrm>
            <a:off x="1171155" y="960894"/>
            <a:ext cx="101600" cy="101600"/>
          </a:xfrm>
          <a:custGeom>
            <a:avLst/>
            <a:gdLst/>
            <a:ahLst/>
            <a:cxnLst/>
            <a:rect l="l" t="t" r="r" b="b"/>
            <a:pathLst>
              <a:path w="101600" h="101600" extrusionOk="0">
                <a:moveTo>
                  <a:pt x="50610" y="0"/>
                </a:moveTo>
                <a:lnTo>
                  <a:pt x="30910" y="3978"/>
                </a:lnTo>
                <a:lnTo>
                  <a:pt x="14823" y="14827"/>
                </a:lnTo>
                <a:lnTo>
                  <a:pt x="3977" y="30914"/>
                </a:lnTo>
                <a:lnTo>
                  <a:pt x="0" y="50609"/>
                </a:lnTo>
                <a:lnTo>
                  <a:pt x="3977" y="70311"/>
                </a:lnTo>
                <a:lnTo>
                  <a:pt x="14823" y="86402"/>
                </a:lnTo>
                <a:lnTo>
                  <a:pt x="30910" y="97252"/>
                </a:lnTo>
                <a:lnTo>
                  <a:pt x="50610" y="101231"/>
                </a:lnTo>
                <a:lnTo>
                  <a:pt x="70310" y="97252"/>
                </a:lnTo>
                <a:lnTo>
                  <a:pt x="86397" y="86402"/>
                </a:lnTo>
                <a:lnTo>
                  <a:pt x="97244" y="70311"/>
                </a:lnTo>
                <a:lnTo>
                  <a:pt x="101221" y="50609"/>
                </a:lnTo>
                <a:lnTo>
                  <a:pt x="97244" y="30914"/>
                </a:lnTo>
                <a:lnTo>
                  <a:pt x="86397" y="14827"/>
                </a:lnTo>
                <a:lnTo>
                  <a:pt x="70310" y="3978"/>
                </a:lnTo>
                <a:lnTo>
                  <a:pt x="50610" y="0"/>
                </a:lnTo>
                <a:close/>
              </a:path>
            </a:pathLst>
          </a:custGeom>
          <a:solidFill>
            <a:srgbClr val="FFC8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76" name="Google Shape;1076;p55"/>
          <p:cNvSpPr txBox="1"/>
          <p:nvPr/>
        </p:nvSpPr>
        <p:spPr>
          <a:xfrm>
            <a:off x="1190066" y="1062573"/>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B28C8C"/>
                </a:solidFill>
                <a:latin typeface="Arial"/>
                <a:ea typeface="Arial"/>
                <a:cs typeface="Arial"/>
                <a:sym typeface="Arial"/>
              </a:rPr>
              <a:t>1</a:t>
            </a:r>
            <a:endParaRPr sz="500">
              <a:latin typeface="Arial"/>
              <a:ea typeface="Arial"/>
              <a:cs typeface="Arial"/>
              <a:sym typeface="Arial"/>
            </a:endParaRPr>
          </a:p>
        </p:txBody>
      </p:sp>
      <p:sp>
        <p:nvSpPr>
          <p:cNvPr id="1077" name="Google Shape;1077;p55"/>
          <p:cNvSpPr/>
          <p:nvPr/>
        </p:nvSpPr>
        <p:spPr>
          <a:xfrm>
            <a:off x="2359177" y="1032903"/>
            <a:ext cx="101600" cy="101600"/>
          </a:xfrm>
          <a:custGeom>
            <a:avLst/>
            <a:gdLst/>
            <a:ahLst/>
            <a:cxnLst/>
            <a:rect l="l" t="t" r="r" b="b"/>
            <a:pathLst>
              <a:path w="101600" h="101600" extrusionOk="0">
                <a:moveTo>
                  <a:pt x="50609" y="0"/>
                </a:moveTo>
                <a:lnTo>
                  <a:pt x="30909" y="3976"/>
                </a:lnTo>
                <a:lnTo>
                  <a:pt x="14822" y="14822"/>
                </a:lnTo>
                <a:lnTo>
                  <a:pt x="3976" y="30909"/>
                </a:lnTo>
                <a:lnTo>
                  <a:pt x="0" y="50609"/>
                </a:lnTo>
                <a:lnTo>
                  <a:pt x="3976" y="70309"/>
                </a:lnTo>
                <a:lnTo>
                  <a:pt x="14822" y="86396"/>
                </a:lnTo>
                <a:lnTo>
                  <a:pt x="30909" y="97242"/>
                </a:lnTo>
                <a:lnTo>
                  <a:pt x="50609" y="101219"/>
                </a:lnTo>
                <a:lnTo>
                  <a:pt x="70309" y="97242"/>
                </a:lnTo>
                <a:lnTo>
                  <a:pt x="86396" y="86396"/>
                </a:lnTo>
                <a:lnTo>
                  <a:pt x="97242" y="70309"/>
                </a:lnTo>
                <a:lnTo>
                  <a:pt x="101218" y="50609"/>
                </a:lnTo>
                <a:lnTo>
                  <a:pt x="97242" y="30909"/>
                </a:lnTo>
                <a:lnTo>
                  <a:pt x="86396" y="14822"/>
                </a:lnTo>
                <a:lnTo>
                  <a:pt x="70309" y="3976"/>
                </a:lnTo>
                <a:lnTo>
                  <a:pt x="50609" y="0"/>
                </a:lnTo>
                <a:close/>
              </a:path>
            </a:pathLst>
          </a:custGeom>
          <a:solidFill>
            <a:srgbClr val="C8FF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78" name="Google Shape;1078;p55"/>
          <p:cNvSpPr txBox="1"/>
          <p:nvPr/>
        </p:nvSpPr>
        <p:spPr>
          <a:xfrm>
            <a:off x="2378062" y="1134569"/>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B28C"/>
                </a:solidFill>
                <a:latin typeface="Arial"/>
                <a:ea typeface="Arial"/>
                <a:cs typeface="Arial"/>
                <a:sym typeface="Arial"/>
              </a:rPr>
              <a:t>2</a:t>
            </a:r>
            <a:endParaRPr sz="500">
              <a:latin typeface="Arial"/>
              <a:ea typeface="Arial"/>
              <a:cs typeface="Arial"/>
              <a:sym typeface="Arial"/>
            </a:endParaRPr>
          </a:p>
        </p:txBody>
      </p:sp>
      <p:sp>
        <p:nvSpPr>
          <p:cNvPr id="1079" name="Google Shape;1079;p55"/>
          <p:cNvSpPr/>
          <p:nvPr/>
        </p:nvSpPr>
        <p:spPr>
          <a:xfrm>
            <a:off x="2539174" y="852893"/>
            <a:ext cx="101600" cy="101600"/>
          </a:xfrm>
          <a:custGeom>
            <a:avLst/>
            <a:gdLst/>
            <a:ahLst/>
            <a:cxnLst/>
            <a:rect l="l" t="t" r="r" b="b"/>
            <a:pathLst>
              <a:path w="101600" h="101600" extrusionOk="0">
                <a:moveTo>
                  <a:pt x="50609" y="0"/>
                </a:moveTo>
                <a:lnTo>
                  <a:pt x="30909" y="3976"/>
                </a:lnTo>
                <a:lnTo>
                  <a:pt x="14822" y="14822"/>
                </a:lnTo>
                <a:lnTo>
                  <a:pt x="3976" y="30909"/>
                </a:lnTo>
                <a:lnTo>
                  <a:pt x="0" y="50609"/>
                </a:lnTo>
                <a:lnTo>
                  <a:pt x="3976" y="70309"/>
                </a:lnTo>
                <a:lnTo>
                  <a:pt x="14822" y="86396"/>
                </a:lnTo>
                <a:lnTo>
                  <a:pt x="30909" y="97242"/>
                </a:lnTo>
                <a:lnTo>
                  <a:pt x="50609" y="101218"/>
                </a:lnTo>
                <a:lnTo>
                  <a:pt x="70309" y="97242"/>
                </a:lnTo>
                <a:lnTo>
                  <a:pt x="86396" y="86396"/>
                </a:lnTo>
                <a:lnTo>
                  <a:pt x="97242" y="70309"/>
                </a:lnTo>
                <a:lnTo>
                  <a:pt x="101218" y="50609"/>
                </a:lnTo>
                <a:lnTo>
                  <a:pt x="97242" y="30909"/>
                </a:lnTo>
                <a:lnTo>
                  <a:pt x="86396" y="14822"/>
                </a:lnTo>
                <a:lnTo>
                  <a:pt x="70309" y="3976"/>
                </a:lnTo>
                <a:lnTo>
                  <a:pt x="50609" y="0"/>
                </a:lnTo>
                <a:close/>
              </a:path>
            </a:pathLst>
          </a:custGeom>
          <a:solidFill>
            <a:srgbClr val="C8FF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80" name="Google Shape;1080;p55"/>
          <p:cNvSpPr txBox="1"/>
          <p:nvPr/>
        </p:nvSpPr>
        <p:spPr>
          <a:xfrm>
            <a:off x="2558059" y="954572"/>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B28C"/>
                </a:solidFill>
                <a:latin typeface="Arial"/>
                <a:ea typeface="Arial"/>
                <a:cs typeface="Arial"/>
                <a:sym typeface="Arial"/>
              </a:rPr>
              <a:t>2</a:t>
            </a:r>
            <a:endParaRPr sz="500">
              <a:latin typeface="Arial"/>
              <a:ea typeface="Arial"/>
              <a:cs typeface="Arial"/>
              <a:sym typeface="Arial"/>
            </a:endParaRPr>
          </a:p>
        </p:txBody>
      </p:sp>
      <p:sp>
        <p:nvSpPr>
          <p:cNvPr id="1081" name="Google Shape;1081;p55"/>
          <p:cNvSpPr/>
          <p:nvPr/>
        </p:nvSpPr>
        <p:spPr>
          <a:xfrm>
            <a:off x="2251163" y="1104900"/>
            <a:ext cx="101600" cy="101600"/>
          </a:xfrm>
          <a:custGeom>
            <a:avLst/>
            <a:gdLst/>
            <a:ahLst/>
            <a:cxnLst/>
            <a:rect l="l" t="t" r="r" b="b"/>
            <a:pathLst>
              <a:path w="101600" h="101600" extrusionOk="0">
                <a:moveTo>
                  <a:pt x="50622" y="0"/>
                </a:moveTo>
                <a:lnTo>
                  <a:pt x="30919" y="3976"/>
                </a:lnTo>
                <a:lnTo>
                  <a:pt x="14828" y="14822"/>
                </a:lnTo>
                <a:lnTo>
                  <a:pt x="3978" y="30909"/>
                </a:lnTo>
                <a:lnTo>
                  <a:pt x="0" y="50609"/>
                </a:lnTo>
                <a:lnTo>
                  <a:pt x="3978" y="70309"/>
                </a:lnTo>
                <a:lnTo>
                  <a:pt x="14828" y="86396"/>
                </a:lnTo>
                <a:lnTo>
                  <a:pt x="30919" y="97242"/>
                </a:lnTo>
                <a:lnTo>
                  <a:pt x="50622" y="101218"/>
                </a:lnTo>
                <a:lnTo>
                  <a:pt x="70317" y="97242"/>
                </a:lnTo>
                <a:lnTo>
                  <a:pt x="86404" y="86396"/>
                </a:lnTo>
                <a:lnTo>
                  <a:pt x="97253" y="70309"/>
                </a:lnTo>
                <a:lnTo>
                  <a:pt x="101231" y="50609"/>
                </a:lnTo>
                <a:lnTo>
                  <a:pt x="97253" y="30909"/>
                </a:lnTo>
                <a:lnTo>
                  <a:pt x="86404" y="14822"/>
                </a:lnTo>
                <a:lnTo>
                  <a:pt x="70317" y="3976"/>
                </a:lnTo>
                <a:lnTo>
                  <a:pt x="50622" y="0"/>
                </a:lnTo>
                <a:close/>
              </a:path>
            </a:pathLst>
          </a:custGeom>
          <a:solidFill>
            <a:srgbClr val="C8FF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82" name="Google Shape;1082;p55"/>
          <p:cNvSpPr txBox="1"/>
          <p:nvPr/>
        </p:nvSpPr>
        <p:spPr>
          <a:xfrm>
            <a:off x="2270061" y="1206565"/>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B28C"/>
                </a:solidFill>
                <a:latin typeface="Arial"/>
                <a:ea typeface="Arial"/>
                <a:cs typeface="Arial"/>
                <a:sym typeface="Arial"/>
              </a:rPr>
              <a:t>2</a:t>
            </a:r>
            <a:endParaRPr sz="500">
              <a:latin typeface="Arial"/>
              <a:ea typeface="Arial"/>
              <a:cs typeface="Arial"/>
              <a:sym typeface="Arial"/>
            </a:endParaRPr>
          </a:p>
        </p:txBody>
      </p:sp>
      <p:pic>
        <p:nvPicPr>
          <p:cNvPr id="1083" name="Google Shape;1083;p55"/>
          <p:cNvPicPr preferRelativeResize="0"/>
          <p:nvPr/>
        </p:nvPicPr>
        <p:blipFill rotWithShape="1">
          <a:blip r:embed="rId4">
            <a:alphaModFix/>
          </a:blip>
          <a:srcRect/>
          <a:stretch/>
        </p:blipFill>
        <p:spPr>
          <a:xfrm>
            <a:off x="2611170" y="1212900"/>
            <a:ext cx="101218" cy="101222"/>
          </a:xfrm>
          <a:prstGeom prst="rect">
            <a:avLst/>
          </a:prstGeom>
          <a:noFill/>
          <a:ln>
            <a:noFill/>
          </a:ln>
        </p:spPr>
      </p:pic>
      <p:sp>
        <p:nvSpPr>
          <p:cNvPr id="1084" name="Google Shape;1084;p55"/>
          <p:cNvSpPr txBox="1"/>
          <p:nvPr/>
        </p:nvSpPr>
        <p:spPr>
          <a:xfrm>
            <a:off x="2630068" y="1314566"/>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B28C"/>
                </a:solidFill>
                <a:latin typeface="Arial"/>
                <a:ea typeface="Arial"/>
                <a:cs typeface="Arial"/>
                <a:sym typeface="Arial"/>
              </a:rPr>
              <a:t>2</a:t>
            </a:r>
            <a:endParaRPr sz="500">
              <a:latin typeface="Arial"/>
              <a:ea typeface="Arial"/>
              <a:cs typeface="Arial"/>
              <a:sym typeface="Arial"/>
            </a:endParaRPr>
          </a:p>
        </p:txBody>
      </p:sp>
      <p:sp>
        <p:nvSpPr>
          <p:cNvPr id="1085" name="Google Shape;1085;p55"/>
          <p:cNvSpPr/>
          <p:nvPr/>
        </p:nvSpPr>
        <p:spPr>
          <a:xfrm>
            <a:off x="2467178" y="960894"/>
            <a:ext cx="101600" cy="101600"/>
          </a:xfrm>
          <a:custGeom>
            <a:avLst/>
            <a:gdLst/>
            <a:ahLst/>
            <a:cxnLst/>
            <a:rect l="l" t="t" r="r" b="b"/>
            <a:pathLst>
              <a:path w="101600" h="101600" extrusionOk="0">
                <a:moveTo>
                  <a:pt x="50609" y="0"/>
                </a:moveTo>
                <a:lnTo>
                  <a:pt x="30909" y="3978"/>
                </a:lnTo>
                <a:lnTo>
                  <a:pt x="14822" y="14827"/>
                </a:lnTo>
                <a:lnTo>
                  <a:pt x="3976" y="30914"/>
                </a:lnTo>
                <a:lnTo>
                  <a:pt x="0" y="50609"/>
                </a:lnTo>
                <a:lnTo>
                  <a:pt x="3976" y="70311"/>
                </a:lnTo>
                <a:lnTo>
                  <a:pt x="14822" y="86402"/>
                </a:lnTo>
                <a:lnTo>
                  <a:pt x="30909" y="97252"/>
                </a:lnTo>
                <a:lnTo>
                  <a:pt x="50609" y="101231"/>
                </a:lnTo>
                <a:lnTo>
                  <a:pt x="70309" y="97252"/>
                </a:lnTo>
                <a:lnTo>
                  <a:pt x="86396" y="86402"/>
                </a:lnTo>
                <a:lnTo>
                  <a:pt x="97242" y="70311"/>
                </a:lnTo>
                <a:lnTo>
                  <a:pt x="101218" y="50609"/>
                </a:lnTo>
                <a:lnTo>
                  <a:pt x="97242" y="30914"/>
                </a:lnTo>
                <a:lnTo>
                  <a:pt x="86396" y="14827"/>
                </a:lnTo>
                <a:lnTo>
                  <a:pt x="70309" y="3978"/>
                </a:lnTo>
                <a:lnTo>
                  <a:pt x="50609" y="0"/>
                </a:lnTo>
                <a:close/>
              </a:path>
            </a:pathLst>
          </a:custGeom>
          <a:solidFill>
            <a:srgbClr val="C8FFC8"/>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86" name="Google Shape;1086;p55"/>
          <p:cNvSpPr txBox="1"/>
          <p:nvPr/>
        </p:nvSpPr>
        <p:spPr>
          <a:xfrm>
            <a:off x="2486063" y="1062573"/>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B28C"/>
                </a:solidFill>
                <a:latin typeface="Arial"/>
                <a:ea typeface="Arial"/>
                <a:cs typeface="Arial"/>
                <a:sym typeface="Arial"/>
              </a:rPr>
              <a:t>2</a:t>
            </a:r>
            <a:endParaRPr sz="500">
              <a:latin typeface="Arial"/>
              <a:ea typeface="Arial"/>
              <a:cs typeface="Arial"/>
              <a:sym typeface="Arial"/>
            </a:endParaRPr>
          </a:p>
        </p:txBody>
      </p:sp>
      <p:grpSp>
        <p:nvGrpSpPr>
          <p:cNvPr id="1087" name="Google Shape;1087;p55"/>
          <p:cNvGrpSpPr/>
          <p:nvPr/>
        </p:nvGrpSpPr>
        <p:grpSpPr>
          <a:xfrm>
            <a:off x="1639162" y="1932910"/>
            <a:ext cx="281223" cy="281602"/>
            <a:chOff x="1639162" y="1932910"/>
            <a:chExt cx="281223" cy="281602"/>
          </a:xfrm>
        </p:grpSpPr>
        <p:sp>
          <p:nvSpPr>
            <p:cNvPr id="1088" name="Google Shape;1088;p55"/>
            <p:cNvSpPr/>
            <p:nvPr/>
          </p:nvSpPr>
          <p:spPr>
            <a:xfrm>
              <a:off x="1639162" y="2112912"/>
              <a:ext cx="101600" cy="101600"/>
            </a:xfrm>
            <a:custGeom>
              <a:avLst/>
              <a:gdLst/>
              <a:ahLst/>
              <a:cxnLst/>
              <a:rect l="l" t="t" r="r" b="b"/>
              <a:pathLst>
                <a:path w="101600" h="101600" extrusionOk="0">
                  <a:moveTo>
                    <a:pt x="50610" y="0"/>
                  </a:moveTo>
                  <a:lnTo>
                    <a:pt x="30910" y="3977"/>
                  </a:lnTo>
                  <a:lnTo>
                    <a:pt x="14823" y="14823"/>
                  </a:lnTo>
                  <a:lnTo>
                    <a:pt x="3977" y="30910"/>
                  </a:lnTo>
                  <a:lnTo>
                    <a:pt x="0" y="50610"/>
                  </a:lnTo>
                  <a:lnTo>
                    <a:pt x="3977" y="70310"/>
                  </a:lnTo>
                  <a:lnTo>
                    <a:pt x="14823" y="86397"/>
                  </a:lnTo>
                  <a:lnTo>
                    <a:pt x="30910" y="97244"/>
                  </a:lnTo>
                  <a:lnTo>
                    <a:pt x="50610" y="101221"/>
                  </a:lnTo>
                  <a:lnTo>
                    <a:pt x="70311" y="97244"/>
                  </a:lnTo>
                  <a:lnTo>
                    <a:pt x="86398" y="86397"/>
                  </a:lnTo>
                  <a:lnTo>
                    <a:pt x="97244" y="70310"/>
                  </a:lnTo>
                  <a:lnTo>
                    <a:pt x="101221" y="50610"/>
                  </a:lnTo>
                  <a:lnTo>
                    <a:pt x="97244" y="30910"/>
                  </a:lnTo>
                  <a:lnTo>
                    <a:pt x="86398" y="14823"/>
                  </a:lnTo>
                  <a:lnTo>
                    <a:pt x="70311" y="3977"/>
                  </a:lnTo>
                  <a:lnTo>
                    <a:pt x="50610" y="0"/>
                  </a:lnTo>
                  <a:close/>
                </a:path>
              </a:pathLst>
            </a:custGeom>
            <a:solidFill>
              <a:srgbClr val="C8C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89" name="Google Shape;1089;p55"/>
            <p:cNvPicPr preferRelativeResize="0"/>
            <p:nvPr/>
          </p:nvPicPr>
          <p:blipFill rotWithShape="1">
            <a:blip r:embed="rId5">
              <a:alphaModFix/>
            </a:blip>
            <a:srcRect/>
            <a:stretch/>
          </p:blipFill>
          <p:spPr>
            <a:xfrm>
              <a:off x="1819164" y="1932910"/>
              <a:ext cx="101221" cy="101221"/>
            </a:xfrm>
            <a:prstGeom prst="rect">
              <a:avLst/>
            </a:prstGeom>
            <a:noFill/>
            <a:ln>
              <a:noFill/>
            </a:ln>
          </p:spPr>
        </p:pic>
      </p:grpSp>
      <p:sp>
        <p:nvSpPr>
          <p:cNvPr id="1090" name="Google Shape;1090;p55"/>
          <p:cNvSpPr txBox="1"/>
          <p:nvPr/>
        </p:nvSpPr>
        <p:spPr>
          <a:xfrm>
            <a:off x="1838070" y="2034008"/>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8CB2"/>
                </a:solidFill>
                <a:latin typeface="Arial"/>
                <a:ea typeface="Arial"/>
                <a:cs typeface="Arial"/>
                <a:sym typeface="Arial"/>
              </a:rPr>
              <a:t>3</a:t>
            </a:r>
            <a:endParaRPr sz="500">
              <a:latin typeface="Arial"/>
              <a:ea typeface="Arial"/>
              <a:cs typeface="Arial"/>
              <a:sym typeface="Arial"/>
            </a:endParaRPr>
          </a:p>
        </p:txBody>
      </p:sp>
      <p:grpSp>
        <p:nvGrpSpPr>
          <p:cNvPr id="1091" name="Google Shape;1091;p55"/>
          <p:cNvGrpSpPr/>
          <p:nvPr/>
        </p:nvGrpSpPr>
        <p:grpSpPr>
          <a:xfrm>
            <a:off x="1747164" y="2040912"/>
            <a:ext cx="353224" cy="245601"/>
            <a:chOff x="1747164" y="2040912"/>
            <a:chExt cx="353224" cy="245601"/>
          </a:xfrm>
        </p:grpSpPr>
        <p:sp>
          <p:nvSpPr>
            <p:cNvPr id="1092" name="Google Shape;1092;p55"/>
            <p:cNvSpPr/>
            <p:nvPr/>
          </p:nvSpPr>
          <p:spPr>
            <a:xfrm>
              <a:off x="1747164" y="2184913"/>
              <a:ext cx="101600" cy="101600"/>
            </a:xfrm>
            <a:custGeom>
              <a:avLst/>
              <a:gdLst/>
              <a:ahLst/>
              <a:cxnLst/>
              <a:rect l="l" t="t" r="r" b="b"/>
              <a:pathLst>
                <a:path w="101600" h="101600" extrusionOk="0">
                  <a:moveTo>
                    <a:pt x="50610" y="0"/>
                  </a:moveTo>
                  <a:lnTo>
                    <a:pt x="30910" y="3977"/>
                  </a:lnTo>
                  <a:lnTo>
                    <a:pt x="14823" y="14823"/>
                  </a:lnTo>
                  <a:lnTo>
                    <a:pt x="3977" y="30910"/>
                  </a:lnTo>
                  <a:lnTo>
                    <a:pt x="0" y="50610"/>
                  </a:lnTo>
                  <a:lnTo>
                    <a:pt x="3977" y="70310"/>
                  </a:lnTo>
                  <a:lnTo>
                    <a:pt x="14823" y="86397"/>
                  </a:lnTo>
                  <a:lnTo>
                    <a:pt x="30910" y="97244"/>
                  </a:lnTo>
                  <a:lnTo>
                    <a:pt x="50610" y="101221"/>
                  </a:lnTo>
                  <a:lnTo>
                    <a:pt x="70311" y="97244"/>
                  </a:lnTo>
                  <a:lnTo>
                    <a:pt x="86399" y="86397"/>
                  </a:lnTo>
                  <a:lnTo>
                    <a:pt x="97245" y="70310"/>
                  </a:lnTo>
                  <a:lnTo>
                    <a:pt x="101222" y="50610"/>
                  </a:lnTo>
                  <a:lnTo>
                    <a:pt x="97245" y="30910"/>
                  </a:lnTo>
                  <a:lnTo>
                    <a:pt x="86399" y="14823"/>
                  </a:lnTo>
                  <a:lnTo>
                    <a:pt x="70311" y="3977"/>
                  </a:lnTo>
                  <a:lnTo>
                    <a:pt x="50610" y="0"/>
                  </a:lnTo>
                  <a:close/>
                </a:path>
              </a:pathLst>
            </a:custGeom>
            <a:solidFill>
              <a:srgbClr val="C8C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1093" name="Google Shape;1093;p55"/>
            <p:cNvPicPr preferRelativeResize="0"/>
            <p:nvPr/>
          </p:nvPicPr>
          <p:blipFill rotWithShape="1">
            <a:blip r:embed="rId5">
              <a:alphaModFix/>
            </a:blip>
            <a:srcRect/>
            <a:stretch/>
          </p:blipFill>
          <p:spPr>
            <a:xfrm>
              <a:off x="1999166" y="2040912"/>
              <a:ext cx="101222" cy="101221"/>
            </a:xfrm>
            <a:prstGeom prst="rect">
              <a:avLst/>
            </a:prstGeom>
            <a:noFill/>
            <a:ln>
              <a:noFill/>
            </a:ln>
          </p:spPr>
        </p:pic>
      </p:grpSp>
      <p:sp>
        <p:nvSpPr>
          <p:cNvPr id="1094" name="Google Shape;1094;p55"/>
          <p:cNvSpPr txBox="1"/>
          <p:nvPr/>
        </p:nvSpPr>
        <p:spPr>
          <a:xfrm>
            <a:off x="2018068" y="2142009"/>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8CB2"/>
                </a:solidFill>
                <a:latin typeface="Arial"/>
                <a:ea typeface="Arial"/>
                <a:cs typeface="Arial"/>
                <a:sym typeface="Arial"/>
              </a:rPr>
              <a:t>3</a:t>
            </a:r>
            <a:endParaRPr sz="500">
              <a:latin typeface="Arial"/>
              <a:ea typeface="Arial"/>
              <a:cs typeface="Arial"/>
              <a:sym typeface="Arial"/>
            </a:endParaRPr>
          </a:p>
        </p:txBody>
      </p:sp>
      <p:sp>
        <p:nvSpPr>
          <p:cNvPr id="1095" name="Google Shape;1095;p55"/>
          <p:cNvSpPr/>
          <p:nvPr/>
        </p:nvSpPr>
        <p:spPr>
          <a:xfrm>
            <a:off x="1531160" y="2004910"/>
            <a:ext cx="101600" cy="101600"/>
          </a:xfrm>
          <a:custGeom>
            <a:avLst/>
            <a:gdLst/>
            <a:ahLst/>
            <a:cxnLst/>
            <a:rect l="l" t="t" r="r" b="b"/>
            <a:pathLst>
              <a:path w="101600" h="101600" extrusionOk="0">
                <a:moveTo>
                  <a:pt x="50610" y="0"/>
                </a:moveTo>
                <a:lnTo>
                  <a:pt x="30910" y="3977"/>
                </a:lnTo>
                <a:lnTo>
                  <a:pt x="14823" y="14823"/>
                </a:lnTo>
                <a:lnTo>
                  <a:pt x="3977" y="30910"/>
                </a:lnTo>
                <a:lnTo>
                  <a:pt x="0" y="50610"/>
                </a:lnTo>
                <a:lnTo>
                  <a:pt x="3977" y="70310"/>
                </a:lnTo>
                <a:lnTo>
                  <a:pt x="14823" y="86397"/>
                </a:lnTo>
                <a:lnTo>
                  <a:pt x="30910" y="97244"/>
                </a:lnTo>
                <a:lnTo>
                  <a:pt x="50610" y="101221"/>
                </a:lnTo>
                <a:lnTo>
                  <a:pt x="70310" y="97244"/>
                </a:lnTo>
                <a:lnTo>
                  <a:pt x="86397" y="86397"/>
                </a:lnTo>
                <a:lnTo>
                  <a:pt x="97244" y="70310"/>
                </a:lnTo>
                <a:lnTo>
                  <a:pt x="101221" y="50610"/>
                </a:lnTo>
                <a:lnTo>
                  <a:pt x="97244" y="30910"/>
                </a:lnTo>
                <a:lnTo>
                  <a:pt x="86397" y="14823"/>
                </a:lnTo>
                <a:lnTo>
                  <a:pt x="70310" y="3977"/>
                </a:lnTo>
                <a:lnTo>
                  <a:pt x="50610" y="0"/>
                </a:lnTo>
                <a:close/>
              </a:path>
            </a:pathLst>
          </a:custGeom>
          <a:solidFill>
            <a:srgbClr val="C8C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96" name="Google Shape;1096;p55"/>
          <p:cNvSpPr txBox="1"/>
          <p:nvPr/>
        </p:nvSpPr>
        <p:spPr>
          <a:xfrm>
            <a:off x="1550060" y="2106005"/>
            <a:ext cx="63500" cy="107950"/>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500">
                <a:solidFill>
                  <a:srgbClr val="8C8CB2"/>
                </a:solidFill>
                <a:latin typeface="Arial"/>
                <a:ea typeface="Arial"/>
                <a:cs typeface="Arial"/>
                <a:sym typeface="Arial"/>
              </a:rPr>
              <a:t>3</a:t>
            </a:r>
            <a:endParaRPr sz="500">
              <a:latin typeface="Arial"/>
              <a:ea typeface="Arial"/>
              <a:cs typeface="Arial"/>
              <a:sym typeface="Arial"/>
            </a:endParaRPr>
          </a:p>
        </p:txBody>
      </p:sp>
      <p:sp>
        <p:nvSpPr>
          <p:cNvPr id="1097" name="Google Shape;1097;p55"/>
          <p:cNvSpPr/>
          <p:nvPr/>
        </p:nvSpPr>
        <p:spPr>
          <a:xfrm>
            <a:off x="969764" y="723506"/>
            <a:ext cx="1800225" cy="900430"/>
          </a:xfrm>
          <a:custGeom>
            <a:avLst/>
            <a:gdLst/>
            <a:ahLst/>
            <a:cxnLst/>
            <a:rect l="l" t="t" r="r" b="b"/>
            <a:pathLst>
              <a:path w="1800225" h="900430" extrusionOk="0">
                <a:moveTo>
                  <a:pt x="0" y="900010"/>
                </a:moveTo>
                <a:lnTo>
                  <a:pt x="1800016" y="900010"/>
                </a:lnTo>
              </a:path>
              <a:path w="1800225" h="900430" extrusionOk="0">
                <a:moveTo>
                  <a:pt x="900010" y="900010"/>
                </a:moveTo>
                <a:lnTo>
                  <a:pt x="900010" y="0"/>
                </a:lnTo>
              </a:path>
            </a:pathLst>
          </a:custGeom>
          <a:noFill/>
          <a:ln w="10100" cap="flat" cmpd="sng">
            <a:solidFill>
              <a:srgbClr val="EC2027"/>
            </a:solidFill>
            <a:prstDash val="dash"/>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098" name="Google Shape;1098;p55"/>
          <p:cNvSpPr txBox="1"/>
          <p:nvPr/>
        </p:nvSpPr>
        <p:spPr>
          <a:xfrm>
            <a:off x="689026" y="500800"/>
            <a:ext cx="1860600" cy="480900"/>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2</a:t>
            </a:r>
            <a:endParaRPr sz="1050" baseline="-25000">
              <a:latin typeface="Arial"/>
              <a:ea typeface="Arial"/>
              <a:cs typeface="Arial"/>
              <a:sym typeface="Arial"/>
            </a:endParaRPr>
          </a:p>
          <a:p>
            <a:pPr marL="0" lvl="0" indent="0" algn="l" rtl="0">
              <a:lnSpc>
                <a:spcPct val="100000"/>
              </a:lnSpc>
              <a:spcBef>
                <a:spcPts val="385"/>
              </a:spcBef>
              <a:spcAft>
                <a:spcPts val="0"/>
              </a:spcAft>
              <a:buNone/>
            </a:pPr>
            <a:endParaRPr sz="700">
              <a:latin typeface="Arial"/>
              <a:ea typeface="Arial"/>
              <a:cs typeface="Arial"/>
              <a:sym typeface="Arial"/>
            </a:endParaRPr>
          </a:p>
          <a:p>
            <a:pPr marL="674370" lvl="0" indent="0" algn="l" rtl="0">
              <a:lnSpc>
                <a:spcPct val="100000"/>
              </a:lnSpc>
              <a:spcBef>
                <a:spcPts val="0"/>
              </a:spcBef>
              <a:spcAft>
                <a:spcPts val="0"/>
              </a:spcAft>
              <a:buNone/>
            </a:pPr>
            <a:r>
              <a:rPr lang="en-US" sz="950" b="1">
                <a:solidFill>
                  <a:srgbClr val="B28C8C"/>
                </a:solidFill>
                <a:latin typeface="Arial"/>
                <a:ea typeface="Arial"/>
                <a:cs typeface="Arial"/>
                <a:sym typeface="Arial"/>
              </a:rPr>
              <a:t>Class 1	</a:t>
            </a:r>
            <a:r>
              <a:rPr lang="en-US" sz="950" b="1">
                <a:solidFill>
                  <a:srgbClr val="8CB28C"/>
                </a:solidFill>
                <a:latin typeface="Arial"/>
                <a:ea typeface="Arial"/>
                <a:cs typeface="Arial"/>
                <a:sym typeface="Arial"/>
              </a:rPr>
              <a:t>Class 2</a:t>
            </a:r>
            <a:endParaRPr sz="950">
              <a:latin typeface="Arial"/>
              <a:ea typeface="Arial"/>
              <a:cs typeface="Arial"/>
              <a:sym typeface="Arial"/>
            </a:endParaRPr>
          </a:p>
        </p:txBody>
      </p:sp>
      <p:sp>
        <p:nvSpPr>
          <p:cNvPr id="1099" name="Google Shape;1099;p55"/>
          <p:cNvSpPr txBox="1"/>
          <p:nvPr/>
        </p:nvSpPr>
        <p:spPr>
          <a:xfrm>
            <a:off x="1566735" y="2214006"/>
            <a:ext cx="462280" cy="284480"/>
          </a:xfrm>
          <a:prstGeom prst="rect">
            <a:avLst/>
          </a:prstGeom>
          <a:noFill/>
          <a:ln>
            <a:noFill/>
          </a:ln>
        </p:spPr>
        <p:txBody>
          <a:bodyPr spcFirstLastPara="1" wrap="square" lIns="0" tIns="17125" rIns="0" bIns="0" anchor="t" anchorCtr="0">
            <a:spAutoFit/>
          </a:bodyPr>
          <a:lstStyle/>
          <a:p>
            <a:pPr marL="0" marR="208279" lvl="0" indent="0" algn="ctr" rtl="0">
              <a:lnSpc>
                <a:spcPct val="116999"/>
              </a:lnSpc>
              <a:spcBef>
                <a:spcPts val="0"/>
              </a:spcBef>
              <a:spcAft>
                <a:spcPts val="0"/>
              </a:spcAft>
              <a:buNone/>
            </a:pPr>
            <a:r>
              <a:rPr lang="en-US" sz="500">
                <a:solidFill>
                  <a:srgbClr val="8C8CB2"/>
                </a:solidFill>
                <a:latin typeface="Arial"/>
                <a:ea typeface="Arial"/>
                <a:cs typeface="Arial"/>
                <a:sym typeface="Arial"/>
              </a:rPr>
              <a:t>3</a:t>
            </a:r>
            <a:endParaRPr sz="500">
              <a:latin typeface="Arial"/>
              <a:ea typeface="Arial"/>
              <a:cs typeface="Arial"/>
              <a:sym typeface="Arial"/>
            </a:endParaRPr>
          </a:p>
          <a:p>
            <a:pPr marL="0" lvl="0" indent="0" algn="ctr" rtl="0">
              <a:lnSpc>
                <a:spcPct val="85000"/>
              </a:lnSpc>
              <a:spcBef>
                <a:spcPts val="0"/>
              </a:spcBef>
              <a:spcAft>
                <a:spcPts val="0"/>
              </a:spcAft>
              <a:buNone/>
            </a:pPr>
            <a:r>
              <a:rPr lang="en-US" sz="500">
                <a:solidFill>
                  <a:srgbClr val="8C8CB2"/>
                </a:solidFill>
                <a:latin typeface="Arial"/>
                <a:ea typeface="Arial"/>
                <a:cs typeface="Arial"/>
                <a:sym typeface="Arial"/>
              </a:rPr>
              <a:t>3</a:t>
            </a:r>
            <a:endParaRPr sz="500">
              <a:latin typeface="Arial"/>
              <a:ea typeface="Arial"/>
              <a:cs typeface="Arial"/>
              <a:sym typeface="Arial"/>
            </a:endParaRPr>
          </a:p>
          <a:p>
            <a:pPr marL="0" lvl="0" indent="0" algn="ctr" rtl="0">
              <a:lnSpc>
                <a:spcPct val="103684"/>
              </a:lnSpc>
              <a:spcBef>
                <a:spcPts val="0"/>
              </a:spcBef>
              <a:spcAft>
                <a:spcPts val="0"/>
              </a:spcAft>
              <a:buNone/>
            </a:pPr>
            <a:r>
              <a:rPr lang="en-US" sz="950" b="1">
                <a:solidFill>
                  <a:srgbClr val="8C8CB2"/>
                </a:solidFill>
                <a:latin typeface="Arial"/>
                <a:ea typeface="Arial"/>
                <a:cs typeface="Arial"/>
                <a:sym typeface="Arial"/>
              </a:rPr>
              <a:t>Class 3</a:t>
            </a:r>
            <a:endParaRPr sz="950">
              <a:latin typeface="Arial"/>
              <a:ea typeface="Arial"/>
              <a:cs typeface="Arial"/>
              <a:sym typeface="Arial"/>
            </a:endParaRPr>
          </a:p>
        </p:txBody>
      </p:sp>
      <p:sp>
        <p:nvSpPr>
          <p:cNvPr id="1100" name="Google Shape;1100;p55"/>
          <p:cNvSpPr txBox="1"/>
          <p:nvPr/>
        </p:nvSpPr>
        <p:spPr>
          <a:xfrm>
            <a:off x="3624249" y="1157086"/>
            <a:ext cx="1531620" cy="1292860"/>
          </a:xfrm>
          <a:prstGeom prst="rect">
            <a:avLst/>
          </a:prstGeom>
          <a:solidFill>
            <a:srgbClr val="FEF4D5"/>
          </a:solidFill>
          <a:ln>
            <a:noFill/>
          </a:ln>
        </p:spPr>
        <p:txBody>
          <a:bodyPr spcFirstLastPara="1" wrap="square" lIns="0" tIns="10775" rIns="0" bIns="0" anchor="t" anchorCtr="0">
            <a:spAutoFit/>
          </a:bodyPr>
          <a:lstStyle/>
          <a:p>
            <a:pPr marL="45085" lvl="0" indent="0" algn="l" rtl="0">
              <a:lnSpc>
                <a:spcPct val="100000"/>
              </a:lnSpc>
              <a:spcBef>
                <a:spcPts val="0"/>
              </a:spcBef>
              <a:spcAft>
                <a:spcPts val="0"/>
              </a:spcAft>
              <a:buNone/>
            </a:pPr>
            <a:r>
              <a:rPr lang="en-US" sz="1050">
                <a:solidFill>
                  <a:srgbClr val="EC2027"/>
                </a:solidFill>
                <a:latin typeface="Arial"/>
                <a:ea typeface="Arial"/>
                <a:cs typeface="Arial"/>
                <a:sym typeface="Arial"/>
              </a:rPr>
              <a:t>Key insight: We need</a:t>
            </a:r>
            <a:endParaRPr sz="1050">
              <a:latin typeface="Arial"/>
              <a:ea typeface="Arial"/>
              <a:cs typeface="Arial"/>
              <a:sym typeface="Arial"/>
            </a:endParaRPr>
          </a:p>
          <a:p>
            <a:pPr marL="45085" marR="148590" lvl="0" indent="0" algn="l" rtl="0">
              <a:lnSpc>
                <a:spcPct val="114599"/>
              </a:lnSpc>
              <a:spcBef>
                <a:spcPts val="0"/>
              </a:spcBef>
              <a:spcAft>
                <a:spcPts val="0"/>
              </a:spcAft>
              <a:buNone/>
            </a:pPr>
            <a:r>
              <a:rPr lang="en-US" sz="1050" b="1">
                <a:solidFill>
                  <a:srgbClr val="EC2027"/>
                </a:solidFill>
                <a:latin typeface="Arial"/>
                <a:ea typeface="Arial"/>
                <a:cs typeface="Arial"/>
                <a:sym typeface="Arial"/>
              </a:rPr>
              <a:t>multiple output neu- rons </a:t>
            </a:r>
            <a:r>
              <a:rPr lang="en-US" sz="1050">
                <a:solidFill>
                  <a:srgbClr val="EC2027"/>
                </a:solidFill>
                <a:latin typeface="Arial"/>
                <a:ea typeface="Arial"/>
                <a:cs typeface="Arial"/>
                <a:sym typeface="Arial"/>
              </a:rPr>
              <a:t>(one per class) and a way to convert their outputs into a valid probability dis- tribution.</a:t>
            </a:r>
            <a:endParaRPr sz="1050">
              <a:latin typeface="Arial"/>
              <a:ea typeface="Arial"/>
              <a:cs typeface="Arial"/>
              <a:sym typeface="Arial"/>
            </a:endParaRPr>
          </a:p>
        </p:txBody>
      </p:sp>
      <p:sp>
        <p:nvSpPr>
          <p:cNvPr id="1101" name="Google Shape;1101;p55"/>
          <p:cNvSpPr txBox="1"/>
          <p:nvPr/>
        </p:nvSpPr>
        <p:spPr>
          <a:xfrm>
            <a:off x="983208" y="2763517"/>
            <a:ext cx="379412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Decision boundaries separate </a:t>
            </a:r>
            <a:r>
              <a:rPr lang="en-US" sz="1050" i="1">
                <a:solidFill>
                  <a:srgbClr val="1B1472"/>
                </a:solidFill>
                <a:latin typeface="Arial"/>
                <a:ea typeface="Arial"/>
                <a:cs typeface="Arial"/>
                <a:sym typeface="Arial"/>
              </a:rPr>
              <a:t>K </a:t>
            </a:r>
            <a:r>
              <a:rPr lang="en-US" sz="1200">
                <a:solidFill>
                  <a:srgbClr val="1B1472"/>
                </a:solidFill>
                <a:latin typeface="Tahoma"/>
                <a:ea typeface="Tahoma"/>
                <a:cs typeface="Tahoma"/>
                <a:sym typeface="Tahoma"/>
              </a:rPr>
              <a:t>= </a:t>
            </a:r>
            <a:r>
              <a:rPr lang="en-US" sz="1050">
                <a:solidFill>
                  <a:srgbClr val="1B1472"/>
                </a:solidFill>
                <a:latin typeface="Arial"/>
                <a:ea typeface="Arial"/>
                <a:cs typeface="Arial"/>
                <a:sym typeface="Arial"/>
              </a:rPr>
              <a:t>3 classes in feature space.</a:t>
            </a:r>
            <a:endParaRPr sz="1050">
              <a:latin typeface="Arial"/>
              <a:ea typeface="Arial"/>
              <a:cs typeface="Arial"/>
              <a:sym typeface="Arial"/>
            </a:endParaRPr>
          </a:p>
        </p:txBody>
      </p:sp>
      <p:grpSp>
        <p:nvGrpSpPr>
          <p:cNvPr id="1102" name="Google Shape;1102;p55"/>
          <p:cNvGrpSpPr/>
          <p:nvPr/>
        </p:nvGrpSpPr>
        <p:grpSpPr>
          <a:xfrm>
            <a:off x="0" y="3141936"/>
            <a:ext cx="5760262" cy="92075"/>
            <a:chOff x="0" y="3141936"/>
            <a:chExt cx="5760262" cy="92075"/>
          </a:xfrm>
        </p:grpSpPr>
        <p:sp>
          <p:nvSpPr>
            <p:cNvPr id="1103" name="Google Shape;1103;p5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04" name="Google Shape;1104;p5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05" name="Google Shape;1105;p5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06" name="Google Shape;1106;p5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07" name="Google Shape;1107;p5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6"/>
              </a:rPr>
              <a:t>D</a:t>
            </a:r>
            <a:r>
              <a:rPr lang="en-US" sz="600" u="sng" cap="small">
                <a:solidFill>
                  <a:schemeClr val="hlink"/>
                </a:solidFill>
                <a:latin typeface="Bookman Old Style"/>
                <a:ea typeface="Bookman Old Style"/>
                <a:cs typeface="Bookman Old Style"/>
                <a:sym typeface="Bookman Old Style"/>
                <a:hlinkClick r:id="rId6"/>
              </a:rPr>
              <a:t>eep</a:t>
            </a:r>
            <a:r>
              <a:rPr lang="en-US" sz="600" u="sng">
                <a:solidFill>
                  <a:schemeClr val="hlink"/>
                </a:solidFill>
                <a:latin typeface="Bookman Old Style"/>
                <a:ea typeface="Bookman Old Style"/>
                <a:cs typeface="Bookman Old Style"/>
                <a:sym typeface="Bookman Old Style"/>
                <a:hlinkClick r:id="rId6"/>
              </a:rPr>
              <a:t> L</a:t>
            </a:r>
            <a:r>
              <a:rPr lang="en-US" sz="600" u="sng" cap="small">
                <a:solidFill>
                  <a:schemeClr val="hlink"/>
                </a:solidFill>
                <a:latin typeface="Bookman Old Style"/>
                <a:ea typeface="Bookman Old Style"/>
                <a:cs typeface="Bookman Old Style"/>
                <a:sym typeface="Bookman Old Style"/>
                <a:hlinkClick r:id="rId6"/>
              </a:rPr>
              <a:t>earning</a:t>
            </a:r>
            <a:endParaRPr sz="600">
              <a:latin typeface="Bookman Old Style"/>
              <a:ea typeface="Bookman Old Style"/>
              <a:cs typeface="Bookman Old Style"/>
              <a:sym typeface="Bookman Old Style"/>
            </a:endParaRPr>
          </a:p>
        </p:txBody>
      </p:sp>
      <p:sp>
        <p:nvSpPr>
          <p:cNvPr id="1108" name="Google Shape;1108;p55"/>
          <p:cNvSpPr txBox="1">
            <a:spLocks noGrp="1"/>
          </p:cNvSpPr>
          <p:nvPr>
            <p:ph type="sldNum" idx="12"/>
          </p:nvPr>
        </p:nvSpPr>
        <p:spPr>
          <a:xfrm>
            <a:off x="4627902" y="3137675"/>
            <a:ext cx="5280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27</a:t>
            </a:fld>
            <a:r>
              <a:rPr lang="en-US"/>
              <a:t> / 100</a:t>
            </a:r>
            <a:endParaRPr/>
          </a:p>
        </p:txBody>
      </p:sp>
      <mc:AlternateContent xmlns:mc="http://schemas.openxmlformats.org/markup-compatibility/2006">
        <mc:Choice xmlns:p14="http://schemas.microsoft.com/office/powerpoint/2010/main" Requires="p14">
          <p:contentPart p14:bwMode="auto" r:id="rId7">
            <p14:nvContentPartPr>
              <p14:cNvPr id="2" name="Ink 1">
                <a:extLst>
                  <a:ext uri="{FF2B5EF4-FFF2-40B4-BE49-F238E27FC236}">
                    <a16:creationId xmlns:a16="http://schemas.microsoft.com/office/drawing/2014/main" id="{C19DDBE3-B4F1-F437-949D-20182D287AEA}"/>
                  </a:ext>
                </a:extLst>
              </p14:cNvPr>
              <p14:cNvContentPartPr/>
              <p14:nvPr/>
            </p14:nvContentPartPr>
            <p14:xfrm>
              <a:off x="3810600" y="1495800"/>
              <a:ext cx="936000" cy="220680"/>
            </p14:xfrm>
          </p:contentPart>
        </mc:Choice>
        <mc:Fallback>
          <p:pic>
            <p:nvPicPr>
              <p:cNvPr id="2" name="Ink 1">
                <a:extLst>
                  <a:ext uri="{FF2B5EF4-FFF2-40B4-BE49-F238E27FC236}">
                    <a16:creationId xmlns:a16="http://schemas.microsoft.com/office/drawing/2014/main" id="{C19DDBE3-B4F1-F437-949D-20182D287AEA}"/>
                  </a:ext>
                </a:extLst>
              </p:cNvPr>
              <p:cNvPicPr/>
              <p:nvPr/>
            </p:nvPicPr>
            <p:blipFill>
              <a:blip r:embed="rId8"/>
              <a:stretch>
                <a:fillRect/>
              </a:stretch>
            </p:blipFill>
            <p:spPr>
              <a:xfrm>
                <a:off x="3801240" y="1486440"/>
                <a:ext cx="954720" cy="239400"/>
              </a:xfrm>
              <a:prstGeom prst="rect">
                <a:avLst/>
              </a:prstGeom>
            </p:spPr>
          </p:pic>
        </mc:Fallback>
      </mc:AlternateContent>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p56"/>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114" name="Google Shape;1114;p56"/>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115" name="Google Shape;1115;p56"/>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116" name="Google Shape;1116;p56"/>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117" name="Google Shape;1117;p56"/>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118" name="Google Shape;1118;p56"/>
          <p:cNvGrpSpPr/>
          <p:nvPr/>
        </p:nvGrpSpPr>
        <p:grpSpPr>
          <a:xfrm>
            <a:off x="343662" y="887310"/>
            <a:ext cx="302196" cy="873227"/>
            <a:chOff x="343662" y="887310"/>
            <a:chExt cx="302196" cy="873227"/>
          </a:xfrm>
        </p:grpSpPr>
        <p:pic>
          <p:nvPicPr>
            <p:cNvPr id="1119" name="Google Shape;1119;p56"/>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120" name="Google Shape;1120;p56"/>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121" name="Google Shape;1121;p56"/>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122" name="Google Shape;1122;p56"/>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123" name="Google Shape;1123;p56"/>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124" name="Google Shape;1124;p56"/>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125" name="Google Shape;1125;p56"/>
          <p:cNvGrpSpPr/>
          <p:nvPr/>
        </p:nvGrpSpPr>
        <p:grpSpPr>
          <a:xfrm>
            <a:off x="343662" y="1828330"/>
            <a:ext cx="302196" cy="1050226"/>
            <a:chOff x="343662" y="1828330"/>
            <a:chExt cx="302196" cy="1050226"/>
          </a:xfrm>
        </p:grpSpPr>
        <p:pic>
          <p:nvPicPr>
            <p:cNvPr id="1126" name="Google Shape;1126;p56"/>
            <p:cNvPicPr preferRelativeResize="0"/>
            <p:nvPr/>
          </p:nvPicPr>
          <p:blipFill rotWithShape="1">
            <a:blip r:embed="rId10">
              <a:alphaModFix/>
            </a:blip>
            <a:srcRect/>
            <a:stretch/>
          </p:blipFill>
          <p:spPr>
            <a:xfrm>
              <a:off x="576567" y="1828330"/>
              <a:ext cx="69291" cy="69291"/>
            </a:xfrm>
            <a:prstGeom prst="rect">
              <a:avLst/>
            </a:prstGeom>
            <a:noFill/>
            <a:ln>
              <a:noFill/>
            </a:ln>
          </p:spPr>
        </p:pic>
        <p:pic>
          <p:nvPicPr>
            <p:cNvPr id="1127" name="Google Shape;1127;p56"/>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128" name="Google Shape;1128;p56"/>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129" name="Google Shape;1129;p56"/>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130" name="Google Shape;1130;p56"/>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131" name="Google Shape;1131;p56"/>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132" name="Google Shape;1132;p56"/>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133" name="Google Shape;1133;p56"/>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134" name="Google Shape;1134;p56"/>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135" name="Google Shape;1135;p56"/>
          <p:cNvSpPr txBox="1"/>
          <p:nvPr/>
        </p:nvSpPr>
        <p:spPr>
          <a:xfrm>
            <a:off x="563023" y="391150"/>
            <a:ext cx="51972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136" name="Google Shape;1136;p56"/>
          <p:cNvGrpSpPr/>
          <p:nvPr/>
        </p:nvGrpSpPr>
        <p:grpSpPr>
          <a:xfrm>
            <a:off x="0" y="3141936"/>
            <a:ext cx="5760262" cy="92075"/>
            <a:chOff x="0" y="3141936"/>
            <a:chExt cx="5760262" cy="92075"/>
          </a:xfrm>
        </p:grpSpPr>
        <p:sp>
          <p:nvSpPr>
            <p:cNvPr id="1137" name="Google Shape;1137;p5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38" name="Google Shape;1138;p5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39" name="Google Shape;1139;p5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40" name="Google Shape;1140;p5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41" name="Google Shape;1141;p5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142" name="Google Shape;1142;p56"/>
          <p:cNvSpPr txBox="1">
            <a:spLocks noGrp="1"/>
          </p:cNvSpPr>
          <p:nvPr>
            <p:ph type="sldNum" idx="12"/>
          </p:nvPr>
        </p:nvSpPr>
        <p:spPr>
          <a:xfrm>
            <a:off x="4627902" y="3137675"/>
            <a:ext cx="48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28</a:t>
            </a:fld>
            <a:r>
              <a:rPr lang="en-US"/>
              <a:t> / 100</a:t>
            </a:r>
            <a:endParaRPr/>
          </a:p>
        </p:txBody>
      </p:sp>
    </p:spTree>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46"/>
        <p:cNvGrpSpPr/>
        <p:nvPr/>
      </p:nvGrpSpPr>
      <p:grpSpPr>
        <a:xfrm>
          <a:off x="0" y="0"/>
          <a:ext cx="0" cy="0"/>
          <a:chOff x="0" y="0"/>
          <a:chExt cx="0" cy="0"/>
        </a:xfrm>
      </p:grpSpPr>
      <p:sp>
        <p:nvSpPr>
          <p:cNvPr id="1147" name="Google Shape;1147;p5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F</a:t>
            </a:r>
            <a:r>
              <a:rPr lang="en-US" cap="small">
                <a:solidFill>
                  <a:srgbClr val="FFFFFF"/>
                </a:solidFill>
              </a:rPr>
              <a:t>our</a:t>
            </a:r>
            <a:r>
              <a:rPr lang="en-US">
                <a:solidFill>
                  <a:srgbClr val="FFFFFF"/>
                </a:solidFill>
              </a:rPr>
              <a:t> C</a:t>
            </a:r>
            <a:r>
              <a:rPr lang="en-US" cap="small">
                <a:solidFill>
                  <a:srgbClr val="FFFFFF"/>
                </a:solidFill>
              </a:rPr>
              <a:t>omponents</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endParaRPr/>
          </a:p>
        </p:txBody>
      </p:sp>
      <p:sp>
        <p:nvSpPr>
          <p:cNvPr id="1148" name="Google Shape;1148;p57"/>
          <p:cNvSpPr txBox="1"/>
          <p:nvPr/>
        </p:nvSpPr>
        <p:spPr>
          <a:xfrm>
            <a:off x="347294" y="898656"/>
            <a:ext cx="3395979"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A complete multi-class classification system consists of:</a:t>
            </a:r>
            <a:endParaRPr sz="1050">
              <a:latin typeface="Arial"/>
              <a:ea typeface="Arial"/>
              <a:cs typeface="Arial"/>
              <a:sym typeface="Arial"/>
            </a:endParaRPr>
          </a:p>
        </p:txBody>
      </p:sp>
      <p:pic>
        <p:nvPicPr>
          <p:cNvPr id="1149" name="Google Shape;1149;p57"/>
          <p:cNvPicPr preferRelativeResize="0"/>
          <p:nvPr/>
        </p:nvPicPr>
        <p:blipFill rotWithShape="1">
          <a:blip r:embed="rId3">
            <a:alphaModFix/>
          </a:blip>
          <a:srcRect/>
          <a:stretch/>
        </p:blipFill>
        <p:spPr>
          <a:xfrm>
            <a:off x="456996" y="1238313"/>
            <a:ext cx="121259" cy="121259"/>
          </a:xfrm>
          <a:prstGeom prst="rect">
            <a:avLst/>
          </a:prstGeom>
          <a:noFill/>
          <a:ln>
            <a:noFill/>
          </a:ln>
        </p:spPr>
      </p:pic>
      <p:sp>
        <p:nvSpPr>
          <p:cNvPr id="1150" name="Google Shape;1150;p57"/>
          <p:cNvSpPr txBox="1"/>
          <p:nvPr/>
        </p:nvSpPr>
        <p:spPr>
          <a:xfrm>
            <a:off x="483946" y="122845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1151" name="Google Shape;1151;p57"/>
          <p:cNvPicPr preferRelativeResize="0"/>
          <p:nvPr/>
        </p:nvPicPr>
        <p:blipFill rotWithShape="1">
          <a:blip r:embed="rId4">
            <a:alphaModFix/>
          </a:blip>
          <a:srcRect/>
          <a:stretch/>
        </p:blipFill>
        <p:spPr>
          <a:xfrm>
            <a:off x="456996" y="1459725"/>
            <a:ext cx="121259" cy="121259"/>
          </a:xfrm>
          <a:prstGeom prst="rect">
            <a:avLst/>
          </a:prstGeom>
          <a:noFill/>
          <a:ln>
            <a:noFill/>
          </a:ln>
        </p:spPr>
      </p:pic>
      <p:sp>
        <p:nvSpPr>
          <p:cNvPr id="1152" name="Google Shape;1152;p57"/>
          <p:cNvSpPr txBox="1"/>
          <p:nvPr/>
        </p:nvSpPr>
        <p:spPr>
          <a:xfrm>
            <a:off x="483946" y="1449875"/>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1153" name="Google Shape;1153;p57"/>
          <p:cNvPicPr preferRelativeResize="0"/>
          <p:nvPr/>
        </p:nvPicPr>
        <p:blipFill rotWithShape="1">
          <a:blip r:embed="rId5">
            <a:alphaModFix/>
          </a:blip>
          <a:srcRect/>
          <a:stretch/>
        </p:blipFill>
        <p:spPr>
          <a:xfrm>
            <a:off x="456996" y="1681149"/>
            <a:ext cx="121259" cy="121259"/>
          </a:xfrm>
          <a:prstGeom prst="rect">
            <a:avLst/>
          </a:prstGeom>
          <a:noFill/>
          <a:ln>
            <a:noFill/>
          </a:ln>
        </p:spPr>
      </p:pic>
      <p:sp>
        <p:nvSpPr>
          <p:cNvPr id="1154" name="Google Shape;1154;p57"/>
          <p:cNvSpPr txBox="1"/>
          <p:nvPr/>
        </p:nvSpPr>
        <p:spPr>
          <a:xfrm>
            <a:off x="483946" y="1671299"/>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pic>
        <p:nvPicPr>
          <p:cNvPr id="1155" name="Google Shape;1155;p57"/>
          <p:cNvPicPr preferRelativeResize="0"/>
          <p:nvPr/>
        </p:nvPicPr>
        <p:blipFill rotWithShape="1">
          <a:blip r:embed="rId6">
            <a:alphaModFix/>
          </a:blip>
          <a:srcRect/>
          <a:stretch/>
        </p:blipFill>
        <p:spPr>
          <a:xfrm>
            <a:off x="456996" y="1902561"/>
            <a:ext cx="121259" cy="121259"/>
          </a:xfrm>
          <a:prstGeom prst="rect">
            <a:avLst/>
          </a:prstGeom>
          <a:noFill/>
          <a:ln>
            <a:noFill/>
          </a:ln>
        </p:spPr>
      </p:pic>
      <p:sp>
        <p:nvSpPr>
          <p:cNvPr id="1156" name="Google Shape;1156;p57"/>
          <p:cNvSpPr txBox="1"/>
          <p:nvPr/>
        </p:nvSpPr>
        <p:spPr>
          <a:xfrm>
            <a:off x="483946" y="1892711"/>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4</a:t>
            </a:r>
            <a:endParaRPr sz="600">
              <a:latin typeface="Bookman Old Style"/>
              <a:ea typeface="Bookman Old Style"/>
              <a:cs typeface="Bookman Old Style"/>
              <a:sym typeface="Bookman Old Style"/>
            </a:endParaRPr>
          </a:p>
        </p:txBody>
      </p:sp>
      <p:pic>
        <p:nvPicPr>
          <p:cNvPr id="1157" name="Google Shape;1157;p57"/>
          <p:cNvPicPr preferRelativeResize="0"/>
          <p:nvPr/>
        </p:nvPicPr>
        <p:blipFill rotWithShape="1">
          <a:blip r:embed="rId7">
            <a:alphaModFix/>
          </a:blip>
          <a:srcRect/>
          <a:stretch/>
        </p:blipFill>
        <p:spPr>
          <a:xfrm>
            <a:off x="456996" y="2123986"/>
            <a:ext cx="121259" cy="121259"/>
          </a:xfrm>
          <a:prstGeom prst="rect">
            <a:avLst/>
          </a:prstGeom>
          <a:noFill/>
          <a:ln>
            <a:noFill/>
          </a:ln>
        </p:spPr>
      </p:pic>
      <p:sp>
        <p:nvSpPr>
          <p:cNvPr id="1158" name="Google Shape;1158;p57"/>
          <p:cNvSpPr txBox="1"/>
          <p:nvPr/>
        </p:nvSpPr>
        <p:spPr>
          <a:xfrm>
            <a:off x="483946" y="2114136"/>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5</a:t>
            </a:r>
            <a:endParaRPr sz="600">
              <a:latin typeface="Bookman Old Style"/>
              <a:ea typeface="Bookman Old Style"/>
              <a:cs typeface="Bookman Old Style"/>
              <a:sym typeface="Bookman Old Style"/>
            </a:endParaRPr>
          </a:p>
        </p:txBody>
      </p:sp>
      <p:sp>
        <p:nvSpPr>
          <p:cNvPr id="1159" name="Google Shape;1159;p57"/>
          <p:cNvSpPr txBox="1"/>
          <p:nvPr/>
        </p:nvSpPr>
        <p:spPr>
          <a:xfrm>
            <a:off x="644626" y="1116436"/>
            <a:ext cx="3776345" cy="1151255"/>
          </a:xfrm>
          <a:prstGeom prst="rect">
            <a:avLst/>
          </a:prstGeom>
          <a:noFill/>
          <a:ln>
            <a:noFill/>
          </a:ln>
        </p:spPr>
        <p:txBody>
          <a:bodyPr spcFirstLastPara="1" wrap="square" lIns="0" tIns="6350" rIns="0" bIns="0" anchor="t" anchorCtr="0">
            <a:spAutoFit/>
          </a:bodyPr>
          <a:lstStyle/>
          <a:p>
            <a:pPr marL="12700" marR="5080" lvl="0" indent="0" algn="l" rtl="0">
              <a:lnSpc>
                <a:spcPct val="136100"/>
              </a:lnSpc>
              <a:spcBef>
                <a:spcPts val="0"/>
              </a:spcBef>
              <a:spcAft>
                <a:spcPts val="0"/>
              </a:spcAft>
              <a:buNone/>
            </a:pPr>
            <a:r>
              <a:rPr lang="en-US" sz="1050">
                <a:solidFill>
                  <a:srgbClr val="1B1472"/>
                </a:solidFill>
                <a:latin typeface="Arial"/>
                <a:ea typeface="Arial"/>
                <a:cs typeface="Arial"/>
                <a:sym typeface="Arial"/>
              </a:rPr>
              <a:t>Data: </a:t>
            </a:r>
            <a:r>
              <a:rPr lang="en-US" sz="1050">
                <a:latin typeface="Arial"/>
                <a:ea typeface="Arial"/>
                <a:cs typeface="Arial"/>
                <a:sym typeface="Arial"/>
              </a:rPr>
              <a:t>Input features and class labels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1</a:t>
            </a:r>
            <a:r>
              <a:rPr lang="en-US" sz="1200" i="1">
                <a:latin typeface="Bookman Old Style"/>
                <a:ea typeface="Bookman Old Style"/>
                <a:cs typeface="Bookman Old Style"/>
                <a:sym typeface="Bookman Old Style"/>
              </a:rPr>
              <a:t>, </a:t>
            </a:r>
            <a:r>
              <a:rPr lang="en-US" sz="1050">
                <a:latin typeface="Arial"/>
                <a:ea typeface="Arial"/>
                <a:cs typeface="Arial"/>
                <a:sym typeface="Arial"/>
              </a:rPr>
              <a:t>2</a:t>
            </a:r>
            <a:r>
              <a:rPr lang="en-US" sz="1200" i="1">
                <a:latin typeface="Bookman Old Style"/>
                <a:ea typeface="Bookman Old Style"/>
                <a:cs typeface="Bookman Old Style"/>
                <a:sym typeface="Bookman Old Style"/>
              </a:rPr>
              <a:t>, . . . , </a:t>
            </a:r>
            <a:r>
              <a:rPr lang="en-US" sz="1050" i="1">
                <a:latin typeface="Arial"/>
                <a:ea typeface="Arial"/>
                <a:cs typeface="Arial"/>
                <a:sym typeface="Arial"/>
              </a:rPr>
              <a:t>K </a:t>
            </a:r>
            <a:r>
              <a:rPr lang="en-US" sz="1200">
                <a:latin typeface="Lucida Sans"/>
                <a:ea typeface="Lucida Sans"/>
                <a:cs typeface="Lucida Sans"/>
                <a:sym typeface="Lucida Sans"/>
              </a:rPr>
              <a:t>} </a:t>
            </a:r>
            <a:r>
              <a:rPr lang="en-US" sz="1050">
                <a:solidFill>
                  <a:srgbClr val="1B1472"/>
                </a:solidFill>
                <a:latin typeface="Arial"/>
                <a:ea typeface="Arial"/>
                <a:cs typeface="Arial"/>
                <a:sym typeface="Arial"/>
              </a:rPr>
              <a:t>Model: </a:t>
            </a:r>
            <a:r>
              <a:rPr lang="en-US" sz="1050">
                <a:latin typeface="Arial"/>
                <a:ea typeface="Arial"/>
                <a:cs typeface="Arial"/>
                <a:sym typeface="Arial"/>
              </a:rPr>
              <a:t>Linear model with </a:t>
            </a:r>
            <a:r>
              <a:rPr lang="en-US" sz="1050" i="1">
                <a:latin typeface="Arial"/>
                <a:ea typeface="Arial"/>
                <a:cs typeface="Arial"/>
                <a:sym typeface="Arial"/>
              </a:rPr>
              <a:t>K </a:t>
            </a:r>
            <a:r>
              <a:rPr lang="en-US" sz="1050">
                <a:latin typeface="Arial"/>
                <a:ea typeface="Arial"/>
                <a:cs typeface="Arial"/>
                <a:sym typeface="Arial"/>
              </a:rPr>
              <a:t>output neurons (no hidden layers) </a:t>
            </a:r>
            <a:r>
              <a:rPr lang="en-US" sz="1050">
                <a:solidFill>
                  <a:srgbClr val="1B1472"/>
                </a:solidFill>
                <a:latin typeface="Arial"/>
                <a:ea typeface="Arial"/>
                <a:cs typeface="Arial"/>
                <a:sym typeface="Arial"/>
              </a:rPr>
              <a:t>Activation: </a:t>
            </a:r>
            <a:r>
              <a:rPr lang="en-US" sz="1050">
                <a:latin typeface="Arial"/>
                <a:ea typeface="Arial"/>
                <a:cs typeface="Arial"/>
                <a:sym typeface="Arial"/>
              </a:rPr>
              <a:t>Softmax function to produce probability distribution </a:t>
            </a:r>
            <a:r>
              <a:rPr lang="en-US" sz="1050">
                <a:solidFill>
                  <a:srgbClr val="1B1472"/>
                </a:solidFill>
                <a:latin typeface="Arial"/>
                <a:ea typeface="Arial"/>
                <a:cs typeface="Arial"/>
                <a:sym typeface="Arial"/>
              </a:rPr>
              <a:t>Objective Function: </a:t>
            </a:r>
            <a:r>
              <a:rPr lang="en-US" sz="1050">
                <a:latin typeface="Arial"/>
                <a:ea typeface="Arial"/>
                <a:cs typeface="Arial"/>
                <a:sym typeface="Arial"/>
              </a:rPr>
              <a:t>Categorical cross-entropy loss</a:t>
            </a:r>
            <a:endParaRPr sz="1050">
              <a:latin typeface="Arial"/>
              <a:ea typeface="Arial"/>
              <a:cs typeface="Arial"/>
              <a:sym typeface="Arial"/>
            </a:endParaRPr>
          </a:p>
          <a:p>
            <a:pPr marL="12700" lvl="0" indent="0" algn="l" rtl="0">
              <a:lnSpc>
                <a:spcPct val="100000"/>
              </a:lnSpc>
              <a:spcBef>
                <a:spcPts val="484"/>
              </a:spcBef>
              <a:spcAft>
                <a:spcPts val="0"/>
              </a:spcAft>
              <a:buNone/>
            </a:pPr>
            <a:r>
              <a:rPr lang="en-US" sz="1050">
                <a:solidFill>
                  <a:srgbClr val="1B1472"/>
                </a:solidFill>
                <a:latin typeface="Arial"/>
                <a:ea typeface="Arial"/>
                <a:cs typeface="Arial"/>
                <a:sym typeface="Arial"/>
              </a:rPr>
              <a:t>Learning Algorithm: </a:t>
            </a:r>
            <a:r>
              <a:rPr lang="en-US" sz="1050">
                <a:latin typeface="Arial"/>
                <a:ea typeface="Arial"/>
                <a:cs typeface="Arial"/>
                <a:sym typeface="Arial"/>
              </a:rPr>
              <a:t>Mini-batch stochastic gradient descent</a:t>
            </a:r>
            <a:endParaRPr sz="1050">
              <a:latin typeface="Arial"/>
              <a:ea typeface="Arial"/>
              <a:cs typeface="Arial"/>
              <a:sym typeface="Arial"/>
            </a:endParaRPr>
          </a:p>
        </p:txBody>
      </p:sp>
      <p:sp>
        <p:nvSpPr>
          <p:cNvPr id="1160" name="Google Shape;1160;p57"/>
          <p:cNvSpPr txBox="1"/>
          <p:nvPr/>
        </p:nvSpPr>
        <p:spPr>
          <a:xfrm>
            <a:off x="347294" y="2351683"/>
            <a:ext cx="5066030" cy="392430"/>
          </a:xfrm>
          <a:prstGeom prst="rect">
            <a:avLst/>
          </a:prstGeom>
          <a:noFill/>
          <a:ln>
            <a:noFill/>
          </a:ln>
        </p:spPr>
        <p:txBody>
          <a:bodyPr spcFirstLastPara="1" wrap="square" lIns="0" tIns="12050" rIns="0" bIns="0" anchor="t" anchorCtr="0">
            <a:spAutoFit/>
          </a:bodyPr>
          <a:lstStyle/>
          <a:p>
            <a:pPr marL="12700" marR="5080" lvl="0" indent="0" algn="l" rtl="0">
              <a:lnSpc>
                <a:spcPct val="114700"/>
              </a:lnSpc>
              <a:spcBef>
                <a:spcPts val="0"/>
              </a:spcBef>
              <a:spcAft>
                <a:spcPts val="0"/>
              </a:spcAft>
              <a:buNone/>
            </a:pPr>
            <a:r>
              <a:rPr lang="en-US" sz="1050" dirty="0">
                <a:solidFill>
                  <a:srgbClr val="EC2027"/>
                </a:solidFill>
                <a:latin typeface="Arial"/>
                <a:ea typeface="Arial"/>
                <a:cs typeface="Arial"/>
                <a:sym typeface="Arial"/>
              </a:rPr>
              <a:t>Note: We now use </a:t>
            </a:r>
            <a:r>
              <a:rPr lang="en-US" sz="1050" b="1" dirty="0">
                <a:solidFill>
                  <a:srgbClr val="EC2027"/>
                </a:solidFill>
                <a:latin typeface="Arial"/>
                <a:ea typeface="Arial"/>
                <a:cs typeface="Arial"/>
                <a:sym typeface="Arial"/>
              </a:rPr>
              <a:t>mini-batch SGD </a:t>
            </a:r>
            <a:r>
              <a:rPr lang="en-US" sz="1050" dirty="0">
                <a:solidFill>
                  <a:srgbClr val="EC2027"/>
                </a:solidFill>
                <a:latin typeface="Arial"/>
                <a:ea typeface="Arial"/>
                <a:cs typeface="Arial"/>
                <a:sym typeface="Arial"/>
              </a:rPr>
              <a:t>instead of single-example SGD for better </a:t>
            </a:r>
            <a:r>
              <a:rPr lang="en-US" sz="1050" dirty="0" err="1">
                <a:solidFill>
                  <a:srgbClr val="EC2027"/>
                </a:solidFill>
                <a:latin typeface="Arial"/>
                <a:ea typeface="Arial"/>
                <a:cs typeface="Arial"/>
                <a:sym typeface="Arial"/>
              </a:rPr>
              <a:t>effi</a:t>
            </a:r>
            <a:r>
              <a:rPr lang="en-US" sz="1050" dirty="0">
                <a:solidFill>
                  <a:srgbClr val="EC2027"/>
                </a:solidFill>
                <a:latin typeface="Arial"/>
                <a:ea typeface="Arial"/>
                <a:cs typeface="Arial"/>
                <a:sym typeface="Arial"/>
              </a:rPr>
              <a:t>- </a:t>
            </a:r>
            <a:r>
              <a:rPr lang="en-US" sz="1050" dirty="0" err="1">
                <a:solidFill>
                  <a:srgbClr val="EC2027"/>
                </a:solidFill>
                <a:latin typeface="Arial"/>
                <a:ea typeface="Arial"/>
                <a:cs typeface="Arial"/>
                <a:sym typeface="Arial"/>
              </a:rPr>
              <a:t>ciency</a:t>
            </a:r>
            <a:r>
              <a:rPr lang="en-US" sz="1050" dirty="0">
                <a:solidFill>
                  <a:srgbClr val="EC2027"/>
                </a:solidFill>
                <a:latin typeface="Arial"/>
                <a:ea typeface="Arial"/>
                <a:cs typeface="Arial"/>
                <a:sym typeface="Arial"/>
              </a:rPr>
              <a:t> and stability.</a:t>
            </a:r>
            <a:endParaRPr sz="1050" dirty="0">
              <a:latin typeface="Arial"/>
              <a:ea typeface="Arial"/>
              <a:cs typeface="Arial"/>
              <a:sym typeface="Arial"/>
            </a:endParaRPr>
          </a:p>
        </p:txBody>
      </p:sp>
      <p:grpSp>
        <p:nvGrpSpPr>
          <p:cNvPr id="1161" name="Google Shape;1161;p57"/>
          <p:cNvGrpSpPr/>
          <p:nvPr/>
        </p:nvGrpSpPr>
        <p:grpSpPr>
          <a:xfrm>
            <a:off x="0" y="3141936"/>
            <a:ext cx="5760262" cy="92075"/>
            <a:chOff x="0" y="3141936"/>
            <a:chExt cx="5760262" cy="92075"/>
          </a:xfrm>
        </p:grpSpPr>
        <p:sp>
          <p:nvSpPr>
            <p:cNvPr id="1162" name="Google Shape;1162;p5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63" name="Google Shape;1163;p5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64" name="Google Shape;1164;p5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65" name="Google Shape;1165;p5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66" name="Google Shape;1166;p5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8"/>
              </a:rPr>
              <a:t>D</a:t>
            </a:r>
            <a:r>
              <a:rPr lang="en-US" sz="600" u="sng" cap="small">
                <a:solidFill>
                  <a:schemeClr val="hlink"/>
                </a:solidFill>
                <a:latin typeface="Bookman Old Style"/>
                <a:ea typeface="Bookman Old Style"/>
                <a:cs typeface="Bookman Old Style"/>
                <a:sym typeface="Bookman Old Style"/>
                <a:hlinkClick r:id="rId8"/>
              </a:rPr>
              <a:t>eep</a:t>
            </a:r>
            <a:r>
              <a:rPr lang="en-US" sz="600" u="sng">
                <a:solidFill>
                  <a:schemeClr val="hlink"/>
                </a:solidFill>
                <a:latin typeface="Bookman Old Style"/>
                <a:ea typeface="Bookman Old Style"/>
                <a:cs typeface="Bookman Old Style"/>
                <a:sym typeface="Bookman Old Style"/>
                <a:hlinkClick r:id="rId8"/>
              </a:rPr>
              <a:t> L</a:t>
            </a:r>
            <a:r>
              <a:rPr lang="en-US" sz="600" u="sng" cap="small">
                <a:solidFill>
                  <a:schemeClr val="hlink"/>
                </a:solidFill>
                <a:latin typeface="Bookman Old Style"/>
                <a:ea typeface="Bookman Old Style"/>
                <a:cs typeface="Bookman Old Style"/>
                <a:sym typeface="Bookman Old Style"/>
                <a:hlinkClick r:id="rId8"/>
              </a:rPr>
              <a:t>earning</a:t>
            </a:r>
            <a:endParaRPr sz="600">
              <a:latin typeface="Bookman Old Style"/>
              <a:ea typeface="Bookman Old Style"/>
              <a:cs typeface="Bookman Old Style"/>
              <a:sym typeface="Bookman Old Style"/>
            </a:endParaRPr>
          </a:p>
        </p:txBody>
      </p:sp>
      <p:sp>
        <p:nvSpPr>
          <p:cNvPr id="1167" name="Google Shape;1167;p57"/>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29</a:t>
            </a:fld>
            <a:r>
              <a:rPr lang="en-US"/>
              <a:t> / 100</a:t>
            </a:r>
            <a:endParaRPr/>
          </a:p>
        </p:txBody>
      </p:sp>
      <mc:AlternateContent xmlns:mc="http://schemas.openxmlformats.org/markup-compatibility/2006">
        <mc:Choice xmlns:p14="http://schemas.microsoft.com/office/powerpoint/2010/main" Requires="p14">
          <p:contentPart p14:bwMode="auto" r:id="rId9">
            <p14:nvContentPartPr>
              <p14:cNvPr id="2" name="Ink 1">
                <a:extLst>
                  <a:ext uri="{FF2B5EF4-FFF2-40B4-BE49-F238E27FC236}">
                    <a16:creationId xmlns:a16="http://schemas.microsoft.com/office/drawing/2014/main" id="{A74759DE-DBEE-823F-9B2B-63D5872DD73A}"/>
                  </a:ext>
                </a:extLst>
              </p14:cNvPr>
              <p14:cNvContentPartPr/>
              <p14:nvPr/>
            </p14:nvContentPartPr>
            <p14:xfrm>
              <a:off x="890280" y="1821600"/>
              <a:ext cx="1137600" cy="1041480"/>
            </p14:xfrm>
          </p:contentPart>
        </mc:Choice>
        <mc:Fallback>
          <p:pic>
            <p:nvPicPr>
              <p:cNvPr id="2" name="Ink 1">
                <a:extLst>
                  <a:ext uri="{FF2B5EF4-FFF2-40B4-BE49-F238E27FC236}">
                    <a16:creationId xmlns:a16="http://schemas.microsoft.com/office/drawing/2014/main" id="{A74759DE-DBEE-823F-9B2B-63D5872DD73A}"/>
                  </a:ext>
                </a:extLst>
              </p:cNvPr>
              <p:cNvPicPr/>
              <p:nvPr/>
            </p:nvPicPr>
            <p:blipFill>
              <a:blip r:embed="rId10"/>
              <a:stretch>
                <a:fillRect/>
              </a:stretch>
            </p:blipFill>
            <p:spPr>
              <a:xfrm>
                <a:off x="880920" y="1812240"/>
                <a:ext cx="1156320" cy="1060200"/>
              </a:xfrm>
              <a:prstGeom prst="rect">
                <a:avLst/>
              </a:prstGeom>
            </p:spPr>
          </p:pic>
        </mc:Fallback>
      </mc:AlternateContent>
    </p:spTree>
  </p:cSld>
  <p:clrMapOvr>
    <a:masterClrMapping/>
  </p:clrMapOvr>
  <p:transition>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p5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D</a:t>
            </a:r>
            <a:r>
              <a:rPr lang="en-US" cap="small">
                <a:solidFill>
                  <a:srgbClr val="FFFFFF"/>
                </a:solidFill>
              </a:rPr>
              <a:t>ata</a:t>
            </a:r>
            <a:r>
              <a:rPr lang="en-US">
                <a:solidFill>
                  <a:srgbClr val="FFFFFF"/>
                </a:solidFill>
              </a:rPr>
              <a:t> R</a:t>
            </a:r>
            <a:r>
              <a:rPr lang="en-US" cap="small">
                <a:solidFill>
                  <a:srgbClr val="FFFFFF"/>
                </a:solidFill>
              </a:rPr>
              <a:t>epresentation</a:t>
            </a:r>
            <a:endParaRPr/>
          </a:p>
        </p:txBody>
      </p:sp>
      <p:grpSp>
        <p:nvGrpSpPr>
          <p:cNvPr id="1173" name="Google Shape;1173;p58"/>
          <p:cNvGrpSpPr/>
          <p:nvPr/>
        </p:nvGrpSpPr>
        <p:grpSpPr>
          <a:xfrm>
            <a:off x="0" y="3141936"/>
            <a:ext cx="5760262" cy="92075"/>
            <a:chOff x="0" y="3141936"/>
            <a:chExt cx="5760262" cy="92075"/>
          </a:xfrm>
        </p:grpSpPr>
        <p:sp>
          <p:nvSpPr>
            <p:cNvPr id="1174" name="Google Shape;1174;p5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75" name="Google Shape;1175;p5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76" name="Google Shape;1176;p5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77" name="Google Shape;1177;p5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78" name="Google Shape;1178;p5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179" name="Google Shape;1179;p58"/>
          <p:cNvSpPr txBox="1">
            <a:spLocks noGrp="1"/>
          </p:cNvSpPr>
          <p:nvPr>
            <p:ph type="sldNum" idx="12"/>
          </p:nvPr>
        </p:nvSpPr>
        <p:spPr>
          <a:xfrm>
            <a:off x="4627902" y="3137675"/>
            <a:ext cx="531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30</a:t>
            </a:fld>
            <a:r>
              <a:rPr lang="en-US"/>
              <a:t> / 100</a:t>
            </a:r>
            <a:endParaRPr/>
          </a:p>
        </p:txBody>
      </p:sp>
      <p:pic>
        <p:nvPicPr>
          <p:cNvPr id="1180" name="Google Shape;1180;p58"/>
          <p:cNvPicPr preferRelativeResize="0"/>
          <p:nvPr/>
        </p:nvPicPr>
        <p:blipFill>
          <a:blip r:embed="rId4">
            <a:alphaModFix/>
          </a:blip>
          <a:stretch>
            <a:fillRect/>
          </a:stretch>
        </p:blipFill>
        <p:spPr>
          <a:xfrm>
            <a:off x="152400" y="550225"/>
            <a:ext cx="5186575" cy="2449638"/>
          </a:xfrm>
          <a:prstGeom prst="rect">
            <a:avLst/>
          </a:prstGeom>
          <a:noFill/>
          <a:ln>
            <a:noFill/>
          </a:ln>
        </p:spPr>
      </p:pic>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84"/>
        <p:cNvGrpSpPr/>
        <p:nvPr/>
      </p:nvGrpSpPr>
      <p:grpSpPr>
        <a:xfrm>
          <a:off x="0" y="0"/>
          <a:ext cx="0" cy="0"/>
          <a:chOff x="0" y="0"/>
          <a:chExt cx="0" cy="0"/>
        </a:xfrm>
      </p:grpSpPr>
      <p:sp>
        <p:nvSpPr>
          <p:cNvPr id="1185" name="Google Shape;1185;p59"/>
          <p:cNvSpPr txBox="1">
            <a:spLocks noGrp="1"/>
          </p:cNvSpPr>
          <p:nvPr>
            <p:ph type="title"/>
          </p:nvPr>
        </p:nvSpPr>
        <p:spPr>
          <a:xfrm>
            <a:off x="95300" y="109545"/>
            <a:ext cx="211772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O</a:t>
            </a:r>
            <a:r>
              <a:rPr lang="en-US" cap="small">
                <a:solidFill>
                  <a:srgbClr val="FFFFFF"/>
                </a:solidFill>
              </a:rPr>
              <a:t>ne</a:t>
            </a:r>
            <a:r>
              <a:rPr lang="en-US">
                <a:solidFill>
                  <a:srgbClr val="FFFFFF"/>
                </a:solidFill>
              </a:rPr>
              <a:t>-H</a:t>
            </a:r>
            <a:r>
              <a:rPr lang="en-US" cap="small">
                <a:solidFill>
                  <a:srgbClr val="FFFFFF"/>
                </a:solidFill>
              </a:rPr>
              <a:t>ot</a:t>
            </a:r>
            <a:r>
              <a:rPr lang="en-US">
                <a:solidFill>
                  <a:srgbClr val="FFFFFF"/>
                </a:solidFill>
              </a:rPr>
              <a:t> E</a:t>
            </a:r>
            <a:r>
              <a:rPr lang="en-US" cap="small">
                <a:solidFill>
                  <a:srgbClr val="FFFFFF"/>
                </a:solidFill>
              </a:rPr>
              <a:t>ncoding</a:t>
            </a:r>
            <a:endParaRPr/>
          </a:p>
        </p:txBody>
      </p:sp>
      <p:grpSp>
        <p:nvGrpSpPr>
          <p:cNvPr id="1186" name="Google Shape;1186;p59"/>
          <p:cNvGrpSpPr/>
          <p:nvPr/>
        </p:nvGrpSpPr>
        <p:grpSpPr>
          <a:xfrm>
            <a:off x="513702" y="2403055"/>
            <a:ext cx="69291" cy="636245"/>
            <a:chOff x="513702" y="2403055"/>
            <a:chExt cx="69291" cy="636245"/>
          </a:xfrm>
        </p:grpSpPr>
        <p:pic>
          <p:nvPicPr>
            <p:cNvPr id="1187" name="Google Shape;1187;p59"/>
            <p:cNvPicPr preferRelativeResize="0"/>
            <p:nvPr/>
          </p:nvPicPr>
          <p:blipFill rotWithShape="1">
            <a:blip r:embed="rId3">
              <a:alphaModFix/>
            </a:blip>
            <a:srcRect/>
            <a:stretch/>
          </p:blipFill>
          <p:spPr>
            <a:xfrm>
              <a:off x="513702" y="2403055"/>
              <a:ext cx="69291" cy="69291"/>
            </a:xfrm>
            <a:prstGeom prst="rect">
              <a:avLst/>
            </a:prstGeom>
            <a:noFill/>
            <a:ln>
              <a:noFill/>
            </a:ln>
          </p:spPr>
        </p:pic>
        <p:pic>
          <p:nvPicPr>
            <p:cNvPr id="1188" name="Google Shape;1188;p59"/>
            <p:cNvPicPr preferRelativeResize="0"/>
            <p:nvPr/>
          </p:nvPicPr>
          <p:blipFill rotWithShape="1">
            <a:blip r:embed="rId4">
              <a:alphaModFix/>
            </a:blip>
            <a:srcRect/>
            <a:stretch/>
          </p:blipFill>
          <p:spPr>
            <a:xfrm>
              <a:off x="513702" y="2592031"/>
              <a:ext cx="69291" cy="69291"/>
            </a:xfrm>
            <a:prstGeom prst="rect">
              <a:avLst/>
            </a:prstGeom>
            <a:noFill/>
            <a:ln>
              <a:noFill/>
            </a:ln>
          </p:spPr>
        </p:pic>
        <p:pic>
          <p:nvPicPr>
            <p:cNvPr id="1189" name="Google Shape;1189;p59"/>
            <p:cNvPicPr preferRelativeResize="0"/>
            <p:nvPr/>
          </p:nvPicPr>
          <p:blipFill rotWithShape="1">
            <a:blip r:embed="rId5">
              <a:alphaModFix/>
            </a:blip>
            <a:srcRect/>
            <a:stretch/>
          </p:blipFill>
          <p:spPr>
            <a:xfrm>
              <a:off x="513702" y="2781020"/>
              <a:ext cx="69291" cy="69291"/>
            </a:xfrm>
            <a:prstGeom prst="rect">
              <a:avLst/>
            </a:prstGeom>
            <a:noFill/>
            <a:ln>
              <a:noFill/>
            </a:ln>
          </p:spPr>
        </p:pic>
        <p:pic>
          <p:nvPicPr>
            <p:cNvPr id="1190" name="Google Shape;1190;p59"/>
            <p:cNvPicPr preferRelativeResize="0"/>
            <p:nvPr/>
          </p:nvPicPr>
          <p:blipFill rotWithShape="1">
            <a:blip r:embed="rId6">
              <a:alphaModFix/>
            </a:blip>
            <a:srcRect/>
            <a:stretch/>
          </p:blipFill>
          <p:spPr>
            <a:xfrm>
              <a:off x="513702" y="2970009"/>
              <a:ext cx="69291" cy="69291"/>
            </a:xfrm>
            <a:prstGeom prst="rect">
              <a:avLst/>
            </a:prstGeom>
            <a:noFill/>
            <a:ln>
              <a:noFill/>
            </a:ln>
          </p:spPr>
        </p:pic>
      </p:grpSp>
      <p:sp>
        <p:nvSpPr>
          <p:cNvPr id="1191" name="Google Shape;1191;p59"/>
          <p:cNvSpPr txBox="1"/>
          <p:nvPr/>
        </p:nvSpPr>
        <p:spPr>
          <a:xfrm>
            <a:off x="334594" y="379042"/>
            <a:ext cx="5222144" cy="2521060"/>
          </a:xfrm>
          <a:prstGeom prst="rect">
            <a:avLst/>
          </a:prstGeom>
          <a:noFill/>
          <a:ln>
            <a:noFill/>
          </a:ln>
        </p:spPr>
        <p:txBody>
          <a:bodyPr spcFirstLastPara="1" wrap="square" lIns="0" tIns="107300" rIns="0" bIns="0" anchor="t" anchorCtr="0">
            <a:spAutoFit/>
          </a:bodyPr>
          <a:lstStyle/>
          <a:p>
            <a:pPr marL="25400" lvl="0" indent="0" algn="l" rtl="0">
              <a:lnSpc>
                <a:spcPct val="100000"/>
              </a:lnSpc>
              <a:spcBef>
                <a:spcPts val="0"/>
              </a:spcBef>
              <a:spcAft>
                <a:spcPts val="0"/>
              </a:spcAft>
              <a:buNone/>
            </a:pPr>
            <a:r>
              <a:rPr lang="en-US" sz="1050" dirty="0">
                <a:solidFill>
                  <a:srgbClr val="BF003F"/>
                </a:solidFill>
                <a:latin typeface="Arial"/>
                <a:ea typeface="Arial"/>
                <a:cs typeface="Arial"/>
                <a:sym typeface="Arial"/>
              </a:rPr>
              <a:t>Definition: </a:t>
            </a:r>
            <a:r>
              <a:rPr lang="en-US" sz="1050" dirty="0">
                <a:latin typeface="Arial"/>
                <a:ea typeface="Arial"/>
                <a:cs typeface="Arial"/>
                <a:sym typeface="Arial"/>
              </a:rPr>
              <a:t>Convert class label to binary vector of length </a:t>
            </a:r>
            <a:r>
              <a:rPr lang="en-US" sz="1050" i="1" dirty="0">
                <a:latin typeface="Arial"/>
                <a:ea typeface="Arial"/>
                <a:cs typeface="Arial"/>
                <a:sym typeface="Arial"/>
              </a:rPr>
              <a:t>K</a:t>
            </a:r>
            <a:endParaRPr sz="1050" dirty="0">
              <a:latin typeface="Arial"/>
              <a:ea typeface="Arial"/>
              <a:cs typeface="Arial"/>
              <a:sym typeface="Arial"/>
            </a:endParaRPr>
          </a:p>
          <a:p>
            <a:pPr marL="25400" lvl="0" indent="0" algn="l" rtl="0">
              <a:lnSpc>
                <a:spcPct val="100000"/>
              </a:lnSpc>
              <a:spcBef>
                <a:spcPts val="750"/>
              </a:spcBef>
              <a:spcAft>
                <a:spcPts val="0"/>
              </a:spcAft>
              <a:buNone/>
            </a:pPr>
            <a:r>
              <a:rPr lang="en-US" sz="1050" dirty="0">
                <a:solidFill>
                  <a:srgbClr val="BF003F"/>
                </a:solidFill>
                <a:latin typeface="Arial"/>
                <a:ea typeface="Arial"/>
                <a:cs typeface="Arial"/>
                <a:sym typeface="Arial"/>
              </a:rPr>
              <a:t>For class </a:t>
            </a:r>
            <a:r>
              <a:rPr lang="en-US" sz="1050" i="1" dirty="0">
                <a:solidFill>
                  <a:srgbClr val="BF003F"/>
                </a:solidFill>
                <a:latin typeface="Arial"/>
                <a:ea typeface="Arial"/>
                <a:cs typeface="Arial"/>
                <a:sym typeface="Arial"/>
              </a:rPr>
              <a:t>k </a:t>
            </a:r>
            <a:r>
              <a:rPr lang="en-US" sz="1050" dirty="0">
                <a:solidFill>
                  <a:srgbClr val="BF003F"/>
                </a:solidFill>
                <a:latin typeface="Arial"/>
                <a:ea typeface="Arial"/>
                <a:cs typeface="Arial"/>
                <a:sym typeface="Arial"/>
              </a:rPr>
              <a:t>: </a:t>
            </a:r>
            <a:r>
              <a:rPr lang="en-US" sz="1050" dirty="0">
                <a:latin typeface="Arial"/>
                <a:ea typeface="Arial"/>
                <a:cs typeface="Arial"/>
                <a:sym typeface="Arial"/>
              </a:rPr>
              <a:t>All zeros except 1 at position </a:t>
            </a:r>
            <a:r>
              <a:rPr lang="en-US" sz="1050" i="1" dirty="0">
                <a:latin typeface="Arial"/>
                <a:ea typeface="Arial"/>
                <a:cs typeface="Arial"/>
                <a:sym typeface="Arial"/>
              </a:rPr>
              <a:t>k</a:t>
            </a:r>
            <a:endParaRPr sz="1050" dirty="0">
              <a:latin typeface="Arial"/>
              <a:ea typeface="Arial"/>
              <a:cs typeface="Arial"/>
              <a:sym typeface="Arial"/>
            </a:endParaRPr>
          </a:p>
          <a:p>
            <a:pPr marL="25400" lvl="0" indent="0" algn="l" rtl="0">
              <a:lnSpc>
                <a:spcPct val="100000"/>
              </a:lnSpc>
              <a:spcBef>
                <a:spcPts val="35"/>
              </a:spcBef>
              <a:spcAft>
                <a:spcPts val="0"/>
              </a:spcAft>
              <a:buNone/>
            </a:pPr>
            <a:r>
              <a:rPr lang="en-US" sz="1050" dirty="0">
                <a:solidFill>
                  <a:srgbClr val="1B1472"/>
                </a:solidFill>
                <a:latin typeface="Arial"/>
                <a:ea typeface="Arial"/>
                <a:cs typeface="Arial"/>
                <a:sym typeface="Arial"/>
              </a:rPr>
              <a:t>Example with </a:t>
            </a:r>
            <a:r>
              <a:rPr lang="en-US" sz="1050" i="1" dirty="0">
                <a:solidFill>
                  <a:srgbClr val="1B1472"/>
                </a:solidFill>
                <a:latin typeface="Arial"/>
                <a:ea typeface="Arial"/>
                <a:cs typeface="Arial"/>
                <a:sym typeface="Arial"/>
              </a:rPr>
              <a:t>K </a:t>
            </a:r>
            <a:r>
              <a:rPr lang="en-US" sz="1200" dirty="0">
                <a:solidFill>
                  <a:srgbClr val="1B1472"/>
                </a:solidFill>
                <a:latin typeface="Tahoma"/>
                <a:ea typeface="Tahoma"/>
                <a:cs typeface="Tahoma"/>
                <a:sym typeface="Tahoma"/>
              </a:rPr>
              <a:t>= </a:t>
            </a:r>
            <a:r>
              <a:rPr lang="en-US" sz="1050" dirty="0">
                <a:solidFill>
                  <a:srgbClr val="1B1472"/>
                </a:solidFill>
                <a:latin typeface="Arial"/>
                <a:ea typeface="Arial"/>
                <a:cs typeface="Arial"/>
                <a:sym typeface="Arial"/>
              </a:rPr>
              <a:t>4 classes:</a:t>
            </a:r>
            <a:endParaRPr sz="1050" dirty="0">
              <a:latin typeface="Arial"/>
              <a:ea typeface="Arial"/>
              <a:cs typeface="Arial"/>
              <a:sym typeface="Arial"/>
            </a:endParaRPr>
          </a:p>
          <a:p>
            <a:pPr marL="1759585" lvl="0" indent="0" algn="l" rtl="0">
              <a:lnSpc>
                <a:spcPct val="100000"/>
              </a:lnSpc>
              <a:spcBef>
                <a:spcPts val="605"/>
              </a:spcBef>
              <a:spcAft>
                <a:spcPts val="0"/>
              </a:spcAft>
              <a:buNone/>
            </a:pPr>
            <a:r>
              <a:rPr lang="en-US" sz="1050" dirty="0">
                <a:latin typeface="Arial"/>
                <a:ea typeface="Arial"/>
                <a:cs typeface="Arial"/>
                <a:sym typeface="Arial"/>
              </a:rPr>
              <a:t>Class 1:	</a:t>
            </a:r>
            <a:r>
              <a:rPr lang="en-US" sz="1050" b="1" dirty="0">
                <a:latin typeface="Arial"/>
                <a:ea typeface="Arial"/>
                <a:cs typeface="Arial"/>
                <a:sym typeface="Arial"/>
              </a:rPr>
              <a:t>y </a:t>
            </a:r>
            <a:r>
              <a:rPr lang="en-US" sz="1200" dirty="0">
                <a:latin typeface="Tahoma"/>
                <a:ea typeface="Tahoma"/>
                <a:cs typeface="Tahoma"/>
                <a:sym typeface="Tahoma"/>
              </a:rPr>
              <a:t>= [</a:t>
            </a:r>
            <a:r>
              <a:rPr lang="en-US" sz="1050" dirty="0">
                <a:latin typeface="Arial"/>
                <a:ea typeface="Arial"/>
                <a:cs typeface="Arial"/>
                <a:sym typeface="Arial"/>
              </a:rPr>
              <a:t>1</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dirty="0">
                <a:latin typeface="Tahoma"/>
                <a:ea typeface="Tahoma"/>
                <a:cs typeface="Tahoma"/>
                <a:sym typeface="Tahoma"/>
              </a:rPr>
              <a:t>]</a:t>
            </a:r>
            <a:r>
              <a:rPr lang="en-US" sz="1050" i="1" baseline="30000" dirty="0">
                <a:latin typeface="Arial"/>
                <a:ea typeface="Arial"/>
                <a:cs typeface="Arial"/>
                <a:sym typeface="Arial"/>
              </a:rPr>
              <a:t>T</a:t>
            </a:r>
            <a:endParaRPr sz="1050" baseline="30000" dirty="0">
              <a:latin typeface="Arial"/>
              <a:ea typeface="Arial"/>
              <a:cs typeface="Arial"/>
              <a:sym typeface="Arial"/>
            </a:endParaRPr>
          </a:p>
          <a:p>
            <a:pPr marL="1759585" lvl="0" indent="0" algn="l" rtl="0">
              <a:lnSpc>
                <a:spcPct val="100000"/>
              </a:lnSpc>
              <a:spcBef>
                <a:spcPts val="405"/>
              </a:spcBef>
              <a:spcAft>
                <a:spcPts val="0"/>
              </a:spcAft>
              <a:buNone/>
            </a:pPr>
            <a:r>
              <a:rPr lang="en-US" sz="1050" dirty="0">
                <a:latin typeface="Arial"/>
                <a:ea typeface="Arial"/>
                <a:cs typeface="Arial"/>
                <a:sym typeface="Arial"/>
              </a:rPr>
              <a:t>Class 2:	</a:t>
            </a:r>
            <a:r>
              <a:rPr lang="en-US" sz="1050" b="1" dirty="0">
                <a:latin typeface="Arial"/>
                <a:ea typeface="Arial"/>
                <a:cs typeface="Arial"/>
                <a:sym typeface="Arial"/>
              </a:rPr>
              <a:t>y </a:t>
            </a:r>
            <a:r>
              <a:rPr lang="en-US" sz="1200" dirty="0">
                <a:latin typeface="Tahoma"/>
                <a:ea typeface="Tahoma"/>
                <a:cs typeface="Tahoma"/>
                <a:sym typeface="Tahoma"/>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1</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dirty="0">
                <a:latin typeface="Tahoma"/>
                <a:ea typeface="Tahoma"/>
                <a:cs typeface="Tahoma"/>
                <a:sym typeface="Tahoma"/>
              </a:rPr>
              <a:t>]</a:t>
            </a:r>
            <a:r>
              <a:rPr lang="en-US" sz="1050" i="1" baseline="30000" dirty="0">
                <a:latin typeface="Arial"/>
                <a:ea typeface="Arial"/>
                <a:cs typeface="Arial"/>
                <a:sym typeface="Arial"/>
              </a:rPr>
              <a:t>T</a:t>
            </a:r>
            <a:endParaRPr sz="1050" baseline="30000" dirty="0">
              <a:latin typeface="Arial"/>
              <a:ea typeface="Arial"/>
              <a:cs typeface="Arial"/>
              <a:sym typeface="Arial"/>
            </a:endParaRPr>
          </a:p>
          <a:p>
            <a:pPr marL="1759585" lvl="0" indent="0" algn="l" rtl="0">
              <a:lnSpc>
                <a:spcPct val="100000"/>
              </a:lnSpc>
              <a:spcBef>
                <a:spcPts val="405"/>
              </a:spcBef>
              <a:spcAft>
                <a:spcPts val="0"/>
              </a:spcAft>
              <a:buNone/>
            </a:pPr>
            <a:r>
              <a:rPr lang="en-US" sz="1050" dirty="0">
                <a:latin typeface="Arial"/>
                <a:ea typeface="Arial"/>
                <a:cs typeface="Arial"/>
                <a:sym typeface="Arial"/>
              </a:rPr>
              <a:t>Class 3:	</a:t>
            </a:r>
            <a:r>
              <a:rPr lang="en-US" sz="1050" b="1" dirty="0">
                <a:latin typeface="Arial"/>
                <a:ea typeface="Arial"/>
                <a:cs typeface="Arial"/>
                <a:sym typeface="Arial"/>
              </a:rPr>
              <a:t>y </a:t>
            </a:r>
            <a:r>
              <a:rPr lang="en-US" sz="1200" dirty="0">
                <a:latin typeface="Tahoma"/>
                <a:ea typeface="Tahoma"/>
                <a:cs typeface="Tahoma"/>
                <a:sym typeface="Tahoma"/>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1</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dirty="0">
                <a:latin typeface="Tahoma"/>
                <a:ea typeface="Tahoma"/>
                <a:cs typeface="Tahoma"/>
                <a:sym typeface="Tahoma"/>
              </a:rPr>
              <a:t>]</a:t>
            </a:r>
            <a:r>
              <a:rPr lang="en-US" sz="1050" i="1" baseline="30000" dirty="0">
                <a:latin typeface="Arial"/>
                <a:ea typeface="Arial"/>
                <a:cs typeface="Arial"/>
                <a:sym typeface="Arial"/>
              </a:rPr>
              <a:t>T</a:t>
            </a:r>
            <a:endParaRPr sz="1050" baseline="30000" dirty="0">
              <a:latin typeface="Arial"/>
              <a:ea typeface="Arial"/>
              <a:cs typeface="Arial"/>
              <a:sym typeface="Arial"/>
            </a:endParaRPr>
          </a:p>
          <a:p>
            <a:pPr marL="1759585" lvl="0" indent="0" algn="l" rtl="0">
              <a:lnSpc>
                <a:spcPct val="100000"/>
              </a:lnSpc>
              <a:spcBef>
                <a:spcPts val="400"/>
              </a:spcBef>
              <a:spcAft>
                <a:spcPts val="0"/>
              </a:spcAft>
              <a:buNone/>
            </a:pPr>
            <a:r>
              <a:rPr lang="en-US" sz="1050" dirty="0">
                <a:latin typeface="Arial"/>
                <a:ea typeface="Arial"/>
                <a:cs typeface="Arial"/>
                <a:sym typeface="Arial"/>
              </a:rPr>
              <a:t>Class 4:	</a:t>
            </a:r>
            <a:r>
              <a:rPr lang="en-US" sz="1050" b="1" dirty="0">
                <a:latin typeface="Arial"/>
                <a:ea typeface="Arial"/>
                <a:cs typeface="Arial"/>
                <a:sym typeface="Arial"/>
              </a:rPr>
              <a:t>y </a:t>
            </a:r>
            <a:r>
              <a:rPr lang="en-US" sz="1200" dirty="0">
                <a:latin typeface="Tahoma"/>
                <a:ea typeface="Tahoma"/>
                <a:cs typeface="Tahoma"/>
                <a:sym typeface="Tahoma"/>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0</a:t>
            </a:r>
            <a:r>
              <a:rPr lang="en-US" sz="1200" i="1" dirty="0">
                <a:latin typeface="Bookman Old Style"/>
                <a:ea typeface="Bookman Old Style"/>
                <a:cs typeface="Bookman Old Style"/>
                <a:sym typeface="Bookman Old Style"/>
              </a:rPr>
              <a:t>, </a:t>
            </a:r>
            <a:r>
              <a:rPr lang="en-US" sz="1050" dirty="0">
                <a:latin typeface="Arial"/>
                <a:ea typeface="Arial"/>
                <a:cs typeface="Arial"/>
                <a:sym typeface="Arial"/>
              </a:rPr>
              <a:t>1</a:t>
            </a:r>
            <a:r>
              <a:rPr lang="en-US" sz="1200" dirty="0">
                <a:latin typeface="Tahoma"/>
                <a:ea typeface="Tahoma"/>
                <a:cs typeface="Tahoma"/>
                <a:sym typeface="Tahoma"/>
              </a:rPr>
              <a:t>]</a:t>
            </a:r>
            <a:r>
              <a:rPr lang="en-US" sz="1050" i="1" baseline="30000" dirty="0">
                <a:latin typeface="Arial"/>
                <a:ea typeface="Arial"/>
                <a:cs typeface="Arial"/>
                <a:sym typeface="Arial"/>
              </a:rPr>
              <a:t>T</a:t>
            </a:r>
            <a:endParaRPr sz="1050" baseline="30000" dirty="0">
              <a:latin typeface="Arial"/>
              <a:ea typeface="Arial"/>
              <a:cs typeface="Arial"/>
              <a:sym typeface="Arial"/>
            </a:endParaRPr>
          </a:p>
          <a:p>
            <a:pPr marL="25400" lvl="0" indent="0" algn="l" rtl="0">
              <a:lnSpc>
                <a:spcPct val="100000"/>
              </a:lnSpc>
              <a:spcBef>
                <a:spcPts val="755"/>
              </a:spcBef>
              <a:spcAft>
                <a:spcPts val="0"/>
              </a:spcAft>
              <a:buNone/>
            </a:pPr>
            <a:r>
              <a:rPr lang="en-US" sz="1050" dirty="0">
                <a:solidFill>
                  <a:srgbClr val="BF003F"/>
                </a:solidFill>
                <a:latin typeface="Arial"/>
                <a:ea typeface="Arial"/>
                <a:cs typeface="Arial"/>
                <a:sym typeface="Arial"/>
              </a:rPr>
              <a:t>Why one-hot?</a:t>
            </a:r>
            <a:endParaRPr sz="1050" dirty="0">
              <a:latin typeface="Arial"/>
              <a:ea typeface="Arial"/>
              <a:cs typeface="Arial"/>
              <a:sym typeface="Arial"/>
            </a:endParaRPr>
          </a:p>
          <a:p>
            <a:pPr marL="322580" marR="170180" lvl="0" indent="0" algn="l" rtl="0">
              <a:lnSpc>
                <a:spcPct val="118100"/>
              </a:lnSpc>
              <a:spcBef>
                <a:spcPts val="45"/>
              </a:spcBef>
              <a:spcAft>
                <a:spcPts val="0"/>
              </a:spcAft>
              <a:buNone/>
            </a:pPr>
            <a:r>
              <a:rPr lang="en-US" sz="1050" dirty="0">
                <a:latin typeface="Arial"/>
                <a:ea typeface="Arial"/>
                <a:cs typeface="Arial"/>
                <a:sym typeface="Arial"/>
              </a:rPr>
              <a:t>Treats all classes equally (no implicit ordering)  Matches the format of </a:t>
            </a:r>
            <a:r>
              <a:rPr lang="en-US" sz="1050" dirty="0" err="1">
                <a:latin typeface="Arial"/>
                <a:ea typeface="Arial"/>
                <a:cs typeface="Arial"/>
                <a:sym typeface="Arial"/>
              </a:rPr>
              <a:t>softmax</a:t>
            </a:r>
            <a:r>
              <a:rPr lang="en-US" sz="1050" dirty="0">
                <a:latin typeface="Arial"/>
                <a:ea typeface="Arial"/>
                <a:cs typeface="Arial"/>
                <a:sym typeface="Arial"/>
              </a:rPr>
              <a:t> output probabilities Simplifies loss computation</a:t>
            </a:r>
            <a:endParaRPr sz="1050" dirty="0">
              <a:latin typeface="Arial"/>
              <a:ea typeface="Arial"/>
              <a:cs typeface="Arial"/>
              <a:sym typeface="Arial"/>
            </a:endParaRPr>
          </a:p>
          <a:p>
            <a:pPr marL="322580" lvl="0" indent="0" algn="l" rtl="0">
              <a:lnSpc>
                <a:spcPct val="100000"/>
              </a:lnSpc>
              <a:spcBef>
                <a:spcPts val="225"/>
              </a:spcBef>
              <a:spcAft>
                <a:spcPts val="0"/>
              </a:spcAft>
              <a:buNone/>
            </a:pPr>
            <a:r>
              <a:rPr lang="en-US" sz="1050" dirty="0">
                <a:latin typeface="Arial"/>
                <a:ea typeface="Arial"/>
                <a:cs typeface="Arial"/>
                <a:sym typeface="Arial"/>
              </a:rPr>
              <a:t>Standard in deep learning frameworks</a:t>
            </a:r>
            <a:endParaRPr sz="1050" dirty="0">
              <a:latin typeface="Arial"/>
              <a:ea typeface="Arial"/>
              <a:cs typeface="Arial"/>
              <a:sym typeface="Arial"/>
            </a:endParaRPr>
          </a:p>
        </p:txBody>
      </p:sp>
      <p:grpSp>
        <p:nvGrpSpPr>
          <p:cNvPr id="1192" name="Google Shape;1192;p59"/>
          <p:cNvGrpSpPr/>
          <p:nvPr/>
        </p:nvGrpSpPr>
        <p:grpSpPr>
          <a:xfrm>
            <a:off x="0" y="3141936"/>
            <a:ext cx="5760262" cy="92075"/>
            <a:chOff x="0" y="3141936"/>
            <a:chExt cx="5760262" cy="92075"/>
          </a:xfrm>
        </p:grpSpPr>
        <p:sp>
          <p:nvSpPr>
            <p:cNvPr id="1193" name="Google Shape;1193;p5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94" name="Google Shape;1194;p5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195" name="Google Shape;1195;p5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196" name="Google Shape;1196;p5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197" name="Google Shape;1197;p5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1198" name="Google Shape;1198;p59"/>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31</a:t>
            </a:fld>
            <a:r>
              <a:rPr lang="en-US"/>
              <a:t> / 100</a:t>
            </a:r>
            <a:endParaRPr/>
          </a:p>
        </p:txBody>
      </p:sp>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p6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eight</a:t>
            </a:r>
            <a:r>
              <a:rPr lang="en-US">
                <a:solidFill>
                  <a:srgbClr val="FFFFFF"/>
                </a:solidFill>
              </a:rPr>
              <a:t> M</a:t>
            </a:r>
            <a:r>
              <a:rPr lang="en-US" cap="small">
                <a:solidFill>
                  <a:srgbClr val="FFFFFF"/>
                </a:solidFill>
              </a:rPr>
              <a:t>atrix</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C</a:t>
            </a:r>
            <a:r>
              <a:rPr lang="en-US" cap="small">
                <a:solidFill>
                  <a:srgbClr val="FFFFFF"/>
                </a:solidFill>
              </a:rPr>
              <a:t>lassification</a:t>
            </a:r>
            <a:endParaRPr/>
          </a:p>
        </p:txBody>
      </p:sp>
      <p:grpSp>
        <p:nvGrpSpPr>
          <p:cNvPr id="1204" name="Google Shape;1204;p60"/>
          <p:cNvGrpSpPr/>
          <p:nvPr/>
        </p:nvGrpSpPr>
        <p:grpSpPr>
          <a:xfrm>
            <a:off x="0" y="3141936"/>
            <a:ext cx="5760262" cy="92075"/>
            <a:chOff x="0" y="3141936"/>
            <a:chExt cx="5760262" cy="92075"/>
          </a:xfrm>
        </p:grpSpPr>
        <p:sp>
          <p:nvSpPr>
            <p:cNvPr id="1205" name="Google Shape;1205;p6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06" name="Google Shape;1206;p6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07" name="Google Shape;1207;p6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08" name="Google Shape;1208;p6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09" name="Google Shape;1209;p6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10" name="Google Shape;1210;p60"/>
          <p:cNvSpPr txBox="1">
            <a:spLocks noGrp="1"/>
          </p:cNvSpPr>
          <p:nvPr>
            <p:ph type="sldNum" idx="12"/>
          </p:nvPr>
        </p:nvSpPr>
        <p:spPr>
          <a:xfrm>
            <a:off x="4627902" y="3137675"/>
            <a:ext cx="488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32</a:t>
            </a:fld>
            <a:r>
              <a:rPr lang="en-US"/>
              <a:t> / 100</a:t>
            </a:r>
            <a:endParaRPr/>
          </a:p>
        </p:txBody>
      </p:sp>
      <p:pic>
        <p:nvPicPr>
          <p:cNvPr id="1211" name="Google Shape;1211;p60"/>
          <p:cNvPicPr preferRelativeResize="0"/>
          <p:nvPr/>
        </p:nvPicPr>
        <p:blipFill>
          <a:blip r:embed="rId4">
            <a:alphaModFix/>
          </a:blip>
          <a:stretch>
            <a:fillRect/>
          </a:stretch>
        </p:blipFill>
        <p:spPr>
          <a:xfrm>
            <a:off x="200475" y="481150"/>
            <a:ext cx="4427425" cy="2656525"/>
          </a:xfrm>
          <a:prstGeom prst="rect">
            <a:avLst/>
          </a:prstGeom>
          <a:noFill/>
          <a:ln>
            <a:noFill/>
          </a:ln>
        </p:spPr>
      </p:pic>
    </p:spTree>
  </p:cSld>
  <p:clrMapOvr>
    <a:masterClrMapping/>
  </p:clrMapOvr>
  <p:transition>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15"/>
        <p:cNvGrpSpPr/>
        <p:nvPr/>
      </p:nvGrpSpPr>
      <p:grpSpPr>
        <a:xfrm>
          <a:off x="0" y="0"/>
          <a:ext cx="0" cy="0"/>
          <a:chOff x="0" y="0"/>
          <a:chExt cx="0" cy="0"/>
        </a:xfrm>
      </p:grpSpPr>
      <p:sp>
        <p:nvSpPr>
          <p:cNvPr id="1216" name="Google Shape;1216;p6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M</a:t>
            </a:r>
            <a:r>
              <a:rPr lang="en-US" cap="small">
                <a:solidFill>
                  <a:srgbClr val="FFFFFF"/>
                </a:solidFill>
              </a:rPr>
              <a:t>odel</a:t>
            </a:r>
            <a:r>
              <a:rPr lang="en-US">
                <a:solidFill>
                  <a:srgbClr val="FFFFFF"/>
                </a:solidFill>
              </a:rPr>
              <a:t> A</a:t>
            </a:r>
            <a:r>
              <a:rPr lang="en-US" cap="small">
                <a:solidFill>
                  <a:srgbClr val="FFFFFF"/>
                </a:solidFill>
              </a:rPr>
              <a:t>rchitecture</a:t>
            </a:r>
            <a:endParaRPr/>
          </a:p>
        </p:txBody>
      </p:sp>
      <p:sp>
        <p:nvSpPr>
          <p:cNvPr id="1217" name="Google Shape;1217;p61"/>
          <p:cNvSpPr txBox="1"/>
          <p:nvPr/>
        </p:nvSpPr>
        <p:spPr>
          <a:xfrm>
            <a:off x="347294" y="485525"/>
            <a:ext cx="3669029"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BF003F"/>
                </a:solidFill>
                <a:latin typeface="Arial"/>
                <a:ea typeface="Arial"/>
                <a:cs typeface="Arial"/>
                <a:sym typeface="Arial"/>
              </a:rPr>
              <a:t>Architecture: </a:t>
            </a:r>
            <a:r>
              <a:rPr lang="en-US" sz="1050">
                <a:latin typeface="Arial"/>
                <a:ea typeface="Arial"/>
                <a:cs typeface="Arial"/>
                <a:sym typeface="Arial"/>
              </a:rPr>
              <a:t>Multiple output neurons with softmax activation</a:t>
            </a:r>
            <a:endParaRPr sz="1050">
              <a:latin typeface="Arial"/>
              <a:ea typeface="Arial"/>
              <a:cs typeface="Arial"/>
              <a:sym typeface="Arial"/>
            </a:endParaRPr>
          </a:p>
        </p:txBody>
      </p:sp>
      <p:sp>
        <p:nvSpPr>
          <p:cNvPr id="1218" name="Google Shape;1218;p6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19" name="Google Shape;1219;p6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20" name="Google Shape;1220;p61"/>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33</a:t>
            </a:fld>
            <a:r>
              <a:rPr lang="en-US"/>
              <a:t> / 100</a:t>
            </a:r>
            <a:endParaRPr/>
          </a:p>
        </p:txBody>
      </p:sp>
      <p:pic>
        <p:nvPicPr>
          <p:cNvPr id="1221" name="Google Shape;1221;p61"/>
          <p:cNvPicPr preferRelativeResize="0"/>
          <p:nvPr/>
        </p:nvPicPr>
        <p:blipFill>
          <a:blip r:embed="rId4">
            <a:alphaModFix/>
          </a:blip>
          <a:stretch>
            <a:fillRect/>
          </a:stretch>
        </p:blipFill>
        <p:spPr>
          <a:xfrm>
            <a:off x="633550" y="827790"/>
            <a:ext cx="4624156" cy="2157481"/>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81AC3FA6-9038-7EAF-D0F4-838BCB5E1429}"/>
                  </a:ext>
                </a:extLst>
              </p14:cNvPr>
              <p14:cNvContentPartPr/>
              <p14:nvPr/>
            </p14:nvContentPartPr>
            <p14:xfrm>
              <a:off x="591480" y="267120"/>
              <a:ext cx="5094000" cy="2927160"/>
            </p14:xfrm>
          </p:contentPart>
        </mc:Choice>
        <mc:Fallback>
          <p:pic>
            <p:nvPicPr>
              <p:cNvPr id="2" name="Ink 1">
                <a:extLst>
                  <a:ext uri="{FF2B5EF4-FFF2-40B4-BE49-F238E27FC236}">
                    <a16:creationId xmlns:a16="http://schemas.microsoft.com/office/drawing/2014/main" id="{81AC3FA6-9038-7EAF-D0F4-838BCB5E1429}"/>
                  </a:ext>
                </a:extLst>
              </p:cNvPr>
              <p:cNvPicPr/>
              <p:nvPr/>
            </p:nvPicPr>
            <p:blipFill>
              <a:blip r:embed="rId6"/>
              <a:stretch>
                <a:fillRect/>
              </a:stretch>
            </p:blipFill>
            <p:spPr>
              <a:xfrm>
                <a:off x="582120" y="257760"/>
                <a:ext cx="5112720" cy="2945880"/>
              </a:xfrm>
              <a:prstGeom prst="rect">
                <a:avLst/>
              </a:prstGeom>
            </p:spPr>
          </p:pic>
        </mc:Fallback>
      </mc:AlternateContent>
    </p:spTree>
  </p:cSld>
  <p:clrMapOvr>
    <a:masterClrMapping/>
  </p:clrMapOvr>
  <p:transition>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62"/>
          <p:cNvSpPr txBox="1">
            <a:spLocks noGrp="1"/>
          </p:cNvSpPr>
          <p:nvPr>
            <p:ph type="title"/>
          </p:nvPr>
        </p:nvSpPr>
        <p:spPr>
          <a:xfrm>
            <a:off x="95300" y="109545"/>
            <a:ext cx="37553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L</a:t>
            </a:r>
            <a:r>
              <a:rPr lang="en-US" cap="small">
                <a:solidFill>
                  <a:srgbClr val="FFFFFF"/>
                </a:solidFill>
              </a:rPr>
              <a:t>inear</a:t>
            </a:r>
            <a:r>
              <a:rPr lang="en-US">
                <a:solidFill>
                  <a:srgbClr val="FFFFFF"/>
                </a:solidFill>
              </a:rPr>
              <a:t> M</a:t>
            </a:r>
            <a:r>
              <a:rPr lang="en-US" cap="small">
                <a:solidFill>
                  <a:srgbClr val="FFFFFF"/>
                </a:solidFill>
              </a:rPr>
              <a:t>odel</a:t>
            </a:r>
            <a:r>
              <a:rPr lang="en-US">
                <a:solidFill>
                  <a:srgbClr val="FFFFFF"/>
                </a:solidFill>
              </a:rPr>
              <a:t>: C</a:t>
            </a:r>
            <a:r>
              <a:rPr lang="en-US" cap="small">
                <a:solidFill>
                  <a:srgbClr val="FFFFFF"/>
                </a:solidFill>
              </a:rPr>
              <a:t>omputing</a:t>
            </a:r>
            <a:r>
              <a:rPr lang="en-US">
                <a:solidFill>
                  <a:srgbClr val="FFFFFF"/>
                </a:solidFill>
              </a:rPr>
              <a:t> L</a:t>
            </a:r>
            <a:r>
              <a:rPr lang="en-US" cap="small">
                <a:solidFill>
                  <a:srgbClr val="FFFFFF"/>
                </a:solidFill>
              </a:rPr>
              <a:t>ogits</a:t>
            </a:r>
            <a:endParaRPr/>
          </a:p>
        </p:txBody>
      </p:sp>
      <p:grpSp>
        <p:nvGrpSpPr>
          <p:cNvPr id="1227" name="Google Shape;1227;p62"/>
          <p:cNvGrpSpPr/>
          <p:nvPr/>
        </p:nvGrpSpPr>
        <p:grpSpPr>
          <a:xfrm>
            <a:off x="0" y="3141936"/>
            <a:ext cx="5760262" cy="92075"/>
            <a:chOff x="0" y="3141936"/>
            <a:chExt cx="5760262" cy="92075"/>
          </a:xfrm>
        </p:grpSpPr>
        <p:sp>
          <p:nvSpPr>
            <p:cNvPr id="1228" name="Google Shape;1228;p6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29" name="Google Shape;1229;p6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30" name="Google Shape;1230;p6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31" name="Google Shape;1231;p6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32" name="Google Shape;1232;p6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33" name="Google Shape;1233;p62"/>
          <p:cNvSpPr txBox="1">
            <a:spLocks noGrp="1"/>
          </p:cNvSpPr>
          <p:nvPr>
            <p:ph type="sldNum" idx="12"/>
          </p:nvPr>
        </p:nvSpPr>
        <p:spPr>
          <a:xfrm>
            <a:off x="4627902" y="3137675"/>
            <a:ext cx="516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34</a:t>
            </a:fld>
            <a:r>
              <a:rPr lang="en-US"/>
              <a:t> / 100</a:t>
            </a:r>
            <a:endParaRPr/>
          </a:p>
        </p:txBody>
      </p:sp>
      <p:pic>
        <p:nvPicPr>
          <p:cNvPr id="1234" name="Google Shape;1234;p62"/>
          <p:cNvPicPr preferRelativeResize="0"/>
          <p:nvPr/>
        </p:nvPicPr>
        <p:blipFill>
          <a:blip r:embed="rId4">
            <a:alphaModFix/>
          </a:blip>
          <a:stretch>
            <a:fillRect/>
          </a:stretch>
        </p:blipFill>
        <p:spPr>
          <a:xfrm>
            <a:off x="449100" y="552360"/>
            <a:ext cx="4983487"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C4C6E82E-0F09-531D-05CC-B3529D58DAA5}"/>
                  </a:ext>
                </a:extLst>
              </p14:cNvPr>
              <p14:cNvContentPartPr/>
              <p14:nvPr/>
            </p14:nvContentPartPr>
            <p14:xfrm>
              <a:off x="2133360" y="1149840"/>
              <a:ext cx="3404880" cy="1863000"/>
            </p14:xfrm>
          </p:contentPart>
        </mc:Choice>
        <mc:Fallback>
          <p:pic>
            <p:nvPicPr>
              <p:cNvPr id="2" name="Ink 1">
                <a:extLst>
                  <a:ext uri="{FF2B5EF4-FFF2-40B4-BE49-F238E27FC236}">
                    <a16:creationId xmlns:a16="http://schemas.microsoft.com/office/drawing/2014/main" id="{C4C6E82E-0F09-531D-05CC-B3529D58DAA5}"/>
                  </a:ext>
                </a:extLst>
              </p:cNvPr>
              <p:cNvPicPr/>
              <p:nvPr/>
            </p:nvPicPr>
            <p:blipFill>
              <a:blip r:embed="rId6"/>
              <a:stretch>
                <a:fillRect/>
              </a:stretch>
            </p:blipFill>
            <p:spPr>
              <a:xfrm>
                <a:off x="2124000" y="1140480"/>
                <a:ext cx="3423600" cy="1881720"/>
              </a:xfrm>
              <a:prstGeom prst="rect">
                <a:avLst/>
              </a:prstGeom>
            </p:spPr>
          </p:pic>
        </mc:Fallback>
      </mc:AlternateContent>
    </p:spTree>
  </p:cSld>
  <p:clrMapOvr>
    <a:masterClrMapping/>
  </p:clrMapOvr>
  <p:transition>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38"/>
        <p:cNvGrpSpPr/>
        <p:nvPr/>
      </p:nvGrpSpPr>
      <p:grpSpPr>
        <a:xfrm>
          <a:off x="0" y="0"/>
          <a:ext cx="0" cy="0"/>
          <a:chOff x="0" y="0"/>
          <a:chExt cx="0" cy="0"/>
        </a:xfrm>
      </p:grpSpPr>
      <p:sp>
        <p:nvSpPr>
          <p:cNvPr id="1239" name="Google Shape;1239;p6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he</a:t>
            </a:r>
            <a:r>
              <a:rPr lang="en-US">
                <a:solidFill>
                  <a:srgbClr val="FFFFFF"/>
                </a:solidFill>
              </a:rPr>
              <a:t> S</a:t>
            </a:r>
            <a:r>
              <a:rPr lang="en-US" cap="small">
                <a:solidFill>
                  <a:srgbClr val="FFFFFF"/>
                </a:solidFill>
              </a:rPr>
              <a:t>oftmax</a:t>
            </a:r>
            <a:r>
              <a:rPr lang="en-US">
                <a:solidFill>
                  <a:srgbClr val="FFFFFF"/>
                </a:solidFill>
              </a:rPr>
              <a:t> F</a:t>
            </a:r>
            <a:r>
              <a:rPr lang="en-US" cap="small">
                <a:solidFill>
                  <a:srgbClr val="FFFFFF"/>
                </a:solidFill>
              </a:rPr>
              <a:t>unction</a:t>
            </a:r>
            <a:endParaRPr/>
          </a:p>
        </p:txBody>
      </p:sp>
      <p:grpSp>
        <p:nvGrpSpPr>
          <p:cNvPr id="1240" name="Google Shape;1240;p63"/>
          <p:cNvGrpSpPr/>
          <p:nvPr/>
        </p:nvGrpSpPr>
        <p:grpSpPr>
          <a:xfrm>
            <a:off x="0" y="3141936"/>
            <a:ext cx="5760262" cy="92075"/>
            <a:chOff x="0" y="3141936"/>
            <a:chExt cx="5760262" cy="92075"/>
          </a:xfrm>
        </p:grpSpPr>
        <p:sp>
          <p:nvSpPr>
            <p:cNvPr id="1241" name="Google Shape;1241;p6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42" name="Google Shape;1242;p6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43" name="Google Shape;1243;p6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44" name="Google Shape;1244;p6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45" name="Google Shape;1245;p6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46" name="Google Shape;1246;p63"/>
          <p:cNvSpPr txBox="1"/>
          <p:nvPr/>
        </p:nvSpPr>
        <p:spPr>
          <a:xfrm>
            <a:off x="4653295" y="3137672"/>
            <a:ext cx="334645"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Bookman Old Style"/>
                <a:ea typeface="Bookman Old Style"/>
                <a:cs typeface="Bookman Old Style"/>
                <a:sym typeface="Bookman Old Style"/>
              </a:rPr>
              <a:t>57 / 100</a:t>
            </a:r>
            <a:endParaRPr sz="600">
              <a:latin typeface="Bookman Old Style"/>
              <a:ea typeface="Bookman Old Style"/>
              <a:cs typeface="Bookman Old Style"/>
              <a:sym typeface="Bookman Old Style"/>
            </a:endParaRPr>
          </a:p>
        </p:txBody>
      </p:sp>
      <p:sp>
        <p:nvSpPr>
          <p:cNvPr id="1247" name="Google Shape;1247;p63"/>
          <p:cNvSpPr txBox="1">
            <a:spLocks noGrp="1"/>
          </p:cNvSpPr>
          <p:nvPr>
            <p:ph type="sldNum" idx="12"/>
          </p:nvPr>
        </p:nvSpPr>
        <p:spPr>
          <a:xfrm>
            <a:off x="4627902" y="3137675"/>
            <a:ext cx="5124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35</a:t>
            </a:fld>
            <a:r>
              <a:rPr lang="en-US"/>
              <a:t> / 100</a:t>
            </a:r>
            <a:endParaRPr/>
          </a:p>
        </p:txBody>
      </p:sp>
      <p:pic>
        <p:nvPicPr>
          <p:cNvPr id="1248" name="Google Shape;1248;p63"/>
          <p:cNvPicPr preferRelativeResize="0"/>
          <p:nvPr/>
        </p:nvPicPr>
        <p:blipFill>
          <a:blip r:embed="rId4">
            <a:alphaModFix/>
          </a:blip>
          <a:stretch>
            <a:fillRect/>
          </a:stretch>
        </p:blipFill>
        <p:spPr>
          <a:xfrm>
            <a:off x="348025" y="550235"/>
            <a:ext cx="5109476" cy="2435038"/>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8335E78-D61A-87F7-CA53-EBD5E3106202}"/>
                  </a:ext>
                </a:extLst>
              </p14:cNvPr>
              <p14:cNvContentPartPr/>
              <p14:nvPr/>
            </p14:nvContentPartPr>
            <p14:xfrm>
              <a:off x="1942920" y="1278360"/>
              <a:ext cx="1978200" cy="1506960"/>
            </p14:xfrm>
          </p:contentPart>
        </mc:Choice>
        <mc:Fallback>
          <p:pic>
            <p:nvPicPr>
              <p:cNvPr id="2" name="Ink 1">
                <a:extLst>
                  <a:ext uri="{FF2B5EF4-FFF2-40B4-BE49-F238E27FC236}">
                    <a16:creationId xmlns:a16="http://schemas.microsoft.com/office/drawing/2014/main" id="{08335E78-D61A-87F7-CA53-EBD5E3106202}"/>
                  </a:ext>
                </a:extLst>
              </p:cNvPr>
              <p:cNvPicPr/>
              <p:nvPr/>
            </p:nvPicPr>
            <p:blipFill>
              <a:blip r:embed="rId6"/>
              <a:stretch>
                <a:fillRect/>
              </a:stretch>
            </p:blipFill>
            <p:spPr>
              <a:xfrm>
                <a:off x="1933560" y="1269000"/>
                <a:ext cx="1996920" cy="1525680"/>
              </a:xfrm>
              <a:prstGeom prst="rect">
                <a:avLst/>
              </a:prstGeom>
            </p:spPr>
          </p:pic>
        </mc:Fallback>
      </mc:AlternateContent>
    </p:spTree>
  </p:cSld>
  <p:clrMapOvr>
    <a:masterClrMapping/>
  </p:clrMapOvr>
  <p:transition>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52"/>
        <p:cNvGrpSpPr/>
        <p:nvPr/>
      </p:nvGrpSpPr>
      <p:grpSpPr>
        <a:xfrm>
          <a:off x="0" y="0"/>
          <a:ext cx="0" cy="0"/>
          <a:chOff x="0" y="0"/>
          <a:chExt cx="0" cy="0"/>
        </a:xfrm>
      </p:grpSpPr>
      <p:sp>
        <p:nvSpPr>
          <p:cNvPr id="1253" name="Google Shape;1253;p6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P</a:t>
            </a:r>
            <a:r>
              <a:rPr lang="en-US" cap="small">
                <a:solidFill>
                  <a:srgbClr val="FFFFFF"/>
                </a:solidFill>
              </a:rPr>
              <a:t>roperties</a:t>
            </a:r>
            <a:r>
              <a:rPr lang="en-US">
                <a:solidFill>
                  <a:srgbClr val="FFFFFF"/>
                </a:solidFill>
              </a:rPr>
              <a:t> </a:t>
            </a:r>
            <a:r>
              <a:rPr lang="en-US" cap="small">
                <a:solidFill>
                  <a:srgbClr val="FFFFFF"/>
                </a:solidFill>
              </a:rPr>
              <a:t>of</a:t>
            </a:r>
            <a:r>
              <a:rPr lang="en-US">
                <a:solidFill>
                  <a:srgbClr val="FFFFFF"/>
                </a:solidFill>
              </a:rPr>
              <a:t> S</a:t>
            </a:r>
            <a:r>
              <a:rPr lang="en-US" cap="small">
                <a:solidFill>
                  <a:srgbClr val="FFFFFF"/>
                </a:solidFill>
              </a:rPr>
              <a:t>oftmax</a:t>
            </a:r>
            <a:endParaRPr/>
          </a:p>
        </p:txBody>
      </p:sp>
      <p:grpSp>
        <p:nvGrpSpPr>
          <p:cNvPr id="1254" name="Google Shape;1254;p64"/>
          <p:cNvGrpSpPr/>
          <p:nvPr/>
        </p:nvGrpSpPr>
        <p:grpSpPr>
          <a:xfrm>
            <a:off x="0" y="3141936"/>
            <a:ext cx="5760262" cy="92075"/>
            <a:chOff x="0" y="3141936"/>
            <a:chExt cx="5760262" cy="92075"/>
          </a:xfrm>
        </p:grpSpPr>
        <p:sp>
          <p:nvSpPr>
            <p:cNvPr id="1255" name="Google Shape;1255;p6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56" name="Google Shape;1256;p6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57" name="Google Shape;1257;p6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58" name="Google Shape;1258;p6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59" name="Google Shape;1259;p6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60" name="Google Shape;1260;p64"/>
          <p:cNvSpPr txBox="1">
            <a:spLocks noGrp="1"/>
          </p:cNvSpPr>
          <p:nvPr>
            <p:ph type="sldNum" idx="12"/>
          </p:nvPr>
        </p:nvSpPr>
        <p:spPr>
          <a:xfrm>
            <a:off x="4627902" y="3137675"/>
            <a:ext cx="520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36</a:t>
            </a:fld>
            <a:r>
              <a:rPr lang="en-US"/>
              <a:t> / 100</a:t>
            </a:r>
            <a:endParaRPr/>
          </a:p>
        </p:txBody>
      </p:sp>
      <p:pic>
        <p:nvPicPr>
          <p:cNvPr id="1261" name="Google Shape;1261;p64"/>
          <p:cNvPicPr preferRelativeResize="0"/>
          <p:nvPr/>
        </p:nvPicPr>
        <p:blipFill>
          <a:blip r:embed="rId4">
            <a:alphaModFix/>
          </a:blip>
          <a:stretch>
            <a:fillRect/>
          </a:stretch>
        </p:blipFill>
        <p:spPr>
          <a:xfrm>
            <a:off x="152400" y="550235"/>
            <a:ext cx="5105033"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12F08F87-D158-747E-3F09-F00D6AE09226}"/>
                  </a:ext>
                </a:extLst>
              </p14:cNvPr>
              <p14:cNvContentPartPr/>
              <p14:nvPr/>
            </p14:nvContentPartPr>
            <p14:xfrm>
              <a:off x="2349720" y="585360"/>
              <a:ext cx="2939760" cy="2352600"/>
            </p14:xfrm>
          </p:contentPart>
        </mc:Choice>
        <mc:Fallback>
          <p:pic>
            <p:nvPicPr>
              <p:cNvPr id="2" name="Ink 1">
                <a:extLst>
                  <a:ext uri="{FF2B5EF4-FFF2-40B4-BE49-F238E27FC236}">
                    <a16:creationId xmlns:a16="http://schemas.microsoft.com/office/drawing/2014/main" id="{12F08F87-D158-747E-3F09-F00D6AE09226}"/>
                  </a:ext>
                </a:extLst>
              </p:cNvPr>
              <p:cNvPicPr/>
              <p:nvPr/>
            </p:nvPicPr>
            <p:blipFill>
              <a:blip r:embed="rId6"/>
              <a:stretch>
                <a:fillRect/>
              </a:stretch>
            </p:blipFill>
            <p:spPr>
              <a:xfrm>
                <a:off x="2340360" y="576000"/>
                <a:ext cx="2958480" cy="2371320"/>
              </a:xfrm>
              <a:prstGeom prst="rect">
                <a:avLst/>
              </a:prstGeom>
            </p:spPr>
          </p:pic>
        </mc:Fallback>
      </mc:AlternateContent>
    </p:spTree>
  </p:cSld>
  <p:clrMapOvr>
    <a:masterClrMapping/>
  </p:clrMapOvr>
  <p:transition>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6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a:t>
            </a:r>
            <a:r>
              <a:rPr lang="en-US" cap="small">
                <a:solidFill>
                  <a:srgbClr val="FFFFFF"/>
                </a:solidFill>
              </a:rPr>
              <a:t>oftmax</a:t>
            </a:r>
            <a:r>
              <a:rPr lang="en-US">
                <a:solidFill>
                  <a:srgbClr val="FFFFFF"/>
                </a:solidFill>
              </a:rPr>
              <a:t> E</a:t>
            </a:r>
            <a:r>
              <a:rPr lang="en-US" cap="small">
                <a:solidFill>
                  <a:srgbClr val="FFFFFF"/>
                </a:solidFill>
              </a:rPr>
              <a:t>xample</a:t>
            </a:r>
            <a:r>
              <a:rPr lang="en-US">
                <a:solidFill>
                  <a:srgbClr val="FFFFFF"/>
                </a:solidFill>
              </a:rPr>
              <a:t>: N</a:t>
            </a:r>
            <a:r>
              <a:rPr lang="en-US" cap="small">
                <a:solidFill>
                  <a:srgbClr val="FFFFFF"/>
                </a:solidFill>
              </a:rPr>
              <a:t>umerical</a:t>
            </a:r>
            <a:r>
              <a:rPr lang="en-US">
                <a:solidFill>
                  <a:srgbClr val="FFFFFF"/>
                </a:solidFill>
              </a:rPr>
              <a:t> C</a:t>
            </a:r>
            <a:r>
              <a:rPr lang="en-US" cap="small">
                <a:solidFill>
                  <a:srgbClr val="FFFFFF"/>
                </a:solidFill>
              </a:rPr>
              <a:t>omputation</a:t>
            </a:r>
            <a:endParaRPr/>
          </a:p>
        </p:txBody>
      </p:sp>
      <p:grpSp>
        <p:nvGrpSpPr>
          <p:cNvPr id="1267" name="Google Shape;1267;p65"/>
          <p:cNvGrpSpPr/>
          <p:nvPr/>
        </p:nvGrpSpPr>
        <p:grpSpPr>
          <a:xfrm>
            <a:off x="0" y="3141936"/>
            <a:ext cx="5760262" cy="92075"/>
            <a:chOff x="0" y="3141936"/>
            <a:chExt cx="5760262" cy="92075"/>
          </a:xfrm>
        </p:grpSpPr>
        <p:sp>
          <p:nvSpPr>
            <p:cNvPr id="1268" name="Google Shape;1268;p6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69" name="Google Shape;1269;p6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70" name="Google Shape;1270;p6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71" name="Google Shape;1271;p6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72" name="Google Shape;1272;p6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73" name="Google Shape;1273;p65"/>
          <p:cNvSpPr txBox="1">
            <a:spLocks noGrp="1"/>
          </p:cNvSpPr>
          <p:nvPr>
            <p:ph type="sldNum" idx="12"/>
          </p:nvPr>
        </p:nvSpPr>
        <p:spPr>
          <a:xfrm>
            <a:off x="4627902" y="3137675"/>
            <a:ext cx="520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37</a:t>
            </a:fld>
            <a:r>
              <a:rPr lang="en-US"/>
              <a:t> / 100</a:t>
            </a:r>
            <a:endParaRPr/>
          </a:p>
        </p:txBody>
      </p:sp>
      <p:pic>
        <p:nvPicPr>
          <p:cNvPr id="1274" name="Google Shape;1274;p65"/>
          <p:cNvPicPr preferRelativeResize="0"/>
          <p:nvPr/>
        </p:nvPicPr>
        <p:blipFill>
          <a:blip r:embed="rId4">
            <a:alphaModFix/>
          </a:blip>
          <a:stretch>
            <a:fillRect/>
          </a:stretch>
        </p:blipFill>
        <p:spPr>
          <a:xfrm>
            <a:off x="281838" y="550235"/>
            <a:ext cx="5130469"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936CBA7-6A5D-169A-24E3-6B1F283B311B}"/>
                  </a:ext>
                </a:extLst>
              </p14:cNvPr>
              <p14:cNvContentPartPr/>
              <p14:nvPr/>
            </p14:nvContentPartPr>
            <p14:xfrm>
              <a:off x="114120" y="2735640"/>
              <a:ext cx="395280" cy="80280"/>
            </p14:xfrm>
          </p:contentPart>
        </mc:Choice>
        <mc:Fallback>
          <p:pic>
            <p:nvPicPr>
              <p:cNvPr id="2" name="Ink 1">
                <a:extLst>
                  <a:ext uri="{FF2B5EF4-FFF2-40B4-BE49-F238E27FC236}">
                    <a16:creationId xmlns:a16="http://schemas.microsoft.com/office/drawing/2014/main" id="{0936CBA7-6A5D-169A-24E3-6B1F283B311B}"/>
                  </a:ext>
                </a:extLst>
              </p:cNvPr>
              <p:cNvPicPr/>
              <p:nvPr/>
            </p:nvPicPr>
            <p:blipFill>
              <a:blip r:embed="rId6"/>
              <a:stretch>
                <a:fillRect/>
              </a:stretch>
            </p:blipFill>
            <p:spPr>
              <a:xfrm>
                <a:off x="104760" y="2726280"/>
                <a:ext cx="414000" cy="99000"/>
              </a:xfrm>
              <a:prstGeom prst="rect">
                <a:avLst/>
              </a:prstGeom>
            </p:spPr>
          </p:pic>
        </mc:Fallback>
      </mc:AlternateContent>
    </p:spTree>
  </p:cSld>
  <p:clrMapOvr>
    <a:masterClrMapping/>
  </p:clrMapOvr>
  <p:transition>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78"/>
        <p:cNvGrpSpPr/>
        <p:nvPr/>
      </p:nvGrpSpPr>
      <p:grpSpPr>
        <a:xfrm>
          <a:off x="0" y="0"/>
          <a:ext cx="0" cy="0"/>
          <a:chOff x="0" y="0"/>
          <a:chExt cx="0" cy="0"/>
        </a:xfrm>
      </p:grpSpPr>
      <p:sp>
        <p:nvSpPr>
          <p:cNvPr id="1279" name="Google Shape;1279;p6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omplete</a:t>
            </a:r>
            <a:r>
              <a:rPr lang="en-US">
                <a:solidFill>
                  <a:srgbClr val="FFFFFF"/>
                </a:solidFill>
              </a:rPr>
              <a:t> F</a:t>
            </a:r>
            <a:r>
              <a:rPr lang="en-US" cap="small">
                <a:solidFill>
                  <a:srgbClr val="FFFFFF"/>
                </a:solidFill>
              </a:rPr>
              <a:t>orward</a:t>
            </a:r>
            <a:r>
              <a:rPr lang="en-US">
                <a:solidFill>
                  <a:srgbClr val="FFFFFF"/>
                </a:solidFill>
              </a:rPr>
              <a:t> P</a:t>
            </a:r>
            <a:r>
              <a:rPr lang="en-US" cap="small">
                <a:solidFill>
                  <a:srgbClr val="FFFFFF"/>
                </a:solidFill>
              </a:rPr>
              <a:t>ass</a:t>
            </a:r>
            <a:endParaRPr/>
          </a:p>
        </p:txBody>
      </p:sp>
      <p:grpSp>
        <p:nvGrpSpPr>
          <p:cNvPr id="1280" name="Google Shape;1280;p66"/>
          <p:cNvGrpSpPr/>
          <p:nvPr/>
        </p:nvGrpSpPr>
        <p:grpSpPr>
          <a:xfrm>
            <a:off x="0" y="3141936"/>
            <a:ext cx="5760262" cy="92075"/>
            <a:chOff x="0" y="3141936"/>
            <a:chExt cx="5760262" cy="92075"/>
          </a:xfrm>
        </p:grpSpPr>
        <p:sp>
          <p:nvSpPr>
            <p:cNvPr id="1281" name="Google Shape;1281;p6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82" name="Google Shape;1282;p6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83" name="Google Shape;1283;p6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84" name="Google Shape;1284;p6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85" name="Google Shape;1285;p6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86" name="Google Shape;1286;p66"/>
          <p:cNvSpPr txBox="1">
            <a:spLocks noGrp="1"/>
          </p:cNvSpPr>
          <p:nvPr>
            <p:ph type="sldNum" idx="12"/>
          </p:nvPr>
        </p:nvSpPr>
        <p:spPr>
          <a:xfrm>
            <a:off x="4627903" y="3137675"/>
            <a:ext cx="560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38</a:t>
            </a:fld>
            <a:r>
              <a:rPr lang="en-US"/>
              <a:t> / 100</a:t>
            </a:r>
            <a:endParaRPr/>
          </a:p>
        </p:txBody>
      </p:sp>
      <p:pic>
        <p:nvPicPr>
          <p:cNvPr id="1287" name="Google Shape;1287;p66"/>
          <p:cNvPicPr preferRelativeResize="0"/>
          <p:nvPr/>
        </p:nvPicPr>
        <p:blipFill>
          <a:blip r:embed="rId4">
            <a:alphaModFix/>
          </a:blip>
          <a:stretch>
            <a:fillRect/>
          </a:stretch>
        </p:blipFill>
        <p:spPr>
          <a:xfrm>
            <a:off x="152400" y="550235"/>
            <a:ext cx="5458843" cy="2435036"/>
          </a:xfrm>
          <a:prstGeom prst="rect">
            <a:avLst/>
          </a:prstGeom>
          <a:noFill/>
          <a:ln>
            <a:noFill/>
          </a:ln>
        </p:spPr>
      </p:pic>
    </p:spTree>
  </p:cSld>
  <p:clrMapOvr>
    <a:masterClrMapping/>
  </p:clrMapOvr>
  <p:transition>
    <p:fade thruBlk="1"/>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91"/>
        <p:cNvGrpSpPr/>
        <p:nvPr/>
      </p:nvGrpSpPr>
      <p:grpSpPr>
        <a:xfrm>
          <a:off x="0" y="0"/>
          <a:ext cx="0" cy="0"/>
          <a:chOff x="0" y="0"/>
          <a:chExt cx="0" cy="0"/>
        </a:xfrm>
      </p:grpSpPr>
      <p:sp>
        <p:nvSpPr>
          <p:cNvPr id="1292" name="Google Shape;1292;p6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ategorical</a:t>
            </a:r>
            <a:r>
              <a:rPr lang="en-US">
                <a:solidFill>
                  <a:srgbClr val="FFFFFF"/>
                </a:solidFill>
              </a:rPr>
              <a:t> C</a:t>
            </a:r>
            <a:r>
              <a:rPr lang="en-US" cap="small">
                <a:solidFill>
                  <a:srgbClr val="FFFFFF"/>
                </a:solidFill>
              </a:rPr>
              <a:t>ross</a:t>
            </a:r>
            <a:r>
              <a:rPr lang="en-US">
                <a:solidFill>
                  <a:srgbClr val="FFFFFF"/>
                </a:solidFill>
              </a:rPr>
              <a:t>-E</a:t>
            </a:r>
            <a:r>
              <a:rPr lang="en-US" cap="small">
                <a:solidFill>
                  <a:srgbClr val="FFFFFF"/>
                </a:solidFill>
              </a:rPr>
              <a:t>ntropy</a:t>
            </a:r>
            <a:r>
              <a:rPr lang="en-US">
                <a:solidFill>
                  <a:srgbClr val="FFFFFF"/>
                </a:solidFill>
              </a:rPr>
              <a:t> L</a:t>
            </a:r>
            <a:r>
              <a:rPr lang="en-US" cap="small">
                <a:solidFill>
                  <a:srgbClr val="FFFFFF"/>
                </a:solidFill>
              </a:rPr>
              <a:t>oss</a:t>
            </a:r>
            <a:endParaRPr/>
          </a:p>
        </p:txBody>
      </p:sp>
      <p:grpSp>
        <p:nvGrpSpPr>
          <p:cNvPr id="1293" name="Google Shape;1293;p67"/>
          <p:cNvGrpSpPr/>
          <p:nvPr/>
        </p:nvGrpSpPr>
        <p:grpSpPr>
          <a:xfrm>
            <a:off x="0" y="3141936"/>
            <a:ext cx="5760262" cy="92075"/>
            <a:chOff x="0" y="3141936"/>
            <a:chExt cx="5760262" cy="92075"/>
          </a:xfrm>
        </p:grpSpPr>
        <p:sp>
          <p:nvSpPr>
            <p:cNvPr id="1294" name="Google Shape;1294;p6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95" name="Google Shape;1295;p6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296" name="Google Shape;1296;p6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297" name="Google Shape;1297;p6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298" name="Google Shape;1298;p6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299" name="Google Shape;1299;p67"/>
          <p:cNvSpPr txBox="1">
            <a:spLocks noGrp="1"/>
          </p:cNvSpPr>
          <p:nvPr>
            <p:ph type="sldNum" idx="12"/>
          </p:nvPr>
        </p:nvSpPr>
        <p:spPr>
          <a:xfrm>
            <a:off x="4627902" y="3137675"/>
            <a:ext cx="489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39</a:t>
            </a:fld>
            <a:r>
              <a:rPr lang="en-US"/>
              <a:t> / 100</a:t>
            </a:r>
            <a:endParaRPr/>
          </a:p>
        </p:txBody>
      </p:sp>
      <p:pic>
        <p:nvPicPr>
          <p:cNvPr id="1300" name="Google Shape;1300;p67"/>
          <p:cNvPicPr preferRelativeResize="0"/>
          <p:nvPr/>
        </p:nvPicPr>
        <p:blipFill>
          <a:blip r:embed="rId4">
            <a:alphaModFix/>
          </a:blip>
          <a:stretch>
            <a:fillRect/>
          </a:stretch>
        </p:blipFill>
        <p:spPr>
          <a:xfrm>
            <a:off x="152400" y="550235"/>
            <a:ext cx="5461002" cy="2322910"/>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8AE80F9F-121E-DB43-3949-26134693BFF1}"/>
                  </a:ext>
                </a:extLst>
              </p14:cNvPr>
              <p14:cNvContentPartPr/>
              <p14:nvPr/>
            </p14:nvContentPartPr>
            <p14:xfrm>
              <a:off x="533160" y="594360"/>
              <a:ext cx="4557600" cy="2398680"/>
            </p14:xfrm>
          </p:contentPart>
        </mc:Choice>
        <mc:Fallback>
          <p:pic>
            <p:nvPicPr>
              <p:cNvPr id="2" name="Ink 1">
                <a:extLst>
                  <a:ext uri="{FF2B5EF4-FFF2-40B4-BE49-F238E27FC236}">
                    <a16:creationId xmlns:a16="http://schemas.microsoft.com/office/drawing/2014/main" id="{8AE80F9F-121E-DB43-3949-26134693BFF1}"/>
                  </a:ext>
                </a:extLst>
              </p:cNvPr>
              <p:cNvPicPr/>
              <p:nvPr/>
            </p:nvPicPr>
            <p:blipFill>
              <a:blip r:embed="rId6"/>
              <a:stretch>
                <a:fillRect/>
              </a:stretch>
            </p:blipFill>
            <p:spPr>
              <a:xfrm>
                <a:off x="523800" y="585000"/>
                <a:ext cx="4576320" cy="2417400"/>
              </a:xfrm>
              <a:prstGeom prst="rect">
                <a:avLst/>
              </a:prstGeom>
            </p:spPr>
          </p:pic>
        </mc:Fallback>
      </mc:AlternateContent>
    </p:spTree>
  </p:cSld>
  <p:clrMapOvr>
    <a:masterClrMapping/>
  </p:clrMapOvr>
  <p:transition>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304"/>
        <p:cNvGrpSpPr/>
        <p:nvPr/>
      </p:nvGrpSpPr>
      <p:grpSpPr>
        <a:xfrm>
          <a:off x="0" y="0"/>
          <a:ext cx="0" cy="0"/>
          <a:chOff x="0" y="0"/>
          <a:chExt cx="0" cy="0"/>
        </a:xfrm>
      </p:grpSpPr>
      <p:sp>
        <p:nvSpPr>
          <p:cNvPr id="1305" name="Google Shape;1305;p6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U</a:t>
            </a:r>
            <a:r>
              <a:rPr lang="en-US" cap="small">
                <a:solidFill>
                  <a:srgbClr val="FFFFFF"/>
                </a:solidFill>
              </a:rPr>
              <a:t>nderstanding</a:t>
            </a:r>
            <a:r>
              <a:rPr lang="en-US">
                <a:solidFill>
                  <a:srgbClr val="FFFFFF"/>
                </a:solidFill>
              </a:rPr>
              <a:t> C</a:t>
            </a:r>
            <a:r>
              <a:rPr lang="en-US" cap="small">
                <a:solidFill>
                  <a:srgbClr val="FFFFFF"/>
                </a:solidFill>
              </a:rPr>
              <a:t>ategorical</a:t>
            </a:r>
            <a:r>
              <a:rPr lang="en-US">
                <a:solidFill>
                  <a:srgbClr val="FFFFFF"/>
                </a:solidFill>
              </a:rPr>
              <a:t> C</a:t>
            </a:r>
            <a:r>
              <a:rPr lang="en-US" cap="small">
                <a:solidFill>
                  <a:srgbClr val="FFFFFF"/>
                </a:solidFill>
              </a:rPr>
              <a:t>ross</a:t>
            </a:r>
            <a:r>
              <a:rPr lang="en-US">
                <a:solidFill>
                  <a:srgbClr val="FFFFFF"/>
                </a:solidFill>
              </a:rPr>
              <a:t>-E</a:t>
            </a:r>
            <a:r>
              <a:rPr lang="en-US" cap="small">
                <a:solidFill>
                  <a:srgbClr val="FFFFFF"/>
                </a:solidFill>
              </a:rPr>
              <a:t>ntropy</a:t>
            </a:r>
            <a:endParaRPr/>
          </a:p>
        </p:txBody>
      </p:sp>
      <p:grpSp>
        <p:nvGrpSpPr>
          <p:cNvPr id="1306" name="Google Shape;1306;p68"/>
          <p:cNvGrpSpPr/>
          <p:nvPr/>
        </p:nvGrpSpPr>
        <p:grpSpPr>
          <a:xfrm>
            <a:off x="0" y="3141936"/>
            <a:ext cx="5760262" cy="92075"/>
            <a:chOff x="0" y="3141936"/>
            <a:chExt cx="5760262" cy="92075"/>
          </a:xfrm>
        </p:grpSpPr>
        <p:sp>
          <p:nvSpPr>
            <p:cNvPr id="1307" name="Google Shape;1307;p6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08" name="Google Shape;1308;p6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09" name="Google Shape;1309;p6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10" name="Google Shape;1310;p6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311" name="Google Shape;1311;p6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312" name="Google Shape;1312;p68"/>
          <p:cNvSpPr txBox="1">
            <a:spLocks noGrp="1"/>
          </p:cNvSpPr>
          <p:nvPr>
            <p:ph type="sldNum" idx="12"/>
          </p:nvPr>
        </p:nvSpPr>
        <p:spPr>
          <a:xfrm>
            <a:off x="4627902" y="3137675"/>
            <a:ext cx="488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40</a:t>
            </a:fld>
            <a:r>
              <a:rPr lang="en-US"/>
              <a:t> / 100</a:t>
            </a:r>
            <a:endParaRPr/>
          </a:p>
        </p:txBody>
      </p:sp>
      <p:pic>
        <p:nvPicPr>
          <p:cNvPr id="1313" name="Google Shape;1313;p68"/>
          <p:cNvPicPr preferRelativeResize="0"/>
          <p:nvPr/>
        </p:nvPicPr>
        <p:blipFill>
          <a:blip r:embed="rId4">
            <a:alphaModFix/>
          </a:blip>
          <a:stretch>
            <a:fillRect/>
          </a:stretch>
        </p:blipFill>
        <p:spPr>
          <a:xfrm>
            <a:off x="152400" y="550235"/>
            <a:ext cx="4727636" cy="2435038"/>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8FE9691F-7241-605C-60C2-1B21E5140C00}"/>
                  </a:ext>
                </a:extLst>
              </p14:cNvPr>
              <p14:cNvContentPartPr/>
              <p14:nvPr/>
            </p14:nvContentPartPr>
            <p14:xfrm>
              <a:off x="1618560" y="1649880"/>
              <a:ext cx="843480" cy="1003680"/>
            </p14:xfrm>
          </p:contentPart>
        </mc:Choice>
        <mc:Fallback>
          <p:pic>
            <p:nvPicPr>
              <p:cNvPr id="2" name="Ink 1">
                <a:extLst>
                  <a:ext uri="{FF2B5EF4-FFF2-40B4-BE49-F238E27FC236}">
                    <a16:creationId xmlns:a16="http://schemas.microsoft.com/office/drawing/2014/main" id="{8FE9691F-7241-605C-60C2-1B21E5140C00}"/>
                  </a:ext>
                </a:extLst>
              </p:cNvPr>
              <p:cNvPicPr/>
              <p:nvPr/>
            </p:nvPicPr>
            <p:blipFill>
              <a:blip r:embed="rId6"/>
              <a:stretch>
                <a:fillRect/>
              </a:stretch>
            </p:blipFill>
            <p:spPr>
              <a:xfrm>
                <a:off x="1609200" y="1640520"/>
                <a:ext cx="862200" cy="1022400"/>
              </a:xfrm>
              <a:prstGeom prst="rect">
                <a:avLst/>
              </a:prstGeom>
            </p:spPr>
          </p:pic>
        </mc:Fallback>
      </mc:AlternateContent>
    </p:spTree>
  </p:cSld>
  <p:clrMapOvr>
    <a:masterClrMapping/>
  </p:clrMapOvr>
  <p:transition>
    <p:fade thruBlk="1"/>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17"/>
        <p:cNvGrpSpPr/>
        <p:nvPr/>
      </p:nvGrpSpPr>
      <p:grpSpPr>
        <a:xfrm>
          <a:off x="0" y="0"/>
          <a:ext cx="0" cy="0"/>
          <a:chOff x="0" y="0"/>
          <a:chExt cx="0" cy="0"/>
        </a:xfrm>
      </p:grpSpPr>
      <p:sp>
        <p:nvSpPr>
          <p:cNvPr id="1318" name="Google Shape;1318;p6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C</a:t>
            </a:r>
            <a:r>
              <a:rPr lang="en-US" cap="small">
                <a:solidFill>
                  <a:srgbClr val="FFFFFF"/>
                </a:solidFill>
              </a:rPr>
              <a:t>ategorical</a:t>
            </a:r>
            <a:r>
              <a:rPr lang="en-US">
                <a:solidFill>
                  <a:srgbClr val="FFFFFF"/>
                </a:solidFill>
              </a:rPr>
              <a:t> C</a:t>
            </a:r>
            <a:r>
              <a:rPr lang="en-US" cap="small">
                <a:solidFill>
                  <a:srgbClr val="FFFFFF"/>
                </a:solidFill>
              </a:rPr>
              <a:t>ross</a:t>
            </a:r>
            <a:r>
              <a:rPr lang="en-US">
                <a:solidFill>
                  <a:srgbClr val="FFFFFF"/>
                </a:solidFill>
              </a:rPr>
              <a:t>-E</a:t>
            </a:r>
            <a:r>
              <a:rPr lang="en-US" cap="small">
                <a:solidFill>
                  <a:srgbClr val="FFFFFF"/>
                </a:solidFill>
              </a:rPr>
              <a:t>ntropy</a:t>
            </a:r>
            <a:r>
              <a:rPr lang="en-US">
                <a:solidFill>
                  <a:srgbClr val="FFFFFF"/>
                </a:solidFill>
              </a:rPr>
              <a:t>?</a:t>
            </a:r>
            <a:endParaRPr/>
          </a:p>
        </p:txBody>
      </p:sp>
      <p:grpSp>
        <p:nvGrpSpPr>
          <p:cNvPr id="1319" name="Google Shape;1319;p69"/>
          <p:cNvGrpSpPr/>
          <p:nvPr/>
        </p:nvGrpSpPr>
        <p:grpSpPr>
          <a:xfrm>
            <a:off x="0" y="3141936"/>
            <a:ext cx="5760262" cy="92075"/>
            <a:chOff x="0" y="3141936"/>
            <a:chExt cx="5760262" cy="92075"/>
          </a:xfrm>
        </p:grpSpPr>
        <p:sp>
          <p:nvSpPr>
            <p:cNvPr id="1320" name="Google Shape;1320;p6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21" name="Google Shape;1321;p6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22" name="Google Shape;1322;p6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23" name="Google Shape;1323;p6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324" name="Google Shape;1324;p6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325" name="Google Shape;1325;p69"/>
          <p:cNvSpPr txBox="1">
            <a:spLocks noGrp="1"/>
          </p:cNvSpPr>
          <p:nvPr>
            <p:ph type="sldNum" idx="12"/>
          </p:nvPr>
        </p:nvSpPr>
        <p:spPr>
          <a:xfrm>
            <a:off x="4627902" y="3137675"/>
            <a:ext cx="50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41</a:t>
            </a:fld>
            <a:r>
              <a:rPr lang="en-US"/>
              <a:t> / 100</a:t>
            </a:r>
            <a:endParaRPr/>
          </a:p>
        </p:txBody>
      </p:sp>
      <p:pic>
        <p:nvPicPr>
          <p:cNvPr id="1326" name="Google Shape;1326;p69"/>
          <p:cNvPicPr preferRelativeResize="0"/>
          <p:nvPr/>
        </p:nvPicPr>
        <p:blipFill>
          <a:blip r:embed="rId4">
            <a:alphaModFix/>
          </a:blip>
          <a:stretch>
            <a:fillRect/>
          </a:stretch>
        </p:blipFill>
        <p:spPr>
          <a:xfrm>
            <a:off x="152400" y="459150"/>
            <a:ext cx="4634696" cy="2651475"/>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E442F3A9-5885-80DD-A377-E21B14051B92}"/>
                  </a:ext>
                </a:extLst>
              </p14:cNvPr>
              <p14:cNvContentPartPr/>
              <p14:nvPr/>
            </p14:nvContentPartPr>
            <p14:xfrm>
              <a:off x="923400" y="379440"/>
              <a:ext cx="4666680" cy="2554920"/>
            </p14:xfrm>
          </p:contentPart>
        </mc:Choice>
        <mc:Fallback>
          <p:pic>
            <p:nvPicPr>
              <p:cNvPr id="2" name="Ink 1">
                <a:extLst>
                  <a:ext uri="{FF2B5EF4-FFF2-40B4-BE49-F238E27FC236}">
                    <a16:creationId xmlns:a16="http://schemas.microsoft.com/office/drawing/2014/main" id="{E442F3A9-5885-80DD-A377-E21B14051B92}"/>
                  </a:ext>
                </a:extLst>
              </p:cNvPr>
              <p:cNvPicPr/>
              <p:nvPr/>
            </p:nvPicPr>
            <p:blipFill>
              <a:blip r:embed="rId6"/>
              <a:stretch>
                <a:fillRect/>
              </a:stretch>
            </p:blipFill>
            <p:spPr>
              <a:xfrm>
                <a:off x="914040" y="370080"/>
                <a:ext cx="4685400" cy="2573640"/>
              </a:xfrm>
              <a:prstGeom prst="rect">
                <a:avLst/>
              </a:prstGeom>
            </p:spPr>
          </p:pic>
        </mc:Fallback>
      </mc:AlternateContent>
    </p:spTree>
  </p:cSld>
  <p:clrMapOvr>
    <a:masterClrMapping/>
  </p:clrMapOvr>
  <p:transition>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330"/>
        <p:cNvGrpSpPr/>
        <p:nvPr/>
      </p:nvGrpSpPr>
      <p:grpSpPr>
        <a:xfrm>
          <a:off x="0" y="0"/>
          <a:ext cx="0" cy="0"/>
          <a:chOff x="0" y="0"/>
          <a:chExt cx="0" cy="0"/>
        </a:xfrm>
      </p:grpSpPr>
      <p:sp>
        <p:nvSpPr>
          <p:cNvPr id="1331" name="Google Shape;1331;p70"/>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332" name="Google Shape;1332;p70"/>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333" name="Google Shape;1333;p70"/>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334" name="Google Shape;1334;p70"/>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335" name="Google Shape;1335;p70"/>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336" name="Google Shape;1336;p70"/>
          <p:cNvGrpSpPr/>
          <p:nvPr/>
        </p:nvGrpSpPr>
        <p:grpSpPr>
          <a:xfrm>
            <a:off x="343662" y="887310"/>
            <a:ext cx="302196" cy="873227"/>
            <a:chOff x="343662" y="887310"/>
            <a:chExt cx="302196" cy="873227"/>
          </a:xfrm>
        </p:grpSpPr>
        <p:pic>
          <p:nvPicPr>
            <p:cNvPr id="1337" name="Google Shape;1337;p70"/>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338" name="Google Shape;1338;p70"/>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339" name="Google Shape;1339;p70"/>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340" name="Google Shape;1340;p70"/>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341" name="Google Shape;1341;p70"/>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342" name="Google Shape;1342;p70"/>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343" name="Google Shape;1343;p70"/>
          <p:cNvGrpSpPr/>
          <p:nvPr/>
        </p:nvGrpSpPr>
        <p:grpSpPr>
          <a:xfrm>
            <a:off x="343662" y="1821865"/>
            <a:ext cx="302196" cy="1056691"/>
            <a:chOff x="343662" y="1821865"/>
            <a:chExt cx="302196" cy="1056691"/>
          </a:xfrm>
        </p:grpSpPr>
        <p:pic>
          <p:nvPicPr>
            <p:cNvPr id="1344" name="Google Shape;1344;p70"/>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345" name="Google Shape;1345;p70"/>
            <p:cNvPicPr preferRelativeResize="0"/>
            <p:nvPr/>
          </p:nvPicPr>
          <p:blipFill rotWithShape="1">
            <a:blip r:embed="rId11">
              <a:alphaModFix/>
            </a:blip>
            <a:srcRect/>
            <a:stretch/>
          </p:blipFill>
          <p:spPr>
            <a:xfrm>
              <a:off x="576567" y="2011794"/>
              <a:ext cx="69291" cy="69291"/>
            </a:xfrm>
            <a:prstGeom prst="rect">
              <a:avLst/>
            </a:prstGeom>
            <a:noFill/>
            <a:ln>
              <a:noFill/>
            </a:ln>
          </p:spPr>
        </p:pic>
        <p:pic>
          <p:nvPicPr>
            <p:cNvPr id="1346" name="Google Shape;1346;p70"/>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347" name="Google Shape;1347;p70"/>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348" name="Google Shape;1348;p70"/>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349" name="Google Shape;1349;p70"/>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350" name="Google Shape;1350;p70"/>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sp>
        <p:nvSpPr>
          <p:cNvPr id="1351" name="Google Shape;1351;p70"/>
          <p:cNvSpPr txBox="1"/>
          <p:nvPr/>
        </p:nvSpPr>
        <p:spPr>
          <a:xfrm>
            <a:off x="563029" y="391144"/>
            <a:ext cx="3380700" cy="24753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6"/>
              </a:rPr>
              <a:t>C</a:t>
            </a:r>
            <a:r>
              <a:rPr lang="en-US" sz="1300" u="sng" cap="small">
                <a:solidFill>
                  <a:schemeClr val="hlink"/>
                </a:solidFill>
                <a:latin typeface="Bookman Old Style"/>
                <a:ea typeface="Bookman Old Style"/>
                <a:cs typeface="Bookman Old Style"/>
                <a:sym typeface="Bookman Old Style"/>
                <a:hlinkClick r:id="rId16"/>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B</a:t>
            </a:r>
            <a:r>
              <a:rPr lang="en-US" sz="1300" u="sng" cap="small">
                <a:solidFill>
                  <a:schemeClr val="hlink"/>
                </a:solidFill>
                <a:latin typeface="Bookman Old Style"/>
                <a:ea typeface="Bookman Old Style"/>
                <a:cs typeface="Bookman Old Style"/>
                <a:sym typeface="Bookman Old Style"/>
                <a:hlinkClick r:id="rId17"/>
              </a:rPr>
              <a:t>inary</a:t>
            </a:r>
            <a:r>
              <a:rPr lang="en-US" sz="1300" u="sng">
                <a:solidFill>
                  <a:schemeClr val="hlink"/>
                </a:solidFill>
                <a:latin typeface="Bookman Old Style"/>
                <a:ea typeface="Bookman Old Style"/>
                <a:cs typeface="Bookman Old Style"/>
                <a:sym typeface="Bookman Old Style"/>
                <a:hlinkClick r:id="rId17"/>
              </a:rPr>
              <a:t> 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8"/>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19"/>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1"/>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2"/>
              </a:rPr>
              <a:t>M</a:t>
            </a:r>
            <a:r>
              <a:rPr lang="en-US" sz="1300" u="sng" cap="small">
                <a:solidFill>
                  <a:schemeClr val="hlink"/>
                </a:solidFill>
                <a:latin typeface="Bookman Old Style"/>
                <a:ea typeface="Bookman Old Style"/>
                <a:cs typeface="Bookman Old Style"/>
                <a:sym typeface="Bookman Old Style"/>
                <a:hlinkClick r:id="rId22"/>
              </a:rPr>
              <a:t>ulti</a:t>
            </a:r>
            <a:r>
              <a:rPr lang="en-US" sz="1300" u="sng">
                <a:solidFill>
                  <a:schemeClr val="hlink"/>
                </a:solidFill>
                <a:latin typeface="Bookman Old Style"/>
                <a:ea typeface="Bookman Old Style"/>
                <a:cs typeface="Bookman Old Style"/>
                <a:sym typeface="Bookman Old Style"/>
                <a:hlinkClick r:id="rId22"/>
              </a:rPr>
              <a:t>-</a:t>
            </a:r>
            <a:r>
              <a:rPr lang="en-US" sz="1300" u="sng" cap="small">
                <a:solidFill>
                  <a:schemeClr val="hlink"/>
                </a:solidFill>
                <a:latin typeface="Bookman Old Style"/>
                <a:ea typeface="Bookman Old Style"/>
                <a:cs typeface="Bookman Old Style"/>
                <a:sym typeface="Bookman Old Style"/>
                <a:hlinkClick r:id="rId22"/>
              </a:rPr>
              <a:t>class</a:t>
            </a:r>
            <a:r>
              <a:rPr lang="en-US" sz="1300" u="sng">
                <a:solidFill>
                  <a:schemeClr val="hlink"/>
                </a:solidFill>
                <a:latin typeface="Bookman Old Style"/>
                <a:ea typeface="Bookman Old Style"/>
                <a:cs typeface="Bookman Old Style"/>
                <a:sym typeface="Bookman Old Style"/>
                <a:hlinkClick r:id="rId22"/>
              </a:rPr>
              <a:t> C</a:t>
            </a:r>
            <a:r>
              <a:rPr lang="en-US" sz="1300" u="sng" cap="small">
                <a:solidFill>
                  <a:schemeClr val="hlink"/>
                </a:solidFill>
                <a:latin typeface="Bookman Old Style"/>
                <a:ea typeface="Bookman Old Style"/>
                <a:cs typeface="Bookman Old Style"/>
                <a:sym typeface="Bookman Old Style"/>
                <a:hlinkClick r:id="rId22"/>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3"/>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4"/>
              </a:rPr>
              <a:t>Mini-batch Stochastic Gradient Descent</a:t>
            </a:r>
            <a:r>
              <a:rPr lang="en-US" sz="950">
                <a:latin typeface="Arial"/>
                <a:ea typeface="Arial"/>
                <a:cs typeface="Arial"/>
                <a:sym typeface="Arial"/>
              </a:rPr>
              <a:t> </a:t>
            </a:r>
            <a:r>
              <a:rPr lang="en-US" sz="950" u="sng">
                <a:solidFill>
                  <a:schemeClr val="hlink"/>
                </a:solidFill>
                <a:latin typeface="Arial"/>
                <a:ea typeface="Arial"/>
                <a:cs typeface="Arial"/>
                <a:sym typeface="Arial"/>
                <a:hlinkClick r:id="rId25"/>
              </a:rPr>
              <a:t>Multiclass Classification: Worked Example</a:t>
            </a:r>
            <a:r>
              <a:rPr lang="en-US" sz="950">
                <a:solidFill>
                  <a:srgbClr val="CCCCCC"/>
                </a:solidFill>
                <a:latin typeface="Arial"/>
                <a:ea typeface="Arial"/>
                <a:cs typeface="Arial"/>
                <a:sym typeface="Arial"/>
              </a:rPr>
              <a:t> </a:t>
            </a:r>
            <a:r>
              <a:rPr lang="en-US" sz="950" u="sng">
                <a:solidFill>
                  <a:schemeClr val="hlink"/>
                </a:solidFill>
                <a:latin typeface="Arial"/>
                <a:ea typeface="Arial"/>
                <a:cs typeface="Arial"/>
                <a:sym typeface="Arial"/>
                <a:hlinkClick r:id="rId26"/>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7"/>
              </a:rPr>
              <a:t>Multiclass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8"/>
              </a:rPr>
              <a:t>I</a:t>
            </a:r>
            <a:r>
              <a:rPr lang="en-US" sz="1300" u="sng" cap="small">
                <a:solidFill>
                  <a:schemeClr val="hlink"/>
                </a:solidFill>
                <a:latin typeface="Bookman Old Style"/>
                <a:ea typeface="Bookman Old Style"/>
                <a:cs typeface="Bookman Old Style"/>
                <a:sym typeface="Bookman Old Style"/>
                <a:hlinkClick r:id="rId28"/>
              </a:rPr>
              <a:t>mplementation</a:t>
            </a:r>
            <a:r>
              <a:rPr lang="en-US" sz="1300" u="sng">
                <a:solidFill>
                  <a:schemeClr val="hlink"/>
                </a:solidFill>
                <a:latin typeface="Bookman Old Style"/>
                <a:ea typeface="Bookman Old Style"/>
                <a:cs typeface="Bookman Old Style"/>
                <a:sym typeface="Bookman Old Style"/>
                <a:hlinkClick r:id="rId28"/>
              </a:rPr>
              <a:t> T</a:t>
            </a:r>
            <a:r>
              <a:rPr lang="en-US" sz="1300" u="sng" cap="small">
                <a:solidFill>
                  <a:schemeClr val="hlink"/>
                </a:solidFill>
                <a:latin typeface="Bookman Old Style"/>
                <a:ea typeface="Bookman Old Style"/>
                <a:cs typeface="Bookman Old Style"/>
                <a:sym typeface="Bookman Old Style"/>
                <a:hlinkClick r:id="rId28"/>
              </a:rPr>
              <a:t>ips</a:t>
            </a:r>
            <a:r>
              <a:rPr lang="en-US" sz="1300" u="sng">
                <a:solidFill>
                  <a:schemeClr val="hlink"/>
                </a:solidFill>
                <a:latin typeface="Bookman Old Style"/>
                <a:ea typeface="Bookman Old Style"/>
                <a:cs typeface="Bookman Old Style"/>
                <a:sym typeface="Bookman Old Style"/>
                <a:hlinkClick r:id="rId28"/>
              </a:rPr>
              <a:t> </a:t>
            </a:r>
            <a:r>
              <a:rPr lang="en-US" sz="1300" u="sng" cap="small">
                <a:solidFill>
                  <a:schemeClr val="hlink"/>
                </a:solidFill>
                <a:latin typeface="Bookman Old Style"/>
                <a:ea typeface="Bookman Old Style"/>
                <a:cs typeface="Bookman Old Style"/>
                <a:sym typeface="Bookman Old Style"/>
                <a:hlinkClick r:id="rId28"/>
              </a:rPr>
              <a:t>and</a:t>
            </a:r>
            <a:r>
              <a:rPr lang="en-US" sz="1300" u="sng">
                <a:solidFill>
                  <a:schemeClr val="hlink"/>
                </a:solidFill>
                <a:latin typeface="Bookman Old Style"/>
                <a:ea typeface="Bookman Old Style"/>
                <a:cs typeface="Bookman Old Style"/>
                <a:sym typeface="Bookman Old Style"/>
                <a:hlinkClick r:id="rId28"/>
              </a:rPr>
              <a:t> D</a:t>
            </a:r>
            <a:r>
              <a:rPr lang="en-US" sz="1300" u="sng" cap="small">
                <a:solidFill>
                  <a:schemeClr val="hlink"/>
                </a:solidFill>
                <a:latin typeface="Bookman Old Style"/>
                <a:ea typeface="Bookman Old Style"/>
                <a:cs typeface="Bookman Old Style"/>
                <a:sym typeface="Bookman Old Style"/>
                <a:hlinkClick r:id="rId28"/>
              </a:rPr>
              <a:t>ebugging</a:t>
            </a:r>
            <a:endParaRPr sz="1300">
              <a:latin typeface="Bookman Old Style"/>
              <a:ea typeface="Bookman Old Style"/>
              <a:cs typeface="Bookman Old Style"/>
              <a:sym typeface="Bookman Old Style"/>
            </a:endParaRPr>
          </a:p>
        </p:txBody>
      </p:sp>
      <p:grpSp>
        <p:nvGrpSpPr>
          <p:cNvPr id="1352" name="Google Shape;1352;p70"/>
          <p:cNvGrpSpPr/>
          <p:nvPr/>
        </p:nvGrpSpPr>
        <p:grpSpPr>
          <a:xfrm>
            <a:off x="0" y="2909303"/>
            <a:ext cx="5760262" cy="324708"/>
            <a:chOff x="0" y="2909303"/>
            <a:chExt cx="5760262" cy="324708"/>
          </a:xfrm>
        </p:grpSpPr>
        <p:pic>
          <p:nvPicPr>
            <p:cNvPr id="1353" name="Google Shape;1353;p70"/>
            <p:cNvPicPr preferRelativeResize="0"/>
            <p:nvPr/>
          </p:nvPicPr>
          <p:blipFill rotWithShape="1">
            <a:blip r:embed="rId29">
              <a:alphaModFix/>
            </a:blip>
            <a:srcRect/>
            <a:stretch/>
          </p:blipFill>
          <p:spPr>
            <a:xfrm>
              <a:off x="343662" y="2909303"/>
              <a:ext cx="169964" cy="169964"/>
            </a:xfrm>
            <a:prstGeom prst="rect">
              <a:avLst/>
            </a:prstGeom>
            <a:noFill/>
            <a:ln>
              <a:noFill/>
            </a:ln>
          </p:spPr>
        </p:pic>
        <p:sp>
          <p:nvSpPr>
            <p:cNvPr id="1354" name="Google Shape;1354;p7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55" name="Google Shape;1355;p7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56" name="Google Shape;1356;p7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57" name="Google Shape;1357;p70"/>
          <p:cNvSpPr txBox="1"/>
          <p:nvPr/>
        </p:nvSpPr>
        <p:spPr>
          <a:xfrm>
            <a:off x="563029" y="2890689"/>
            <a:ext cx="841375" cy="348615"/>
          </a:xfrm>
          <a:prstGeom prst="rect">
            <a:avLst/>
          </a:prstGeom>
          <a:noFill/>
          <a:ln>
            <a:noFill/>
          </a:ln>
        </p:spPr>
        <p:txBody>
          <a:bodyPr spcFirstLastPara="1" wrap="square" lIns="0" tIns="0" rIns="0" bIns="0" anchor="t" anchorCtr="0">
            <a:spAutoFit/>
          </a:bodyPr>
          <a:lstStyle/>
          <a:p>
            <a:pPr marL="12700" lvl="0" indent="0" algn="l" rtl="0">
              <a:lnSpc>
                <a:spcPct val="103928"/>
              </a:lnSpc>
              <a:spcBef>
                <a:spcPts val="0"/>
              </a:spcBef>
              <a:spcAft>
                <a:spcPts val="0"/>
              </a:spcAft>
              <a:buNone/>
            </a:pPr>
            <a:r>
              <a:rPr lang="en-US" sz="1400" u="sng">
                <a:solidFill>
                  <a:schemeClr val="hlink"/>
                </a:solidFill>
                <a:latin typeface="Bookman Old Style"/>
                <a:ea typeface="Bookman Old Style"/>
                <a:cs typeface="Bookman Old Style"/>
                <a:sym typeface="Bookman Old Style"/>
                <a:hlinkClick r:id="rId30"/>
              </a:rPr>
              <a:t>S</a:t>
            </a:r>
            <a:r>
              <a:rPr lang="en-US" sz="1400" u="sng" cap="small">
                <a:solidFill>
                  <a:schemeClr val="hlink"/>
                </a:solidFill>
                <a:latin typeface="Bookman Old Style"/>
                <a:ea typeface="Bookman Old Style"/>
                <a:cs typeface="Bookman Old Style"/>
                <a:sym typeface="Bookman Old Style"/>
                <a:hlinkClick r:id="rId30"/>
              </a:rPr>
              <a:t>ummary</a:t>
            </a:r>
            <a:endParaRPr sz="1400">
              <a:latin typeface="Bookman Old Style"/>
              <a:ea typeface="Bookman Old Style"/>
              <a:cs typeface="Bookman Old Style"/>
              <a:sym typeface="Bookman Old Style"/>
            </a:endParaRPr>
          </a:p>
          <a:p>
            <a:pPr marL="21590" lvl="0" indent="0" algn="l" rtl="0">
              <a:lnSpc>
                <a:spcPct val="100000"/>
              </a:lnSpc>
              <a:spcBef>
                <a:spcPts val="434"/>
              </a:spcBef>
              <a:spcAft>
                <a:spcPts val="0"/>
              </a:spcAft>
              <a:buNone/>
            </a:pPr>
            <a:r>
              <a:rPr lang="en-US" sz="600">
                <a:latin typeface="Bookman Old Style"/>
                <a:ea typeface="Bookman Old Style"/>
                <a:cs typeface="Bookman Old Style"/>
                <a:sym typeface="Bookman Old Style"/>
              </a:rPr>
              <a:t>BITS P</a:t>
            </a:r>
            <a:r>
              <a:rPr lang="en-US" sz="600" cap="small">
                <a:latin typeface="Bookman Old Style"/>
                <a:ea typeface="Bookman Old Style"/>
                <a:cs typeface="Bookman Old Style"/>
                <a:sym typeface="Bookman Old Style"/>
              </a:rPr>
              <a:t>ilani</a:t>
            </a:r>
            <a:r>
              <a:rPr lang="en-US" sz="600">
                <a:latin typeface="Bookman Old Style"/>
                <a:ea typeface="Bookman Old Style"/>
                <a:cs typeface="Bookman Old Style"/>
                <a:sym typeface="Bookman Old Style"/>
              </a:rPr>
              <a:t> WILP</a:t>
            </a:r>
            <a:endParaRPr sz="600">
              <a:latin typeface="Bookman Old Style"/>
              <a:ea typeface="Bookman Old Style"/>
              <a:cs typeface="Bookman Old Style"/>
              <a:sym typeface="Bookman Old Style"/>
            </a:endParaRPr>
          </a:p>
        </p:txBody>
      </p:sp>
      <p:sp>
        <p:nvSpPr>
          <p:cNvPr id="1358" name="Google Shape;1358;p70"/>
          <p:cNvSpPr txBox="1"/>
          <p:nvPr/>
        </p:nvSpPr>
        <p:spPr>
          <a:xfrm>
            <a:off x="387959" y="2938277"/>
            <a:ext cx="81280" cy="127000"/>
          </a:xfrm>
          <a:prstGeom prst="rect">
            <a:avLst/>
          </a:prstGeom>
          <a:noFill/>
          <a:ln>
            <a:noFill/>
          </a:ln>
        </p:spPr>
        <p:txBody>
          <a:bodyPr spcFirstLastPara="1" wrap="square" lIns="0" tIns="0" rIns="0" bIns="0" anchor="t" anchorCtr="0">
            <a:spAutoFit/>
          </a:bodyPr>
          <a:lstStyle/>
          <a:p>
            <a:pPr marL="12700" lvl="0" indent="0" algn="l" rtl="0">
              <a:lnSpc>
                <a:spcPct val="1075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359" name="Google Shape;1359;p7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360" name="Google Shape;1360;p70"/>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42</a:t>
            </a:fld>
            <a:r>
              <a:rPr lang="en-US"/>
              <a:t> / 100</a:t>
            </a:r>
            <a:endParaRPr/>
          </a:p>
        </p:txBody>
      </p:sp>
    </p:spTree>
  </p:cSld>
  <p:clrMapOvr>
    <a:masterClrMapping/>
  </p:clrMapOvr>
  <p:transition>
    <p:fade thruBlk="1"/>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364"/>
        <p:cNvGrpSpPr/>
        <p:nvPr/>
      </p:nvGrpSpPr>
      <p:grpSpPr>
        <a:xfrm>
          <a:off x="0" y="0"/>
          <a:ext cx="0" cy="0"/>
          <a:chOff x="0" y="0"/>
          <a:chExt cx="0" cy="0"/>
        </a:xfrm>
      </p:grpSpPr>
      <p:sp>
        <p:nvSpPr>
          <p:cNvPr id="1365" name="Google Shape;1365;p71"/>
          <p:cNvSpPr txBox="1">
            <a:spLocks noGrp="1"/>
          </p:cNvSpPr>
          <p:nvPr>
            <p:ph type="title"/>
          </p:nvPr>
        </p:nvSpPr>
        <p:spPr>
          <a:xfrm>
            <a:off x="95300" y="109545"/>
            <a:ext cx="3415029"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F</a:t>
            </a:r>
            <a:r>
              <a:rPr lang="en-US" cap="small">
                <a:solidFill>
                  <a:srgbClr val="FFFFFF"/>
                </a:solidFill>
              </a:rPr>
              <a:t>rom</a:t>
            </a:r>
            <a:r>
              <a:rPr lang="en-US">
                <a:solidFill>
                  <a:srgbClr val="FFFFFF"/>
                </a:solidFill>
              </a:rPr>
              <a:t> SGD </a:t>
            </a:r>
            <a:r>
              <a:rPr lang="en-US" cap="small">
                <a:solidFill>
                  <a:srgbClr val="FFFFFF"/>
                </a:solidFill>
              </a:rPr>
              <a:t>to</a:t>
            </a:r>
            <a:r>
              <a:rPr lang="en-US">
                <a:solidFill>
                  <a:srgbClr val="FFFFFF"/>
                </a:solidFill>
              </a:rPr>
              <a:t> 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SGD</a:t>
            </a:r>
            <a:endParaRPr/>
          </a:p>
        </p:txBody>
      </p:sp>
      <p:grpSp>
        <p:nvGrpSpPr>
          <p:cNvPr id="1366" name="Google Shape;1366;p71"/>
          <p:cNvGrpSpPr/>
          <p:nvPr/>
        </p:nvGrpSpPr>
        <p:grpSpPr>
          <a:xfrm>
            <a:off x="513702" y="1006703"/>
            <a:ext cx="69291" cy="2023796"/>
            <a:chOff x="513702" y="1006703"/>
            <a:chExt cx="69291" cy="2023796"/>
          </a:xfrm>
        </p:grpSpPr>
        <p:pic>
          <p:nvPicPr>
            <p:cNvPr id="1367" name="Google Shape;1367;p71"/>
            <p:cNvPicPr preferRelativeResize="0"/>
            <p:nvPr/>
          </p:nvPicPr>
          <p:blipFill rotWithShape="1">
            <a:blip r:embed="rId3">
              <a:alphaModFix/>
            </a:blip>
            <a:srcRect/>
            <a:stretch/>
          </p:blipFill>
          <p:spPr>
            <a:xfrm>
              <a:off x="513702" y="1006703"/>
              <a:ext cx="69291" cy="69291"/>
            </a:xfrm>
            <a:prstGeom prst="rect">
              <a:avLst/>
            </a:prstGeom>
            <a:noFill/>
            <a:ln>
              <a:noFill/>
            </a:ln>
          </p:spPr>
        </p:pic>
        <p:pic>
          <p:nvPicPr>
            <p:cNvPr id="1368" name="Google Shape;1368;p71"/>
            <p:cNvPicPr preferRelativeResize="0"/>
            <p:nvPr/>
          </p:nvPicPr>
          <p:blipFill rotWithShape="1">
            <a:blip r:embed="rId4">
              <a:alphaModFix/>
            </a:blip>
            <a:srcRect/>
            <a:stretch/>
          </p:blipFill>
          <p:spPr>
            <a:xfrm>
              <a:off x="513702" y="1206245"/>
              <a:ext cx="69291" cy="69291"/>
            </a:xfrm>
            <a:prstGeom prst="rect">
              <a:avLst/>
            </a:prstGeom>
            <a:noFill/>
            <a:ln>
              <a:noFill/>
            </a:ln>
          </p:spPr>
        </p:pic>
        <p:pic>
          <p:nvPicPr>
            <p:cNvPr id="1369" name="Google Shape;1369;p71"/>
            <p:cNvPicPr preferRelativeResize="0"/>
            <p:nvPr/>
          </p:nvPicPr>
          <p:blipFill rotWithShape="1">
            <a:blip r:embed="rId5">
              <a:alphaModFix/>
            </a:blip>
            <a:srcRect/>
            <a:stretch/>
          </p:blipFill>
          <p:spPr>
            <a:xfrm>
              <a:off x="513702" y="1684629"/>
              <a:ext cx="69291" cy="69291"/>
            </a:xfrm>
            <a:prstGeom prst="rect">
              <a:avLst/>
            </a:prstGeom>
            <a:noFill/>
            <a:ln>
              <a:noFill/>
            </a:ln>
          </p:spPr>
        </p:pic>
        <p:pic>
          <p:nvPicPr>
            <p:cNvPr id="1370" name="Google Shape;1370;p71"/>
            <p:cNvPicPr preferRelativeResize="0"/>
            <p:nvPr/>
          </p:nvPicPr>
          <p:blipFill rotWithShape="1">
            <a:blip r:embed="rId6">
              <a:alphaModFix/>
            </a:blip>
            <a:srcRect/>
            <a:stretch/>
          </p:blipFill>
          <p:spPr>
            <a:xfrm>
              <a:off x="513702" y="1884184"/>
              <a:ext cx="69291" cy="69291"/>
            </a:xfrm>
            <a:prstGeom prst="rect">
              <a:avLst/>
            </a:prstGeom>
            <a:noFill/>
            <a:ln>
              <a:noFill/>
            </a:ln>
          </p:spPr>
        </p:pic>
        <p:pic>
          <p:nvPicPr>
            <p:cNvPr id="1371" name="Google Shape;1371;p71"/>
            <p:cNvPicPr preferRelativeResize="0"/>
            <p:nvPr/>
          </p:nvPicPr>
          <p:blipFill rotWithShape="1">
            <a:blip r:embed="rId7">
              <a:alphaModFix/>
            </a:blip>
            <a:srcRect/>
            <a:stretch/>
          </p:blipFill>
          <p:spPr>
            <a:xfrm>
              <a:off x="513702" y="2362568"/>
              <a:ext cx="69291" cy="69291"/>
            </a:xfrm>
            <a:prstGeom prst="rect">
              <a:avLst/>
            </a:prstGeom>
            <a:noFill/>
            <a:ln>
              <a:noFill/>
            </a:ln>
          </p:spPr>
        </p:pic>
        <p:pic>
          <p:nvPicPr>
            <p:cNvPr id="1372" name="Google Shape;1372;p71"/>
            <p:cNvPicPr preferRelativeResize="0"/>
            <p:nvPr/>
          </p:nvPicPr>
          <p:blipFill rotWithShape="1">
            <a:blip r:embed="rId8">
              <a:alphaModFix/>
            </a:blip>
            <a:srcRect/>
            <a:stretch/>
          </p:blipFill>
          <p:spPr>
            <a:xfrm>
              <a:off x="513702" y="2562110"/>
              <a:ext cx="69291" cy="69291"/>
            </a:xfrm>
            <a:prstGeom prst="rect">
              <a:avLst/>
            </a:prstGeom>
            <a:noFill/>
            <a:ln>
              <a:noFill/>
            </a:ln>
          </p:spPr>
        </p:pic>
        <p:pic>
          <p:nvPicPr>
            <p:cNvPr id="1373" name="Google Shape;1373;p71"/>
            <p:cNvPicPr preferRelativeResize="0"/>
            <p:nvPr/>
          </p:nvPicPr>
          <p:blipFill rotWithShape="1">
            <a:blip r:embed="rId9">
              <a:alphaModFix/>
            </a:blip>
            <a:srcRect/>
            <a:stretch/>
          </p:blipFill>
          <p:spPr>
            <a:xfrm>
              <a:off x="513702" y="2761652"/>
              <a:ext cx="69291" cy="69291"/>
            </a:xfrm>
            <a:prstGeom prst="rect">
              <a:avLst/>
            </a:prstGeom>
            <a:noFill/>
            <a:ln>
              <a:noFill/>
            </a:ln>
          </p:spPr>
        </p:pic>
        <p:pic>
          <p:nvPicPr>
            <p:cNvPr id="1374" name="Google Shape;1374;p71"/>
            <p:cNvPicPr preferRelativeResize="0"/>
            <p:nvPr/>
          </p:nvPicPr>
          <p:blipFill rotWithShape="1">
            <a:blip r:embed="rId10">
              <a:alphaModFix/>
            </a:blip>
            <a:srcRect/>
            <a:stretch/>
          </p:blipFill>
          <p:spPr>
            <a:xfrm>
              <a:off x="513702" y="2961208"/>
              <a:ext cx="69291" cy="69291"/>
            </a:xfrm>
            <a:prstGeom prst="rect">
              <a:avLst/>
            </a:prstGeom>
            <a:noFill/>
            <a:ln>
              <a:noFill/>
            </a:ln>
          </p:spPr>
        </p:pic>
      </p:grpSp>
      <p:sp>
        <p:nvSpPr>
          <p:cNvPr id="1375" name="Google Shape;1375;p71"/>
          <p:cNvSpPr txBox="1"/>
          <p:nvPr/>
        </p:nvSpPr>
        <p:spPr>
          <a:xfrm>
            <a:off x="459575" y="379050"/>
            <a:ext cx="4424100" cy="2637600"/>
          </a:xfrm>
          <a:prstGeom prst="rect">
            <a:avLst/>
          </a:prstGeom>
          <a:noFill/>
          <a:ln>
            <a:noFill/>
          </a:ln>
        </p:spPr>
        <p:txBody>
          <a:bodyPr spcFirstLastPara="1" wrap="square" lIns="0" tIns="107300" rIns="0" bIns="0" anchor="t" anchorCtr="0">
            <a:spAutoFit/>
          </a:bodyPr>
          <a:lstStyle/>
          <a:p>
            <a:pPr marL="12700" lvl="0" indent="0" algn="l" rtl="0">
              <a:lnSpc>
                <a:spcPct val="100000"/>
              </a:lnSpc>
              <a:spcBef>
                <a:spcPts val="0"/>
              </a:spcBef>
              <a:spcAft>
                <a:spcPts val="0"/>
              </a:spcAft>
              <a:buNone/>
            </a:pPr>
            <a:r>
              <a:rPr lang="en-US" sz="950">
                <a:solidFill>
                  <a:srgbClr val="BF003F"/>
                </a:solidFill>
                <a:latin typeface="Arial"/>
                <a:ea typeface="Arial"/>
                <a:cs typeface="Arial"/>
                <a:sym typeface="Arial"/>
              </a:rPr>
              <a:t>Recap: Gradient Descent Variants</a:t>
            </a:r>
            <a:endParaRPr sz="950">
              <a:latin typeface="Arial"/>
              <a:ea typeface="Arial"/>
              <a:cs typeface="Arial"/>
              <a:sym typeface="Arial"/>
            </a:endParaRPr>
          </a:p>
          <a:p>
            <a:pPr marL="172085" lvl="0" indent="-153035" algn="l" rtl="0">
              <a:lnSpc>
                <a:spcPct val="100000"/>
              </a:lnSpc>
              <a:spcBef>
                <a:spcPts val="750"/>
              </a:spcBef>
              <a:spcAft>
                <a:spcPts val="0"/>
              </a:spcAft>
              <a:buClr>
                <a:srgbClr val="1B1472"/>
              </a:buClr>
              <a:buSzPts val="950"/>
              <a:buFont typeface="Arial"/>
              <a:buAutoNum type="arabicPeriod"/>
            </a:pPr>
            <a:r>
              <a:rPr lang="en-US" sz="950">
                <a:solidFill>
                  <a:srgbClr val="1B1472"/>
                </a:solidFill>
                <a:latin typeface="Arial"/>
                <a:ea typeface="Arial"/>
                <a:cs typeface="Arial"/>
                <a:sym typeface="Arial"/>
              </a:rPr>
              <a:t>Batch Gradient Descent:</a:t>
            </a:r>
            <a:endParaRPr sz="950">
              <a:latin typeface="Arial"/>
              <a:ea typeface="Arial"/>
              <a:cs typeface="Arial"/>
              <a:sym typeface="Arial"/>
            </a:endParaRPr>
          </a:p>
          <a:p>
            <a:pPr marL="309880" marR="1504315" lvl="0" indent="0" algn="l" rtl="0">
              <a:lnSpc>
                <a:spcPct val="124700"/>
              </a:lnSpc>
              <a:spcBef>
                <a:spcPts val="30"/>
              </a:spcBef>
              <a:spcAft>
                <a:spcPts val="0"/>
              </a:spcAft>
              <a:buNone/>
            </a:pPr>
            <a:r>
              <a:rPr lang="en-US" sz="950">
                <a:latin typeface="Arial"/>
                <a:ea typeface="Arial"/>
                <a:cs typeface="Arial"/>
                <a:sym typeface="Arial"/>
              </a:rPr>
              <a:t>Uses </a:t>
            </a:r>
            <a:r>
              <a:rPr lang="en-US" sz="950" b="1">
                <a:latin typeface="Arial"/>
                <a:ea typeface="Arial"/>
                <a:cs typeface="Arial"/>
                <a:sym typeface="Arial"/>
              </a:rPr>
              <a:t>all </a:t>
            </a:r>
            <a:r>
              <a:rPr lang="en-US" sz="950" i="1">
                <a:latin typeface="Arial"/>
                <a:ea typeface="Arial"/>
                <a:cs typeface="Arial"/>
                <a:sym typeface="Arial"/>
              </a:rPr>
              <a:t>N </a:t>
            </a:r>
            <a:r>
              <a:rPr lang="en-US" sz="950">
                <a:latin typeface="Arial"/>
                <a:ea typeface="Arial"/>
                <a:cs typeface="Arial"/>
                <a:sym typeface="Arial"/>
              </a:rPr>
              <a:t>examples per update </a:t>
            </a:r>
            <a:endParaRPr sz="950">
              <a:latin typeface="Arial"/>
              <a:ea typeface="Arial"/>
              <a:cs typeface="Arial"/>
              <a:sym typeface="Arial"/>
            </a:endParaRPr>
          </a:p>
          <a:p>
            <a:pPr marL="309880" marR="1504315" lvl="0" indent="0" algn="l" rtl="0">
              <a:lnSpc>
                <a:spcPct val="124700"/>
              </a:lnSpc>
              <a:spcBef>
                <a:spcPts val="30"/>
              </a:spcBef>
              <a:spcAft>
                <a:spcPts val="0"/>
              </a:spcAft>
              <a:buNone/>
            </a:pPr>
            <a:r>
              <a:rPr lang="en-US" sz="950">
                <a:latin typeface="Arial"/>
                <a:ea typeface="Arial"/>
                <a:cs typeface="Arial"/>
                <a:sym typeface="Arial"/>
              </a:rPr>
              <a:t>Slow but stable, accurate gradient</a:t>
            </a:r>
            <a:endParaRPr sz="950">
              <a:latin typeface="Arial"/>
              <a:ea typeface="Arial"/>
              <a:cs typeface="Arial"/>
              <a:sym typeface="Arial"/>
            </a:endParaRPr>
          </a:p>
          <a:p>
            <a:pPr marL="171450" marR="1382395" lvl="0" indent="-153035" algn="l" rtl="0">
              <a:lnSpc>
                <a:spcPct val="125800"/>
              </a:lnSpc>
              <a:spcBef>
                <a:spcPts val="580"/>
              </a:spcBef>
              <a:spcAft>
                <a:spcPts val="0"/>
              </a:spcAft>
              <a:buClr>
                <a:srgbClr val="1B1472"/>
              </a:buClr>
              <a:buSzPts val="950"/>
              <a:buFont typeface="Arial"/>
              <a:buAutoNum type="arabicPeriod" startAt="2"/>
            </a:pPr>
            <a:r>
              <a:rPr lang="en-US" sz="950">
                <a:solidFill>
                  <a:srgbClr val="1B1472"/>
                </a:solidFill>
                <a:latin typeface="Arial"/>
                <a:ea typeface="Arial"/>
                <a:cs typeface="Arial"/>
                <a:sym typeface="Arial"/>
              </a:rPr>
              <a:t>Stochastic Gradient Descent (SGD): 	</a:t>
            </a:r>
            <a:endParaRPr sz="950">
              <a:solidFill>
                <a:srgbClr val="1B1472"/>
              </a:solidFill>
              <a:latin typeface="Arial"/>
              <a:ea typeface="Arial"/>
              <a:cs typeface="Arial"/>
              <a:sym typeface="Arial"/>
            </a:endParaRPr>
          </a:p>
          <a:p>
            <a:pPr marL="457200" marR="1382395" lvl="0" indent="0" algn="l" rtl="0">
              <a:lnSpc>
                <a:spcPct val="125800"/>
              </a:lnSpc>
              <a:spcBef>
                <a:spcPts val="580"/>
              </a:spcBef>
              <a:spcAft>
                <a:spcPts val="0"/>
              </a:spcAft>
              <a:buNone/>
            </a:pPr>
            <a:r>
              <a:rPr lang="en-US" sz="850">
                <a:latin typeface="Arial"/>
                <a:ea typeface="Arial"/>
                <a:cs typeface="Arial"/>
                <a:sym typeface="Arial"/>
              </a:rPr>
              <a:t>Uses </a:t>
            </a:r>
            <a:r>
              <a:rPr lang="en-US" sz="850" b="1">
                <a:latin typeface="Arial"/>
                <a:ea typeface="Arial"/>
                <a:cs typeface="Arial"/>
                <a:sym typeface="Arial"/>
              </a:rPr>
              <a:t>1 </a:t>
            </a:r>
            <a:r>
              <a:rPr lang="en-US" sz="850">
                <a:latin typeface="Arial"/>
                <a:ea typeface="Arial"/>
                <a:cs typeface="Arial"/>
                <a:sym typeface="Arial"/>
              </a:rPr>
              <a:t>random example per update 	</a:t>
            </a:r>
            <a:endParaRPr sz="850">
              <a:latin typeface="Arial"/>
              <a:ea typeface="Arial"/>
              <a:cs typeface="Arial"/>
              <a:sym typeface="Arial"/>
            </a:endParaRPr>
          </a:p>
          <a:p>
            <a:pPr marL="457200" marR="1382395" lvl="0" indent="0" algn="l" rtl="0">
              <a:lnSpc>
                <a:spcPct val="125800"/>
              </a:lnSpc>
              <a:spcBef>
                <a:spcPts val="580"/>
              </a:spcBef>
              <a:spcAft>
                <a:spcPts val="0"/>
              </a:spcAft>
              <a:buNone/>
            </a:pPr>
            <a:r>
              <a:rPr lang="en-US" sz="850">
                <a:latin typeface="Arial"/>
                <a:ea typeface="Arial"/>
                <a:cs typeface="Arial"/>
                <a:sym typeface="Arial"/>
              </a:rPr>
              <a:t>Fast but noisy, unstable</a:t>
            </a:r>
            <a:endParaRPr sz="850">
              <a:latin typeface="Arial"/>
              <a:ea typeface="Arial"/>
              <a:cs typeface="Arial"/>
              <a:sym typeface="Arial"/>
            </a:endParaRPr>
          </a:p>
          <a:p>
            <a:pPr marL="172085" lvl="0" indent="-153035" algn="l" rtl="0">
              <a:lnSpc>
                <a:spcPct val="100000"/>
              </a:lnSpc>
              <a:spcBef>
                <a:spcPts val="910"/>
              </a:spcBef>
              <a:spcAft>
                <a:spcPts val="0"/>
              </a:spcAft>
              <a:buClr>
                <a:srgbClr val="1B1472"/>
              </a:buClr>
              <a:buSzPts val="950"/>
              <a:buFont typeface="Arial"/>
              <a:buAutoNum type="arabicPeriod" startAt="2"/>
            </a:pPr>
            <a:r>
              <a:rPr lang="en-US" sz="950">
                <a:solidFill>
                  <a:srgbClr val="1B1472"/>
                </a:solidFill>
                <a:latin typeface="Arial"/>
                <a:ea typeface="Arial"/>
                <a:cs typeface="Arial"/>
                <a:sym typeface="Arial"/>
              </a:rPr>
              <a:t>Mini-batch SGD (Best of both worlds):</a:t>
            </a:r>
            <a:endParaRPr sz="950">
              <a:latin typeface="Arial"/>
              <a:ea typeface="Arial"/>
              <a:cs typeface="Arial"/>
              <a:sym typeface="Arial"/>
            </a:endParaRPr>
          </a:p>
          <a:p>
            <a:pPr marL="309880" marR="5080" lvl="0" indent="0" algn="l" rtl="0">
              <a:lnSpc>
                <a:spcPct val="109100"/>
              </a:lnSpc>
              <a:spcBef>
                <a:spcPts val="55"/>
              </a:spcBef>
              <a:spcAft>
                <a:spcPts val="0"/>
              </a:spcAft>
              <a:buNone/>
            </a:pPr>
            <a:r>
              <a:rPr lang="en-US" sz="950">
                <a:latin typeface="Arial"/>
                <a:ea typeface="Arial"/>
                <a:cs typeface="Arial"/>
                <a:sym typeface="Arial"/>
              </a:rPr>
              <a:t>Uses </a:t>
            </a:r>
            <a:r>
              <a:rPr lang="en-US" sz="950" b="1">
                <a:latin typeface="Arial"/>
                <a:ea typeface="Arial"/>
                <a:cs typeface="Arial"/>
                <a:sym typeface="Arial"/>
              </a:rPr>
              <a:t>small batch </a:t>
            </a:r>
            <a:r>
              <a:rPr lang="en-US" sz="950">
                <a:latin typeface="Arial"/>
                <a:ea typeface="Arial"/>
                <a:cs typeface="Arial"/>
                <a:sym typeface="Arial"/>
              </a:rPr>
              <a:t>of </a:t>
            </a:r>
            <a:r>
              <a:rPr lang="en-US" sz="950" i="1">
                <a:latin typeface="Arial"/>
                <a:ea typeface="Arial"/>
                <a:cs typeface="Arial"/>
                <a:sym typeface="Arial"/>
              </a:rPr>
              <a:t>B </a:t>
            </a:r>
            <a:r>
              <a:rPr lang="en-US" sz="950">
                <a:latin typeface="Arial"/>
                <a:ea typeface="Arial"/>
                <a:cs typeface="Arial"/>
                <a:sym typeface="Arial"/>
              </a:rPr>
              <a:t>examples per update (1 </a:t>
            </a:r>
            <a:r>
              <a:rPr lang="en-US" sz="1100" i="1">
                <a:latin typeface="Bookman Old Style"/>
                <a:ea typeface="Bookman Old Style"/>
                <a:cs typeface="Bookman Old Style"/>
                <a:sym typeface="Bookman Old Style"/>
              </a:rPr>
              <a:t>&lt; </a:t>
            </a:r>
            <a:r>
              <a:rPr lang="en-US" sz="950" i="1">
                <a:latin typeface="Arial"/>
                <a:ea typeface="Arial"/>
                <a:cs typeface="Arial"/>
                <a:sym typeface="Arial"/>
              </a:rPr>
              <a:t>B</a:t>
            </a:r>
            <a:r>
              <a:rPr lang="en-US" sz="1100">
                <a:latin typeface="Lucida Sans"/>
                <a:ea typeface="Lucida Sans"/>
                <a:cs typeface="Lucida Sans"/>
                <a:sym typeface="Lucida Sans"/>
              </a:rPr>
              <a:t> </a:t>
            </a:r>
            <a:r>
              <a:rPr lang="en-US" sz="1100" i="1">
                <a:solidFill>
                  <a:schemeClr val="dk1"/>
                </a:solidFill>
                <a:latin typeface="Bookman Old Style"/>
                <a:ea typeface="Bookman Old Style"/>
                <a:cs typeface="Bookman Old Style"/>
                <a:sym typeface="Bookman Old Style"/>
              </a:rPr>
              <a:t>&lt;&lt;</a:t>
            </a:r>
            <a:r>
              <a:rPr lang="en-US" sz="1100">
                <a:latin typeface="Lucida Sans"/>
                <a:ea typeface="Lucida Sans"/>
                <a:cs typeface="Lucida Sans"/>
                <a:sym typeface="Lucida Sans"/>
              </a:rPr>
              <a:t> </a:t>
            </a:r>
            <a:r>
              <a:rPr lang="en-US" sz="950" i="1">
                <a:latin typeface="Arial"/>
                <a:ea typeface="Arial"/>
                <a:cs typeface="Arial"/>
                <a:sym typeface="Arial"/>
              </a:rPr>
              <a:t>N</a:t>
            </a:r>
            <a:r>
              <a:rPr lang="en-US" sz="950">
                <a:latin typeface="Arial"/>
                <a:ea typeface="Arial"/>
                <a:cs typeface="Arial"/>
                <a:sym typeface="Arial"/>
              </a:rPr>
              <a:t>) </a:t>
            </a:r>
            <a:endParaRPr sz="950">
              <a:latin typeface="Arial"/>
              <a:ea typeface="Arial"/>
              <a:cs typeface="Arial"/>
              <a:sym typeface="Arial"/>
            </a:endParaRPr>
          </a:p>
          <a:p>
            <a:pPr marL="309880" marR="5080" lvl="0" indent="0" algn="l" rtl="0">
              <a:lnSpc>
                <a:spcPct val="109100"/>
              </a:lnSpc>
              <a:spcBef>
                <a:spcPts val="55"/>
              </a:spcBef>
              <a:spcAft>
                <a:spcPts val="0"/>
              </a:spcAft>
              <a:buNone/>
            </a:pPr>
            <a:r>
              <a:rPr lang="en-US" sz="950">
                <a:latin typeface="Arial"/>
                <a:ea typeface="Arial"/>
                <a:cs typeface="Arial"/>
                <a:sym typeface="Arial"/>
              </a:rPr>
              <a:t>Typical batch sizes: </a:t>
            </a:r>
            <a:r>
              <a:rPr lang="en-US" sz="950" i="1">
                <a:latin typeface="Arial"/>
                <a:ea typeface="Arial"/>
                <a:cs typeface="Arial"/>
                <a:sym typeface="Arial"/>
              </a:rPr>
              <a:t>B </a:t>
            </a:r>
            <a:r>
              <a:rPr lang="en-US" sz="1100">
                <a:latin typeface="Lucida Sans"/>
                <a:ea typeface="Lucida Sans"/>
                <a:cs typeface="Lucida Sans"/>
                <a:sym typeface="Lucida Sans"/>
              </a:rPr>
              <a:t>∈ {</a:t>
            </a:r>
            <a:r>
              <a:rPr lang="en-US" sz="950">
                <a:latin typeface="Arial"/>
                <a:ea typeface="Arial"/>
                <a:cs typeface="Arial"/>
                <a:sym typeface="Arial"/>
              </a:rPr>
              <a:t>32</a:t>
            </a:r>
            <a:r>
              <a:rPr lang="en-US" sz="1100" i="1">
                <a:latin typeface="Bookman Old Style"/>
                <a:ea typeface="Bookman Old Style"/>
                <a:cs typeface="Bookman Old Style"/>
                <a:sym typeface="Bookman Old Style"/>
              </a:rPr>
              <a:t>, </a:t>
            </a:r>
            <a:r>
              <a:rPr lang="en-US" sz="950">
                <a:latin typeface="Arial"/>
                <a:ea typeface="Arial"/>
                <a:cs typeface="Arial"/>
                <a:sym typeface="Arial"/>
              </a:rPr>
              <a:t>64</a:t>
            </a:r>
            <a:r>
              <a:rPr lang="en-US" sz="1100" i="1">
                <a:latin typeface="Bookman Old Style"/>
                <a:ea typeface="Bookman Old Style"/>
                <a:cs typeface="Bookman Old Style"/>
                <a:sym typeface="Bookman Old Style"/>
              </a:rPr>
              <a:t>, </a:t>
            </a:r>
            <a:r>
              <a:rPr lang="en-US" sz="950">
                <a:latin typeface="Arial"/>
                <a:ea typeface="Arial"/>
                <a:cs typeface="Arial"/>
                <a:sym typeface="Arial"/>
              </a:rPr>
              <a:t>128</a:t>
            </a:r>
            <a:r>
              <a:rPr lang="en-US" sz="1100" i="1">
                <a:latin typeface="Bookman Old Style"/>
                <a:ea typeface="Bookman Old Style"/>
                <a:cs typeface="Bookman Old Style"/>
                <a:sym typeface="Bookman Old Style"/>
              </a:rPr>
              <a:t>, </a:t>
            </a:r>
            <a:r>
              <a:rPr lang="en-US" sz="950">
                <a:latin typeface="Arial"/>
                <a:ea typeface="Arial"/>
                <a:cs typeface="Arial"/>
                <a:sym typeface="Arial"/>
              </a:rPr>
              <a:t>256</a:t>
            </a:r>
            <a:r>
              <a:rPr lang="en-US" sz="1100" i="1">
                <a:latin typeface="Bookman Old Style"/>
                <a:ea typeface="Bookman Old Style"/>
                <a:cs typeface="Bookman Old Style"/>
                <a:sym typeface="Bookman Old Style"/>
              </a:rPr>
              <a:t>, </a:t>
            </a:r>
            <a:r>
              <a:rPr lang="en-US" sz="950">
                <a:latin typeface="Arial"/>
                <a:ea typeface="Arial"/>
                <a:cs typeface="Arial"/>
                <a:sym typeface="Arial"/>
              </a:rPr>
              <a:t>512</a:t>
            </a:r>
            <a:r>
              <a:rPr lang="en-US" sz="1100">
                <a:latin typeface="Lucida Sans"/>
                <a:ea typeface="Lucida Sans"/>
                <a:cs typeface="Lucida Sans"/>
                <a:sym typeface="Lucida Sans"/>
              </a:rPr>
              <a:t>}</a:t>
            </a:r>
            <a:endParaRPr sz="1100">
              <a:latin typeface="Lucida Sans"/>
              <a:ea typeface="Lucida Sans"/>
              <a:cs typeface="Lucida Sans"/>
              <a:sym typeface="Lucida Sans"/>
            </a:endParaRPr>
          </a:p>
          <a:p>
            <a:pPr marL="309880" marR="1376680" lvl="0" indent="0" algn="l" rtl="0">
              <a:lnSpc>
                <a:spcPct val="149523"/>
              </a:lnSpc>
              <a:spcBef>
                <a:spcPts val="80"/>
              </a:spcBef>
              <a:spcAft>
                <a:spcPts val="0"/>
              </a:spcAft>
              <a:buNone/>
            </a:pPr>
            <a:r>
              <a:rPr lang="en-US" sz="950">
                <a:latin typeface="Arial"/>
                <a:ea typeface="Arial"/>
                <a:cs typeface="Arial"/>
                <a:sym typeface="Arial"/>
              </a:rPr>
              <a:t>Good balance of speed and stability </a:t>
            </a:r>
            <a:endParaRPr sz="950">
              <a:latin typeface="Arial"/>
              <a:ea typeface="Arial"/>
              <a:cs typeface="Arial"/>
              <a:sym typeface="Arial"/>
            </a:endParaRPr>
          </a:p>
          <a:p>
            <a:pPr marL="309880" marR="1376680" lvl="0" indent="0" algn="l" rtl="0">
              <a:lnSpc>
                <a:spcPct val="149523"/>
              </a:lnSpc>
              <a:spcBef>
                <a:spcPts val="80"/>
              </a:spcBef>
              <a:spcAft>
                <a:spcPts val="0"/>
              </a:spcAft>
              <a:buNone/>
            </a:pPr>
            <a:r>
              <a:rPr lang="en-US" sz="950">
                <a:solidFill>
                  <a:srgbClr val="EC2027"/>
                </a:solidFill>
                <a:latin typeface="Arial"/>
                <a:ea typeface="Arial"/>
                <a:cs typeface="Arial"/>
                <a:sym typeface="Arial"/>
              </a:rPr>
              <a:t>Standard in modern deep learning!</a:t>
            </a:r>
            <a:endParaRPr sz="950">
              <a:latin typeface="Arial"/>
              <a:ea typeface="Arial"/>
              <a:cs typeface="Arial"/>
              <a:sym typeface="Arial"/>
            </a:endParaRPr>
          </a:p>
        </p:txBody>
      </p:sp>
      <p:grpSp>
        <p:nvGrpSpPr>
          <p:cNvPr id="1376" name="Google Shape;1376;p71"/>
          <p:cNvGrpSpPr/>
          <p:nvPr/>
        </p:nvGrpSpPr>
        <p:grpSpPr>
          <a:xfrm>
            <a:off x="0" y="3141936"/>
            <a:ext cx="5760262" cy="92075"/>
            <a:chOff x="0" y="3141936"/>
            <a:chExt cx="5760262" cy="92075"/>
          </a:xfrm>
        </p:grpSpPr>
        <p:sp>
          <p:nvSpPr>
            <p:cNvPr id="1377" name="Google Shape;1377;p7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78" name="Google Shape;1378;p7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79" name="Google Shape;1379;p7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380" name="Google Shape;1380;p7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381" name="Google Shape;1381;p7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1"/>
              </a:rPr>
              <a:t>D</a:t>
            </a:r>
            <a:r>
              <a:rPr lang="en-US" sz="600" u="sng" cap="small">
                <a:solidFill>
                  <a:schemeClr val="hlink"/>
                </a:solidFill>
                <a:latin typeface="Bookman Old Style"/>
                <a:ea typeface="Bookman Old Style"/>
                <a:cs typeface="Bookman Old Style"/>
                <a:sym typeface="Bookman Old Style"/>
                <a:hlinkClick r:id="rId11"/>
              </a:rPr>
              <a:t>eep</a:t>
            </a:r>
            <a:r>
              <a:rPr lang="en-US" sz="600" u="sng">
                <a:solidFill>
                  <a:schemeClr val="hlink"/>
                </a:solidFill>
                <a:latin typeface="Bookman Old Style"/>
                <a:ea typeface="Bookman Old Style"/>
                <a:cs typeface="Bookman Old Style"/>
                <a:sym typeface="Bookman Old Style"/>
                <a:hlinkClick r:id="rId11"/>
              </a:rPr>
              <a:t> L</a:t>
            </a:r>
            <a:r>
              <a:rPr lang="en-US" sz="600" u="sng" cap="small">
                <a:solidFill>
                  <a:schemeClr val="hlink"/>
                </a:solidFill>
                <a:latin typeface="Bookman Old Style"/>
                <a:ea typeface="Bookman Old Style"/>
                <a:cs typeface="Bookman Old Style"/>
                <a:sym typeface="Bookman Old Style"/>
                <a:hlinkClick r:id="rId11"/>
              </a:rPr>
              <a:t>earning</a:t>
            </a:r>
            <a:endParaRPr sz="600">
              <a:latin typeface="Bookman Old Style"/>
              <a:ea typeface="Bookman Old Style"/>
              <a:cs typeface="Bookman Old Style"/>
              <a:sym typeface="Bookman Old Style"/>
            </a:endParaRPr>
          </a:p>
        </p:txBody>
      </p:sp>
      <p:sp>
        <p:nvSpPr>
          <p:cNvPr id="1382" name="Google Shape;1382;p71"/>
          <p:cNvSpPr txBox="1"/>
          <p:nvPr/>
        </p:nvSpPr>
        <p:spPr>
          <a:xfrm>
            <a:off x="4653295" y="3137672"/>
            <a:ext cx="334645"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a:latin typeface="Bookman Old Style"/>
                <a:ea typeface="Bookman Old Style"/>
                <a:cs typeface="Bookman Old Style"/>
                <a:sym typeface="Bookman Old Style"/>
              </a:rPr>
              <a:t>65 / 100</a:t>
            </a:r>
            <a:endParaRPr sz="600">
              <a:latin typeface="Bookman Old Style"/>
              <a:ea typeface="Bookman Old Style"/>
              <a:cs typeface="Bookman Old Style"/>
              <a:sym typeface="Bookman Old Style"/>
            </a:endParaRPr>
          </a:p>
        </p:txBody>
      </p:sp>
      <p:sp>
        <p:nvSpPr>
          <p:cNvPr id="1383" name="Google Shape;1383;p71"/>
          <p:cNvSpPr txBox="1">
            <a:spLocks noGrp="1"/>
          </p:cNvSpPr>
          <p:nvPr>
            <p:ph type="sldNum" idx="12"/>
          </p:nvPr>
        </p:nvSpPr>
        <p:spPr>
          <a:xfrm>
            <a:off x="4627901" y="3137675"/>
            <a:ext cx="4644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fld id="{00000000-1234-1234-1234-123412341234}" type="slidenum">
              <a:rPr lang="en-US"/>
              <a:t>43</a:t>
            </a:fld>
            <a:r>
              <a:rPr lang="en-US"/>
              <a:t> / 100</a:t>
            </a:r>
            <a:endParaRPr/>
          </a:p>
        </p:txBody>
      </p:sp>
    </p:spTree>
  </p:cSld>
  <p:clrMapOvr>
    <a:masterClrMapping/>
  </p:clrMapOvr>
  <p:transition>
    <p:fade thruBlk="1"/>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387"/>
        <p:cNvGrpSpPr/>
        <p:nvPr/>
      </p:nvGrpSpPr>
      <p:grpSpPr>
        <a:xfrm>
          <a:off x="0" y="0"/>
          <a:ext cx="0" cy="0"/>
          <a:chOff x="0" y="0"/>
          <a:chExt cx="0" cy="0"/>
        </a:xfrm>
      </p:grpSpPr>
      <p:sp>
        <p:nvSpPr>
          <p:cNvPr id="1388" name="Google Shape;1388;p7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W</a:t>
            </a:r>
            <a:r>
              <a:rPr lang="en-US" cap="small">
                <a:solidFill>
                  <a:srgbClr val="FFFFFF"/>
                </a:solidFill>
              </a:rPr>
              <a:t>hy</a:t>
            </a:r>
            <a:r>
              <a:rPr lang="en-US">
                <a:solidFill>
                  <a:srgbClr val="FFFFFF"/>
                </a:solidFill>
              </a:rPr>
              <a:t> 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SGD?</a:t>
            </a:r>
            <a:endParaRPr/>
          </a:p>
        </p:txBody>
      </p:sp>
      <p:sp>
        <p:nvSpPr>
          <p:cNvPr id="1389" name="Google Shape;1389;p72"/>
          <p:cNvSpPr txBox="1"/>
          <p:nvPr/>
        </p:nvSpPr>
        <p:spPr>
          <a:xfrm>
            <a:off x="347294" y="470527"/>
            <a:ext cx="1746250"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dirty="0">
                <a:solidFill>
                  <a:srgbClr val="BF003F"/>
                </a:solidFill>
                <a:latin typeface="Arial"/>
                <a:ea typeface="Arial"/>
                <a:cs typeface="Arial"/>
                <a:sym typeface="Arial"/>
              </a:rPr>
              <a:t>Advantages of mini-batches:</a:t>
            </a:r>
            <a:endParaRPr sz="1050" dirty="0">
              <a:latin typeface="Arial"/>
              <a:ea typeface="Arial"/>
              <a:cs typeface="Arial"/>
              <a:sym typeface="Arial"/>
            </a:endParaRPr>
          </a:p>
        </p:txBody>
      </p:sp>
      <p:pic>
        <p:nvPicPr>
          <p:cNvPr id="1390" name="Google Shape;1390;p72"/>
          <p:cNvPicPr preferRelativeResize="0"/>
          <p:nvPr/>
        </p:nvPicPr>
        <p:blipFill rotWithShape="1">
          <a:blip r:embed="rId3">
            <a:alphaModFix/>
          </a:blip>
          <a:srcRect/>
          <a:stretch/>
        </p:blipFill>
        <p:spPr>
          <a:xfrm>
            <a:off x="456996" y="696925"/>
            <a:ext cx="121259" cy="121259"/>
          </a:xfrm>
          <a:prstGeom prst="rect">
            <a:avLst/>
          </a:prstGeom>
          <a:noFill/>
          <a:ln>
            <a:noFill/>
          </a:ln>
        </p:spPr>
      </p:pic>
      <p:sp>
        <p:nvSpPr>
          <p:cNvPr id="1391" name="Google Shape;1391;p72"/>
          <p:cNvSpPr txBox="1"/>
          <p:nvPr/>
        </p:nvSpPr>
        <p:spPr>
          <a:xfrm>
            <a:off x="483946" y="687075"/>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1</a:t>
            </a:r>
            <a:endParaRPr sz="600">
              <a:latin typeface="Bookman Old Style"/>
              <a:ea typeface="Bookman Old Style"/>
              <a:cs typeface="Bookman Old Style"/>
              <a:sym typeface="Bookman Old Style"/>
            </a:endParaRPr>
          </a:p>
        </p:txBody>
      </p:sp>
      <p:pic>
        <p:nvPicPr>
          <p:cNvPr id="1392" name="Google Shape;1392;p72"/>
          <p:cNvPicPr preferRelativeResize="0"/>
          <p:nvPr/>
        </p:nvPicPr>
        <p:blipFill rotWithShape="1">
          <a:blip r:embed="rId4">
            <a:alphaModFix/>
          </a:blip>
          <a:srcRect/>
          <a:stretch/>
        </p:blipFill>
        <p:spPr>
          <a:xfrm>
            <a:off x="456996" y="1388770"/>
            <a:ext cx="121259" cy="121259"/>
          </a:xfrm>
          <a:prstGeom prst="rect">
            <a:avLst/>
          </a:prstGeom>
          <a:noFill/>
          <a:ln>
            <a:noFill/>
          </a:ln>
        </p:spPr>
      </p:pic>
      <p:sp>
        <p:nvSpPr>
          <p:cNvPr id="1393" name="Google Shape;1393;p72"/>
          <p:cNvSpPr txBox="1"/>
          <p:nvPr/>
        </p:nvSpPr>
        <p:spPr>
          <a:xfrm>
            <a:off x="483946" y="1378920"/>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2</a:t>
            </a:r>
            <a:endParaRPr sz="600">
              <a:latin typeface="Bookman Old Style"/>
              <a:ea typeface="Bookman Old Style"/>
              <a:cs typeface="Bookman Old Style"/>
              <a:sym typeface="Bookman Old Style"/>
            </a:endParaRPr>
          </a:p>
        </p:txBody>
      </p:sp>
      <p:pic>
        <p:nvPicPr>
          <p:cNvPr id="1394" name="Google Shape;1394;p72"/>
          <p:cNvPicPr preferRelativeResize="0"/>
          <p:nvPr/>
        </p:nvPicPr>
        <p:blipFill rotWithShape="1">
          <a:blip r:embed="rId5">
            <a:alphaModFix/>
          </a:blip>
          <a:srcRect/>
          <a:stretch/>
        </p:blipFill>
        <p:spPr>
          <a:xfrm>
            <a:off x="456996" y="2080615"/>
            <a:ext cx="121259" cy="121259"/>
          </a:xfrm>
          <a:prstGeom prst="rect">
            <a:avLst/>
          </a:prstGeom>
          <a:noFill/>
          <a:ln>
            <a:noFill/>
          </a:ln>
        </p:spPr>
      </p:pic>
      <p:sp>
        <p:nvSpPr>
          <p:cNvPr id="1395" name="Google Shape;1395;p72"/>
          <p:cNvSpPr txBox="1"/>
          <p:nvPr/>
        </p:nvSpPr>
        <p:spPr>
          <a:xfrm>
            <a:off x="483946" y="2070765"/>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3</a:t>
            </a:r>
            <a:endParaRPr sz="600">
              <a:latin typeface="Bookman Old Style"/>
              <a:ea typeface="Bookman Old Style"/>
              <a:cs typeface="Bookman Old Style"/>
              <a:sym typeface="Bookman Old Style"/>
            </a:endParaRPr>
          </a:p>
        </p:txBody>
      </p:sp>
      <p:pic>
        <p:nvPicPr>
          <p:cNvPr id="1396" name="Google Shape;1396;p72"/>
          <p:cNvPicPr preferRelativeResize="0"/>
          <p:nvPr/>
        </p:nvPicPr>
        <p:blipFill rotWithShape="1">
          <a:blip r:embed="rId6">
            <a:alphaModFix/>
          </a:blip>
          <a:srcRect/>
          <a:stretch/>
        </p:blipFill>
        <p:spPr>
          <a:xfrm>
            <a:off x="456996" y="2600375"/>
            <a:ext cx="121259" cy="121259"/>
          </a:xfrm>
          <a:prstGeom prst="rect">
            <a:avLst/>
          </a:prstGeom>
          <a:noFill/>
          <a:ln>
            <a:noFill/>
          </a:ln>
        </p:spPr>
      </p:pic>
      <p:sp>
        <p:nvSpPr>
          <p:cNvPr id="1397" name="Google Shape;1397;p72"/>
          <p:cNvSpPr txBox="1"/>
          <p:nvPr/>
        </p:nvSpPr>
        <p:spPr>
          <a:xfrm>
            <a:off x="483946" y="2590525"/>
            <a:ext cx="67310" cy="11683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600">
                <a:solidFill>
                  <a:srgbClr val="FFFFFF"/>
                </a:solidFill>
                <a:latin typeface="Bookman Old Style"/>
                <a:ea typeface="Bookman Old Style"/>
                <a:cs typeface="Bookman Old Style"/>
                <a:sym typeface="Bookman Old Style"/>
              </a:rPr>
              <a:t>4</a:t>
            </a:r>
            <a:endParaRPr sz="600">
              <a:latin typeface="Bookman Old Style"/>
              <a:ea typeface="Bookman Old Style"/>
              <a:cs typeface="Bookman Old Style"/>
              <a:sym typeface="Bookman Old Style"/>
            </a:endParaRPr>
          </a:p>
        </p:txBody>
      </p:sp>
      <p:sp>
        <p:nvSpPr>
          <p:cNvPr id="1398" name="Google Shape;1398;p72"/>
          <p:cNvSpPr txBox="1"/>
          <p:nvPr/>
        </p:nvSpPr>
        <p:spPr>
          <a:xfrm>
            <a:off x="619226" y="627181"/>
            <a:ext cx="2863215" cy="2459990"/>
          </a:xfrm>
          <a:prstGeom prst="rect">
            <a:avLst/>
          </a:prstGeom>
          <a:noFill/>
          <a:ln>
            <a:noFill/>
          </a:ln>
        </p:spPr>
        <p:txBody>
          <a:bodyPr spcFirstLastPara="1" wrap="square" lIns="0" tIns="39350" rIns="0" bIns="0" anchor="t" anchorCtr="0">
            <a:spAutoFit/>
          </a:bodyPr>
          <a:lstStyle/>
          <a:p>
            <a:pPr marL="38100" lvl="0" indent="0" algn="l" rtl="0">
              <a:lnSpc>
                <a:spcPct val="100000"/>
              </a:lnSpc>
              <a:spcBef>
                <a:spcPts val="0"/>
              </a:spcBef>
              <a:spcAft>
                <a:spcPts val="0"/>
              </a:spcAft>
              <a:buNone/>
            </a:pPr>
            <a:r>
              <a:rPr lang="en-US" sz="1050" dirty="0">
                <a:solidFill>
                  <a:srgbClr val="1B1472"/>
                </a:solidFill>
                <a:latin typeface="Arial"/>
                <a:ea typeface="Arial"/>
                <a:cs typeface="Arial"/>
                <a:sym typeface="Arial"/>
              </a:rPr>
              <a:t>Computational efficiency:</a:t>
            </a:r>
            <a:endParaRPr sz="1050" dirty="0">
              <a:latin typeface="Arial"/>
              <a:ea typeface="Arial"/>
              <a:cs typeface="Arial"/>
              <a:sym typeface="Arial"/>
            </a:endParaRPr>
          </a:p>
          <a:p>
            <a:pPr marL="193040" lvl="0" indent="0" algn="l" rtl="0">
              <a:lnSpc>
                <a:spcPct val="100000"/>
              </a:lnSpc>
              <a:spcBef>
                <a:spcPts val="204"/>
              </a:spcBef>
              <a:spcAft>
                <a:spcPts val="0"/>
              </a:spcAft>
              <a:buNone/>
            </a:pPr>
            <a:r>
              <a:rPr lang="en-US" sz="900" baseline="30000" dirty="0">
                <a:solidFill>
                  <a:srgbClr val="3333B2"/>
                </a:solidFill>
                <a:latin typeface="Arial"/>
                <a:ea typeface="Arial"/>
                <a:cs typeface="Arial"/>
                <a:sym typeface="Arial"/>
              </a:rPr>
              <a:t>)  </a:t>
            </a:r>
            <a:r>
              <a:rPr lang="en-US" sz="950" dirty="0">
                <a:latin typeface="Arial"/>
                <a:ea typeface="Arial"/>
                <a:cs typeface="Arial"/>
                <a:sym typeface="Arial"/>
              </a:rPr>
              <a:t>Vectorized operations (matrix multiplication)</a:t>
            </a:r>
            <a:endParaRPr sz="950" dirty="0">
              <a:latin typeface="Arial"/>
              <a:ea typeface="Arial"/>
              <a:cs typeface="Arial"/>
              <a:sym typeface="Arial"/>
            </a:endParaRPr>
          </a:p>
          <a:p>
            <a:pPr marL="193040" lvl="0" indent="0" algn="l" rtl="0">
              <a:lnSpc>
                <a:spcPct val="100000"/>
              </a:lnSpc>
              <a:spcBef>
                <a:spcPts val="215"/>
              </a:spcBef>
              <a:spcAft>
                <a:spcPts val="0"/>
              </a:spcAft>
              <a:buNone/>
            </a:pPr>
            <a:r>
              <a:rPr lang="en-US" sz="900" baseline="30000" dirty="0">
                <a:solidFill>
                  <a:srgbClr val="3333B2"/>
                </a:solidFill>
                <a:latin typeface="Arial"/>
                <a:ea typeface="Arial"/>
                <a:cs typeface="Arial"/>
                <a:sym typeface="Arial"/>
              </a:rPr>
              <a:t>) </a:t>
            </a:r>
            <a:r>
              <a:rPr lang="en-US" sz="950" dirty="0">
                <a:latin typeface="Arial"/>
                <a:ea typeface="Arial"/>
                <a:cs typeface="Arial"/>
                <a:sym typeface="Arial"/>
              </a:rPr>
              <a:t>Better GPU utilization</a:t>
            </a:r>
            <a:endParaRPr sz="950" dirty="0">
              <a:latin typeface="Arial"/>
              <a:ea typeface="Arial"/>
              <a:cs typeface="Arial"/>
              <a:sym typeface="Arial"/>
            </a:endParaRPr>
          </a:p>
          <a:p>
            <a:pPr marL="193040" lvl="0" indent="0" algn="l" rtl="0">
              <a:lnSpc>
                <a:spcPct val="100000"/>
              </a:lnSpc>
              <a:spcBef>
                <a:spcPts val="215"/>
              </a:spcBef>
              <a:spcAft>
                <a:spcPts val="0"/>
              </a:spcAft>
              <a:buNone/>
            </a:pPr>
            <a:r>
              <a:rPr lang="en-US" sz="900" baseline="30000" dirty="0">
                <a:solidFill>
                  <a:srgbClr val="3333B2"/>
                </a:solidFill>
                <a:latin typeface="Arial"/>
                <a:ea typeface="Arial"/>
                <a:cs typeface="Arial"/>
                <a:sym typeface="Arial"/>
              </a:rPr>
              <a:t>)  </a:t>
            </a:r>
            <a:r>
              <a:rPr lang="en-US" sz="950" dirty="0">
                <a:latin typeface="Arial"/>
                <a:ea typeface="Arial"/>
                <a:cs typeface="Arial"/>
                <a:sym typeface="Arial"/>
              </a:rPr>
              <a:t>Faster than processing examples one-by-one</a:t>
            </a:r>
            <a:endParaRPr sz="950" dirty="0">
              <a:latin typeface="Arial"/>
              <a:ea typeface="Arial"/>
              <a:cs typeface="Arial"/>
              <a:sym typeface="Arial"/>
            </a:endParaRPr>
          </a:p>
          <a:p>
            <a:pPr marL="38100" lvl="0" indent="0" algn="l" rtl="0">
              <a:lnSpc>
                <a:spcPct val="100000"/>
              </a:lnSpc>
              <a:spcBef>
                <a:spcPts val="130"/>
              </a:spcBef>
              <a:spcAft>
                <a:spcPts val="0"/>
              </a:spcAft>
              <a:buNone/>
            </a:pPr>
            <a:r>
              <a:rPr lang="en-US" sz="1050" dirty="0">
                <a:solidFill>
                  <a:srgbClr val="1B1472"/>
                </a:solidFill>
                <a:latin typeface="Arial"/>
                <a:ea typeface="Arial"/>
                <a:cs typeface="Arial"/>
                <a:sym typeface="Arial"/>
              </a:rPr>
              <a:t>Gradient estimation:</a:t>
            </a:r>
            <a:endParaRPr sz="1050" dirty="0">
              <a:latin typeface="Arial"/>
              <a:ea typeface="Arial"/>
              <a:cs typeface="Arial"/>
              <a:sym typeface="Arial"/>
            </a:endParaRPr>
          </a:p>
          <a:p>
            <a:pPr marL="193040" lvl="0" indent="0" algn="l" rtl="0">
              <a:lnSpc>
                <a:spcPct val="100000"/>
              </a:lnSpc>
              <a:spcBef>
                <a:spcPts val="209"/>
              </a:spcBef>
              <a:spcAft>
                <a:spcPts val="0"/>
              </a:spcAft>
              <a:buNone/>
            </a:pPr>
            <a:r>
              <a:rPr lang="en-US" sz="900" baseline="30000" dirty="0">
                <a:solidFill>
                  <a:srgbClr val="3333B2"/>
                </a:solidFill>
                <a:latin typeface="Arial"/>
                <a:ea typeface="Arial"/>
                <a:cs typeface="Arial"/>
                <a:sym typeface="Arial"/>
              </a:rPr>
              <a:t>)  </a:t>
            </a:r>
            <a:r>
              <a:rPr lang="en-US" sz="950" dirty="0">
                <a:latin typeface="Arial"/>
                <a:ea typeface="Arial"/>
                <a:cs typeface="Arial"/>
                <a:sym typeface="Arial"/>
              </a:rPr>
              <a:t>Less noisy than single-example SGD</a:t>
            </a:r>
            <a:endParaRPr sz="950" dirty="0">
              <a:latin typeface="Arial"/>
              <a:ea typeface="Arial"/>
              <a:cs typeface="Arial"/>
              <a:sym typeface="Arial"/>
            </a:endParaRPr>
          </a:p>
          <a:p>
            <a:pPr marL="193040" lvl="0" indent="0" algn="l" rtl="0">
              <a:lnSpc>
                <a:spcPct val="100000"/>
              </a:lnSpc>
              <a:spcBef>
                <a:spcPts val="215"/>
              </a:spcBef>
              <a:spcAft>
                <a:spcPts val="0"/>
              </a:spcAft>
              <a:buNone/>
            </a:pPr>
            <a:r>
              <a:rPr lang="en-US" sz="900" baseline="30000" dirty="0">
                <a:solidFill>
                  <a:srgbClr val="3333B2"/>
                </a:solidFill>
                <a:latin typeface="Arial"/>
                <a:ea typeface="Arial"/>
                <a:cs typeface="Arial"/>
                <a:sym typeface="Arial"/>
              </a:rPr>
              <a:t>) </a:t>
            </a:r>
            <a:r>
              <a:rPr lang="en-US" sz="950" dirty="0">
                <a:latin typeface="Arial"/>
                <a:ea typeface="Arial"/>
                <a:cs typeface="Arial"/>
                <a:sym typeface="Arial"/>
              </a:rPr>
              <a:t>More stable convergence</a:t>
            </a:r>
            <a:endParaRPr sz="950" dirty="0">
              <a:latin typeface="Arial"/>
              <a:ea typeface="Arial"/>
              <a:cs typeface="Arial"/>
              <a:sym typeface="Arial"/>
            </a:endParaRPr>
          </a:p>
          <a:p>
            <a:pPr marL="193040" lvl="0" indent="0" algn="l" rtl="0">
              <a:lnSpc>
                <a:spcPct val="100000"/>
              </a:lnSpc>
              <a:spcBef>
                <a:spcPts val="215"/>
              </a:spcBef>
              <a:spcAft>
                <a:spcPts val="0"/>
              </a:spcAft>
              <a:buNone/>
            </a:pPr>
            <a:r>
              <a:rPr lang="en-US" sz="900" baseline="30000" dirty="0">
                <a:solidFill>
                  <a:srgbClr val="3333B2"/>
                </a:solidFill>
                <a:latin typeface="Arial"/>
                <a:ea typeface="Arial"/>
                <a:cs typeface="Arial"/>
                <a:sym typeface="Arial"/>
              </a:rPr>
              <a:t>)  </a:t>
            </a:r>
            <a:r>
              <a:rPr lang="en-US" sz="950" dirty="0">
                <a:latin typeface="Arial"/>
                <a:ea typeface="Arial"/>
                <a:cs typeface="Arial"/>
                <a:sym typeface="Arial"/>
              </a:rPr>
              <a:t>Better approximation of true gradient</a:t>
            </a:r>
            <a:endParaRPr sz="950" dirty="0">
              <a:latin typeface="Arial"/>
              <a:ea typeface="Arial"/>
              <a:cs typeface="Arial"/>
              <a:sym typeface="Arial"/>
            </a:endParaRPr>
          </a:p>
          <a:p>
            <a:pPr marL="38100" lvl="0" indent="0" algn="l" rtl="0">
              <a:lnSpc>
                <a:spcPct val="100000"/>
              </a:lnSpc>
              <a:spcBef>
                <a:spcPts val="130"/>
              </a:spcBef>
              <a:spcAft>
                <a:spcPts val="0"/>
              </a:spcAft>
              <a:buNone/>
            </a:pPr>
            <a:r>
              <a:rPr lang="en-US" sz="1050" dirty="0">
                <a:solidFill>
                  <a:srgbClr val="1B1472"/>
                </a:solidFill>
                <a:latin typeface="Arial"/>
                <a:ea typeface="Arial"/>
                <a:cs typeface="Arial"/>
                <a:sym typeface="Arial"/>
              </a:rPr>
              <a:t>Generalization:</a:t>
            </a:r>
            <a:endParaRPr sz="1050" dirty="0">
              <a:latin typeface="Arial"/>
              <a:ea typeface="Arial"/>
              <a:cs typeface="Arial"/>
              <a:sym typeface="Arial"/>
            </a:endParaRPr>
          </a:p>
          <a:p>
            <a:pPr marL="193040" lvl="0" indent="0" algn="l" rtl="0">
              <a:lnSpc>
                <a:spcPct val="100000"/>
              </a:lnSpc>
              <a:spcBef>
                <a:spcPts val="204"/>
              </a:spcBef>
              <a:spcAft>
                <a:spcPts val="0"/>
              </a:spcAft>
              <a:buNone/>
            </a:pPr>
            <a:r>
              <a:rPr lang="en-US" sz="900" baseline="30000" dirty="0">
                <a:solidFill>
                  <a:srgbClr val="3333B2"/>
                </a:solidFill>
                <a:latin typeface="Arial"/>
                <a:ea typeface="Arial"/>
                <a:cs typeface="Arial"/>
                <a:sym typeface="Arial"/>
              </a:rPr>
              <a:t>)  </a:t>
            </a:r>
            <a:r>
              <a:rPr lang="en-US" sz="950" dirty="0">
                <a:latin typeface="Arial"/>
                <a:ea typeface="Arial"/>
                <a:cs typeface="Arial"/>
                <a:sym typeface="Arial"/>
              </a:rPr>
              <a:t>Noise helps escape sharp minima</a:t>
            </a:r>
            <a:endParaRPr sz="950" dirty="0">
              <a:latin typeface="Arial"/>
              <a:ea typeface="Arial"/>
              <a:cs typeface="Arial"/>
              <a:sym typeface="Arial"/>
            </a:endParaRPr>
          </a:p>
          <a:p>
            <a:pPr marL="193040" lvl="0" indent="0" algn="l" rtl="0">
              <a:lnSpc>
                <a:spcPct val="100000"/>
              </a:lnSpc>
              <a:spcBef>
                <a:spcPts val="215"/>
              </a:spcBef>
              <a:spcAft>
                <a:spcPts val="0"/>
              </a:spcAft>
              <a:buNone/>
            </a:pPr>
            <a:r>
              <a:rPr lang="en-US" sz="900" baseline="30000" dirty="0">
                <a:solidFill>
                  <a:srgbClr val="3333B2"/>
                </a:solidFill>
                <a:latin typeface="Arial"/>
                <a:ea typeface="Arial"/>
                <a:cs typeface="Arial"/>
                <a:sym typeface="Arial"/>
              </a:rPr>
              <a:t>) </a:t>
            </a:r>
            <a:r>
              <a:rPr lang="en-US" sz="950" dirty="0">
                <a:latin typeface="Arial"/>
                <a:ea typeface="Arial"/>
                <a:cs typeface="Arial"/>
                <a:sym typeface="Arial"/>
              </a:rPr>
              <a:t>Often leads to better test performance</a:t>
            </a:r>
            <a:endParaRPr sz="950" dirty="0">
              <a:latin typeface="Arial"/>
              <a:ea typeface="Arial"/>
              <a:cs typeface="Arial"/>
              <a:sym typeface="Arial"/>
            </a:endParaRPr>
          </a:p>
          <a:p>
            <a:pPr marL="38100" lvl="0" indent="0" algn="l" rtl="0">
              <a:lnSpc>
                <a:spcPct val="100000"/>
              </a:lnSpc>
              <a:spcBef>
                <a:spcPts val="130"/>
              </a:spcBef>
              <a:spcAft>
                <a:spcPts val="0"/>
              </a:spcAft>
              <a:buNone/>
            </a:pPr>
            <a:r>
              <a:rPr lang="en-US" sz="1050" dirty="0">
                <a:solidFill>
                  <a:srgbClr val="1B1472"/>
                </a:solidFill>
                <a:latin typeface="Arial"/>
                <a:ea typeface="Arial"/>
                <a:cs typeface="Arial"/>
                <a:sym typeface="Arial"/>
              </a:rPr>
              <a:t>Memory efficiency:</a:t>
            </a:r>
            <a:endParaRPr sz="1050" dirty="0">
              <a:latin typeface="Arial"/>
              <a:ea typeface="Arial"/>
              <a:cs typeface="Arial"/>
              <a:sym typeface="Arial"/>
            </a:endParaRPr>
          </a:p>
          <a:p>
            <a:pPr marL="193040" lvl="0" indent="0" algn="l" rtl="0">
              <a:lnSpc>
                <a:spcPct val="100000"/>
              </a:lnSpc>
              <a:spcBef>
                <a:spcPts val="210"/>
              </a:spcBef>
              <a:spcAft>
                <a:spcPts val="0"/>
              </a:spcAft>
              <a:buNone/>
            </a:pPr>
            <a:r>
              <a:rPr lang="en-US" sz="900" baseline="30000" dirty="0">
                <a:solidFill>
                  <a:srgbClr val="3333B2"/>
                </a:solidFill>
                <a:latin typeface="Arial"/>
                <a:ea typeface="Arial"/>
                <a:cs typeface="Arial"/>
                <a:sym typeface="Arial"/>
              </a:rPr>
              <a:t>)  </a:t>
            </a:r>
            <a:r>
              <a:rPr lang="en-US" sz="950" dirty="0">
                <a:latin typeface="Arial"/>
                <a:ea typeface="Arial"/>
                <a:cs typeface="Arial"/>
                <a:sym typeface="Arial"/>
              </a:rPr>
              <a:t>Can handle datasets larger than memory</a:t>
            </a:r>
            <a:endParaRPr sz="950" dirty="0">
              <a:latin typeface="Arial"/>
              <a:ea typeface="Arial"/>
              <a:cs typeface="Arial"/>
              <a:sym typeface="Arial"/>
            </a:endParaRPr>
          </a:p>
          <a:p>
            <a:pPr marL="193040" lvl="0" indent="0" algn="l" rtl="0">
              <a:lnSpc>
                <a:spcPct val="100000"/>
              </a:lnSpc>
              <a:spcBef>
                <a:spcPts val="215"/>
              </a:spcBef>
              <a:spcAft>
                <a:spcPts val="0"/>
              </a:spcAft>
              <a:buNone/>
            </a:pPr>
            <a:r>
              <a:rPr lang="en-US" sz="900" baseline="30000" dirty="0">
                <a:solidFill>
                  <a:srgbClr val="3333B2"/>
                </a:solidFill>
                <a:latin typeface="Arial"/>
                <a:ea typeface="Arial"/>
                <a:cs typeface="Arial"/>
                <a:sym typeface="Arial"/>
              </a:rPr>
              <a:t>) </a:t>
            </a:r>
            <a:r>
              <a:rPr lang="en-US" sz="950" dirty="0">
                <a:latin typeface="Arial"/>
                <a:ea typeface="Arial"/>
                <a:cs typeface="Arial"/>
                <a:sym typeface="Arial"/>
              </a:rPr>
              <a:t>Load and process data in batches</a:t>
            </a:r>
            <a:endParaRPr sz="950" dirty="0">
              <a:latin typeface="Arial"/>
              <a:ea typeface="Arial"/>
              <a:cs typeface="Arial"/>
              <a:sym typeface="Arial"/>
            </a:endParaRPr>
          </a:p>
        </p:txBody>
      </p:sp>
      <p:grpSp>
        <p:nvGrpSpPr>
          <p:cNvPr id="1399" name="Google Shape;1399;p72"/>
          <p:cNvGrpSpPr/>
          <p:nvPr/>
        </p:nvGrpSpPr>
        <p:grpSpPr>
          <a:xfrm>
            <a:off x="0" y="3141936"/>
            <a:ext cx="5760262" cy="92075"/>
            <a:chOff x="0" y="3141936"/>
            <a:chExt cx="5760262" cy="92075"/>
          </a:xfrm>
        </p:grpSpPr>
        <p:sp>
          <p:nvSpPr>
            <p:cNvPr id="1400" name="Google Shape;1400;p7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01" name="Google Shape;1401;p7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02" name="Google Shape;1402;p7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03" name="Google Shape;1403;p7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04" name="Google Shape;1404;p7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1405" name="Google Shape;1405;p72"/>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44</a:t>
            </a:fld>
            <a:r>
              <a:rPr lang="en-US"/>
              <a:t> / 100</a:t>
            </a:r>
            <a:endParaRPr/>
          </a:p>
        </p:txBody>
      </p:sp>
    </p:spTree>
  </p:cSld>
  <p:clrMapOvr>
    <a:masterClrMapping/>
  </p:clrMapOvr>
  <p:transition>
    <p:fade thruBlk="1"/>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09"/>
        <p:cNvGrpSpPr/>
        <p:nvPr/>
      </p:nvGrpSpPr>
      <p:grpSpPr>
        <a:xfrm>
          <a:off x="0" y="0"/>
          <a:ext cx="0" cy="0"/>
          <a:chOff x="0" y="0"/>
          <a:chExt cx="0" cy="0"/>
        </a:xfrm>
      </p:grpSpPr>
      <p:sp>
        <p:nvSpPr>
          <p:cNvPr id="1410" name="Google Shape;1410;p7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SGD: K</a:t>
            </a:r>
            <a:r>
              <a:rPr lang="en-US" cap="small">
                <a:solidFill>
                  <a:srgbClr val="FFFFFF"/>
                </a:solidFill>
              </a:rPr>
              <a:t>ey</a:t>
            </a:r>
            <a:r>
              <a:rPr lang="en-US">
                <a:solidFill>
                  <a:srgbClr val="FFFFFF"/>
                </a:solidFill>
              </a:rPr>
              <a:t> C</a:t>
            </a:r>
            <a:r>
              <a:rPr lang="en-US" cap="small">
                <a:solidFill>
                  <a:srgbClr val="FFFFFF"/>
                </a:solidFill>
              </a:rPr>
              <a:t>oncepts</a:t>
            </a:r>
            <a:endParaRPr/>
          </a:p>
        </p:txBody>
      </p:sp>
      <p:grpSp>
        <p:nvGrpSpPr>
          <p:cNvPr id="1411" name="Google Shape;1411;p73"/>
          <p:cNvGrpSpPr/>
          <p:nvPr/>
        </p:nvGrpSpPr>
        <p:grpSpPr>
          <a:xfrm>
            <a:off x="0" y="3141936"/>
            <a:ext cx="5760262" cy="92075"/>
            <a:chOff x="0" y="3141936"/>
            <a:chExt cx="5760262" cy="92075"/>
          </a:xfrm>
        </p:grpSpPr>
        <p:sp>
          <p:nvSpPr>
            <p:cNvPr id="1412" name="Google Shape;1412;p7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13" name="Google Shape;1413;p7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14" name="Google Shape;1414;p7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15" name="Google Shape;1415;p7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16" name="Google Shape;1416;p7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417" name="Google Shape;1417;p73"/>
          <p:cNvSpPr txBox="1">
            <a:spLocks noGrp="1"/>
          </p:cNvSpPr>
          <p:nvPr>
            <p:ph type="sldNum" idx="12"/>
          </p:nvPr>
        </p:nvSpPr>
        <p:spPr>
          <a:xfrm>
            <a:off x="4627902" y="3137675"/>
            <a:ext cx="51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45</a:t>
            </a:fld>
            <a:r>
              <a:rPr lang="en-US"/>
              <a:t> / 100</a:t>
            </a:r>
            <a:endParaRPr/>
          </a:p>
        </p:txBody>
      </p:sp>
      <p:pic>
        <p:nvPicPr>
          <p:cNvPr id="1418" name="Google Shape;1418;p73"/>
          <p:cNvPicPr preferRelativeResize="0"/>
          <p:nvPr/>
        </p:nvPicPr>
        <p:blipFill>
          <a:blip r:embed="rId4">
            <a:alphaModFix/>
          </a:blip>
          <a:stretch>
            <a:fillRect/>
          </a:stretch>
        </p:blipFill>
        <p:spPr>
          <a:xfrm>
            <a:off x="368925" y="550235"/>
            <a:ext cx="5138344" cy="2435039"/>
          </a:xfrm>
          <a:prstGeom prst="rect">
            <a:avLst/>
          </a:prstGeom>
          <a:noFill/>
          <a:ln>
            <a:noFill/>
          </a:ln>
        </p:spPr>
      </p:pic>
    </p:spTree>
  </p:cSld>
  <p:clrMapOvr>
    <a:masterClrMapping/>
  </p:clrMapOvr>
  <p:transition>
    <p:fade thruBlk="1"/>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422"/>
        <p:cNvGrpSpPr/>
        <p:nvPr/>
      </p:nvGrpSpPr>
      <p:grpSpPr>
        <a:xfrm>
          <a:off x="0" y="0"/>
          <a:ext cx="0" cy="0"/>
          <a:chOff x="0" y="0"/>
          <a:chExt cx="0" cy="0"/>
        </a:xfrm>
      </p:grpSpPr>
      <p:sp>
        <p:nvSpPr>
          <p:cNvPr id="1423" name="Google Shape;1423;p7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omputing</a:t>
            </a:r>
            <a:r>
              <a:rPr lang="en-US">
                <a:solidFill>
                  <a:srgbClr val="FFFFFF"/>
                </a:solidFill>
              </a:rPr>
              <a:t> G</a:t>
            </a:r>
            <a:r>
              <a:rPr lang="en-US" cap="small">
                <a:solidFill>
                  <a:srgbClr val="FFFFFF"/>
                </a:solidFill>
              </a:rPr>
              <a:t>radients</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ini</a:t>
            </a:r>
            <a:r>
              <a:rPr lang="en-US">
                <a:solidFill>
                  <a:srgbClr val="FFFFFF"/>
                </a:solidFill>
              </a:rPr>
              <a:t>-</a:t>
            </a:r>
            <a:r>
              <a:rPr lang="en-US" cap="small">
                <a:solidFill>
                  <a:srgbClr val="FFFFFF"/>
                </a:solidFill>
              </a:rPr>
              <a:t>batch</a:t>
            </a:r>
            <a:endParaRPr/>
          </a:p>
        </p:txBody>
      </p:sp>
      <p:grpSp>
        <p:nvGrpSpPr>
          <p:cNvPr id="1424" name="Google Shape;1424;p74"/>
          <p:cNvGrpSpPr/>
          <p:nvPr/>
        </p:nvGrpSpPr>
        <p:grpSpPr>
          <a:xfrm>
            <a:off x="0" y="3141936"/>
            <a:ext cx="5760262" cy="92075"/>
            <a:chOff x="0" y="3141936"/>
            <a:chExt cx="5760262" cy="92075"/>
          </a:xfrm>
        </p:grpSpPr>
        <p:sp>
          <p:nvSpPr>
            <p:cNvPr id="1425" name="Google Shape;1425;p7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26" name="Google Shape;1426;p7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27" name="Google Shape;1427;p7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28" name="Google Shape;1428;p7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29" name="Google Shape;1429;p7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430" name="Google Shape;1430;p74"/>
          <p:cNvSpPr txBox="1">
            <a:spLocks noGrp="1"/>
          </p:cNvSpPr>
          <p:nvPr>
            <p:ph type="sldNum" idx="12"/>
          </p:nvPr>
        </p:nvSpPr>
        <p:spPr>
          <a:xfrm>
            <a:off x="4627902" y="3137675"/>
            <a:ext cx="51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46</a:t>
            </a:fld>
            <a:r>
              <a:rPr lang="en-US"/>
              <a:t> / 100</a:t>
            </a:r>
            <a:endParaRPr/>
          </a:p>
        </p:txBody>
      </p:sp>
      <p:pic>
        <p:nvPicPr>
          <p:cNvPr id="1431" name="Google Shape;1431;p74"/>
          <p:cNvPicPr preferRelativeResize="0"/>
          <p:nvPr/>
        </p:nvPicPr>
        <p:blipFill>
          <a:blip r:embed="rId4">
            <a:alphaModFix/>
          </a:blip>
          <a:stretch>
            <a:fillRect/>
          </a:stretch>
        </p:blipFill>
        <p:spPr>
          <a:xfrm>
            <a:off x="317685" y="494825"/>
            <a:ext cx="5281163" cy="2576524"/>
          </a:xfrm>
          <a:prstGeom prst="rect">
            <a:avLst/>
          </a:prstGeom>
          <a:noFill/>
          <a:ln>
            <a:noFill/>
          </a:ln>
        </p:spPr>
      </p:pic>
    </p:spTree>
  </p:cSld>
  <p:clrMapOvr>
    <a:masterClrMapping/>
  </p:clrMapOvr>
  <p:transition>
    <p:fade thruBlk="1"/>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435"/>
        <p:cNvGrpSpPr/>
        <p:nvPr/>
      </p:nvGrpSpPr>
      <p:grpSpPr>
        <a:xfrm>
          <a:off x="0" y="0"/>
          <a:ext cx="0" cy="0"/>
          <a:chOff x="0" y="0"/>
          <a:chExt cx="0" cy="0"/>
        </a:xfrm>
      </p:grpSpPr>
      <p:sp>
        <p:nvSpPr>
          <p:cNvPr id="1436" name="Google Shape;1436;p7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SGD U</a:t>
            </a:r>
            <a:r>
              <a:rPr lang="en-US" cap="small">
                <a:solidFill>
                  <a:srgbClr val="FFFFFF"/>
                </a:solidFill>
              </a:rPr>
              <a:t>pdate</a:t>
            </a:r>
            <a:r>
              <a:rPr lang="en-US">
                <a:solidFill>
                  <a:srgbClr val="FFFFFF"/>
                </a:solidFill>
              </a:rPr>
              <a:t> R</a:t>
            </a:r>
            <a:r>
              <a:rPr lang="en-US" cap="small">
                <a:solidFill>
                  <a:srgbClr val="FFFFFF"/>
                </a:solidFill>
              </a:rPr>
              <a:t>ule</a:t>
            </a:r>
            <a:endParaRPr/>
          </a:p>
        </p:txBody>
      </p:sp>
      <p:grpSp>
        <p:nvGrpSpPr>
          <p:cNvPr id="1437" name="Google Shape;1437;p75"/>
          <p:cNvGrpSpPr/>
          <p:nvPr/>
        </p:nvGrpSpPr>
        <p:grpSpPr>
          <a:xfrm>
            <a:off x="0" y="3141936"/>
            <a:ext cx="5760262" cy="92075"/>
            <a:chOff x="0" y="3141936"/>
            <a:chExt cx="5760262" cy="92075"/>
          </a:xfrm>
        </p:grpSpPr>
        <p:sp>
          <p:nvSpPr>
            <p:cNvPr id="1438" name="Google Shape;1438;p7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39" name="Google Shape;1439;p7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40" name="Google Shape;1440;p7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41" name="Google Shape;1441;p7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42" name="Google Shape;1442;p7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443" name="Google Shape;1443;p75"/>
          <p:cNvSpPr txBox="1">
            <a:spLocks noGrp="1"/>
          </p:cNvSpPr>
          <p:nvPr>
            <p:ph type="sldNum" idx="12"/>
          </p:nvPr>
        </p:nvSpPr>
        <p:spPr>
          <a:xfrm>
            <a:off x="4627903" y="3137675"/>
            <a:ext cx="552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47</a:t>
            </a:fld>
            <a:r>
              <a:rPr lang="en-US"/>
              <a:t> / 100</a:t>
            </a:r>
            <a:endParaRPr/>
          </a:p>
        </p:txBody>
      </p:sp>
      <p:pic>
        <p:nvPicPr>
          <p:cNvPr id="1444" name="Google Shape;1444;p75"/>
          <p:cNvPicPr preferRelativeResize="0"/>
          <p:nvPr/>
        </p:nvPicPr>
        <p:blipFill>
          <a:blip r:embed="rId4">
            <a:alphaModFix/>
          </a:blip>
          <a:stretch>
            <a:fillRect/>
          </a:stretch>
        </p:blipFill>
        <p:spPr>
          <a:xfrm>
            <a:off x="152400" y="550235"/>
            <a:ext cx="5424800"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C4E567E8-576C-9790-7E5F-F34528547226}"/>
                  </a:ext>
                </a:extLst>
              </p14:cNvPr>
              <p14:cNvContentPartPr/>
              <p14:nvPr/>
            </p14:nvContentPartPr>
            <p14:xfrm>
              <a:off x="2000160" y="516960"/>
              <a:ext cx="3765960" cy="2263680"/>
            </p14:xfrm>
          </p:contentPart>
        </mc:Choice>
        <mc:Fallback>
          <p:pic>
            <p:nvPicPr>
              <p:cNvPr id="2" name="Ink 1">
                <a:extLst>
                  <a:ext uri="{FF2B5EF4-FFF2-40B4-BE49-F238E27FC236}">
                    <a16:creationId xmlns:a16="http://schemas.microsoft.com/office/drawing/2014/main" id="{C4E567E8-576C-9790-7E5F-F34528547226}"/>
                  </a:ext>
                </a:extLst>
              </p:cNvPr>
              <p:cNvPicPr/>
              <p:nvPr/>
            </p:nvPicPr>
            <p:blipFill>
              <a:blip r:embed="rId6"/>
              <a:stretch>
                <a:fillRect/>
              </a:stretch>
            </p:blipFill>
            <p:spPr>
              <a:xfrm>
                <a:off x="1990800" y="507600"/>
                <a:ext cx="3784680" cy="2282400"/>
              </a:xfrm>
              <a:prstGeom prst="rect">
                <a:avLst/>
              </a:prstGeom>
            </p:spPr>
          </p:pic>
        </mc:Fallback>
      </mc:AlternateContent>
    </p:spTree>
  </p:cSld>
  <p:clrMapOvr>
    <a:masterClrMapping/>
  </p:clrMapOvr>
  <p:transition>
    <p:fade thruBlk="1"/>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48"/>
        <p:cNvGrpSpPr/>
        <p:nvPr/>
      </p:nvGrpSpPr>
      <p:grpSpPr>
        <a:xfrm>
          <a:off x="0" y="0"/>
          <a:ext cx="0" cy="0"/>
          <a:chOff x="0" y="0"/>
          <a:chExt cx="0" cy="0"/>
        </a:xfrm>
      </p:grpSpPr>
      <p:sp>
        <p:nvSpPr>
          <p:cNvPr id="1449" name="Google Shape;1449;p7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SGD A</a:t>
            </a:r>
            <a:r>
              <a:rPr lang="en-US" cap="small">
                <a:solidFill>
                  <a:srgbClr val="FFFFFF"/>
                </a:solidFill>
              </a:rPr>
              <a:t>lgorithm</a:t>
            </a:r>
            <a:endParaRPr/>
          </a:p>
        </p:txBody>
      </p:sp>
      <p:grpSp>
        <p:nvGrpSpPr>
          <p:cNvPr id="1450" name="Google Shape;1450;p76"/>
          <p:cNvGrpSpPr/>
          <p:nvPr/>
        </p:nvGrpSpPr>
        <p:grpSpPr>
          <a:xfrm>
            <a:off x="0" y="3141936"/>
            <a:ext cx="5760262" cy="92075"/>
            <a:chOff x="0" y="3141936"/>
            <a:chExt cx="5760262" cy="92075"/>
          </a:xfrm>
        </p:grpSpPr>
        <p:sp>
          <p:nvSpPr>
            <p:cNvPr id="1451" name="Google Shape;1451;p7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52" name="Google Shape;1452;p7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53" name="Google Shape;1453;p7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54" name="Google Shape;1454;p7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55" name="Google Shape;1455;p7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456" name="Google Shape;1456;p76"/>
          <p:cNvSpPr txBox="1">
            <a:spLocks noGrp="1"/>
          </p:cNvSpPr>
          <p:nvPr>
            <p:ph type="sldNum" idx="12"/>
          </p:nvPr>
        </p:nvSpPr>
        <p:spPr>
          <a:xfrm>
            <a:off x="4627902" y="3137675"/>
            <a:ext cx="512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48</a:t>
            </a:fld>
            <a:r>
              <a:rPr lang="en-US"/>
              <a:t> / 100</a:t>
            </a:r>
            <a:endParaRPr/>
          </a:p>
        </p:txBody>
      </p:sp>
      <p:pic>
        <p:nvPicPr>
          <p:cNvPr id="1457" name="Google Shape;1457;p76"/>
          <p:cNvPicPr preferRelativeResize="0"/>
          <p:nvPr/>
        </p:nvPicPr>
        <p:blipFill rotWithShape="1">
          <a:blip r:embed="rId4">
            <a:alphaModFix/>
          </a:blip>
          <a:srcRect l="1058"/>
          <a:stretch/>
        </p:blipFill>
        <p:spPr>
          <a:xfrm>
            <a:off x="208500" y="458750"/>
            <a:ext cx="5254776" cy="2644675"/>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1E8FCCD4-FE0F-0A3E-0970-A2DF8FEFBFF2}"/>
                  </a:ext>
                </a:extLst>
              </p14:cNvPr>
              <p14:cNvContentPartPr/>
              <p14:nvPr/>
            </p14:nvContentPartPr>
            <p14:xfrm>
              <a:off x="893160" y="906120"/>
              <a:ext cx="4183560" cy="1835280"/>
            </p14:xfrm>
          </p:contentPart>
        </mc:Choice>
        <mc:Fallback>
          <p:pic>
            <p:nvPicPr>
              <p:cNvPr id="2" name="Ink 1">
                <a:extLst>
                  <a:ext uri="{FF2B5EF4-FFF2-40B4-BE49-F238E27FC236}">
                    <a16:creationId xmlns:a16="http://schemas.microsoft.com/office/drawing/2014/main" id="{1E8FCCD4-FE0F-0A3E-0970-A2DF8FEFBFF2}"/>
                  </a:ext>
                </a:extLst>
              </p:cNvPr>
              <p:cNvPicPr/>
              <p:nvPr/>
            </p:nvPicPr>
            <p:blipFill>
              <a:blip r:embed="rId6"/>
              <a:stretch>
                <a:fillRect/>
              </a:stretch>
            </p:blipFill>
            <p:spPr>
              <a:xfrm>
                <a:off x="883800" y="896760"/>
                <a:ext cx="4202280" cy="1854000"/>
              </a:xfrm>
              <a:prstGeom prst="rect">
                <a:avLst/>
              </a:prstGeom>
            </p:spPr>
          </p:pic>
        </mc:Fallback>
      </mc:AlternateContent>
    </p:spTree>
  </p:cSld>
  <p:clrMapOvr>
    <a:masterClrMapping/>
  </p:clrMapOvr>
  <p:transition>
    <p:fade thruBlk="1"/>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461"/>
        <p:cNvGrpSpPr/>
        <p:nvPr/>
      </p:nvGrpSpPr>
      <p:grpSpPr>
        <a:xfrm>
          <a:off x="0" y="0"/>
          <a:ext cx="0" cy="0"/>
          <a:chOff x="0" y="0"/>
          <a:chExt cx="0" cy="0"/>
        </a:xfrm>
      </p:grpSpPr>
      <p:sp>
        <p:nvSpPr>
          <p:cNvPr id="1462" name="Google Shape;1462;p77"/>
          <p:cNvSpPr txBox="1"/>
          <p:nvPr/>
        </p:nvSpPr>
        <p:spPr>
          <a:xfrm>
            <a:off x="95300" y="109545"/>
            <a:ext cx="232727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Bookman Old Style"/>
                <a:ea typeface="Bookman Old Style"/>
                <a:cs typeface="Bookman Old Style"/>
                <a:sym typeface="Bookman Old Style"/>
              </a:rPr>
              <a:t>C</a:t>
            </a:r>
            <a:r>
              <a:rPr lang="en-US" sz="1700" cap="small">
                <a:solidFill>
                  <a:srgbClr val="FFFFFF"/>
                </a:solidFill>
                <a:latin typeface="Bookman Old Style"/>
                <a:ea typeface="Bookman Old Style"/>
                <a:cs typeface="Bookman Old Style"/>
                <a:sym typeface="Bookman Old Style"/>
              </a:rPr>
              <a:t>hoosing</a:t>
            </a:r>
            <a:r>
              <a:rPr lang="en-US" sz="1700">
                <a:solidFill>
                  <a:srgbClr val="FFFFFF"/>
                </a:solidFill>
                <a:latin typeface="Bookman Old Style"/>
                <a:ea typeface="Bookman Old Style"/>
                <a:cs typeface="Bookman Old Style"/>
                <a:sym typeface="Bookman Old Style"/>
              </a:rPr>
              <a:t> B</a:t>
            </a:r>
            <a:r>
              <a:rPr lang="en-US" sz="1700" cap="small">
                <a:solidFill>
                  <a:srgbClr val="FFFFFF"/>
                </a:solidFill>
                <a:latin typeface="Bookman Old Style"/>
                <a:ea typeface="Bookman Old Style"/>
                <a:cs typeface="Bookman Old Style"/>
                <a:sym typeface="Bookman Old Style"/>
              </a:rPr>
              <a:t>atch</a:t>
            </a:r>
            <a:r>
              <a:rPr lang="en-US" sz="1700">
                <a:solidFill>
                  <a:srgbClr val="FFFFFF"/>
                </a:solidFill>
                <a:latin typeface="Bookman Old Style"/>
                <a:ea typeface="Bookman Old Style"/>
                <a:cs typeface="Bookman Old Style"/>
                <a:sym typeface="Bookman Old Style"/>
              </a:rPr>
              <a:t> S</a:t>
            </a:r>
            <a:r>
              <a:rPr lang="en-US" sz="1700" cap="small">
                <a:solidFill>
                  <a:srgbClr val="FFFFFF"/>
                </a:solidFill>
                <a:latin typeface="Bookman Old Style"/>
                <a:ea typeface="Bookman Old Style"/>
                <a:cs typeface="Bookman Old Style"/>
                <a:sym typeface="Bookman Old Style"/>
              </a:rPr>
              <a:t>ize</a:t>
            </a:r>
            <a:endParaRPr sz="1700">
              <a:latin typeface="Bookman Old Style"/>
              <a:ea typeface="Bookman Old Style"/>
              <a:cs typeface="Bookman Old Style"/>
              <a:sym typeface="Bookman Old Style"/>
            </a:endParaRPr>
          </a:p>
        </p:txBody>
      </p:sp>
      <p:graphicFrame>
        <p:nvGraphicFramePr>
          <p:cNvPr id="1463" name="Google Shape;1463;p77"/>
          <p:cNvGraphicFramePr/>
          <p:nvPr/>
        </p:nvGraphicFramePr>
        <p:xfrm>
          <a:off x="360006" y="471500"/>
          <a:ext cx="5151125" cy="2683896"/>
        </p:xfrm>
        <a:graphic>
          <a:graphicData uri="http://schemas.openxmlformats.org/drawingml/2006/table">
            <a:tbl>
              <a:tblPr firstRow="1" bandRow="1">
                <a:noFill/>
                <a:tableStyleId>{E1D28552-6DB9-4C31-BB9C-5DD673A011D9}</a:tableStyleId>
              </a:tblPr>
              <a:tblGrid>
                <a:gridCol w="1236975">
                  <a:extLst>
                    <a:ext uri="{9D8B030D-6E8A-4147-A177-3AD203B41FA5}">
                      <a16:colId xmlns:a16="http://schemas.microsoft.com/office/drawing/2014/main" val="20000"/>
                    </a:ext>
                  </a:extLst>
                </a:gridCol>
                <a:gridCol w="1957075">
                  <a:extLst>
                    <a:ext uri="{9D8B030D-6E8A-4147-A177-3AD203B41FA5}">
                      <a16:colId xmlns:a16="http://schemas.microsoft.com/office/drawing/2014/main" val="20001"/>
                    </a:ext>
                  </a:extLst>
                </a:gridCol>
                <a:gridCol w="1957075">
                  <a:extLst>
                    <a:ext uri="{9D8B030D-6E8A-4147-A177-3AD203B41FA5}">
                      <a16:colId xmlns:a16="http://schemas.microsoft.com/office/drawing/2014/main" val="20002"/>
                    </a:ext>
                  </a:extLst>
                </a:gridCol>
              </a:tblGrid>
              <a:tr h="156850">
                <a:tc>
                  <a:txBody>
                    <a:bodyPr/>
                    <a:lstStyle/>
                    <a:p>
                      <a:pPr marL="78105" marR="0" lvl="0" indent="0" algn="l" rtl="0">
                        <a:lnSpc>
                          <a:spcPct val="115000"/>
                        </a:lnSpc>
                        <a:spcBef>
                          <a:spcPts val="0"/>
                        </a:spcBef>
                        <a:spcAft>
                          <a:spcPts val="0"/>
                        </a:spcAft>
                        <a:buNone/>
                      </a:pPr>
                      <a:r>
                        <a:rPr lang="en-US" sz="900" b="1" u="none" strike="noStrike" cap="none">
                          <a:latin typeface="Arial"/>
                          <a:ea typeface="Arial"/>
                          <a:cs typeface="Arial"/>
                          <a:sym typeface="Arial"/>
                        </a:rPr>
                        <a:t>Batch Size</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78105" marR="0" lvl="0" indent="0" algn="l" rtl="0">
                        <a:lnSpc>
                          <a:spcPct val="115000"/>
                        </a:lnSpc>
                        <a:spcBef>
                          <a:spcPts val="0"/>
                        </a:spcBef>
                        <a:spcAft>
                          <a:spcPts val="0"/>
                        </a:spcAft>
                        <a:buNone/>
                      </a:pPr>
                      <a:r>
                        <a:rPr lang="en-US" sz="900" b="1" u="none" strike="noStrike" cap="none">
                          <a:latin typeface="Arial"/>
                          <a:ea typeface="Arial"/>
                          <a:cs typeface="Arial"/>
                          <a:sym typeface="Arial"/>
                        </a:rPr>
                        <a:t>Advantages</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78105" marR="0" lvl="0" indent="0" algn="l" rtl="0">
                        <a:lnSpc>
                          <a:spcPct val="115000"/>
                        </a:lnSpc>
                        <a:spcBef>
                          <a:spcPts val="0"/>
                        </a:spcBef>
                        <a:spcAft>
                          <a:spcPts val="0"/>
                        </a:spcAft>
                        <a:buNone/>
                      </a:pPr>
                      <a:r>
                        <a:rPr lang="en-US" sz="900" b="1" u="none" strike="noStrike" cap="none">
                          <a:latin typeface="Arial"/>
                          <a:ea typeface="Arial"/>
                          <a:cs typeface="Arial"/>
                          <a:sym typeface="Arial"/>
                        </a:rPr>
                        <a:t>Disadvantages</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864875">
                <a:tc>
                  <a:txBody>
                    <a:bodyPr/>
                    <a:lstStyle/>
                    <a:p>
                      <a:pPr marL="78105" marR="0" lvl="0" indent="0" algn="l" rtl="0">
                        <a:lnSpc>
                          <a:spcPct val="115000"/>
                        </a:lnSpc>
                        <a:spcBef>
                          <a:spcPts val="0"/>
                        </a:spcBef>
                        <a:spcAft>
                          <a:spcPts val="0"/>
                        </a:spcAft>
                        <a:buNone/>
                      </a:pPr>
                      <a:r>
                        <a:rPr lang="en-US" sz="900" u="none" strike="noStrike" cap="none">
                          <a:latin typeface="Arial"/>
                          <a:ea typeface="Arial"/>
                          <a:cs typeface="Arial"/>
                          <a:sym typeface="Arial"/>
                        </a:rPr>
                        <a:t>Small (32-64)</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0" lvl="0" indent="0" algn="l" rtl="0">
                        <a:lnSpc>
                          <a:spcPct val="118333"/>
                        </a:lnSpc>
                        <a:spcBef>
                          <a:spcPts val="0"/>
                        </a:spcBef>
                        <a:spcAft>
                          <a:spcPts val="0"/>
                        </a:spcAft>
                        <a:buNone/>
                      </a:pPr>
                      <a:r>
                        <a:rPr lang="en-US" sz="900" u="none" strike="noStrike" cap="none">
                          <a:latin typeface="Arial"/>
                          <a:ea typeface="Arial"/>
                          <a:cs typeface="Arial"/>
                          <a:sym typeface="Arial"/>
                        </a:rPr>
                        <a:t>Fast iterations</a:t>
                      </a:r>
                      <a:endParaRPr sz="900" u="none" strike="noStrike" cap="none">
                        <a:latin typeface="Arial"/>
                        <a:ea typeface="Arial"/>
                        <a:cs typeface="Arial"/>
                        <a:sym typeface="Arial"/>
                      </a:endParaRPr>
                    </a:p>
                    <a:p>
                      <a:pPr marL="375285" marR="339090" lvl="0" indent="0" algn="l" rtl="0">
                        <a:lnSpc>
                          <a:spcPct val="116666"/>
                        </a:lnSpc>
                        <a:spcBef>
                          <a:spcPts val="45"/>
                        </a:spcBef>
                        <a:spcAft>
                          <a:spcPts val="0"/>
                        </a:spcAft>
                        <a:buNone/>
                      </a:pPr>
                      <a:r>
                        <a:rPr lang="en-US" sz="900" u="none" strike="noStrike" cap="none">
                          <a:latin typeface="Arial"/>
                          <a:ea typeface="Arial"/>
                          <a:cs typeface="Arial"/>
                          <a:sym typeface="Arial"/>
                        </a:rPr>
                        <a:t>More updates per epoch Better generalization Escapes sharp minima</a:t>
                      </a:r>
                      <a:endParaRPr sz="900" u="none" strike="noStrike" cap="none">
                        <a:latin typeface="Arial"/>
                        <a:ea typeface="Arial"/>
                        <a:cs typeface="Arial"/>
                        <a:sym typeface="Arial"/>
                      </a:endParaRPr>
                    </a:p>
                  </a:txBody>
                  <a:tcPr marL="0" marR="0" marT="209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553720" lvl="0" indent="0" algn="l" rtl="0">
                        <a:lnSpc>
                          <a:spcPct val="116666"/>
                        </a:lnSpc>
                        <a:spcBef>
                          <a:spcPts val="0"/>
                        </a:spcBef>
                        <a:spcAft>
                          <a:spcPts val="0"/>
                        </a:spcAft>
                        <a:buNone/>
                      </a:pPr>
                      <a:r>
                        <a:rPr lang="en-US" sz="900" u="none" strike="noStrike" cap="none">
                          <a:latin typeface="Arial"/>
                          <a:ea typeface="Arial"/>
                          <a:cs typeface="Arial"/>
                          <a:sym typeface="Arial"/>
                        </a:rPr>
                        <a:t>Noisy gradients Unstable training Poor GPU utilization</a:t>
                      </a:r>
                      <a:endParaRPr sz="900" u="none" strike="noStrike" cap="none">
                        <a:latin typeface="Arial"/>
                        <a:ea typeface="Arial"/>
                        <a:cs typeface="Arial"/>
                        <a:sym typeface="Arial"/>
                      </a:endParaRPr>
                    </a:p>
                  </a:txBody>
                  <a:tcPr marL="0" marR="0" marT="285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66775">
                <a:tc>
                  <a:txBody>
                    <a:bodyPr/>
                    <a:lstStyle/>
                    <a:p>
                      <a:pPr marL="78105" marR="0" lvl="0" indent="0" algn="l" rtl="0">
                        <a:lnSpc>
                          <a:spcPct val="115000"/>
                        </a:lnSpc>
                        <a:spcBef>
                          <a:spcPts val="0"/>
                        </a:spcBef>
                        <a:spcAft>
                          <a:spcPts val="0"/>
                        </a:spcAft>
                        <a:buNone/>
                      </a:pPr>
                      <a:r>
                        <a:rPr lang="en-US" sz="900" u="none" strike="noStrike" cap="none">
                          <a:latin typeface="Arial"/>
                          <a:ea typeface="Arial"/>
                          <a:cs typeface="Arial"/>
                          <a:sym typeface="Arial"/>
                        </a:rPr>
                        <a:t>Medium (128-256)</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674370" lvl="0" indent="0" algn="l" rtl="0">
                        <a:lnSpc>
                          <a:spcPct val="116666"/>
                        </a:lnSpc>
                        <a:spcBef>
                          <a:spcPts val="0"/>
                        </a:spcBef>
                        <a:spcAft>
                          <a:spcPts val="0"/>
                        </a:spcAft>
                        <a:buNone/>
                      </a:pPr>
                      <a:r>
                        <a:rPr lang="en-US" sz="900" u="none" strike="noStrike" cap="none">
                          <a:latin typeface="Arial"/>
                          <a:ea typeface="Arial"/>
                          <a:cs typeface="Arial"/>
                          <a:sym typeface="Arial"/>
                        </a:rPr>
                        <a:t>Good balance Stable training Good GPU usage Standard choice</a:t>
                      </a:r>
                      <a:endParaRPr sz="900" u="none" strike="noStrike" cap="none">
                        <a:latin typeface="Arial"/>
                        <a:ea typeface="Arial"/>
                        <a:cs typeface="Arial"/>
                        <a:sym typeface="Arial"/>
                      </a:endParaRPr>
                    </a:p>
                  </a:txBody>
                  <a:tcPr marL="0" marR="0" marT="304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0" lvl="0" indent="0" algn="l" rtl="0">
                        <a:lnSpc>
                          <a:spcPct val="100000"/>
                        </a:lnSpc>
                        <a:spcBef>
                          <a:spcPts val="0"/>
                        </a:spcBef>
                        <a:spcAft>
                          <a:spcPts val="0"/>
                        </a:spcAft>
                        <a:buNone/>
                      </a:pPr>
                      <a:r>
                        <a:rPr lang="en-US" sz="900" u="none" strike="noStrike" cap="none">
                          <a:latin typeface="Arial"/>
                          <a:ea typeface="Arial"/>
                          <a:cs typeface="Arial"/>
                          <a:sym typeface="Arial"/>
                        </a:rPr>
                        <a:t>May need tuning</a:t>
                      </a:r>
                      <a:endParaRPr sz="900" u="none" strike="noStrike" cap="none">
                        <a:latin typeface="Arial"/>
                        <a:ea typeface="Arial"/>
                        <a:cs typeface="Arial"/>
                        <a:sym typeface="Arial"/>
                      </a:endParaRPr>
                    </a:p>
                  </a:txBody>
                  <a:tcPr marL="0" marR="0" marT="2095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34050">
                <a:tc>
                  <a:txBody>
                    <a:bodyPr/>
                    <a:lstStyle/>
                    <a:p>
                      <a:pPr marL="78105" marR="0" lvl="0" indent="0" algn="l" rtl="0">
                        <a:lnSpc>
                          <a:spcPct val="115000"/>
                        </a:lnSpc>
                        <a:spcBef>
                          <a:spcPts val="0"/>
                        </a:spcBef>
                        <a:spcAft>
                          <a:spcPts val="0"/>
                        </a:spcAft>
                        <a:buNone/>
                      </a:pPr>
                      <a:r>
                        <a:rPr lang="en-US" sz="900" u="none" strike="noStrike" cap="none">
                          <a:latin typeface="Arial"/>
                          <a:ea typeface="Arial"/>
                          <a:cs typeface="Arial"/>
                          <a:sym typeface="Arial"/>
                        </a:rPr>
                        <a:t>Large (512-1024)</a:t>
                      </a:r>
                      <a:endParaRPr sz="90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464819" lvl="0" indent="0" algn="l" rtl="0">
                        <a:lnSpc>
                          <a:spcPct val="116666"/>
                        </a:lnSpc>
                        <a:spcBef>
                          <a:spcPts val="0"/>
                        </a:spcBef>
                        <a:spcAft>
                          <a:spcPts val="0"/>
                        </a:spcAft>
                        <a:buNone/>
                      </a:pPr>
                      <a:r>
                        <a:rPr lang="en-US" sz="900" u="none" strike="noStrike" cap="none">
                          <a:latin typeface="Arial"/>
                          <a:ea typeface="Arial"/>
                          <a:cs typeface="Arial"/>
                          <a:sym typeface="Arial"/>
                        </a:rPr>
                        <a:t>Stable gradients Better GPU utilization Faster per-epoch time</a:t>
                      </a:r>
                      <a:endParaRPr sz="900" u="none" strike="noStrike" cap="none">
                        <a:latin typeface="Arial"/>
                        <a:ea typeface="Arial"/>
                        <a:cs typeface="Arial"/>
                        <a:sym typeface="Arial"/>
                      </a:endParaRPr>
                    </a:p>
                  </a:txBody>
                  <a:tcPr marL="0" marR="0" marT="304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900" u="none" strike="noStrike" cap="none">
                        <a:latin typeface="Times New Roman"/>
                        <a:ea typeface="Times New Roman"/>
                        <a:cs typeface="Times New Roman"/>
                        <a:sym typeface="Times New Roman"/>
                      </a:endParaRPr>
                    </a:p>
                    <a:p>
                      <a:pPr marL="375285" marR="473075" lvl="0" indent="0" algn="l" rtl="0">
                        <a:lnSpc>
                          <a:spcPct val="116666"/>
                        </a:lnSpc>
                        <a:spcBef>
                          <a:spcPts val="0"/>
                        </a:spcBef>
                        <a:spcAft>
                          <a:spcPts val="0"/>
                        </a:spcAft>
                        <a:buNone/>
                      </a:pPr>
                      <a:r>
                        <a:rPr lang="en-US" sz="900" u="none" strike="noStrike" cap="none">
                          <a:latin typeface="Arial"/>
                          <a:ea typeface="Arial"/>
                          <a:cs typeface="Arial"/>
                          <a:sym typeface="Arial"/>
                        </a:rPr>
                        <a:t>Slow convergence May generalize worse More memory</a:t>
                      </a:r>
                      <a:endParaRPr sz="900" u="none" strike="noStrike" cap="none">
                        <a:latin typeface="Arial"/>
                        <a:ea typeface="Arial"/>
                        <a:cs typeface="Arial"/>
                        <a:sym typeface="Arial"/>
                      </a:endParaRPr>
                    </a:p>
                  </a:txBody>
                  <a:tcPr marL="0" marR="0" marT="30475"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1464" name="Google Shape;1464;p77"/>
          <p:cNvPicPr preferRelativeResize="0"/>
          <p:nvPr/>
        </p:nvPicPr>
        <p:blipFill rotWithShape="1">
          <a:blip r:embed="rId3">
            <a:alphaModFix/>
          </a:blip>
          <a:srcRect/>
          <a:stretch/>
        </p:blipFill>
        <p:spPr>
          <a:xfrm>
            <a:off x="1831568" y="826096"/>
            <a:ext cx="69291" cy="69291"/>
          </a:xfrm>
          <a:prstGeom prst="rect">
            <a:avLst/>
          </a:prstGeom>
          <a:noFill/>
          <a:ln>
            <a:noFill/>
          </a:ln>
        </p:spPr>
      </p:pic>
      <p:pic>
        <p:nvPicPr>
          <p:cNvPr id="1465" name="Google Shape;1465;p77"/>
          <p:cNvPicPr preferRelativeResize="0"/>
          <p:nvPr/>
        </p:nvPicPr>
        <p:blipFill rotWithShape="1">
          <a:blip r:embed="rId4">
            <a:alphaModFix/>
          </a:blip>
          <a:srcRect/>
          <a:stretch/>
        </p:blipFill>
        <p:spPr>
          <a:xfrm>
            <a:off x="1831568" y="958951"/>
            <a:ext cx="69291" cy="69291"/>
          </a:xfrm>
          <a:prstGeom prst="rect">
            <a:avLst/>
          </a:prstGeom>
          <a:noFill/>
          <a:ln>
            <a:noFill/>
          </a:ln>
        </p:spPr>
      </p:pic>
      <p:pic>
        <p:nvPicPr>
          <p:cNvPr id="1466" name="Google Shape;1466;p77"/>
          <p:cNvPicPr preferRelativeResize="0"/>
          <p:nvPr/>
        </p:nvPicPr>
        <p:blipFill rotWithShape="1">
          <a:blip r:embed="rId5">
            <a:alphaModFix/>
          </a:blip>
          <a:srcRect/>
          <a:stretch/>
        </p:blipFill>
        <p:spPr>
          <a:xfrm>
            <a:off x="1831568" y="1091806"/>
            <a:ext cx="69291" cy="69291"/>
          </a:xfrm>
          <a:prstGeom prst="rect">
            <a:avLst/>
          </a:prstGeom>
          <a:noFill/>
          <a:ln>
            <a:noFill/>
          </a:ln>
        </p:spPr>
      </p:pic>
      <p:pic>
        <p:nvPicPr>
          <p:cNvPr id="1467" name="Google Shape;1467;p77"/>
          <p:cNvPicPr preferRelativeResize="0"/>
          <p:nvPr/>
        </p:nvPicPr>
        <p:blipFill rotWithShape="1">
          <a:blip r:embed="rId6">
            <a:alphaModFix/>
          </a:blip>
          <a:srcRect/>
          <a:stretch/>
        </p:blipFill>
        <p:spPr>
          <a:xfrm>
            <a:off x="1831568" y="1224660"/>
            <a:ext cx="69291" cy="69291"/>
          </a:xfrm>
          <a:prstGeom prst="rect">
            <a:avLst/>
          </a:prstGeom>
          <a:noFill/>
          <a:ln>
            <a:noFill/>
          </a:ln>
        </p:spPr>
      </p:pic>
      <p:pic>
        <p:nvPicPr>
          <p:cNvPr id="1468" name="Google Shape;1468;p77"/>
          <p:cNvPicPr preferRelativeResize="0"/>
          <p:nvPr/>
        </p:nvPicPr>
        <p:blipFill rotWithShape="1">
          <a:blip r:embed="rId7">
            <a:alphaModFix/>
          </a:blip>
          <a:srcRect/>
          <a:stretch/>
        </p:blipFill>
        <p:spPr>
          <a:xfrm>
            <a:off x="3788461" y="826096"/>
            <a:ext cx="69291" cy="69291"/>
          </a:xfrm>
          <a:prstGeom prst="rect">
            <a:avLst/>
          </a:prstGeom>
          <a:noFill/>
          <a:ln>
            <a:noFill/>
          </a:ln>
        </p:spPr>
      </p:pic>
      <p:pic>
        <p:nvPicPr>
          <p:cNvPr id="1469" name="Google Shape;1469;p77"/>
          <p:cNvPicPr preferRelativeResize="0"/>
          <p:nvPr/>
        </p:nvPicPr>
        <p:blipFill rotWithShape="1">
          <a:blip r:embed="rId8">
            <a:alphaModFix/>
          </a:blip>
          <a:srcRect/>
          <a:stretch/>
        </p:blipFill>
        <p:spPr>
          <a:xfrm>
            <a:off x="3788461" y="958951"/>
            <a:ext cx="69291" cy="69291"/>
          </a:xfrm>
          <a:prstGeom prst="rect">
            <a:avLst/>
          </a:prstGeom>
          <a:noFill/>
          <a:ln>
            <a:noFill/>
          </a:ln>
        </p:spPr>
      </p:pic>
      <p:pic>
        <p:nvPicPr>
          <p:cNvPr id="1470" name="Google Shape;1470;p77"/>
          <p:cNvPicPr preferRelativeResize="0"/>
          <p:nvPr/>
        </p:nvPicPr>
        <p:blipFill rotWithShape="1">
          <a:blip r:embed="rId9">
            <a:alphaModFix/>
          </a:blip>
          <a:srcRect/>
          <a:stretch/>
        </p:blipFill>
        <p:spPr>
          <a:xfrm>
            <a:off x="3788461" y="1091806"/>
            <a:ext cx="69291" cy="69291"/>
          </a:xfrm>
          <a:prstGeom prst="rect">
            <a:avLst/>
          </a:prstGeom>
          <a:noFill/>
          <a:ln>
            <a:noFill/>
          </a:ln>
        </p:spPr>
      </p:pic>
      <p:pic>
        <p:nvPicPr>
          <p:cNvPr id="1471" name="Google Shape;1471;p77"/>
          <p:cNvPicPr preferRelativeResize="0"/>
          <p:nvPr/>
        </p:nvPicPr>
        <p:blipFill rotWithShape="1">
          <a:blip r:embed="rId10">
            <a:alphaModFix/>
          </a:blip>
          <a:srcRect/>
          <a:stretch/>
        </p:blipFill>
        <p:spPr>
          <a:xfrm>
            <a:off x="1831568" y="1693214"/>
            <a:ext cx="69291" cy="69291"/>
          </a:xfrm>
          <a:prstGeom prst="rect">
            <a:avLst/>
          </a:prstGeom>
          <a:noFill/>
          <a:ln>
            <a:noFill/>
          </a:ln>
        </p:spPr>
      </p:pic>
      <p:pic>
        <p:nvPicPr>
          <p:cNvPr id="1472" name="Google Shape;1472;p77"/>
          <p:cNvPicPr preferRelativeResize="0"/>
          <p:nvPr/>
        </p:nvPicPr>
        <p:blipFill rotWithShape="1">
          <a:blip r:embed="rId11">
            <a:alphaModFix/>
          </a:blip>
          <a:srcRect/>
          <a:stretch/>
        </p:blipFill>
        <p:spPr>
          <a:xfrm>
            <a:off x="1831568" y="1826069"/>
            <a:ext cx="69291" cy="69291"/>
          </a:xfrm>
          <a:prstGeom prst="rect">
            <a:avLst/>
          </a:prstGeom>
          <a:noFill/>
          <a:ln>
            <a:noFill/>
          </a:ln>
        </p:spPr>
      </p:pic>
      <p:pic>
        <p:nvPicPr>
          <p:cNvPr id="1473" name="Google Shape;1473;p77"/>
          <p:cNvPicPr preferRelativeResize="0"/>
          <p:nvPr/>
        </p:nvPicPr>
        <p:blipFill rotWithShape="1">
          <a:blip r:embed="rId12">
            <a:alphaModFix/>
          </a:blip>
          <a:srcRect/>
          <a:stretch/>
        </p:blipFill>
        <p:spPr>
          <a:xfrm>
            <a:off x="1831568" y="1958924"/>
            <a:ext cx="69291" cy="69291"/>
          </a:xfrm>
          <a:prstGeom prst="rect">
            <a:avLst/>
          </a:prstGeom>
          <a:noFill/>
          <a:ln>
            <a:noFill/>
          </a:ln>
        </p:spPr>
      </p:pic>
      <p:pic>
        <p:nvPicPr>
          <p:cNvPr id="1474" name="Google Shape;1474;p77"/>
          <p:cNvPicPr preferRelativeResize="0"/>
          <p:nvPr/>
        </p:nvPicPr>
        <p:blipFill rotWithShape="1">
          <a:blip r:embed="rId13">
            <a:alphaModFix/>
          </a:blip>
          <a:srcRect/>
          <a:stretch/>
        </p:blipFill>
        <p:spPr>
          <a:xfrm>
            <a:off x="1831568" y="2091778"/>
            <a:ext cx="69291" cy="69291"/>
          </a:xfrm>
          <a:prstGeom prst="rect">
            <a:avLst/>
          </a:prstGeom>
          <a:noFill/>
          <a:ln>
            <a:noFill/>
          </a:ln>
        </p:spPr>
      </p:pic>
      <p:pic>
        <p:nvPicPr>
          <p:cNvPr id="1475" name="Google Shape;1475;p77"/>
          <p:cNvPicPr preferRelativeResize="0"/>
          <p:nvPr/>
        </p:nvPicPr>
        <p:blipFill rotWithShape="1">
          <a:blip r:embed="rId14">
            <a:alphaModFix/>
          </a:blip>
          <a:srcRect/>
          <a:stretch/>
        </p:blipFill>
        <p:spPr>
          <a:xfrm>
            <a:off x="3788461" y="1691563"/>
            <a:ext cx="69291" cy="69291"/>
          </a:xfrm>
          <a:prstGeom prst="rect">
            <a:avLst/>
          </a:prstGeom>
          <a:noFill/>
          <a:ln>
            <a:noFill/>
          </a:ln>
        </p:spPr>
      </p:pic>
      <p:pic>
        <p:nvPicPr>
          <p:cNvPr id="1476" name="Google Shape;1476;p77"/>
          <p:cNvPicPr preferRelativeResize="0"/>
          <p:nvPr/>
        </p:nvPicPr>
        <p:blipFill rotWithShape="1">
          <a:blip r:embed="rId15">
            <a:alphaModFix/>
          </a:blip>
          <a:srcRect/>
          <a:stretch/>
        </p:blipFill>
        <p:spPr>
          <a:xfrm>
            <a:off x="1831568" y="2560332"/>
            <a:ext cx="69291" cy="69291"/>
          </a:xfrm>
          <a:prstGeom prst="rect">
            <a:avLst/>
          </a:prstGeom>
          <a:noFill/>
          <a:ln>
            <a:noFill/>
          </a:ln>
        </p:spPr>
      </p:pic>
      <p:pic>
        <p:nvPicPr>
          <p:cNvPr id="1477" name="Google Shape;1477;p77"/>
          <p:cNvPicPr preferRelativeResize="0"/>
          <p:nvPr/>
        </p:nvPicPr>
        <p:blipFill rotWithShape="1">
          <a:blip r:embed="rId16">
            <a:alphaModFix/>
          </a:blip>
          <a:srcRect/>
          <a:stretch/>
        </p:blipFill>
        <p:spPr>
          <a:xfrm>
            <a:off x="1831568" y="2693187"/>
            <a:ext cx="69291" cy="69291"/>
          </a:xfrm>
          <a:prstGeom prst="rect">
            <a:avLst/>
          </a:prstGeom>
          <a:noFill/>
          <a:ln>
            <a:noFill/>
          </a:ln>
        </p:spPr>
      </p:pic>
      <p:pic>
        <p:nvPicPr>
          <p:cNvPr id="1478" name="Google Shape;1478;p77"/>
          <p:cNvPicPr preferRelativeResize="0"/>
          <p:nvPr/>
        </p:nvPicPr>
        <p:blipFill rotWithShape="1">
          <a:blip r:embed="rId17">
            <a:alphaModFix/>
          </a:blip>
          <a:srcRect/>
          <a:stretch/>
        </p:blipFill>
        <p:spPr>
          <a:xfrm>
            <a:off x="1831568" y="2826042"/>
            <a:ext cx="69291" cy="69291"/>
          </a:xfrm>
          <a:prstGeom prst="rect">
            <a:avLst/>
          </a:prstGeom>
          <a:noFill/>
          <a:ln>
            <a:noFill/>
          </a:ln>
        </p:spPr>
      </p:pic>
      <p:pic>
        <p:nvPicPr>
          <p:cNvPr id="1479" name="Google Shape;1479;p77"/>
          <p:cNvPicPr preferRelativeResize="0"/>
          <p:nvPr/>
        </p:nvPicPr>
        <p:blipFill rotWithShape="1">
          <a:blip r:embed="rId18">
            <a:alphaModFix/>
          </a:blip>
          <a:srcRect/>
          <a:stretch/>
        </p:blipFill>
        <p:spPr>
          <a:xfrm>
            <a:off x="3788461" y="2560332"/>
            <a:ext cx="69291" cy="69291"/>
          </a:xfrm>
          <a:prstGeom prst="rect">
            <a:avLst/>
          </a:prstGeom>
          <a:noFill/>
          <a:ln>
            <a:noFill/>
          </a:ln>
        </p:spPr>
      </p:pic>
      <p:pic>
        <p:nvPicPr>
          <p:cNvPr id="1480" name="Google Shape;1480;p77"/>
          <p:cNvPicPr preferRelativeResize="0"/>
          <p:nvPr/>
        </p:nvPicPr>
        <p:blipFill rotWithShape="1">
          <a:blip r:embed="rId19">
            <a:alphaModFix/>
          </a:blip>
          <a:srcRect/>
          <a:stretch/>
        </p:blipFill>
        <p:spPr>
          <a:xfrm>
            <a:off x="3788461" y="2693187"/>
            <a:ext cx="69291" cy="69291"/>
          </a:xfrm>
          <a:prstGeom prst="rect">
            <a:avLst/>
          </a:prstGeom>
          <a:noFill/>
          <a:ln>
            <a:noFill/>
          </a:ln>
        </p:spPr>
      </p:pic>
      <p:pic>
        <p:nvPicPr>
          <p:cNvPr id="1481" name="Google Shape;1481;p77"/>
          <p:cNvPicPr preferRelativeResize="0"/>
          <p:nvPr/>
        </p:nvPicPr>
        <p:blipFill rotWithShape="1">
          <a:blip r:embed="rId20">
            <a:alphaModFix/>
          </a:blip>
          <a:srcRect/>
          <a:stretch/>
        </p:blipFill>
        <p:spPr>
          <a:xfrm>
            <a:off x="3788461" y="2826042"/>
            <a:ext cx="69291" cy="69291"/>
          </a:xfrm>
          <a:prstGeom prst="rect">
            <a:avLst/>
          </a:prstGeom>
          <a:noFill/>
          <a:ln>
            <a:noFill/>
          </a:ln>
        </p:spPr>
      </p:pic>
      <p:grpSp>
        <p:nvGrpSpPr>
          <p:cNvPr id="1482" name="Google Shape;1482;p77"/>
          <p:cNvGrpSpPr/>
          <p:nvPr/>
        </p:nvGrpSpPr>
        <p:grpSpPr>
          <a:xfrm>
            <a:off x="0" y="3141936"/>
            <a:ext cx="5760262" cy="92075"/>
            <a:chOff x="0" y="3141936"/>
            <a:chExt cx="5760262" cy="92075"/>
          </a:xfrm>
        </p:grpSpPr>
        <p:sp>
          <p:nvSpPr>
            <p:cNvPr id="1483" name="Google Shape;1483;p7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84" name="Google Shape;1484;p7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485" name="Google Shape;1485;p7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486" name="Google Shape;1486;p7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487" name="Google Shape;1487;p7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21"/>
              </a:rPr>
              <a:t>D</a:t>
            </a:r>
            <a:r>
              <a:rPr lang="en-US" sz="600" u="sng" cap="small">
                <a:solidFill>
                  <a:schemeClr val="hlink"/>
                </a:solidFill>
                <a:latin typeface="Bookman Old Style"/>
                <a:ea typeface="Bookman Old Style"/>
                <a:cs typeface="Bookman Old Style"/>
                <a:sym typeface="Bookman Old Style"/>
                <a:hlinkClick r:id="rId21"/>
              </a:rPr>
              <a:t>eep</a:t>
            </a:r>
            <a:r>
              <a:rPr lang="en-US" sz="600" u="sng">
                <a:solidFill>
                  <a:schemeClr val="hlink"/>
                </a:solidFill>
                <a:latin typeface="Bookman Old Style"/>
                <a:ea typeface="Bookman Old Style"/>
                <a:cs typeface="Bookman Old Style"/>
                <a:sym typeface="Bookman Old Style"/>
                <a:hlinkClick r:id="rId21"/>
              </a:rPr>
              <a:t> L</a:t>
            </a:r>
            <a:r>
              <a:rPr lang="en-US" sz="600" u="sng" cap="small">
                <a:solidFill>
                  <a:schemeClr val="hlink"/>
                </a:solidFill>
                <a:latin typeface="Bookman Old Style"/>
                <a:ea typeface="Bookman Old Style"/>
                <a:cs typeface="Bookman Old Style"/>
                <a:sym typeface="Bookman Old Style"/>
                <a:hlinkClick r:id="rId21"/>
              </a:rPr>
              <a:t>earning</a:t>
            </a:r>
            <a:endParaRPr sz="600">
              <a:latin typeface="Bookman Old Style"/>
              <a:ea typeface="Bookman Old Style"/>
              <a:cs typeface="Bookman Old Style"/>
              <a:sym typeface="Bookman Old Style"/>
            </a:endParaRPr>
          </a:p>
        </p:txBody>
      </p:sp>
      <p:sp>
        <p:nvSpPr>
          <p:cNvPr id="1488" name="Google Shape;1488;p77"/>
          <p:cNvSpPr txBox="1">
            <a:spLocks noGrp="1"/>
          </p:cNvSpPr>
          <p:nvPr>
            <p:ph type="sldNum" idx="12"/>
          </p:nvPr>
        </p:nvSpPr>
        <p:spPr>
          <a:xfrm>
            <a:off x="4627902" y="3137675"/>
            <a:ext cx="496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49</a:t>
            </a:fld>
            <a:r>
              <a:rPr lang="en-US"/>
              <a:t> / 100</a:t>
            </a:r>
            <a:endParaRPr/>
          </a:p>
        </p:txBody>
      </p:sp>
      <mc:AlternateContent xmlns:mc="http://schemas.openxmlformats.org/markup-compatibility/2006">
        <mc:Choice xmlns:p14="http://schemas.microsoft.com/office/powerpoint/2010/main" Requires="p14">
          <p:contentPart p14:bwMode="auto" r:id="rId22">
            <p14:nvContentPartPr>
              <p14:cNvPr id="2" name="Ink 1">
                <a:extLst>
                  <a:ext uri="{FF2B5EF4-FFF2-40B4-BE49-F238E27FC236}">
                    <a16:creationId xmlns:a16="http://schemas.microsoft.com/office/drawing/2014/main" id="{0450B4DA-0B5E-BDD9-0F0D-FC32276D1629}"/>
                  </a:ext>
                </a:extLst>
              </p14:cNvPr>
              <p14:cNvContentPartPr/>
              <p14:nvPr/>
            </p14:nvContentPartPr>
            <p14:xfrm>
              <a:off x="648360" y="841320"/>
              <a:ext cx="4468680" cy="2125800"/>
            </p14:xfrm>
          </p:contentPart>
        </mc:Choice>
        <mc:Fallback>
          <p:pic>
            <p:nvPicPr>
              <p:cNvPr id="2" name="Ink 1">
                <a:extLst>
                  <a:ext uri="{FF2B5EF4-FFF2-40B4-BE49-F238E27FC236}">
                    <a16:creationId xmlns:a16="http://schemas.microsoft.com/office/drawing/2014/main" id="{0450B4DA-0B5E-BDD9-0F0D-FC32276D1629}"/>
                  </a:ext>
                </a:extLst>
              </p:cNvPr>
              <p:cNvPicPr/>
              <p:nvPr/>
            </p:nvPicPr>
            <p:blipFill>
              <a:blip r:embed="rId23"/>
              <a:stretch>
                <a:fillRect/>
              </a:stretch>
            </p:blipFill>
            <p:spPr>
              <a:xfrm>
                <a:off x="639000" y="831960"/>
                <a:ext cx="4487400" cy="2144520"/>
              </a:xfrm>
              <a:prstGeom prst="rect">
                <a:avLst/>
              </a:prstGeom>
            </p:spPr>
          </p:pic>
        </mc:Fallback>
      </mc:AlternateContent>
    </p:spTree>
  </p:cSld>
  <p:clrMapOvr>
    <a:masterClrMapping/>
  </p:clrMapOvr>
  <p:transition>
    <p:fade thruBlk="1"/>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492"/>
        <p:cNvGrpSpPr/>
        <p:nvPr/>
      </p:nvGrpSpPr>
      <p:grpSpPr>
        <a:xfrm>
          <a:off x="0" y="0"/>
          <a:ext cx="0" cy="0"/>
          <a:chOff x="0" y="0"/>
          <a:chExt cx="0" cy="0"/>
        </a:xfrm>
      </p:grpSpPr>
      <p:sp>
        <p:nvSpPr>
          <p:cNvPr id="1493" name="Google Shape;1493;p78"/>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494" name="Google Shape;1494;p78"/>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495" name="Google Shape;1495;p78"/>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496" name="Google Shape;1496;p78"/>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497" name="Google Shape;1497;p78"/>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498" name="Google Shape;1498;p78"/>
          <p:cNvGrpSpPr/>
          <p:nvPr/>
        </p:nvGrpSpPr>
        <p:grpSpPr>
          <a:xfrm>
            <a:off x="343662" y="887310"/>
            <a:ext cx="302196" cy="873227"/>
            <a:chOff x="343662" y="887310"/>
            <a:chExt cx="302196" cy="873227"/>
          </a:xfrm>
        </p:grpSpPr>
        <p:pic>
          <p:nvPicPr>
            <p:cNvPr id="1499" name="Google Shape;1499;p78"/>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500" name="Google Shape;1500;p78"/>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501" name="Google Shape;1501;p78"/>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502" name="Google Shape;1502;p78"/>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503" name="Google Shape;1503;p78"/>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504" name="Google Shape;1504;p78"/>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505" name="Google Shape;1505;p78"/>
          <p:cNvGrpSpPr/>
          <p:nvPr/>
        </p:nvGrpSpPr>
        <p:grpSpPr>
          <a:xfrm>
            <a:off x="343662" y="1821865"/>
            <a:ext cx="302196" cy="1056691"/>
            <a:chOff x="343662" y="1821865"/>
            <a:chExt cx="302196" cy="1056691"/>
          </a:xfrm>
        </p:grpSpPr>
        <p:pic>
          <p:nvPicPr>
            <p:cNvPr id="1506" name="Google Shape;1506;p78"/>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507" name="Google Shape;1507;p78"/>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508" name="Google Shape;1508;p78"/>
            <p:cNvPicPr preferRelativeResize="0"/>
            <p:nvPr/>
          </p:nvPicPr>
          <p:blipFill rotWithShape="1">
            <a:blip r:embed="rId12">
              <a:alphaModFix/>
            </a:blip>
            <a:srcRect/>
            <a:stretch/>
          </p:blipFill>
          <p:spPr>
            <a:xfrm>
              <a:off x="576567" y="2195258"/>
              <a:ext cx="69291" cy="69291"/>
            </a:xfrm>
            <a:prstGeom prst="rect">
              <a:avLst/>
            </a:prstGeom>
            <a:noFill/>
            <a:ln>
              <a:noFill/>
            </a:ln>
          </p:spPr>
        </p:pic>
        <p:pic>
          <p:nvPicPr>
            <p:cNvPr id="1509" name="Google Shape;1509;p78"/>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510" name="Google Shape;1510;p78"/>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511" name="Google Shape;1511;p78"/>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512" name="Google Shape;1512;p78"/>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513" name="Google Shape;1513;p78"/>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514" name="Google Shape;1514;p78"/>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515" name="Google Shape;1515;p78"/>
          <p:cNvSpPr txBox="1"/>
          <p:nvPr/>
        </p:nvSpPr>
        <p:spPr>
          <a:xfrm>
            <a:off x="563023" y="391150"/>
            <a:ext cx="49461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latin typeface="Arial"/>
                <a:ea typeface="Arial"/>
                <a:cs typeface="Arial"/>
                <a:sym typeface="Arial"/>
              </a:rPr>
              <a:t> </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516" name="Google Shape;1516;p78"/>
          <p:cNvGrpSpPr/>
          <p:nvPr/>
        </p:nvGrpSpPr>
        <p:grpSpPr>
          <a:xfrm>
            <a:off x="0" y="3141936"/>
            <a:ext cx="5760262" cy="92075"/>
            <a:chOff x="0" y="3141936"/>
            <a:chExt cx="5760262" cy="92075"/>
          </a:xfrm>
        </p:grpSpPr>
        <p:sp>
          <p:nvSpPr>
            <p:cNvPr id="1517" name="Google Shape;1517;p7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18" name="Google Shape;1518;p7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19" name="Google Shape;1519;p7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20" name="Google Shape;1520;p7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21" name="Google Shape;1521;p7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522" name="Google Shape;1522;p78"/>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50</a:t>
            </a:fld>
            <a:r>
              <a:rPr lang="en-US"/>
              <a:t> / 100</a:t>
            </a:r>
            <a:endParaRPr/>
          </a:p>
        </p:txBody>
      </p:sp>
    </p:spTree>
  </p:cSld>
  <p:clrMapOvr>
    <a:masterClrMapping/>
  </p:clrMapOvr>
  <p:transition>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526"/>
        <p:cNvGrpSpPr/>
        <p:nvPr/>
      </p:nvGrpSpPr>
      <p:grpSpPr>
        <a:xfrm>
          <a:off x="0" y="0"/>
          <a:ext cx="0" cy="0"/>
          <a:chOff x="0" y="0"/>
          <a:chExt cx="0" cy="0"/>
        </a:xfrm>
      </p:grpSpPr>
      <p:sp>
        <p:nvSpPr>
          <p:cNvPr id="1527" name="Google Shape;1527;p79"/>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etup</a:t>
            </a:r>
            <a:endParaRPr/>
          </a:p>
        </p:txBody>
      </p:sp>
      <p:grpSp>
        <p:nvGrpSpPr>
          <p:cNvPr id="1528" name="Google Shape;1528;p79"/>
          <p:cNvGrpSpPr/>
          <p:nvPr/>
        </p:nvGrpSpPr>
        <p:grpSpPr>
          <a:xfrm>
            <a:off x="0" y="3141936"/>
            <a:ext cx="5760262" cy="92075"/>
            <a:chOff x="0" y="3141936"/>
            <a:chExt cx="5760262" cy="92075"/>
          </a:xfrm>
        </p:grpSpPr>
        <p:sp>
          <p:nvSpPr>
            <p:cNvPr id="1529" name="Google Shape;1529;p7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30" name="Google Shape;1530;p7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31" name="Google Shape;1531;p7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32" name="Google Shape;1532;p7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33" name="Google Shape;1533;p7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34" name="Google Shape;1534;p79"/>
          <p:cNvSpPr txBox="1">
            <a:spLocks noGrp="1"/>
          </p:cNvSpPr>
          <p:nvPr>
            <p:ph type="sldNum" idx="12"/>
          </p:nvPr>
        </p:nvSpPr>
        <p:spPr>
          <a:xfrm>
            <a:off x="4627902" y="3137675"/>
            <a:ext cx="496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51</a:t>
            </a:fld>
            <a:r>
              <a:rPr lang="en-US"/>
              <a:t> / 100</a:t>
            </a:r>
            <a:endParaRPr/>
          </a:p>
        </p:txBody>
      </p:sp>
      <p:pic>
        <p:nvPicPr>
          <p:cNvPr id="1535" name="Google Shape;1535;p79"/>
          <p:cNvPicPr preferRelativeResize="0"/>
          <p:nvPr/>
        </p:nvPicPr>
        <p:blipFill>
          <a:blip r:embed="rId4">
            <a:alphaModFix/>
          </a:blip>
          <a:stretch>
            <a:fillRect/>
          </a:stretch>
        </p:blipFill>
        <p:spPr>
          <a:xfrm>
            <a:off x="152400" y="550235"/>
            <a:ext cx="5100688" cy="243503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17951F9-3A42-E28E-264F-104B82608625}"/>
                  </a:ext>
                </a:extLst>
              </p14:cNvPr>
              <p14:cNvContentPartPr/>
              <p14:nvPr/>
            </p14:nvContentPartPr>
            <p14:xfrm>
              <a:off x="786600" y="921240"/>
              <a:ext cx="4623120" cy="1838160"/>
            </p14:xfrm>
          </p:contentPart>
        </mc:Choice>
        <mc:Fallback>
          <p:pic>
            <p:nvPicPr>
              <p:cNvPr id="2" name="Ink 1">
                <a:extLst>
                  <a:ext uri="{FF2B5EF4-FFF2-40B4-BE49-F238E27FC236}">
                    <a16:creationId xmlns:a16="http://schemas.microsoft.com/office/drawing/2014/main" id="{017951F9-3A42-E28E-264F-104B82608625}"/>
                  </a:ext>
                </a:extLst>
              </p:cNvPr>
              <p:cNvPicPr/>
              <p:nvPr/>
            </p:nvPicPr>
            <p:blipFill>
              <a:blip r:embed="rId6"/>
              <a:stretch>
                <a:fillRect/>
              </a:stretch>
            </p:blipFill>
            <p:spPr>
              <a:xfrm>
                <a:off x="777240" y="911880"/>
                <a:ext cx="4641840" cy="1856880"/>
              </a:xfrm>
              <a:prstGeom prst="rect">
                <a:avLst/>
              </a:prstGeom>
            </p:spPr>
          </p:pic>
        </mc:Fallback>
      </mc:AlternateContent>
    </p:spTree>
  </p:cSld>
  <p:clrMapOvr>
    <a:masterClrMapping/>
  </p:clrMapOvr>
  <p:transition>
    <p:fade thruBlk="1"/>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539"/>
        <p:cNvGrpSpPr/>
        <p:nvPr/>
      </p:nvGrpSpPr>
      <p:grpSpPr>
        <a:xfrm>
          <a:off x="0" y="0"/>
          <a:ext cx="0" cy="0"/>
          <a:chOff x="0" y="0"/>
          <a:chExt cx="0" cy="0"/>
        </a:xfrm>
      </p:grpSpPr>
      <p:sp>
        <p:nvSpPr>
          <p:cNvPr id="1540" name="Google Shape;1540;p8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D</a:t>
            </a:r>
            <a:r>
              <a:rPr lang="en-US" cap="small">
                <a:solidFill>
                  <a:srgbClr val="FFFFFF"/>
                </a:solidFill>
              </a:rPr>
              <a:t>ata</a:t>
            </a:r>
            <a:r>
              <a:rPr lang="en-US">
                <a:solidFill>
                  <a:srgbClr val="FFFFFF"/>
                </a:solidFill>
              </a:rPr>
              <a:t> R</a:t>
            </a:r>
            <a:r>
              <a:rPr lang="en-US" cap="small">
                <a:solidFill>
                  <a:srgbClr val="FFFFFF"/>
                </a:solidFill>
              </a:rPr>
              <a:t>epresentation</a:t>
            </a:r>
            <a:endParaRPr/>
          </a:p>
        </p:txBody>
      </p:sp>
      <p:grpSp>
        <p:nvGrpSpPr>
          <p:cNvPr id="1541" name="Google Shape;1541;p80"/>
          <p:cNvGrpSpPr/>
          <p:nvPr/>
        </p:nvGrpSpPr>
        <p:grpSpPr>
          <a:xfrm>
            <a:off x="0" y="3141936"/>
            <a:ext cx="5760262" cy="92075"/>
            <a:chOff x="0" y="3141936"/>
            <a:chExt cx="5760262" cy="92075"/>
          </a:xfrm>
        </p:grpSpPr>
        <p:sp>
          <p:nvSpPr>
            <p:cNvPr id="1542" name="Google Shape;1542;p8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43" name="Google Shape;1543;p8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44" name="Google Shape;1544;p8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45" name="Google Shape;1545;p8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46" name="Google Shape;1546;p8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47" name="Google Shape;1547;p80"/>
          <p:cNvSpPr txBox="1">
            <a:spLocks noGrp="1"/>
          </p:cNvSpPr>
          <p:nvPr>
            <p:ph type="sldNum" idx="12"/>
          </p:nvPr>
        </p:nvSpPr>
        <p:spPr>
          <a:xfrm>
            <a:off x="4627902" y="3137675"/>
            <a:ext cx="520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52</a:t>
            </a:fld>
            <a:r>
              <a:rPr lang="en-US"/>
              <a:t> / 100</a:t>
            </a:r>
            <a:endParaRPr/>
          </a:p>
        </p:txBody>
      </p:sp>
      <p:pic>
        <p:nvPicPr>
          <p:cNvPr id="1548" name="Google Shape;1548;p80"/>
          <p:cNvPicPr preferRelativeResize="0"/>
          <p:nvPr/>
        </p:nvPicPr>
        <p:blipFill>
          <a:blip r:embed="rId4">
            <a:alphaModFix/>
          </a:blip>
          <a:stretch>
            <a:fillRect/>
          </a:stretch>
        </p:blipFill>
        <p:spPr>
          <a:xfrm>
            <a:off x="152400" y="550235"/>
            <a:ext cx="5249015" cy="2435038"/>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32D211C0-CA61-6BCB-BE87-FB87FF1FBB66}"/>
                  </a:ext>
                </a:extLst>
              </p14:cNvPr>
              <p14:cNvContentPartPr/>
              <p14:nvPr/>
            </p14:nvContentPartPr>
            <p14:xfrm>
              <a:off x="2643840" y="1540800"/>
              <a:ext cx="2544120" cy="1282680"/>
            </p14:xfrm>
          </p:contentPart>
        </mc:Choice>
        <mc:Fallback>
          <p:pic>
            <p:nvPicPr>
              <p:cNvPr id="2" name="Ink 1">
                <a:extLst>
                  <a:ext uri="{FF2B5EF4-FFF2-40B4-BE49-F238E27FC236}">
                    <a16:creationId xmlns:a16="http://schemas.microsoft.com/office/drawing/2014/main" id="{32D211C0-CA61-6BCB-BE87-FB87FF1FBB66}"/>
                  </a:ext>
                </a:extLst>
              </p:cNvPr>
              <p:cNvPicPr/>
              <p:nvPr/>
            </p:nvPicPr>
            <p:blipFill>
              <a:blip r:embed="rId6"/>
              <a:stretch>
                <a:fillRect/>
              </a:stretch>
            </p:blipFill>
            <p:spPr>
              <a:xfrm>
                <a:off x="2634480" y="1531440"/>
                <a:ext cx="2562840" cy="1301400"/>
              </a:xfrm>
              <a:prstGeom prst="rect">
                <a:avLst/>
              </a:prstGeom>
            </p:spPr>
          </p:pic>
        </mc:Fallback>
      </mc:AlternateContent>
    </p:spTree>
  </p:cSld>
  <p:clrMapOvr>
    <a:masterClrMapping/>
  </p:clrMapOvr>
  <p:transition>
    <p:fade thruBlk="1"/>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4CE80E-1DC9-E120-4D09-D9E16D2E4283}"/>
              </a:ext>
            </a:extLst>
          </p:cNvPr>
          <p:cNvSpPr>
            <a:spLocks noGrp="1"/>
          </p:cNvSpPr>
          <p:nvPr>
            <p:ph type="sldNum" idx="12"/>
          </p:nvPr>
        </p:nvSpPr>
        <p:spPr/>
        <p:txBody>
          <a:bodyPr/>
          <a:lstStyle/>
          <a:p>
            <a:pPr marL="38100" lvl="0" indent="0" algn="l" rtl="0">
              <a:spcBef>
                <a:spcPts val="0"/>
              </a:spcBef>
              <a:spcAft>
                <a:spcPts val="0"/>
              </a:spcAft>
              <a:buNone/>
            </a:pPr>
            <a:fld id="{00000000-1234-1234-1234-123412341234}" type="slidenum">
              <a:rPr lang="en-US" smtClean="0"/>
              <a:t>53</a:t>
            </a:fld>
            <a:r>
              <a:rPr lang="en-US"/>
              <a:t> / 100</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3858871-A9DD-C7F9-5C1C-A1214F578CFD}"/>
                  </a:ext>
                </a:extLst>
              </p14:cNvPr>
              <p14:cNvContentPartPr/>
              <p14:nvPr/>
            </p14:nvContentPartPr>
            <p14:xfrm>
              <a:off x="788400" y="501840"/>
              <a:ext cx="4834080" cy="1894320"/>
            </p14:xfrm>
          </p:contentPart>
        </mc:Choice>
        <mc:Fallback>
          <p:pic>
            <p:nvPicPr>
              <p:cNvPr id="3" name="Ink 2">
                <a:extLst>
                  <a:ext uri="{FF2B5EF4-FFF2-40B4-BE49-F238E27FC236}">
                    <a16:creationId xmlns:a16="http://schemas.microsoft.com/office/drawing/2014/main" id="{C3858871-A9DD-C7F9-5C1C-A1214F578CFD}"/>
                  </a:ext>
                </a:extLst>
              </p:cNvPr>
              <p:cNvPicPr/>
              <p:nvPr/>
            </p:nvPicPr>
            <p:blipFill>
              <a:blip r:embed="rId3"/>
              <a:stretch>
                <a:fillRect/>
              </a:stretch>
            </p:blipFill>
            <p:spPr>
              <a:xfrm>
                <a:off x="779040" y="492480"/>
                <a:ext cx="4852800" cy="1913040"/>
              </a:xfrm>
              <a:prstGeom prst="rect">
                <a:avLst/>
              </a:prstGeom>
            </p:spPr>
          </p:pic>
        </mc:Fallback>
      </mc:AlternateContent>
    </p:spTree>
    <p:extLst>
      <p:ext uri="{BB962C8B-B14F-4D97-AF65-F5344CB8AC3E}">
        <p14:creationId xmlns:p14="http://schemas.microsoft.com/office/powerpoint/2010/main" val="18300225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552"/>
        <p:cNvGrpSpPr/>
        <p:nvPr/>
      </p:nvGrpSpPr>
      <p:grpSpPr>
        <a:xfrm>
          <a:off x="0" y="0"/>
          <a:ext cx="0" cy="0"/>
          <a:chOff x="0" y="0"/>
          <a:chExt cx="0" cy="0"/>
        </a:xfrm>
      </p:grpSpPr>
      <p:sp>
        <p:nvSpPr>
          <p:cNvPr id="1553" name="Google Shape;1553;p8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F</a:t>
            </a:r>
            <a:r>
              <a:rPr lang="en-US" cap="small">
                <a:solidFill>
                  <a:srgbClr val="FFFFFF"/>
                </a:solidFill>
              </a:rPr>
              <a:t>irst</a:t>
            </a:r>
            <a:r>
              <a:rPr lang="en-US">
                <a:solidFill>
                  <a:srgbClr val="FFFFFF"/>
                </a:solidFill>
              </a:rPr>
              <a:t> 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(E</a:t>
            </a:r>
            <a:r>
              <a:rPr lang="en-US" cap="small">
                <a:solidFill>
                  <a:srgbClr val="FFFFFF"/>
                </a:solidFill>
              </a:rPr>
              <a:t>xamples</a:t>
            </a:r>
            <a:endParaRPr/>
          </a:p>
        </p:txBody>
      </p:sp>
      <p:grpSp>
        <p:nvGrpSpPr>
          <p:cNvPr id="1554" name="Google Shape;1554;p81"/>
          <p:cNvGrpSpPr/>
          <p:nvPr/>
        </p:nvGrpSpPr>
        <p:grpSpPr>
          <a:xfrm>
            <a:off x="0" y="3141936"/>
            <a:ext cx="5760262" cy="92075"/>
            <a:chOff x="0" y="3141936"/>
            <a:chExt cx="5760262" cy="92075"/>
          </a:xfrm>
        </p:grpSpPr>
        <p:sp>
          <p:nvSpPr>
            <p:cNvPr id="1555" name="Google Shape;1555;p8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56" name="Google Shape;1556;p8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57" name="Google Shape;1557;p8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58" name="Google Shape;1558;p8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59" name="Google Shape;1559;p8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60" name="Google Shape;1560;p81"/>
          <p:cNvSpPr txBox="1">
            <a:spLocks noGrp="1"/>
          </p:cNvSpPr>
          <p:nvPr>
            <p:ph type="sldNum" idx="12"/>
          </p:nvPr>
        </p:nvSpPr>
        <p:spPr>
          <a:xfrm>
            <a:off x="4627902" y="3137675"/>
            <a:ext cx="464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54</a:t>
            </a:fld>
            <a:r>
              <a:rPr lang="en-US"/>
              <a:t> / 100</a:t>
            </a:r>
            <a:endParaRPr/>
          </a:p>
        </p:txBody>
      </p:sp>
      <p:pic>
        <p:nvPicPr>
          <p:cNvPr id="1561" name="Google Shape;1561;p81"/>
          <p:cNvPicPr preferRelativeResize="0"/>
          <p:nvPr/>
        </p:nvPicPr>
        <p:blipFill>
          <a:blip r:embed="rId4">
            <a:alphaModFix/>
          </a:blip>
          <a:stretch>
            <a:fillRect/>
          </a:stretch>
        </p:blipFill>
        <p:spPr>
          <a:xfrm>
            <a:off x="152400" y="494925"/>
            <a:ext cx="4939801" cy="262082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976E6659-90E7-2A14-3644-C7B51D5175D3}"/>
                  </a:ext>
                </a:extLst>
              </p14:cNvPr>
              <p14:cNvContentPartPr/>
              <p14:nvPr/>
            </p14:nvContentPartPr>
            <p14:xfrm>
              <a:off x="2293560" y="868680"/>
              <a:ext cx="1899000" cy="2018880"/>
            </p14:xfrm>
          </p:contentPart>
        </mc:Choice>
        <mc:Fallback>
          <p:pic>
            <p:nvPicPr>
              <p:cNvPr id="2" name="Ink 1">
                <a:extLst>
                  <a:ext uri="{FF2B5EF4-FFF2-40B4-BE49-F238E27FC236}">
                    <a16:creationId xmlns:a16="http://schemas.microsoft.com/office/drawing/2014/main" id="{976E6659-90E7-2A14-3644-C7B51D5175D3}"/>
                  </a:ext>
                </a:extLst>
              </p:cNvPr>
              <p:cNvPicPr/>
              <p:nvPr/>
            </p:nvPicPr>
            <p:blipFill>
              <a:blip r:embed="rId6"/>
              <a:stretch>
                <a:fillRect/>
              </a:stretch>
            </p:blipFill>
            <p:spPr>
              <a:xfrm>
                <a:off x="2284200" y="859320"/>
                <a:ext cx="1917720" cy="2037600"/>
              </a:xfrm>
              <a:prstGeom prst="rect">
                <a:avLst/>
              </a:prstGeom>
            </p:spPr>
          </p:pic>
        </mc:Fallback>
      </mc:AlternateContent>
    </p:spTree>
  </p:cSld>
  <p:clrMapOvr>
    <a:masterClrMapping/>
  </p:clrMapOvr>
  <p:transition>
    <p:fade thruBlk="1"/>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565"/>
        <p:cNvGrpSpPr/>
        <p:nvPr/>
      </p:nvGrpSpPr>
      <p:grpSpPr>
        <a:xfrm>
          <a:off x="0" y="0"/>
          <a:ext cx="0" cy="0"/>
          <a:chOff x="0" y="0"/>
          <a:chExt cx="0" cy="0"/>
        </a:xfrm>
      </p:grpSpPr>
      <p:sp>
        <p:nvSpPr>
          <p:cNvPr id="1566" name="Google Shape;1566;p82"/>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S</a:t>
            </a:r>
            <a:r>
              <a:rPr lang="en-US" cap="small">
                <a:solidFill>
                  <a:srgbClr val="FFFFFF"/>
                </a:solidFill>
              </a:rPr>
              <a:t>oftmax</a:t>
            </a:r>
            <a:r>
              <a:rPr lang="en-US">
                <a:solidFill>
                  <a:srgbClr val="FFFFFF"/>
                </a:solidFill>
              </a:rPr>
              <a:t> C</a:t>
            </a:r>
            <a:r>
              <a:rPr lang="en-US" cap="small">
                <a:solidFill>
                  <a:srgbClr val="FFFFFF"/>
                </a:solidFill>
              </a:rPr>
              <a:t>omputation</a:t>
            </a:r>
            <a:endParaRPr/>
          </a:p>
        </p:txBody>
      </p:sp>
      <p:grpSp>
        <p:nvGrpSpPr>
          <p:cNvPr id="1567" name="Google Shape;1567;p82"/>
          <p:cNvGrpSpPr/>
          <p:nvPr/>
        </p:nvGrpSpPr>
        <p:grpSpPr>
          <a:xfrm>
            <a:off x="0" y="3141936"/>
            <a:ext cx="5760262" cy="92075"/>
            <a:chOff x="0" y="3141936"/>
            <a:chExt cx="5760262" cy="92075"/>
          </a:xfrm>
        </p:grpSpPr>
        <p:sp>
          <p:nvSpPr>
            <p:cNvPr id="1568" name="Google Shape;1568;p8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69" name="Google Shape;1569;p8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70" name="Google Shape;1570;p8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71" name="Google Shape;1571;p8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72" name="Google Shape;1572;p8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73" name="Google Shape;1573;p82"/>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55</a:t>
            </a:fld>
            <a:r>
              <a:rPr lang="en-US"/>
              <a:t> / 100</a:t>
            </a:r>
            <a:endParaRPr/>
          </a:p>
        </p:txBody>
      </p:sp>
      <p:pic>
        <p:nvPicPr>
          <p:cNvPr id="1574" name="Google Shape;1574;p82"/>
          <p:cNvPicPr preferRelativeResize="0"/>
          <p:nvPr/>
        </p:nvPicPr>
        <p:blipFill>
          <a:blip r:embed="rId4">
            <a:alphaModFix/>
          </a:blip>
          <a:stretch>
            <a:fillRect/>
          </a:stretch>
        </p:blipFill>
        <p:spPr>
          <a:xfrm>
            <a:off x="152400" y="550235"/>
            <a:ext cx="5176194" cy="2435038"/>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EAB8DB20-2BBE-30D1-CA8A-088A342DEAAA}"/>
                  </a:ext>
                </a:extLst>
              </p14:cNvPr>
              <p14:cNvContentPartPr/>
              <p14:nvPr/>
            </p14:nvContentPartPr>
            <p14:xfrm>
              <a:off x="2617920" y="1381680"/>
              <a:ext cx="1096200" cy="1076400"/>
            </p14:xfrm>
          </p:contentPart>
        </mc:Choice>
        <mc:Fallback>
          <p:pic>
            <p:nvPicPr>
              <p:cNvPr id="2" name="Ink 1">
                <a:extLst>
                  <a:ext uri="{FF2B5EF4-FFF2-40B4-BE49-F238E27FC236}">
                    <a16:creationId xmlns:a16="http://schemas.microsoft.com/office/drawing/2014/main" id="{EAB8DB20-2BBE-30D1-CA8A-088A342DEAAA}"/>
                  </a:ext>
                </a:extLst>
              </p:cNvPr>
              <p:cNvPicPr/>
              <p:nvPr/>
            </p:nvPicPr>
            <p:blipFill>
              <a:blip r:embed="rId6"/>
              <a:stretch>
                <a:fillRect/>
              </a:stretch>
            </p:blipFill>
            <p:spPr>
              <a:xfrm>
                <a:off x="2608560" y="1372320"/>
                <a:ext cx="1114920" cy="1095120"/>
              </a:xfrm>
              <a:prstGeom prst="rect">
                <a:avLst/>
              </a:prstGeom>
            </p:spPr>
          </p:pic>
        </mc:Fallback>
      </mc:AlternateContent>
    </p:spTree>
  </p:cSld>
  <p:clrMapOvr>
    <a:masterClrMapping/>
  </p:clrMapOvr>
  <p:transition>
    <p:fade thruBlk="1"/>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578"/>
        <p:cNvGrpSpPr/>
        <p:nvPr/>
      </p:nvGrpSpPr>
      <p:grpSpPr>
        <a:xfrm>
          <a:off x="0" y="0"/>
          <a:ext cx="0" cy="0"/>
          <a:chOff x="0" y="0"/>
          <a:chExt cx="0" cy="0"/>
        </a:xfrm>
      </p:grpSpPr>
      <p:sp>
        <p:nvSpPr>
          <p:cNvPr id="1579" name="Google Shape;1579;p83"/>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G</a:t>
            </a:r>
            <a:r>
              <a:rPr lang="en-US" cap="small">
                <a:solidFill>
                  <a:srgbClr val="FFFFFF"/>
                </a:solidFill>
              </a:rPr>
              <a:t>radient</a:t>
            </a:r>
            <a:r>
              <a:rPr lang="en-US">
                <a:solidFill>
                  <a:srgbClr val="FFFFFF"/>
                </a:solidFill>
              </a:rPr>
              <a:t> </a:t>
            </a:r>
            <a:r>
              <a:rPr lang="en-US" cap="small">
                <a:solidFill>
                  <a:srgbClr val="FFFFFF"/>
                </a:solidFill>
              </a:rPr>
              <a:t>and</a:t>
            </a:r>
            <a:r>
              <a:rPr lang="en-US">
                <a:solidFill>
                  <a:srgbClr val="FFFFFF"/>
                </a:solidFill>
              </a:rPr>
              <a:t> U</a:t>
            </a:r>
            <a:r>
              <a:rPr lang="en-US" cap="small">
                <a:solidFill>
                  <a:srgbClr val="FFFFFF"/>
                </a:solidFill>
              </a:rPr>
              <a:t>pdate</a:t>
            </a:r>
            <a:endParaRPr/>
          </a:p>
        </p:txBody>
      </p:sp>
      <p:grpSp>
        <p:nvGrpSpPr>
          <p:cNvPr id="1580" name="Google Shape;1580;p83"/>
          <p:cNvGrpSpPr/>
          <p:nvPr/>
        </p:nvGrpSpPr>
        <p:grpSpPr>
          <a:xfrm>
            <a:off x="0" y="3141936"/>
            <a:ext cx="5760262" cy="92075"/>
            <a:chOff x="0" y="3141936"/>
            <a:chExt cx="5760262" cy="92075"/>
          </a:xfrm>
        </p:grpSpPr>
        <p:sp>
          <p:nvSpPr>
            <p:cNvPr id="1581" name="Google Shape;1581;p8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82" name="Google Shape;1582;p8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83" name="Google Shape;1583;p8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84" name="Google Shape;1584;p8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85" name="Google Shape;1585;p8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86" name="Google Shape;1586;p83"/>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56</a:t>
            </a:fld>
            <a:r>
              <a:rPr lang="en-US"/>
              <a:t> / 100</a:t>
            </a:r>
            <a:endParaRPr/>
          </a:p>
        </p:txBody>
      </p:sp>
      <p:pic>
        <p:nvPicPr>
          <p:cNvPr id="1587" name="Google Shape;1587;p83"/>
          <p:cNvPicPr preferRelativeResize="0"/>
          <p:nvPr/>
        </p:nvPicPr>
        <p:blipFill>
          <a:blip r:embed="rId4">
            <a:alphaModFix/>
          </a:blip>
          <a:stretch>
            <a:fillRect/>
          </a:stretch>
        </p:blipFill>
        <p:spPr>
          <a:xfrm>
            <a:off x="152400" y="550225"/>
            <a:ext cx="4797151" cy="253717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75FF34C1-0D88-972D-E1F1-8FE69B2E6E50}"/>
                  </a:ext>
                </a:extLst>
              </p14:cNvPr>
              <p14:cNvContentPartPr/>
              <p14:nvPr/>
            </p14:nvContentPartPr>
            <p14:xfrm>
              <a:off x="1967760" y="984600"/>
              <a:ext cx="2639160" cy="1786680"/>
            </p14:xfrm>
          </p:contentPart>
        </mc:Choice>
        <mc:Fallback>
          <p:pic>
            <p:nvPicPr>
              <p:cNvPr id="2" name="Ink 1">
                <a:extLst>
                  <a:ext uri="{FF2B5EF4-FFF2-40B4-BE49-F238E27FC236}">
                    <a16:creationId xmlns:a16="http://schemas.microsoft.com/office/drawing/2014/main" id="{75FF34C1-0D88-972D-E1F1-8FE69B2E6E50}"/>
                  </a:ext>
                </a:extLst>
              </p:cNvPr>
              <p:cNvPicPr/>
              <p:nvPr/>
            </p:nvPicPr>
            <p:blipFill>
              <a:blip r:embed="rId6"/>
              <a:stretch>
                <a:fillRect/>
              </a:stretch>
            </p:blipFill>
            <p:spPr>
              <a:xfrm>
                <a:off x="1958400" y="975240"/>
                <a:ext cx="2657880" cy="1805400"/>
              </a:xfrm>
              <a:prstGeom prst="rect">
                <a:avLst/>
              </a:prstGeom>
            </p:spPr>
          </p:pic>
        </mc:Fallback>
      </mc:AlternateContent>
    </p:spTree>
  </p:cSld>
  <p:clrMapOvr>
    <a:masterClrMapping/>
  </p:clrMapOvr>
  <p:transition>
    <p:fade thruBlk="1"/>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591"/>
        <p:cNvGrpSpPr/>
        <p:nvPr/>
      </p:nvGrpSpPr>
      <p:grpSpPr>
        <a:xfrm>
          <a:off x="0" y="0"/>
          <a:ext cx="0" cy="0"/>
          <a:chOff x="0" y="0"/>
          <a:chExt cx="0" cy="0"/>
        </a:xfrm>
      </p:grpSpPr>
      <p:sp>
        <p:nvSpPr>
          <p:cNvPr id="1592" name="Google Shape;1592;p8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N</a:t>
            </a:r>
            <a:r>
              <a:rPr lang="en-US" cap="small">
                <a:solidFill>
                  <a:srgbClr val="FFFFFF"/>
                </a:solidFill>
              </a:rPr>
              <a:t>umerical</a:t>
            </a:r>
            <a:r>
              <a:rPr lang="en-US">
                <a:solidFill>
                  <a:srgbClr val="FFFFFF"/>
                </a:solidFill>
              </a:rPr>
              <a:t> E</a:t>
            </a:r>
            <a:r>
              <a:rPr lang="en-US" cap="small">
                <a:solidFill>
                  <a:srgbClr val="FFFFFF"/>
                </a:solidFill>
              </a:rPr>
              <a:t>xample</a:t>
            </a:r>
            <a:r>
              <a:rPr lang="en-US">
                <a:solidFill>
                  <a:srgbClr val="FFFFFF"/>
                </a:solidFill>
              </a:rPr>
              <a:t>: W</a:t>
            </a:r>
            <a:r>
              <a:rPr lang="en-US" cap="small">
                <a:solidFill>
                  <a:srgbClr val="FFFFFF"/>
                </a:solidFill>
              </a:rPr>
              <a:t>eight</a:t>
            </a:r>
            <a:r>
              <a:rPr lang="en-US">
                <a:solidFill>
                  <a:srgbClr val="FFFFFF"/>
                </a:solidFill>
              </a:rPr>
              <a:t> U</a:t>
            </a:r>
            <a:r>
              <a:rPr lang="en-US" cap="small">
                <a:solidFill>
                  <a:srgbClr val="FFFFFF"/>
                </a:solidFill>
              </a:rPr>
              <a:t>pdate</a:t>
            </a:r>
            <a:endParaRPr/>
          </a:p>
        </p:txBody>
      </p:sp>
      <p:grpSp>
        <p:nvGrpSpPr>
          <p:cNvPr id="1593" name="Google Shape;1593;p84"/>
          <p:cNvGrpSpPr/>
          <p:nvPr/>
        </p:nvGrpSpPr>
        <p:grpSpPr>
          <a:xfrm>
            <a:off x="0" y="3141936"/>
            <a:ext cx="5760262" cy="92075"/>
            <a:chOff x="0" y="3141936"/>
            <a:chExt cx="5760262" cy="92075"/>
          </a:xfrm>
        </p:grpSpPr>
        <p:sp>
          <p:nvSpPr>
            <p:cNvPr id="1594" name="Google Shape;1594;p8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95" name="Google Shape;1595;p8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596" name="Google Shape;1596;p8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597" name="Google Shape;1597;p8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598" name="Google Shape;1598;p8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599" name="Google Shape;1599;p84"/>
          <p:cNvSpPr txBox="1">
            <a:spLocks noGrp="1"/>
          </p:cNvSpPr>
          <p:nvPr>
            <p:ph type="sldNum" idx="12"/>
          </p:nvPr>
        </p:nvSpPr>
        <p:spPr>
          <a:xfrm>
            <a:off x="4627903" y="3137675"/>
            <a:ext cx="514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57</a:t>
            </a:fld>
            <a:r>
              <a:rPr lang="en-US"/>
              <a:t> / 100</a:t>
            </a:r>
            <a:endParaRPr/>
          </a:p>
        </p:txBody>
      </p:sp>
      <p:pic>
        <p:nvPicPr>
          <p:cNvPr id="1600" name="Google Shape;1600;p84"/>
          <p:cNvPicPr preferRelativeResize="0"/>
          <p:nvPr/>
        </p:nvPicPr>
        <p:blipFill>
          <a:blip r:embed="rId4">
            <a:alphaModFix/>
          </a:blip>
          <a:stretch>
            <a:fillRect/>
          </a:stretch>
        </p:blipFill>
        <p:spPr>
          <a:xfrm>
            <a:off x="152400" y="429275"/>
            <a:ext cx="4989911" cy="2708401"/>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323A5119-3928-EE03-FD52-A375BF081394}"/>
                  </a:ext>
                </a:extLst>
              </p14:cNvPr>
              <p14:cNvContentPartPr/>
              <p14:nvPr/>
            </p14:nvContentPartPr>
            <p14:xfrm>
              <a:off x="1729440" y="584640"/>
              <a:ext cx="3997800" cy="2395440"/>
            </p14:xfrm>
          </p:contentPart>
        </mc:Choice>
        <mc:Fallback>
          <p:pic>
            <p:nvPicPr>
              <p:cNvPr id="2" name="Ink 1">
                <a:extLst>
                  <a:ext uri="{FF2B5EF4-FFF2-40B4-BE49-F238E27FC236}">
                    <a16:creationId xmlns:a16="http://schemas.microsoft.com/office/drawing/2014/main" id="{323A5119-3928-EE03-FD52-A375BF081394}"/>
                  </a:ext>
                </a:extLst>
              </p:cNvPr>
              <p:cNvPicPr/>
              <p:nvPr/>
            </p:nvPicPr>
            <p:blipFill>
              <a:blip r:embed="rId6"/>
              <a:stretch>
                <a:fillRect/>
              </a:stretch>
            </p:blipFill>
            <p:spPr>
              <a:xfrm>
                <a:off x="1720080" y="575280"/>
                <a:ext cx="4016520" cy="2414160"/>
              </a:xfrm>
              <a:prstGeom prst="rect">
                <a:avLst/>
              </a:prstGeom>
            </p:spPr>
          </p:pic>
        </mc:Fallback>
      </mc:AlternateContent>
    </p:spTree>
  </p:cSld>
  <p:clrMapOvr>
    <a:masterClrMapping/>
  </p:clrMapOvr>
  <p:transition>
    <p:fade thruBlk="1"/>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604"/>
        <p:cNvGrpSpPr/>
        <p:nvPr/>
      </p:nvGrpSpPr>
      <p:grpSpPr>
        <a:xfrm>
          <a:off x="0" y="0"/>
          <a:ext cx="0" cy="0"/>
          <a:chOff x="0" y="0"/>
          <a:chExt cx="0" cy="0"/>
        </a:xfrm>
      </p:grpSpPr>
      <p:sp>
        <p:nvSpPr>
          <p:cNvPr id="1605" name="Google Shape;1605;p8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omputational</a:t>
            </a:r>
            <a:r>
              <a:rPr lang="en-US">
                <a:solidFill>
                  <a:srgbClr val="FFFFFF"/>
                </a:solidFill>
              </a:rPr>
              <a:t> G</a:t>
            </a:r>
            <a:r>
              <a:rPr lang="en-US" cap="small">
                <a:solidFill>
                  <a:srgbClr val="FFFFFF"/>
                </a:solidFill>
              </a:rPr>
              <a:t>raph</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ini</a:t>
            </a:r>
            <a:r>
              <a:rPr lang="en-US">
                <a:solidFill>
                  <a:srgbClr val="FFFFFF"/>
                </a:solidFill>
              </a:rPr>
              <a:t>-</a:t>
            </a:r>
            <a:r>
              <a:rPr lang="en-US" cap="small">
                <a:solidFill>
                  <a:srgbClr val="FFFFFF"/>
                </a:solidFill>
              </a:rPr>
              <a:t>batch</a:t>
            </a:r>
            <a:r>
              <a:rPr lang="en-US">
                <a:solidFill>
                  <a:srgbClr val="FFFFFF"/>
                </a:solidFill>
              </a:rPr>
              <a:t> F</a:t>
            </a:r>
            <a:r>
              <a:rPr lang="en-US" cap="small">
                <a:solidFill>
                  <a:srgbClr val="FFFFFF"/>
                </a:solidFill>
              </a:rPr>
              <a:t>orward</a:t>
            </a:r>
            <a:endParaRPr/>
          </a:p>
        </p:txBody>
      </p:sp>
      <p:grpSp>
        <p:nvGrpSpPr>
          <p:cNvPr id="1606" name="Google Shape;1606;p85"/>
          <p:cNvGrpSpPr/>
          <p:nvPr/>
        </p:nvGrpSpPr>
        <p:grpSpPr>
          <a:xfrm>
            <a:off x="0" y="3141936"/>
            <a:ext cx="5760262" cy="92075"/>
            <a:chOff x="0" y="3141936"/>
            <a:chExt cx="5760262" cy="92075"/>
          </a:xfrm>
        </p:grpSpPr>
        <p:sp>
          <p:nvSpPr>
            <p:cNvPr id="1607" name="Google Shape;1607;p8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08" name="Google Shape;1608;p8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09" name="Google Shape;1609;p8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10" name="Google Shape;1610;p8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11" name="Google Shape;1611;p8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612" name="Google Shape;1612;p85"/>
          <p:cNvSpPr txBox="1">
            <a:spLocks noGrp="1"/>
          </p:cNvSpPr>
          <p:nvPr>
            <p:ph type="sldNum" idx="12"/>
          </p:nvPr>
        </p:nvSpPr>
        <p:spPr>
          <a:xfrm>
            <a:off x="4627902" y="3137675"/>
            <a:ext cx="480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58</a:t>
            </a:fld>
            <a:r>
              <a:rPr lang="en-US"/>
              <a:t> / 100</a:t>
            </a:r>
            <a:endParaRPr/>
          </a:p>
        </p:txBody>
      </p:sp>
      <p:pic>
        <p:nvPicPr>
          <p:cNvPr id="1613" name="Google Shape;1613;p85"/>
          <p:cNvPicPr preferRelativeResize="0"/>
          <p:nvPr/>
        </p:nvPicPr>
        <p:blipFill>
          <a:blip r:embed="rId4">
            <a:alphaModFix/>
          </a:blip>
          <a:stretch>
            <a:fillRect/>
          </a:stretch>
        </p:blipFill>
        <p:spPr>
          <a:xfrm>
            <a:off x="152400" y="550235"/>
            <a:ext cx="5126757" cy="243503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467C195-6876-AA03-1640-AE2219F6389C}"/>
                  </a:ext>
                </a:extLst>
              </p14:cNvPr>
              <p14:cNvContentPartPr/>
              <p14:nvPr/>
            </p14:nvContentPartPr>
            <p14:xfrm>
              <a:off x="669600" y="710280"/>
              <a:ext cx="2984760" cy="1955520"/>
            </p14:xfrm>
          </p:contentPart>
        </mc:Choice>
        <mc:Fallback>
          <p:pic>
            <p:nvPicPr>
              <p:cNvPr id="2" name="Ink 1">
                <a:extLst>
                  <a:ext uri="{FF2B5EF4-FFF2-40B4-BE49-F238E27FC236}">
                    <a16:creationId xmlns:a16="http://schemas.microsoft.com/office/drawing/2014/main" id="{0467C195-6876-AA03-1640-AE2219F6389C}"/>
                  </a:ext>
                </a:extLst>
              </p:cNvPr>
              <p:cNvPicPr/>
              <p:nvPr/>
            </p:nvPicPr>
            <p:blipFill>
              <a:blip r:embed="rId6"/>
              <a:stretch>
                <a:fillRect/>
              </a:stretch>
            </p:blipFill>
            <p:spPr>
              <a:xfrm>
                <a:off x="660240" y="700920"/>
                <a:ext cx="3003480" cy="1974240"/>
              </a:xfrm>
              <a:prstGeom prst="rect">
                <a:avLst/>
              </a:prstGeom>
            </p:spPr>
          </p:pic>
        </mc:Fallback>
      </mc:AlternateContent>
    </p:spTree>
  </p:cSld>
  <p:clrMapOvr>
    <a:masterClrMapping/>
  </p:clrMapOvr>
  <p:transition>
    <p:fade thruBlk="1"/>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617"/>
        <p:cNvGrpSpPr/>
        <p:nvPr/>
      </p:nvGrpSpPr>
      <p:grpSpPr>
        <a:xfrm>
          <a:off x="0" y="0"/>
          <a:ext cx="0" cy="0"/>
          <a:chOff x="0" y="0"/>
          <a:chExt cx="0" cy="0"/>
        </a:xfrm>
      </p:grpSpPr>
      <p:sp>
        <p:nvSpPr>
          <p:cNvPr id="1618" name="Google Shape;1618;p86"/>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619" name="Google Shape;1619;p86"/>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620" name="Google Shape;1620;p86"/>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621" name="Google Shape;1621;p86"/>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622" name="Google Shape;1622;p86"/>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623" name="Google Shape;1623;p86"/>
          <p:cNvGrpSpPr/>
          <p:nvPr/>
        </p:nvGrpSpPr>
        <p:grpSpPr>
          <a:xfrm>
            <a:off x="343662" y="887310"/>
            <a:ext cx="302196" cy="873227"/>
            <a:chOff x="343662" y="887310"/>
            <a:chExt cx="302196" cy="873227"/>
          </a:xfrm>
        </p:grpSpPr>
        <p:pic>
          <p:nvPicPr>
            <p:cNvPr id="1624" name="Google Shape;1624;p86"/>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625" name="Google Shape;1625;p86"/>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626" name="Google Shape;1626;p86"/>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627" name="Google Shape;1627;p86"/>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628" name="Google Shape;1628;p86"/>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629" name="Google Shape;1629;p86"/>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630" name="Google Shape;1630;p86"/>
          <p:cNvGrpSpPr/>
          <p:nvPr/>
        </p:nvGrpSpPr>
        <p:grpSpPr>
          <a:xfrm>
            <a:off x="343662" y="1821865"/>
            <a:ext cx="302196" cy="1056691"/>
            <a:chOff x="343662" y="1821865"/>
            <a:chExt cx="302196" cy="1056691"/>
          </a:xfrm>
        </p:grpSpPr>
        <p:pic>
          <p:nvPicPr>
            <p:cNvPr id="1631" name="Google Shape;1631;p86"/>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632" name="Google Shape;1632;p86"/>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633" name="Google Shape;1633;p86"/>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634" name="Google Shape;1634;p86"/>
            <p:cNvPicPr preferRelativeResize="0"/>
            <p:nvPr/>
          </p:nvPicPr>
          <p:blipFill rotWithShape="1">
            <a:blip r:embed="rId13">
              <a:alphaModFix/>
            </a:blip>
            <a:srcRect/>
            <a:stretch/>
          </p:blipFill>
          <p:spPr>
            <a:xfrm>
              <a:off x="576567" y="2378722"/>
              <a:ext cx="69291" cy="69291"/>
            </a:xfrm>
            <a:prstGeom prst="rect">
              <a:avLst/>
            </a:prstGeom>
            <a:noFill/>
            <a:ln>
              <a:noFill/>
            </a:ln>
          </p:spPr>
        </p:pic>
        <p:pic>
          <p:nvPicPr>
            <p:cNvPr id="1635" name="Google Shape;1635;p86"/>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636" name="Google Shape;1636;p86"/>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637" name="Google Shape;1637;p86"/>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638" name="Google Shape;1638;p86"/>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639" name="Google Shape;1639;p86"/>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640" name="Google Shape;1640;p86"/>
          <p:cNvSpPr txBox="1"/>
          <p:nvPr/>
        </p:nvSpPr>
        <p:spPr>
          <a:xfrm>
            <a:off x="563023" y="391150"/>
            <a:ext cx="50985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641" name="Google Shape;1641;p86"/>
          <p:cNvGrpSpPr/>
          <p:nvPr/>
        </p:nvGrpSpPr>
        <p:grpSpPr>
          <a:xfrm>
            <a:off x="0" y="3141936"/>
            <a:ext cx="5760262" cy="92075"/>
            <a:chOff x="0" y="3141936"/>
            <a:chExt cx="5760262" cy="92075"/>
          </a:xfrm>
        </p:grpSpPr>
        <p:sp>
          <p:nvSpPr>
            <p:cNvPr id="1642" name="Google Shape;1642;p8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43" name="Google Shape;1643;p8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44" name="Google Shape;1644;p8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45" name="Google Shape;1645;p8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46" name="Google Shape;1646;p8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647" name="Google Shape;1647;p86"/>
          <p:cNvSpPr txBox="1">
            <a:spLocks noGrp="1"/>
          </p:cNvSpPr>
          <p:nvPr>
            <p:ph type="sldNum" idx="12"/>
          </p:nvPr>
        </p:nvSpPr>
        <p:spPr>
          <a:xfrm>
            <a:off x="4627902" y="3137675"/>
            <a:ext cx="50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59</a:t>
            </a:fld>
            <a:r>
              <a:rPr lang="en-US"/>
              <a:t> / 100</a:t>
            </a:r>
            <a:endParaRPr/>
          </a:p>
        </p:txBody>
      </p:sp>
    </p:spTree>
  </p:cSld>
  <p:clrMapOvr>
    <a:masterClrMapping/>
  </p:clrMapOvr>
  <p:transition>
    <p:fade thruBlk="1"/>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51"/>
        <p:cNvGrpSpPr/>
        <p:nvPr/>
      </p:nvGrpSpPr>
      <p:grpSpPr>
        <a:xfrm>
          <a:off x="0" y="0"/>
          <a:ext cx="0" cy="0"/>
          <a:chOff x="0" y="0"/>
          <a:chExt cx="0" cy="0"/>
        </a:xfrm>
      </p:grpSpPr>
      <p:sp>
        <p:nvSpPr>
          <p:cNvPr id="1652" name="Google Shape;1652;p8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I</a:t>
            </a:r>
            <a:r>
              <a:rPr lang="en-US" cap="small">
                <a:solidFill>
                  <a:srgbClr val="FFFFFF"/>
                </a:solidFill>
              </a:rPr>
              <a:t>nference</a:t>
            </a:r>
            <a:r>
              <a:rPr lang="en-US">
                <a:solidFill>
                  <a:srgbClr val="FFFFFF"/>
                </a:solidFill>
              </a:rPr>
              <a:t>: M</a:t>
            </a:r>
            <a:r>
              <a:rPr lang="en-US" cap="small">
                <a:solidFill>
                  <a:srgbClr val="FFFFFF"/>
                </a:solidFill>
              </a:rPr>
              <a:t>aking</a:t>
            </a:r>
            <a:r>
              <a:rPr lang="en-US">
                <a:solidFill>
                  <a:srgbClr val="FFFFFF"/>
                </a:solidFill>
              </a:rPr>
              <a:t> P</a:t>
            </a:r>
            <a:r>
              <a:rPr lang="en-US" cap="small">
                <a:solidFill>
                  <a:srgbClr val="FFFFFF"/>
                </a:solidFill>
              </a:rPr>
              <a:t>redictions</a:t>
            </a:r>
            <a:endParaRPr/>
          </a:p>
        </p:txBody>
      </p:sp>
      <p:grpSp>
        <p:nvGrpSpPr>
          <p:cNvPr id="1653" name="Google Shape;1653;p87"/>
          <p:cNvGrpSpPr/>
          <p:nvPr/>
        </p:nvGrpSpPr>
        <p:grpSpPr>
          <a:xfrm>
            <a:off x="0" y="3141936"/>
            <a:ext cx="5760262" cy="92075"/>
            <a:chOff x="0" y="3141936"/>
            <a:chExt cx="5760262" cy="92075"/>
          </a:xfrm>
        </p:grpSpPr>
        <p:sp>
          <p:nvSpPr>
            <p:cNvPr id="1654" name="Google Shape;1654;p8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55" name="Google Shape;1655;p8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56" name="Google Shape;1656;p8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57" name="Google Shape;1657;p8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58" name="Google Shape;1658;p8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659" name="Google Shape;1659;p87"/>
          <p:cNvSpPr txBox="1">
            <a:spLocks noGrp="1"/>
          </p:cNvSpPr>
          <p:nvPr>
            <p:ph type="sldNum" idx="12"/>
          </p:nvPr>
        </p:nvSpPr>
        <p:spPr>
          <a:xfrm>
            <a:off x="4627902" y="3137675"/>
            <a:ext cx="520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60</a:t>
            </a:fld>
            <a:r>
              <a:rPr lang="en-US"/>
              <a:t> / 100</a:t>
            </a:r>
            <a:endParaRPr/>
          </a:p>
        </p:txBody>
      </p:sp>
      <p:pic>
        <p:nvPicPr>
          <p:cNvPr id="1660" name="Google Shape;1660;p87"/>
          <p:cNvPicPr preferRelativeResize="0"/>
          <p:nvPr/>
        </p:nvPicPr>
        <p:blipFill>
          <a:blip r:embed="rId4">
            <a:alphaModFix/>
          </a:blip>
          <a:stretch>
            <a:fillRect/>
          </a:stretch>
        </p:blipFill>
        <p:spPr>
          <a:xfrm>
            <a:off x="152400" y="550235"/>
            <a:ext cx="5053723" cy="2435037"/>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89A6C2F2-5188-E39E-B124-449FF0735A36}"/>
                  </a:ext>
                </a:extLst>
              </p14:cNvPr>
              <p14:cNvContentPartPr/>
              <p14:nvPr/>
            </p14:nvContentPartPr>
            <p14:xfrm>
              <a:off x="3735360" y="1577520"/>
              <a:ext cx="141480" cy="454680"/>
            </p14:xfrm>
          </p:contentPart>
        </mc:Choice>
        <mc:Fallback>
          <p:pic>
            <p:nvPicPr>
              <p:cNvPr id="2" name="Ink 1">
                <a:extLst>
                  <a:ext uri="{FF2B5EF4-FFF2-40B4-BE49-F238E27FC236}">
                    <a16:creationId xmlns:a16="http://schemas.microsoft.com/office/drawing/2014/main" id="{89A6C2F2-5188-E39E-B124-449FF0735A36}"/>
                  </a:ext>
                </a:extLst>
              </p:cNvPr>
              <p:cNvPicPr/>
              <p:nvPr/>
            </p:nvPicPr>
            <p:blipFill>
              <a:blip r:embed="rId6"/>
              <a:stretch>
                <a:fillRect/>
              </a:stretch>
            </p:blipFill>
            <p:spPr>
              <a:xfrm>
                <a:off x="3726000" y="1568160"/>
                <a:ext cx="160200" cy="473400"/>
              </a:xfrm>
              <a:prstGeom prst="rect">
                <a:avLst/>
              </a:prstGeom>
            </p:spPr>
          </p:pic>
        </mc:Fallback>
      </mc:AlternateContent>
    </p:spTree>
  </p:cSld>
  <p:clrMapOvr>
    <a:masterClrMapping/>
  </p:clrMapOvr>
  <p:transition>
    <p:fade thruBlk="1"/>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664"/>
        <p:cNvGrpSpPr/>
        <p:nvPr/>
      </p:nvGrpSpPr>
      <p:grpSpPr>
        <a:xfrm>
          <a:off x="0" y="0"/>
          <a:ext cx="0" cy="0"/>
          <a:chOff x="0" y="0"/>
          <a:chExt cx="0" cy="0"/>
        </a:xfrm>
      </p:grpSpPr>
      <p:sp>
        <p:nvSpPr>
          <p:cNvPr id="1665" name="Google Shape;1665;p8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I</a:t>
            </a:r>
            <a:r>
              <a:rPr lang="en-US" cap="small">
                <a:solidFill>
                  <a:srgbClr val="FFFFFF"/>
                </a:solidFill>
              </a:rPr>
              <a:t>nference</a:t>
            </a:r>
            <a:r>
              <a:rPr lang="en-US">
                <a:solidFill>
                  <a:srgbClr val="FFFFFF"/>
                </a:solidFill>
              </a:rPr>
              <a:t> E</a:t>
            </a:r>
            <a:r>
              <a:rPr lang="en-US" cap="small">
                <a:solidFill>
                  <a:srgbClr val="FFFFFF"/>
                </a:solidFill>
              </a:rPr>
              <a:t>xample</a:t>
            </a:r>
            <a:endParaRPr/>
          </a:p>
        </p:txBody>
      </p:sp>
      <p:grpSp>
        <p:nvGrpSpPr>
          <p:cNvPr id="1666" name="Google Shape;1666;p88"/>
          <p:cNvGrpSpPr/>
          <p:nvPr/>
        </p:nvGrpSpPr>
        <p:grpSpPr>
          <a:xfrm>
            <a:off x="0" y="3141936"/>
            <a:ext cx="5760262" cy="92075"/>
            <a:chOff x="0" y="3141936"/>
            <a:chExt cx="5760262" cy="92075"/>
          </a:xfrm>
        </p:grpSpPr>
        <p:sp>
          <p:nvSpPr>
            <p:cNvPr id="1667" name="Google Shape;1667;p8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68" name="Google Shape;1668;p8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669" name="Google Shape;1669;p8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670" name="Google Shape;1670;p8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671" name="Google Shape;1671;p8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672" name="Google Shape;1672;p88"/>
          <p:cNvSpPr txBox="1">
            <a:spLocks noGrp="1"/>
          </p:cNvSpPr>
          <p:nvPr>
            <p:ph type="sldNum" idx="12"/>
          </p:nvPr>
        </p:nvSpPr>
        <p:spPr>
          <a:xfrm>
            <a:off x="4627902" y="3137675"/>
            <a:ext cx="536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61</a:t>
            </a:fld>
            <a:r>
              <a:rPr lang="en-US"/>
              <a:t> / 100</a:t>
            </a:r>
            <a:endParaRPr/>
          </a:p>
        </p:txBody>
      </p:sp>
      <p:pic>
        <p:nvPicPr>
          <p:cNvPr id="1673" name="Google Shape;1673;p88"/>
          <p:cNvPicPr preferRelativeResize="0"/>
          <p:nvPr/>
        </p:nvPicPr>
        <p:blipFill>
          <a:blip r:embed="rId4">
            <a:alphaModFix/>
          </a:blip>
          <a:stretch>
            <a:fillRect/>
          </a:stretch>
        </p:blipFill>
        <p:spPr>
          <a:xfrm>
            <a:off x="152400" y="550225"/>
            <a:ext cx="5446450" cy="2545220"/>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E50B7E6A-D921-194F-A72D-049C0D2F8A4E}"/>
                  </a:ext>
                </a:extLst>
              </p14:cNvPr>
              <p14:cNvContentPartPr/>
              <p14:nvPr/>
            </p14:nvContentPartPr>
            <p14:xfrm>
              <a:off x="2024280" y="937440"/>
              <a:ext cx="2339640" cy="1327320"/>
            </p14:xfrm>
          </p:contentPart>
        </mc:Choice>
        <mc:Fallback>
          <p:pic>
            <p:nvPicPr>
              <p:cNvPr id="2" name="Ink 1">
                <a:extLst>
                  <a:ext uri="{FF2B5EF4-FFF2-40B4-BE49-F238E27FC236}">
                    <a16:creationId xmlns:a16="http://schemas.microsoft.com/office/drawing/2014/main" id="{E50B7E6A-D921-194F-A72D-049C0D2F8A4E}"/>
                  </a:ext>
                </a:extLst>
              </p:cNvPr>
              <p:cNvPicPr/>
              <p:nvPr/>
            </p:nvPicPr>
            <p:blipFill>
              <a:blip r:embed="rId6"/>
              <a:stretch>
                <a:fillRect/>
              </a:stretch>
            </p:blipFill>
            <p:spPr>
              <a:xfrm>
                <a:off x="2014920" y="928080"/>
                <a:ext cx="2358360" cy="1346040"/>
              </a:xfrm>
              <a:prstGeom prst="rect">
                <a:avLst/>
              </a:prstGeom>
            </p:spPr>
          </p:pic>
        </mc:Fallback>
      </mc:AlternateContent>
    </p:spTree>
  </p:cSld>
  <p:clrMapOvr>
    <a:masterClrMapping/>
  </p:clrMapOvr>
  <p:transition>
    <p:fade thruBlk="1"/>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677"/>
        <p:cNvGrpSpPr/>
        <p:nvPr/>
      </p:nvGrpSpPr>
      <p:grpSpPr>
        <a:xfrm>
          <a:off x="0" y="0"/>
          <a:ext cx="0" cy="0"/>
          <a:chOff x="0" y="0"/>
          <a:chExt cx="0" cy="0"/>
        </a:xfrm>
      </p:grpSpPr>
      <p:sp>
        <p:nvSpPr>
          <p:cNvPr id="1678" name="Google Shape;1678;p89"/>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679" name="Google Shape;1679;p89"/>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680" name="Google Shape;1680;p89"/>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681" name="Google Shape;1681;p89"/>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682" name="Google Shape;1682;p89"/>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683" name="Google Shape;1683;p89"/>
          <p:cNvGrpSpPr/>
          <p:nvPr/>
        </p:nvGrpSpPr>
        <p:grpSpPr>
          <a:xfrm>
            <a:off x="343662" y="887310"/>
            <a:ext cx="302196" cy="873227"/>
            <a:chOff x="343662" y="887310"/>
            <a:chExt cx="302196" cy="873227"/>
          </a:xfrm>
        </p:grpSpPr>
        <p:pic>
          <p:nvPicPr>
            <p:cNvPr id="1684" name="Google Shape;1684;p89"/>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685" name="Google Shape;1685;p89"/>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686" name="Google Shape;1686;p89"/>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687" name="Google Shape;1687;p89"/>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688" name="Google Shape;1688;p89"/>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689" name="Google Shape;1689;p89"/>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690" name="Google Shape;1690;p89"/>
          <p:cNvGrpSpPr/>
          <p:nvPr/>
        </p:nvGrpSpPr>
        <p:grpSpPr>
          <a:xfrm>
            <a:off x="343662" y="1821865"/>
            <a:ext cx="302196" cy="1056691"/>
            <a:chOff x="343662" y="1821865"/>
            <a:chExt cx="302196" cy="1056691"/>
          </a:xfrm>
        </p:grpSpPr>
        <p:pic>
          <p:nvPicPr>
            <p:cNvPr id="1691" name="Google Shape;1691;p89"/>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692" name="Google Shape;1692;p89"/>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693" name="Google Shape;1693;p89"/>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694" name="Google Shape;1694;p89"/>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695" name="Google Shape;1695;p89"/>
            <p:cNvPicPr preferRelativeResize="0"/>
            <p:nvPr/>
          </p:nvPicPr>
          <p:blipFill rotWithShape="1">
            <a:blip r:embed="rId14">
              <a:alphaModFix/>
            </a:blip>
            <a:srcRect/>
            <a:stretch/>
          </p:blipFill>
          <p:spPr>
            <a:xfrm>
              <a:off x="576567" y="2562186"/>
              <a:ext cx="69291" cy="69291"/>
            </a:xfrm>
            <a:prstGeom prst="rect">
              <a:avLst/>
            </a:prstGeom>
            <a:noFill/>
            <a:ln>
              <a:noFill/>
            </a:ln>
          </p:spPr>
        </p:pic>
        <p:pic>
          <p:nvPicPr>
            <p:cNvPr id="1696" name="Google Shape;1696;p89"/>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697" name="Google Shape;1697;p89"/>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698" name="Google Shape;1698;p89"/>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699" name="Google Shape;1699;p89"/>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700" name="Google Shape;1700;p89"/>
          <p:cNvSpPr txBox="1"/>
          <p:nvPr/>
        </p:nvSpPr>
        <p:spPr>
          <a:xfrm>
            <a:off x="563023" y="391150"/>
            <a:ext cx="49623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701" name="Google Shape;1701;p89"/>
          <p:cNvGrpSpPr/>
          <p:nvPr/>
        </p:nvGrpSpPr>
        <p:grpSpPr>
          <a:xfrm>
            <a:off x="0" y="3141936"/>
            <a:ext cx="5760262" cy="92075"/>
            <a:chOff x="0" y="3141936"/>
            <a:chExt cx="5760262" cy="92075"/>
          </a:xfrm>
        </p:grpSpPr>
        <p:sp>
          <p:nvSpPr>
            <p:cNvPr id="1702" name="Google Shape;1702;p8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03" name="Google Shape;1703;p8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04" name="Google Shape;1704;p8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05" name="Google Shape;1705;p8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06" name="Google Shape;1706;p8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707" name="Google Shape;1707;p89"/>
          <p:cNvSpPr txBox="1">
            <a:spLocks noGrp="1"/>
          </p:cNvSpPr>
          <p:nvPr>
            <p:ph type="sldNum" idx="12"/>
          </p:nvPr>
        </p:nvSpPr>
        <p:spPr>
          <a:xfrm>
            <a:off x="4627901" y="3137675"/>
            <a:ext cx="464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62</a:t>
            </a:fld>
            <a:r>
              <a:rPr lang="en-US"/>
              <a:t> / 100</a:t>
            </a:r>
            <a:endParaRPr/>
          </a:p>
        </p:txBody>
      </p:sp>
      <mc:AlternateContent xmlns:mc="http://schemas.openxmlformats.org/markup-compatibility/2006">
        <mc:Choice xmlns:p14="http://schemas.microsoft.com/office/powerpoint/2010/main" Requires="p14">
          <p:contentPart p14:bwMode="auto" r:id="rId32">
            <p14:nvContentPartPr>
              <p14:cNvPr id="2" name="Ink 1">
                <a:extLst>
                  <a:ext uri="{FF2B5EF4-FFF2-40B4-BE49-F238E27FC236}">
                    <a16:creationId xmlns:a16="http://schemas.microsoft.com/office/drawing/2014/main" id="{7358F283-56BD-2428-0309-9913102B57D0}"/>
                  </a:ext>
                </a:extLst>
              </p14:cNvPr>
              <p14:cNvContentPartPr/>
              <p14:nvPr/>
            </p14:nvContentPartPr>
            <p14:xfrm>
              <a:off x="3171960" y="2478960"/>
              <a:ext cx="232920" cy="103680"/>
            </p14:xfrm>
          </p:contentPart>
        </mc:Choice>
        <mc:Fallback>
          <p:pic>
            <p:nvPicPr>
              <p:cNvPr id="2" name="Ink 1">
                <a:extLst>
                  <a:ext uri="{FF2B5EF4-FFF2-40B4-BE49-F238E27FC236}">
                    <a16:creationId xmlns:a16="http://schemas.microsoft.com/office/drawing/2014/main" id="{7358F283-56BD-2428-0309-9913102B57D0}"/>
                  </a:ext>
                </a:extLst>
              </p:cNvPr>
              <p:cNvPicPr/>
              <p:nvPr/>
            </p:nvPicPr>
            <p:blipFill>
              <a:blip r:embed="rId33"/>
              <a:stretch>
                <a:fillRect/>
              </a:stretch>
            </p:blipFill>
            <p:spPr>
              <a:xfrm>
                <a:off x="3162600" y="2469600"/>
                <a:ext cx="251640" cy="122400"/>
              </a:xfrm>
              <a:prstGeom prst="rect">
                <a:avLst/>
              </a:prstGeom>
            </p:spPr>
          </p:pic>
        </mc:Fallback>
      </mc:AlternateContent>
    </p:spTree>
  </p:cSld>
  <p:clrMapOvr>
    <a:masterClrMapping/>
  </p:clrMapOvr>
  <p:transition>
    <p:fade thruBlk="1"/>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711"/>
        <p:cNvGrpSpPr/>
        <p:nvPr/>
      </p:nvGrpSpPr>
      <p:grpSpPr>
        <a:xfrm>
          <a:off x="0" y="0"/>
          <a:ext cx="0" cy="0"/>
          <a:chOff x="0" y="0"/>
          <a:chExt cx="0" cy="0"/>
        </a:xfrm>
      </p:grpSpPr>
      <p:sp>
        <p:nvSpPr>
          <p:cNvPr id="1712" name="Google Shape;1712;p90"/>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E</a:t>
            </a:r>
            <a:r>
              <a:rPr lang="en-US" cap="small">
                <a:solidFill>
                  <a:srgbClr val="FFFFFF"/>
                </a:solidFill>
              </a:rPr>
              <a:t>valuation</a:t>
            </a:r>
            <a:r>
              <a:rPr lang="en-US">
                <a:solidFill>
                  <a:srgbClr val="FFFFFF"/>
                </a:solidFill>
              </a:rPr>
              <a:t> M</a:t>
            </a:r>
            <a:r>
              <a:rPr lang="en-US" cap="small">
                <a:solidFill>
                  <a:srgbClr val="FFFFFF"/>
                </a:solidFill>
              </a:rPr>
              <a:t>etrics</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endParaRPr/>
          </a:p>
        </p:txBody>
      </p:sp>
      <p:grpSp>
        <p:nvGrpSpPr>
          <p:cNvPr id="1713" name="Google Shape;1713;p90"/>
          <p:cNvGrpSpPr/>
          <p:nvPr/>
        </p:nvGrpSpPr>
        <p:grpSpPr>
          <a:xfrm>
            <a:off x="0" y="3141936"/>
            <a:ext cx="5760262" cy="92075"/>
            <a:chOff x="0" y="3141936"/>
            <a:chExt cx="5760262" cy="92075"/>
          </a:xfrm>
        </p:grpSpPr>
        <p:sp>
          <p:nvSpPr>
            <p:cNvPr id="1714" name="Google Shape;1714;p9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15" name="Google Shape;1715;p9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16" name="Google Shape;1716;p9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17" name="Google Shape;1717;p9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18" name="Google Shape;1718;p9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719" name="Google Shape;1719;p90"/>
          <p:cNvSpPr txBox="1">
            <a:spLocks noGrp="1"/>
          </p:cNvSpPr>
          <p:nvPr>
            <p:ph type="sldNum" idx="12"/>
          </p:nvPr>
        </p:nvSpPr>
        <p:spPr>
          <a:xfrm>
            <a:off x="4627902" y="3137675"/>
            <a:ext cx="51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63</a:t>
            </a:fld>
            <a:r>
              <a:rPr lang="en-US"/>
              <a:t> / 100</a:t>
            </a:r>
            <a:endParaRPr/>
          </a:p>
        </p:txBody>
      </p:sp>
      <p:pic>
        <p:nvPicPr>
          <p:cNvPr id="1720" name="Google Shape;1720;p90"/>
          <p:cNvPicPr preferRelativeResize="0"/>
          <p:nvPr/>
        </p:nvPicPr>
        <p:blipFill>
          <a:blip r:embed="rId4">
            <a:alphaModFix/>
          </a:blip>
          <a:stretch>
            <a:fillRect/>
          </a:stretch>
        </p:blipFill>
        <p:spPr>
          <a:xfrm>
            <a:off x="152400" y="550235"/>
            <a:ext cx="5171032" cy="243503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14A32A68-8A9C-09FA-A25E-E9CB82256B49}"/>
                  </a:ext>
                </a:extLst>
              </p14:cNvPr>
              <p14:cNvContentPartPr/>
              <p14:nvPr/>
            </p14:nvContentPartPr>
            <p14:xfrm>
              <a:off x="906480" y="1072440"/>
              <a:ext cx="3960" cy="11160"/>
            </p14:xfrm>
          </p:contentPart>
        </mc:Choice>
        <mc:Fallback>
          <p:pic>
            <p:nvPicPr>
              <p:cNvPr id="2" name="Ink 1">
                <a:extLst>
                  <a:ext uri="{FF2B5EF4-FFF2-40B4-BE49-F238E27FC236}">
                    <a16:creationId xmlns:a16="http://schemas.microsoft.com/office/drawing/2014/main" id="{14A32A68-8A9C-09FA-A25E-E9CB82256B49}"/>
                  </a:ext>
                </a:extLst>
              </p:cNvPr>
              <p:cNvPicPr/>
              <p:nvPr/>
            </p:nvPicPr>
            <p:blipFill>
              <a:blip r:embed="rId6"/>
              <a:stretch>
                <a:fillRect/>
              </a:stretch>
            </p:blipFill>
            <p:spPr>
              <a:xfrm>
                <a:off x="897120" y="1063080"/>
                <a:ext cx="22680" cy="29880"/>
              </a:xfrm>
              <a:prstGeom prst="rect">
                <a:avLst/>
              </a:prstGeom>
            </p:spPr>
          </p:pic>
        </mc:Fallback>
      </mc:AlternateContent>
    </p:spTree>
  </p:cSld>
  <p:clrMapOvr>
    <a:masterClrMapping/>
  </p:clrMapOvr>
  <p:transition>
    <p:fade thruBlk="1"/>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724"/>
        <p:cNvGrpSpPr/>
        <p:nvPr/>
      </p:nvGrpSpPr>
      <p:grpSpPr>
        <a:xfrm>
          <a:off x="0" y="0"/>
          <a:ext cx="0" cy="0"/>
          <a:chOff x="0" y="0"/>
          <a:chExt cx="0" cy="0"/>
        </a:xfrm>
      </p:grpSpPr>
      <p:sp>
        <p:nvSpPr>
          <p:cNvPr id="1725" name="Google Shape;1725;p91"/>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C</a:t>
            </a:r>
            <a:r>
              <a:rPr lang="en-US" cap="small">
                <a:solidFill>
                  <a:srgbClr val="FFFFFF"/>
                </a:solidFill>
              </a:rPr>
              <a:t>onfusion</a:t>
            </a:r>
            <a:r>
              <a:rPr lang="en-US">
                <a:solidFill>
                  <a:srgbClr val="FFFFFF"/>
                </a:solidFill>
              </a:rPr>
              <a:t> M</a:t>
            </a:r>
            <a:r>
              <a:rPr lang="en-US" cap="small">
                <a:solidFill>
                  <a:srgbClr val="FFFFFF"/>
                </a:solidFill>
              </a:rPr>
              <a:t>atrix</a:t>
            </a:r>
            <a:r>
              <a:rPr lang="en-US">
                <a:solidFill>
                  <a:srgbClr val="FFFFFF"/>
                </a:solidFill>
              </a:rPr>
              <a:t> </a:t>
            </a:r>
            <a:r>
              <a:rPr lang="en-US" cap="small">
                <a:solidFill>
                  <a:srgbClr val="FFFFFF"/>
                </a:solidFill>
              </a:rPr>
              <a:t>for</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endParaRPr/>
          </a:p>
        </p:txBody>
      </p:sp>
      <p:sp>
        <p:nvSpPr>
          <p:cNvPr id="1726" name="Google Shape;1726;p91"/>
          <p:cNvSpPr txBox="1"/>
          <p:nvPr/>
        </p:nvSpPr>
        <p:spPr>
          <a:xfrm>
            <a:off x="347294" y="470527"/>
            <a:ext cx="3269615" cy="53149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Example: 3-class confusion matrix</a:t>
            </a:r>
            <a:endParaRPr sz="1050">
              <a:latin typeface="Arial"/>
              <a:ea typeface="Arial"/>
              <a:cs typeface="Arial"/>
              <a:sym typeface="Arial"/>
            </a:endParaRPr>
          </a:p>
          <a:p>
            <a:pPr marL="0" lvl="0" indent="0" algn="l" rtl="0">
              <a:lnSpc>
                <a:spcPct val="100000"/>
              </a:lnSpc>
              <a:spcBef>
                <a:spcPts val="225"/>
              </a:spcBef>
              <a:spcAft>
                <a:spcPts val="0"/>
              </a:spcAft>
              <a:buNone/>
            </a:pPr>
            <a:endParaRPr sz="1050">
              <a:latin typeface="Arial"/>
              <a:ea typeface="Arial"/>
              <a:cs typeface="Arial"/>
              <a:sym typeface="Arial"/>
            </a:endParaRPr>
          </a:p>
          <a:p>
            <a:pPr marL="0" marR="5080" lvl="0" indent="0" algn="r" rtl="0">
              <a:lnSpc>
                <a:spcPct val="100000"/>
              </a:lnSpc>
              <a:spcBef>
                <a:spcPts val="0"/>
              </a:spcBef>
              <a:spcAft>
                <a:spcPts val="0"/>
              </a:spcAft>
              <a:buNone/>
            </a:pPr>
            <a:r>
              <a:rPr lang="en-US" sz="1050">
                <a:solidFill>
                  <a:srgbClr val="1B1472"/>
                </a:solidFill>
                <a:latin typeface="Arial"/>
                <a:ea typeface="Arial"/>
                <a:cs typeface="Arial"/>
                <a:sym typeface="Arial"/>
              </a:rPr>
              <a:t>Predicted</a:t>
            </a:r>
            <a:endParaRPr sz="1050">
              <a:latin typeface="Arial"/>
              <a:ea typeface="Arial"/>
              <a:cs typeface="Arial"/>
              <a:sym typeface="Arial"/>
            </a:endParaRPr>
          </a:p>
        </p:txBody>
      </p:sp>
      <p:sp>
        <p:nvSpPr>
          <p:cNvPr id="1727" name="Google Shape;1727;p91"/>
          <p:cNvSpPr txBox="1"/>
          <p:nvPr/>
        </p:nvSpPr>
        <p:spPr>
          <a:xfrm rot="-5400000">
            <a:off x="1452436" y="1350976"/>
            <a:ext cx="405765" cy="194945"/>
          </a:xfrm>
          <a:prstGeom prst="rect">
            <a:avLst/>
          </a:prstGeom>
          <a:noFill/>
          <a:ln>
            <a:noFill/>
          </a:ln>
        </p:spPr>
        <p:txBody>
          <a:bodyPr spcFirstLastPara="1" wrap="square" lIns="0" tIns="95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Actual</a:t>
            </a:r>
            <a:endParaRPr sz="1050">
              <a:latin typeface="Arial"/>
              <a:ea typeface="Arial"/>
              <a:cs typeface="Arial"/>
              <a:sym typeface="Arial"/>
            </a:endParaRPr>
          </a:p>
        </p:txBody>
      </p:sp>
      <p:graphicFrame>
        <p:nvGraphicFramePr>
          <p:cNvPr id="1728" name="Google Shape;1728;p91"/>
          <p:cNvGraphicFramePr/>
          <p:nvPr/>
        </p:nvGraphicFramePr>
        <p:xfrm>
          <a:off x="1778939" y="1017003"/>
          <a:ext cx="2451100" cy="734881"/>
        </p:xfrm>
        <a:graphic>
          <a:graphicData uri="http://schemas.openxmlformats.org/drawingml/2006/table">
            <a:tbl>
              <a:tblPr firstRow="1" bandRow="1">
                <a:noFill/>
                <a:tableStyleId>{E1D28552-6DB9-4C31-BB9C-5DD673A011D9}</a:tableStyleId>
              </a:tblPr>
              <a:tblGrid>
                <a:gridCol w="612775">
                  <a:extLst>
                    <a:ext uri="{9D8B030D-6E8A-4147-A177-3AD203B41FA5}">
                      <a16:colId xmlns:a16="http://schemas.microsoft.com/office/drawing/2014/main" val="20000"/>
                    </a:ext>
                  </a:extLst>
                </a:gridCol>
                <a:gridCol w="612775">
                  <a:extLst>
                    <a:ext uri="{9D8B030D-6E8A-4147-A177-3AD203B41FA5}">
                      <a16:colId xmlns:a16="http://schemas.microsoft.com/office/drawing/2014/main" val="20001"/>
                    </a:ext>
                  </a:extLst>
                </a:gridCol>
                <a:gridCol w="612775">
                  <a:extLst>
                    <a:ext uri="{9D8B030D-6E8A-4147-A177-3AD203B41FA5}">
                      <a16:colId xmlns:a16="http://schemas.microsoft.com/office/drawing/2014/main" val="20002"/>
                    </a:ext>
                  </a:extLst>
                </a:gridCol>
                <a:gridCol w="612775">
                  <a:extLst>
                    <a:ext uri="{9D8B030D-6E8A-4147-A177-3AD203B41FA5}">
                      <a16:colId xmlns:a16="http://schemas.microsoft.com/office/drawing/2014/main" val="20003"/>
                    </a:ext>
                  </a:extLst>
                </a:gridCol>
              </a:tblGrid>
              <a:tr h="182875">
                <a:tc>
                  <a:txBody>
                    <a:bodyPr/>
                    <a:lstStyle/>
                    <a:p>
                      <a:pPr marL="0" marR="0" lvl="0" indent="0" algn="l" rtl="0">
                        <a:lnSpc>
                          <a:spcPct val="100000"/>
                        </a:lnSpc>
                        <a:spcBef>
                          <a:spcPts val="0"/>
                        </a:spcBef>
                        <a:spcAft>
                          <a:spcPts val="0"/>
                        </a:spcAft>
                        <a:buNone/>
                      </a:pPr>
                      <a:endParaRPr sz="1000" u="none" strike="noStrike" cap="none">
                        <a:latin typeface="Times New Roman"/>
                        <a:ea typeface="Times New Roman"/>
                        <a:cs typeface="Times New Roman"/>
                        <a:sym typeface="Times New Roman"/>
                      </a:endParaRPr>
                    </a:p>
                  </a:txBody>
                  <a:tcPr marL="0" marR="0" marT="0" marB="0">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tcPr>
                </a:tc>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Class 1</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Class 2</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Class 3</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tcPr>
                </a:tc>
                <a:extLst>
                  <a:ext uri="{0D108BD9-81ED-4DB2-BD59-A6C34878D82A}">
                    <a16:rowId xmlns:a16="http://schemas.microsoft.com/office/drawing/2014/main" val="10000"/>
                  </a:ext>
                </a:extLst>
              </a:tr>
              <a:tr h="182875">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Class 1</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45</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B2FFB2"/>
                    </a:solidFill>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3</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CCCC"/>
                    </a:solidFill>
                  </a:tcPr>
                </a:tc>
                <a:tc rowSpan="2">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2</a:t>
                      </a:r>
                      <a:endParaRPr sz="1050" u="none" strike="noStrike" cap="none">
                        <a:latin typeface="Arial"/>
                        <a:ea typeface="Arial"/>
                        <a:cs typeface="Arial"/>
                        <a:sym typeface="Arial"/>
                      </a:endParaRPr>
                    </a:p>
                    <a:p>
                      <a:pPr marL="37465" marR="0" lvl="0" indent="0" algn="ctr" rtl="0">
                        <a:lnSpc>
                          <a:spcPct val="100000"/>
                        </a:lnSpc>
                        <a:spcBef>
                          <a:spcPts val="185"/>
                        </a:spcBef>
                        <a:spcAft>
                          <a:spcPts val="0"/>
                        </a:spcAft>
                        <a:buNone/>
                      </a:pPr>
                      <a:r>
                        <a:rPr lang="en-US" sz="1050" u="none" strike="noStrike" cap="none">
                          <a:latin typeface="Arial"/>
                          <a:ea typeface="Arial"/>
                          <a:cs typeface="Arial"/>
                          <a:sym typeface="Arial"/>
                        </a:rPr>
                        <a:t>7</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FFCCCC"/>
                    </a:solidFill>
                  </a:tcPr>
                </a:tc>
                <a:extLst>
                  <a:ext uri="{0D108BD9-81ED-4DB2-BD59-A6C34878D82A}">
                    <a16:rowId xmlns:a16="http://schemas.microsoft.com/office/drawing/2014/main" val="10001"/>
                  </a:ext>
                </a:extLst>
              </a:tr>
              <a:tr h="181600">
                <a:tc>
                  <a:txBody>
                    <a:bodyPr/>
                    <a:lstStyle/>
                    <a:p>
                      <a:pPr marL="0" marR="0" lvl="0" indent="0" algn="ctr" rtl="0">
                        <a:lnSpc>
                          <a:spcPct val="114285"/>
                        </a:lnSpc>
                        <a:spcBef>
                          <a:spcPts val="0"/>
                        </a:spcBef>
                        <a:spcAft>
                          <a:spcPts val="0"/>
                        </a:spcAft>
                        <a:buNone/>
                      </a:pPr>
                      <a:r>
                        <a:rPr lang="en-US" sz="1050" u="none" strike="noStrike" cap="none">
                          <a:latin typeface="Arial"/>
                          <a:ea typeface="Arial"/>
                          <a:cs typeface="Arial"/>
                          <a:sym typeface="Arial"/>
                        </a:rPr>
                        <a:t>Class 2</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rowSpan="2">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5</a:t>
                      </a:r>
                      <a:endParaRPr sz="1050" u="none" strike="noStrike" cap="none">
                        <a:latin typeface="Arial"/>
                        <a:ea typeface="Arial"/>
                        <a:cs typeface="Arial"/>
                        <a:sym typeface="Arial"/>
                      </a:endParaRPr>
                    </a:p>
                    <a:p>
                      <a:pPr marL="37465" marR="0" lvl="0" indent="0" algn="ctr" rtl="0">
                        <a:lnSpc>
                          <a:spcPct val="100000"/>
                        </a:lnSpc>
                        <a:spcBef>
                          <a:spcPts val="185"/>
                        </a:spcBef>
                        <a:spcAft>
                          <a:spcPts val="0"/>
                        </a:spcAft>
                        <a:buNone/>
                      </a:pPr>
                      <a:r>
                        <a:rPr lang="en-US" sz="1050" u="none" strike="noStrike" cap="none">
                          <a:latin typeface="Arial"/>
                          <a:ea typeface="Arial"/>
                          <a:cs typeface="Arial"/>
                          <a:sym typeface="Arial"/>
                        </a:rPr>
                        <a:t>2</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CCCC"/>
                    </a:solidFill>
                  </a:tcPr>
                </a:tc>
                <a:tc>
                  <a:txBody>
                    <a:bodyPr/>
                    <a:lstStyle/>
                    <a:p>
                      <a:pPr marL="37465" marR="0" lvl="0" indent="0" algn="ctr" rtl="0">
                        <a:lnSpc>
                          <a:spcPct val="114285"/>
                        </a:lnSpc>
                        <a:spcBef>
                          <a:spcPts val="0"/>
                        </a:spcBef>
                        <a:spcAft>
                          <a:spcPts val="0"/>
                        </a:spcAft>
                        <a:buNone/>
                      </a:pPr>
                      <a:r>
                        <a:rPr lang="en-US" sz="1050" u="none" strike="noStrike" cap="none">
                          <a:latin typeface="Arial"/>
                          <a:ea typeface="Arial"/>
                          <a:cs typeface="Arial"/>
                          <a:sym typeface="Arial"/>
                        </a:rPr>
                        <a:t>38</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solidFill>
                      <a:srgbClr val="B2FFB2"/>
                    </a:solidFill>
                  </a:tcPr>
                </a:tc>
                <a:tc vMerge="1">
                  <a:txBody>
                    <a:bodyPr/>
                    <a:lstStyle/>
                    <a:p>
                      <a:endParaRPr lang="en-US"/>
                    </a:p>
                  </a:txBody>
                  <a:tcPr/>
                </a:tc>
                <a:extLst>
                  <a:ext uri="{0D108BD9-81ED-4DB2-BD59-A6C34878D82A}">
                    <a16:rowId xmlns:a16="http://schemas.microsoft.com/office/drawing/2014/main" val="10002"/>
                  </a:ext>
                </a:extLst>
              </a:tr>
              <a:tr h="184150">
                <a:tc>
                  <a:txBody>
                    <a:bodyPr/>
                    <a:lstStyle/>
                    <a:p>
                      <a:pPr marL="0" marR="0" lvl="0" indent="0" algn="ctr" rtl="0">
                        <a:lnSpc>
                          <a:spcPct val="115238"/>
                        </a:lnSpc>
                        <a:spcBef>
                          <a:spcPts val="0"/>
                        </a:spcBef>
                        <a:spcAft>
                          <a:spcPts val="0"/>
                        </a:spcAft>
                        <a:buNone/>
                      </a:pPr>
                      <a:r>
                        <a:rPr lang="en-US" sz="1050" u="none" strike="noStrike" cap="none">
                          <a:latin typeface="Arial"/>
                          <a:ea typeface="Arial"/>
                          <a:cs typeface="Arial"/>
                          <a:sym typeface="Arial"/>
                        </a:rPr>
                        <a:t>Class 3</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vMerge="1">
                  <a:txBody>
                    <a:bodyPr/>
                    <a:lstStyle/>
                    <a:p>
                      <a:endParaRPr lang="en-US"/>
                    </a:p>
                  </a:txBody>
                  <a:tcPr/>
                </a:tc>
                <a:tc>
                  <a:txBody>
                    <a:bodyPr/>
                    <a:lstStyle/>
                    <a:p>
                      <a:pPr marL="37465" marR="0" lvl="0" indent="0" algn="ctr" rtl="0">
                        <a:lnSpc>
                          <a:spcPct val="115238"/>
                        </a:lnSpc>
                        <a:spcBef>
                          <a:spcPts val="0"/>
                        </a:spcBef>
                        <a:spcAft>
                          <a:spcPts val="0"/>
                        </a:spcAft>
                        <a:buNone/>
                      </a:pPr>
                      <a:r>
                        <a:rPr lang="en-US" sz="1050" u="none" strike="noStrike" cap="none">
                          <a:latin typeface="Arial"/>
                          <a:ea typeface="Arial"/>
                          <a:cs typeface="Arial"/>
                          <a:sym typeface="Arial"/>
                        </a:rPr>
                        <a:t>4</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FFCCCC"/>
                    </a:solidFill>
                  </a:tcPr>
                </a:tc>
                <a:tc>
                  <a:txBody>
                    <a:bodyPr/>
                    <a:lstStyle/>
                    <a:p>
                      <a:pPr marL="37465" marR="0" lvl="0" indent="0" algn="ctr" rtl="0">
                        <a:lnSpc>
                          <a:spcPct val="115238"/>
                        </a:lnSpc>
                        <a:spcBef>
                          <a:spcPts val="0"/>
                        </a:spcBef>
                        <a:spcAft>
                          <a:spcPts val="0"/>
                        </a:spcAft>
                        <a:buNone/>
                      </a:pPr>
                      <a:r>
                        <a:rPr lang="en-US" sz="1050" u="none" strike="noStrike" cap="none">
                          <a:latin typeface="Arial"/>
                          <a:ea typeface="Arial"/>
                          <a:cs typeface="Arial"/>
                          <a:sym typeface="Arial"/>
                        </a:rPr>
                        <a:t>44</a:t>
                      </a:r>
                      <a:endParaRPr sz="1050" u="none" strike="noStrike" cap="none">
                        <a:latin typeface="Arial"/>
                        <a:ea typeface="Arial"/>
                        <a:cs typeface="Arial"/>
                        <a:sym typeface="Arial"/>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B w="9525" cap="flat" cmpd="sng">
                      <a:solidFill>
                        <a:srgbClr val="000000"/>
                      </a:solidFill>
                      <a:prstDash val="solid"/>
                      <a:round/>
                      <a:headEnd type="none" w="sm" len="sm"/>
                      <a:tailEnd type="none" w="sm" len="sm"/>
                    </a:lnB>
                    <a:solidFill>
                      <a:srgbClr val="B2FFB2"/>
                    </a:solidFill>
                  </a:tcPr>
                </a:tc>
                <a:extLst>
                  <a:ext uri="{0D108BD9-81ED-4DB2-BD59-A6C34878D82A}">
                    <a16:rowId xmlns:a16="http://schemas.microsoft.com/office/drawing/2014/main" val="10003"/>
                  </a:ext>
                </a:extLst>
              </a:tr>
            </a:tbl>
          </a:graphicData>
        </a:graphic>
      </p:graphicFrame>
      <p:grpSp>
        <p:nvGrpSpPr>
          <p:cNvPr id="1729" name="Google Shape;1729;p91"/>
          <p:cNvGrpSpPr/>
          <p:nvPr/>
        </p:nvGrpSpPr>
        <p:grpSpPr>
          <a:xfrm>
            <a:off x="513702" y="2137524"/>
            <a:ext cx="69291" cy="694562"/>
            <a:chOff x="513702" y="2137524"/>
            <a:chExt cx="69291" cy="694562"/>
          </a:xfrm>
        </p:grpSpPr>
        <p:pic>
          <p:nvPicPr>
            <p:cNvPr id="1730" name="Google Shape;1730;p91"/>
            <p:cNvPicPr preferRelativeResize="0"/>
            <p:nvPr/>
          </p:nvPicPr>
          <p:blipFill rotWithShape="1">
            <a:blip r:embed="rId3">
              <a:alphaModFix/>
            </a:blip>
            <a:srcRect/>
            <a:stretch/>
          </p:blipFill>
          <p:spPr>
            <a:xfrm>
              <a:off x="513702" y="2137524"/>
              <a:ext cx="69291" cy="69291"/>
            </a:xfrm>
            <a:prstGeom prst="rect">
              <a:avLst/>
            </a:prstGeom>
            <a:noFill/>
            <a:ln>
              <a:noFill/>
            </a:ln>
          </p:spPr>
        </p:pic>
        <p:pic>
          <p:nvPicPr>
            <p:cNvPr id="1731" name="Google Shape;1731;p91"/>
            <p:cNvPicPr preferRelativeResize="0"/>
            <p:nvPr/>
          </p:nvPicPr>
          <p:blipFill rotWithShape="1">
            <a:blip r:embed="rId4">
              <a:alphaModFix/>
            </a:blip>
            <a:srcRect/>
            <a:stretch/>
          </p:blipFill>
          <p:spPr>
            <a:xfrm>
              <a:off x="513702" y="2345943"/>
              <a:ext cx="69291" cy="69291"/>
            </a:xfrm>
            <a:prstGeom prst="rect">
              <a:avLst/>
            </a:prstGeom>
            <a:noFill/>
            <a:ln>
              <a:noFill/>
            </a:ln>
          </p:spPr>
        </p:pic>
        <p:pic>
          <p:nvPicPr>
            <p:cNvPr id="1732" name="Google Shape;1732;p91"/>
            <p:cNvPicPr preferRelativeResize="0"/>
            <p:nvPr/>
          </p:nvPicPr>
          <p:blipFill rotWithShape="1">
            <a:blip r:embed="rId5">
              <a:alphaModFix/>
            </a:blip>
            <a:srcRect/>
            <a:stretch/>
          </p:blipFill>
          <p:spPr>
            <a:xfrm>
              <a:off x="513702" y="2554376"/>
              <a:ext cx="69291" cy="69291"/>
            </a:xfrm>
            <a:prstGeom prst="rect">
              <a:avLst/>
            </a:prstGeom>
            <a:noFill/>
            <a:ln>
              <a:noFill/>
            </a:ln>
          </p:spPr>
        </p:pic>
        <p:pic>
          <p:nvPicPr>
            <p:cNvPr id="1733" name="Google Shape;1733;p91"/>
            <p:cNvPicPr preferRelativeResize="0"/>
            <p:nvPr/>
          </p:nvPicPr>
          <p:blipFill rotWithShape="1">
            <a:blip r:embed="rId6">
              <a:alphaModFix/>
            </a:blip>
            <a:srcRect/>
            <a:stretch/>
          </p:blipFill>
          <p:spPr>
            <a:xfrm>
              <a:off x="513702" y="2762795"/>
              <a:ext cx="69291" cy="69291"/>
            </a:xfrm>
            <a:prstGeom prst="rect">
              <a:avLst/>
            </a:prstGeom>
            <a:noFill/>
            <a:ln>
              <a:noFill/>
            </a:ln>
          </p:spPr>
        </p:pic>
      </p:grpSp>
      <p:sp>
        <p:nvSpPr>
          <p:cNvPr id="1734" name="Google Shape;1734;p91"/>
          <p:cNvSpPr txBox="1"/>
          <p:nvPr/>
        </p:nvSpPr>
        <p:spPr>
          <a:xfrm>
            <a:off x="347294" y="1802801"/>
            <a:ext cx="3673475" cy="1285875"/>
          </a:xfrm>
          <a:prstGeom prst="rect">
            <a:avLst/>
          </a:prstGeom>
          <a:noFill/>
          <a:ln>
            <a:noFill/>
          </a:ln>
        </p:spPr>
        <p:txBody>
          <a:bodyPr spcFirstLastPara="1" wrap="square" lIns="0" tIns="6222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Interpretation:</a:t>
            </a:r>
            <a:endParaRPr sz="1050">
              <a:latin typeface="Arial"/>
              <a:ea typeface="Arial"/>
              <a:cs typeface="Arial"/>
              <a:sym typeface="Arial"/>
            </a:endParaRPr>
          </a:p>
          <a:p>
            <a:pPr marL="309880" marR="370840" lvl="0" indent="0" algn="l" rtl="0">
              <a:lnSpc>
                <a:spcPct val="130200"/>
              </a:lnSpc>
              <a:spcBef>
                <a:spcPts val="20"/>
              </a:spcBef>
              <a:spcAft>
                <a:spcPts val="0"/>
              </a:spcAft>
              <a:buNone/>
            </a:pPr>
            <a:r>
              <a:rPr lang="en-US" sz="1050">
                <a:latin typeface="Arial"/>
                <a:ea typeface="Arial"/>
                <a:cs typeface="Arial"/>
                <a:sym typeface="Arial"/>
              </a:rPr>
              <a:t>Diagonal (green): Correct predictions (45, 38, 44) Off-diagonal (red): Misclassifications</a:t>
            </a:r>
            <a:endParaRPr sz="1050">
              <a:latin typeface="Arial"/>
              <a:ea typeface="Arial"/>
              <a:cs typeface="Arial"/>
              <a:sym typeface="Arial"/>
            </a:endParaRPr>
          </a:p>
          <a:p>
            <a:pPr marL="309880" marR="5080" lvl="0" indent="0" algn="l" rtl="0">
              <a:lnSpc>
                <a:spcPct val="130200"/>
              </a:lnSpc>
              <a:spcBef>
                <a:spcPts val="0"/>
              </a:spcBef>
              <a:spcAft>
                <a:spcPts val="0"/>
              </a:spcAft>
              <a:buNone/>
            </a:pPr>
            <a:r>
              <a:rPr lang="en-US" sz="1050">
                <a:latin typeface="Arial"/>
                <a:ea typeface="Arial"/>
                <a:cs typeface="Arial"/>
                <a:sym typeface="Arial"/>
              </a:rPr>
              <a:t>Row sums: Total actual examples per class (50, 50, 50) Column sums: Total predicted examples per class</a:t>
            </a:r>
            <a:endParaRPr sz="1050">
              <a:latin typeface="Arial"/>
              <a:ea typeface="Arial"/>
              <a:cs typeface="Arial"/>
              <a:sym typeface="Arial"/>
            </a:endParaRPr>
          </a:p>
          <a:p>
            <a:pPr marL="12700" lvl="0" indent="0" algn="l" rtl="0">
              <a:lnSpc>
                <a:spcPct val="100000"/>
              </a:lnSpc>
              <a:spcBef>
                <a:spcPts val="250"/>
              </a:spcBef>
              <a:spcAft>
                <a:spcPts val="0"/>
              </a:spcAft>
              <a:buNone/>
            </a:pPr>
            <a:r>
              <a:rPr lang="en-US" sz="1050">
                <a:solidFill>
                  <a:srgbClr val="1B1472"/>
                </a:solidFill>
                <a:latin typeface="Arial"/>
                <a:ea typeface="Arial"/>
                <a:cs typeface="Arial"/>
                <a:sym typeface="Arial"/>
              </a:rPr>
              <a:t>Accuracy: </a:t>
            </a:r>
            <a:r>
              <a:rPr lang="en-US" sz="1200">
                <a:latin typeface="Tahoma"/>
                <a:ea typeface="Tahoma"/>
                <a:cs typeface="Tahoma"/>
                <a:sym typeface="Tahoma"/>
              </a:rPr>
              <a:t>(</a:t>
            </a:r>
            <a:r>
              <a:rPr lang="en-US" sz="1050">
                <a:latin typeface="Arial"/>
                <a:ea typeface="Arial"/>
                <a:cs typeface="Arial"/>
                <a:sym typeface="Arial"/>
              </a:rPr>
              <a:t>45 </a:t>
            </a:r>
            <a:r>
              <a:rPr lang="en-US" sz="1200">
                <a:latin typeface="Tahoma"/>
                <a:ea typeface="Tahoma"/>
                <a:cs typeface="Tahoma"/>
                <a:sym typeface="Tahoma"/>
              </a:rPr>
              <a:t>+ </a:t>
            </a:r>
            <a:r>
              <a:rPr lang="en-US" sz="1050">
                <a:latin typeface="Arial"/>
                <a:ea typeface="Arial"/>
                <a:cs typeface="Arial"/>
                <a:sym typeface="Arial"/>
              </a:rPr>
              <a:t>38 </a:t>
            </a:r>
            <a:r>
              <a:rPr lang="en-US" sz="1200">
                <a:latin typeface="Tahoma"/>
                <a:ea typeface="Tahoma"/>
                <a:cs typeface="Tahoma"/>
                <a:sym typeface="Tahoma"/>
              </a:rPr>
              <a:t>+ </a:t>
            </a:r>
            <a:r>
              <a:rPr lang="en-US" sz="1050">
                <a:latin typeface="Arial"/>
                <a:ea typeface="Arial"/>
                <a:cs typeface="Arial"/>
                <a:sym typeface="Arial"/>
              </a:rPr>
              <a:t>44</a:t>
            </a:r>
            <a:r>
              <a:rPr lang="en-US" sz="1200">
                <a:latin typeface="Tahoma"/>
                <a:ea typeface="Tahoma"/>
                <a:cs typeface="Tahoma"/>
                <a:sym typeface="Tahoma"/>
              </a:rPr>
              <a:t>)</a:t>
            </a:r>
            <a:r>
              <a:rPr lang="en-US" sz="1200" i="1">
                <a:latin typeface="Bookman Old Style"/>
                <a:ea typeface="Bookman Old Style"/>
                <a:cs typeface="Bookman Old Style"/>
                <a:sym typeface="Bookman Old Style"/>
              </a:rPr>
              <a:t>/</a:t>
            </a:r>
            <a:r>
              <a:rPr lang="en-US" sz="1050">
                <a:latin typeface="Arial"/>
                <a:ea typeface="Arial"/>
                <a:cs typeface="Arial"/>
                <a:sym typeface="Arial"/>
              </a:rPr>
              <a:t>150 </a:t>
            </a:r>
            <a:r>
              <a:rPr lang="en-US" sz="1200">
                <a:latin typeface="Tahoma"/>
                <a:ea typeface="Tahoma"/>
                <a:cs typeface="Tahoma"/>
                <a:sym typeface="Tahoma"/>
              </a:rPr>
              <a:t>= </a:t>
            </a:r>
            <a:r>
              <a:rPr lang="en-US" sz="1050">
                <a:latin typeface="Arial"/>
                <a:ea typeface="Arial"/>
                <a:cs typeface="Arial"/>
                <a:sym typeface="Arial"/>
              </a:rPr>
              <a:t>0</a:t>
            </a:r>
            <a:r>
              <a:rPr lang="en-US" sz="1200" i="1">
                <a:latin typeface="Bookman Old Style"/>
                <a:ea typeface="Bookman Old Style"/>
                <a:cs typeface="Bookman Old Style"/>
                <a:sym typeface="Bookman Old Style"/>
              </a:rPr>
              <a:t>.</a:t>
            </a:r>
            <a:r>
              <a:rPr lang="en-US" sz="1050">
                <a:latin typeface="Arial"/>
                <a:ea typeface="Arial"/>
                <a:cs typeface="Arial"/>
                <a:sym typeface="Arial"/>
              </a:rPr>
              <a:t>847 or 84.7%</a:t>
            </a:r>
            <a:endParaRPr sz="1050">
              <a:latin typeface="Arial"/>
              <a:ea typeface="Arial"/>
              <a:cs typeface="Arial"/>
              <a:sym typeface="Arial"/>
            </a:endParaRPr>
          </a:p>
        </p:txBody>
      </p:sp>
      <p:grpSp>
        <p:nvGrpSpPr>
          <p:cNvPr id="1735" name="Google Shape;1735;p91"/>
          <p:cNvGrpSpPr/>
          <p:nvPr/>
        </p:nvGrpSpPr>
        <p:grpSpPr>
          <a:xfrm>
            <a:off x="0" y="3141936"/>
            <a:ext cx="5760262" cy="92075"/>
            <a:chOff x="0" y="3141936"/>
            <a:chExt cx="5760262" cy="92075"/>
          </a:xfrm>
        </p:grpSpPr>
        <p:sp>
          <p:nvSpPr>
            <p:cNvPr id="1736" name="Google Shape;1736;p9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37" name="Google Shape;1737;p9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38" name="Google Shape;1738;p9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39" name="Google Shape;1739;p9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40" name="Google Shape;1740;p9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7"/>
              </a:rPr>
              <a:t>D</a:t>
            </a:r>
            <a:r>
              <a:rPr lang="en-US" sz="600" u="sng" cap="small">
                <a:solidFill>
                  <a:schemeClr val="hlink"/>
                </a:solidFill>
                <a:latin typeface="Bookman Old Style"/>
                <a:ea typeface="Bookman Old Style"/>
                <a:cs typeface="Bookman Old Style"/>
                <a:sym typeface="Bookman Old Style"/>
                <a:hlinkClick r:id="rId7"/>
              </a:rPr>
              <a:t>eep</a:t>
            </a:r>
            <a:r>
              <a:rPr lang="en-US" sz="600" u="sng">
                <a:solidFill>
                  <a:schemeClr val="hlink"/>
                </a:solidFill>
                <a:latin typeface="Bookman Old Style"/>
                <a:ea typeface="Bookman Old Style"/>
                <a:cs typeface="Bookman Old Style"/>
                <a:sym typeface="Bookman Old Style"/>
                <a:hlinkClick r:id="rId7"/>
              </a:rPr>
              <a:t> L</a:t>
            </a:r>
            <a:r>
              <a:rPr lang="en-US" sz="600" u="sng" cap="small">
                <a:solidFill>
                  <a:schemeClr val="hlink"/>
                </a:solidFill>
                <a:latin typeface="Bookman Old Style"/>
                <a:ea typeface="Bookman Old Style"/>
                <a:cs typeface="Bookman Old Style"/>
                <a:sym typeface="Bookman Old Style"/>
                <a:hlinkClick r:id="rId7"/>
              </a:rPr>
              <a:t>earning</a:t>
            </a:r>
            <a:endParaRPr sz="600">
              <a:latin typeface="Bookman Old Style"/>
              <a:ea typeface="Bookman Old Style"/>
              <a:cs typeface="Bookman Old Style"/>
              <a:sym typeface="Bookman Old Style"/>
            </a:endParaRPr>
          </a:p>
        </p:txBody>
      </p:sp>
      <p:sp>
        <p:nvSpPr>
          <p:cNvPr id="1741" name="Google Shape;1741;p91"/>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64</a:t>
            </a:fld>
            <a:r>
              <a:rPr lang="en-US"/>
              <a:t> / 100</a:t>
            </a:r>
            <a:endParaRPr/>
          </a:p>
        </p:txBody>
      </p:sp>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64734674-7867-0BFE-6BC5-689AE98C716B}"/>
                  </a:ext>
                </a:extLst>
              </p14:cNvPr>
              <p14:cNvContentPartPr/>
              <p14:nvPr/>
            </p14:nvContentPartPr>
            <p14:xfrm>
              <a:off x="2326320" y="1081080"/>
              <a:ext cx="1747440" cy="631440"/>
            </p14:xfrm>
          </p:contentPart>
        </mc:Choice>
        <mc:Fallback>
          <p:pic>
            <p:nvPicPr>
              <p:cNvPr id="2" name="Ink 1">
                <a:extLst>
                  <a:ext uri="{FF2B5EF4-FFF2-40B4-BE49-F238E27FC236}">
                    <a16:creationId xmlns:a16="http://schemas.microsoft.com/office/drawing/2014/main" id="{64734674-7867-0BFE-6BC5-689AE98C716B}"/>
                  </a:ext>
                </a:extLst>
              </p:cNvPr>
              <p:cNvPicPr/>
              <p:nvPr/>
            </p:nvPicPr>
            <p:blipFill>
              <a:blip r:embed="rId9"/>
              <a:stretch>
                <a:fillRect/>
              </a:stretch>
            </p:blipFill>
            <p:spPr>
              <a:xfrm>
                <a:off x="2316960" y="1071720"/>
                <a:ext cx="1766160" cy="650160"/>
              </a:xfrm>
              <a:prstGeom prst="rect">
                <a:avLst/>
              </a:prstGeom>
            </p:spPr>
          </p:pic>
        </mc:Fallback>
      </mc:AlternateContent>
    </p:spTree>
  </p:cSld>
  <p:clrMapOvr>
    <a:masterClrMapping/>
  </p:clrMapOvr>
  <p:transition>
    <p:fade thruBlk="1"/>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745"/>
        <p:cNvGrpSpPr/>
        <p:nvPr/>
      </p:nvGrpSpPr>
      <p:grpSpPr>
        <a:xfrm>
          <a:off x="0" y="0"/>
          <a:ext cx="0" cy="0"/>
          <a:chOff x="0" y="0"/>
          <a:chExt cx="0" cy="0"/>
        </a:xfrm>
      </p:grpSpPr>
      <p:sp>
        <p:nvSpPr>
          <p:cNvPr id="1746" name="Google Shape;1746;p92"/>
          <p:cNvSpPr txBox="1">
            <a:spLocks noGrp="1"/>
          </p:cNvSpPr>
          <p:nvPr>
            <p:ph type="title"/>
          </p:nvPr>
        </p:nvSpPr>
        <p:spPr>
          <a:xfrm>
            <a:off x="95300" y="109545"/>
            <a:ext cx="207772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P</a:t>
            </a:r>
            <a:r>
              <a:rPr lang="en-US" cap="small">
                <a:solidFill>
                  <a:srgbClr val="FFFFFF"/>
                </a:solidFill>
              </a:rPr>
              <a:t>er</a:t>
            </a:r>
            <a:r>
              <a:rPr lang="en-US">
                <a:solidFill>
                  <a:srgbClr val="FFFFFF"/>
                </a:solidFill>
              </a:rPr>
              <a:t>-</a:t>
            </a:r>
            <a:r>
              <a:rPr lang="en-US" cap="small">
                <a:solidFill>
                  <a:srgbClr val="FFFFFF"/>
                </a:solidFill>
              </a:rPr>
              <a:t>class</a:t>
            </a:r>
            <a:r>
              <a:rPr lang="en-US">
                <a:solidFill>
                  <a:srgbClr val="FFFFFF"/>
                </a:solidFill>
              </a:rPr>
              <a:t> M</a:t>
            </a:r>
            <a:r>
              <a:rPr lang="en-US" cap="small">
                <a:solidFill>
                  <a:srgbClr val="FFFFFF"/>
                </a:solidFill>
              </a:rPr>
              <a:t>etrics</a:t>
            </a:r>
            <a:endParaRPr/>
          </a:p>
        </p:txBody>
      </p:sp>
      <p:sp>
        <p:nvSpPr>
          <p:cNvPr id="1747" name="Google Shape;1747;p92"/>
          <p:cNvSpPr txBox="1"/>
          <p:nvPr/>
        </p:nvSpPr>
        <p:spPr>
          <a:xfrm>
            <a:off x="347294" y="379042"/>
            <a:ext cx="4728845" cy="536575"/>
          </a:xfrm>
          <a:prstGeom prst="rect">
            <a:avLst/>
          </a:prstGeom>
          <a:noFill/>
          <a:ln>
            <a:noFill/>
          </a:ln>
        </p:spPr>
        <p:txBody>
          <a:bodyPr spcFirstLastPara="1" wrap="square" lIns="0" tIns="10730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For each class </a:t>
            </a:r>
            <a:r>
              <a:rPr lang="en-US" sz="1050" i="1">
                <a:solidFill>
                  <a:srgbClr val="1B1472"/>
                </a:solidFill>
                <a:latin typeface="Arial"/>
                <a:ea typeface="Arial"/>
                <a:cs typeface="Arial"/>
                <a:sym typeface="Arial"/>
              </a:rPr>
              <a:t>k </a:t>
            </a:r>
            <a:r>
              <a:rPr lang="en-US" sz="1050">
                <a:solidFill>
                  <a:srgbClr val="1B1472"/>
                </a:solidFill>
                <a:latin typeface="Arial"/>
                <a:ea typeface="Arial"/>
                <a:cs typeface="Arial"/>
                <a:sym typeface="Arial"/>
              </a:rPr>
              <a:t>, compute:</a:t>
            </a:r>
            <a:endParaRPr sz="1050">
              <a:latin typeface="Arial"/>
              <a:ea typeface="Arial"/>
              <a:cs typeface="Arial"/>
              <a:sym typeface="Arial"/>
            </a:endParaRPr>
          </a:p>
          <a:p>
            <a:pPr marL="12700" lvl="0" indent="0" algn="l" rtl="0">
              <a:lnSpc>
                <a:spcPct val="100000"/>
              </a:lnSpc>
              <a:spcBef>
                <a:spcPts val="750"/>
              </a:spcBef>
              <a:spcAft>
                <a:spcPts val="0"/>
              </a:spcAft>
              <a:buNone/>
            </a:pPr>
            <a:r>
              <a:rPr lang="en-US" sz="1050">
                <a:solidFill>
                  <a:srgbClr val="1B1472"/>
                </a:solidFill>
                <a:latin typeface="Arial"/>
                <a:ea typeface="Arial"/>
                <a:cs typeface="Arial"/>
                <a:sym typeface="Arial"/>
              </a:rPr>
              <a:t>Precision for class </a:t>
            </a:r>
            <a:r>
              <a:rPr lang="en-US" sz="1050" i="1">
                <a:solidFill>
                  <a:srgbClr val="1B1472"/>
                </a:solidFill>
                <a:latin typeface="Arial"/>
                <a:ea typeface="Arial"/>
                <a:cs typeface="Arial"/>
                <a:sym typeface="Arial"/>
              </a:rPr>
              <a:t>k </a:t>
            </a:r>
            <a:r>
              <a:rPr lang="en-US" sz="1050">
                <a:solidFill>
                  <a:srgbClr val="1B1472"/>
                </a:solidFill>
                <a:latin typeface="Arial"/>
                <a:ea typeface="Arial"/>
                <a:cs typeface="Arial"/>
                <a:sym typeface="Arial"/>
              </a:rPr>
              <a:t>: </a:t>
            </a:r>
            <a:r>
              <a:rPr lang="en-US" sz="1050">
                <a:latin typeface="Arial"/>
                <a:ea typeface="Arial"/>
                <a:cs typeface="Arial"/>
                <a:sym typeface="Arial"/>
              </a:rPr>
              <a:t>Of all predictions for class </a:t>
            </a:r>
            <a:r>
              <a:rPr lang="en-US" sz="1050" i="1">
                <a:latin typeface="Arial"/>
                <a:ea typeface="Arial"/>
                <a:cs typeface="Arial"/>
                <a:sym typeface="Arial"/>
              </a:rPr>
              <a:t>k </a:t>
            </a:r>
            <a:r>
              <a:rPr lang="en-US" sz="1050">
                <a:latin typeface="Arial"/>
                <a:ea typeface="Arial"/>
                <a:cs typeface="Arial"/>
                <a:sym typeface="Arial"/>
              </a:rPr>
              <a:t>, what fraction were correct?</a:t>
            </a:r>
            <a:endParaRPr sz="1050">
              <a:latin typeface="Arial"/>
              <a:ea typeface="Arial"/>
              <a:cs typeface="Arial"/>
              <a:sym typeface="Arial"/>
            </a:endParaRPr>
          </a:p>
        </p:txBody>
      </p:sp>
      <p:sp>
        <p:nvSpPr>
          <p:cNvPr id="1748" name="Google Shape;1748;p92"/>
          <p:cNvSpPr txBox="1"/>
          <p:nvPr/>
        </p:nvSpPr>
        <p:spPr>
          <a:xfrm>
            <a:off x="2088121" y="1015535"/>
            <a:ext cx="1569085" cy="295275"/>
          </a:xfrm>
          <a:prstGeom prst="rect">
            <a:avLst/>
          </a:prstGeom>
          <a:noFill/>
          <a:ln>
            <a:noFill/>
          </a:ln>
        </p:spPr>
        <p:txBody>
          <a:bodyPr spcFirstLastPara="1" wrap="square" lIns="0" tIns="15875" rIns="0" bIns="0" anchor="t" anchorCtr="0">
            <a:spAutoFit/>
          </a:bodyPr>
          <a:lstStyle/>
          <a:p>
            <a:pPr marL="875664" lvl="0" indent="0" algn="l" rtl="0">
              <a:lnSpc>
                <a:spcPct val="91428"/>
              </a:lnSpc>
              <a:spcBef>
                <a:spcPts val="0"/>
              </a:spcBef>
              <a:spcAft>
                <a:spcPts val="0"/>
              </a:spcAft>
              <a:buNone/>
            </a:pPr>
            <a:r>
              <a:rPr lang="en-US" sz="1050" u="sng">
                <a:latin typeface="Arial"/>
                <a:ea typeface="Arial"/>
                <a:cs typeface="Arial"/>
                <a:sym typeface="Arial"/>
              </a:rPr>
              <a:t>	TP</a:t>
            </a:r>
            <a:r>
              <a:rPr lang="en-US" sz="1050" i="1" u="sng" baseline="-25000">
                <a:latin typeface="Arial"/>
                <a:ea typeface="Arial"/>
                <a:cs typeface="Arial"/>
                <a:sym typeface="Arial"/>
              </a:rPr>
              <a:t>k	</a:t>
            </a:r>
            <a:endParaRPr sz="1050" baseline="-25000">
              <a:latin typeface="Arial"/>
              <a:ea typeface="Arial"/>
              <a:cs typeface="Arial"/>
              <a:sym typeface="Arial"/>
            </a:endParaRPr>
          </a:p>
          <a:p>
            <a:pPr marL="38100" lvl="0" indent="0" algn="l" rtl="0">
              <a:lnSpc>
                <a:spcPct val="95000"/>
              </a:lnSpc>
              <a:spcBef>
                <a:spcPts val="0"/>
              </a:spcBef>
              <a:spcAft>
                <a:spcPts val="0"/>
              </a:spcAft>
              <a:buNone/>
            </a:pPr>
            <a:r>
              <a:rPr lang="en-US" sz="1050">
                <a:latin typeface="Arial"/>
                <a:ea typeface="Arial"/>
                <a:cs typeface="Arial"/>
                <a:sym typeface="Arial"/>
              </a:rPr>
              <a:t>Precision</a:t>
            </a:r>
            <a:r>
              <a:rPr lang="en-US" sz="1050" i="1" baseline="-25000">
                <a:latin typeface="Arial"/>
                <a:ea typeface="Arial"/>
                <a:cs typeface="Arial"/>
                <a:sym typeface="Arial"/>
              </a:rPr>
              <a:t>k </a:t>
            </a:r>
            <a:r>
              <a:rPr lang="en-US" sz="1200">
                <a:latin typeface="Tahoma"/>
                <a:ea typeface="Tahoma"/>
                <a:cs typeface="Tahoma"/>
                <a:sym typeface="Tahoma"/>
              </a:rPr>
              <a:t>=</a:t>
            </a:r>
            <a:endParaRPr sz="1200">
              <a:latin typeface="Tahoma"/>
              <a:ea typeface="Tahoma"/>
              <a:cs typeface="Tahoma"/>
              <a:sym typeface="Tahoma"/>
            </a:endParaRPr>
          </a:p>
        </p:txBody>
      </p:sp>
      <p:sp>
        <p:nvSpPr>
          <p:cNvPr id="1749" name="Google Shape;1749;p92"/>
          <p:cNvSpPr txBox="1"/>
          <p:nvPr/>
        </p:nvSpPr>
        <p:spPr>
          <a:xfrm>
            <a:off x="5144350" y="1118252"/>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(32)</a:t>
            </a:r>
            <a:endParaRPr sz="1050">
              <a:latin typeface="Arial"/>
              <a:ea typeface="Arial"/>
              <a:cs typeface="Arial"/>
              <a:sym typeface="Arial"/>
            </a:endParaRPr>
          </a:p>
        </p:txBody>
      </p:sp>
      <p:sp>
        <p:nvSpPr>
          <p:cNvPr id="1750" name="Google Shape;1750;p92"/>
          <p:cNvSpPr txBox="1"/>
          <p:nvPr/>
        </p:nvSpPr>
        <p:spPr>
          <a:xfrm>
            <a:off x="321894" y="1207208"/>
            <a:ext cx="4838700" cy="490855"/>
          </a:xfrm>
          <a:prstGeom prst="rect">
            <a:avLst/>
          </a:prstGeom>
          <a:noFill/>
          <a:ln>
            <a:noFill/>
          </a:ln>
        </p:spPr>
        <p:txBody>
          <a:bodyPr spcFirstLastPara="1" wrap="square" lIns="0" tIns="12050" rIns="0" bIns="0" anchor="t" anchorCtr="0">
            <a:spAutoFit/>
          </a:bodyPr>
          <a:lstStyle/>
          <a:p>
            <a:pPr marL="2642235" lvl="0" indent="0" algn="l" rtl="0">
              <a:lnSpc>
                <a:spcPct val="100000"/>
              </a:lnSpc>
              <a:spcBef>
                <a:spcPts val="0"/>
              </a:spcBef>
              <a:spcAft>
                <a:spcPts val="0"/>
              </a:spcAft>
              <a:buNone/>
            </a:pPr>
            <a:r>
              <a:rPr lang="en-US" sz="1050">
                <a:latin typeface="Arial"/>
                <a:ea typeface="Arial"/>
                <a:cs typeface="Arial"/>
                <a:sym typeface="Arial"/>
              </a:rPr>
              <a:t>TP</a:t>
            </a:r>
            <a:r>
              <a:rPr lang="en-US" sz="1050" i="1" baseline="-25000">
                <a:latin typeface="Arial"/>
                <a:ea typeface="Arial"/>
                <a:cs typeface="Arial"/>
                <a:sym typeface="Arial"/>
              </a:rPr>
              <a:t>k </a:t>
            </a:r>
            <a:r>
              <a:rPr lang="en-US" sz="1200">
                <a:latin typeface="Tahoma"/>
                <a:ea typeface="Tahoma"/>
                <a:cs typeface="Tahoma"/>
                <a:sym typeface="Tahoma"/>
              </a:rPr>
              <a:t>+ </a:t>
            </a:r>
            <a:r>
              <a:rPr lang="en-US" sz="1050">
                <a:latin typeface="Arial"/>
                <a:ea typeface="Arial"/>
                <a:cs typeface="Arial"/>
                <a:sym typeface="Arial"/>
              </a:rPr>
              <a:t>FP</a:t>
            </a:r>
            <a:r>
              <a:rPr lang="en-US" sz="1050" i="1" baseline="-25000">
                <a:latin typeface="Arial"/>
                <a:ea typeface="Arial"/>
                <a:cs typeface="Arial"/>
                <a:sym typeface="Arial"/>
              </a:rPr>
              <a:t>k</a:t>
            </a:r>
            <a:endParaRPr sz="1050" baseline="-25000">
              <a:latin typeface="Arial"/>
              <a:ea typeface="Arial"/>
              <a:cs typeface="Arial"/>
              <a:sym typeface="Arial"/>
            </a:endParaRPr>
          </a:p>
          <a:p>
            <a:pPr marL="38100" lvl="0" indent="0" algn="l" rtl="0">
              <a:lnSpc>
                <a:spcPct val="100000"/>
              </a:lnSpc>
              <a:spcBef>
                <a:spcPts val="960"/>
              </a:spcBef>
              <a:spcAft>
                <a:spcPts val="0"/>
              </a:spcAft>
              <a:buNone/>
            </a:pPr>
            <a:r>
              <a:rPr lang="en-US" sz="1050">
                <a:solidFill>
                  <a:srgbClr val="1B1472"/>
                </a:solidFill>
                <a:latin typeface="Arial"/>
                <a:ea typeface="Arial"/>
                <a:cs typeface="Arial"/>
                <a:sym typeface="Arial"/>
              </a:rPr>
              <a:t>Recall for class </a:t>
            </a:r>
            <a:r>
              <a:rPr lang="en-US" sz="1050" i="1">
                <a:solidFill>
                  <a:srgbClr val="1B1472"/>
                </a:solidFill>
                <a:latin typeface="Arial"/>
                <a:ea typeface="Arial"/>
                <a:cs typeface="Arial"/>
                <a:sym typeface="Arial"/>
              </a:rPr>
              <a:t>k </a:t>
            </a:r>
            <a:r>
              <a:rPr lang="en-US" sz="1050">
                <a:solidFill>
                  <a:srgbClr val="1B1472"/>
                </a:solidFill>
                <a:latin typeface="Arial"/>
                <a:ea typeface="Arial"/>
                <a:cs typeface="Arial"/>
                <a:sym typeface="Arial"/>
              </a:rPr>
              <a:t>: </a:t>
            </a:r>
            <a:r>
              <a:rPr lang="en-US" sz="1050">
                <a:latin typeface="Arial"/>
                <a:ea typeface="Arial"/>
                <a:cs typeface="Arial"/>
                <a:sym typeface="Arial"/>
              </a:rPr>
              <a:t>Of all actual class </a:t>
            </a:r>
            <a:r>
              <a:rPr lang="en-US" sz="1050" i="1">
                <a:latin typeface="Arial"/>
                <a:ea typeface="Arial"/>
                <a:cs typeface="Arial"/>
                <a:sym typeface="Arial"/>
              </a:rPr>
              <a:t>k </a:t>
            </a:r>
            <a:r>
              <a:rPr lang="en-US" sz="1050">
                <a:latin typeface="Arial"/>
                <a:ea typeface="Arial"/>
                <a:cs typeface="Arial"/>
                <a:sym typeface="Arial"/>
              </a:rPr>
              <a:t>examples, what fraction did we identify?</a:t>
            </a:r>
            <a:endParaRPr sz="1050">
              <a:latin typeface="Arial"/>
              <a:ea typeface="Arial"/>
              <a:cs typeface="Arial"/>
              <a:sym typeface="Arial"/>
            </a:endParaRPr>
          </a:p>
        </p:txBody>
      </p:sp>
      <p:sp>
        <p:nvSpPr>
          <p:cNvPr id="1751" name="Google Shape;1751;p92"/>
          <p:cNvSpPr txBox="1"/>
          <p:nvPr/>
        </p:nvSpPr>
        <p:spPr>
          <a:xfrm>
            <a:off x="2175510" y="1798502"/>
            <a:ext cx="1393825" cy="295275"/>
          </a:xfrm>
          <a:prstGeom prst="rect">
            <a:avLst/>
          </a:prstGeom>
          <a:noFill/>
          <a:ln>
            <a:noFill/>
          </a:ln>
        </p:spPr>
        <p:txBody>
          <a:bodyPr spcFirstLastPara="1" wrap="square" lIns="0" tIns="15875" rIns="0" bIns="0" anchor="t" anchorCtr="0">
            <a:spAutoFit/>
          </a:bodyPr>
          <a:lstStyle/>
          <a:p>
            <a:pPr marL="693420" lvl="0" indent="0" algn="l" rtl="0">
              <a:lnSpc>
                <a:spcPct val="91428"/>
              </a:lnSpc>
              <a:spcBef>
                <a:spcPts val="0"/>
              </a:spcBef>
              <a:spcAft>
                <a:spcPts val="0"/>
              </a:spcAft>
              <a:buNone/>
            </a:pPr>
            <a:r>
              <a:rPr lang="en-US" sz="1050" u="sng">
                <a:latin typeface="Arial"/>
                <a:ea typeface="Arial"/>
                <a:cs typeface="Arial"/>
                <a:sym typeface="Arial"/>
              </a:rPr>
              <a:t>	TP</a:t>
            </a:r>
            <a:r>
              <a:rPr lang="en-US" sz="1050" i="1" u="sng" baseline="-25000">
                <a:latin typeface="Arial"/>
                <a:ea typeface="Arial"/>
                <a:cs typeface="Arial"/>
                <a:sym typeface="Arial"/>
              </a:rPr>
              <a:t>k	</a:t>
            </a:r>
            <a:endParaRPr sz="1050" baseline="-25000">
              <a:latin typeface="Arial"/>
              <a:ea typeface="Arial"/>
              <a:cs typeface="Arial"/>
              <a:sym typeface="Arial"/>
            </a:endParaRPr>
          </a:p>
          <a:p>
            <a:pPr marL="38100" lvl="0" indent="0" algn="l" rtl="0">
              <a:lnSpc>
                <a:spcPct val="95000"/>
              </a:lnSpc>
              <a:spcBef>
                <a:spcPts val="0"/>
              </a:spcBef>
              <a:spcAft>
                <a:spcPts val="0"/>
              </a:spcAft>
              <a:buNone/>
            </a:pPr>
            <a:r>
              <a:rPr lang="en-US" sz="1050">
                <a:latin typeface="Arial"/>
                <a:ea typeface="Arial"/>
                <a:cs typeface="Arial"/>
                <a:sym typeface="Arial"/>
              </a:rPr>
              <a:t>Recall</a:t>
            </a:r>
            <a:r>
              <a:rPr lang="en-US" sz="1050" i="1" baseline="-25000">
                <a:latin typeface="Arial"/>
                <a:ea typeface="Arial"/>
                <a:cs typeface="Arial"/>
                <a:sym typeface="Arial"/>
              </a:rPr>
              <a:t>k </a:t>
            </a:r>
            <a:r>
              <a:rPr lang="en-US" sz="1200">
                <a:latin typeface="Tahoma"/>
                <a:ea typeface="Tahoma"/>
                <a:cs typeface="Tahoma"/>
                <a:sym typeface="Tahoma"/>
              </a:rPr>
              <a:t>=</a:t>
            </a:r>
            <a:endParaRPr sz="1200">
              <a:latin typeface="Tahoma"/>
              <a:ea typeface="Tahoma"/>
              <a:cs typeface="Tahoma"/>
              <a:sym typeface="Tahoma"/>
            </a:endParaRPr>
          </a:p>
        </p:txBody>
      </p:sp>
      <p:sp>
        <p:nvSpPr>
          <p:cNvPr id="1752" name="Google Shape;1752;p92"/>
          <p:cNvSpPr txBox="1"/>
          <p:nvPr/>
        </p:nvSpPr>
        <p:spPr>
          <a:xfrm>
            <a:off x="2831249" y="1990188"/>
            <a:ext cx="722630"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TP</a:t>
            </a:r>
            <a:r>
              <a:rPr lang="en-US" sz="1050" i="1" baseline="-25000">
                <a:latin typeface="Arial"/>
                <a:ea typeface="Arial"/>
                <a:cs typeface="Arial"/>
                <a:sym typeface="Arial"/>
              </a:rPr>
              <a:t>k </a:t>
            </a:r>
            <a:r>
              <a:rPr lang="en-US" sz="1200">
                <a:latin typeface="Tahoma"/>
                <a:ea typeface="Tahoma"/>
                <a:cs typeface="Tahoma"/>
                <a:sym typeface="Tahoma"/>
              </a:rPr>
              <a:t>+ </a:t>
            </a:r>
            <a:r>
              <a:rPr lang="en-US" sz="1050">
                <a:latin typeface="Arial"/>
                <a:ea typeface="Arial"/>
                <a:cs typeface="Arial"/>
                <a:sym typeface="Arial"/>
              </a:rPr>
              <a:t>FN</a:t>
            </a:r>
            <a:r>
              <a:rPr lang="en-US" sz="1050" i="1" baseline="-25000">
                <a:latin typeface="Arial"/>
                <a:ea typeface="Arial"/>
                <a:cs typeface="Arial"/>
                <a:sym typeface="Arial"/>
              </a:rPr>
              <a:t>k</a:t>
            </a:r>
            <a:endParaRPr sz="1050" baseline="-25000">
              <a:latin typeface="Arial"/>
              <a:ea typeface="Arial"/>
              <a:cs typeface="Arial"/>
              <a:sym typeface="Arial"/>
            </a:endParaRPr>
          </a:p>
        </p:txBody>
      </p:sp>
      <p:sp>
        <p:nvSpPr>
          <p:cNvPr id="1753" name="Google Shape;1753;p92"/>
          <p:cNvSpPr txBox="1"/>
          <p:nvPr/>
        </p:nvSpPr>
        <p:spPr>
          <a:xfrm>
            <a:off x="5144350" y="1901220"/>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(33)</a:t>
            </a:r>
            <a:endParaRPr sz="1050">
              <a:latin typeface="Arial"/>
              <a:ea typeface="Arial"/>
              <a:cs typeface="Arial"/>
              <a:sym typeface="Arial"/>
            </a:endParaRPr>
          </a:p>
        </p:txBody>
      </p:sp>
      <p:sp>
        <p:nvSpPr>
          <p:cNvPr id="1754" name="Google Shape;1754;p92"/>
          <p:cNvSpPr txBox="1"/>
          <p:nvPr/>
        </p:nvSpPr>
        <p:spPr>
          <a:xfrm>
            <a:off x="347294" y="2291186"/>
            <a:ext cx="128079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F1 Score for class </a:t>
            </a:r>
            <a:r>
              <a:rPr lang="en-US" sz="1050" i="1">
                <a:solidFill>
                  <a:srgbClr val="1B1472"/>
                </a:solidFill>
                <a:latin typeface="Arial"/>
                <a:ea typeface="Arial"/>
                <a:cs typeface="Arial"/>
                <a:sym typeface="Arial"/>
              </a:rPr>
              <a:t>k </a:t>
            </a:r>
            <a:r>
              <a:rPr lang="en-US" sz="1050">
                <a:solidFill>
                  <a:srgbClr val="1B1472"/>
                </a:solidFill>
                <a:latin typeface="Arial"/>
                <a:ea typeface="Arial"/>
                <a:cs typeface="Arial"/>
                <a:sym typeface="Arial"/>
              </a:rPr>
              <a:t>:</a:t>
            </a:r>
            <a:endParaRPr sz="1050">
              <a:latin typeface="Arial"/>
              <a:ea typeface="Arial"/>
              <a:cs typeface="Arial"/>
              <a:sym typeface="Arial"/>
            </a:endParaRPr>
          </a:p>
        </p:txBody>
      </p:sp>
      <p:sp>
        <p:nvSpPr>
          <p:cNvPr id="1755" name="Google Shape;1755;p92"/>
          <p:cNvSpPr txBox="1"/>
          <p:nvPr/>
        </p:nvSpPr>
        <p:spPr>
          <a:xfrm>
            <a:off x="1916036" y="2657213"/>
            <a:ext cx="20256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F </a:t>
            </a:r>
            <a:r>
              <a:rPr lang="en-US" sz="1050">
                <a:latin typeface="Arial"/>
                <a:ea typeface="Arial"/>
                <a:cs typeface="Arial"/>
                <a:sym typeface="Arial"/>
              </a:rPr>
              <a:t>1</a:t>
            </a:r>
            <a:endParaRPr sz="1050">
              <a:latin typeface="Arial"/>
              <a:ea typeface="Arial"/>
              <a:cs typeface="Arial"/>
              <a:sym typeface="Arial"/>
            </a:endParaRPr>
          </a:p>
        </p:txBody>
      </p:sp>
      <p:sp>
        <p:nvSpPr>
          <p:cNvPr id="1756" name="Google Shape;1756;p92"/>
          <p:cNvSpPr txBox="1"/>
          <p:nvPr/>
        </p:nvSpPr>
        <p:spPr>
          <a:xfrm>
            <a:off x="2092579" y="2725533"/>
            <a:ext cx="7112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i="1">
                <a:latin typeface="Arial"/>
                <a:ea typeface="Arial"/>
                <a:cs typeface="Arial"/>
                <a:sym typeface="Arial"/>
              </a:rPr>
              <a:t>k</a:t>
            </a:r>
            <a:endParaRPr sz="700">
              <a:latin typeface="Arial"/>
              <a:ea typeface="Arial"/>
              <a:cs typeface="Arial"/>
              <a:sym typeface="Arial"/>
            </a:endParaRPr>
          </a:p>
        </p:txBody>
      </p:sp>
      <p:sp>
        <p:nvSpPr>
          <p:cNvPr id="1757" name="Google Shape;1757;p92"/>
          <p:cNvSpPr txBox="1"/>
          <p:nvPr/>
        </p:nvSpPr>
        <p:spPr>
          <a:xfrm>
            <a:off x="2170341" y="2539311"/>
            <a:ext cx="1668780"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800" baseline="-25000">
                <a:latin typeface="Tahoma"/>
                <a:ea typeface="Tahoma"/>
                <a:cs typeface="Tahoma"/>
                <a:sym typeface="Tahoma"/>
              </a:rPr>
              <a:t>= </a:t>
            </a:r>
            <a:r>
              <a:rPr lang="en-US" sz="1575" baseline="-25000">
                <a:latin typeface="Arial"/>
                <a:ea typeface="Arial"/>
                <a:cs typeface="Arial"/>
                <a:sym typeface="Arial"/>
              </a:rPr>
              <a:t>2 </a:t>
            </a:r>
            <a:r>
              <a:rPr lang="en-US" sz="1800" baseline="-25000">
                <a:latin typeface="Lucida Sans"/>
                <a:ea typeface="Lucida Sans"/>
                <a:cs typeface="Lucida Sans"/>
                <a:sym typeface="Lucida Sans"/>
              </a:rPr>
              <a:t>· </a:t>
            </a:r>
            <a:r>
              <a:rPr lang="en-US" sz="1050" u="sng">
                <a:latin typeface="Arial"/>
                <a:ea typeface="Arial"/>
                <a:cs typeface="Arial"/>
                <a:sym typeface="Arial"/>
              </a:rPr>
              <a:t>Precision</a:t>
            </a:r>
            <a:r>
              <a:rPr lang="en-US" sz="1050" i="1" u="sng" baseline="-25000">
                <a:latin typeface="Arial"/>
                <a:ea typeface="Arial"/>
                <a:cs typeface="Arial"/>
                <a:sym typeface="Arial"/>
              </a:rPr>
              <a:t>k </a:t>
            </a:r>
            <a:r>
              <a:rPr lang="en-US" sz="1200" u="sng">
                <a:latin typeface="Lucida Sans"/>
                <a:ea typeface="Lucida Sans"/>
                <a:cs typeface="Lucida Sans"/>
                <a:sym typeface="Lucida Sans"/>
              </a:rPr>
              <a:t>× </a:t>
            </a:r>
            <a:r>
              <a:rPr lang="en-US" sz="1050" u="sng">
                <a:latin typeface="Arial"/>
                <a:ea typeface="Arial"/>
                <a:cs typeface="Arial"/>
                <a:sym typeface="Arial"/>
              </a:rPr>
              <a:t>Recall</a:t>
            </a:r>
            <a:r>
              <a:rPr lang="en-US" sz="1050" i="1" u="sng" baseline="-25000">
                <a:latin typeface="Arial"/>
                <a:ea typeface="Arial"/>
                <a:cs typeface="Arial"/>
                <a:sym typeface="Arial"/>
              </a:rPr>
              <a:t>k</a:t>
            </a:r>
            <a:endParaRPr sz="1050" baseline="-25000">
              <a:latin typeface="Arial"/>
              <a:ea typeface="Arial"/>
              <a:cs typeface="Arial"/>
              <a:sym typeface="Arial"/>
            </a:endParaRPr>
          </a:p>
        </p:txBody>
      </p:sp>
      <p:sp>
        <p:nvSpPr>
          <p:cNvPr id="1758" name="Google Shape;1758;p92"/>
          <p:cNvSpPr txBox="1"/>
          <p:nvPr/>
        </p:nvSpPr>
        <p:spPr>
          <a:xfrm>
            <a:off x="2530182" y="2746169"/>
            <a:ext cx="1307465" cy="207645"/>
          </a:xfrm>
          <a:prstGeom prst="rect">
            <a:avLst/>
          </a:prstGeom>
          <a:noFill/>
          <a:ln>
            <a:noFill/>
          </a:ln>
        </p:spPr>
        <p:txBody>
          <a:bodyPr spcFirstLastPara="1" wrap="square" lIns="0" tIns="12050" rIns="0" bIns="0" anchor="t" anchorCtr="0">
            <a:spAutoFit/>
          </a:bodyPr>
          <a:lstStyle/>
          <a:p>
            <a:pPr marL="38100" lvl="0" indent="0" algn="l" rtl="0">
              <a:lnSpc>
                <a:spcPct val="100000"/>
              </a:lnSpc>
              <a:spcBef>
                <a:spcPts val="0"/>
              </a:spcBef>
              <a:spcAft>
                <a:spcPts val="0"/>
              </a:spcAft>
              <a:buNone/>
            </a:pPr>
            <a:r>
              <a:rPr lang="en-US" sz="1050">
                <a:latin typeface="Arial"/>
                <a:ea typeface="Arial"/>
                <a:cs typeface="Arial"/>
                <a:sym typeface="Arial"/>
              </a:rPr>
              <a:t>Precision</a:t>
            </a:r>
            <a:r>
              <a:rPr lang="en-US" sz="1050" i="1" baseline="-25000">
                <a:latin typeface="Arial"/>
                <a:ea typeface="Arial"/>
                <a:cs typeface="Arial"/>
                <a:sym typeface="Arial"/>
              </a:rPr>
              <a:t>k </a:t>
            </a:r>
            <a:r>
              <a:rPr lang="en-US" sz="1200">
                <a:latin typeface="Tahoma"/>
                <a:ea typeface="Tahoma"/>
                <a:cs typeface="Tahoma"/>
                <a:sym typeface="Tahoma"/>
              </a:rPr>
              <a:t>+ </a:t>
            </a:r>
            <a:r>
              <a:rPr lang="en-US" sz="1050">
                <a:latin typeface="Arial"/>
                <a:ea typeface="Arial"/>
                <a:cs typeface="Arial"/>
                <a:sym typeface="Arial"/>
              </a:rPr>
              <a:t>Recall</a:t>
            </a:r>
            <a:r>
              <a:rPr lang="en-US" sz="1050" i="1" baseline="-25000">
                <a:latin typeface="Arial"/>
                <a:ea typeface="Arial"/>
                <a:cs typeface="Arial"/>
                <a:sym typeface="Arial"/>
              </a:rPr>
              <a:t>k</a:t>
            </a:r>
            <a:endParaRPr sz="1050" baseline="-25000">
              <a:latin typeface="Arial"/>
              <a:ea typeface="Arial"/>
              <a:cs typeface="Arial"/>
              <a:sym typeface="Arial"/>
            </a:endParaRPr>
          </a:p>
        </p:txBody>
      </p:sp>
      <p:sp>
        <p:nvSpPr>
          <p:cNvPr id="1759" name="Google Shape;1759;p92"/>
          <p:cNvSpPr txBox="1"/>
          <p:nvPr/>
        </p:nvSpPr>
        <p:spPr>
          <a:xfrm>
            <a:off x="5144350" y="2657213"/>
            <a:ext cx="268605" cy="189865"/>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050">
                <a:latin typeface="Arial"/>
                <a:ea typeface="Arial"/>
                <a:cs typeface="Arial"/>
                <a:sym typeface="Arial"/>
              </a:rPr>
              <a:t>(34)</a:t>
            </a:r>
            <a:endParaRPr sz="1050">
              <a:latin typeface="Arial"/>
              <a:ea typeface="Arial"/>
              <a:cs typeface="Arial"/>
              <a:sym typeface="Arial"/>
            </a:endParaRPr>
          </a:p>
        </p:txBody>
      </p:sp>
      <p:grpSp>
        <p:nvGrpSpPr>
          <p:cNvPr id="1760" name="Google Shape;1760;p92"/>
          <p:cNvGrpSpPr/>
          <p:nvPr/>
        </p:nvGrpSpPr>
        <p:grpSpPr>
          <a:xfrm>
            <a:off x="0" y="3141936"/>
            <a:ext cx="5760262" cy="92075"/>
            <a:chOff x="0" y="3141936"/>
            <a:chExt cx="5760262" cy="92075"/>
          </a:xfrm>
        </p:grpSpPr>
        <p:sp>
          <p:nvSpPr>
            <p:cNvPr id="1761" name="Google Shape;1761;p9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62" name="Google Shape;1762;p9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63" name="Google Shape;1763;p9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64" name="Google Shape;1764;p9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65" name="Google Shape;1765;p9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766" name="Google Shape;1766;p92"/>
          <p:cNvSpPr txBox="1">
            <a:spLocks noGrp="1"/>
          </p:cNvSpPr>
          <p:nvPr>
            <p:ph type="sldNum" idx="12"/>
          </p:nvPr>
        </p:nvSpPr>
        <p:spPr>
          <a:xfrm>
            <a:off x="4627902" y="3137675"/>
            <a:ext cx="516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65</a:t>
            </a:fld>
            <a:r>
              <a:rPr lang="en-US"/>
              <a:t> / 100</a:t>
            </a:r>
            <a:endParaRPr/>
          </a:p>
        </p:txBody>
      </p:sp>
    </p:spTree>
  </p:cSld>
  <p:clrMapOvr>
    <a:masterClrMapping/>
  </p:clrMapOvr>
  <p:transition>
    <p:fade thruBlk="1"/>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770"/>
        <p:cNvGrpSpPr/>
        <p:nvPr/>
      </p:nvGrpSpPr>
      <p:grpSpPr>
        <a:xfrm>
          <a:off x="0" y="0"/>
          <a:ext cx="0" cy="0"/>
          <a:chOff x="0" y="0"/>
          <a:chExt cx="0" cy="0"/>
        </a:xfrm>
      </p:grpSpPr>
      <p:sp>
        <p:nvSpPr>
          <p:cNvPr id="1771" name="Google Shape;1771;p93"/>
          <p:cNvSpPr txBox="1">
            <a:spLocks noGrp="1"/>
          </p:cNvSpPr>
          <p:nvPr>
            <p:ph type="title"/>
          </p:nvPr>
        </p:nvSpPr>
        <p:spPr>
          <a:xfrm>
            <a:off x="95300" y="109545"/>
            <a:ext cx="245173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A</a:t>
            </a:r>
            <a:r>
              <a:rPr lang="en-US" cap="small">
                <a:solidFill>
                  <a:srgbClr val="FFFFFF"/>
                </a:solidFill>
              </a:rPr>
              <a:t>veraging</a:t>
            </a:r>
            <a:r>
              <a:rPr lang="en-US">
                <a:solidFill>
                  <a:srgbClr val="FFFFFF"/>
                </a:solidFill>
              </a:rPr>
              <a:t>  S</a:t>
            </a:r>
            <a:r>
              <a:rPr lang="en-US" cap="small">
                <a:solidFill>
                  <a:srgbClr val="FFFFFF"/>
                </a:solidFill>
              </a:rPr>
              <a:t>trategies</a:t>
            </a:r>
            <a:endParaRPr/>
          </a:p>
        </p:txBody>
      </p:sp>
      <p:grpSp>
        <p:nvGrpSpPr>
          <p:cNvPr id="1772" name="Google Shape;1772;p93"/>
          <p:cNvGrpSpPr/>
          <p:nvPr/>
        </p:nvGrpSpPr>
        <p:grpSpPr>
          <a:xfrm>
            <a:off x="0" y="3141936"/>
            <a:ext cx="5760262" cy="92075"/>
            <a:chOff x="0" y="3141936"/>
            <a:chExt cx="5760262" cy="92075"/>
          </a:xfrm>
        </p:grpSpPr>
        <p:sp>
          <p:nvSpPr>
            <p:cNvPr id="1773" name="Google Shape;1773;p9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74" name="Google Shape;1774;p9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75" name="Google Shape;1775;p9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76" name="Google Shape;1776;p9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77" name="Google Shape;1777;p9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778" name="Google Shape;1778;p93"/>
          <p:cNvSpPr txBox="1">
            <a:spLocks noGrp="1"/>
          </p:cNvSpPr>
          <p:nvPr>
            <p:ph type="sldNum" idx="12"/>
          </p:nvPr>
        </p:nvSpPr>
        <p:spPr>
          <a:xfrm>
            <a:off x="4627895" y="3137672"/>
            <a:ext cx="360045" cy="1016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66</a:t>
            </a:fld>
            <a:r>
              <a:rPr lang="en-US"/>
              <a:t> / 100</a:t>
            </a:r>
            <a:endParaRPr/>
          </a:p>
        </p:txBody>
      </p:sp>
      <p:pic>
        <p:nvPicPr>
          <p:cNvPr id="1779" name="Google Shape;1779;p93"/>
          <p:cNvPicPr preferRelativeResize="0"/>
          <p:nvPr/>
        </p:nvPicPr>
        <p:blipFill>
          <a:blip r:embed="rId4">
            <a:alphaModFix/>
          </a:blip>
          <a:stretch>
            <a:fillRect/>
          </a:stretch>
        </p:blipFill>
        <p:spPr>
          <a:xfrm>
            <a:off x="152400" y="508775"/>
            <a:ext cx="5260549" cy="2594650"/>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5FC2A7F9-9D6C-9FE9-8004-DA17CD061E79}"/>
                  </a:ext>
                </a:extLst>
              </p14:cNvPr>
              <p14:cNvContentPartPr/>
              <p14:nvPr/>
            </p14:nvContentPartPr>
            <p14:xfrm>
              <a:off x="2408760" y="705960"/>
              <a:ext cx="1091520" cy="2193120"/>
            </p14:xfrm>
          </p:contentPart>
        </mc:Choice>
        <mc:Fallback>
          <p:pic>
            <p:nvPicPr>
              <p:cNvPr id="2" name="Ink 1">
                <a:extLst>
                  <a:ext uri="{FF2B5EF4-FFF2-40B4-BE49-F238E27FC236}">
                    <a16:creationId xmlns:a16="http://schemas.microsoft.com/office/drawing/2014/main" id="{5FC2A7F9-9D6C-9FE9-8004-DA17CD061E79}"/>
                  </a:ext>
                </a:extLst>
              </p:cNvPr>
              <p:cNvPicPr/>
              <p:nvPr/>
            </p:nvPicPr>
            <p:blipFill>
              <a:blip r:embed="rId6"/>
              <a:stretch>
                <a:fillRect/>
              </a:stretch>
            </p:blipFill>
            <p:spPr>
              <a:xfrm>
                <a:off x="2399400" y="696600"/>
                <a:ext cx="1110240" cy="2211840"/>
              </a:xfrm>
              <a:prstGeom prst="rect">
                <a:avLst/>
              </a:prstGeom>
            </p:spPr>
          </p:pic>
        </mc:Fallback>
      </mc:AlternateContent>
    </p:spTree>
  </p:cSld>
  <p:clrMapOvr>
    <a:masterClrMapping/>
  </p:clrMapOvr>
  <p:transition>
    <p:fade thruBlk="1"/>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783"/>
        <p:cNvGrpSpPr/>
        <p:nvPr/>
      </p:nvGrpSpPr>
      <p:grpSpPr>
        <a:xfrm>
          <a:off x="0" y="0"/>
          <a:ext cx="0" cy="0"/>
          <a:chOff x="0" y="0"/>
          <a:chExt cx="0" cy="0"/>
        </a:xfrm>
      </p:grpSpPr>
      <p:sp>
        <p:nvSpPr>
          <p:cNvPr id="1784" name="Google Shape;1784;p94"/>
          <p:cNvSpPr txBox="1">
            <a:spLocks noGrp="1"/>
          </p:cNvSpPr>
          <p:nvPr>
            <p:ph type="title"/>
          </p:nvPr>
        </p:nvSpPr>
        <p:spPr>
          <a:xfrm>
            <a:off x="95300" y="109545"/>
            <a:ext cx="189611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op</a:t>
            </a:r>
            <a:r>
              <a:rPr lang="en-US">
                <a:solidFill>
                  <a:srgbClr val="FFFFFF"/>
                </a:solidFill>
              </a:rPr>
              <a:t>-K A</a:t>
            </a:r>
            <a:r>
              <a:rPr lang="en-US" cap="small">
                <a:solidFill>
                  <a:srgbClr val="FFFFFF"/>
                </a:solidFill>
              </a:rPr>
              <a:t>ccuracy</a:t>
            </a:r>
            <a:endParaRPr/>
          </a:p>
        </p:txBody>
      </p:sp>
      <p:sp>
        <p:nvSpPr>
          <p:cNvPr id="1785" name="Google Shape;1785;p94"/>
          <p:cNvSpPr txBox="1"/>
          <p:nvPr/>
        </p:nvSpPr>
        <p:spPr>
          <a:xfrm>
            <a:off x="347294" y="515368"/>
            <a:ext cx="4146000" cy="431700"/>
          </a:xfrm>
          <a:prstGeom prst="rect">
            <a:avLst/>
          </a:prstGeom>
          <a:noFill/>
          <a:ln>
            <a:noFill/>
          </a:ln>
        </p:spPr>
        <p:txBody>
          <a:bodyPr spcFirstLastPara="1" wrap="square" lIns="0" tIns="12050" rIns="0" bIns="0" anchor="t" anchorCtr="0">
            <a:spAutoFit/>
          </a:bodyPr>
          <a:lstStyle/>
          <a:p>
            <a:pPr marL="12700" marR="5080" lvl="0" indent="0" algn="l" rtl="0">
              <a:lnSpc>
                <a:spcPct val="159600"/>
              </a:lnSpc>
              <a:spcBef>
                <a:spcPts val="0"/>
              </a:spcBef>
              <a:spcAft>
                <a:spcPts val="0"/>
              </a:spcAft>
              <a:buNone/>
            </a:pPr>
            <a:r>
              <a:rPr lang="en-US" sz="1050">
                <a:solidFill>
                  <a:srgbClr val="EC2027"/>
                </a:solidFill>
                <a:latin typeface="Arial"/>
                <a:ea typeface="Arial"/>
                <a:cs typeface="Arial"/>
                <a:sym typeface="Arial"/>
              </a:rPr>
              <a:t>For problems with many classes (e.g., ImageNet with 1000 classes): </a:t>
            </a:r>
            <a:r>
              <a:rPr lang="en-US" sz="1050">
                <a:solidFill>
                  <a:srgbClr val="1B1472"/>
                </a:solidFill>
                <a:latin typeface="Arial"/>
                <a:ea typeface="Arial"/>
                <a:cs typeface="Arial"/>
                <a:sym typeface="Arial"/>
              </a:rPr>
              <a:t>Top-K Accuracy: </a:t>
            </a:r>
            <a:r>
              <a:rPr lang="en-US" sz="1050">
                <a:latin typeface="Arial"/>
                <a:ea typeface="Arial"/>
                <a:cs typeface="Arial"/>
                <a:sym typeface="Arial"/>
              </a:rPr>
              <a:t>Correct if true class is in top </a:t>
            </a:r>
            <a:r>
              <a:rPr lang="en-US" sz="1050" i="1">
                <a:latin typeface="Arial"/>
                <a:ea typeface="Arial"/>
                <a:cs typeface="Arial"/>
                <a:sym typeface="Arial"/>
              </a:rPr>
              <a:t>K </a:t>
            </a:r>
            <a:r>
              <a:rPr lang="en-US" sz="1050">
                <a:latin typeface="Arial"/>
                <a:ea typeface="Arial"/>
                <a:cs typeface="Arial"/>
                <a:sym typeface="Arial"/>
              </a:rPr>
              <a:t>predictions</a:t>
            </a:r>
            <a:endParaRPr sz="1050">
              <a:latin typeface="Arial"/>
              <a:ea typeface="Arial"/>
              <a:cs typeface="Arial"/>
              <a:sym typeface="Arial"/>
            </a:endParaRPr>
          </a:p>
        </p:txBody>
      </p:sp>
      <p:grpSp>
        <p:nvGrpSpPr>
          <p:cNvPr id="1786" name="Google Shape;1786;p94"/>
          <p:cNvGrpSpPr/>
          <p:nvPr/>
        </p:nvGrpSpPr>
        <p:grpSpPr>
          <a:xfrm>
            <a:off x="513702" y="1889721"/>
            <a:ext cx="69291" cy="1130707"/>
            <a:chOff x="513702" y="1889721"/>
            <a:chExt cx="69291" cy="1130707"/>
          </a:xfrm>
        </p:grpSpPr>
        <p:pic>
          <p:nvPicPr>
            <p:cNvPr id="1787" name="Google Shape;1787;p94"/>
            <p:cNvPicPr preferRelativeResize="0"/>
            <p:nvPr/>
          </p:nvPicPr>
          <p:blipFill rotWithShape="1">
            <a:blip r:embed="rId3">
              <a:alphaModFix/>
            </a:blip>
            <a:srcRect/>
            <a:stretch/>
          </p:blipFill>
          <p:spPr>
            <a:xfrm>
              <a:off x="513702" y="1889721"/>
              <a:ext cx="69291" cy="69291"/>
            </a:xfrm>
            <a:prstGeom prst="rect">
              <a:avLst/>
            </a:prstGeom>
            <a:noFill/>
            <a:ln>
              <a:noFill/>
            </a:ln>
          </p:spPr>
        </p:pic>
        <p:pic>
          <p:nvPicPr>
            <p:cNvPr id="1788" name="Google Shape;1788;p94"/>
            <p:cNvPicPr preferRelativeResize="0"/>
            <p:nvPr/>
          </p:nvPicPr>
          <p:blipFill rotWithShape="1">
            <a:blip r:embed="rId4">
              <a:alphaModFix/>
            </a:blip>
            <a:srcRect/>
            <a:stretch/>
          </p:blipFill>
          <p:spPr>
            <a:xfrm>
              <a:off x="513702" y="2101354"/>
              <a:ext cx="69291" cy="69291"/>
            </a:xfrm>
            <a:prstGeom prst="rect">
              <a:avLst/>
            </a:prstGeom>
            <a:noFill/>
            <a:ln>
              <a:noFill/>
            </a:ln>
          </p:spPr>
        </p:pic>
        <p:pic>
          <p:nvPicPr>
            <p:cNvPr id="1789" name="Google Shape;1789;p94"/>
            <p:cNvPicPr preferRelativeResize="0"/>
            <p:nvPr/>
          </p:nvPicPr>
          <p:blipFill rotWithShape="1">
            <a:blip r:embed="rId5">
              <a:alphaModFix/>
            </a:blip>
            <a:srcRect/>
            <a:stretch/>
          </p:blipFill>
          <p:spPr>
            <a:xfrm>
              <a:off x="513702" y="2527871"/>
              <a:ext cx="69291" cy="69291"/>
            </a:xfrm>
            <a:prstGeom prst="rect">
              <a:avLst/>
            </a:prstGeom>
            <a:noFill/>
            <a:ln>
              <a:noFill/>
            </a:ln>
          </p:spPr>
        </p:pic>
        <p:pic>
          <p:nvPicPr>
            <p:cNvPr id="1790" name="Google Shape;1790;p94"/>
            <p:cNvPicPr preferRelativeResize="0"/>
            <p:nvPr/>
          </p:nvPicPr>
          <p:blipFill rotWithShape="1">
            <a:blip r:embed="rId6">
              <a:alphaModFix/>
            </a:blip>
            <a:srcRect/>
            <a:stretch/>
          </p:blipFill>
          <p:spPr>
            <a:xfrm>
              <a:off x="513702" y="2739504"/>
              <a:ext cx="69291" cy="69291"/>
            </a:xfrm>
            <a:prstGeom prst="rect">
              <a:avLst/>
            </a:prstGeom>
            <a:noFill/>
            <a:ln>
              <a:noFill/>
            </a:ln>
          </p:spPr>
        </p:pic>
        <p:pic>
          <p:nvPicPr>
            <p:cNvPr id="1791" name="Google Shape;1791;p94"/>
            <p:cNvPicPr preferRelativeResize="0"/>
            <p:nvPr/>
          </p:nvPicPr>
          <p:blipFill rotWithShape="1">
            <a:blip r:embed="rId7">
              <a:alphaModFix/>
            </a:blip>
            <a:srcRect/>
            <a:stretch/>
          </p:blipFill>
          <p:spPr>
            <a:xfrm>
              <a:off x="513702" y="2951137"/>
              <a:ext cx="69291" cy="69291"/>
            </a:xfrm>
            <a:prstGeom prst="rect">
              <a:avLst/>
            </a:prstGeom>
            <a:noFill/>
            <a:ln>
              <a:noFill/>
            </a:ln>
          </p:spPr>
        </p:pic>
      </p:grpSp>
      <p:sp>
        <p:nvSpPr>
          <p:cNvPr id="1792" name="Google Shape;1792;p94"/>
          <p:cNvSpPr txBox="1"/>
          <p:nvPr/>
        </p:nvSpPr>
        <p:spPr>
          <a:xfrm>
            <a:off x="347294" y="1549652"/>
            <a:ext cx="4257040" cy="1513840"/>
          </a:xfrm>
          <a:prstGeom prst="rect">
            <a:avLst/>
          </a:prstGeom>
          <a:noFill/>
          <a:ln>
            <a:noFill/>
          </a:ln>
        </p:spPr>
        <p:txBody>
          <a:bodyPr spcFirstLastPara="1" wrap="square" lIns="0" tIns="65400" rIns="0" bIns="0" anchor="t" anchorCtr="0">
            <a:spAutoFit/>
          </a:bodyPr>
          <a:lstStyle/>
          <a:p>
            <a:pPr marL="12700" lvl="0" indent="0" algn="l" rtl="0">
              <a:lnSpc>
                <a:spcPct val="100000"/>
              </a:lnSpc>
              <a:spcBef>
                <a:spcPts val="0"/>
              </a:spcBef>
              <a:spcAft>
                <a:spcPts val="0"/>
              </a:spcAft>
              <a:buNone/>
            </a:pPr>
            <a:r>
              <a:rPr lang="en-US" sz="1050">
                <a:solidFill>
                  <a:srgbClr val="1B1472"/>
                </a:solidFill>
                <a:latin typeface="Arial"/>
                <a:ea typeface="Arial"/>
                <a:cs typeface="Arial"/>
                <a:sym typeface="Arial"/>
              </a:rPr>
              <a:t>Example: </a:t>
            </a:r>
            <a:r>
              <a:rPr lang="en-US" sz="1050">
                <a:latin typeface="Arial"/>
                <a:ea typeface="Arial"/>
                <a:cs typeface="Arial"/>
                <a:sym typeface="Arial"/>
              </a:rPr>
              <a:t>Image classification with 1000 classes</a:t>
            </a:r>
            <a:endParaRPr sz="1050">
              <a:latin typeface="Arial"/>
              <a:ea typeface="Arial"/>
              <a:cs typeface="Arial"/>
              <a:sym typeface="Arial"/>
            </a:endParaRPr>
          </a:p>
          <a:p>
            <a:pPr marL="309880" marR="481965" lvl="0" indent="0" algn="l" rtl="0">
              <a:lnSpc>
                <a:spcPct val="132300"/>
              </a:lnSpc>
              <a:spcBef>
                <a:spcPts val="10"/>
              </a:spcBef>
              <a:spcAft>
                <a:spcPts val="0"/>
              </a:spcAft>
              <a:buNone/>
            </a:pPr>
            <a:r>
              <a:rPr lang="en-US" sz="1050">
                <a:latin typeface="Arial"/>
                <a:ea typeface="Arial"/>
                <a:cs typeface="Arial"/>
                <a:sym typeface="Arial"/>
              </a:rPr>
              <a:t>Top-1 accuracy: Is the highest probability class correct? Top-5 accuracy: Is the true class in the top 5 predictions?</a:t>
            </a:r>
            <a:endParaRPr sz="1050">
              <a:latin typeface="Arial"/>
              <a:ea typeface="Arial"/>
              <a:cs typeface="Arial"/>
              <a:sym typeface="Arial"/>
            </a:endParaRPr>
          </a:p>
          <a:p>
            <a:pPr marL="12700" lvl="0" indent="0" algn="l" rtl="0">
              <a:lnSpc>
                <a:spcPct val="100000"/>
              </a:lnSpc>
              <a:spcBef>
                <a:spcPts val="420"/>
              </a:spcBef>
              <a:spcAft>
                <a:spcPts val="0"/>
              </a:spcAft>
              <a:buNone/>
            </a:pPr>
            <a:r>
              <a:rPr lang="en-US" sz="1050">
                <a:solidFill>
                  <a:srgbClr val="1B1472"/>
                </a:solidFill>
                <a:latin typeface="Arial"/>
                <a:ea typeface="Arial"/>
                <a:cs typeface="Arial"/>
                <a:sym typeface="Arial"/>
              </a:rPr>
              <a:t>Why useful?</a:t>
            </a:r>
            <a:endParaRPr sz="1050">
              <a:latin typeface="Arial"/>
              <a:ea typeface="Arial"/>
              <a:cs typeface="Arial"/>
              <a:sym typeface="Arial"/>
            </a:endParaRPr>
          </a:p>
          <a:p>
            <a:pPr marL="309880" lvl="0" indent="0" algn="l" rtl="0">
              <a:lnSpc>
                <a:spcPct val="100000"/>
              </a:lnSpc>
              <a:spcBef>
                <a:spcPts val="420"/>
              </a:spcBef>
              <a:spcAft>
                <a:spcPts val="0"/>
              </a:spcAft>
              <a:buNone/>
            </a:pPr>
            <a:r>
              <a:rPr lang="en-US" sz="1050">
                <a:latin typeface="Arial"/>
                <a:ea typeface="Arial"/>
                <a:cs typeface="Arial"/>
                <a:sym typeface="Arial"/>
              </a:rPr>
              <a:t>More forgiving metric for large </a:t>
            </a:r>
            <a:r>
              <a:rPr lang="en-US" sz="1050" i="1">
                <a:latin typeface="Arial"/>
                <a:ea typeface="Arial"/>
                <a:cs typeface="Arial"/>
                <a:sym typeface="Arial"/>
              </a:rPr>
              <a:t>K</a:t>
            </a:r>
            <a:endParaRPr sz="1050">
              <a:latin typeface="Arial"/>
              <a:ea typeface="Arial"/>
              <a:cs typeface="Arial"/>
              <a:sym typeface="Arial"/>
            </a:endParaRPr>
          </a:p>
          <a:p>
            <a:pPr marL="309880" marR="5080" lvl="0" indent="0" algn="l" rtl="0">
              <a:lnSpc>
                <a:spcPct val="132300"/>
              </a:lnSpc>
              <a:spcBef>
                <a:spcPts val="0"/>
              </a:spcBef>
              <a:spcAft>
                <a:spcPts val="0"/>
              </a:spcAft>
              <a:buNone/>
            </a:pPr>
            <a:r>
              <a:rPr lang="en-US" sz="1050">
                <a:latin typeface="Arial"/>
                <a:ea typeface="Arial"/>
                <a:cs typeface="Arial"/>
                <a:sym typeface="Arial"/>
              </a:rPr>
              <a:t>Captures whether model has correct class among top candidates Standard in ImageNet challenge</a:t>
            </a:r>
            <a:endParaRPr sz="1050">
              <a:latin typeface="Arial"/>
              <a:ea typeface="Arial"/>
              <a:cs typeface="Arial"/>
              <a:sym typeface="Arial"/>
            </a:endParaRPr>
          </a:p>
        </p:txBody>
      </p:sp>
      <p:grpSp>
        <p:nvGrpSpPr>
          <p:cNvPr id="1793" name="Google Shape;1793;p94"/>
          <p:cNvGrpSpPr/>
          <p:nvPr/>
        </p:nvGrpSpPr>
        <p:grpSpPr>
          <a:xfrm>
            <a:off x="0" y="3141936"/>
            <a:ext cx="5760262" cy="92075"/>
            <a:chOff x="0" y="3141936"/>
            <a:chExt cx="5760262" cy="92075"/>
          </a:xfrm>
        </p:grpSpPr>
        <p:sp>
          <p:nvSpPr>
            <p:cNvPr id="1794" name="Google Shape;1794;p9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95" name="Google Shape;1795;p9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796" name="Google Shape;1796;p9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797" name="Google Shape;1797;p9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798" name="Google Shape;1798;p9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8"/>
              </a:rPr>
              <a:t>D</a:t>
            </a:r>
            <a:r>
              <a:rPr lang="en-US" sz="600" u="sng" cap="small">
                <a:solidFill>
                  <a:schemeClr val="hlink"/>
                </a:solidFill>
                <a:latin typeface="Bookman Old Style"/>
                <a:ea typeface="Bookman Old Style"/>
                <a:cs typeface="Bookman Old Style"/>
                <a:sym typeface="Bookman Old Style"/>
                <a:hlinkClick r:id="rId8"/>
              </a:rPr>
              <a:t>eep</a:t>
            </a:r>
            <a:r>
              <a:rPr lang="en-US" sz="600" u="sng">
                <a:solidFill>
                  <a:schemeClr val="hlink"/>
                </a:solidFill>
                <a:latin typeface="Bookman Old Style"/>
                <a:ea typeface="Bookman Old Style"/>
                <a:cs typeface="Bookman Old Style"/>
                <a:sym typeface="Bookman Old Style"/>
                <a:hlinkClick r:id="rId8"/>
              </a:rPr>
              <a:t> L</a:t>
            </a:r>
            <a:r>
              <a:rPr lang="en-US" sz="600" u="sng" cap="small">
                <a:solidFill>
                  <a:schemeClr val="hlink"/>
                </a:solidFill>
                <a:latin typeface="Bookman Old Style"/>
                <a:ea typeface="Bookman Old Style"/>
                <a:cs typeface="Bookman Old Style"/>
                <a:sym typeface="Bookman Old Style"/>
                <a:hlinkClick r:id="rId8"/>
              </a:rPr>
              <a:t>earning</a:t>
            </a:r>
            <a:endParaRPr sz="600">
              <a:latin typeface="Bookman Old Style"/>
              <a:ea typeface="Bookman Old Style"/>
              <a:cs typeface="Bookman Old Style"/>
              <a:sym typeface="Bookman Old Style"/>
            </a:endParaRPr>
          </a:p>
        </p:txBody>
      </p:sp>
      <p:sp>
        <p:nvSpPr>
          <p:cNvPr id="1799" name="Google Shape;1799;p94"/>
          <p:cNvSpPr txBox="1">
            <a:spLocks noGrp="1"/>
          </p:cNvSpPr>
          <p:nvPr>
            <p:ph type="sldNum" idx="12"/>
          </p:nvPr>
        </p:nvSpPr>
        <p:spPr>
          <a:xfrm>
            <a:off x="4627901" y="3137675"/>
            <a:ext cx="456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67</a:t>
            </a:fld>
            <a:r>
              <a:rPr lang="en-US"/>
              <a:t> / 100</a:t>
            </a:r>
            <a:endParaRPr/>
          </a:p>
        </p:txBody>
      </p:sp>
      <p:pic>
        <p:nvPicPr>
          <p:cNvPr id="1800" name="Google Shape;1800;p94"/>
          <p:cNvPicPr preferRelativeResize="0"/>
          <p:nvPr/>
        </p:nvPicPr>
        <p:blipFill>
          <a:blip r:embed="rId9">
            <a:alphaModFix/>
          </a:blip>
          <a:stretch>
            <a:fillRect/>
          </a:stretch>
        </p:blipFill>
        <p:spPr>
          <a:xfrm>
            <a:off x="227700" y="994375"/>
            <a:ext cx="5294224" cy="555275"/>
          </a:xfrm>
          <a:prstGeom prst="rect">
            <a:avLst/>
          </a:prstGeom>
          <a:noFill/>
          <a:ln>
            <a:noFill/>
          </a:ln>
        </p:spPr>
      </p:pic>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9D281240-155E-4142-804B-BD04E7D9B83E}"/>
                  </a:ext>
                </a:extLst>
              </p14:cNvPr>
              <p14:cNvContentPartPr/>
              <p14:nvPr/>
            </p14:nvContentPartPr>
            <p14:xfrm>
              <a:off x="941040" y="738720"/>
              <a:ext cx="2852640" cy="1266840"/>
            </p14:xfrm>
          </p:contentPart>
        </mc:Choice>
        <mc:Fallback>
          <p:pic>
            <p:nvPicPr>
              <p:cNvPr id="2" name="Ink 1">
                <a:extLst>
                  <a:ext uri="{FF2B5EF4-FFF2-40B4-BE49-F238E27FC236}">
                    <a16:creationId xmlns:a16="http://schemas.microsoft.com/office/drawing/2014/main" id="{9D281240-155E-4142-804B-BD04E7D9B83E}"/>
                  </a:ext>
                </a:extLst>
              </p:cNvPr>
              <p:cNvPicPr/>
              <p:nvPr/>
            </p:nvPicPr>
            <p:blipFill>
              <a:blip r:embed="rId11"/>
              <a:stretch>
                <a:fillRect/>
              </a:stretch>
            </p:blipFill>
            <p:spPr>
              <a:xfrm>
                <a:off x="931680" y="729360"/>
                <a:ext cx="2871360" cy="1285560"/>
              </a:xfrm>
              <a:prstGeom prst="rect">
                <a:avLst/>
              </a:prstGeom>
            </p:spPr>
          </p:pic>
        </mc:Fallback>
      </mc:AlternateContent>
    </p:spTree>
  </p:cSld>
  <p:clrMapOvr>
    <a:masterClrMapping/>
  </p:clrMapOvr>
  <p:transition>
    <p:fade thruBlk="1"/>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804"/>
        <p:cNvGrpSpPr/>
        <p:nvPr/>
      </p:nvGrpSpPr>
      <p:grpSpPr>
        <a:xfrm>
          <a:off x="0" y="0"/>
          <a:ext cx="0" cy="0"/>
          <a:chOff x="0" y="0"/>
          <a:chExt cx="0" cy="0"/>
        </a:xfrm>
      </p:grpSpPr>
      <p:sp>
        <p:nvSpPr>
          <p:cNvPr id="1805" name="Google Shape;1805;p9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S</a:t>
            </a:r>
            <a:r>
              <a:rPr lang="en-US" cap="small">
                <a:solidFill>
                  <a:srgbClr val="FFFFFF"/>
                </a:solidFill>
              </a:rPr>
              <a:t>ummary</a:t>
            </a:r>
            <a:r>
              <a:rPr lang="en-US">
                <a:solidFill>
                  <a:srgbClr val="FFFFFF"/>
                </a:solidFill>
              </a:rPr>
              <a:t>:  M</a:t>
            </a:r>
            <a:r>
              <a:rPr lang="en-US" cap="small">
                <a:solidFill>
                  <a:srgbClr val="FFFFFF"/>
                </a:solidFill>
              </a:rPr>
              <a:t>ulticlass</a:t>
            </a:r>
            <a:r>
              <a:rPr lang="en-US">
                <a:solidFill>
                  <a:srgbClr val="FFFFFF"/>
                </a:solidFill>
              </a:rPr>
              <a:t> C</a:t>
            </a:r>
            <a:r>
              <a:rPr lang="en-US" cap="small">
                <a:solidFill>
                  <a:srgbClr val="FFFFFF"/>
                </a:solidFill>
              </a:rPr>
              <a:t>lassification</a:t>
            </a:r>
            <a:endParaRPr/>
          </a:p>
        </p:txBody>
      </p:sp>
      <p:grpSp>
        <p:nvGrpSpPr>
          <p:cNvPr id="1806" name="Google Shape;1806;p95"/>
          <p:cNvGrpSpPr/>
          <p:nvPr/>
        </p:nvGrpSpPr>
        <p:grpSpPr>
          <a:xfrm>
            <a:off x="0" y="3141936"/>
            <a:ext cx="5760262" cy="92075"/>
            <a:chOff x="0" y="3141936"/>
            <a:chExt cx="5760262" cy="92075"/>
          </a:xfrm>
        </p:grpSpPr>
        <p:sp>
          <p:nvSpPr>
            <p:cNvPr id="1807" name="Google Shape;1807;p95"/>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08" name="Google Shape;1808;p95"/>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09" name="Google Shape;1809;p95"/>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10" name="Google Shape;1810;p9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811" name="Google Shape;1811;p9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812" name="Google Shape;1812;p95"/>
          <p:cNvSpPr txBox="1">
            <a:spLocks noGrp="1"/>
          </p:cNvSpPr>
          <p:nvPr>
            <p:ph type="sldNum" idx="12"/>
          </p:nvPr>
        </p:nvSpPr>
        <p:spPr>
          <a:xfrm>
            <a:off x="4627902" y="3137675"/>
            <a:ext cx="4851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68</a:t>
            </a:fld>
            <a:r>
              <a:rPr lang="en-US"/>
              <a:t> / 100</a:t>
            </a:r>
            <a:endParaRPr/>
          </a:p>
        </p:txBody>
      </p:sp>
      <p:pic>
        <p:nvPicPr>
          <p:cNvPr id="1813" name="Google Shape;1813;p95"/>
          <p:cNvPicPr preferRelativeResize="0"/>
          <p:nvPr/>
        </p:nvPicPr>
        <p:blipFill>
          <a:blip r:embed="rId4">
            <a:alphaModFix/>
          </a:blip>
          <a:stretch>
            <a:fillRect/>
          </a:stretch>
        </p:blipFill>
        <p:spPr>
          <a:xfrm>
            <a:off x="528299" y="460525"/>
            <a:ext cx="4490174" cy="2618701"/>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FE73F02-7E11-1DAE-7AFC-D6DB56AE727F}"/>
                  </a:ext>
                </a:extLst>
              </p14:cNvPr>
              <p14:cNvContentPartPr/>
              <p14:nvPr/>
            </p14:nvContentPartPr>
            <p14:xfrm>
              <a:off x="2226600" y="495360"/>
              <a:ext cx="3238920" cy="1805040"/>
            </p14:xfrm>
          </p:contentPart>
        </mc:Choice>
        <mc:Fallback>
          <p:pic>
            <p:nvPicPr>
              <p:cNvPr id="2" name="Ink 1">
                <a:extLst>
                  <a:ext uri="{FF2B5EF4-FFF2-40B4-BE49-F238E27FC236}">
                    <a16:creationId xmlns:a16="http://schemas.microsoft.com/office/drawing/2014/main" id="{0FE73F02-7E11-1DAE-7AFC-D6DB56AE727F}"/>
                  </a:ext>
                </a:extLst>
              </p:cNvPr>
              <p:cNvPicPr/>
              <p:nvPr/>
            </p:nvPicPr>
            <p:blipFill>
              <a:blip r:embed="rId6"/>
              <a:stretch>
                <a:fillRect/>
              </a:stretch>
            </p:blipFill>
            <p:spPr>
              <a:xfrm>
                <a:off x="2217240" y="486000"/>
                <a:ext cx="3257640" cy="1823760"/>
              </a:xfrm>
              <a:prstGeom prst="rect">
                <a:avLst/>
              </a:prstGeom>
            </p:spPr>
          </p:pic>
        </mc:Fallback>
      </mc:AlternateContent>
    </p:spTree>
  </p:cSld>
  <p:clrMapOvr>
    <a:masterClrMapping/>
  </p:clrMapOvr>
  <p:transition>
    <p:fade thruBlk="1"/>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817"/>
        <p:cNvGrpSpPr/>
        <p:nvPr/>
      </p:nvGrpSpPr>
      <p:grpSpPr>
        <a:xfrm>
          <a:off x="0" y="0"/>
          <a:ext cx="0" cy="0"/>
          <a:chOff x="0" y="0"/>
          <a:chExt cx="0" cy="0"/>
        </a:xfrm>
      </p:grpSpPr>
      <p:sp>
        <p:nvSpPr>
          <p:cNvPr id="1818" name="Google Shape;1818;p96"/>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819" name="Google Shape;1819;p96"/>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820" name="Google Shape;1820;p96"/>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821" name="Google Shape;1821;p96"/>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822" name="Google Shape;1822;p96"/>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823" name="Google Shape;1823;p96"/>
          <p:cNvGrpSpPr/>
          <p:nvPr/>
        </p:nvGrpSpPr>
        <p:grpSpPr>
          <a:xfrm>
            <a:off x="343662" y="887310"/>
            <a:ext cx="302196" cy="873227"/>
            <a:chOff x="343662" y="887310"/>
            <a:chExt cx="302196" cy="873227"/>
          </a:xfrm>
        </p:grpSpPr>
        <p:pic>
          <p:nvPicPr>
            <p:cNvPr id="1824" name="Google Shape;1824;p96"/>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825" name="Google Shape;1825;p96"/>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826" name="Google Shape;1826;p96"/>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827" name="Google Shape;1827;p96"/>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828" name="Google Shape;1828;p96"/>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829" name="Google Shape;1829;p96"/>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830" name="Google Shape;1830;p96"/>
          <p:cNvGrpSpPr/>
          <p:nvPr/>
        </p:nvGrpSpPr>
        <p:grpSpPr>
          <a:xfrm>
            <a:off x="343662" y="1821865"/>
            <a:ext cx="302196" cy="1056691"/>
            <a:chOff x="343662" y="1821865"/>
            <a:chExt cx="302196" cy="1056691"/>
          </a:xfrm>
        </p:grpSpPr>
        <p:pic>
          <p:nvPicPr>
            <p:cNvPr id="1831" name="Google Shape;1831;p96"/>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832" name="Google Shape;1832;p96"/>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833" name="Google Shape;1833;p96"/>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834" name="Google Shape;1834;p96"/>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835" name="Google Shape;1835;p96"/>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836" name="Google Shape;1836;p96"/>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837" name="Google Shape;1837;p96"/>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838" name="Google Shape;1838;p96"/>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839" name="Google Shape;1839;p96"/>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840" name="Google Shape;1840;p96"/>
          <p:cNvSpPr txBox="1"/>
          <p:nvPr/>
        </p:nvSpPr>
        <p:spPr>
          <a:xfrm>
            <a:off x="563023" y="391150"/>
            <a:ext cx="49383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3333B2"/>
                </a:solidFill>
                <a:latin typeface="Bookman Old Style"/>
                <a:ea typeface="Bookman Old Style"/>
                <a:cs typeface="Bookman Old Style"/>
                <a:sym typeface="Bookman Old Style"/>
              </a:rPr>
              <a:t> </a:t>
            </a:r>
            <a:endParaRPr sz="1300">
              <a:solidFill>
                <a:srgbClr val="3333B2"/>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841" name="Google Shape;1841;p96"/>
          <p:cNvGrpSpPr/>
          <p:nvPr/>
        </p:nvGrpSpPr>
        <p:grpSpPr>
          <a:xfrm>
            <a:off x="0" y="3141936"/>
            <a:ext cx="5760262" cy="92075"/>
            <a:chOff x="0" y="3141936"/>
            <a:chExt cx="5760262" cy="92075"/>
          </a:xfrm>
        </p:grpSpPr>
        <p:sp>
          <p:nvSpPr>
            <p:cNvPr id="1842" name="Google Shape;1842;p9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43" name="Google Shape;1843;p9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44" name="Google Shape;1844;p9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45" name="Google Shape;1845;p9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846" name="Google Shape;1846;p9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847" name="Google Shape;1847;p96"/>
          <p:cNvSpPr txBox="1">
            <a:spLocks noGrp="1"/>
          </p:cNvSpPr>
          <p:nvPr>
            <p:ph type="sldNum" idx="12"/>
          </p:nvPr>
        </p:nvSpPr>
        <p:spPr>
          <a:xfrm>
            <a:off x="4627900" y="3137675"/>
            <a:ext cx="50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69</a:t>
            </a:fld>
            <a:r>
              <a:rPr lang="en-US"/>
              <a:t> / 100</a:t>
            </a:r>
            <a:endParaRPr/>
          </a:p>
        </p:txBody>
      </p:sp>
    </p:spTree>
  </p:cSld>
  <p:clrMapOvr>
    <a:masterClrMapping/>
  </p:clrMapOvr>
  <p:transition>
    <p:fade thruBlk="1"/>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851"/>
        <p:cNvGrpSpPr/>
        <p:nvPr/>
      </p:nvGrpSpPr>
      <p:grpSpPr>
        <a:xfrm>
          <a:off x="0" y="0"/>
          <a:ext cx="0" cy="0"/>
          <a:chOff x="0" y="0"/>
          <a:chExt cx="0" cy="0"/>
        </a:xfrm>
      </p:grpSpPr>
      <p:sp>
        <p:nvSpPr>
          <p:cNvPr id="1852" name="Google Shape;1852;p97"/>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I</a:t>
            </a:r>
            <a:r>
              <a:rPr lang="en-US" cap="small">
                <a:solidFill>
                  <a:srgbClr val="FFFFFF"/>
                </a:solidFill>
              </a:rPr>
              <a:t>mplementation</a:t>
            </a:r>
            <a:r>
              <a:rPr lang="en-US">
                <a:solidFill>
                  <a:srgbClr val="FFFFFF"/>
                </a:solidFill>
              </a:rPr>
              <a:t> T</a:t>
            </a:r>
            <a:r>
              <a:rPr lang="en-US" cap="small">
                <a:solidFill>
                  <a:srgbClr val="FFFFFF"/>
                </a:solidFill>
              </a:rPr>
              <a:t>ips</a:t>
            </a:r>
            <a:endParaRPr/>
          </a:p>
        </p:txBody>
      </p:sp>
      <p:grpSp>
        <p:nvGrpSpPr>
          <p:cNvPr id="1853" name="Google Shape;1853;p97"/>
          <p:cNvGrpSpPr/>
          <p:nvPr/>
        </p:nvGrpSpPr>
        <p:grpSpPr>
          <a:xfrm>
            <a:off x="0" y="3141936"/>
            <a:ext cx="5760262" cy="92075"/>
            <a:chOff x="0" y="3141936"/>
            <a:chExt cx="5760262" cy="92075"/>
          </a:xfrm>
        </p:grpSpPr>
        <p:sp>
          <p:nvSpPr>
            <p:cNvPr id="1854" name="Google Shape;1854;p97"/>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55" name="Google Shape;1855;p97"/>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56" name="Google Shape;1856;p97"/>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57" name="Google Shape;1857;p97"/>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858" name="Google Shape;1858;p97"/>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859" name="Google Shape;1859;p97"/>
          <p:cNvSpPr txBox="1">
            <a:spLocks noGrp="1"/>
          </p:cNvSpPr>
          <p:nvPr>
            <p:ph type="sldNum" idx="12"/>
          </p:nvPr>
        </p:nvSpPr>
        <p:spPr>
          <a:xfrm>
            <a:off x="4627901" y="3137675"/>
            <a:ext cx="464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70</a:t>
            </a:fld>
            <a:r>
              <a:rPr lang="en-US"/>
              <a:t> / 100</a:t>
            </a:r>
            <a:endParaRPr/>
          </a:p>
        </p:txBody>
      </p:sp>
      <p:pic>
        <p:nvPicPr>
          <p:cNvPr id="1860" name="Google Shape;1860;p97"/>
          <p:cNvPicPr preferRelativeResize="0"/>
          <p:nvPr/>
        </p:nvPicPr>
        <p:blipFill>
          <a:blip r:embed="rId4">
            <a:alphaModFix/>
          </a:blip>
          <a:stretch>
            <a:fillRect/>
          </a:stretch>
        </p:blipFill>
        <p:spPr>
          <a:xfrm>
            <a:off x="434650" y="550235"/>
            <a:ext cx="4890943" cy="243503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01B89E9B-F303-60F8-D9C6-5D28448B04B8}"/>
                  </a:ext>
                </a:extLst>
              </p14:cNvPr>
              <p14:cNvContentPartPr/>
              <p14:nvPr/>
            </p14:nvContentPartPr>
            <p14:xfrm>
              <a:off x="2187720" y="901800"/>
              <a:ext cx="3052080" cy="1971000"/>
            </p14:xfrm>
          </p:contentPart>
        </mc:Choice>
        <mc:Fallback>
          <p:pic>
            <p:nvPicPr>
              <p:cNvPr id="2" name="Ink 1">
                <a:extLst>
                  <a:ext uri="{FF2B5EF4-FFF2-40B4-BE49-F238E27FC236}">
                    <a16:creationId xmlns:a16="http://schemas.microsoft.com/office/drawing/2014/main" id="{01B89E9B-F303-60F8-D9C6-5D28448B04B8}"/>
                  </a:ext>
                </a:extLst>
              </p:cNvPr>
              <p:cNvPicPr/>
              <p:nvPr/>
            </p:nvPicPr>
            <p:blipFill>
              <a:blip r:embed="rId6"/>
              <a:stretch>
                <a:fillRect/>
              </a:stretch>
            </p:blipFill>
            <p:spPr>
              <a:xfrm>
                <a:off x="2178360" y="892440"/>
                <a:ext cx="3070800" cy="1989720"/>
              </a:xfrm>
              <a:prstGeom prst="rect">
                <a:avLst/>
              </a:prstGeom>
            </p:spPr>
          </p:pic>
        </mc:Fallback>
      </mc:AlternateContent>
    </p:spTree>
  </p:cSld>
  <p:clrMapOvr>
    <a:masterClrMapping/>
  </p:clrMapOvr>
  <p:transition>
    <p:fade thruBlk="1"/>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864"/>
        <p:cNvGrpSpPr/>
        <p:nvPr/>
      </p:nvGrpSpPr>
      <p:grpSpPr>
        <a:xfrm>
          <a:off x="0" y="0"/>
          <a:ext cx="0" cy="0"/>
          <a:chOff x="0" y="0"/>
          <a:chExt cx="0" cy="0"/>
        </a:xfrm>
      </p:grpSpPr>
      <p:sp>
        <p:nvSpPr>
          <p:cNvPr id="1865" name="Google Shape;1865;p98"/>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D</a:t>
            </a:r>
            <a:r>
              <a:rPr lang="en-US" cap="small">
                <a:solidFill>
                  <a:srgbClr val="FFFFFF"/>
                </a:solidFill>
              </a:rPr>
              <a:t>ebugging</a:t>
            </a:r>
            <a:r>
              <a:rPr lang="en-US">
                <a:solidFill>
                  <a:srgbClr val="FFFFFF"/>
                </a:solidFill>
              </a:rPr>
              <a:t> C</a:t>
            </a:r>
            <a:r>
              <a:rPr lang="en-US" cap="small">
                <a:solidFill>
                  <a:srgbClr val="FFFFFF"/>
                </a:solidFill>
              </a:rPr>
              <a:t>hecklist</a:t>
            </a:r>
            <a:endParaRPr/>
          </a:p>
        </p:txBody>
      </p:sp>
      <p:grpSp>
        <p:nvGrpSpPr>
          <p:cNvPr id="1866" name="Google Shape;1866;p98"/>
          <p:cNvGrpSpPr/>
          <p:nvPr/>
        </p:nvGrpSpPr>
        <p:grpSpPr>
          <a:xfrm>
            <a:off x="0" y="3141936"/>
            <a:ext cx="5760262" cy="92075"/>
            <a:chOff x="0" y="3141936"/>
            <a:chExt cx="5760262" cy="92075"/>
          </a:xfrm>
        </p:grpSpPr>
        <p:sp>
          <p:nvSpPr>
            <p:cNvPr id="1867" name="Google Shape;1867;p98"/>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68" name="Google Shape;1868;p98"/>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869" name="Google Shape;1869;p98"/>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870" name="Google Shape;1870;p98"/>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871" name="Google Shape;1871;p98"/>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872" name="Google Shape;1872;p98"/>
          <p:cNvSpPr txBox="1">
            <a:spLocks noGrp="1"/>
          </p:cNvSpPr>
          <p:nvPr>
            <p:ph type="sldNum" idx="12"/>
          </p:nvPr>
        </p:nvSpPr>
        <p:spPr>
          <a:xfrm>
            <a:off x="4627903" y="3147199"/>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71</a:t>
            </a:fld>
            <a:r>
              <a:rPr lang="en-US"/>
              <a:t> / 100</a:t>
            </a:r>
            <a:endParaRPr/>
          </a:p>
        </p:txBody>
      </p:sp>
      <p:pic>
        <p:nvPicPr>
          <p:cNvPr id="1873" name="Google Shape;1873;p98"/>
          <p:cNvPicPr preferRelativeResize="0"/>
          <p:nvPr/>
        </p:nvPicPr>
        <p:blipFill>
          <a:blip r:embed="rId4">
            <a:alphaModFix/>
          </a:blip>
          <a:stretch>
            <a:fillRect/>
          </a:stretch>
        </p:blipFill>
        <p:spPr>
          <a:xfrm>
            <a:off x="641550" y="454000"/>
            <a:ext cx="4226898" cy="2693200"/>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E3137816-610C-31B0-1B14-D1EDC33AFB7A}"/>
                  </a:ext>
                </a:extLst>
              </p14:cNvPr>
              <p14:cNvContentPartPr/>
              <p14:nvPr/>
            </p14:nvContentPartPr>
            <p14:xfrm>
              <a:off x="1837440" y="592200"/>
              <a:ext cx="3372840" cy="2089440"/>
            </p14:xfrm>
          </p:contentPart>
        </mc:Choice>
        <mc:Fallback>
          <p:pic>
            <p:nvPicPr>
              <p:cNvPr id="2" name="Ink 1">
                <a:extLst>
                  <a:ext uri="{FF2B5EF4-FFF2-40B4-BE49-F238E27FC236}">
                    <a16:creationId xmlns:a16="http://schemas.microsoft.com/office/drawing/2014/main" id="{E3137816-610C-31B0-1B14-D1EDC33AFB7A}"/>
                  </a:ext>
                </a:extLst>
              </p:cNvPr>
              <p:cNvPicPr/>
              <p:nvPr/>
            </p:nvPicPr>
            <p:blipFill>
              <a:blip r:embed="rId6"/>
              <a:stretch>
                <a:fillRect/>
              </a:stretch>
            </p:blipFill>
            <p:spPr>
              <a:xfrm>
                <a:off x="1828080" y="582840"/>
                <a:ext cx="3391560" cy="2108160"/>
              </a:xfrm>
              <a:prstGeom prst="rect">
                <a:avLst/>
              </a:prstGeom>
            </p:spPr>
          </p:pic>
        </mc:Fallback>
      </mc:AlternateContent>
    </p:spTree>
  </p:cSld>
  <p:clrMapOvr>
    <a:masterClrMapping/>
  </p:clrMapOvr>
  <p:transition>
    <p:fade thruBlk="1"/>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877"/>
        <p:cNvGrpSpPr/>
        <p:nvPr/>
      </p:nvGrpSpPr>
      <p:grpSpPr>
        <a:xfrm>
          <a:off x="0" y="0"/>
          <a:ext cx="0" cy="0"/>
          <a:chOff x="0" y="0"/>
          <a:chExt cx="0" cy="0"/>
        </a:xfrm>
      </p:grpSpPr>
      <p:sp>
        <p:nvSpPr>
          <p:cNvPr id="1878" name="Google Shape;1878;p99"/>
          <p:cNvSpPr txBox="1">
            <a:spLocks noGrp="1"/>
          </p:cNvSpPr>
          <p:nvPr>
            <p:ph type="title"/>
          </p:nvPr>
        </p:nvSpPr>
        <p:spPr>
          <a:xfrm>
            <a:off x="95300" y="109545"/>
            <a:ext cx="215519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T</a:t>
            </a:r>
            <a:r>
              <a:rPr lang="en-US" cap="small">
                <a:solidFill>
                  <a:srgbClr val="FFFFFF"/>
                </a:solidFill>
              </a:rPr>
              <a:t>able</a:t>
            </a:r>
            <a:r>
              <a:rPr lang="en-US">
                <a:solidFill>
                  <a:srgbClr val="FFFFFF"/>
                </a:solidFill>
              </a:rPr>
              <a:t> </a:t>
            </a:r>
            <a:r>
              <a:rPr lang="en-US" cap="small">
                <a:solidFill>
                  <a:srgbClr val="FFFFFF"/>
                </a:solidFill>
              </a:rPr>
              <a:t>of</a:t>
            </a:r>
            <a:r>
              <a:rPr lang="en-US">
                <a:solidFill>
                  <a:srgbClr val="FFFFFF"/>
                </a:solidFill>
              </a:rPr>
              <a:t> C</a:t>
            </a:r>
            <a:r>
              <a:rPr lang="en-US" cap="small">
                <a:solidFill>
                  <a:srgbClr val="FFFFFF"/>
                </a:solidFill>
              </a:rPr>
              <a:t>ontents</a:t>
            </a:r>
            <a:endParaRPr/>
          </a:p>
        </p:txBody>
      </p:sp>
      <p:pic>
        <p:nvPicPr>
          <p:cNvPr id="1879" name="Google Shape;1879;p99"/>
          <p:cNvPicPr preferRelativeResize="0"/>
          <p:nvPr/>
        </p:nvPicPr>
        <p:blipFill rotWithShape="1">
          <a:blip r:embed="rId3">
            <a:alphaModFix/>
          </a:blip>
          <a:srcRect/>
          <a:stretch/>
        </p:blipFill>
        <p:spPr>
          <a:xfrm>
            <a:off x="343662" y="455307"/>
            <a:ext cx="169964" cy="169964"/>
          </a:xfrm>
          <a:prstGeom prst="rect">
            <a:avLst/>
          </a:prstGeom>
          <a:noFill/>
          <a:ln>
            <a:noFill/>
          </a:ln>
        </p:spPr>
      </p:pic>
      <p:sp>
        <p:nvSpPr>
          <p:cNvPr id="1880" name="Google Shape;1880;p99"/>
          <p:cNvSpPr txBox="1"/>
          <p:nvPr/>
        </p:nvSpPr>
        <p:spPr>
          <a:xfrm>
            <a:off x="387959" y="458976"/>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1</a:t>
            </a:r>
            <a:endParaRPr sz="800">
              <a:latin typeface="Bookman Old Style"/>
              <a:ea typeface="Bookman Old Style"/>
              <a:cs typeface="Bookman Old Style"/>
              <a:sym typeface="Bookman Old Style"/>
            </a:endParaRPr>
          </a:p>
        </p:txBody>
      </p:sp>
      <p:pic>
        <p:nvPicPr>
          <p:cNvPr id="1881" name="Google Shape;1881;p99"/>
          <p:cNvPicPr preferRelativeResize="0"/>
          <p:nvPr/>
        </p:nvPicPr>
        <p:blipFill rotWithShape="1">
          <a:blip r:embed="rId4">
            <a:alphaModFix/>
          </a:blip>
          <a:srcRect/>
          <a:stretch/>
        </p:blipFill>
        <p:spPr>
          <a:xfrm>
            <a:off x="343662" y="656018"/>
            <a:ext cx="169964" cy="169964"/>
          </a:xfrm>
          <a:prstGeom prst="rect">
            <a:avLst/>
          </a:prstGeom>
          <a:noFill/>
          <a:ln>
            <a:noFill/>
          </a:ln>
        </p:spPr>
      </p:pic>
      <p:sp>
        <p:nvSpPr>
          <p:cNvPr id="1882" name="Google Shape;1882;p99"/>
          <p:cNvSpPr txBox="1"/>
          <p:nvPr/>
        </p:nvSpPr>
        <p:spPr>
          <a:xfrm>
            <a:off x="387959" y="659687"/>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2</a:t>
            </a:r>
            <a:endParaRPr sz="800">
              <a:latin typeface="Bookman Old Style"/>
              <a:ea typeface="Bookman Old Style"/>
              <a:cs typeface="Bookman Old Style"/>
              <a:sym typeface="Bookman Old Style"/>
            </a:endParaRPr>
          </a:p>
        </p:txBody>
      </p:sp>
      <p:grpSp>
        <p:nvGrpSpPr>
          <p:cNvPr id="1883" name="Google Shape;1883;p99"/>
          <p:cNvGrpSpPr/>
          <p:nvPr/>
        </p:nvGrpSpPr>
        <p:grpSpPr>
          <a:xfrm>
            <a:off x="343662" y="887310"/>
            <a:ext cx="302196" cy="873227"/>
            <a:chOff x="343662" y="887310"/>
            <a:chExt cx="302196" cy="873227"/>
          </a:xfrm>
        </p:grpSpPr>
        <p:pic>
          <p:nvPicPr>
            <p:cNvPr id="1884" name="Google Shape;1884;p99"/>
            <p:cNvPicPr preferRelativeResize="0"/>
            <p:nvPr/>
          </p:nvPicPr>
          <p:blipFill rotWithShape="1">
            <a:blip r:embed="rId5">
              <a:alphaModFix/>
            </a:blip>
            <a:srcRect/>
            <a:stretch/>
          </p:blipFill>
          <p:spPr>
            <a:xfrm>
              <a:off x="570103" y="887310"/>
              <a:ext cx="75755" cy="75755"/>
            </a:xfrm>
            <a:prstGeom prst="rect">
              <a:avLst/>
            </a:prstGeom>
            <a:noFill/>
            <a:ln>
              <a:noFill/>
            </a:ln>
          </p:spPr>
        </p:pic>
        <p:pic>
          <p:nvPicPr>
            <p:cNvPr id="1885" name="Google Shape;1885;p99"/>
            <p:cNvPicPr preferRelativeResize="0"/>
            <p:nvPr/>
          </p:nvPicPr>
          <p:blipFill rotWithShape="1">
            <a:blip r:embed="rId6">
              <a:alphaModFix/>
            </a:blip>
            <a:srcRect/>
            <a:stretch/>
          </p:blipFill>
          <p:spPr>
            <a:xfrm>
              <a:off x="570103" y="1070774"/>
              <a:ext cx="75755" cy="75755"/>
            </a:xfrm>
            <a:prstGeom prst="rect">
              <a:avLst/>
            </a:prstGeom>
            <a:noFill/>
            <a:ln>
              <a:noFill/>
            </a:ln>
          </p:spPr>
        </p:pic>
        <p:pic>
          <p:nvPicPr>
            <p:cNvPr id="1886" name="Google Shape;1886;p99"/>
            <p:cNvPicPr preferRelativeResize="0"/>
            <p:nvPr/>
          </p:nvPicPr>
          <p:blipFill rotWithShape="1">
            <a:blip r:embed="rId7">
              <a:alphaModFix/>
            </a:blip>
            <a:srcRect/>
            <a:stretch/>
          </p:blipFill>
          <p:spPr>
            <a:xfrm>
              <a:off x="570103" y="1254239"/>
              <a:ext cx="75755" cy="75755"/>
            </a:xfrm>
            <a:prstGeom prst="rect">
              <a:avLst/>
            </a:prstGeom>
            <a:noFill/>
            <a:ln>
              <a:noFill/>
            </a:ln>
          </p:spPr>
        </p:pic>
        <p:pic>
          <p:nvPicPr>
            <p:cNvPr id="1887" name="Google Shape;1887;p99"/>
            <p:cNvPicPr preferRelativeResize="0"/>
            <p:nvPr/>
          </p:nvPicPr>
          <p:blipFill rotWithShape="1">
            <a:blip r:embed="rId8">
              <a:alphaModFix/>
            </a:blip>
            <a:srcRect/>
            <a:stretch/>
          </p:blipFill>
          <p:spPr>
            <a:xfrm>
              <a:off x="570103" y="1437703"/>
              <a:ext cx="75755" cy="75755"/>
            </a:xfrm>
            <a:prstGeom prst="rect">
              <a:avLst/>
            </a:prstGeom>
            <a:noFill/>
            <a:ln>
              <a:noFill/>
            </a:ln>
          </p:spPr>
        </p:pic>
        <p:pic>
          <p:nvPicPr>
            <p:cNvPr id="1888" name="Google Shape;1888;p99"/>
            <p:cNvPicPr preferRelativeResize="0"/>
            <p:nvPr/>
          </p:nvPicPr>
          <p:blipFill rotWithShape="1">
            <a:blip r:embed="rId9">
              <a:alphaModFix/>
            </a:blip>
            <a:srcRect/>
            <a:stretch/>
          </p:blipFill>
          <p:spPr>
            <a:xfrm>
              <a:off x="343662" y="1590573"/>
              <a:ext cx="169964" cy="169964"/>
            </a:xfrm>
            <a:prstGeom prst="rect">
              <a:avLst/>
            </a:prstGeom>
            <a:noFill/>
            <a:ln>
              <a:noFill/>
            </a:ln>
          </p:spPr>
        </p:pic>
      </p:grpSp>
      <p:sp>
        <p:nvSpPr>
          <p:cNvPr id="1889" name="Google Shape;1889;p99"/>
          <p:cNvSpPr txBox="1"/>
          <p:nvPr/>
        </p:nvSpPr>
        <p:spPr>
          <a:xfrm>
            <a:off x="387959" y="159424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3</a:t>
            </a:r>
            <a:endParaRPr sz="800">
              <a:latin typeface="Bookman Old Style"/>
              <a:ea typeface="Bookman Old Style"/>
              <a:cs typeface="Bookman Old Style"/>
              <a:sym typeface="Bookman Old Style"/>
            </a:endParaRPr>
          </a:p>
        </p:txBody>
      </p:sp>
      <p:grpSp>
        <p:nvGrpSpPr>
          <p:cNvPr id="1890" name="Google Shape;1890;p99"/>
          <p:cNvGrpSpPr/>
          <p:nvPr/>
        </p:nvGrpSpPr>
        <p:grpSpPr>
          <a:xfrm>
            <a:off x="343662" y="1821865"/>
            <a:ext cx="302196" cy="1056691"/>
            <a:chOff x="343662" y="1821865"/>
            <a:chExt cx="302196" cy="1056691"/>
          </a:xfrm>
        </p:grpSpPr>
        <p:pic>
          <p:nvPicPr>
            <p:cNvPr id="1891" name="Google Shape;1891;p99"/>
            <p:cNvPicPr preferRelativeResize="0"/>
            <p:nvPr/>
          </p:nvPicPr>
          <p:blipFill rotWithShape="1">
            <a:blip r:embed="rId10">
              <a:alphaModFix/>
            </a:blip>
            <a:srcRect/>
            <a:stretch/>
          </p:blipFill>
          <p:spPr>
            <a:xfrm>
              <a:off x="570103" y="1821865"/>
              <a:ext cx="75755" cy="75755"/>
            </a:xfrm>
            <a:prstGeom prst="rect">
              <a:avLst/>
            </a:prstGeom>
            <a:noFill/>
            <a:ln>
              <a:noFill/>
            </a:ln>
          </p:spPr>
        </p:pic>
        <p:pic>
          <p:nvPicPr>
            <p:cNvPr id="1892" name="Google Shape;1892;p99"/>
            <p:cNvPicPr preferRelativeResize="0"/>
            <p:nvPr/>
          </p:nvPicPr>
          <p:blipFill rotWithShape="1">
            <a:blip r:embed="rId11">
              <a:alphaModFix/>
            </a:blip>
            <a:srcRect/>
            <a:stretch/>
          </p:blipFill>
          <p:spPr>
            <a:xfrm>
              <a:off x="570103" y="2005329"/>
              <a:ext cx="75755" cy="75755"/>
            </a:xfrm>
            <a:prstGeom prst="rect">
              <a:avLst/>
            </a:prstGeom>
            <a:noFill/>
            <a:ln>
              <a:noFill/>
            </a:ln>
          </p:spPr>
        </p:pic>
        <p:pic>
          <p:nvPicPr>
            <p:cNvPr id="1893" name="Google Shape;1893;p99"/>
            <p:cNvPicPr preferRelativeResize="0"/>
            <p:nvPr/>
          </p:nvPicPr>
          <p:blipFill rotWithShape="1">
            <a:blip r:embed="rId12">
              <a:alphaModFix/>
            </a:blip>
            <a:srcRect/>
            <a:stretch/>
          </p:blipFill>
          <p:spPr>
            <a:xfrm>
              <a:off x="570103" y="2188794"/>
              <a:ext cx="75755" cy="75755"/>
            </a:xfrm>
            <a:prstGeom prst="rect">
              <a:avLst/>
            </a:prstGeom>
            <a:noFill/>
            <a:ln>
              <a:noFill/>
            </a:ln>
          </p:spPr>
        </p:pic>
        <p:pic>
          <p:nvPicPr>
            <p:cNvPr id="1894" name="Google Shape;1894;p99"/>
            <p:cNvPicPr preferRelativeResize="0"/>
            <p:nvPr/>
          </p:nvPicPr>
          <p:blipFill rotWithShape="1">
            <a:blip r:embed="rId13">
              <a:alphaModFix/>
            </a:blip>
            <a:srcRect/>
            <a:stretch/>
          </p:blipFill>
          <p:spPr>
            <a:xfrm>
              <a:off x="570103" y="2372258"/>
              <a:ext cx="75755" cy="75755"/>
            </a:xfrm>
            <a:prstGeom prst="rect">
              <a:avLst/>
            </a:prstGeom>
            <a:noFill/>
            <a:ln>
              <a:noFill/>
            </a:ln>
          </p:spPr>
        </p:pic>
        <p:pic>
          <p:nvPicPr>
            <p:cNvPr id="1895" name="Google Shape;1895;p99"/>
            <p:cNvPicPr preferRelativeResize="0"/>
            <p:nvPr/>
          </p:nvPicPr>
          <p:blipFill rotWithShape="1">
            <a:blip r:embed="rId14">
              <a:alphaModFix/>
            </a:blip>
            <a:srcRect/>
            <a:stretch/>
          </p:blipFill>
          <p:spPr>
            <a:xfrm>
              <a:off x="570103" y="2555722"/>
              <a:ext cx="75755" cy="75755"/>
            </a:xfrm>
            <a:prstGeom prst="rect">
              <a:avLst/>
            </a:prstGeom>
            <a:noFill/>
            <a:ln>
              <a:noFill/>
            </a:ln>
          </p:spPr>
        </p:pic>
        <p:pic>
          <p:nvPicPr>
            <p:cNvPr id="1896" name="Google Shape;1896;p99"/>
            <p:cNvPicPr preferRelativeResize="0"/>
            <p:nvPr/>
          </p:nvPicPr>
          <p:blipFill rotWithShape="1">
            <a:blip r:embed="rId15">
              <a:alphaModFix/>
            </a:blip>
            <a:srcRect/>
            <a:stretch/>
          </p:blipFill>
          <p:spPr>
            <a:xfrm>
              <a:off x="343662" y="2708592"/>
              <a:ext cx="169964" cy="169964"/>
            </a:xfrm>
            <a:prstGeom prst="rect">
              <a:avLst/>
            </a:prstGeom>
            <a:noFill/>
            <a:ln>
              <a:noFill/>
            </a:ln>
          </p:spPr>
        </p:pic>
      </p:grpSp>
      <p:sp>
        <p:nvSpPr>
          <p:cNvPr id="1897" name="Google Shape;1897;p99"/>
          <p:cNvSpPr txBox="1"/>
          <p:nvPr/>
        </p:nvSpPr>
        <p:spPr>
          <a:xfrm>
            <a:off x="387959" y="2712261"/>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FAFAFD"/>
                </a:solidFill>
                <a:latin typeface="Bookman Old Style"/>
                <a:ea typeface="Bookman Old Style"/>
                <a:cs typeface="Bookman Old Style"/>
                <a:sym typeface="Bookman Old Style"/>
              </a:rPr>
              <a:t>4</a:t>
            </a:r>
            <a:endParaRPr sz="800">
              <a:latin typeface="Bookman Old Style"/>
              <a:ea typeface="Bookman Old Style"/>
              <a:cs typeface="Bookman Old Style"/>
              <a:sym typeface="Bookman Old Style"/>
            </a:endParaRPr>
          </a:p>
        </p:txBody>
      </p:sp>
      <p:pic>
        <p:nvPicPr>
          <p:cNvPr id="1898" name="Google Shape;1898;p99"/>
          <p:cNvPicPr preferRelativeResize="0"/>
          <p:nvPr/>
        </p:nvPicPr>
        <p:blipFill rotWithShape="1">
          <a:blip r:embed="rId16">
            <a:alphaModFix/>
          </a:blip>
          <a:srcRect/>
          <a:stretch/>
        </p:blipFill>
        <p:spPr>
          <a:xfrm>
            <a:off x="343662" y="2909303"/>
            <a:ext cx="169964" cy="169964"/>
          </a:xfrm>
          <a:prstGeom prst="rect">
            <a:avLst/>
          </a:prstGeom>
          <a:noFill/>
          <a:ln>
            <a:noFill/>
          </a:ln>
        </p:spPr>
      </p:pic>
      <p:sp>
        <p:nvSpPr>
          <p:cNvPr id="1899" name="Google Shape;1899;p99"/>
          <p:cNvSpPr txBox="1"/>
          <p:nvPr/>
        </p:nvSpPr>
        <p:spPr>
          <a:xfrm>
            <a:off x="387959" y="2912972"/>
            <a:ext cx="81280" cy="1473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800">
                <a:solidFill>
                  <a:srgbClr val="EAEAF7"/>
                </a:solidFill>
                <a:latin typeface="Bookman Old Style"/>
                <a:ea typeface="Bookman Old Style"/>
                <a:cs typeface="Bookman Old Style"/>
                <a:sym typeface="Bookman Old Style"/>
              </a:rPr>
              <a:t>5</a:t>
            </a:r>
            <a:endParaRPr sz="800">
              <a:latin typeface="Bookman Old Style"/>
              <a:ea typeface="Bookman Old Style"/>
              <a:cs typeface="Bookman Old Style"/>
              <a:sym typeface="Bookman Old Style"/>
            </a:endParaRPr>
          </a:p>
        </p:txBody>
      </p:sp>
      <p:sp>
        <p:nvSpPr>
          <p:cNvPr id="1900" name="Google Shape;1900;p99"/>
          <p:cNvSpPr txBox="1"/>
          <p:nvPr/>
        </p:nvSpPr>
        <p:spPr>
          <a:xfrm>
            <a:off x="563023" y="391150"/>
            <a:ext cx="5034300" cy="2731800"/>
          </a:xfrm>
          <a:prstGeom prst="rect">
            <a:avLst/>
          </a:prstGeom>
          <a:noFill/>
          <a:ln>
            <a:noFill/>
          </a:ln>
        </p:spPr>
        <p:txBody>
          <a:bodyPr spcFirstLastPara="1" wrap="square" lIns="0" tIns="17125" rIns="0" bIns="0" anchor="t" anchorCtr="0">
            <a:spAutoFit/>
          </a:bodyPr>
          <a:lstStyle/>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7"/>
              </a:rPr>
              <a:t>C</a:t>
            </a:r>
            <a:r>
              <a:rPr lang="en-US" sz="1300" u="sng" cap="small">
                <a:solidFill>
                  <a:schemeClr val="hlink"/>
                </a:solidFill>
                <a:latin typeface="Bookman Old Style"/>
                <a:ea typeface="Bookman Old Style"/>
                <a:cs typeface="Bookman Old Style"/>
                <a:sym typeface="Bookman Old Style"/>
                <a:hlinkClick r:id="rId17"/>
              </a:rPr>
              <a:t>lassification</a:t>
            </a:r>
            <a:endParaRPr sz="1300">
              <a:latin typeface="Bookman Old Style"/>
              <a:ea typeface="Bookman Old Style"/>
              <a:cs typeface="Bookman Old Style"/>
              <a:sym typeface="Bookman Old Style"/>
            </a:endParaRPr>
          </a:p>
          <a:p>
            <a:pPr marL="12700" lvl="0" indent="0" algn="l" rtl="0">
              <a:lnSpc>
                <a:spcPct val="116428"/>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18"/>
              </a:rPr>
              <a:t>B</a:t>
            </a:r>
            <a:r>
              <a:rPr lang="en-US" sz="1300" u="sng" cap="small">
                <a:solidFill>
                  <a:schemeClr val="hlink"/>
                </a:solidFill>
                <a:latin typeface="Bookman Old Style"/>
                <a:ea typeface="Bookman Old Style"/>
                <a:cs typeface="Bookman Old Style"/>
                <a:sym typeface="Bookman Old Style"/>
                <a:hlinkClick r:id="rId18"/>
              </a:rPr>
              <a:t>inary</a:t>
            </a:r>
            <a:r>
              <a:rPr lang="en-US" sz="1300" u="sng">
                <a:solidFill>
                  <a:schemeClr val="hlink"/>
                </a:solidFill>
                <a:latin typeface="Bookman Old Style"/>
                <a:ea typeface="Bookman Old Style"/>
                <a:cs typeface="Bookman Old Style"/>
                <a:sym typeface="Bookman Old Style"/>
                <a:hlinkClick r:id="rId18"/>
              </a:rPr>
              <a:t> C</a:t>
            </a:r>
            <a:r>
              <a:rPr lang="en-US" sz="1300" u="sng" cap="small">
                <a:solidFill>
                  <a:schemeClr val="hlink"/>
                </a:solidFill>
                <a:latin typeface="Bookman Old Style"/>
                <a:ea typeface="Bookman Old Style"/>
                <a:cs typeface="Bookman Old Style"/>
                <a:sym typeface="Bookman Old Style"/>
                <a:hlinkClick r:id="rId18"/>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5"/>
              </a:spcBef>
              <a:spcAft>
                <a:spcPts val="0"/>
              </a:spcAft>
              <a:buNone/>
            </a:pPr>
            <a:r>
              <a:rPr lang="en-US" sz="950" u="sng">
                <a:solidFill>
                  <a:schemeClr val="hlink"/>
                </a:solidFill>
                <a:latin typeface="Arial"/>
                <a:ea typeface="Arial"/>
                <a:cs typeface="Arial"/>
                <a:sym typeface="Arial"/>
                <a:hlinkClick r:id="rId19"/>
              </a:rPr>
              <a:t>Logistic Regression</a:t>
            </a:r>
            <a:endParaRPr sz="950">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0"/>
              </a:rPr>
              <a:t>The Model: Single Neuron for Binary Classification</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156845"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1"/>
              </a:rPr>
              <a:t>Binary Classification: Worked Example</a:t>
            </a:r>
            <a:endParaRPr sz="950">
              <a:latin typeface="Arial"/>
              <a:ea typeface="Arial"/>
              <a:cs typeface="Arial"/>
              <a:sym typeface="Arial"/>
            </a:endParaRPr>
          </a:p>
          <a:p>
            <a:pPr marL="153670" lvl="0" indent="0" algn="l" rtl="0">
              <a:lnSpc>
                <a:spcPct val="118571"/>
              </a:lnSpc>
              <a:spcBef>
                <a:spcPts val="180"/>
              </a:spcBef>
              <a:spcAft>
                <a:spcPts val="0"/>
              </a:spcAft>
              <a:buNone/>
            </a:pPr>
            <a:r>
              <a:rPr lang="en-US" sz="950" u="sng">
                <a:solidFill>
                  <a:schemeClr val="hlink"/>
                </a:solidFill>
                <a:latin typeface="Arial"/>
                <a:ea typeface="Arial"/>
                <a:cs typeface="Arial"/>
                <a:sym typeface="Arial"/>
                <a:hlinkClick r:id="rId22"/>
              </a:rPr>
              <a:t>Binary Classification: Evaluation Metrics</a:t>
            </a:r>
            <a:endParaRPr sz="950">
              <a:latin typeface="Arial"/>
              <a:ea typeface="Arial"/>
              <a:cs typeface="Arial"/>
              <a:sym typeface="Arial"/>
            </a:endParaRPr>
          </a:p>
          <a:p>
            <a:pPr marL="12700" lvl="0" indent="0" algn="l" rtl="0">
              <a:lnSpc>
                <a:spcPct val="118857"/>
              </a:lnSpc>
              <a:spcBef>
                <a:spcPts val="0"/>
              </a:spcBef>
              <a:spcAft>
                <a:spcPts val="0"/>
              </a:spcAft>
              <a:buNone/>
            </a:pPr>
            <a:r>
              <a:rPr lang="en-US" sz="1300" u="sng">
                <a:solidFill>
                  <a:schemeClr val="hlink"/>
                </a:solidFill>
                <a:latin typeface="Bookman Old Style"/>
                <a:ea typeface="Bookman Old Style"/>
                <a:cs typeface="Bookman Old Style"/>
                <a:sym typeface="Bookman Old Style"/>
                <a:hlinkClick r:id="rId23"/>
              </a:rPr>
              <a:t>M</a:t>
            </a:r>
            <a:r>
              <a:rPr lang="en-US" sz="1300" u="sng" cap="small">
                <a:solidFill>
                  <a:schemeClr val="hlink"/>
                </a:solidFill>
                <a:latin typeface="Bookman Old Style"/>
                <a:ea typeface="Bookman Old Style"/>
                <a:cs typeface="Bookman Old Style"/>
                <a:sym typeface="Bookman Old Style"/>
                <a:hlinkClick r:id="rId23"/>
              </a:rPr>
              <a:t>ulti</a:t>
            </a:r>
            <a:r>
              <a:rPr lang="en-US" sz="1300" u="sng">
                <a:solidFill>
                  <a:schemeClr val="hlink"/>
                </a:solidFill>
                <a:latin typeface="Bookman Old Style"/>
                <a:ea typeface="Bookman Old Style"/>
                <a:cs typeface="Bookman Old Style"/>
                <a:sym typeface="Bookman Old Style"/>
                <a:hlinkClick r:id="rId23"/>
              </a:rPr>
              <a:t>-</a:t>
            </a:r>
            <a:r>
              <a:rPr lang="en-US" sz="1300" u="sng" cap="small">
                <a:solidFill>
                  <a:schemeClr val="hlink"/>
                </a:solidFill>
                <a:latin typeface="Bookman Old Style"/>
                <a:ea typeface="Bookman Old Style"/>
                <a:cs typeface="Bookman Old Style"/>
                <a:sym typeface="Bookman Old Style"/>
                <a:hlinkClick r:id="rId23"/>
              </a:rPr>
              <a:t>class</a:t>
            </a:r>
            <a:r>
              <a:rPr lang="en-US" sz="1300" u="sng">
                <a:solidFill>
                  <a:schemeClr val="hlink"/>
                </a:solidFill>
                <a:latin typeface="Bookman Old Style"/>
                <a:ea typeface="Bookman Old Style"/>
                <a:cs typeface="Bookman Old Style"/>
                <a:sym typeface="Bookman Old Style"/>
                <a:hlinkClick r:id="rId23"/>
              </a:rPr>
              <a:t> C</a:t>
            </a:r>
            <a:r>
              <a:rPr lang="en-US" sz="1300" u="sng" cap="small">
                <a:solidFill>
                  <a:schemeClr val="hlink"/>
                </a:solidFill>
                <a:latin typeface="Bookman Old Style"/>
                <a:ea typeface="Bookman Old Style"/>
                <a:cs typeface="Bookman Old Style"/>
                <a:sym typeface="Bookman Old Style"/>
                <a:hlinkClick r:id="rId23"/>
              </a:rPr>
              <a:t>lassification</a:t>
            </a:r>
            <a:endParaRPr sz="1300">
              <a:latin typeface="Bookman Old Style"/>
              <a:ea typeface="Bookman Old Style"/>
              <a:cs typeface="Bookman Old Style"/>
              <a:sym typeface="Bookman Old Style"/>
            </a:endParaRPr>
          </a:p>
          <a:p>
            <a:pPr marL="153670" lvl="0" indent="0" algn="l" rtl="0">
              <a:lnSpc>
                <a:spcPct val="100000"/>
              </a:lnSpc>
              <a:spcBef>
                <a:spcPts val="114"/>
              </a:spcBef>
              <a:spcAft>
                <a:spcPts val="0"/>
              </a:spcAft>
              <a:buNone/>
            </a:pPr>
            <a:r>
              <a:rPr lang="en-US" sz="950" u="sng">
                <a:solidFill>
                  <a:schemeClr val="hlink"/>
                </a:solidFill>
                <a:latin typeface="Arial"/>
                <a:ea typeface="Arial"/>
                <a:cs typeface="Arial"/>
                <a:sym typeface="Arial"/>
                <a:hlinkClick r:id="rId24"/>
              </a:rPr>
              <a:t>Multi-class Classification Model</a:t>
            </a:r>
            <a:endParaRPr sz="950">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5"/>
              </a:rPr>
              <a:t>Mini-batch Stochastic Gradient Descent</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6"/>
              </a:rPr>
              <a:t>Multiclass Classification: Worked Example</a:t>
            </a:r>
            <a:r>
              <a:rPr lang="en-US" sz="950">
                <a:solidFill>
                  <a:srgbClr val="CCCCCC"/>
                </a:solidFill>
                <a:latin typeface="Arial"/>
                <a:ea typeface="Arial"/>
                <a:cs typeface="Arial"/>
                <a:sym typeface="Arial"/>
              </a:rPr>
              <a:t> </a:t>
            </a:r>
            <a:endParaRPr sz="950">
              <a:solidFill>
                <a:srgbClr val="CCCCCC"/>
              </a:solidFill>
              <a:latin typeface="Arial"/>
              <a:ea typeface="Arial"/>
              <a:cs typeface="Arial"/>
              <a:sym typeface="Arial"/>
            </a:endParaRPr>
          </a:p>
          <a:p>
            <a:pPr marL="153670" marR="655320" lvl="0" indent="0" algn="l" rtl="0">
              <a:lnSpc>
                <a:spcPct val="114700"/>
              </a:lnSpc>
              <a:spcBef>
                <a:spcPts val="0"/>
              </a:spcBef>
              <a:spcAft>
                <a:spcPts val="0"/>
              </a:spcAft>
              <a:buNone/>
            </a:pPr>
            <a:r>
              <a:rPr lang="en-US" sz="950" u="sng">
                <a:solidFill>
                  <a:schemeClr val="hlink"/>
                </a:solidFill>
                <a:latin typeface="Arial"/>
                <a:ea typeface="Arial"/>
                <a:cs typeface="Arial"/>
                <a:sym typeface="Arial"/>
                <a:hlinkClick r:id="rId27"/>
              </a:rPr>
              <a:t>Making Predictions (Inference)</a:t>
            </a:r>
            <a:endParaRPr sz="950">
              <a:latin typeface="Arial"/>
              <a:ea typeface="Arial"/>
              <a:cs typeface="Arial"/>
              <a:sym typeface="Arial"/>
            </a:endParaRPr>
          </a:p>
          <a:p>
            <a:pPr marL="153670" lvl="0" indent="0" algn="l" rtl="0">
              <a:lnSpc>
                <a:spcPct val="118571"/>
              </a:lnSpc>
              <a:spcBef>
                <a:spcPts val="185"/>
              </a:spcBef>
              <a:spcAft>
                <a:spcPts val="0"/>
              </a:spcAft>
              <a:buNone/>
            </a:pPr>
            <a:r>
              <a:rPr lang="en-US" sz="950" u="sng">
                <a:solidFill>
                  <a:schemeClr val="hlink"/>
                </a:solidFill>
                <a:latin typeface="Arial"/>
                <a:ea typeface="Arial"/>
                <a:cs typeface="Arial"/>
                <a:sym typeface="Arial"/>
                <a:hlinkClick r:id="rId28"/>
              </a:rPr>
              <a:t>Multiclass Classification: Evaluation Metrics</a:t>
            </a:r>
            <a:endParaRPr sz="950">
              <a:latin typeface="Arial"/>
              <a:ea typeface="Arial"/>
              <a:cs typeface="Arial"/>
              <a:sym typeface="Arial"/>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29"/>
              </a:rPr>
              <a:t>I</a:t>
            </a:r>
            <a:r>
              <a:rPr lang="en-US" sz="1300" u="sng" cap="small">
                <a:solidFill>
                  <a:schemeClr val="hlink"/>
                </a:solidFill>
                <a:latin typeface="Bookman Old Style"/>
                <a:ea typeface="Bookman Old Style"/>
                <a:cs typeface="Bookman Old Style"/>
                <a:sym typeface="Bookman Old Style"/>
                <a:hlinkClick r:id="rId29"/>
              </a:rPr>
              <a:t>mplementation</a:t>
            </a:r>
            <a:r>
              <a:rPr lang="en-US" sz="1300" u="sng">
                <a:solidFill>
                  <a:schemeClr val="hlink"/>
                </a:solidFill>
                <a:latin typeface="Bookman Old Style"/>
                <a:ea typeface="Bookman Old Style"/>
                <a:cs typeface="Bookman Old Style"/>
                <a:sym typeface="Bookman Old Style"/>
                <a:hlinkClick r:id="rId29"/>
              </a:rPr>
              <a:t> T</a:t>
            </a:r>
            <a:r>
              <a:rPr lang="en-US" sz="1300" u="sng" cap="small">
                <a:solidFill>
                  <a:schemeClr val="hlink"/>
                </a:solidFill>
                <a:latin typeface="Bookman Old Style"/>
                <a:ea typeface="Bookman Old Style"/>
                <a:cs typeface="Bookman Old Style"/>
                <a:sym typeface="Bookman Old Style"/>
                <a:hlinkClick r:id="rId29"/>
              </a:rPr>
              <a:t>ips</a:t>
            </a:r>
            <a:r>
              <a:rPr lang="en-US" sz="1300" u="sng">
                <a:solidFill>
                  <a:schemeClr val="hlink"/>
                </a:solidFill>
                <a:latin typeface="Bookman Old Style"/>
                <a:ea typeface="Bookman Old Style"/>
                <a:cs typeface="Bookman Old Style"/>
                <a:sym typeface="Bookman Old Style"/>
                <a:hlinkClick r:id="rId29"/>
              </a:rPr>
              <a:t> </a:t>
            </a:r>
            <a:r>
              <a:rPr lang="en-US" sz="1300" u="sng" cap="small">
                <a:solidFill>
                  <a:schemeClr val="hlink"/>
                </a:solidFill>
                <a:latin typeface="Bookman Old Style"/>
                <a:ea typeface="Bookman Old Style"/>
                <a:cs typeface="Bookman Old Style"/>
                <a:sym typeface="Bookman Old Style"/>
                <a:hlinkClick r:id="rId29"/>
              </a:rPr>
              <a:t>and</a:t>
            </a:r>
            <a:r>
              <a:rPr lang="en-US" sz="1300" u="sng">
                <a:solidFill>
                  <a:schemeClr val="hlink"/>
                </a:solidFill>
                <a:latin typeface="Bookman Old Style"/>
                <a:ea typeface="Bookman Old Style"/>
                <a:cs typeface="Bookman Old Style"/>
                <a:sym typeface="Bookman Old Style"/>
                <a:hlinkClick r:id="rId29"/>
              </a:rPr>
              <a:t> D</a:t>
            </a:r>
            <a:r>
              <a:rPr lang="en-US" sz="1300" u="sng" cap="small">
                <a:solidFill>
                  <a:schemeClr val="hlink"/>
                </a:solidFill>
                <a:latin typeface="Bookman Old Style"/>
                <a:ea typeface="Bookman Old Style"/>
                <a:cs typeface="Bookman Old Style"/>
                <a:sym typeface="Bookman Old Style"/>
                <a:hlinkClick r:id="rId29"/>
              </a:rPr>
              <a:t>ebugging</a:t>
            </a:r>
            <a:r>
              <a:rPr lang="en-US" sz="1300">
                <a:solidFill>
                  <a:srgbClr val="D6D6EF"/>
                </a:solidFill>
                <a:latin typeface="Bookman Old Style"/>
                <a:ea typeface="Bookman Old Style"/>
                <a:cs typeface="Bookman Old Style"/>
                <a:sym typeface="Bookman Old Style"/>
              </a:rPr>
              <a:t> </a:t>
            </a:r>
            <a:endParaRPr sz="1300">
              <a:solidFill>
                <a:srgbClr val="D6D6EF"/>
              </a:solidFill>
              <a:latin typeface="Bookman Old Style"/>
              <a:ea typeface="Bookman Old Style"/>
              <a:cs typeface="Bookman Old Style"/>
              <a:sym typeface="Bookman Old Style"/>
            </a:endParaRPr>
          </a:p>
          <a:p>
            <a:pPr marL="12700" marR="5080" lvl="0" indent="0" algn="l" rtl="0">
              <a:lnSpc>
                <a:spcPct val="112857"/>
              </a:lnSpc>
              <a:spcBef>
                <a:spcPts val="120"/>
              </a:spcBef>
              <a:spcAft>
                <a:spcPts val="0"/>
              </a:spcAft>
              <a:buNone/>
            </a:pPr>
            <a:r>
              <a:rPr lang="en-US" sz="1300" u="sng">
                <a:solidFill>
                  <a:schemeClr val="hlink"/>
                </a:solidFill>
                <a:latin typeface="Bookman Old Style"/>
                <a:ea typeface="Bookman Old Style"/>
                <a:cs typeface="Bookman Old Style"/>
                <a:sym typeface="Bookman Old Style"/>
                <a:hlinkClick r:id="rId30"/>
              </a:rPr>
              <a:t>S</a:t>
            </a:r>
            <a:r>
              <a:rPr lang="en-US" sz="1300" u="sng" cap="small">
                <a:solidFill>
                  <a:schemeClr val="hlink"/>
                </a:solidFill>
                <a:latin typeface="Bookman Old Style"/>
                <a:ea typeface="Bookman Old Style"/>
                <a:cs typeface="Bookman Old Style"/>
                <a:sym typeface="Bookman Old Style"/>
                <a:hlinkClick r:id="rId30"/>
              </a:rPr>
              <a:t>ummary</a:t>
            </a:r>
            <a:endParaRPr sz="1300">
              <a:latin typeface="Bookman Old Style"/>
              <a:ea typeface="Bookman Old Style"/>
              <a:cs typeface="Bookman Old Style"/>
              <a:sym typeface="Bookman Old Style"/>
            </a:endParaRPr>
          </a:p>
        </p:txBody>
      </p:sp>
      <p:grpSp>
        <p:nvGrpSpPr>
          <p:cNvPr id="1901" name="Google Shape;1901;p99"/>
          <p:cNvGrpSpPr/>
          <p:nvPr/>
        </p:nvGrpSpPr>
        <p:grpSpPr>
          <a:xfrm>
            <a:off x="0" y="3141936"/>
            <a:ext cx="5760262" cy="92075"/>
            <a:chOff x="0" y="3141936"/>
            <a:chExt cx="5760262" cy="92075"/>
          </a:xfrm>
        </p:grpSpPr>
        <p:sp>
          <p:nvSpPr>
            <p:cNvPr id="1902" name="Google Shape;1902;p99"/>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03" name="Google Shape;1903;p99"/>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04" name="Google Shape;1904;p99"/>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05" name="Google Shape;1905;p99"/>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06" name="Google Shape;1906;p99"/>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1"/>
              </a:rPr>
              <a:t>D</a:t>
            </a:r>
            <a:r>
              <a:rPr lang="en-US" sz="600" u="sng" cap="small">
                <a:solidFill>
                  <a:schemeClr val="hlink"/>
                </a:solidFill>
                <a:latin typeface="Bookman Old Style"/>
                <a:ea typeface="Bookman Old Style"/>
                <a:cs typeface="Bookman Old Style"/>
                <a:sym typeface="Bookman Old Style"/>
                <a:hlinkClick r:id="rId31"/>
              </a:rPr>
              <a:t>eep</a:t>
            </a:r>
            <a:r>
              <a:rPr lang="en-US" sz="600" u="sng">
                <a:solidFill>
                  <a:schemeClr val="hlink"/>
                </a:solidFill>
                <a:latin typeface="Bookman Old Style"/>
                <a:ea typeface="Bookman Old Style"/>
                <a:cs typeface="Bookman Old Style"/>
                <a:sym typeface="Bookman Old Style"/>
                <a:hlinkClick r:id="rId31"/>
              </a:rPr>
              <a:t> L</a:t>
            </a:r>
            <a:r>
              <a:rPr lang="en-US" sz="600" u="sng" cap="small">
                <a:solidFill>
                  <a:schemeClr val="hlink"/>
                </a:solidFill>
                <a:latin typeface="Bookman Old Style"/>
                <a:ea typeface="Bookman Old Style"/>
                <a:cs typeface="Bookman Old Style"/>
                <a:sym typeface="Bookman Old Style"/>
                <a:hlinkClick r:id="rId31"/>
              </a:rPr>
              <a:t>earning</a:t>
            </a:r>
            <a:endParaRPr sz="600">
              <a:latin typeface="Bookman Old Style"/>
              <a:ea typeface="Bookman Old Style"/>
              <a:cs typeface="Bookman Old Style"/>
              <a:sym typeface="Bookman Old Style"/>
            </a:endParaRPr>
          </a:p>
        </p:txBody>
      </p:sp>
      <p:sp>
        <p:nvSpPr>
          <p:cNvPr id="1907" name="Google Shape;1907;p99"/>
          <p:cNvSpPr txBox="1">
            <a:spLocks noGrp="1"/>
          </p:cNvSpPr>
          <p:nvPr>
            <p:ph type="sldNum" idx="12"/>
          </p:nvPr>
        </p:nvSpPr>
        <p:spPr>
          <a:xfrm>
            <a:off x="4627903" y="3137675"/>
            <a:ext cx="5955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72</a:t>
            </a:fld>
            <a:r>
              <a:rPr lang="en-US"/>
              <a:t> / 100</a:t>
            </a:r>
            <a:endParaRPr/>
          </a:p>
        </p:txBody>
      </p:sp>
    </p:spTree>
  </p:cSld>
  <p:clrMapOvr>
    <a:masterClrMapping/>
  </p:clrMapOvr>
  <p:transition>
    <p:fade thruBlk="1"/>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911"/>
        <p:cNvGrpSpPr/>
        <p:nvPr/>
      </p:nvGrpSpPr>
      <p:grpSpPr>
        <a:xfrm>
          <a:off x="0" y="0"/>
          <a:ext cx="0" cy="0"/>
          <a:chOff x="0" y="0"/>
          <a:chExt cx="0" cy="0"/>
        </a:xfrm>
      </p:grpSpPr>
      <p:sp>
        <p:nvSpPr>
          <p:cNvPr id="1912" name="Google Shape;1912;p100"/>
          <p:cNvSpPr txBox="1"/>
          <p:nvPr/>
        </p:nvSpPr>
        <p:spPr>
          <a:xfrm>
            <a:off x="95300" y="109545"/>
            <a:ext cx="242951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Bookman Old Style"/>
                <a:ea typeface="Bookman Old Style"/>
                <a:cs typeface="Bookman Old Style"/>
                <a:sym typeface="Bookman Old Style"/>
              </a:rPr>
              <a:t>A</a:t>
            </a:r>
            <a:r>
              <a:rPr lang="en-US" sz="1700" cap="small">
                <a:solidFill>
                  <a:srgbClr val="FFFFFF"/>
                </a:solidFill>
                <a:latin typeface="Bookman Old Style"/>
                <a:ea typeface="Bookman Old Style"/>
                <a:cs typeface="Bookman Old Style"/>
                <a:sym typeface="Bookman Old Style"/>
              </a:rPr>
              <a:t>ctivation</a:t>
            </a:r>
            <a:r>
              <a:rPr lang="en-US" sz="1700">
                <a:solidFill>
                  <a:srgbClr val="FFFFFF"/>
                </a:solidFill>
                <a:latin typeface="Bookman Old Style"/>
                <a:ea typeface="Bookman Old Style"/>
                <a:cs typeface="Bookman Old Style"/>
                <a:sym typeface="Bookman Old Style"/>
              </a:rPr>
              <a:t> F</a:t>
            </a:r>
            <a:r>
              <a:rPr lang="en-US" sz="1700" cap="small">
                <a:solidFill>
                  <a:srgbClr val="FFFFFF"/>
                </a:solidFill>
                <a:latin typeface="Bookman Old Style"/>
                <a:ea typeface="Bookman Old Style"/>
                <a:cs typeface="Bookman Old Style"/>
                <a:sym typeface="Bookman Old Style"/>
              </a:rPr>
              <a:t>unctions</a:t>
            </a:r>
            <a:endParaRPr sz="1700">
              <a:latin typeface="Bookman Old Style"/>
              <a:ea typeface="Bookman Old Style"/>
              <a:cs typeface="Bookman Old Style"/>
              <a:sym typeface="Bookman Old Style"/>
            </a:endParaRPr>
          </a:p>
        </p:txBody>
      </p:sp>
      <p:grpSp>
        <p:nvGrpSpPr>
          <p:cNvPr id="1913" name="Google Shape;1913;p100"/>
          <p:cNvGrpSpPr/>
          <p:nvPr/>
        </p:nvGrpSpPr>
        <p:grpSpPr>
          <a:xfrm>
            <a:off x="0" y="3141936"/>
            <a:ext cx="5760262" cy="92075"/>
            <a:chOff x="0" y="3141936"/>
            <a:chExt cx="5760262" cy="92075"/>
          </a:xfrm>
        </p:grpSpPr>
        <p:sp>
          <p:nvSpPr>
            <p:cNvPr id="1914" name="Google Shape;1914;p100"/>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15" name="Google Shape;1915;p100"/>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16" name="Google Shape;1916;p100"/>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17" name="Google Shape;1917;p100"/>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18" name="Google Shape;1918;p100"/>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919" name="Google Shape;1919;p100"/>
          <p:cNvSpPr txBox="1">
            <a:spLocks noGrp="1"/>
          </p:cNvSpPr>
          <p:nvPr>
            <p:ph type="sldNum" idx="12"/>
          </p:nvPr>
        </p:nvSpPr>
        <p:spPr>
          <a:xfrm>
            <a:off x="4627902" y="3137675"/>
            <a:ext cx="4722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73</a:t>
            </a:fld>
            <a:r>
              <a:rPr lang="en-US"/>
              <a:t> / 100</a:t>
            </a:r>
            <a:endParaRPr/>
          </a:p>
        </p:txBody>
      </p:sp>
      <p:pic>
        <p:nvPicPr>
          <p:cNvPr id="1920" name="Google Shape;1920;p100"/>
          <p:cNvPicPr preferRelativeResize="0"/>
          <p:nvPr/>
        </p:nvPicPr>
        <p:blipFill>
          <a:blip r:embed="rId4">
            <a:alphaModFix/>
          </a:blip>
          <a:stretch>
            <a:fillRect/>
          </a:stretch>
        </p:blipFill>
        <p:spPr>
          <a:xfrm>
            <a:off x="0" y="810134"/>
            <a:ext cx="5633274" cy="172786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9AF72CE6-3D4E-DDF5-7963-FDD45D1044BE}"/>
                  </a:ext>
                </a:extLst>
              </p14:cNvPr>
              <p14:cNvContentPartPr/>
              <p14:nvPr/>
            </p14:nvContentPartPr>
            <p14:xfrm>
              <a:off x="1536480" y="1144080"/>
              <a:ext cx="3131640" cy="617400"/>
            </p14:xfrm>
          </p:contentPart>
        </mc:Choice>
        <mc:Fallback>
          <p:pic>
            <p:nvPicPr>
              <p:cNvPr id="2" name="Ink 1">
                <a:extLst>
                  <a:ext uri="{FF2B5EF4-FFF2-40B4-BE49-F238E27FC236}">
                    <a16:creationId xmlns:a16="http://schemas.microsoft.com/office/drawing/2014/main" id="{9AF72CE6-3D4E-DDF5-7963-FDD45D1044BE}"/>
                  </a:ext>
                </a:extLst>
              </p:cNvPr>
              <p:cNvPicPr/>
              <p:nvPr/>
            </p:nvPicPr>
            <p:blipFill>
              <a:blip r:embed="rId6"/>
              <a:stretch>
                <a:fillRect/>
              </a:stretch>
            </p:blipFill>
            <p:spPr>
              <a:xfrm>
                <a:off x="1527120" y="1134720"/>
                <a:ext cx="3150360" cy="636120"/>
              </a:xfrm>
              <a:prstGeom prst="rect">
                <a:avLst/>
              </a:prstGeom>
            </p:spPr>
          </p:pic>
        </mc:Fallback>
      </mc:AlternateContent>
    </p:spTree>
  </p:cSld>
  <p:clrMapOvr>
    <a:masterClrMapping/>
  </p:clrMapOvr>
  <p:transition>
    <p:fade thruBlk="1"/>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924"/>
        <p:cNvGrpSpPr/>
        <p:nvPr/>
      </p:nvGrpSpPr>
      <p:grpSpPr>
        <a:xfrm>
          <a:off x="0" y="0"/>
          <a:ext cx="0" cy="0"/>
          <a:chOff x="0" y="0"/>
          <a:chExt cx="0" cy="0"/>
        </a:xfrm>
      </p:grpSpPr>
      <p:sp>
        <p:nvSpPr>
          <p:cNvPr id="1925" name="Google Shape;1925;p101"/>
          <p:cNvSpPr txBox="1"/>
          <p:nvPr/>
        </p:nvSpPr>
        <p:spPr>
          <a:xfrm>
            <a:off x="95300" y="109545"/>
            <a:ext cx="1719580"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Bookman Old Style"/>
                <a:ea typeface="Bookman Old Style"/>
                <a:cs typeface="Bookman Old Style"/>
                <a:sym typeface="Bookman Old Style"/>
              </a:rPr>
              <a:t>L</a:t>
            </a:r>
            <a:r>
              <a:rPr lang="en-US" sz="1700" cap="small">
                <a:solidFill>
                  <a:srgbClr val="FFFFFF"/>
                </a:solidFill>
                <a:latin typeface="Bookman Old Style"/>
                <a:ea typeface="Bookman Old Style"/>
                <a:cs typeface="Bookman Old Style"/>
                <a:sym typeface="Bookman Old Style"/>
              </a:rPr>
              <a:t>oss</a:t>
            </a:r>
            <a:r>
              <a:rPr lang="en-US" sz="1700">
                <a:solidFill>
                  <a:srgbClr val="FFFFFF"/>
                </a:solidFill>
                <a:latin typeface="Bookman Old Style"/>
                <a:ea typeface="Bookman Old Style"/>
                <a:cs typeface="Bookman Old Style"/>
                <a:sym typeface="Bookman Old Style"/>
              </a:rPr>
              <a:t> F</a:t>
            </a:r>
            <a:r>
              <a:rPr lang="en-US" sz="1700" cap="small">
                <a:solidFill>
                  <a:srgbClr val="FFFFFF"/>
                </a:solidFill>
                <a:latin typeface="Bookman Old Style"/>
                <a:ea typeface="Bookman Old Style"/>
                <a:cs typeface="Bookman Old Style"/>
                <a:sym typeface="Bookman Old Style"/>
              </a:rPr>
              <a:t>unctions</a:t>
            </a:r>
            <a:endParaRPr sz="1700">
              <a:latin typeface="Bookman Old Style"/>
              <a:ea typeface="Bookman Old Style"/>
              <a:cs typeface="Bookman Old Style"/>
              <a:sym typeface="Bookman Old Style"/>
            </a:endParaRPr>
          </a:p>
        </p:txBody>
      </p:sp>
      <p:grpSp>
        <p:nvGrpSpPr>
          <p:cNvPr id="1926" name="Google Shape;1926;p101"/>
          <p:cNvGrpSpPr/>
          <p:nvPr/>
        </p:nvGrpSpPr>
        <p:grpSpPr>
          <a:xfrm>
            <a:off x="0" y="3141936"/>
            <a:ext cx="5760262" cy="92075"/>
            <a:chOff x="0" y="3141936"/>
            <a:chExt cx="5760262" cy="92075"/>
          </a:xfrm>
        </p:grpSpPr>
        <p:sp>
          <p:nvSpPr>
            <p:cNvPr id="1927" name="Google Shape;1927;p101"/>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28" name="Google Shape;1928;p101"/>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29" name="Google Shape;1929;p101"/>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30" name="Google Shape;1930;p101"/>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31" name="Google Shape;1931;p101"/>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932" name="Google Shape;1932;p101"/>
          <p:cNvSpPr txBox="1">
            <a:spLocks noGrp="1"/>
          </p:cNvSpPr>
          <p:nvPr>
            <p:ph type="sldNum" idx="12"/>
          </p:nvPr>
        </p:nvSpPr>
        <p:spPr>
          <a:xfrm>
            <a:off x="4627902" y="3137675"/>
            <a:ext cx="5043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74</a:t>
            </a:fld>
            <a:r>
              <a:rPr lang="en-US"/>
              <a:t> / 100</a:t>
            </a:r>
            <a:endParaRPr/>
          </a:p>
        </p:txBody>
      </p:sp>
      <p:pic>
        <p:nvPicPr>
          <p:cNvPr id="1933" name="Google Shape;1933;p101"/>
          <p:cNvPicPr preferRelativeResize="0"/>
          <p:nvPr/>
        </p:nvPicPr>
        <p:blipFill>
          <a:blip r:embed="rId4">
            <a:alphaModFix/>
          </a:blip>
          <a:stretch>
            <a:fillRect/>
          </a:stretch>
        </p:blipFill>
        <p:spPr>
          <a:xfrm>
            <a:off x="152400" y="468775"/>
            <a:ext cx="5447523" cy="2626626"/>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9F9DB6D2-5E6E-090C-1785-3AB87F5A9D01}"/>
                  </a:ext>
                </a:extLst>
              </p14:cNvPr>
              <p14:cNvContentPartPr/>
              <p14:nvPr/>
            </p14:nvContentPartPr>
            <p14:xfrm>
              <a:off x="1851840" y="957240"/>
              <a:ext cx="3581280" cy="1924560"/>
            </p14:xfrm>
          </p:contentPart>
        </mc:Choice>
        <mc:Fallback>
          <p:pic>
            <p:nvPicPr>
              <p:cNvPr id="2" name="Ink 1">
                <a:extLst>
                  <a:ext uri="{FF2B5EF4-FFF2-40B4-BE49-F238E27FC236}">
                    <a16:creationId xmlns:a16="http://schemas.microsoft.com/office/drawing/2014/main" id="{9F9DB6D2-5E6E-090C-1785-3AB87F5A9D01}"/>
                  </a:ext>
                </a:extLst>
              </p:cNvPr>
              <p:cNvPicPr/>
              <p:nvPr/>
            </p:nvPicPr>
            <p:blipFill>
              <a:blip r:embed="rId6"/>
              <a:stretch>
                <a:fillRect/>
              </a:stretch>
            </p:blipFill>
            <p:spPr>
              <a:xfrm>
                <a:off x="1842480" y="947880"/>
                <a:ext cx="3600000" cy="1943280"/>
              </a:xfrm>
              <a:prstGeom prst="rect">
                <a:avLst/>
              </a:prstGeom>
            </p:spPr>
          </p:pic>
        </mc:Fallback>
      </mc:AlternateContent>
    </p:spTree>
  </p:cSld>
  <p:clrMapOvr>
    <a:masterClrMapping/>
  </p:clrMapOvr>
  <p:transition>
    <p:fade thruBlk="1"/>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937"/>
        <p:cNvGrpSpPr/>
        <p:nvPr/>
      </p:nvGrpSpPr>
      <p:grpSpPr>
        <a:xfrm>
          <a:off x="0" y="0"/>
          <a:ext cx="0" cy="0"/>
          <a:chOff x="0" y="0"/>
          <a:chExt cx="0" cy="0"/>
        </a:xfrm>
      </p:grpSpPr>
      <p:sp>
        <p:nvSpPr>
          <p:cNvPr id="1938" name="Google Shape;1938;p102"/>
          <p:cNvSpPr txBox="1"/>
          <p:nvPr/>
        </p:nvSpPr>
        <p:spPr>
          <a:xfrm>
            <a:off x="95300" y="109545"/>
            <a:ext cx="312991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Bookman Old Style"/>
                <a:ea typeface="Bookman Old Style"/>
                <a:cs typeface="Bookman Old Style"/>
                <a:sym typeface="Bookman Old Style"/>
              </a:rPr>
              <a:t>G</a:t>
            </a:r>
            <a:r>
              <a:rPr lang="en-US" sz="1700" cap="small">
                <a:solidFill>
                  <a:srgbClr val="FFFFFF"/>
                </a:solidFill>
                <a:latin typeface="Bookman Old Style"/>
                <a:ea typeface="Bookman Old Style"/>
                <a:cs typeface="Bookman Old Style"/>
                <a:sym typeface="Bookman Old Style"/>
              </a:rPr>
              <a:t>radient</a:t>
            </a:r>
            <a:r>
              <a:rPr lang="en-US" sz="1700">
                <a:solidFill>
                  <a:srgbClr val="FFFFFF"/>
                </a:solidFill>
                <a:latin typeface="Bookman Old Style"/>
                <a:ea typeface="Bookman Old Style"/>
                <a:cs typeface="Bookman Old Style"/>
                <a:sym typeface="Bookman Old Style"/>
              </a:rPr>
              <a:t> D</a:t>
            </a:r>
            <a:r>
              <a:rPr lang="en-US" sz="1700" cap="small">
                <a:solidFill>
                  <a:srgbClr val="FFFFFF"/>
                </a:solidFill>
                <a:latin typeface="Bookman Old Style"/>
                <a:ea typeface="Bookman Old Style"/>
                <a:cs typeface="Bookman Old Style"/>
                <a:sym typeface="Bookman Old Style"/>
              </a:rPr>
              <a:t>escent</a:t>
            </a:r>
            <a:r>
              <a:rPr lang="en-US" sz="1700">
                <a:solidFill>
                  <a:srgbClr val="FFFFFF"/>
                </a:solidFill>
                <a:latin typeface="Bookman Old Style"/>
                <a:ea typeface="Bookman Old Style"/>
                <a:cs typeface="Bookman Old Style"/>
                <a:sym typeface="Bookman Old Style"/>
              </a:rPr>
              <a:t> V</a:t>
            </a:r>
            <a:r>
              <a:rPr lang="en-US" sz="1700" cap="small">
                <a:solidFill>
                  <a:srgbClr val="FFFFFF"/>
                </a:solidFill>
                <a:latin typeface="Bookman Old Style"/>
                <a:ea typeface="Bookman Old Style"/>
                <a:cs typeface="Bookman Old Style"/>
                <a:sym typeface="Bookman Old Style"/>
              </a:rPr>
              <a:t>ariants</a:t>
            </a:r>
            <a:endParaRPr sz="1700">
              <a:latin typeface="Bookman Old Style"/>
              <a:ea typeface="Bookman Old Style"/>
              <a:cs typeface="Bookman Old Style"/>
              <a:sym typeface="Bookman Old Style"/>
            </a:endParaRPr>
          </a:p>
        </p:txBody>
      </p:sp>
      <p:grpSp>
        <p:nvGrpSpPr>
          <p:cNvPr id="1939" name="Google Shape;1939;p102"/>
          <p:cNvGrpSpPr/>
          <p:nvPr/>
        </p:nvGrpSpPr>
        <p:grpSpPr>
          <a:xfrm>
            <a:off x="0" y="3141936"/>
            <a:ext cx="5760262" cy="92075"/>
            <a:chOff x="0" y="3141936"/>
            <a:chExt cx="5760262" cy="92075"/>
          </a:xfrm>
        </p:grpSpPr>
        <p:sp>
          <p:nvSpPr>
            <p:cNvPr id="1940" name="Google Shape;1940;p102"/>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41" name="Google Shape;1941;p102"/>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42" name="Google Shape;1942;p102"/>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43" name="Google Shape;1943;p102"/>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44" name="Google Shape;1944;p102"/>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945" name="Google Shape;1945;p102"/>
          <p:cNvSpPr txBox="1">
            <a:spLocks noGrp="1"/>
          </p:cNvSpPr>
          <p:nvPr>
            <p:ph type="sldNum" idx="12"/>
          </p:nvPr>
        </p:nvSpPr>
        <p:spPr>
          <a:xfrm>
            <a:off x="4627902" y="3137675"/>
            <a:ext cx="536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75</a:t>
            </a:fld>
            <a:r>
              <a:rPr lang="en-US"/>
              <a:t> / 100</a:t>
            </a:r>
            <a:endParaRPr/>
          </a:p>
        </p:txBody>
      </p:sp>
      <p:pic>
        <p:nvPicPr>
          <p:cNvPr id="1946" name="Google Shape;1946;p102"/>
          <p:cNvPicPr preferRelativeResize="0"/>
          <p:nvPr/>
        </p:nvPicPr>
        <p:blipFill>
          <a:blip r:embed="rId4">
            <a:alphaModFix/>
          </a:blip>
          <a:stretch>
            <a:fillRect/>
          </a:stretch>
        </p:blipFill>
        <p:spPr>
          <a:xfrm>
            <a:off x="152400" y="467450"/>
            <a:ext cx="5124226" cy="2634601"/>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CCC5C525-9984-A10C-5581-1215849297ED}"/>
                  </a:ext>
                </a:extLst>
              </p14:cNvPr>
              <p14:cNvContentPartPr/>
              <p14:nvPr/>
            </p14:nvContentPartPr>
            <p14:xfrm>
              <a:off x="2169720" y="572400"/>
              <a:ext cx="2841840" cy="2369160"/>
            </p14:xfrm>
          </p:contentPart>
        </mc:Choice>
        <mc:Fallback>
          <p:pic>
            <p:nvPicPr>
              <p:cNvPr id="2" name="Ink 1">
                <a:extLst>
                  <a:ext uri="{FF2B5EF4-FFF2-40B4-BE49-F238E27FC236}">
                    <a16:creationId xmlns:a16="http://schemas.microsoft.com/office/drawing/2014/main" id="{CCC5C525-9984-A10C-5581-1215849297ED}"/>
                  </a:ext>
                </a:extLst>
              </p:cNvPr>
              <p:cNvPicPr/>
              <p:nvPr/>
            </p:nvPicPr>
            <p:blipFill>
              <a:blip r:embed="rId6"/>
              <a:stretch>
                <a:fillRect/>
              </a:stretch>
            </p:blipFill>
            <p:spPr>
              <a:xfrm>
                <a:off x="2160360" y="563040"/>
                <a:ext cx="2860560" cy="2387880"/>
              </a:xfrm>
              <a:prstGeom prst="rect">
                <a:avLst/>
              </a:prstGeom>
            </p:spPr>
          </p:pic>
        </mc:Fallback>
      </mc:AlternateContent>
    </p:spTree>
  </p:cSld>
  <p:clrMapOvr>
    <a:masterClrMapping/>
  </p:clrMapOvr>
  <p:transition>
    <p:fade thruBlk="1"/>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950"/>
        <p:cNvGrpSpPr/>
        <p:nvPr/>
      </p:nvGrpSpPr>
      <p:grpSpPr>
        <a:xfrm>
          <a:off x="0" y="0"/>
          <a:ext cx="0" cy="0"/>
          <a:chOff x="0" y="0"/>
          <a:chExt cx="0" cy="0"/>
        </a:xfrm>
      </p:grpSpPr>
      <p:sp>
        <p:nvSpPr>
          <p:cNvPr id="1951" name="Google Shape;1951;p103"/>
          <p:cNvSpPr txBox="1"/>
          <p:nvPr/>
        </p:nvSpPr>
        <p:spPr>
          <a:xfrm>
            <a:off x="95300" y="109545"/>
            <a:ext cx="332676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sz="1700">
                <a:solidFill>
                  <a:srgbClr val="FFFFFF"/>
                </a:solidFill>
                <a:latin typeface="Bookman Old Style"/>
                <a:ea typeface="Bookman Old Style"/>
                <a:cs typeface="Bookman Old Style"/>
                <a:sym typeface="Bookman Old Style"/>
              </a:rPr>
              <a:t>C</a:t>
            </a:r>
            <a:r>
              <a:rPr lang="en-US" sz="1700" cap="small">
                <a:solidFill>
                  <a:srgbClr val="FFFFFF"/>
                </a:solidFill>
                <a:latin typeface="Bookman Old Style"/>
                <a:ea typeface="Bookman Old Style"/>
                <a:cs typeface="Bookman Old Style"/>
                <a:sym typeface="Bookman Old Style"/>
              </a:rPr>
              <a:t>omparison</a:t>
            </a:r>
            <a:r>
              <a:rPr lang="en-US" sz="1700">
                <a:solidFill>
                  <a:srgbClr val="FFFFFF"/>
                </a:solidFill>
                <a:latin typeface="Bookman Old Style"/>
                <a:ea typeface="Bookman Old Style"/>
                <a:cs typeface="Bookman Old Style"/>
                <a:sym typeface="Bookman Old Style"/>
              </a:rPr>
              <a:t> </a:t>
            </a:r>
            <a:r>
              <a:rPr lang="en-US" sz="1700" cap="small">
                <a:solidFill>
                  <a:srgbClr val="FFFFFF"/>
                </a:solidFill>
                <a:latin typeface="Bookman Old Style"/>
                <a:ea typeface="Bookman Old Style"/>
                <a:cs typeface="Bookman Old Style"/>
                <a:sym typeface="Bookman Old Style"/>
              </a:rPr>
              <a:t>of</a:t>
            </a:r>
            <a:r>
              <a:rPr lang="en-US" sz="1700">
                <a:solidFill>
                  <a:srgbClr val="FFFFFF"/>
                </a:solidFill>
                <a:latin typeface="Bookman Old Style"/>
                <a:ea typeface="Bookman Old Style"/>
                <a:cs typeface="Bookman Old Style"/>
                <a:sym typeface="Bookman Old Style"/>
              </a:rPr>
              <a:t> L</a:t>
            </a:r>
            <a:r>
              <a:rPr lang="en-US" sz="1700" cap="small">
                <a:solidFill>
                  <a:srgbClr val="FFFFFF"/>
                </a:solidFill>
                <a:latin typeface="Bookman Old Style"/>
                <a:ea typeface="Bookman Old Style"/>
                <a:cs typeface="Bookman Old Style"/>
                <a:sym typeface="Bookman Old Style"/>
              </a:rPr>
              <a:t>inear</a:t>
            </a:r>
            <a:r>
              <a:rPr lang="en-US" sz="1700">
                <a:solidFill>
                  <a:srgbClr val="FFFFFF"/>
                </a:solidFill>
                <a:latin typeface="Bookman Old Style"/>
                <a:ea typeface="Bookman Old Style"/>
                <a:cs typeface="Bookman Old Style"/>
                <a:sym typeface="Bookman Old Style"/>
              </a:rPr>
              <a:t> </a:t>
            </a:r>
            <a:r>
              <a:rPr lang="en-US" sz="1700" cap="small">
                <a:solidFill>
                  <a:srgbClr val="FFFFFF"/>
                </a:solidFill>
                <a:latin typeface="Bookman Old Style"/>
                <a:ea typeface="Bookman Old Style"/>
                <a:cs typeface="Bookman Old Style"/>
                <a:sym typeface="Bookman Old Style"/>
              </a:rPr>
              <a:t>models</a:t>
            </a:r>
            <a:endParaRPr sz="1700">
              <a:latin typeface="Bookman Old Style"/>
              <a:ea typeface="Bookman Old Style"/>
              <a:cs typeface="Bookman Old Style"/>
              <a:sym typeface="Bookman Old Style"/>
            </a:endParaRPr>
          </a:p>
        </p:txBody>
      </p:sp>
      <p:grpSp>
        <p:nvGrpSpPr>
          <p:cNvPr id="1952" name="Google Shape;1952;p103"/>
          <p:cNvGrpSpPr/>
          <p:nvPr/>
        </p:nvGrpSpPr>
        <p:grpSpPr>
          <a:xfrm>
            <a:off x="0" y="3141936"/>
            <a:ext cx="5760262" cy="92075"/>
            <a:chOff x="0" y="3141936"/>
            <a:chExt cx="5760262" cy="92075"/>
          </a:xfrm>
        </p:grpSpPr>
        <p:sp>
          <p:nvSpPr>
            <p:cNvPr id="1953" name="Google Shape;1953;p103"/>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54" name="Google Shape;1954;p103"/>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55" name="Google Shape;1955;p103"/>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56" name="Google Shape;1956;p103"/>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1957" name="Google Shape;1957;p103"/>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1958" name="Google Shape;1958;p103"/>
          <p:cNvSpPr txBox="1">
            <a:spLocks noGrp="1"/>
          </p:cNvSpPr>
          <p:nvPr>
            <p:ph type="sldNum" idx="12"/>
          </p:nvPr>
        </p:nvSpPr>
        <p:spPr>
          <a:xfrm>
            <a:off x="4627902" y="3137675"/>
            <a:ext cx="5124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76</a:t>
            </a:fld>
            <a:r>
              <a:rPr lang="en-US"/>
              <a:t> / 100</a:t>
            </a:r>
            <a:endParaRPr/>
          </a:p>
        </p:txBody>
      </p:sp>
      <p:pic>
        <p:nvPicPr>
          <p:cNvPr id="1959" name="Google Shape;1959;p103"/>
          <p:cNvPicPr preferRelativeResize="0"/>
          <p:nvPr/>
        </p:nvPicPr>
        <p:blipFill>
          <a:blip r:embed="rId4">
            <a:alphaModFix/>
          </a:blip>
          <a:stretch>
            <a:fillRect/>
          </a:stretch>
        </p:blipFill>
        <p:spPr>
          <a:xfrm>
            <a:off x="152400" y="483513"/>
            <a:ext cx="5485860" cy="2595863"/>
          </a:xfrm>
          <a:prstGeom prst="rect">
            <a:avLst/>
          </a:prstGeom>
          <a:noFill/>
          <a:ln>
            <a:noFill/>
          </a:ln>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EEF7C778-AE84-4620-3174-776A6813AF2E}"/>
                  </a:ext>
                </a:extLst>
              </p14:cNvPr>
              <p14:cNvContentPartPr/>
              <p14:nvPr/>
            </p14:nvContentPartPr>
            <p14:xfrm>
              <a:off x="2122920" y="1278720"/>
              <a:ext cx="3338280" cy="1661040"/>
            </p14:xfrm>
          </p:contentPart>
        </mc:Choice>
        <mc:Fallback>
          <p:pic>
            <p:nvPicPr>
              <p:cNvPr id="2" name="Ink 1">
                <a:extLst>
                  <a:ext uri="{FF2B5EF4-FFF2-40B4-BE49-F238E27FC236}">
                    <a16:creationId xmlns:a16="http://schemas.microsoft.com/office/drawing/2014/main" id="{EEF7C778-AE84-4620-3174-776A6813AF2E}"/>
                  </a:ext>
                </a:extLst>
              </p:cNvPr>
              <p:cNvPicPr/>
              <p:nvPr/>
            </p:nvPicPr>
            <p:blipFill>
              <a:blip r:embed="rId6"/>
              <a:stretch>
                <a:fillRect/>
              </a:stretch>
            </p:blipFill>
            <p:spPr>
              <a:xfrm>
                <a:off x="2113560" y="1269360"/>
                <a:ext cx="3357000" cy="1679760"/>
              </a:xfrm>
              <a:prstGeom prst="rect">
                <a:avLst/>
              </a:prstGeom>
            </p:spPr>
          </p:pic>
        </mc:Fallback>
      </mc:AlternateContent>
    </p:spTree>
  </p:cSld>
  <p:clrMapOvr>
    <a:masterClrMapping/>
  </p:clrMapOvr>
  <p:transition>
    <p:fade thruBlk="1"/>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963"/>
        <p:cNvGrpSpPr/>
        <p:nvPr/>
      </p:nvGrpSpPr>
      <p:grpSpPr>
        <a:xfrm>
          <a:off x="0" y="0"/>
          <a:ext cx="0" cy="0"/>
          <a:chOff x="0" y="0"/>
          <a:chExt cx="0" cy="0"/>
        </a:xfrm>
      </p:grpSpPr>
      <p:sp>
        <p:nvSpPr>
          <p:cNvPr id="1964" name="Google Shape;1964;p104"/>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R</a:t>
            </a:r>
            <a:r>
              <a:rPr lang="en-US" cap="small">
                <a:solidFill>
                  <a:srgbClr val="FFFFFF"/>
                </a:solidFill>
              </a:rPr>
              <a:t>ecap</a:t>
            </a:r>
            <a:r>
              <a:rPr lang="en-US">
                <a:solidFill>
                  <a:srgbClr val="FFFFFF"/>
                </a:solidFill>
              </a:rPr>
              <a:t>: B</a:t>
            </a:r>
            <a:r>
              <a:rPr lang="en-US" cap="small">
                <a:solidFill>
                  <a:srgbClr val="FFFFFF"/>
                </a:solidFill>
              </a:rPr>
              <a:t>inary</a:t>
            </a:r>
            <a:r>
              <a:rPr lang="en-US">
                <a:solidFill>
                  <a:srgbClr val="FFFFFF"/>
                </a:solidFill>
              </a:rPr>
              <a:t> C</a:t>
            </a:r>
            <a:r>
              <a:rPr lang="en-US" cap="small">
                <a:solidFill>
                  <a:srgbClr val="FFFFFF"/>
                </a:solidFill>
              </a:rPr>
              <a:t>lassification</a:t>
            </a:r>
            <a:endParaRPr/>
          </a:p>
        </p:txBody>
      </p:sp>
      <p:grpSp>
        <p:nvGrpSpPr>
          <p:cNvPr id="1965" name="Google Shape;1965;p104"/>
          <p:cNvGrpSpPr/>
          <p:nvPr/>
        </p:nvGrpSpPr>
        <p:grpSpPr>
          <a:xfrm>
            <a:off x="513702" y="1186751"/>
            <a:ext cx="1356686" cy="1346613"/>
            <a:chOff x="513702" y="1186751"/>
            <a:chExt cx="1356686" cy="1346613"/>
          </a:xfrm>
        </p:grpSpPr>
        <p:pic>
          <p:nvPicPr>
            <p:cNvPr id="1966" name="Google Shape;1966;p104"/>
            <p:cNvPicPr preferRelativeResize="0"/>
            <p:nvPr/>
          </p:nvPicPr>
          <p:blipFill rotWithShape="1">
            <a:blip r:embed="rId3">
              <a:alphaModFix/>
            </a:blip>
            <a:srcRect/>
            <a:stretch/>
          </p:blipFill>
          <p:spPr>
            <a:xfrm>
              <a:off x="513702" y="1186751"/>
              <a:ext cx="69291" cy="69291"/>
            </a:xfrm>
            <a:prstGeom prst="rect">
              <a:avLst/>
            </a:prstGeom>
            <a:noFill/>
            <a:ln>
              <a:noFill/>
            </a:ln>
          </p:spPr>
        </p:pic>
        <p:pic>
          <p:nvPicPr>
            <p:cNvPr id="1967" name="Google Shape;1967;p104"/>
            <p:cNvPicPr preferRelativeResize="0"/>
            <p:nvPr/>
          </p:nvPicPr>
          <p:blipFill rotWithShape="1">
            <a:blip r:embed="rId4">
              <a:alphaModFix/>
            </a:blip>
            <a:srcRect/>
            <a:stretch/>
          </p:blipFill>
          <p:spPr>
            <a:xfrm>
              <a:off x="513702" y="1382204"/>
              <a:ext cx="69291" cy="69291"/>
            </a:xfrm>
            <a:prstGeom prst="rect">
              <a:avLst/>
            </a:prstGeom>
            <a:noFill/>
            <a:ln>
              <a:noFill/>
            </a:ln>
          </p:spPr>
        </p:pic>
        <p:pic>
          <p:nvPicPr>
            <p:cNvPr id="1968" name="Google Shape;1968;p104"/>
            <p:cNvPicPr preferRelativeResize="0"/>
            <p:nvPr/>
          </p:nvPicPr>
          <p:blipFill rotWithShape="1">
            <a:blip r:embed="rId5">
              <a:alphaModFix/>
            </a:blip>
            <a:srcRect/>
            <a:stretch/>
          </p:blipFill>
          <p:spPr>
            <a:xfrm>
              <a:off x="513702" y="1577657"/>
              <a:ext cx="69291" cy="69291"/>
            </a:xfrm>
            <a:prstGeom prst="rect">
              <a:avLst/>
            </a:prstGeom>
            <a:noFill/>
            <a:ln>
              <a:noFill/>
            </a:ln>
          </p:spPr>
        </p:pic>
        <p:pic>
          <p:nvPicPr>
            <p:cNvPr id="1969" name="Google Shape;1969;p104"/>
            <p:cNvPicPr preferRelativeResize="0"/>
            <p:nvPr/>
          </p:nvPicPr>
          <p:blipFill rotWithShape="1">
            <a:blip r:embed="rId6">
              <a:alphaModFix/>
            </a:blip>
            <a:srcRect/>
            <a:stretch/>
          </p:blipFill>
          <p:spPr>
            <a:xfrm>
              <a:off x="513702" y="1773110"/>
              <a:ext cx="69291" cy="69291"/>
            </a:xfrm>
            <a:prstGeom prst="rect">
              <a:avLst/>
            </a:prstGeom>
            <a:noFill/>
            <a:ln>
              <a:noFill/>
            </a:ln>
          </p:spPr>
        </p:pic>
        <p:pic>
          <p:nvPicPr>
            <p:cNvPr id="1970" name="Google Shape;1970;p104"/>
            <p:cNvPicPr preferRelativeResize="0"/>
            <p:nvPr/>
          </p:nvPicPr>
          <p:blipFill rotWithShape="1">
            <a:blip r:embed="rId7">
              <a:alphaModFix/>
            </a:blip>
            <a:srcRect/>
            <a:stretch/>
          </p:blipFill>
          <p:spPr>
            <a:xfrm>
              <a:off x="513702" y="1968563"/>
              <a:ext cx="69291" cy="69291"/>
            </a:xfrm>
            <a:prstGeom prst="rect">
              <a:avLst/>
            </a:prstGeom>
            <a:noFill/>
            <a:ln>
              <a:noFill/>
            </a:ln>
          </p:spPr>
        </p:pic>
        <p:sp>
          <p:nvSpPr>
            <p:cNvPr id="1971" name="Google Shape;1971;p104"/>
            <p:cNvSpPr/>
            <p:nvPr/>
          </p:nvSpPr>
          <p:spPr>
            <a:xfrm>
              <a:off x="1585908" y="2248884"/>
              <a:ext cx="284480" cy="284480"/>
            </a:xfrm>
            <a:custGeom>
              <a:avLst/>
              <a:gdLst/>
              <a:ahLst/>
              <a:cxnLst/>
              <a:rect l="l" t="t" r="r" b="b"/>
              <a:pathLst>
                <a:path w="284480" h="284480" extrusionOk="0">
                  <a:moveTo>
                    <a:pt x="142040" y="0"/>
                  </a:moveTo>
                  <a:lnTo>
                    <a:pt x="97144" y="7241"/>
                  </a:lnTo>
                  <a:lnTo>
                    <a:pt x="58152" y="27405"/>
                  </a:lnTo>
                  <a:lnTo>
                    <a:pt x="27405" y="58152"/>
                  </a:lnTo>
                  <a:lnTo>
                    <a:pt x="7241" y="97144"/>
                  </a:lnTo>
                  <a:lnTo>
                    <a:pt x="0" y="142040"/>
                  </a:lnTo>
                  <a:lnTo>
                    <a:pt x="7241" y="186936"/>
                  </a:lnTo>
                  <a:lnTo>
                    <a:pt x="27405" y="225928"/>
                  </a:lnTo>
                  <a:lnTo>
                    <a:pt x="58152" y="256675"/>
                  </a:lnTo>
                  <a:lnTo>
                    <a:pt x="97144" y="276839"/>
                  </a:lnTo>
                  <a:lnTo>
                    <a:pt x="142040" y="284081"/>
                  </a:lnTo>
                  <a:lnTo>
                    <a:pt x="186936" y="276839"/>
                  </a:lnTo>
                  <a:lnTo>
                    <a:pt x="225928" y="256675"/>
                  </a:lnTo>
                  <a:lnTo>
                    <a:pt x="256675" y="225928"/>
                  </a:lnTo>
                  <a:lnTo>
                    <a:pt x="276839" y="186936"/>
                  </a:lnTo>
                  <a:lnTo>
                    <a:pt x="284081" y="142040"/>
                  </a:lnTo>
                  <a:lnTo>
                    <a:pt x="276839" y="97144"/>
                  </a:lnTo>
                  <a:lnTo>
                    <a:pt x="256675" y="58152"/>
                  </a:lnTo>
                  <a:lnTo>
                    <a:pt x="225928" y="27405"/>
                  </a:lnTo>
                  <a:lnTo>
                    <a:pt x="186936" y="7241"/>
                  </a:lnTo>
                  <a:lnTo>
                    <a:pt x="142040"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72" name="Google Shape;1972;p104"/>
            <p:cNvSpPr/>
            <p:nvPr/>
          </p:nvSpPr>
          <p:spPr>
            <a:xfrm>
              <a:off x="1585908" y="2248884"/>
              <a:ext cx="284480" cy="284480"/>
            </a:xfrm>
            <a:custGeom>
              <a:avLst/>
              <a:gdLst/>
              <a:ahLst/>
              <a:cxnLst/>
              <a:rect l="l" t="t" r="r" b="b"/>
              <a:pathLst>
                <a:path w="284480" h="284480" extrusionOk="0">
                  <a:moveTo>
                    <a:pt x="284081" y="142040"/>
                  </a:moveTo>
                  <a:lnTo>
                    <a:pt x="276839" y="97144"/>
                  </a:lnTo>
                  <a:lnTo>
                    <a:pt x="256675" y="58152"/>
                  </a:lnTo>
                  <a:lnTo>
                    <a:pt x="225928" y="27405"/>
                  </a:lnTo>
                  <a:lnTo>
                    <a:pt x="186936" y="7241"/>
                  </a:lnTo>
                  <a:lnTo>
                    <a:pt x="142040" y="0"/>
                  </a:lnTo>
                  <a:lnTo>
                    <a:pt x="97144" y="7241"/>
                  </a:lnTo>
                  <a:lnTo>
                    <a:pt x="58152" y="27405"/>
                  </a:lnTo>
                  <a:lnTo>
                    <a:pt x="27405" y="58152"/>
                  </a:lnTo>
                  <a:lnTo>
                    <a:pt x="7241" y="97144"/>
                  </a:lnTo>
                  <a:lnTo>
                    <a:pt x="0" y="142040"/>
                  </a:lnTo>
                  <a:lnTo>
                    <a:pt x="7241" y="186936"/>
                  </a:lnTo>
                  <a:lnTo>
                    <a:pt x="27405" y="225928"/>
                  </a:lnTo>
                  <a:lnTo>
                    <a:pt x="58152" y="256675"/>
                  </a:lnTo>
                  <a:lnTo>
                    <a:pt x="97144" y="276839"/>
                  </a:lnTo>
                  <a:lnTo>
                    <a:pt x="142040" y="284081"/>
                  </a:lnTo>
                  <a:lnTo>
                    <a:pt x="186936" y="276839"/>
                  </a:lnTo>
                  <a:lnTo>
                    <a:pt x="225928" y="256675"/>
                  </a:lnTo>
                  <a:lnTo>
                    <a:pt x="256675" y="225928"/>
                  </a:lnTo>
                  <a:lnTo>
                    <a:pt x="276839" y="186936"/>
                  </a:lnTo>
                  <a:lnTo>
                    <a:pt x="284081" y="14204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73" name="Google Shape;1973;p104"/>
          <p:cNvSpPr txBox="1"/>
          <p:nvPr/>
        </p:nvSpPr>
        <p:spPr>
          <a:xfrm>
            <a:off x="334594" y="451039"/>
            <a:ext cx="5090700" cy="2118300"/>
          </a:xfrm>
          <a:prstGeom prst="rect">
            <a:avLst/>
          </a:prstGeom>
          <a:noFill/>
          <a:ln>
            <a:noFill/>
          </a:ln>
        </p:spPr>
        <p:txBody>
          <a:bodyPr spcFirstLastPara="1" wrap="square" lIns="0" tIns="35550" rIns="0" bIns="0" anchor="t" anchorCtr="0">
            <a:spAutoFit/>
          </a:bodyPr>
          <a:lstStyle/>
          <a:p>
            <a:pPr marL="28575" lvl="0" indent="0" algn="l" rtl="0">
              <a:lnSpc>
                <a:spcPct val="100000"/>
              </a:lnSpc>
              <a:spcBef>
                <a:spcPts val="0"/>
              </a:spcBef>
              <a:spcAft>
                <a:spcPts val="0"/>
              </a:spcAft>
              <a:buNone/>
            </a:pPr>
            <a:r>
              <a:rPr lang="en-US" sz="1050" cap="small">
                <a:solidFill>
                  <a:srgbClr val="BF003F"/>
                </a:solidFill>
                <a:latin typeface="Arial"/>
                <a:ea typeface="Arial"/>
                <a:cs typeface="Arial"/>
                <a:sym typeface="Arial"/>
              </a:rPr>
              <a:t>Logistic Regres</a:t>
            </a:r>
            <a:r>
              <a:rPr lang="en-US" sz="1050" cap="small">
                <a:solidFill>
                  <a:srgbClr val="BF003F"/>
                </a:solidFill>
              </a:rPr>
              <a:t>s</a:t>
            </a:r>
            <a:r>
              <a:rPr lang="en-US" sz="1050" cap="small">
                <a:solidFill>
                  <a:srgbClr val="BF003F"/>
                </a:solidFill>
                <a:latin typeface="Arial"/>
                <a:ea typeface="Arial"/>
                <a:cs typeface="Arial"/>
                <a:sym typeface="Arial"/>
              </a:rPr>
              <a:t>ion</a:t>
            </a:r>
            <a:endParaRPr sz="1050">
              <a:latin typeface="Arial"/>
              <a:ea typeface="Arial"/>
              <a:cs typeface="Arial"/>
              <a:sym typeface="Arial"/>
            </a:endParaRPr>
          </a:p>
          <a:p>
            <a:pPr marL="25400" marR="17780" lvl="0" indent="0" algn="l" rtl="0">
              <a:lnSpc>
                <a:spcPct val="114599"/>
              </a:lnSpc>
              <a:spcBef>
                <a:spcPts val="0"/>
              </a:spcBef>
              <a:spcAft>
                <a:spcPts val="0"/>
              </a:spcAft>
              <a:buNone/>
            </a:pPr>
            <a:r>
              <a:rPr lang="en-US" sz="1050" b="1">
                <a:solidFill>
                  <a:srgbClr val="EC2027"/>
                </a:solidFill>
                <a:latin typeface="Arial"/>
                <a:ea typeface="Arial"/>
                <a:cs typeface="Arial"/>
                <a:sym typeface="Arial"/>
              </a:rPr>
              <a:t>Key insight: </a:t>
            </a:r>
            <a:r>
              <a:rPr lang="en-US" sz="1050">
                <a:latin typeface="Arial"/>
                <a:ea typeface="Arial"/>
                <a:cs typeface="Arial"/>
                <a:sym typeface="Arial"/>
              </a:rPr>
              <a:t>Sigmoid maps linear combination to probability; optimized by minimiz- ing cross-entropy loss.</a:t>
            </a:r>
            <a:endParaRPr sz="1050">
              <a:latin typeface="Arial"/>
              <a:ea typeface="Arial"/>
              <a:cs typeface="Arial"/>
              <a:sym typeface="Arial"/>
            </a:endParaRPr>
          </a:p>
          <a:p>
            <a:pPr marL="322580" marR="1966595" lvl="0" indent="0" algn="l" rtl="0">
              <a:lnSpc>
                <a:spcPct val="114900"/>
              </a:lnSpc>
              <a:spcBef>
                <a:spcPts val="515"/>
              </a:spcBef>
              <a:spcAft>
                <a:spcPts val="0"/>
              </a:spcAft>
              <a:buNone/>
            </a:pPr>
            <a:r>
              <a:rPr lang="en-US" sz="1050">
                <a:solidFill>
                  <a:srgbClr val="1B1472"/>
                </a:solidFill>
                <a:latin typeface="Arial"/>
                <a:ea typeface="Arial"/>
                <a:cs typeface="Arial"/>
                <a:sym typeface="Arial"/>
              </a:rPr>
              <a:t>Problem: </a:t>
            </a:r>
            <a:r>
              <a:rPr lang="en-US" sz="1050">
                <a:latin typeface="Arial"/>
                <a:ea typeface="Arial"/>
                <a:cs typeface="Arial"/>
                <a:sym typeface="Arial"/>
              </a:rPr>
              <a:t>Classify into two classes: </a:t>
            </a:r>
            <a:r>
              <a:rPr lang="en-US" sz="1050" i="1">
                <a:latin typeface="Arial"/>
                <a:ea typeface="Arial"/>
                <a:cs typeface="Arial"/>
                <a:sym typeface="Arial"/>
              </a:rPr>
              <a:t>y </a:t>
            </a:r>
            <a:r>
              <a:rPr lang="en-US" sz="1200">
                <a:latin typeface="Lucida Sans"/>
                <a:ea typeface="Lucida Sans"/>
                <a:cs typeface="Lucida Sans"/>
                <a:sym typeface="Lucida Sans"/>
              </a:rPr>
              <a:t>∈ {</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Lucida Sans"/>
                <a:ea typeface="Lucida Sans"/>
                <a:cs typeface="Lucida Sans"/>
                <a:sym typeface="Lucida Sans"/>
              </a:rPr>
              <a:t>} </a:t>
            </a:r>
            <a:r>
              <a:rPr lang="en-US" sz="1050">
                <a:solidFill>
                  <a:srgbClr val="1B1472"/>
                </a:solidFill>
                <a:latin typeface="Arial"/>
                <a:ea typeface="Arial"/>
                <a:cs typeface="Arial"/>
                <a:sym typeface="Arial"/>
              </a:rPr>
              <a:t>Model: </a:t>
            </a:r>
            <a:r>
              <a:rPr lang="en-US" sz="1050">
                <a:latin typeface="Arial"/>
                <a:ea typeface="Arial"/>
                <a:cs typeface="Arial"/>
                <a:sym typeface="Arial"/>
              </a:rPr>
              <a:t>Single neuron with sigmoid activation </a:t>
            </a:r>
            <a:r>
              <a:rPr lang="en-US" sz="1050">
                <a:solidFill>
                  <a:srgbClr val="1B1472"/>
                </a:solidFill>
                <a:latin typeface="Arial"/>
                <a:ea typeface="Arial"/>
                <a:cs typeface="Arial"/>
                <a:sym typeface="Arial"/>
              </a:rPr>
              <a:t>Output: </a:t>
            </a:r>
            <a:r>
              <a:rPr lang="en-US" sz="1050">
                <a:latin typeface="Arial"/>
                <a:ea typeface="Arial"/>
                <a:cs typeface="Arial"/>
                <a:sym typeface="Arial"/>
              </a:rPr>
              <a:t>Probability </a:t>
            </a:r>
            <a:r>
              <a:rPr lang="en-US" sz="1050" i="1">
                <a:latin typeface="Arial"/>
                <a:ea typeface="Arial"/>
                <a:cs typeface="Arial"/>
                <a:sym typeface="Arial"/>
              </a:rPr>
              <a:t>y</a:t>
            </a:r>
            <a:r>
              <a:rPr lang="en-US" sz="1800" baseline="30000">
                <a:latin typeface="Tahoma"/>
                <a:ea typeface="Tahoma"/>
                <a:cs typeface="Tahoma"/>
                <a:sym typeface="Tahoma"/>
              </a:rPr>
              <a:t>ˆ </a:t>
            </a:r>
            <a:r>
              <a:rPr lang="en-US" sz="1200">
                <a:latin typeface="Tahoma"/>
                <a:ea typeface="Tahoma"/>
                <a:cs typeface="Tahoma"/>
                <a:sym typeface="Tahoma"/>
              </a:rPr>
              <a:t>= </a:t>
            </a:r>
            <a:r>
              <a:rPr lang="en-US" sz="1050" i="1">
                <a:latin typeface="Arial"/>
                <a:ea typeface="Arial"/>
                <a:cs typeface="Arial"/>
                <a:sym typeface="Arial"/>
              </a:rPr>
              <a:t>P</a:t>
            </a:r>
            <a:r>
              <a:rPr lang="en-US" sz="1200">
                <a:latin typeface="Tahoma"/>
                <a:ea typeface="Tahoma"/>
                <a:cs typeface="Tahoma"/>
                <a:sym typeface="Tahoma"/>
              </a:rPr>
              <a:t>(</a:t>
            </a:r>
            <a:r>
              <a:rPr lang="en-US" sz="1050" i="1">
                <a:latin typeface="Arial"/>
                <a:ea typeface="Arial"/>
                <a:cs typeface="Arial"/>
                <a:sym typeface="Arial"/>
              </a:rPr>
              <a:t>y </a:t>
            </a:r>
            <a:r>
              <a:rPr lang="en-US" sz="1200">
                <a:latin typeface="Tahoma"/>
                <a:ea typeface="Tahoma"/>
                <a:cs typeface="Tahoma"/>
                <a:sym typeface="Tahoma"/>
              </a:rPr>
              <a:t>= </a:t>
            </a:r>
            <a:r>
              <a:rPr lang="en-US" sz="1050">
                <a:latin typeface="Arial"/>
                <a:ea typeface="Arial"/>
                <a:cs typeface="Arial"/>
                <a:sym typeface="Arial"/>
              </a:rPr>
              <a:t>1</a:t>
            </a:r>
            <a:r>
              <a:rPr lang="en-US" sz="1200">
                <a:latin typeface="Lucida Sans"/>
                <a:ea typeface="Lucida Sans"/>
                <a:cs typeface="Lucida Sans"/>
                <a:sym typeface="Lucida Sans"/>
              </a:rPr>
              <a:t>|</a:t>
            </a:r>
            <a:r>
              <a:rPr lang="en-US" sz="1050" b="1">
                <a:latin typeface="Arial"/>
                <a:ea typeface="Arial"/>
                <a:cs typeface="Arial"/>
                <a:sym typeface="Arial"/>
              </a:rPr>
              <a:t>x</a:t>
            </a:r>
            <a:r>
              <a:rPr lang="en-US" sz="1200">
                <a:latin typeface="Tahoma"/>
                <a:ea typeface="Tahoma"/>
                <a:cs typeface="Tahoma"/>
                <a:sym typeface="Tahoma"/>
              </a:rPr>
              <a:t>) </a:t>
            </a:r>
            <a:r>
              <a:rPr lang="en-US" sz="1200">
                <a:latin typeface="Lucida Sans"/>
                <a:ea typeface="Lucida Sans"/>
                <a:cs typeface="Lucida Sans"/>
                <a:sym typeface="Lucida Sans"/>
              </a:rPr>
              <a:t>∈ </a:t>
            </a:r>
            <a:r>
              <a:rPr lang="en-US" sz="1200">
                <a:latin typeface="Tahoma"/>
                <a:ea typeface="Tahoma"/>
                <a:cs typeface="Tahoma"/>
                <a:sym typeface="Tahoma"/>
              </a:rPr>
              <a:t>[</a:t>
            </a:r>
            <a:r>
              <a:rPr lang="en-US" sz="1050">
                <a:latin typeface="Arial"/>
                <a:ea typeface="Arial"/>
                <a:cs typeface="Arial"/>
                <a:sym typeface="Arial"/>
              </a:rPr>
              <a:t>0</a:t>
            </a:r>
            <a:r>
              <a:rPr lang="en-US" sz="1200" i="1">
                <a:latin typeface="Bookman Old Style"/>
                <a:ea typeface="Bookman Old Style"/>
                <a:cs typeface="Bookman Old Style"/>
                <a:sym typeface="Bookman Old Style"/>
              </a:rPr>
              <a:t>, </a:t>
            </a:r>
            <a:r>
              <a:rPr lang="en-US" sz="1050">
                <a:latin typeface="Arial"/>
                <a:ea typeface="Arial"/>
                <a:cs typeface="Arial"/>
                <a:sym typeface="Arial"/>
              </a:rPr>
              <a:t>1</a:t>
            </a:r>
            <a:r>
              <a:rPr lang="en-US" sz="1200">
                <a:latin typeface="Tahoma"/>
                <a:ea typeface="Tahoma"/>
                <a:cs typeface="Tahoma"/>
                <a:sym typeface="Tahoma"/>
              </a:rPr>
              <a:t>] </a:t>
            </a:r>
            <a:r>
              <a:rPr lang="en-US" sz="1050">
                <a:solidFill>
                  <a:srgbClr val="1B1472"/>
                </a:solidFill>
                <a:latin typeface="Arial"/>
                <a:ea typeface="Arial"/>
                <a:cs typeface="Arial"/>
                <a:sym typeface="Arial"/>
              </a:rPr>
              <a:t>Loss: </a:t>
            </a:r>
            <a:r>
              <a:rPr lang="en-US" sz="1050">
                <a:latin typeface="Arial"/>
                <a:ea typeface="Arial"/>
                <a:cs typeface="Arial"/>
                <a:sym typeface="Arial"/>
              </a:rPr>
              <a:t>Binary cross-entropy</a:t>
            </a:r>
            <a:endParaRPr sz="1050">
              <a:latin typeface="Arial"/>
              <a:ea typeface="Arial"/>
              <a:cs typeface="Arial"/>
              <a:sym typeface="Arial"/>
            </a:endParaRPr>
          </a:p>
          <a:p>
            <a:pPr marL="322580" lvl="0" indent="0" algn="l" rtl="0">
              <a:lnSpc>
                <a:spcPct val="100000"/>
              </a:lnSpc>
              <a:spcBef>
                <a:spcPts val="280"/>
              </a:spcBef>
              <a:spcAft>
                <a:spcPts val="0"/>
              </a:spcAft>
              <a:buNone/>
            </a:pPr>
            <a:r>
              <a:rPr lang="en-US" sz="1050">
                <a:solidFill>
                  <a:srgbClr val="1B1472"/>
                </a:solidFill>
                <a:latin typeface="Arial"/>
                <a:ea typeface="Arial"/>
                <a:cs typeface="Arial"/>
                <a:sym typeface="Arial"/>
              </a:rPr>
              <a:t>Training: </a:t>
            </a:r>
            <a:r>
              <a:rPr lang="en-US" sz="1050">
                <a:latin typeface="Arial"/>
                <a:ea typeface="Arial"/>
                <a:cs typeface="Arial"/>
                <a:sym typeface="Arial"/>
              </a:rPr>
              <a:t>Stochastic Gradient Descent (SGD)</a:t>
            </a:r>
            <a:endParaRPr sz="1050">
              <a:latin typeface="Arial"/>
              <a:ea typeface="Arial"/>
              <a:cs typeface="Arial"/>
              <a:sym typeface="Arial"/>
            </a:endParaRPr>
          </a:p>
          <a:p>
            <a:pPr marL="0" lvl="0" indent="0" algn="l" rtl="0">
              <a:lnSpc>
                <a:spcPct val="100000"/>
              </a:lnSpc>
              <a:spcBef>
                <a:spcPts val="480"/>
              </a:spcBef>
              <a:spcAft>
                <a:spcPts val="0"/>
              </a:spcAft>
              <a:buNone/>
            </a:pPr>
            <a:endParaRPr sz="1050">
              <a:latin typeface="Arial"/>
              <a:ea typeface="Arial"/>
              <a:cs typeface="Arial"/>
              <a:sym typeface="Arial"/>
            </a:endParaRPr>
          </a:p>
          <a:p>
            <a:pPr marL="1330325"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1</a:t>
            </a:r>
            <a:endParaRPr sz="1050" baseline="-25000">
              <a:latin typeface="Arial"/>
              <a:ea typeface="Arial"/>
              <a:cs typeface="Arial"/>
              <a:sym typeface="Arial"/>
            </a:endParaRPr>
          </a:p>
        </p:txBody>
      </p:sp>
      <p:grpSp>
        <p:nvGrpSpPr>
          <p:cNvPr id="1974" name="Google Shape;1974;p104"/>
          <p:cNvGrpSpPr/>
          <p:nvPr/>
        </p:nvGrpSpPr>
        <p:grpSpPr>
          <a:xfrm>
            <a:off x="1585908" y="2652088"/>
            <a:ext cx="284480" cy="284480"/>
            <a:chOff x="1585908" y="2652088"/>
            <a:chExt cx="284480" cy="284480"/>
          </a:xfrm>
        </p:grpSpPr>
        <p:sp>
          <p:nvSpPr>
            <p:cNvPr id="1975" name="Google Shape;1975;p104"/>
            <p:cNvSpPr/>
            <p:nvPr/>
          </p:nvSpPr>
          <p:spPr>
            <a:xfrm>
              <a:off x="1585908" y="2652088"/>
              <a:ext cx="284480" cy="284480"/>
            </a:xfrm>
            <a:custGeom>
              <a:avLst/>
              <a:gdLst/>
              <a:ahLst/>
              <a:cxnLst/>
              <a:rect l="l" t="t" r="r" b="b"/>
              <a:pathLst>
                <a:path w="284480" h="284480" extrusionOk="0">
                  <a:moveTo>
                    <a:pt x="142040" y="0"/>
                  </a:moveTo>
                  <a:lnTo>
                    <a:pt x="97144" y="7241"/>
                  </a:lnTo>
                  <a:lnTo>
                    <a:pt x="58152" y="27405"/>
                  </a:lnTo>
                  <a:lnTo>
                    <a:pt x="27405" y="58152"/>
                  </a:lnTo>
                  <a:lnTo>
                    <a:pt x="7241" y="97144"/>
                  </a:lnTo>
                  <a:lnTo>
                    <a:pt x="0" y="142040"/>
                  </a:lnTo>
                  <a:lnTo>
                    <a:pt x="7241" y="186936"/>
                  </a:lnTo>
                  <a:lnTo>
                    <a:pt x="27405" y="225928"/>
                  </a:lnTo>
                  <a:lnTo>
                    <a:pt x="58152" y="256675"/>
                  </a:lnTo>
                  <a:lnTo>
                    <a:pt x="97144" y="276839"/>
                  </a:lnTo>
                  <a:lnTo>
                    <a:pt x="142040" y="284081"/>
                  </a:lnTo>
                  <a:lnTo>
                    <a:pt x="186936" y="276839"/>
                  </a:lnTo>
                  <a:lnTo>
                    <a:pt x="225928" y="256675"/>
                  </a:lnTo>
                  <a:lnTo>
                    <a:pt x="256675" y="225928"/>
                  </a:lnTo>
                  <a:lnTo>
                    <a:pt x="276839" y="186936"/>
                  </a:lnTo>
                  <a:lnTo>
                    <a:pt x="284081" y="142040"/>
                  </a:lnTo>
                  <a:lnTo>
                    <a:pt x="276839" y="97144"/>
                  </a:lnTo>
                  <a:lnTo>
                    <a:pt x="256675" y="58152"/>
                  </a:lnTo>
                  <a:lnTo>
                    <a:pt x="225928" y="27405"/>
                  </a:lnTo>
                  <a:lnTo>
                    <a:pt x="186936" y="7241"/>
                  </a:lnTo>
                  <a:lnTo>
                    <a:pt x="142040" y="0"/>
                  </a:lnTo>
                  <a:close/>
                </a:path>
              </a:pathLst>
            </a:custGeom>
            <a:solidFill>
              <a:srgbClr val="B3D8FF"/>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76" name="Google Shape;1976;p104"/>
            <p:cNvSpPr/>
            <p:nvPr/>
          </p:nvSpPr>
          <p:spPr>
            <a:xfrm>
              <a:off x="1585908" y="2652088"/>
              <a:ext cx="284480" cy="284480"/>
            </a:xfrm>
            <a:custGeom>
              <a:avLst/>
              <a:gdLst/>
              <a:ahLst/>
              <a:cxnLst/>
              <a:rect l="l" t="t" r="r" b="b"/>
              <a:pathLst>
                <a:path w="284480" h="284480" extrusionOk="0">
                  <a:moveTo>
                    <a:pt x="284081" y="142040"/>
                  </a:moveTo>
                  <a:lnTo>
                    <a:pt x="276839" y="97144"/>
                  </a:lnTo>
                  <a:lnTo>
                    <a:pt x="256675" y="58152"/>
                  </a:lnTo>
                  <a:lnTo>
                    <a:pt x="225928" y="27405"/>
                  </a:lnTo>
                  <a:lnTo>
                    <a:pt x="186936" y="7241"/>
                  </a:lnTo>
                  <a:lnTo>
                    <a:pt x="142040" y="0"/>
                  </a:lnTo>
                  <a:lnTo>
                    <a:pt x="97144" y="7241"/>
                  </a:lnTo>
                  <a:lnTo>
                    <a:pt x="58152" y="27405"/>
                  </a:lnTo>
                  <a:lnTo>
                    <a:pt x="27405" y="58152"/>
                  </a:lnTo>
                  <a:lnTo>
                    <a:pt x="7241" y="97144"/>
                  </a:lnTo>
                  <a:lnTo>
                    <a:pt x="0" y="142040"/>
                  </a:lnTo>
                  <a:lnTo>
                    <a:pt x="7241" y="186936"/>
                  </a:lnTo>
                  <a:lnTo>
                    <a:pt x="27405" y="225928"/>
                  </a:lnTo>
                  <a:lnTo>
                    <a:pt x="58152" y="256675"/>
                  </a:lnTo>
                  <a:lnTo>
                    <a:pt x="97144" y="276839"/>
                  </a:lnTo>
                  <a:lnTo>
                    <a:pt x="142040" y="284081"/>
                  </a:lnTo>
                  <a:lnTo>
                    <a:pt x="186936" y="276839"/>
                  </a:lnTo>
                  <a:lnTo>
                    <a:pt x="225928" y="256675"/>
                  </a:lnTo>
                  <a:lnTo>
                    <a:pt x="256675" y="225928"/>
                  </a:lnTo>
                  <a:lnTo>
                    <a:pt x="276839" y="186936"/>
                  </a:lnTo>
                  <a:lnTo>
                    <a:pt x="284081" y="14204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77" name="Google Shape;1977;p104"/>
          <p:cNvSpPr txBox="1"/>
          <p:nvPr/>
        </p:nvSpPr>
        <p:spPr>
          <a:xfrm>
            <a:off x="1627200" y="2668960"/>
            <a:ext cx="195580" cy="189865"/>
          </a:xfrm>
          <a:prstGeom prst="rect">
            <a:avLst/>
          </a:prstGeom>
          <a:noFill/>
          <a:ln>
            <a:noFill/>
          </a:ln>
        </p:spPr>
        <p:txBody>
          <a:bodyPr spcFirstLastPara="1" wrap="square" lIns="0" tIns="15875" rIns="0" bIns="0" anchor="t" anchorCtr="0">
            <a:spAutoFit/>
          </a:bodyPr>
          <a:lstStyle/>
          <a:p>
            <a:pPr marL="38100" lvl="0" indent="0" algn="l" rtl="0">
              <a:lnSpc>
                <a:spcPct val="100000"/>
              </a:lnSpc>
              <a:spcBef>
                <a:spcPts val="0"/>
              </a:spcBef>
              <a:spcAft>
                <a:spcPts val="0"/>
              </a:spcAft>
              <a:buNone/>
            </a:pPr>
            <a:r>
              <a:rPr lang="en-US" sz="1050" i="1">
                <a:latin typeface="Arial"/>
                <a:ea typeface="Arial"/>
                <a:cs typeface="Arial"/>
                <a:sym typeface="Arial"/>
              </a:rPr>
              <a:t>x</a:t>
            </a:r>
            <a:r>
              <a:rPr lang="en-US" sz="1050" baseline="-25000">
                <a:latin typeface="Arial"/>
                <a:ea typeface="Arial"/>
                <a:cs typeface="Arial"/>
                <a:sym typeface="Arial"/>
              </a:rPr>
              <a:t>2</a:t>
            </a:r>
            <a:endParaRPr sz="1050" baseline="-25000">
              <a:latin typeface="Arial"/>
              <a:ea typeface="Arial"/>
              <a:cs typeface="Arial"/>
              <a:sym typeface="Arial"/>
            </a:endParaRPr>
          </a:p>
        </p:txBody>
      </p:sp>
      <p:grpSp>
        <p:nvGrpSpPr>
          <p:cNvPr id="1978" name="Google Shape;1978;p104"/>
          <p:cNvGrpSpPr/>
          <p:nvPr/>
        </p:nvGrpSpPr>
        <p:grpSpPr>
          <a:xfrm>
            <a:off x="2285959" y="2430525"/>
            <a:ext cx="324485" cy="324485"/>
            <a:chOff x="2285959" y="2430525"/>
            <a:chExt cx="324485" cy="324485"/>
          </a:xfrm>
        </p:grpSpPr>
        <p:sp>
          <p:nvSpPr>
            <p:cNvPr id="1979" name="Google Shape;1979;p104"/>
            <p:cNvSpPr/>
            <p:nvPr/>
          </p:nvSpPr>
          <p:spPr>
            <a:xfrm>
              <a:off x="2285959" y="2430525"/>
              <a:ext cx="324485" cy="324485"/>
            </a:xfrm>
            <a:custGeom>
              <a:avLst/>
              <a:gdLst/>
              <a:ahLst/>
              <a:cxnLst/>
              <a:rect l="l" t="t" r="r" b="b"/>
              <a:pathLst>
                <a:path w="324485" h="324485" extrusionOk="0">
                  <a:moveTo>
                    <a:pt x="162001" y="0"/>
                  </a:moveTo>
                  <a:lnTo>
                    <a:pt x="118934" y="5786"/>
                  </a:lnTo>
                  <a:lnTo>
                    <a:pt x="80235" y="22117"/>
                  </a:lnTo>
                  <a:lnTo>
                    <a:pt x="47448" y="47448"/>
                  </a:lnTo>
                  <a:lnTo>
                    <a:pt x="22117" y="80235"/>
                  </a:lnTo>
                  <a:lnTo>
                    <a:pt x="5786" y="118934"/>
                  </a:lnTo>
                  <a:lnTo>
                    <a:pt x="0" y="162001"/>
                  </a:lnTo>
                  <a:lnTo>
                    <a:pt x="5786" y="205067"/>
                  </a:lnTo>
                  <a:lnTo>
                    <a:pt x="22117" y="243766"/>
                  </a:lnTo>
                  <a:lnTo>
                    <a:pt x="47448" y="276553"/>
                  </a:lnTo>
                  <a:lnTo>
                    <a:pt x="80235" y="301884"/>
                  </a:lnTo>
                  <a:lnTo>
                    <a:pt x="118934" y="318215"/>
                  </a:lnTo>
                  <a:lnTo>
                    <a:pt x="162001" y="324002"/>
                  </a:lnTo>
                  <a:lnTo>
                    <a:pt x="205067" y="318215"/>
                  </a:lnTo>
                  <a:lnTo>
                    <a:pt x="243766" y="301884"/>
                  </a:lnTo>
                  <a:lnTo>
                    <a:pt x="276553" y="276553"/>
                  </a:lnTo>
                  <a:lnTo>
                    <a:pt x="301884" y="243766"/>
                  </a:lnTo>
                  <a:lnTo>
                    <a:pt x="318215" y="205067"/>
                  </a:lnTo>
                  <a:lnTo>
                    <a:pt x="324002" y="162001"/>
                  </a:lnTo>
                  <a:lnTo>
                    <a:pt x="318215" y="118934"/>
                  </a:lnTo>
                  <a:lnTo>
                    <a:pt x="301884" y="80235"/>
                  </a:lnTo>
                  <a:lnTo>
                    <a:pt x="276553" y="47448"/>
                  </a:lnTo>
                  <a:lnTo>
                    <a:pt x="243766" y="22117"/>
                  </a:lnTo>
                  <a:lnTo>
                    <a:pt x="205067" y="5786"/>
                  </a:lnTo>
                  <a:lnTo>
                    <a:pt x="162001" y="0"/>
                  </a:lnTo>
                  <a:close/>
                </a:path>
              </a:pathLst>
            </a:custGeom>
            <a:solidFill>
              <a:srgbClr val="A2C0D9"/>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80" name="Google Shape;1980;p104"/>
            <p:cNvSpPr/>
            <p:nvPr/>
          </p:nvSpPr>
          <p:spPr>
            <a:xfrm>
              <a:off x="2285959" y="2430525"/>
              <a:ext cx="324485" cy="324485"/>
            </a:xfrm>
            <a:custGeom>
              <a:avLst/>
              <a:gdLst/>
              <a:ahLst/>
              <a:cxnLst/>
              <a:rect l="l" t="t" r="r" b="b"/>
              <a:pathLst>
                <a:path w="324485" h="324485" extrusionOk="0">
                  <a:moveTo>
                    <a:pt x="324002" y="162001"/>
                  </a:moveTo>
                  <a:lnTo>
                    <a:pt x="318215" y="118934"/>
                  </a:lnTo>
                  <a:lnTo>
                    <a:pt x="301884" y="80235"/>
                  </a:lnTo>
                  <a:lnTo>
                    <a:pt x="276553" y="47448"/>
                  </a:lnTo>
                  <a:lnTo>
                    <a:pt x="243766" y="22117"/>
                  </a:lnTo>
                  <a:lnTo>
                    <a:pt x="205067" y="5786"/>
                  </a:lnTo>
                  <a:lnTo>
                    <a:pt x="162001" y="0"/>
                  </a:lnTo>
                  <a:lnTo>
                    <a:pt x="118934" y="5786"/>
                  </a:lnTo>
                  <a:lnTo>
                    <a:pt x="80235" y="22117"/>
                  </a:lnTo>
                  <a:lnTo>
                    <a:pt x="47448" y="47448"/>
                  </a:lnTo>
                  <a:lnTo>
                    <a:pt x="22117" y="80235"/>
                  </a:lnTo>
                  <a:lnTo>
                    <a:pt x="5786" y="118934"/>
                  </a:lnTo>
                  <a:lnTo>
                    <a:pt x="0" y="162001"/>
                  </a:lnTo>
                  <a:lnTo>
                    <a:pt x="5786" y="205067"/>
                  </a:lnTo>
                  <a:lnTo>
                    <a:pt x="22117" y="243766"/>
                  </a:lnTo>
                  <a:lnTo>
                    <a:pt x="47448" y="276553"/>
                  </a:lnTo>
                  <a:lnTo>
                    <a:pt x="80235" y="301884"/>
                  </a:lnTo>
                  <a:lnTo>
                    <a:pt x="118934" y="318215"/>
                  </a:lnTo>
                  <a:lnTo>
                    <a:pt x="162001" y="324002"/>
                  </a:lnTo>
                  <a:lnTo>
                    <a:pt x="205067" y="318215"/>
                  </a:lnTo>
                  <a:lnTo>
                    <a:pt x="243766" y="301884"/>
                  </a:lnTo>
                  <a:lnTo>
                    <a:pt x="276553" y="276553"/>
                  </a:lnTo>
                  <a:lnTo>
                    <a:pt x="301884" y="243766"/>
                  </a:lnTo>
                  <a:lnTo>
                    <a:pt x="318215" y="205067"/>
                  </a:lnTo>
                  <a:lnTo>
                    <a:pt x="324002" y="162001"/>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81" name="Google Shape;1981;p104"/>
          <p:cNvSpPr txBox="1"/>
          <p:nvPr/>
        </p:nvSpPr>
        <p:spPr>
          <a:xfrm>
            <a:off x="2381567" y="2480713"/>
            <a:ext cx="133350"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a:latin typeface="Tahoma"/>
                <a:ea typeface="Tahoma"/>
                <a:cs typeface="Tahoma"/>
                <a:sym typeface="Tahoma"/>
              </a:rPr>
              <a:t>Σ</a:t>
            </a:r>
            <a:endParaRPr sz="1200">
              <a:latin typeface="Tahoma"/>
              <a:ea typeface="Tahoma"/>
              <a:cs typeface="Tahoma"/>
              <a:sym typeface="Tahoma"/>
            </a:endParaRPr>
          </a:p>
        </p:txBody>
      </p:sp>
      <p:grpSp>
        <p:nvGrpSpPr>
          <p:cNvPr id="1982" name="Google Shape;1982;p104"/>
          <p:cNvGrpSpPr/>
          <p:nvPr/>
        </p:nvGrpSpPr>
        <p:grpSpPr>
          <a:xfrm>
            <a:off x="3293973" y="2430525"/>
            <a:ext cx="324485" cy="324485"/>
            <a:chOff x="3293973" y="2430525"/>
            <a:chExt cx="324485" cy="324485"/>
          </a:xfrm>
        </p:grpSpPr>
        <p:sp>
          <p:nvSpPr>
            <p:cNvPr id="1983" name="Google Shape;1983;p104"/>
            <p:cNvSpPr/>
            <p:nvPr/>
          </p:nvSpPr>
          <p:spPr>
            <a:xfrm>
              <a:off x="3293973" y="2430525"/>
              <a:ext cx="324485" cy="324485"/>
            </a:xfrm>
            <a:custGeom>
              <a:avLst/>
              <a:gdLst/>
              <a:ahLst/>
              <a:cxnLst/>
              <a:rect l="l" t="t" r="r" b="b"/>
              <a:pathLst>
                <a:path w="324485" h="324485" extrusionOk="0">
                  <a:moveTo>
                    <a:pt x="162001" y="0"/>
                  </a:moveTo>
                  <a:lnTo>
                    <a:pt x="118934" y="5786"/>
                  </a:lnTo>
                  <a:lnTo>
                    <a:pt x="80235" y="22117"/>
                  </a:lnTo>
                  <a:lnTo>
                    <a:pt x="47448" y="47448"/>
                  </a:lnTo>
                  <a:lnTo>
                    <a:pt x="22117" y="80235"/>
                  </a:lnTo>
                  <a:lnTo>
                    <a:pt x="5786" y="118934"/>
                  </a:lnTo>
                  <a:lnTo>
                    <a:pt x="0" y="162001"/>
                  </a:lnTo>
                  <a:lnTo>
                    <a:pt x="5786" y="205067"/>
                  </a:lnTo>
                  <a:lnTo>
                    <a:pt x="22117" y="243766"/>
                  </a:lnTo>
                  <a:lnTo>
                    <a:pt x="47448" y="276553"/>
                  </a:lnTo>
                  <a:lnTo>
                    <a:pt x="80235" y="301884"/>
                  </a:lnTo>
                  <a:lnTo>
                    <a:pt x="118934" y="318215"/>
                  </a:lnTo>
                  <a:lnTo>
                    <a:pt x="162001" y="324002"/>
                  </a:lnTo>
                  <a:lnTo>
                    <a:pt x="205067" y="318215"/>
                  </a:lnTo>
                  <a:lnTo>
                    <a:pt x="243766" y="301884"/>
                  </a:lnTo>
                  <a:lnTo>
                    <a:pt x="276553" y="276553"/>
                  </a:lnTo>
                  <a:lnTo>
                    <a:pt x="301884" y="243766"/>
                  </a:lnTo>
                  <a:lnTo>
                    <a:pt x="318215" y="205067"/>
                  </a:lnTo>
                  <a:lnTo>
                    <a:pt x="324002" y="162001"/>
                  </a:lnTo>
                  <a:lnTo>
                    <a:pt x="318215" y="118934"/>
                  </a:lnTo>
                  <a:lnTo>
                    <a:pt x="301884" y="80235"/>
                  </a:lnTo>
                  <a:lnTo>
                    <a:pt x="276553" y="47448"/>
                  </a:lnTo>
                  <a:lnTo>
                    <a:pt x="243766" y="22117"/>
                  </a:lnTo>
                  <a:lnTo>
                    <a:pt x="205067" y="5786"/>
                  </a:lnTo>
                  <a:lnTo>
                    <a:pt x="162001" y="0"/>
                  </a:lnTo>
                  <a:close/>
                </a:path>
              </a:pathLst>
            </a:custGeom>
            <a:solidFill>
              <a:srgbClr val="4681B4"/>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84" name="Google Shape;1984;p104"/>
            <p:cNvSpPr/>
            <p:nvPr/>
          </p:nvSpPr>
          <p:spPr>
            <a:xfrm>
              <a:off x="3293973" y="2430525"/>
              <a:ext cx="324485" cy="324485"/>
            </a:xfrm>
            <a:custGeom>
              <a:avLst/>
              <a:gdLst/>
              <a:ahLst/>
              <a:cxnLst/>
              <a:rect l="l" t="t" r="r" b="b"/>
              <a:pathLst>
                <a:path w="324485" h="324485" extrusionOk="0">
                  <a:moveTo>
                    <a:pt x="324002" y="162001"/>
                  </a:moveTo>
                  <a:lnTo>
                    <a:pt x="318215" y="118934"/>
                  </a:lnTo>
                  <a:lnTo>
                    <a:pt x="301884" y="80235"/>
                  </a:lnTo>
                  <a:lnTo>
                    <a:pt x="276553" y="47448"/>
                  </a:lnTo>
                  <a:lnTo>
                    <a:pt x="243766" y="22117"/>
                  </a:lnTo>
                  <a:lnTo>
                    <a:pt x="205067" y="5786"/>
                  </a:lnTo>
                  <a:lnTo>
                    <a:pt x="162001" y="0"/>
                  </a:lnTo>
                  <a:lnTo>
                    <a:pt x="118934" y="5786"/>
                  </a:lnTo>
                  <a:lnTo>
                    <a:pt x="80235" y="22117"/>
                  </a:lnTo>
                  <a:lnTo>
                    <a:pt x="47448" y="47448"/>
                  </a:lnTo>
                  <a:lnTo>
                    <a:pt x="22117" y="80235"/>
                  </a:lnTo>
                  <a:lnTo>
                    <a:pt x="5786" y="118934"/>
                  </a:lnTo>
                  <a:lnTo>
                    <a:pt x="0" y="162001"/>
                  </a:lnTo>
                  <a:lnTo>
                    <a:pt x="5786" y="205067"/>
                  </a:lnTo>
                  <a:lnTo>
                    <a:pt x="22117" y="243766"/>
                  </a:lnTo>
                  <a:lnTo>
                    <a:pt x="47448" y="276553"/>
                  </a:lnTo>
                  <a:lnTo>
                    <a:pt x="80235" y="301884"/>
                  </a:lnTo>
                  <a:lnTo>
                    <a:pt x="118934" y="318215"/>
                  </a:lnTo>
                  <a:lnTo>
                    <a:pt x="162001" y="324002"/>
                  </a:lnTo>
                  <a:lnTo>
                    <a:pt x="205067" y="318215"/>
                  </a:lnTo>
                  <a:lnTo>
                    <a:pt x="243766" y="301884"/>
                  </a:lnTo>
                  <a:lnTo>
                    <a:pt x="276553" y="276553"/>
                  </a:lnTo>
                  <a:lnTo>
                    <a:pt x="301884" y="243766"/>
                  </a:lnTo>
                  <a:lnTo>
                    <a:pt x="318215" y="205067"/>
                  </a:lnTo>
                  <a:lnTo>
                    <a:pt x="324002" y="162001"/>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85" name="Google Shape;1985;p104"/>
          <p:cNvSpPr txBox="1"/>
          <p:nvPr/>
        </p:nvSpPr>
        <p:spPr>
          <a:xfrm>
            <a:off x="3398278" y="2460685"/>
            <a:ext cx="10985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i="1">
                <a:latin typeface="Bookman Old Style"/>
                <a:ea typeface="Bookman Old Style"/>
                <a:cs typeface="Bookman Old Style"/>
                <a:sym typeface="Bookman Old Style"/>
              </a:rPr>
              <a:t>σ</a:t>
            </a:r>
            <a:endParaRPr sz="1200">
              <a:latin typeface="Bookman Old Style"/>
              <a:ea typeface="Bookman Old Style"/>
              <a:cs typeface="Bookman Old Style"/>
              <a:sym typeface="Bookman Old Style"/>
            </a:endParaRPr>
          </a:p>
        </p:txBody>
      </p:sp>
      <p:grpSp>
        <p:nvGrpSpPr>
          <p:cNvPr id="1986" name="Google Shape;1986;p104"/>
          <p:cNvGrpSpPr/>
          <p:nvPr/>
        </p:nvGrpSpPr>
        <p:grpSpPr>
          <a:xfrm>
            <a:off x="3744747" y="2449285"/>
            <a:ext cx="287020" cy="287020"/>
            <a:chOff x="3744747" y="2449285"/>
            <a:chExt cx="287020" cy="287020"/>
          </a:xfrm>
        </p:grpSpPr>
        <p:sp>
          <p:nvSpPr>
            <p:cNvPr id="1987" name="Google Shape;1987;p104"/>
            <p:cNvSpPr/>
            <p:nvPr/>
          </p:nvSpPr>
          <p:spPr>
            <a:xfrm>
              <a:off x="3744747" y="2449285"/>
              <a:ext cx="287020" cy="287020"/>
            </a:xfrm>
            <a:custGeom>
              <a:avLst/>
              <a:gdLst/>
              <a:ahLst/>
              <a:cxnLst/>
              <a:rect l="l" t="t" r="r" b="b"/>
              <a:pathLst>
                <a:path w="287020" h="287019" extrusionOk="0">
                  <a:moveTo>
                    <a:pt x="143243" y="0"/>
                  </a:moveTo>
                  <a:lnTo>
                    <a:pt x="97963" y="7302"/>
                  </a:lnTo>
                  <a:lnTo>
                    <a:pt x="58641" y="27637"/>
                  </a:lnTo>
                  <a:lnTo>
                    <a:pt x="27634" y="58644"/>
                  </a:lnTo>
                  <a:lnTo>
                    <a:pt x="7301" y="97966"/>
                  </a:lnTo>
                  <a:lnTo>
                    <a:pt x="0" y="143242"/>
                  </a:lnTo>
                  <a:lnTo>
                    <a:pt x="7301" y="188517"/>
                  </a:lnTo>
                  <a:lnTo>
                    <a:pt x="27634" y="227839"/>
                  </a:lnTo>
                  <a:lnTo>
                    <a:pt x="58641" y="258846"/>
                  </a:lnTo>
                  <a:lnTo>
                    <a:pt x="97963" y="279181"/>
                  </a:lnTo>
                  <a:lnTo>
                    <a:pt x="143243" y="286484"/>
                  </a:lnTo>
                  <a:lnTo>
                    <a:pt x="188516" y="279181"/>
                  </a:lnTo>
                  <a:lnTo>
                    <a:pt x="227835" y="258846"/>
                  </a:lnTo>
                  <a:lnTo>
                    <a:pt x="258839" y="227839"/>
                  </a:lnTo>
                  <a:lnTo>
                    <a:pt x="279172" y="188517"/>
                  </a:lnTo>
                  <a:lnTo>
                    <a:pt x="286473" y="143242"/>
                  </a:lnTo>
                  <a:lnTo>
                    <a:pt x="279172" y="97966"/>
                  </a:lnTo>
                  <a:lnTo>
                    <a:pt x="258839" y="58644"/>
                  </a:lnTo>
                  <a:lnTo>
                    <a:pt x="227835" y="27637"/>
                  </a:lnTo>
                  <a:lnTo>
                    <a:pt x="188516" y="7302"/>
                  </a:lnTo>
                  <a:lnTo>
                    <a:pt x="143243" y="0"/>
                  </a:lnTo>
                  <a:close/>
                </a:path>
              </a:pathLst>
            </a:custGeom>
            <a:solidFill>
              <a:srgbClr val="B3FFB3"/>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88" name="Google Shape;1988;p104"/>
            <p:cNvSpPr/>
            <p:nvPr/>
          </p:nvSpPr>
          <p:spPr>
            <a:xfrm>
              <a:off x="3744747" y="2449285"/>
              <a:ext cx="287020" cy="287020"/>
            </a:xfrm>
            <a:custGeom>
              <a:avLst/>
              <a:gdLst/>
              <a:ahLst/>
              <a:cxnLst/>
              <a:rect l="l" t="t" r="r" b="b"/>
              <a:pathLst>
                <a:path w="287020" h="287019" extrusionOk="0">
                  <a:moveTo>
                    <a:pt x="286473" y="143242"/>
                  </a:moveTo>
                  <a:lnTo>
                    <a:pt x="279172" y="97966"/>
                  </a:lnTo>
                  <a:lnTo>
                    <a:pt x="258839" y="58644"/>
                  </a:lnTo>
                  <a:lnTo>
                    <a:pt x="227835" y="27637"/>
                  </a:lnTo>
                  <a:lnTo>
                    <a:pt x="188516" y="7302"/>
                  </a:lnTo>
                  <a:lnTo>
                    <a:pt x="143243" y="0"/>
                  </a:lnTo>
                  <a:lnTo>
                    <a:pt x="97963" y="7302"/>
                  </a:lnTo>
                  <a:lnTo>
                    <a:pt x="58641" y="27637"/>
                  </a:lnTo>
                  <a:lnTo>
                    <a:pt x="27634" y="58644"/>
                  </a:lnTo>
                  <a:lnTo>
                    <a:pt x="7301" y="97966"/>
                  </a:lnTo>
                  <a:lnTo>
                    <a:pt x="0" y="143242"/>
                  </a:lnTo>
                  <a:lnTo>
                    <a:pt x="7301" y="188517"/>
                  </a:lnTo>
                  <a:lnTo>
                    <a:pt x="27634" y="227839"/>
                  </a:lnTo>
                  <a:lnTo>
                    <a:pt x="58641" y="258846"/>
                  </a:lnTo>
                  <a:lnTo>
                    <a:pt x="97963" y="279181"/>
                  </a:lnTo>
                  <a:lnTo>
                    <a:pt x="143243" y="286484"/>
                  </a:lnTo>
                  <a:lnTo>
                    <a:pt x="188516" y="279181"/>
                  </a:lnTo>
                  <a:lnTo>
                    <a:pt x="227835" y="258846"/>
                  </a:lnTo>
                  <a:lnTo>
                    <a:pt x="258839" y="227839"/>
                  </a:lnTo>
                  <a:lnTo>
                    <a:pt x="279172" y="188517"/>
                  </a:lnTo>
                  <a:lnTo>
                    <a:pt x="286473" y="14324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89" name="Google Shape;1989;p104"/>
          <p:cNvSpPr txBox="1"/>
          <p:nvPr/>
        </p:nvSpPr>
        <p:spPr>
          <a:xfrm>
            <a:off x="3834269" y="2467912"/>
            <a:ext cx="103505" cy="20764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50" i="1">
                <a:latin typeface="Arial"/>
                <a:ea typeface="Arial"/>
                <a:cs typeface="Arial"/>
                <a:sym typeface="Arial"/>
              </a:rPr>
              <a:t>y</a:t>
            </a:r>
            <a:r>
              <a:rPr lang="en-US" sz="1800" baseline="30000">
                <a:latin typeface="Tahoma"/>
                <a:ea typeface="Tahoma"/>
                <a:cs typeface="Tahoma"/>
                <a:sym typeface="Tahoma"/>
              </a:rPr>
              <a:t>ˆ</a:t>
            </a:r>
            <a:endParaRPr sz="1800" baseline="30000">
              <a:latin typeface="Tahoma"/>
              <a:ea typeface="Tahoma"/>
              <a:cs typeface="Tahoma"/>
              <a:sym typeface="Tahoma"/>
            </a:endParaRPr>
          </a:p>
        </p:txBody>
      </p:sp>
      <p:grpSp>
        <p:nvGrpSpPr>
          <p:cNvPr id="1990" name="Google Shape;1990;p104"/>
          <p:cNvGrpSpPr/>
          <p:nvPr/>
        </p:nvGrpSpPr>
        <p:grpSpPr>
          <a:xfrm>
            <a:off x="1867166" y="2429890"/>
            <a:ext cx="1422181" cy="325837"/>
            <a:chOff x="1867166" y="2429890"/>
            <a:chExt cx="1422181" cy="325837"/>
          </a:xfrm>
        </p:grpSpPr>
        <p:sp>
          <p:nvSpPr>
            <p:cNvPr id="1991" name="Google Shape;1991;p104"/>
            <p:cNvSpPr/>
            <p:nvPr/>
          </p:nvSpPr>
          <p:spPr>
            <a:xfrm>
              <a:off x="1867166" y="2429890"/>
              <a:ext cx="417830" cy="117475"/>
            </a:xfrm>
            <a:custGeom>
              <a:avLst/>
              <a:gdLst/>
              <a:ahLst/>
              <a:cxnLst/>
              <a:rect l="l" t="t" r="r" b="b"/>
              <a:pathLst>
                <a:path w="417830" h="117475" extrusionOk="0">
                  <a:moveTo>
                    <a:pt x="0" y="0"/>
                  </a:moveTo>
                  <a:lnTo>
                    <a:pt x="417518" y="11691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92" name="Google Shape;1992;p104"/>
            <p:cNvSpPr/>
            <p:nvPr/>
          </p:nvSpPr>
          <p:spPr>
            <a:xfrm>
              <a:off x="2253594" y="2511148"/>
              <a:ext cx="33655" cy="59055"/>
            </a:xfrm>
            <a:custGeom>
              <a:avLst/>
              <a:gdLst/>
              <a:ahLst/>
              <a:cxnLst/>
              <a:rect l="l" t="t" r="r" b="b"/>
              <a:pathLst>
                <a:path w="33655" h="59055" extrusionOk="0">
                  <a:moveTo>
                    <a:pt x="16373" y="0"/>
                  </a:moveTo>
                  <a:lnTo>
                    <a:pt x="17607" y="12736"/>
                  </a:lnTo>
                  <a:lnTo>
                    <a:pt x="21305" y="22862"/>
                  </a:lnTo>
                  <a:lnTo>
                    <a:pt x="26825" y="30640"/>
                  </a:lnTo>
                  <a:lnTo>
                    <a:pt x="33528" y="36335"/>
                  </a:lnTo>
                  <a:lnTo>
                    <a:pt x="24843" y="37722"/>
                  </a:lnTo>
                  <a:lnTo>
                    <a:pt x="16086" y="41502"/>
                  </a:lnTo>
                  <a:lnTo>
                    <a:pt x="7668" y="48236"/>
                  </a:lnTo>
                  <a:lnTo>
                    <a:pt x="0" y="5848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93" name="Google Shape;1993;p104"/>
            <p:cNvSpPr/>
            <p:nvPr/>
          </p:nvSpPr>
          <p:spPr>
            <a:xfrm>
              <a:off x="1867166" y="2638252"/>
              <a:ext cx="417830" cy="117475"/>
            </a:xfrm>
            <a:custGeom>
              <a:avLst/>
              <a:gdLst/>
              <a:ahLst/>
              <a:cxnLst/>
              <a:rect l="l" t="t" r="r" b="b"/>
              <a:pathLst>
                <a:path w="417830" h="117475" extrusionOk="0">
                  <a:moveTo>
                    <a:pt x="0" y="116910"/>
                  </a:moveTo>
                  <a:lnTo>
                    <a:pt x="417518"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94" name="Google Shape;1994;p104"/>
            <p:cNvSpPr/>
            <p:nvPr/>
          </p:nvSpPr>
          <p:spPr>
            <a:xfrm>
              <a:off x="2253594" y="2615424"/>
              <a:ext cx="33655" cy="59055"/>
            </a:xfrm>
            <a:custGeom>
              <a:avLst/>
              <a:gdLst/>
              <a:ahLst/>
              <a:cxnLst/>
              <a:rect l="l" t="t" r="r" b="b"/>
              <a:pathLst>
                <a:path w="33655" h="59055" extrusionOk="0">
                  <a:moveTo>
                    <a:pt x="0" y="0"/>
                  </a:moveTo>
                  <a:lnTo>
                    <a:pt x="7668" y="10244"/>
                  </a:lnTo>
                  <a:lnTo>
                    <a:pt x="16086" y="16977"/>
                  </a:lnTo>
                  <a:lnTo>
                    <a:pt x="24843" y="20758"/>
                  </a:lnTo>
                  <a:lnTo>
                    <a:pt x="33528" y="22145"/>
                  </a:lnTo>
                  <a:lnTo>
                    <a:pt x="26825" y="27839"/>
                  </a:lnTo>
                  <a:lnTo>
                    <a:pt x="21305" y="35618"/>
                  </a:lnTo>
                  <a:lnTo>
                    <a:pt x="17607" y="45743"/>
                  </a:lnTo>
                  <a:lnTo>
                    <a:pt x="16373" y="5848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95" name="Google Shape;1995;p104"/>
            <p:cNvSpPr/>
            <p:nvPr/>
          </p:nvSpPr>
          <p:spPr>
            <a:xfrm>
              <a:off x="2612538" y="2592527"/>
              <a:ext cx="674370" cy="0"/>
            </a:xfrm>
            <a:custGeom>
              <a:avLst/>
              <a:gdLst/>
              <a:ahLst/>
              <a:cxnLst/>
              <a:rect l="l" t="t" r="r" b="b"/>
              <a:pathLst>
                <a:path w="674370" h="120000" extrusionOk="0">
                  <a:moveTo>
                    <a:pt x="0" y="0"/>
                  </a:moveTo>
                  <a:lnTo>
                    <a:pt x="67392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996" name="Google Shape;1996;p104"/>
            <p:cNvSpPr/>
            <p:nvPr/>
          </p:nvSpPr>
          <p:spPr>
            <a:xfrm>
              <a:off x="3262677" y="2562160"/>
              <a:ext cx="26670" cy="60960"/>
            </a:xfrm>
            <a:custGeom>
              <a:avLst/>
              <a:gdLst/>
              <a:ahLst/>
              <a:cxnLst/>
              <a:rect l="l" t="t" r="r" b="b"/>
              <a:pathLst>
                <a:path w="26670"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1997" name="Google Shape;1997;p104"/>
          <p:cNvSpPr txBox="1"/>
          <p:nvPr/>
        </p:nvSpPr>
        <p:spPr>
          <a:xfrm>
            <a:off x="2913316" y="2440659"/>
            <a:ext cx="71120"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i="1">
                <a:latin typeface="Arial"/>
                <a:ea typeface="Arial"/>
                <a:cs typeface="Arial"/>
                <a:sym typeface="Arial"/>
              </a:rPr>
              <a:t>z</a:t>
            </a:r>
            <a:endParaRPr sz="700">
              <a:latin typeface="Arial"/>
              <a:ea typeface="Arial"/>
              <a:cs typeface="Arial"/>
              <a:sym typeface="Arial"/>
            </a:endParaRPr>
          </a:p>
        </p:txBody>
      </p:sp>
      <p:grpSp>
        <p:nvGrpSpPr>
          <p:cNvPr id="1998" name="Google Shape;1998;p104"/>
          <p:cNvGrpSpPr/>
          <p:nvPr/>
        </p:nvGrpSpPr>
        <p:grpSpPr>
          <a:xfrm>
            <a:off x="0" y="2562160"/>
            <a:ext cx="5760262" cy="671851"/>
            <a:chOff x="0" y="2562160"/>
            <a:chExt cx="5760262" cy="671851"/>
          </a:xfrm>
        </p:grpSpPr>
        <p:sp>
          <p:nvSpPr>
            <p:cNvPr id="1999" name="Google Shape;1999;p104"/>
            <p:cNvSpPr/>
            <p:nvPr/>
          </p:nvSpPr>
          <p:spPr>
            <a:xfrm>
              <a:off x="3620604" y="2592527"/>
              <a:ext cx="116839" cy="0"/>
            </a:xfrm>
            <a:custGeom>
              <a:avLst/>
              <a:gdLst/>
              <a:ahLst/>
              <a:cxnLst/>
              <a:rect l="l" t="t" r="r" b="b"/>
              <a:pathLst>
                <a:path w="116839" h="120000" extrusionOk="0">
                  <a:moveTo>
                    <a:pt x="0" y="0"/>
                  </a:moveTo>
                  <a:lnTo>
                    <a:pt x="116649"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00" name="Google Shape;2000;p104"/>
            <p:cNvSpPr/>
            <p:nvPr/>
          </p:nvSpPr>
          <p:spPr>
            <a:xfrm>
              <a:off x="3713464" y="2562160"/>
              <a:ext cx="26670" cy="60960"/>
            </a:xfrm>
            <a:custGeom>
              <a:avLst/>
              <a:gdLst/>
              <a:ahLst/>
              <a:cxnLst/>
              <a:rect l="l" t="t" r="r" b="b"/>
              <a:pathLst>
                <a:path w="26670" h="60960" extrusionOk="0">
                  <a:moveTo>
                    <a:pt x="0" y="0"/>
                  </a:moveTo>
                  <a:lnTo>
                    <a:pt x="4622" y="11933"/>
                  </a:lnTo>
                  <a:lnTo>
                    <a:pt x="10913" y="20687"/>
                  </a:lnTo>
                  <a:lnTo>
                    <a:pt x="18327" y="26689"/>
                  </a:lnTo>
                  <a:lnTo>
                    <a:pt x="26317" y="30366"/>
                  </a:lnTo>
                  <a:lnTo>
                    <a:pt x="18327" y="34043"/>
                  </a:lnTo>
                  <a:lnTo>
                    <a:pt x="10913" y="40045"/>
                  </a:lnTo>
                  <a:lnTo>
                    <a:pt x="4622" y="48799"/>
                  </a:lnTo>
                  <a:lnTo>
                    <a:pt x="0" y="6073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01" name="Google Shape;2001;p104"/>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02" name="Google Shape;2002;p104"/>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03" name="Google Shape;2003;p104"/>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004" name="Google Shape;2004;p104"/>
          <p:cNvSpPr txBox="1"/>
          <p:nvPr/>
        </p:nvSpPr>
        <p:spPr>
          <a:xfrm>
            <a:off x="3632377" y="2857727"/>
            <a:ext cx="511809" cy="135255"/>
          </a:xfrm>
          <a:prstGeom prst="rect">
            <a:avLst/>
          </a:prstGeom>
          <a:noFill/>
          <a:ln>
            <a:noFill/>
          </a:ln>
        </p:spPr>
        <p:txBody>
          <a:bodyPr spcFirstLastPara="1" wrap="square" lIns="0" tIns="14600" rIns="0" bIns="0" anchor="t" anchorCtr="0">
            <a:spAutoFit/>
          </a:bodyPr>
          <a:lstStyle/>
          <a:p>
            <a:pPr marL="12700" lvl="0" indent="0" algn="l" rtl="0">
              <a:lnSpc>
                <a:spcPct val="100000"/>
              </a:lnSpc>
              <a:spcBef>
                <a:spcPts val="0"/>
              </a:spcBef>
              <a:spcAft>
                <a:spcPts val="0"/>
              </a:spcAft>
              <a:buNone/>
            </a:pPr>
            <a:r>
              <a:rPr lang="en-US" sz="700">
                <a:latin typeface="Arial"/>
                <a:ea typeface="Arial"/>
                <a:cs typeface="Arial"/>
                <a:sym typeface="Arial"/>
              </a:rPr>
              <a:t>Class 0 or 1</a:t>
            </a:r>
            <a:endParaRPr sz="700">
              <a:latin typeface="Arial"/>
              <a:ea typeface="Arial"/>
              <a:cs typeface="Arial"/>
              <a:sym typeface="Arial"/>
            </a:endParaRPr>
          </a:p>
        </p:txBody>
      </p:sp>
      <p:sp>
        <p:nvSpPr>
          <p:cNvPr id="2005" name="Google Shape;2005;p104"/>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006" name="Google Shape;2006;p104"/>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8"/>
              </a:rPr>
              <a:t>D</a:t>
            </a:r>
            <a:r>
              <a:rPr lang="en-US" sz="600" u="sng" cap="small">
                <a:solidFill>
                  <a:schemeClr val="hlink"/>
                </a:solidFill>
                <a:latin typeface="Bookman Old Style"/>
                <a:ea typeface="Bookman Old Style"/>
                <a:cs typeface="Bookman Old Style"/>
                <a:sym typeface="Bookman Old Style"/>
                <a:hlinkClick r:id="rId8"/>
              </a:rPr>
              <a:t>eep</a:t>
            </a:r>
            <a:r>
              <a:rPr lang="en-US" sz="600" u="sng">
                <a:solidFill>
                  <a:schemeClr val="hlink"/>
                </a:solidFill>
                <a:latin typeface="Bookman Old Style"/>
                <a:ea typeface="Bookman Old Style"/>
                <a:cs typeface="Bookman Old Style"/>
                <a:sym typeface="Bookman Old Style"/>
                <a:hlinkClick r:id="rId8"/>
              </a:rPr>
              <a:t> L</a:t>
            </a:r>
            <a:r>
              <a:rPr lang="en-US" sz="600" u="sng" cap="small">
                <a:solidFill>
                  <a:schemeClr val="hlink"/>
                </a:solidFill>
                <a:latin typeface="Bookman Old Style"/>
                <a:ea typeface="Bookman Old Style"/>
                <a:cs typeface="Bookman Old Style"/>
                <a:sym typeface="Bookman Old Style"/>
                <a:hlinkClick r:id="rId8"/>
              </a:rPr>
              <a:t>earning</a:t>
            </a:r>
            <a:endParaRPr sz="600">
              <a:latin typeface="Bookman Old Style"/>
              <a:ea typeface="Bookman Old Style"/>
              <a:cs typeface="Bookman Old Style"/>
              <a:sym typeface="Bookman Old Style"/>
            </a:endParaRPr>
          </a:p>
        </p:txBody>
      </p:sp>
      <p:sp>
        <p:nvSpPr>
          <p:cNvPr id="2007" name="Google Shape;2007;p104"/>
          <p:cNvSpPr txBox="1">
            <a:spLocks noGrp="1"/>
          </p:cNvSpPr>
          <p:nvPr>
            <p:ph type="sldNum" idx="12"/>
          </p:nvPr>
        </p:nvSpPr>
        <p:spPr>
          <a:xfrm>
            <a:off x="4627903" y="3137675"/>
            <a:ext cx="552600" cy="92400"/>
          </a:xfrm>
          <a:prstGeom prst="rect">
            <a:avLst/>
          </a:prstGeom>
          <a:noFill/>
          <a:ln>
            <a:noFill/>
          </a:ln>
        </p:spPr>
        <p:txBody>
          <a:bodyPr spcFirstLastPara="1" wrap="square" lIns="0" tIns="0" rIns="0" bIns="0" anchor="t" anchorCtr="0">
            <a:spAutoFit/>
          </a:bodyPr>
          <a:lstStyle/>
          <a:p>
            <a:pPr marL="38100" lvl="0" indent="0" algn="l" rtl="0">
              <a:lnSpc>
                <a:spcPct val="111666"/>
              </a:lnSpc>
              <a:spcBef>
                <a:spcPts val="0"/>
              </a:spcBef>
              <a:spcAft>
                <a:spcPts val="0"/>
              </a:spcAft>
              <a:buNone/>
            </a:pPr>
            <a:fld id="{00000000-1234-1234-1234-123412341234}" type="slidenum">
              <a:rPr lang="en-US"/>
              <a:t>77</a:t>
            </a:fld>
            <a:r>
              <a:rPr lang="en-US"/>
              <a:t> / 100</a:t>
            </a:r>
            <a:endParaRPr/>
          </a:p>
        </p:txBody>
      </p:sp>
    </p:spTree>
  </p:cSld>
  <p:clrMapOvr>
    <a:masterClrMapping/>
  </p:clrMapOvr>
  <p:transition>
    <p:fade thruBlk="1"/>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2011"/>
        <p:cNvGrpSpPr/>
        <p:nvPr/>
      </p:nvGrpSpPr>
      <p:grpSpPr>
        <a:xfrm>
          <a:off x="0" y="0"/>
          <a:ext cx="0" cy="0"/>
          <a:chOff x="0" y="0"/>
          <a:chExt cx="0" cy="0"/>
        </a:xfrm>
      </p:grpSpPr>
      <p:sp>
        <p:nvSpPr>
          <p:cNvPr id="2012" name="Google Shape;2012;p105"/>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solidFill>
                  <a:srgbClr val="FFFFFF"/>
                </a:solidFill>
              </a:rPr>
              <a:t>R</a:t>
            </a:r>
            <a:r>
              <a:rPr lang="en-US" cap="small">
                <a:solidFill>
                  <a:srgbClr val="FFFFFF"/>
                </a:solidFill>
              </a:rPr>
              <a:t>ecap</a:t>
            </a:r>
            <a:r>
              <a:rPr lang="en-US">
                <a:solidFill>
                  <a:srgbClr val="FFFFFF"/>
                </a:solidFill>
              </a:rPr>
              <a:t>: M</a:t>
            </a:r>
            <a:r>
              <a:rPr lang="en-US" cap="small">
                <a:solidFill>
                  <a:srgbClr val="FFFFFF"/>
                </a:solidFill>
              </a:rPr>
              <a:t>ulti</a:t>
            </a:r>
            <a:r>
              <a:rPr lang="en-US">
                <a:solidFill>
                  <a:srgbClr val="FFFFFF"/>
                </a:solidFill>
              </a:rPr>
              <a:t>-</a:t>
            </a:r>
            <a:r>
              <a:rPr lang="en-US" cap="small">
                <a:solidFill>
                  <a:srgbClr val="FFFFFF"/>
                </a:solidFill>
              </a:rPr>
              <a:t>class</a:t>
            </a:r>
            <a:r>
              <a:rPr lang="en-US">
                <a:solidFill>
                  <a:srgbClr val="FFFFFF"/>
                </a:solidFill>
              </a:rPr>
              <a:t> C</a:t>
            </a:r>
            <a:r>
              <a:rPr lang="en-US" cap="small">
                <a:solidFill>
                  <a:srgbClr val="FFFFFF"/>
                </a:solidFill>
              </a:rPr>
              <a:t>lassification</a:t>
            </a:r>
            <a:endParaRPr/>
          </a:p>
        </p:txBody>
      </p:sp>
      <p:sp>
        <p:nvSpPr>
          <p:cNvPr id="2013" name="Google Shape;2013;p105"/>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014" name="Google Shape;2014;p105"/>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3"/>
              </a:rPr>
              <a:t>D</a:t>
            </a:r>
            <a:r>
              <a:rPr lang="en-US" sz="600" u="sng" cap="small">
                <a:solidFill>
                  <a:schemeClr val="hlink"/>
                </a:solidFill>
                <a:latin typeface="Bookman Old Style"/>
                <a:ea typeface="Bookman Old Style"/>
                <a:cs typeface="Bookman Old Style"/>
                <a:sym typeface="Bookman Old Style"/>
                <a:hlinkClick r:id="rId3"/>
              </a:rPr>
              <a:t>eep</a:t>
            </a:r>
            <a:r>
              <a:rPr lang="en-US" sz="600" u="sng">
                <a:solidFill>
                  <a:schemeClr val="hlink"/>
                </a:solidFill>
                <a:latin typeface="Bookman Old Style"/>
                <a:ea typeface="Bookman Old Style"/>
                <a:cs typeface="Bookman Old Style"/>
                <a:sym typeface="Bookman Old Style"/>
                <a:hlinkClick r:id="rId3"/>
              </a:rPr>
              <a:t> L</a:t>
            </a:r>
            <a:r>
              <a:rPr lang="en-US" sz="600" u="sng" cap="small">
                <a:solidFill>
                  <a:schemeClr val="hlink"/>
                </a:solidFill>
                <a:latin typeface="Bookman Old Style"/>
                <a:ea typeface="Bookman Old Style"/>
                <a:cs typeface="Bookman Old Style"/>
                <a:sym typeface="Bookman Old Style"/>
                <a:hlinkClick r:id="rId3"/>
              </a:rPr>
              <a:t>earning</a:t>
            </a:r>
            <a:endParaRPr sz="600">
              <a:latin typeface="Bookman Old Style"/>
              <a:ea typeface="Bookman Old Style"/>
              <a:cs typeface="Bookman Old Style"/>
              <a:sym typeface="Bookman Old Style"/>
            </a:endParaRPr>
          </a:p>
        </p:txBody>
      </p:sp>
      <p:sp>
        <p:nvSpPr>
          <p:cNvPr id="2015" name="Google Shape;2015;p105"/>
          <p:cNvSpPr txBox="1"/>
          <p:nvPr/>
        </p:nvSpPr>
        <p:spPr>
          <a:xfrm>
            <a:off x="4627895" y="3137672"/>
            <a:ext cx="381000" cy="101600"/>
          </a:xfrm>
          <a:prstGeom prst="rect">
            <a:avLst/>
          </a:prstGeom>
          <a:noFill/>
          <a:ln>
            <a:noFill/>
          </a:ln>
        </p:spPr>
        <p:txBody>
          <a:bodyPr spcFirstLastPara="1" wrap="square" lIns="0" tIns="0" rIns="0" bIns="0" anchor="t" anchorCtr="0">
            <a:spAutoFit/>
          </a:bodyPr>
          <a:lstStyle/>
          <a:p>
            <a:pPr marL="16510" lvl="0" indent="0" algn="l" rtl="0">
              <a:lnSpc>
                <a:spcPct val="111666"/>
              </a:lnSpc>
              <a:spcBef>
                <a:spcPts val="0"/>
              </a:spcBef>
              <a:spcAft>
                <a:spcPts val="0"/>
              </a:spcAft>
              <a:buNone/>
            </a:pPr>
            <a:fld id="{00000000-1234-1234-1234-123412341234}" type="slidenum">
              <a:rPr lang="en-US" sz="600">
                <a:latin typeface="Bookman Old Style"/>
                <a:ea typeface="Bookman Old Style"/>
                <a:cs typeface="Bookman Old Style"/>
                <a:sym typeface="Bookman Old Style"/>
              </a:rPr>
              <a:t>78</a:t>
            </a:fld>
            <a:r>
              <a:rPr lang="en-US" sz="600">
                <a:latin typeface="Bookman Old Style"/>
                <a:ea typeface="Bookman Old Style"/>
                <a:cs typeface="Bookman Old Style"/>
                <a:sym typeface="Bookman Old Style"/>
              </a:rPr>
              <a:t> / 100</a:t>
            </a:r>
            <a:endParaRPr sz="600">
              <a:latin typeface="Bookman Old Style"/>
              <a:ea typeface="Bookman Old Style"/>
              <a:cs typeface="Bookman Old Style"/>
              <a:sym typeface="Bookman Old Style"/>
            </a:endParaRPr>
          </a:p>
        </p:txBody>
      </p:sp>
      <p:pic>
        <p:nvPicPr>
          <p:cNvPr id="2016" name="Google Shape;2016;p105"/>
          <p:cNvPicPr preferRelativeResize="0"/>
          <p:nvPr/>
        </p:nvPicPr>
        <p:blipFill>
          <a:blip r:embed="rId4">
            <a:alphaModFix/>
          </a:blip>
          <a:stretch>
            <a:fillRect/>
          </a:stretch>
        </p:blipFill>
        <p:spPr>
          <a:xfrm>
            <a:off x="152400" y="550225"/>
            <a:ext cx="5028002" cy="2531599"/>
          </a:xfrm>
          <a:prstGeom prst="rect">
            <a:avLst/>
          </a:prstGeom>
          <a:noFill/>
          <a:ln>
            <a:noFill/>
          </a:ln>
        </p:spPr>
      </p:pic>
    </p:spTree>
  </p:cSld>
  <p:clrMapOvr>
    <a:masterClrMapping/>
  </p:clrMapOvr>
  <p:transition>
    <p:fade thruBlk="1"/>
  </p:transition>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Shape 2020"/>
        <p:cNvGrpSpPr/>
        <p:nvPr/>
      </p:nvGrpSpPr>
      <p:grpSpPr>
        <a:xfrm>
          <a:off x="0" y="0"/>
          <a:ext cx="0" cy="0"/>
          <a:chOff x="0" y="0"/>
          <a:chExt cx="0" cy="0"/>
        </a:xfrm>
      </p:grpSpPr>
      <p:pic>
        <p:nvPicPr>
          <p:cNvPr id="2021" name="Google Shape;2021;p106"/>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2022" name="Google Shape;2022;p106"/>
          <p:cNvSpPr txBox="1">
            <a:spLocks noGrp="1"/>
          </p:cNvSpPr>
          <p:nvPr>
            <p:ph type="title"/>
          </p:nvPr>
        </p:nvSpPr>
        <p:spPr>
          <a:xfrm>
            <a:off x="95300" y="109545"/>
            <a:ext cx="5503545" cy="288290"/>
          </a:xfrm>
          <a:prstGeom prst="rect">
            <a:avLst/>
          </a:prstGeom>
          <a:noFill/>
          <a:ln>
            <a:noFill/>
          </a:ln>
        </p:spPr>
        <p:txBody>
          <a:bodyPr spcFirstLastPara="1" wrap="square" lIns="0" tIns="15225" rIns="0" bIns="0" anchor="t" anchorCtr="0">
            <a:spAutoFit/>
          </a:bodyPr>
          <a:lstStyle/>
          <a:p>
            <a:pPr marL="12700" lvl="0" indent="0" algn="l" rtl="0">
              <a:lnSpc>
                <a:spcPct val="100000"/>
              </a:lnSpc>
              <a:spcBef>
                <a:spcPts val="0"/>
              </a:spcBef>
              <a:spcAft>
                <a:spcPts val="0"/>
              </a:spcAft>
              <a:buNone/>
            </a:pPr>
            <a:r>
              <a:rPr lang="en-US"/>
              <a:t>R</a:t>
            </a:r>
            <a:r>
              <a:rPr lang="en-US" cap="small"/>
              <a:t>eferences</a:t>
            </a:r>
            <a:endParaRPr/>
          </a:p>
        </p:txBody>
      </p:sp>
      <p:grpSp>
        <p:nvGrpSpPr>
          <p:cNvPr id="2023" name="Google Shape;2023;p106"/>
          <p:cNvGrpSpPr/>
          <p:nvPr/>
        </p:nvGrpSpPr>
        <p:grpSpPr>
          <a:xfrm>
            <a:off x="0" y="748068"/>
            <a:ext cx="5760262" cy="2485943"/>
            <a:chOff x="0" y="748068"/>
            <a:chExt cx="5760262" cy="2485943"/>
          </a:xfrm>
        </p:grpSpPr>
        <p:pic>
          <p:nvPicPr>
            <p:cNvPr id="2024" name="Google Shape;2024;p106"/>
            <p:cNvPicPr preferRelativeResize="0"/>
            <p:nvPr/>
          </p:nvPicPr>
          <p:blipFill rotWithShape="1">
            <a:blip r:embed="rId4">
              <a:alphaModFix/>
            </a:blip>
            <a:srcRect/>
            <a:stretch/>
          </p:blipFill>
          <p:spPr>
            <a:xfrm>
              <a:off x="513702" y="748068"/>
              <a:ext cx="69291" cy="69291"/>
            </a:xfrm>
            <a:prstGeom prst="rect">
              <a:avLst/>
            </a:prstGeom>
            <a:noFill/>
            <a:ln>
              <a:noFill/>
            </a:ln>
          </p:spPr>
        </p:pic>
        <p:pic>
          <p:nvPicPr>
            <p:cNvPr id="2025" name="Google Shape;2025;p106"/>
            <p:cNvPicPr preferRelativeResize="0"/>
            <p:nvPr/>
          </p:nvPicPr>
          <p:blipFill rotWithShape="1">
            <a:blip r:embed="rId5">
              <a:alphaModFix/>
            </a:blip>
            <a:srcRect/>
            <a:stretch/>
          </p:blipFill>
          <p:spPr>
            <a:xfrm>
              <a:off x="513702" y="1336408"/>
              <a:ext cx="69291" cy="69291"/>
            </a:xfrm>
            <a:prstGeom prst="rect">
              <a:avLst/>
            </a:prstGeom>
            <a:noFill/>
            <a:ln>
              <a:noFill/>
            </a:ln>
          </p:spPr>
        </p:pic>
        <p:pic>
          <p:nvPicPr>
            <p:cNvPr id="2026" name="Google Shape;2026;p106"/>
            <p:cNvPicPr preferRelativeResize="0"/>
            <p:nvPr/>
          </p:nvPicPr>
          <p:blipFill rotWithShape="1">
            <a:blip r:embed="rId6">
              <a:alphaModFix/>
            </a:blip>
            <a:srcRect/>
            <a:stretch/>
          </p:blipFill>
          <p:spPr>
            <a:xfrm>
              <a:off x="513702" y="1924748"/>
              <a:ext cx="69291" cy="69291"/>
            </a:xfrm>
            <a:prstGeom prst="rect">
              <a:avLst/>
            </a:prstGeom>
            <a:noFill/>
            <a:ln>
              <a:noFill/>
            </a:ln>
          </p:spPr>
        </p:pic>
        <p:pic>
          <p:nvPicPr>
            <p:cNvPr id="2027" name="Google Shape;2027;p106"/>
            <p:cNvPicPr preferRelativeResize="0"/>
            <p:nvPr/>
          </p:nvPicPr>
          <p:blipFill rotWithShape="1">
            <a:blip r:embed="rId7">
              <a:alphaModFix/>
            </a:blip>
            <a:srcRect/>
            <a:stretch/>
          </p:blipFill>
          <p:spPr>
            <a:xfrm>
              <a:off x="513702" y="2329637"/>
              <a:ext cx="69291" cy="69291"/>
            </a:xfrm>
            <a:prstGeom prst="rect">
              <a:avLst/>
            </a:prstGeom>
            <a:noFill/>
            <a:ln>
              <a:noFill/>
            </a:ln>
          </p:spPr>
        </p:pic>
        <p:sp>
          <p:nvSpPr>
            <p:cNvPr id="2028" name="Google Shape;2028;p106"/>
            <p:cNvSpPr/>
            <p:nvPr/>
          </p:nvSpPr>
          <p:spPr>
            <a:xfrm>
              <a:off x="0"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FACA2C"/>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29" name="Google Shape;2029;p106"/>
            <p:cNvSpPr/>
            <p:nvPr/>
          </p:nvSpPr>
          <p:spPr>
            <a:xfrm>
              <a:off x="1923859" y="3141936"/>
              <a:ext cx="1912620" cy="92075"/>
            </a:xfrm>
            <a:custGeom>
              <a:avLst/>
              <a:gdLst/>
              <a:ahLst/>
              <a:cxnLst/>
              <a:rect l="l" t="t" r="r" b="b"/>
              <a:pathLst>
                <a:path w="1912620" h="92075" extrusionOk="0">
                  <a:moveTo>
                    <a:pt x="0" y="91521"/>
                  </a:moveTo>
                  <a:lnTo>
                    <a:pt x="0" y="0"/>
                  </a:lnTo>
                  <a:lnTo>
                    <a:pt x="1912353" y="0"/>
                  </a:lnTo>
                  <a:lnTo>
                    <a:pt x="1912353" y="91521"/>
                  </a:lnTo>
                  <a:lnTo>
                    <a:pt x="0" y="91521"/>
                  </a:lnTo>
                  <a:close/>
                </a:path>
              </a:pathLst>
            </a:custGeom>
            <a:solidFill>
              <a:srgbClr val="76C3E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2030" name="Google Shape;2030;p106"/>
            <p:cNvSpPr/>
            <p:nvPr/>
          </p:nvSpPr>
          <p:spPr>
            <a:xfrm>
              <a:off x="3836212" y="3141936"/>
              <a:ext cx="1924050" cy="92075"/>
            </a:xfrm>
            <a:custGeom>
              <a:avLst/>
              <a:gdLst/>
              <a:ahLst/>
              <a:cxnLst/>
              <a:rect l="l" t="t" r="r" b="b"/>
              <a:pathLst>
                <a:path w="1924050" h="92075" extrusionOk="0">
                  <a:moveTo>
                    <a:pt x="0" y="91521"/>
                  </a:moveTo>
                  <a:lnTo>
                    <a:pt x="0" y="0"/>
                  </a:lnTo>
                  <a:lnTo>
                    <a:pt x="1923859" y="0"/>
                  </a:lnTo>
                  <a:lnTo>
                    <a:pt x="1923859" y="91521"/>
                  </a:lnTo>
                  <a:lnTo>
                    <a:pt x="0" y="91521"/>
                  </a:lnTo>
                  <a:close/>
                </a:path>
              </a:pathLst>
            </a:custGeom>
            <a:solidFill>
              <a:srgbClr val="EC2027"/>
            </a:solidFill>
            <a:ln>
              <a:noFill/>
            </a:ln>
          </p:spPr>
          <p:txBody>
            <a:bodyPr spcFirstLastPara="1" wrap="square" lIns="0" tIns="0" rIns="0" bIns="0" anchor="t" anchorCtr="0">
              <a:noAutofit/>
            </a:bodyPr>
            <a:lstStyle/>
            <a:p>
              <a:pPr marL="0" lvl="0" indent="0" algn="l" rtl="0">
                <a:spcBef>
                  <a:spcPts val="0"/>
                </a:spcBef>
                <a:spcAft>
                  <a:spcPts val="0"/>
                </a:spcAft>
                <a:buNone/>
              </a:pPr>
              <a:endParaRPr/>
            </a:p>
          </p:txBody>
        </p:sp>
      </p:grpSp>
      <p:sp>
        <p:nvSpPr>
          <p:cNvPr id="2031" name="Google Shape;2031;p106"/>
          <p:cNvSpPr txBox="1"/>
          <p:nvPr/>
        </p:nvSpPr>
        <p:spPr>
          <a:xfrm>
            <a:off x="644626" y="651051"/>
            <a:ext cx="4724400" cy="2160905"/>
          </a:xfrm>
          <a:prstGeom prst="rect">
            <a:avLst/>
          </a:prstGeom>
          <a:noFill/>
          <a:ln>
            <a:noFill/>
          </a:ln>
        </p:spPr>
        <p:txBody>
          <a:bodyPr spcFirstLastPara="1" wrap="square" lIns="0" tIns="21575" rIns="0" bIns="0" anchor="t" anchorCtr="0">
            <a:spAutoFit/>
          </a:bodyPr>
          <a:lstStyle/>
          <a:p>
            <a:pPr marL="12700" marR="5080" lvl="0" indent="0" algn="l" rtl="0">
              <a:lnSpc>
                <a:spcPct val="108700"/>
              </a:lnSpc>
              <a:spcBef>
                <a:spcPts val="0"/>
              </a:spcBef>
              <a:spcAft>
                <a:spcPts val="0"/>
              </a:spcAft>
              <a:buNone/>
            </a:pPr>
            <a:r>
              <a:rPr lang="en-US" sz="1050">
                <a:latin typeface="Arial"/>
                <a:ea typeface="Arial"/>
                <a:cs typeface="Arial"/>
                <a:sym typeface="Arial"/>
              </a:rPr>
              <a:t>Zhang, A., Lipton, Z. C., Li, M., &amp; Smola, A. J. (2023). </a:t>
            </a:r>
            <a:r>
              <a:rPr lang="en-US" sz="1050" i="1">
                <a:latin typeface="Arial"/>
                <a:ea typeface="Arial"/>
                <a:cs typeface="Arial"/>
                <a:sym typeface="Arial"/>
              </a:rPr>
              <a:t>Dive into Deep Learning</a:t>
            </a:r>
            <a:r>
              <a:rPr lang="en-US" sz="1050">
                <a:latin typeface="Arial"/>
                <a:ea typeface="Arial"/>
                <a:cs typeface="Arial"/>
                <a:sym typeface="Arial"/>
              </a:rPr>
              <a:t>. Cambridge University Press. Chapter 4 (Linear Neural Networks for Classification). </a:t>
            </a:r>
            <a:r>
              <a:rPr lang="en-US" sz="1200" u="sng">
                <a:solidFill>
                  <a:schemeClr val="hlink"/>
                </a:solidFill>
                <a:latin typeface="Cambria"/>
                <a:ea typeface="Cambria"/>
                <a:cs typeface="Cambria"/>
                <a:sym typeface="Cambria"/>
                <a:hlinkClick r:id="rId8"/>
              </a:rPr>
              <a:t>https://d2l.ai/</a:t>
            </a:r>
            <a:endParaRPr sz="1200">
              <a:latin typeface="Cambria"/>
              <a:ea typeface="Cambria"/>
              <a:cs typeface="Cambria"/>
              <a:sym typeface="Cambria"/>
            </a:endParaRPr>
          </a:p>
          <a:p>
            <a:pPr marL="12700" marR="95885" lvl="0" indent="0" algn="l" rtl="0">
              <a:lnSpc>
                <a:spcPct val="108700"/>
              </a:lnSpc>
              <a:spcBef>
                <a:spcPts val="340"/>
              </a:spcBef>
              <a:spcAft>
                <a:spcPts val="0"/>
              </a:spcAft>
              <a:buNone/>
            </a:pPr>
            <a:r>
              <a:rPr lang="en-US" sz="1050">
                <a:latin typeface="Arial"/>
                <a:ea typeface="Arial"/>
                <a:cs typeface="Arial"/>
                <a:sym typeface="Arial"/>
              </a:rPr>
              <a:t>Goodfellow, I., Bengio, Y., &amp; Courville, A. (2016). </a:t>
            </a:r>
            <a:r>
              <a:rPr lang="en-US" sz="1050" i="1">
                <a:latin typeface="Arial"/>
                <a:ea typeface="Arial"/>
                <a:cs typeface="Arial"/>
                <a:sym typeface="Arial"/>
              </a:rPr>
              <a:t>Deep Learning</a:t>
            </a:r>
            <a:r>
              <a:rPr lang="en-US" sz="1050">
                <a:latin typeface="Arial"/>
                <a:ea typeface="Arial"/>
                <a:cs typeface="Arial"/>
                <a:sym typeface="Arial"/>
              </a:rPr>
              <a:t>. MIT Press. Chapter 6 (Deep Feedforward Networks). </a:t>
            </a:r>
            <a:r>
              <a:rPr lang="en-US" sz="1200" u="sng">
                <a:solidFill>
                  <a:schemeClr val="hlink"/>
                </a:solidFill>
                <a:latin typeface="Cambria"/>
                <a:ea typeface="Cambria"/>
                <a:cs typeface="Cambria"/>
                <a:sym typeface="Cambria"/>
                <a:hlinkClick r:id="rId9"/>
              </a:rPr>
              <a:t>https://www.deeplearningbook.org/</a:t>
            </a:r>
            <a:endParaRPr sz="1200">
              <a:latin typeface="Cambria"/>
              <a:ea typeface="Cambria"/>
              <a:cs typeface="Cambria"/>
              <a:sym typeface="Cambria"/>
            </a:endParaRPr>
          </a:p>
          <a:p>
            <a:pPr marL="12700" marR="148590" lvl="0" indent="0" algn="l" rtl="0">
              <a:lnSpc>
                <a:spcPct val="114700"/>
              </a:lnSpc>
              <a:spcBef>
                <a:spcPts val="270"/>
              </a:spcBef>
              <a:spcAft>
                <a:spcPts val="0"/>
              </a:spcAft>
              <a:buNone/>
            </a:pPr>
            <a:r>
              <a:rPr lang="en-US" sz="1050">
                <a:latin typeface="Arial"/>
                <a:ea typeface="Arial"/>
                <a:cs typeface="Arial"/>
                <a:sym typeface="Arial"/>
              </a:rPr>
              <a:t>Bishop, C. M. (2006). </a:t>
            </a:r>
            <a:r>
              <a:rPr lang="en-US" sz="1050" i="1">
                <a:latin typeface="Arial"/>
                <a:ea typeface="Arial"/>
                <a:cs typeface="Arial"/>
                <a:sym typeface="Arial"/>
              </a:rPr>
              <a:t>Pattern Recognition and Machine Learning</a:t>
            </a:r>
            <a:r>
              <a:rPr lang="en-US" sz="1050">
                <a:latin typeface="Arial"/>
                <a:ea typeface="Arial"/>
                <a:cs typeface="Arial"/>
                <a:sym typeface="Arial"/>
              </a:rPr>
              <a:t>. Springer. Chapter 4 (Linear Models for Classification).</a:t>
            </a:r>
            <a:endParaRPr sz="1050">
              <a:latin typeface="Arial"/>
              <a:ea typeface="Arial"/>
              <a:cs typeface="Arial"/>
              <a:sym typeface="Arial"/>
            </a:endParaRPr>
          </a:p>
          <a:p>
            <a:pPr marL="12700" marR="207645" lvl="0" indent="0" algn="l" rtl="0">
              <a:lnSpc>
                <a:spcPct val="108700"/>
              </a:lnSpc>
              <a:spcBef>
                <a:spcPts val="375"/>
              </a:spcBef>
              <a:spcAft>
                <a:spcPts val="0"/>
              </a:spcAft>
              <a:buNone/>
            </a:pPr>
            <a:r>
              <a:rPr lang="en-US" sz="1050">
                <a:latin typeface="Arial"/>
                <a:ea typeface="Arial"/>
                <a:cs typeface="Arial"/>
                <a:sym typeface="Arial"/>
              </a:rPr>
              <a:t>Murphy, K. P. (2022). </a:t>
            </a:r>
            <a:r>
              <a:rPr lang="en-US" sz="1050" i="1">
                <a:latin typeface="Arial"/>
                <a:ea typeface="Arial"/>
                <a:cs typeface="Arial"/>
                <a:sym typeface="Arial"/>
              </a:rPr>
              <a:t>Probabilistic Machine Learning: An Introduction</a:t>
            </a:r>
            <a:r>
              <a:rPr lang="en-US" sz="1050">
                <a:latin typeface="Arial"/>
                <a:ea typeface="Arial"/>
                <a:cs typeface="Arial"/>
                <a:sym typeface="Arial"/>
              </a:rPr>
              <a:t>. MIT Press. Chapter 10 (Logistic Regression). </a:t>
            </a:r>
            <a:r>
              <a:rPr lang="en-US" sz="1200" u="sng">
                <a:solidFill>
                  <a:schemeClr val="hlink"/>
                </a:solidFill>
                <a:latin typeface="Cambria"/>
                <a:ea typeface="Cambria"/>
                <a:cs typeface="Cambria"/>
                <a:sym typeface="Cambria"/>
                <a:hlinkClick r:id="rId10"/>
              </a:rPr>
              <a:t>https://probml.github.io/pml-book/</a:t>
            </a:r>
            <a:endParaRPr sz="1200">
              <a:latin typeface="Cambria"/>
              <a:ea typeface="Cambria"/>
              <a:cs typeface="Cambria"/>
              <a:sym typeface="Cambria"/>
            </a:endParaRPr>
          </a:p>
        </p:txBody>
      </p:sp>
      <p:sp>
        <p:nvSpPr>
          <p:cNvPr id="2032" name="Google Shape;2032;p106"/>
          <p:cNvSpPr txBox="1">
            <a:spLocks noGrp="1"/>
          </p:cNvSpPr>
          <p:nvPr>
            <p:ph type="ftr" idx="11"/>
          </p:nvPr>
        </p:nvSpPr>
        <p:spPr>
          <a:xfrm>
            <a:off x="572122" y="3137672"/>
            <a:ext cx="7353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a:t>BITS P</a:t>
            </a:r>
            <a:r>
              <a:rPr lang="en-US" cap="small"/>
              <a:t>ilani</a:t>
            </a:r>
            <a:r>
              <a:rPr lang="en-US"/>
              <a:t> WILP</a:t>
            </a:r>
            <a:endParaRPr/>
          </a:p>
        </p:txBody>
      </p:sp>
      <p:sp>
        <p:nvSpPr>
          <p:cNvPr id="2033" name="Google Shape;2033;p106"/>
          <p:cNvSpPr txBox="1"/>
          <p:nvPr/>
        </p:nvSpPr>
        <p:spPr>
          <a:xfrm>
            <a:off x="2604942" y="3137672"/>
            <a:ext cx="595630" cy="101600"/>
          </a:xfrm>
          <a:prstGeom prst="rect">
            <a:avLst/>
          </a:prstGeom>
          <a:noFill/>
          <a:ln>
            <a:noFill/>
          </a:ln>
        </p:spPr>
        <p:txBody>
          <a:bodyPr spcFirstLastPara="1" wrap="square" lIns="0" tIns="0" rIns="0" bIns="0" anchor="t" anchorCtr="0">
            <a:spAutoFit/>
          </a:bodyPr>
          <a:lstStyle/>
          <a:p>
            <a:pPr marL="12700" lvl="0" indent="0" algn="l" rtl="0">
              <a:lnSpc>
                <a:spcPct val="111666"/>
              </a:lnSpc>
              <a:spcBef>
                <a:spcPts val="0"/>
              </a:spcBef>
              <a:spcAft>
                <a:spcPts val="0"/>
              </a:spcAft>
              <a:buNone/>
            </a:pPr>
            <a:r>
              <a:rPr lang="en-US" sz="600" u="sng">
                <a:solidFill>
                  <a:schemeClr val="hlink"/>
                </a:solidFill>
                <a:latin typeface="Bookman Old Style"/>
                <a:ea typeface="Bookman Old Style"/>
                <a:cs typeface="Bookman Old Style"/>
                <a:sym typeface="Bookman Old Style"/>
                <a:hlinkClick r:id="rId11"/>
              </a:rPr>
              <a:t>D</a:t>
            </a:r>
            <a:r>
              <a:rPr lang="en-US" sz="600" u="sng" cap="small">
                <a:solidFill>
                  <a:schemeClr val="hlink"/>
                </a:solidFill>
                <a:latin typeface="Bookman Old Style"/>
                <a:ea typeface="Bookman Old Style"/>
                <a:cs typeface="Bookman Old Style"/>
                <a:sym typeface="Bookman Old Style"/>
                <a:hlinkClick r:id="rId11"/>
              </a:rPr>
              <a:t>eep</a:t>
            </a:r>
            <a:r>
              <a:rPr lang="en-US" sz="600" u="sng">
                <a:solidFill>
                  <a:schemeClr val="hlink"/>
                </a:solidFill>
                <a:latin typeface="Bookman Old Style"/>
                <a:ea typeface="Bookman Old Style"/>
                <a:cs typeface="Bookman Old Style"/>
                <a:sym typeface="Bookman Old Style"/>
                <a:hlinkClick r:id="rId11"/>
              </a:rPr>
              <a:t> L</a:t>
            </a:r>
            <a:r>
              <a:rPr lang="en-US" sz="600" u="sng" cap="small">
                <a:solidFill>
                  <a:schemeClr val="hlink"/>
                </a:solidFill>
                <a:latin typeface="Bookman Old Style"/>
                <a:ea typeface="Bookman Old Style"/>
                <a:cs typeface="Bookman Old Style"/>
                <a:sym typeface="Bookman Old Style"/>
                <a:hlinkClick r:id="rId11"/>
              </a:rPr>
              <a:t>earning</a:t>
            </a:r>
            <a:endParaRPr sz="600">
              <a:latin typeface="Bookman Old Style"/>
              <a:ea typeface="Bookman Old Style"/>
              <a:cs typeface="Bookman Old Style"/>
              <a:sym typeface="Bookman Old Style"/>
            </a:endParaRPr>
          </a:p>
        </p:txBody>
      </p:sp>
      <p:sp>
        <p:nvSpPr>
          <p:cNvPr id="2034" name="Google Shape;2034;p106"/>
          <p:cNvSpPr txBox="1">
            <a:spLocks noGrp="1"/>
          </p:cNvSpPr>
          <p:nvPr>
            <p:ph type="sldNum" idx="12"/>
          </p:nvPr>
        </p:nvSpPr>
        <p:spPr>
          <a:xfrm>
            <a:off x="4627900" y="3137675"/>
            <a:ext cx="595500" cy="92400"/>
          </a:xfrm>
          <a:prstGeom prst="rect">
            <a:avLst/>
          </a:prstGeom>
        </p:spPr>
        <p:txBody>
          <a:bodyPr spcFirstLastPara="1" wrap="square" lIns="0" tIns="0" rIns="0" bIns="0" anchor="t" anchorCtr="0">
            <a:spAutoFit/>
          </a:bodyPr>
          <a:lstStyle/>
          <a:p>
            <a:pPr marL="38100" lvl="0" indent="0" algn="l" rtl="0">
              <a:spcBef>
                <a:spcPts val="0"/>
              </a:spcBef>
              <a:spcAft>
                <a:spcPts val="0"/>
              </a:spcAft>
              <a:buClr>
                <a:srgbClr val="000000"/>
              </a:buClr>
              <a:buFont typeface="Arial"/>
              <a:buNone/>
            </a:pPr>
            <a:r>
              <a:rPr lang="en-US"/>
              <a:t>100/100</a:t>
            </a:r>
            <a:endParaRPr/>
          </a:p>
        </p:txBody>
      </p:sp>
    </p:spTree>
  </p:cSld>
  <p:clrMapOvr>
    <a:masterClrMapping/>
  </p:clrMapOvr>
  <p:transition>
    <p:fade thruBlk="1"/>
  </p:transition>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3247868A9EF043AAFD763B509A33CB" ma:contentTypeVersion="32" ma:contentTypeDescription="Create a new document." ma:contentTypeScope="" ma:versionID="49e29cc773250fb22efa7541fc8a4712">
  <xsd:schema xmlns:xsd="http://www.w3.org/2001/XMLSchema" xmlns:xs="http://www.w3.org/2001/XMLSchema" xmlns:p="http://schemas.microsoft.com/office/2006/metadata/properties" xmlns:ns2="921d7e3d-ccf6-4c0a-83b2-6e8132303dda" xmlns:ns3="9e209dda-a78e-49a0-9b2f-f7ca81c34b7c" targetNamespace="http://schemas.microsoft.com/office/2006/metadata/properties" ma:root="true" ma:fieldsID="8e323d0c1f05f1d80d7a271d7d64525c" ns2:_="" ns3:_="">
    <xsd:import namespace="921d7e3d-ccf6-4c0a-83b2-6e8132303dda"/>
    <xsd:import namespace="9e209dda-a78e-49a0-9b2f-f7ca81c34b7c"/>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1d7e3d-ccf6-4c0a-83b2-6e8132303dda"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e209dda-a78e-49a0-9b2f-f7ca81c34b7c"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0018add-e23d-4441-b071-bb6fc52e56ca}" ma:internalName="TaxCatchAll" ma:showField="CatchAllData" ma:web="9e209dda-a78e-49a0-9b2f-f7ca81c34b7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elf_Registration_Enabled xmlns="921d7e3d-ccf6-4c0a-83b2-6e8132303dda" xsi:nil="true"/>
    <DefaultSectionNames xmlns="921d7e3d-ccf6-4c0a-83b2-6e8132303dda" xsi:nil="true"/>
    <Is_Collaboration_Space_Locked xmlns="921d7e3d-ccf6-4c0a-83b2-6e8132303dda" xsi:nil="true"/>
    <Teams_Channel_Section_Location xmlns="921d7e3d-ccf6-4c0a-83b2-6e8132303dda" xsi:nil="true"/>
    <AppVersion xmlns="921d7e3d-ccf6-4c0a-83b2-6e8132303dda" xsi:nil="true"/>
    <LMS_Mappings xmlns="921d7e3d-ccf6-4c0a-83b2-6e8132303dda" xsi:nil="true"/>
    <Invited_Students xmlns="921d7e3d-ccf6-4c0a-83b2-6e8132303dda" xsi:nil="true"/>
    <Math_Settings xmlns="921d7e3d-ccf6-4c0a-83b2-6e8132303dda" xsi:nil="true"/>
    <Templates xmlns="921d7e3d-ccf6-4c0a-83b2-6e8132303dda" xsi:nil="true"/>
    <FolderType xmlns="921d7e3d-ccf6-4c0a-83b2-6e8132303dda" xsi:nil="true"/>
    <Owner xmlns="921d7e3d-ccf6-4c0a-83b2-6e8132303dda">
      <UserInfo>
        <DisplayName/>
        <AccountId xsi:nil="true"/>
        <AccountType/>
      </UserInfo>
    </Owner>
    <Teachers xmlns="921d7e3d-ccf6-4c0a-83b2-6e8132303dda">
      <UserInfo>
        <DisplayName/>
        <AccountId xsi:nil="true"/>
        <AccountType/>
      </UserInfo>
    </Teachers>
    <Students xmlns="921d7e3d-ccf6-4c0a-83b2-6e8132303dda">
      <UserInfo>
        <DisplayName/>
        <AccountId xsi:nil="true"/>
        <AccountType/>
      </UserInfo>
    </Students>
    <Student_Groups xmlns="921d7e3d-ccf6-4c0a-83b2-6e8132303dda">
      <UserInfo>
        <DisplayName/>
        <AccountId xsi:nil="true"/>
        <AccountType/>
      </UserInfo>
    </Student_Groups>
    <Distribution_Groups xmlns="921d7e3d-ccf6-4c0a-83b2-6e8132303dda" xsi:nil="true"/>
    <TeamsChannelId xmlns="921d7e3d-ccf6-4c0a-83b2-6e8132303dda" xsi:nil="true"/>
    <IsNotebookLocked xmlns="921d7e3d-ccf6-4c0a-83b2-6e8132303dda" xsi:nil="true"/>
    <NotebookType xmlns="921d7e3d-ccf6-4c0a-83b2-6e8132303dda" xsi:nil="true"/>
    <CultureName xmlns="921d7e3d-ccf6-4c0a-83b2-6e8132303dda" xsi:nil="true"/>
    <Invited_Teachers xmlns="921d7e3d-ccf6-4c0a-83b2-6e8132303dda" xsi:nil="true"/>
    <Has_Teacher_Only_SectionGroup xmlns="921d7e3d-ccf6-4c0a-83b2-6e8132303dda" xsi:nil="true"/>
    <lcf76f155ced4ddcb4097134ff3c332f xmlns="921d7e3d-ccf6-4c0a-83b2-6e8132303dda">
      <Terms xmlns="http://schemas.microsoft.com/office/infopath/2007/PartnerControls"/>
    </lcf76f155ced4ddcb4097134ff3c332f>
    <TaxCatchAll xmlns="9e209dda-a78e-49a0-9b2f-f7ca81c34b7c" xsi:nil="true"/>
  </documentManagement>
</p:properties>
</file>

<file path=customXml/itemProps1.xml><?xml version="1.0" encoding="utf-8"?>
<ds:datastoreItem xmlns:ds="http://schemas.openxmlformats.org/officeDocument/2006/customXml" ds:itemID="{631DC35B-3E37-431F-8EA5-F787DC04EDCD}"/>
</file>

<file path=customXml/itemProps2.xml><?xml version="1.0" encoding="utf-8"?>
<ds:datastoreItem xmlns:ds="http://schemas.openxmlformats.org/officeDocument/2006/customXml" ds:itemID="{E836C96C-D87A-4024-B0C5-420DC3A0952B}"/>
</file>

<file path=customXml/itemProps3.xml><?xml version="1.0" encoding="utf-8"?>
<ds:datastoreItem xmlns:ds="http://schemas.openxmlformats.org/officeDocument/2006/customXml" ds:itemID="{D5A817B1-2F27-4438-BFE1-12431FEE4990}"/>
</file>

<file path=docMetadata/LabelInfo.xml><?xml version="1.0" encoding="utf-8"?>
<clbl:labelList xmlns:clbl="http://schemas.microsoft.com/office/2020/mipLabelMetadata">
  <clbl:label id="{87ba5c36-b7cf-4793-bbc2-bd5b3a9f95ca}"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256</TotalTime>
  <Words>4272</Words>
  <Application>Microsoft Office PowerPoint</Application>
  <PresentationFormat>Custom</PresentationFormat>
  <Paragraphs>853</Paragraphs>
  <Slides>79</Slides>
  <Notes>78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79</vt:i4>
      </vt:variant>
    </vt:vector>
  </HeadingPairs>
  <TitlesOfParts>
    <vt:vector size="88" baseType="lpstr">
      <vt:lpstr>Cambria</vt:lpstr>
      <vt:lpstr>Arial</vt:lpstr>
      <vt:lpstr>Lucida Sans</vt:lpstr>
      <vt:lpstr>Google Sans</vt:lpstr>
      <vt:lpstr>Times New Roman</vt:lpstr>
      <vt:lpstr>Bookman Old Style</vt:lpstr>
      <vt:lpstr>Cambria Math</vt:lpstr>
      <vt:lpstr>Tahoma</vt:lpstr>
      <vt:lpstr>Office Theme</vt:lpstr>
      <vt:lpstr>PowerPoint Presentation</vt:lpstr>
      <vt:lpstr>PowerPoint Presentation</vt:lpstr>
      <vt:lpstr>Table of Contents</vt:lpstr>
      <vt:lpstr>Stochastic Gradient Descent (SGD)</vt:lpstr>
      <vt:lpstr>Computing the Gradient for SGD</vt:lpstr>
      <vt:lpstr>Stochastic Gradient Descent Algorithm</vt:lpstr>
      <vt:lpstr>SGD vs Batch GD: Visual Comparison</vt:lpstr>
      <vt:lpstr>Benefits and Challenges of SGD</vt:lpstr>
      <vt:lpstr>Table of Contents</vt:lpstr>
      <vt:lpstr>Numerical Example: Setup</vt:lpstr>
      <vt:lpstr>Numerical Example: Initialization</vt:lpstr>
      <vt:lpstr>Numerical Example: First SGD Iteration</vt:lpstr>
      <vt:lpstr>Numerical Example: Second SGD Iteration</vt:lpstr>
      <vt:lpstr>Numerical Example: Checking Progress</vt:lpstr>
      <vt:lpstr>Table of Contents</vt:lpstr>
      <vt:lpstr>Evaluating Classification Models</vt:lpstr>
      <vt:lpstr>Confusion Matrix</vt:lpstr>
      <vt:lpstr>Classification  Metrics  I</vt:lpstr>
      <vt:lpstr>Classification  Metrics  II</vt:lpstr>
      <vt:lpstr>When to Use Which Metric?</vt:lpstr>
      <vt:lpstr>Example: Computing Metrics</vt:lpstr>
      <vt:lpstr>Summary: Binary Classification</vt:lpstr>
      <vt:lpstr>Key Takeaways</vt:lpstr>
      <vt:lpstr>Table of Contents</vt:lpstr>
      <vt:lpstr>What is Multi-class Classification?</vt:lpstr>
      <vt:lpstr>Examples of Multi-class Classification</vt:lpstr>
      <vt:lpstr>Multi-class Classification:  Visual Example</vt:lpstr>
      <vt:lpstr>Table of Contents</vt:lpstr>
      <vt:lpstr>The Four Components for Multi-class</vt:lpstr>
      <vt:lpstr>Data Representation</vt:lpstr>
      <vt:lpstr>One-Hot Encoding</vt:lpstr>
      <vt:lpstr>Weight Matrix for Multi-class Classification</vt:lpstr>
      <vt:lpstr>Multi-class Model Architecture</vt:lpstr>
      <vt:lpstr>Linear Model: Computing Logits</vt:lpstr>
      <vt:lpstr>The Softmax Function</vt:lpstr>
      <vt:lpstr>Properties of Softmax</vt:lpstr>
      <vt:lpstr>Softmax Example: Numerical Computation</vt:lpstr>
      <vt:lpstr>Complete Forward Pass</vt:lpstr>
      <vt:lpstr>Categorical Cross-Entropy Loss</vt:lpstr>
      <vt:lpstr>Understanding Categorical Cross-Entropy</vt:lpstr>
      <vt:lpstr>Why Categorical Cross-Entropy?</vt:lpstr>
      <vt:lpstr>Table of Contents</vt:lpstr>
      <vt:lpstr>From SGD to Mini-batch SGD</vt:lpstr>
      <vt:lpstr>Why Mini-batch SGD?</vt:lpstr>
      <vt:lpstr>Mini-batch SGD: Key Concepts</vt:lpstr>
      <vt:lpstr>Computing Gradients for Mini-batch</vt:lpstr>
      <vt:lpstr>Mini-batch SGD Update Rule</vt:lpstr>
      <vt:lpstr>Mini-batch SGD Algorithm</vt:lpstr>
      <vt:lpstr>PowerPoint Presentation</vt:lpstr>
      <vt:lpstr>Table of Contents</vt:lpstr>
      <vt:lpstr>Numerical Example: Setup</vt:lpstr>
      <vt:lpstr>Numerical Example: Data Representation</vt:lpstr>
      <vt:lpstr>PowerPoint Presentation</vt:lpstr>
      <vt:lpstr>Numerical Example: First Mini-batch (Examples</vt:lpstr>
      <vt:lpstr>Numerical Example: Softmax Computation</vt:lpstr>
      <vt:lpstr>Numerical Example: Gradient and Update</vt:lpstr>
      <vt:lpstr>Numerical Example: Weight Update</vt:lpstr>
      <vt:lpstr>Computational Graph for Mini-batch Forward</vt:lpstr>
      <vt:lpstr>Table of Contents</vt:lpstr>
      <vt:lpstr>Inference: Making Predictions</vt:lpstr>
      <vt:lpstr>Inference Example</vt:lpstr>
      <vt:lpstr>Table of Contents</vt:lpstr>
      <vt:lpstr>Evaluation Metrics for Multi-class</vt:lpstr>
      <vt:lpstr>Confusion Matrix for Multi-class</vt:lpstr>
      <vt:lpstr>Per-class Metrics</vt:lpstr>
      <vt:lpstr>Averaging  Strategies</vt:lpstr>
      <vt:lpstr>Top-K Accuracy</vt:lpstr>
      <vt:lpstr>Summary:  Multiclass Classification</vt:lpstr>
      <vt:lpstr>Table of Contents</vt:lpstr>
      <vt:lpstr>Implementation Tips</vt:lpstr>
      <vt:lpstr>Debugging Checklist</vt:lpstr>
      <vt:lpstr>Table of Contents</vt:lpstr>
      <vt:lpstr>PowerPoint Presentation</vt:lpstr>
      <vt:lpstr>PowerPoint Presentation</vt:lpstr>
      <vt:lpstr>PowerPoint Presentation</vt:lpstr>
      <vt:lpstr>PowerPoint Presentation</vt:lpstr>
      <vt:lpstr>Recap: Binary Classification</vt:lpstr>
      <vt:lpstr>Recap: Multi-class Classification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Aakash Goel (DSAI)</cp:lastModifiedBy>
  <cp:revision>6</cp:revision>
  <dcterms:modified xsi:type="dcterms:W3CDTF">2026-03-01T12:09:09Z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0x010100483247868A9EF043AAFD763B509A33CB</vt:lpwstr>
  </property>
</Properties>
</file>